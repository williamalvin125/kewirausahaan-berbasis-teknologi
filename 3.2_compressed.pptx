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theme/theme2.xml" ContentType="application/vnd.openxmlformats-officedocument.them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3.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24.xml" ContentType="application/vnd.openxmlformats-officedocument.drawingml.chart+xml"/>
  <Override PartName="/ppt/charts/style24.xml" ContentType="application/vnd.ms-office.chartstyle+xml"/>
  <Override PartName="/ppt/charts/colors24.xml" ContentType="application/vnd.ms-office.chartcolorstyle+xml"/>
  <Override PartName="/ppt/theme/themeOverride1.xml" ContentType="application/vnd.openxmlformats-officedocument.themeOverride+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theme/theme3.xml" ContentType="application/vnd.openxmlformats-officedocument.theme+xml"/>
  <Override PartName="/ppt/charts/chart25.xml" ContentType="application/vnd.openxmlformats-officedocument.drawingml.chart+xml"/>
  <Override PartName="/ppt/charts/style25.xml" ContentType="application/vnd.ms-office.chartstyle+xml"/>
  <Override PartName="/ppt/charts/colors25.xml" ContentType="application/vnd.ms-office.chartcolorstyle+xml"/>
  <Override PartName="/ppt/charts/chart26.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27.xml" ContentType="application/vnd.openxmlformats-officedocument.drawingml.chart+xml"/>
  <Override PartName="/ppt/charts/style27.xml" ContentType="application/vnd.ms-office.chartstyle+xml"/>
  <Override PartName="/ppt/charts/colors27.xml" ContentType="application/vnd.ms-office.chartcolorstyle+xml"/>
  <Override PartName="/ppt/charts/chart28.xml" ContentType="application/vnd.openxmlformats-officedocument.drawingml.chart+xml"/>
  <Override PartName="/ppt/charts/style28.xml" ContentType="application/vnd.ms-office.chartstyle+xml"/>
  <Override PartName="/ppt/charts/colors28.xml" ContentType="application/vnd.ms-office.chartcolorstyle+xml"/>
  <Override PartName="/ppt/charts/chart29.xml" ContentType="application/vnd.openxmlformats-officedocument.drawingml.chart+xml"/>
  <Override PartName="/ppt/charts/style29.xml" ContentType="application/vnd.ms-office.chartstyle+xml"/>
  <Override PartName="/ppt/charts/colors29.xml" ContentType="application/vnd.ms-office.chartcolorstyle+xml"/>
  <Override PartName="/ppt/charts/chart30.xml" ContentType="application/vnd.openxmlformats-officedocument.drawingml.chart+xml"/>
  <Override PartName="/ppt/charts/style30.xml" ContentType="application/vnd.ms-office.chartstyle+xml"/>
  <Override PartName="/ppt/charts/colors30.xml" ContentType="application/vnd.ms-office.chartcolorstyle+xml"/>
  <Override PartName="/ppt/charts/chart31.xml" ContentType="application/vnd.openxmlformats-officedocument.drawingml.chart+xml"/>
  <Override PartName="/ppt/charts/style31.xml" ContentType="application/vnd.ms-office.chartstyle+xml"/>
  <Override PartName="/ppt/charts/colors31.xml" ContentType="application/vnd.ms-office.chartcolorstyle+xml"/>
  <Override PartName="/ppt/charts/chart32.xml" ContentType="application/vnd.openxmlformats-officedocument.drawingml.chart+xml"/>
  <Override PartName="/ppt/charts/style32.xml" ContentType="application/vnd.ms-office.chartstyle+xml"/>
  <Override PartName="/ppt/charts/colors32.xml" ContentType="application/vnd.ms-office.chartcolorstyle+xml"/>
  <Override PartName="/ppt/charts/chart33.xml" ContentType="application/vnd.openxmlformats-officedocument.drawingml.chart+xml"/>
  <Override PartName="/ppt/charts/style33.xml" ContentType="application/vnd.ms-office.chartstyle+xml"/>
  <Override PartName="/ppt/charts/colors33.xml" ContentType="application/vnd.ms-office.chartcolorstyle+xml"/>
  <Override PartName="/ppt/charts/chart34.xml" ContentType="application/vnd.openxmlformats-officedocument.drawingml.chart+xml"/>
  <Override PartName="/ppt/charts/style34.xml" ContentType="application/vnd.ms-office.chartstyle+xml"/>
  <Override PartName="/ppt/charts/colors34.xml" ContentType="application/vnd.ms-office.chartcolorstyle+xml"/>
  <Override PartName="/ppt/charts/chart35.xml" ContentType="application/vnd.openxmlformats-officedocument.drawingml.chart+xml"/>
  <Override PartName="/ppt/charts/style35.xml" ContentType="application/vnd.ms-office.chartstyle+xml"/>
  <Override PartName="/ppt/charts/colors35.xml" ContentType="application/vnd.ms-office.chartcolorstyle+xml"/>
  <Override PartName="/ppt/charts/chart36.xml" ContentType="application/vnd.openxmlformats-officedocument.drawingml.chart+xml"/>
  <Override PartName="/ppt/charts/style36.xml" ContentType="application/vnd.ms-office.chartstyle+xml"/>
  <Override PartName="/ppt/charts/colors36.xml" ContentType="application/vnd.ms-office.chartcolorstyle+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theme/theme4.xml" ContentType="application/vnd.openxmlformats-officedocument.theme+xml"/>
  <Override PartName="/ppt/charts/chart37.xml" ContentType="application/vnd.openxmlformats-officedocument.drawingml.chart+xml"/>
  <Override PartName="/ppt/charts/style37.xml" ContentType="application/vnd.ms-office.chartstyle+xml"/>
  <Override PartName="/ppt/charts/colors37.xml" ContentType="application/vnd.ms-office.chartcolorstyle+xml"/>
  <Override PartName="/ppt/charts/chart38.xml" ContentType="application/vnd.openxmlformats-officedocument.drawingml.chart+xml"/>
  <Override PartName="/ppt/charts/style38.xml" ContentType="application/vnd.ms-office.chartstyle+xml"/>
  <Override PartName="/ppt/charts/colors38.xml" ContentType="application/vnd.ms-office.chartcolorstyle+xml"/>
  <Override PartName="/ppt/charts/chart39.xml" ContentType="application/vnd.openxmlformats-officedocument.drawingml.chart+xml"/>
  <Override PartName="/ppt/charts/style39.xml" ContentType="application/vnd.ms-office.chartstyle+xml"/>
  <Override PartName="/ppt/charts/colors39.xml" ContentType="application/vnd.ms-office.chartcolorstyle+xml"/>
  <Override PartName="/ppt/charts/chart40.xml" ContentType="application/vnd.openxmlformats-officedocument.drawingml.chart+xml"/>
  <Override PartName="/ppt/charts/style40.xml" ContentType="application/vnd.ms-office.chartstyle+xml"/>
  <Override PartName="/ppt/charts/colors40.xml" ContentType="application/vnd.ms-office.chartcolorstyle+xml"/>
  <Override PartName="/ppt/charts/chart41.xml" ContentType="application/vnd.openxmlformats-officedocument.drawingml.chart+xml"/>
  <Override PartName="/ppt/charts/style41.xml" ContentType="application/vnd.ms-office.chartstyle+xml"/>
  <Override PartName="/ppt/charts/colors41.xml" ContentType="application/vnd.ms-office.chartcolorstyle+xml"/>
  <Override PartName="/ppt/charts/chart42.xml" ContentType="application/vnd.openxmlformats-officedocument.drawingml.chart+xml"/>
  <Override PartName="/ppt/charts/style42.xml" ContentType="application/vnd.ms-office.chartstyle+xml"/>
  <Override PartName="/ppt/charts/colors42.xml" ContentType="application/vnd.ms-office.chartcolorstyle+xml"/>
  <Override PartName="/ppt/charts/chart43.xml" ContentType="application/vnd.openxmlformats-officedocument.drawingml.chart+xml"/>
  <Override PartName="/ppt/charts/style43.xml" ContentType="application/vnd.ms-office.chartstyle+xml"/>
  <Override PartName="/ppt/charts/colors43.xml" ContentType="application/vnd.ms-office.chartcolorstyle+xml"/>
  <Override PartName="/ppt/charts/chart44.xml" ContentType="application/vnd.openxmlformats-officedocument.drawingml.chart+xml"/>
  <Override PartName="/ppt/charts/style44.xml" ContentType="application/vnd.ms-office.chartstyle+xml"/>
  <Override PartName="/ppt/charts/colors44.xml" ContentType="application/vnd.ms-office.chartcolorstyle+xml"/>
  <Override PartName="/ppt/charts/chart45.xml" ContentType="application/vnd.openxmlformats-officedocument.drawingml.chart+xml"/>
  <Override PartName="/ppt/charts/style45.xml" ContentType="application/vnd.ms-office.chartstyle+xml"/>
  <Override PartName="/ppt/charts/colors45.xml" ContentType="application/vnd.ms-office.chartcolorstyle+xml"/>
  <Override PartName="/ppt/charts/chart46.xml" ContentType="application/vnd.openxmlformats-officedocument.drawingml.chart+xml"/>
  <Override PartName="/ppt/charts/style46.xml" ContentType="application/vnd.ms-office.chartstyle+xml"/>
  <Override PartName="/ppt/charts/colors46.xml" ContentType="application/vnd.ms-office.chartcolorstyle+xml"/>
  <Override PartName="/ppt/charts/chart47.xml" ContentType="application/vnd.openxmlformats-officedocument.drawingml.chart+xml"/>
  <Override PartName="/ppt/charts/style47.xml" ContentType="application/vnd.ms-office.chartstyle+xml"/>
  <Override PartName="/ppt/charts/colors47.xml" ContentType="application/vnd.ms-office.chartcolorstyle+xml"/>
  <Override PartName="/ppt/charts/chart48.xml" ContentType="application/vnd.openxmlformats-officedocument.drawingml.chart+xml"/>
  <Override PartName="/ppt/charts/style48.xml" ContentType="application/vnd.ms-office.chartstyle+xml"/>
  <Override PartName="/ppt/charts/colors48.xml" ContentType="application/vnd.ms-office.chartcolorstyle+xml"/>
  <Override PartName="/ppt/charts/chart49.xml" ContentType="application/vnd.openxmlformats-officedocument.drawingml.chart+xml"/>
  <Override PartName="/ppt/charts/style49.xml" ContentType="application/vnd.ms-office.chartstyle+xml"/>
  <Override PartName="/ppt/charts/colors49.xml" ContentType="application/vnd.ms-office.chartcolorstyle+xml"/>
  <Override PartName="/ppt/charts/chart50.xml" ContentType="application/vnd.openxmlformats-officedocument.drawingml.chart+xml"/>
  <Override PartName="/ppt/charts/style50.xml" ContentType="application/vnd.ms-office.chartstyle+xml"/>
  <Override PartName="/ppt/charts/colors50.xml" ContentType="application/vnd.ms-office.chartcolorstyle+xml"/>
  <Override PartName="/ppt/charts/chart51.xml" ContentType="application/vnd.openxmlformats-officedocument.drawingml.chart+xml"/>
  <Override PartName="/ppt/charts/style51.xml" ContentType="application/vnd.ms-office.chartstyle+xml"/>
  <Override PartName="/ppt/charts/colors51.xml" ContentType="application/vnd.ms-office.chartcolorstyle+xml"/>
  <Override PartName="/ppt/charts/chart52.xml" ContentType="application/vnd.openxmlformats-officedocument.drawingml.chart+xml"/>
  <Override PartName="/ppt/charts/style52.xml" ContentType="application/vnd.ms-office.chartstyle+xml"/>
  <Override PartName="/ppt/charts/colors52.xml" ContentType="application/vnd.ms-office.chartcolorstyle+xml"/>
  <Override PartName="/ppt/charts/chart53.xml" ContentType="application/vnd.openxmlformats-officedocument.drawingml.chart+xml"/>
  <Override PartName="/ppt/charts/style53.xml" ContentType="application/vnd.ms-office.chartstyle+xml"/>
  <Override PartName="/ppt/charts/colors53.xml" ContentType="application/vnd.ms-office.chartcolorstyle+xml"/>
  <Override PartName="/ppt/charts/chart54.xml" ContentType="application/vnd.openxmlformats-officedocument.drawingml.chart+xml"/>
  <Override PartName="/ppt/charts/style54.xml" ContentType="application/vnd.ms-office.chartstyle+xml"/>
  <Override PartName="/ppt/charts/colors54.xml" ContentType="application/vnd.ms-office.chartcolorstyle+xml"/>
  <Override PartName="/ppt/charts/chart55.xml" ContentType="application/vnd.openxmlformats-officedocument.drawingml.chart+xml"/>
  <Override PartName="/ppt/charts/style55.xml" ContentType="application/vnd.ms-office.chartstyle+xml"/>
  <Override PartName="/ppt/charts/colors55.xml" ContentType="application/vnd.ms-office.chartcolorstyle+xml"/>
  <Override PartName="/ppt/charts/chart56.xml" ContentType="application/vnd.openxmlformats-officedocument.drawingml.chart+xml"/>
  <Override PartName="/ppt/charts/style56.xml" ContentType="application/vnd.ms-office.chartstyle+xml"/>
  <Override PartName="/ppt/charts/colors56.xml" ContentType="application/vnd.ms-office.chartcolorstyle+xml"/>
  <Override PartName="/ppt/charts/chart57.xml" ContentType="application/vnd.openxmlformats-officedocument.drawingml.chart+xml"/>
  <Override PartName="/ppt/charts/style57.xml" ContentType="application/vnd.ms-office.chartstyle+xml"/>
  <Override PartName="/ppt/charts/colors57.xml" ContentType="application/vnd.ms-office.chartcolorstyle+xml"/>
  <Override PartName="/ppt/charts/chart58.xml" ContentType="application/vnd.openxmlformats-officedocument.drawingml.chart+xml"/>
  <Override PartName="/ppt/charts/style58.xml" ContentType="application/vnd.ms-office.chartstyle+xml"/>
  <Override PartName="/ppt/charts/colors58.xml" ContentType="application/vnd.ms-office.chartcolorstyle+xml"/>
  <Override PartName="/ppt/charts/chart59.xml" ContentType="application/vnd.openxmlformats-officedocument.drawingml.chart+xml"/>
  <Override PartName="/ppt/charts/style59.xml" ContentType="application/vnd.ms-office.chartstyle+xml"/>
  <Override PartName="/ppt/charts/colors59.xml" ContentType="application/vnd.ms-office.chartcolorstyle+xml"/>
  <Override PartName="/ppt/charts/chart60.xml" ContentType="application/vnd.openxmlformats-officedocument.drawingml.chart+xml"/>
  <Override PartName="/ppt/charts/style60.xml" ContentType="application/vnd.ms-office.chartstyle+xml"/>
  <Override PartName="/ppt/charts/colors60.xml" ContentType="application/vnd.ms-office.chartcolorstyl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tags/tag2.xml" ContentType="application/vnd.openxmlformats-officedocument.presentationml.tags+xml"/>
  <Override PartName="/ppt/notesSlides/notesSlide6.xml" ContentType="application/vnd.openxmlformats-officedocument.presentationml.notesSlide+xml"/>
  <Override PartName="/ppt/tags/tag3.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notesSlides/notesSlide10.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notesSlides/notesSlide11.xml" ContentType="application/vnd.openxmlformats-officedocument.presentationml.notesSlide+xml"/>
  <Override PartName="/ppt/tags/tag8.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753" r:id="rId2"/>
    <p:sldMasterId id="2147483808" r:id="rId3"/>
    <p:sldMasterId id="2147483867" r:id="rId4"/>
  </p:sldMasterIdLst>
  <p:notesMasterIdLst>
    <p:notesMasterId r:id="rId41"/>
  </p:notesMasterIdLst>
  <p:sldIdLst>
    <p:sldId id="2147381399" r:id="rId5"/>
    <p:sldId id="2147381334" r:id="rId6"/>
    <p:sldId id="2147381382" r:id="rId7"/>
    <p:sldId id="2147381383" r:id="rId8"/>
    <p:sldId id="2147381384" r:id="rId9"/>
    <p:sldId id="2147381290" r:id="rId10"/>
    <p:sldId id="2147381347" r:id="rId11"/>
    <p:sldId id="2147381770" r:id="rId12"/>
    <p:sldId id="2147381717" r:id="rId13"/>
    <p:sldId id="2147381400" r:id="rId14"/>
    <p:sldId id="2147381402" r:id="rId15"/>
    <p:sldId id="2147381335" r:id="rId16"/>
    <p:sldId id="2147381324" r:id="rId17"/>
    <p:sldId id="2147381396" r:id="rId18"/>
    <p:sldId id="2147381330" r:id="rId19"/>
    <p:sldId id="2147381331" r:id="rId20"/>
    <p:sldId id="2147381427" r:id="rId21"/>
    <p:sldId id="2147381403" r:id="rId22"/>
    <p:sldId id="2147381404" r:id="rId23"/>
    <p:sldId id="2147381428" r:id="rId24"/>
    <p:sldId id="2147381518" r:id="rId25"/>
    <p:sldId id="2147381519" r:id="rId26"/>
    <p:sldId id="2147381520" r:id="rId27"/>
    <p:sldId id="2147381521" r:id="rId28"/>
    <p:sldId id="2147381522" r:id="rId29"/>
    <p:sldId id="2147381523" r:id="rId30"/>
    <p:sldId id="2147381524" r:id="rId31"/>
    <p:sldId id="2147381525" r:id="rId32"/>
    <p:sldId id="2147381401" r:id="rId33"/>
    <p:sldId id="2147381714" r:id="rId34"/>
    <p:sldId id="2147381391" r:id="rId35"/>
    <p:sldId id="2147381425" r:id="rId36"/>
    <p:sldId id="2147381715" r:id="rId37"/>
    <p:sldId id="2147381716" r:id="rId38"/>
    <p:sldId id="2147381712" r:id="rId39"/>
    <p:sldId id="2147381713"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626AA9F-C52C-4476-A49F-121EDC232F35}">
          <p14:sldIdLst>
            <p14:sldId id="2147381399"/>
            <p14:sldId id="2147381334"/>
          </p14:sldIdLst>
        </p14:section>
        <p14:section name="Welcome &amp; Context Setting" id="{68B2A43B-D2BB-46AC-9320-85EBAE4CFBDF}">
          <p14:sldIdLst>
            <p14:sldId id="2147381382"/>
            <p14:sldId id="2147381383"/>
            <p14:sldId id="2147381384"/>
            <p14:sldId id="2147381290"/>
            <p14:sldId id="2147381347"/>
            <p14:sldId id="2147381770"/>
            <p14:sldId id="2147381717"/>
            <p14:sldId id="2147381400"/>
          </p14:sldIdLst>
        </p14:section>
        <p14:section name="Concept Recap" id="{4146F783-4B3A-4B4C-A43A-1C708AB50914}">
          <p14:sldIdLst>
            <p14:sldId id="2147381402"/>
            <p14:sldId id="2147381335"/>
            <p14:sldId id="2147381324"/>
            <p14:sldId id="2147381396"/>
            <p14:sldId id="2147381330"/>
          </p14:sldIdLst>
        </p14:section>
        <p14:section name="Concept Discovery" id="{D5429F1D-8820-4DE9-A366-F228D53E10F6}">
          <p14:sldIdLst>
            <p14:sldId id="2147381331"/>
            <p14:sldId id="2147381427"/>
            <p14:sldId id="2147381403"/>
            <p14:sldId id="2147381404"/>
            <p14:sldId id="2147381428"/>
            <p14:sldId id="2147381518"/>
            <p14:sldId id="2147381519"/>
            <p14:sldId id="2147381520"/>
            <p14:sldId id="2147381521"/>
            <p14:sldId id="2147381522"/>
            <p14:sldId id="2147381523"/>
            <p14:sldId id="2147381524"/>
            <p14:sldId id="2147381525"/>
          </p14:sldIdLst>
        </p14:section>
        <p14:section name="Concept Application" id="{EFD1BC52-A3F6-2A4B-93E6-9521999787EF}">
          <p14:sldIdLst/>
        </p14:section>
        <p14:section name="Q&amp;A" id="{37659ABF-3C26-410E-A5A9-7C5E54C4C18C}">
          <p14:sldIdLst>
            <p14:sldId id="2147381401"/>
            <p14:sldId id="2147381714"/>
          </p14:sldIdLst>
        </p14:section>
        <p14:section name="Debrief &amp; Next Steps" id="{F37E49DB-EE97-4284-8F4C-2CCCDFD6D9A0}">
          <p14:sldIdLst>
            <p14:sldId id="2147381391"/>
            <p14:sldId id="2147381425"/>
            <p14:sldId id="2147381715"/>
            <p14:sldId id="2147381716"/>
            <p14:sldId id="2147381712"/>
            <p14:sldId id="214738171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672A"/>
    <a:srgbClr val="202021"/>
    <a:srgbClr val="BFBFBF"/>
    <a:srgbClr val="BF2026"/>
    <a:srgbClr val="FFFFFF"/>
    <a:srgbClr val="313031"/>
    <a:srgbClr val="FF878F"/>
    <a:srgbClr val="FCE1D4"/>
    <a:srgbClr val="000000"/>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0A1EE9-20E5-5F83-43A0-C49D382387B7}" v="1" dt="2024-09-19T17:01:31.4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1"/>
    <p:restoredTop sz="94651"/>
  </p:normalViewPr>
  <p:slideViewPr>
    <p:cSldViewPr snapToGrid="0">
      <p:cViewPr varScale="1">
        <p:scale>
          <a:sx n="97" d="100"/>
          <a:sy n="97" d="100"/>
        </p:scale>
        <p:origin x="108" y="174"/>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eenu Jain - Consultant" userId="327f6770-3028-4ebc-a323-7bd6e6757946" providerId="ADAL" clId="{5B017EE4-C0DF-1A48-ACBB-E38A5A8554E8}"/>
    <pc:docChg chg="undo custSel addSld modSld modMainMaster">
      <pc:chgData name="Sheenu Jain - Consultant" userId="327f6770-3028-4ebc-a323-7bd6e6757946" providerId="ADAL" clId="{5B017EE4-C0DF-1A48-ACBB-E38A5A8554E8}" dt="2024-09-14T23:05:23.335" v="107" actId="20577"/>
      <pc:docMkLst>
        <pc:docMk/>
      </pc:docMkLst>
      <pc:sldChg chg="modSp mod">
        <pc:chgData name="Sheenu Jain - Consultant" userId="327f6770-3028-4ebc-a323-7bd6e6757946" providerId="ADAL" clId="{5B017EE4-C0DF-1A48-ACBB-E38A5A8554E8}" dt="2024-09-08T14:24:29.136" v="16" actId="1076"/>
        <pc:sldMkLst>
          <pc:docMk/>
          <pc:sldMk cId="4253489385" sldId="2147381330"/>
        </pc:sldMkLst>
        <pc:picChg chg="mod">
          <ac:chgData name="Sheenu Jain - Consultant" userId="327f6770-3028-4ebc-a323-7bd6e6757946" providerId="ADAL" clId="{5B017EE4-C0DF-1A48-ACBB-E38A5A8554E8}" dt="2024-09-08T14:24:29.136" v="16" actId="1076"/>
          <ac:picMkLst>
            <pc:docMk/>
            <pc:sldMk cId="4253489385" sldId="2147381330"/>
            <ac:picMk id="22" creationId="{DB5D5CF4-DFC9-9872-1D11-532D111B1F70}"/>
          </ac:picMkLst>
        </pc:picChg>
      </pc:sldChg>
      <pc:sldChg chg="modSp mod">
        <pc:chgData name="Sheenu Jain - Consultant" userId="327f6770-3028-4ebc-a323-7bd6e6757946" providerId="ADAL" clId="{5B017EE4-C0DF-1A48-ACBB-E38A5A8554E8}" dt="2024-09-14T22:59:45.830" v="39" actId="1076"/>
        <pc:sldMkLst>
          <pc:docMk/>
          <pc:sldMk cId="3242214518" sldId="2147381343"/>
        </pc:sldMkLst>
        <pc:spChg chg="mod">
          <ac:chgData name="Sheenu Jain - Consultant" userId="327f6770-3028-4ebc-a323-7bd6e6757946" providerId="ADAL" clId="{5B017EE4-C0DF-1A48-ACBB-E38A5A8554E8}" dt="2024-09-08T14:24:48.430" v="17" actId="14100"/>
          <ac:spMkLst>
            <pc:docMk/>
            <pc:sldMk cId="3242214518" sldId="2147381343"/>
            <ac:spMk id="3" creationId="{9265887A-624A-7CA9-E0B9-A107F5F3F01E}"/>
          </ac:spMkLst>
        </pc:spChg>
        <pc:spChg chg="mod">
          <ac:chgData name="Sheenu Jain - Consultant" userId="327f6770-3028-4ebc-a323-7bd6e6757946" providerId="ADAL" clId="{5B017EE4-C0DF-1A48-ACBB-E38A5A8554E8}" dt="2024-09-14T22:59:45.830" v="39" actId="1076"/>
          <ac:spMkLst>
            <pc:docMk/>
            <pc:sldMk cId="3242214518" sldId="2147381343"/>
            <ac:spMk id="15" creationId="{3AF6A3A9-FC5B-C500-A80D-68DC917EAEF5}"/>
          </ac:spMkLst>
        </pc:spChg>
        <pc:spChg chg="mod">
          <ac:chgData name="Sheenu Jain - Consultant" userId="327f6770-3028-4ebc-a323-7bd6e6757946" providerId="ADAL" clId="{5B017EE4-C0DF-1A48-ACBB-E38A5A8554E8}" dt="2024-09-14T22:59:42.503" v="38" actId="1076"/>
          <ac:spMkLst>
            <pc:docMk/>
            <pc:sldMk cId="3242214518" sldId="2147381343"/>
            <ac:spMk id="23" creationId="{C6F1B38F-F37D-D1CA-1870-45B2C1DA2C34}"/>
          </ac:spMkLst>
        </pc:spChg>
        <pc:spChg chg="mod">
          <ac:chgData name="Sheenu Jain - Consultant" userId="327f6770-3028-4ebc-a323-7bd6e6757946" providerId="ADAL" clId="{5B017EE4-C0DF-1A48-ACBB-E38A5A8554E8}" dt="2024-09-14T22:59:27.719" v="35" actId="1076"/>
          <ac:spMkLst>
            <pc:docMk/>
            <pc:sldMk cId="3242214518" sldId="2147381343"/>
            <ac:spMk id="24" creationId="{578E9B27-EC36-2018-5E22-DF9210B1B166}"/>
          </ac:spMkLst>
        </pc:spChg>
        <pc:spChg chg="mod">
          <ac:chgData name="Sheenu Jain - Consultant" userId="327f6770-3028-4ebc-a323-7bd6e6757946" providerId="ADAL" clId="{5B017EE4-C0DF-1A48-ACBB-E38A5A8554E8}" dt="2024-09-14T22:59:21.681" v="34" actId="1076"/>
          <ac:spMkLst>
            <pc:docMk/>
            <pc:sldMk cId="3242214518" sldId="2147381343"/>
            <ac:spMk id="28" creationId="{6D031478-B8D1-98A8-2DFB-987B0F02735C}"/>
          </ac:spMkLst>
        </pc:spChg>
        <pc:cxnChg chg="mod">
          <ac:chgData name="Sheenu Jain - Consultant" userId="327f6770-3028-4ebc-a323-7bd6e6757946" providerId="ADAL" clId="{5B017EE4-C0DF-1A48-ACBB-E38A5A8554E8}" dt="2024-09-14T22:59:37.082" v="37" actId="1076"/>
          <ac:cxnSpMkLst>
            <pc:docMk/>
            <pc:sldMk cId="3242214518" sldId="2147381343"/>
            <ac:cxnSpMk id="21" creationId="{3D2D36E8-6318-74F0-5166-204006076951}"/>
          </ac:cxnSpMkLst>
        </pc:cxnChg>
        <pc:cxnChg chg="mod">
          <ac:chgData name="Sheenu Jain - Consultant" userId="327f6770-3028-4ebc-a323-7bd6e6757946" providerId="ADAL" clId="{5B017EE4-C0DF-1A48-ACBB-E38A5A8554E8}" dt="2024-09-14T22:59:31.820" v="36" actId="1076"/>
          <ac:cxnSpMkLst>
            <pc:docMk/>
            <pc:sldMk cId="3242214518" sldId="2147381343"/>
            <ac:cxnSpMk id="22" creationId="{247C21F5-7BC8-4404-2602-93D60F5D1AAB}"/>
          </ac:cxnSpMkLst>
        </pc:cxnChg>
      </pc:sldChg>
      <pc:sldChg chg="addSp delSp modSp mod">
        <pc:chgData name="Sheenu Jain - Consultant" userId="327f6770-3028-4ebc-a323-7bd6e6757946" providerId="ADAL" clId="{5B017EE4-C0DF-1A48-ACBB-E38A5A8554E8}" dt="2024-09-14T22:56:43.060" v="27" actId="20577"/>
        <pc:sldMkLst>
          <pc:docMk/>
          <pc:sldMk cId="3292188813" sldId="2147381347"/>
        </pc:sldMkLst>
        <pc:spChg chg="del">
          <ac:chgData name="Sheenu Jain - Consultant" userId="327f6770-3028-4ebc-a323-7bd6e6757946" providerId="ADAL" clId="{5B017EE4-C0DF-1A48-ACBB-E38A5A8554E8}" dt="2024-09-08T14:23:29.228" v="10" actId="478"/>
          <ac:spMkLst>
            <pc:docMk/>
            <pc:sldMk cId="3292188813" sldId="2147381347"/>
            <ac:spMk id="4" creationId="{6D7D09B0-3383-BB41-E4F8-37FD6616071B}"/>
          </ac:spMkLst>
        </pc:spChg>
        <pc:spChg chg="add mod">
          <ac:chgData name="Sheenu Jain - Consultant" userId="327f6770-3028-4ebc-a323-7bd6e6757946" providerId="ADAL" clId="{5B017EE4-C0DF-1A48-ACBB-E38A5A8554E8}" dt="2024-09-08T14:23:37.655" v="11"/>
          <ac:spMkLst>
            <pc:docMk/>
            <pc:sldMk cId="3292188813" sldId="2147381347"/>
            <ac:spMk id="6" creationId="{80BACA03-0D1E-6A3E-0905-A3BB41B0BA2E}"/>
          </ac:spMkLst>
        </pc:spChg>
        <pc:spChg chg="add mod">
          <ac:chgData name="Sheenu Jain - Consultant" userId="327f6770-3028-4ebc-a323-7bd6e6757946" providerId="ADAL" clId="{5B017EE4-C0DF-1A48-ACBB-E38A5A8554E8}" dt="2024-09-08T14:23:54.242" v="14"/>
          <ac:spMkLst>
            <pc:docMk/>
            <pc:sldMk cId="3292188813" sldId="2147381347"/>
            <ac:spMk id="8" creationId="{4365E6FF-260B-DF00-D268-A1962768A6B2}"/>
          </ac:spMkLst>
        </pc:spChg>
        <pc:spChg chg="add mod">
          <ac:chgData name="Sheenu Jain - Consultant" userId="327f6770-3028-4ebc-a323-7bd6e6757946" providerId="ADAL" clId="{5B017EE4-C0DF-1A48-ACBB-E38A5A8554E8}" dt="2024-09-14T22:56:43.060" v="27" actId="20577"/>
          <ac:spMkLst>
            <pc:docMk/>
            <pc:sldMk cId="3292188813" sldId="2147381347"/>
            <ac:spMk id="10" creationId="{BE3E08F7-D334-EB1C-442E-91FE7105B1FE}"/>
          </ac:spMkLst>
        </pc:spChg>
        <pc:spChg chg="del">
          <ac:chgData name="Sheenu Jain - Consultant" userId="327f6770-3028-4ebc-a323-7bd6e6757946" providerId="ADAL" clId="{5B017EE4-C0DF-1A48-ACBB-E38A5A8554E8}" dt="2024-09-08T14:23:40.592" v="12" actId="478"/>
          <ac:spMkLst>
            <pc:docMk/>
            <pc:sldMk cId="3292188813" sldId="2147381347"/>
            <ac:spMk id="103" creationId="{CF02AF1A-5894-4AA9-94B2-9663E70376E9}"/>
          </ac:spMkLst>
        </pc:spChg>
        <pc:spChg chg="del">
          <ac:chgData name="Sheenu Jain - Consultant" userId="327f6770-3028-4ebc-a323-7bd6e6757946" providerId="ADAL" clId="{5B017EE4-C0DF-1A48-ACBB-E38A5A8554E8}" dt="2024-09-08T14:23:42.328" v="13" actId="478"/>
          <ac:spMkLst>
            <pc:docMk/>
            <pc:sldMk cId="3292188813" sldId="2147381347"/>
            <ac:spMk id="104" creationId="{45BDC59A-42C9-429B-9A5A-AFBFACCBFFB4}"/>
          </ac:spMkLst>
        </pc:spChg>
      </pc:sldChg>
      <pc:sldChg chg="modSp mod">
        <pc:chgData name="Sheenu Jain - Consultant" userId="327f6770-3028-4ebc-a323-7bd6e6757946" providerId="ADAL" clId="{5B017EE4-C0DF-1A48-ACBB-E38A5A8554E8}" dt="2024-09-14T22:58:17.879" v="31" actId="1076"/>
        <pc:sldMkLst>
          <pc:docMk/>
          <pc:sldMk cId="2782849434" sldId="2147381382"/>
        </pc:sldMkLst>
        <pc:spChg chg="mod">
          <ac:chgData name="Sheenu Jain - Consultant" userId="327f6770-3028-4ebc-a323-7bd6e6757946" providerId="ADAL" clId="{5B017EE4-C0DF-1A48-ACBB-E38A5A8554E8}" dt="2024-09-14T22:58:12.474" v="30" actId="1076"/>
          <ac:spMkLst>
            <pc:docMk/>
            <pc:sldMk cId="2782849434" sldId="2147381382"/>
            <ac:spMk id="8" creationId="{24E78D6E-A907-959E-DF70-A6CEBAF68B35}"/>
          </ac:spMkLst>
        </pc:spChg>
        <pc:graphicFrameChg chg="mod">
          <ac:chgData name="Sheenu Jain - Consultant" userId="327f6770-3028-4ebc-a323-7bd6e6757946" providerId="ADAL" clId="{5B017EE4-C0DF-1A48-ACBB-E38A5A8554E8}" dt="2024-09-14T22:58:17.879" v="31" actId="1076"/>
          <ac:graphicFrameMkLst>
            <pc:docMk/>
            <pc:sldMk cId="2782849434" sldId="2147381382"/>
            <ac:graphicFrameMk id="10" creationId="{39D02F67-96F9-44DE-B1CD-E8F5A6CCE5B7}"/>
          </ac:graphicFrameMkLst>
        </pc:graphicFrameChg>
      </pc:sldChg>
      <pc:sldChg chg="modSp mod">
        <pc:chgData name="Sheenu Jain - Consultant" userId="327f6770-3028-4ebc-a323-7bd6e6757946" providerId="ADAL" clId="{5B017EE4-C0DF-1A48-ACBB-E38A5A8554E8}" dt="2024-09-14T22:58:34.291" v="32" actId="14100"/>
        <pc:sldMkLst>
          <pc:docMk/>
          <pc:sldMk cId="792930910" sldId="2147381383"/>
        </pc:sldMkLst>
        <pc:graphicFrameChg chg="modGraphic">
          <ac:chgData name="Sheenu Jain - Consultant" userId="327f6770-3028-4ebc-a323-7bd6e6757946" providerId="ADAL" clId="{5B017EE4-C0DF-1A48-ACBB-E38A5A8554E8}" dt="2024-09-14T22:58:34.291" v="32" actId="14100"/>
          <ac:graphicFrameMkLst>
            <pc:docMk/>
            <pc:sldMk cId="792930910" sldId="2147381383"/>
            <ac:graphicFrameMk id="4" creationId="{B25CF13A-8161-DA24-2447-E8F4B1346998}"/>
          </ac:graphicFrameMkLst>
        </pc:graphicFrameChg>
      </pc:sldChg>
      <pc:sldChg chg="modSp">
        <pc:chgData name="Sheenu Jain - Consultant" userId="327f6770-3028-4ebc-a323-7bd6e6757946" providerId="ADAL" clId="{5B017EE4-C0DF-1A48-ACBB-E38A5A8554E8}" dt="2024-09-14T23:00:26.014" v="52" actId="20577"/>
        <pc:sldMkLst>
          <pc:docMk/>
          <pc:sldMk cId="2433853930" sldId="2147381391"/>
        </pc:sldMkLst>
        <pc:spChg chg="mod">
          <ac:chgData name="Sheenu Jain - Consultant" userId="327f6770-3028-4ebc-a323-7bd6e6757946" providerId="ADAL" clId="{5B017EE4-C0DF-1A48-ACBB-E38A5A8554E8}" dt="2024-09-14T23:00:26.014" v="52" actId="20577"/>
          <ac:spMkLst>
            <pc:docMk/>
            <pc:sldMk cId="2433853930" sldId="2147381391"/>
            <ac:spMk id="8" creationId="{3A8789C8-8C73-F6B3-E29E-8A4C6852E25D}"/>
          </ac:spMkLst>
        </pc:spChg>
      </pc:sldChg>
      <pc:sldChg chg="modSp mod">
        <pc:chgData name="Sheenu Jain - Consultant" userId="327f6770-3028-4ebc-a323-7bd6e6757946" providerId="ADAL" clId="{5B017EE4-C0DF-1A48-ACBB-E38A5A8554E8}" dt="2024-09-14T22:56:57.994" v="29" actId="27636"/>
        <pc:sldMkLst>
          <pc:docMk/>
          <pc:sldMk cId="2557910124" sldId="2147381400"/>
        </pc:sldMkLst>
        <pc:spChg chg="mod">
          <ac:chgData name="Sheenu Jain - Consultant" userId="327f6770-3028-4ebc-a323-7bd6e6757946" providerId="ADAL" clId="{5B017EE4-C0DF-1A48-ACBB-E38A5A8554E8}" dt="2024-09-14T22:56:57.994" v="29" actId="27636"/>
          <ac:spMkLst>
            <pc:docMk/>
            <pc:sldMk cId="2557910124" sldId="2147381400"/>
            <ac:spMk id="16" creationId="{0DFB8DC6-12E2-DF2A-8718-4DD3EDAAB077}"/>
          </ac:spMkLst>
        </pc:spChg>
      </pc:sldChg>
      <pc:sldChg chg="addSp delSp modSp add mod">
        <pc:chgData name="Sheenu Jain - Consultant" userId="327f6770-3028-4ebc-a323-7bd6e6757946" providerId="ADAL" clId="{5B017EE4-C0DF-1A48-ACBB-E38A5A8554E8}" dt="2024-09-14T23:05:23.335" v="107" actId="20577"/>
        <pc:sldMkLst>
          <pc:docMk/>
          <pc:sldMk cId="515196434" sldId="2147381425"/>
        </pc:sldMkLst>
        <pc:spChg chg="mod">
          <ac:chgData name="Sheenu Jain - Consultant" userId="327f6770-3028-4ebc-a323-7bd6e6757946" providerId="ADAL" clId="{5B017EE4-C0DF-1A48-ACBB-E38A5A8554E8}" dt="2024-09-14T23:05:05.966" v="103" actId="12"/>
          <ac:spMkLst>
            <pc:docMk/>
            <pc:sldMk cId="515196434" sldId="2147381425"/>
            <ac:spMk id="2" creationId="{8364EA7C-54F9-D108-9AD9-A0C5C64B34EC}"/>
          </ac:spMkLst>
        </pc:spChg>
        <pc:spChg chg="mod">
          <ac:chgData name="Sheenu Jain - Consultant" userId="327f6770-3028-4ebc-a323-7bd6e6757946" providerId="ADAL" clId="{5B017EE4-C0DF-1A48-ACBB-E38A5A8554E8}" dt="2024-09-14T23:05:23.335" v="107" actId="20577"/>
          <ac:spMkLst>
            <pc:docMk/>
            <pc:sldMk cId="515196434" sldId="2147381425"/>
            <ac:spMk id="3" creationId="{8F4599F7-2D6D-D0BA-AD59-B7353FE28719}"/>
          </ac:spMkLst>
        </pc:spChg>
        <pc:spChg chg="mod">
          <ac:chgData name="Sheenu Jain - Consultant" userId="327f6770-3028-4ebc-a323-7bd6e6757946" providerId="ADAL" clId="{5B017EE4-C0DF-1A48-ACBB-E38A5A8554E8}" dt="2024-09-14T23:03:57.182" v="75" actId="1076"/>
          <ac:spMkLst>
            <pc:docMk/>
            <pc:sldMk cId="515196434" sldId="2147381425"/>
            <ac:spMk id="10" creationId="{67650E3E-D7FC-EF7F-6B75-14B3E3231BEF}"/>
          </ac:spMkLst>
        </pc:spChg>
        <pc:spChg chg="add del mod">
          <ac:chgData name="Sheenu Jain - Consultant" userId="327f6770-3028-4ebc-a323-7bd6e6757946" providerId="ADAL" clId="{5B017EE4-C0DF-1A48-ACBB-E38A5A8554E8}" dt="2024-09-14T23:02:12.306" v="59" actId="478"/>
          <ac:spMkLst>
            <pc:docMk/>
            <pc:sldMk cId="515196434" sldId="2147381425"/>
            <ac:spMk id="13" creationId="{EE9EAE12-3CB7-A932-114F-2BFAB692CD17}"/>
          </ac:spMkLst>
        </pc:spChg>
        <pc:spChg chg="add mod">
          <ac:chgData name="Sheenu Jain - Consultant" userId="327f6770-3028-4ebc-a323-7bd6e6757946" providerId="ADAL" clId="{5B017EE4-C0DF-1A48-ACBB-E38A5A8554E8}" dt="2024-09-14T23:03:01.917" v="64" actId="20577"/>
          <ac:spMkLst>
            <pc:docMk/>
            <pc:sldMk cId="515196434" sldId="2147381425"/>
            <ac:spMk id="16" creationId="{49B2A6FB-45FD-54F4-136A-A32B50F6D96C}"/>
          </ac:spMkLst>
        </pc:spChg>
      </pc:sldChg>
      <pc:sldMasterChg chg="modSldLayout">
        <pc:chgData name="Sheenu Jain - Consultant" userId="327f6770-3028-4ebc-a323-7bd6e6757946" providerId="ADAL" clId="{5B017EE4-C0DF-1A48-ACBB-E38A5A8554E8}" dt="2024-09-08T14:23:16.175" v="9" actId="20577"/>
        <pc:sldMasterMkLst>
          <pc:docMk/>
          <pc:sldMasterMk cId="3557550030" sldId="2147483648"/>
        </pc:sldMasterMkLst>
        <pc:sldLayoutChg chg="modSp mod">
          <pc:chgData name="Sheenu Jain - Consultant" userId="327f6770-3028-4ebc-a323-7bd6e6757946" providerId="ADAL" clId="{5B017EE4-C0DF-1A48-ACBB-E38A5A8554E8}" dt="2024-09-08T14:23:16.175" v="9" actId="20577"/>
          <pc:sldLayoutMkLst>
            <pc:docMk/>
            <pc:sldMasterMk cId="3557550030" sldId="2147483648"/>
            <pc:sldLayoutMk cId="798979825" sldId="2147483676"/>
          </pc:sldLayoutMkLst>
          <pc:spChg chg="mod">
            <ac:chgData name="Sheenu Jain - Consultant" userId="327f6770-3028-4ebc-a323-7bd6e6757946" providerId="ADAL" clId="{5B017EE4-C0DF-1A48-ACBB-E38A5A8554E8}" dt="2024-09-08T14:23:16.175" v="9" actId="20577"/>
            <ac:spMkLst>
              <pc:docMk/>
              <pc:sldMasterMk cId="3557550030" sldId="2147483648"/>
              <pc:sldLayoutMk cId="798979825" sldId="2147483676"/>
              <ac:spMk id="16" creationId="{EB088E22-445A-E5CA-D7F2-A7EE458F11EE}"/>
            </ac:spMkLst>
          </pc:spChg>
        </pc:sldLayoutChg>
      </pc:sldMasterChg>
    </pc:docChg>
  </pc:docChgLst>
  <pc:docChgLst>
    <pc:chgData name="Sheenu Jain - Consultant" userId="S::sheenu.jain@wadhwanifoundation.org::327f6770-3028-4ebc-a323-7bd6e6757946" providerId="AD" clId="Web-{4A7E913D-FE29-1C81-C776-287C586466F7}"/>
    <pc:docChg chg="addSld delSld modSld addSection delSection modSection">
      <pc:chgData name="Sheenu Jain - Consultant" userId="S::sheenu.jain@wadhwanifoundation.org::327f6770-3028-4ebc-a323-7bd6e6757946" providerId="AD" clId="Web-{4A7E913D-FE29-1C81-C776-287C586466F7}" dt="2024-06-20T22:35:05.718" v="111" actId="1076"/>
      <pc:docMkLst>
        <pc:docMk/>
      </pc:docMkLst>
      <pc:sldChg chg="modSp add">
        <pc:chgData name="Sheenu Jain - Consultant" userId="S::sheenu.jain@wadhwanifoundation.org::327f6770-3028-4ebc-a323-7bd6e6757946" providerId="AD" clId="Web-{4A7E913D-FE29-1C81-C776-287C586466F7}" dt="2024-06-20T22:28:22.474" v="60" actId="20577"/>
        <pc:sldMkLst>
          <pc:docMk/>
          <pc:sldMk cId="636361748" sldId="2147381290"/>
        </pc:sldMkLst>
        <pc:spChg chg="mod">
          <ac:chgData name="Sheenu Jain - Consultant" userId="S::sheenu.jain@wadhwanifoundation.org::327f6770-3028-4ebc-a323-7bd6e6757946" providerId="AD" clId="Web-{4A7E913D-FE29-1C81-C776-287C586466F7}" dt="2024-06-20T22:25:27.844" v="29" actId="20577"/>
          <ac:spMkLst>
            <pc:docMk/>
            <pc:sldMk cId="636361748" sldId="2147381290"/>
            <ac:spMk id="4" creationId="{53621021-EF30-347E-8602-6D9B2B20FD0E}"/>
          </ac:spMkLst>
        </pc:spChg>
        <pc:spChg chg="mod">
          <ac:chgData name="Sheenu Jain - Consultant" userId="S::sheenu.jain@wadhwanifoundation.org::327f6770-3028-4ebc-a323-7bd6e6757946" providerId="AD" clId="Web-{4A7E913D-FE29-1C81-C776-287C586466F7}" dt="2024-06-20T22:28:22.474" v="60" actId="20577"/>
          <ac:spMkLst>
            <pc:docMk/>
            <pc:sldMk cId="636361748" sldId="2147381290"/>
            <ac:spMk id="47" creationId="{BDC066D1-1808-64DD-3490-FF0C49DFEA8C}"/>
          </ac:spMkLst>
        </pc:spChg>
        <pc:grpChg chg="mod">
          <ac:chgData name="Sheenu Jain - Consultant" userId="S::sheenu.jain@wadhwanifoundation.org::327f6770-3028-4ebc-a323-7bd6e6757946" providerId="AD" clId="Web-{4A7E913D-FE29-1C81-C776-287C586466F7}" dt="2024-06-20T22:25:32.906" v="30" actId="1076"/>
          <ac:grpSpMkLst>
            <pc:docMk/>
            <pc:sldMk cId="636361748" sldId="2147381290"/>
            <ac:grpSpMk id="14" creationId="{1BE341A2-5255-696C-40DA-FDC4B3983308}"/>
          </ac:grpSpMkLst>
        </pc:grpChg>
        <pc:grpChg chg="mod">
          <ac:chgData name="Sheenu Jain - Consultant" userId="S::sheenu.jain@wadhwanifoundation.org::327f6770-3028-4ebc-a323-7bd6e6757946" providerId="AD" clId="Web-{4A7E913D-FE29-1C81-C776-287C586466F7}" dt="2024-06-20T22:25:10.687" v="27" actId="1076"/>
          <ac:grpSpMkLst>
            <pc:docMk/>
            <pc:sldMk cId="636361748" sldId="2147381290"/>
            <ac:grpSpMk id="15" creationId="{91FD0CE3-2F6B-DA44-E7E4-797B11535569}"/>
          </ac:grpSpMkLst>
        </pc:grpChg>
      </pc:sldChg>
      <pc:sldChg chg="modSp">
        <pc:chgData name="Sheenu Jain - Consultant" userId="S::sheenu.jain@wadhwanifoundation.org::327f6770-3028-4ebc-a323-7bd6e6757946" providerId="AD" clId="Web-{4A7E913D-FE29-1C81-C776-287C586466F7}" dt="2024-06-20T22:33:21.007" v="79" actId="20577"/>
        <pc:sldMkLst>
          <pc:docMk/>
          <pc:sldMk cId="2282841659" sldId="2147381325"/>
        </pc:sldMkLst>
        <pc:spChg chg="mod">
          <ac:chgData name="Sheenu Jain - Consultant" userId="S::sheenu.jain@wadhwanifoundation.org::327f6770-3028-4ebc-a323-7bd6e6757946" providerId="AD" clId="Web-{4A7E913D-FE29-1C81-C776-287C586466F7}" dt="2024-06-20T22:33:21.007" v="79" actId="20577"/>
          <ac:spMkLst>
            <pc:docMk/>
            <pc:sldMk cId="2282841659" sldId="2147381325"/>
            <ac:spMk id="4" creationId="{4885A744-426D-6807-936E-E6670D02240D}"/>
          </ac:spMkLst>
        </pc:spChg>
      </pc:sldChg>
      <pc:sldChg chg="delSp modSp">
        <pc:chgData name="Sheenu Jain - Consultant" userId="S::sheenu.jain@wadhwanifoundation.org::327f6770-3028-4ebc-a323-7bd6e6757946" providerId="AD" clId="Web-{4A7E913D-FE29-1C81-C776-287C586466F7}" dt="2024-06-20T22:32:36.132" v="76" actId="1076"/>
        <pc:sldMkLst>
          <pc:docMk/>
          <pc:sldMk cId="3242214518" sldId="2147381343"/>
        </pc:sldMkLst>
        <pc:spChg chg="mod">
          <ac:chgData name="Sheenu Jain - Consultant" userId="S::sheenu.jain@wadhwanifoundation.org::327f6770-3028-4ebc-a323-7bd6e6757946" providerId="AD" clId="Web-{4A7E913D-FE29-1C81-C776-287C586466F7}" dt="2024-06-20T22:32:36.132" v="76" actId="1076"/>
          <ac:spMkLst>
            <pc:docMk/>
            <pc:sldMk cId="3242214518" sldId="2147381343"/>
            <ac:spMk id="7" creationId="{5FECF382-489E-4188-647D-9D462D4ED520}"/>
          </ac:spMkLst>
        </pc:spChg>
        <pc:picChg chg="del">
          <ac:chgData name="Sheenu Jain - Consultant" userId="S::sheenu.jain@wadhwanifoundation.org::327f6770-3028-4ebc-a323-7bd6e6757946" providerId="AD" clId="Web-{4A7E913D-FE29-1C81-C776-287C586466F7}" dt="2024-06-20T22:32:24.975" v="75"/>
          <ac:picMkLst>
            <pc:docMk/>
            <pc:sldMk cId="3242214518" sldId="2147381343"/>
            <ac:picMk id="8" creationId="{4D2162B5-7D8D-EE21-043D-3F8FA87FD63A}"/>
          </ac:picMkLst>
        </pc:picChg>
      </pc:sldChg>
      <pc:sldChg chg="del">
        <pc:chgData name="Sheenu Jain - Consultant" userId="S::sheenu.jain@wadhwanifoundation.org::327f6770-3028-4ebc-a323-7bd6e6757946" providerId="AD" clId="Web-{4A7E913D-FE29-1C81-C776-287C586466F7}" dt="2024-06-20T22:22:46.812" v="11"/>
        <pc:sldMkLst>
          <pc:docMk/>
          <pc:sldMk cId="973197397" sldId="2147381346"/>
        </pc:sldMkLst>
      </pc:sldChg>
      <pc:sldChg chg="modSp add del">
        <pc:chgData name="Sheenu Jain - Consultant" userId="S::sheenu.jain@wadhwanifoundation.org::327f6770-3028-4ebc-a323-7bd6e6757946" providerId="AD" clId="Web-{4A7E913D-FE29-1C81-C776-287C586466F7}" dt="2024-06-20T22:28:44.021" v="63" actId="20577"/>
        <pc:sldMkLst>
          <pc:docMk/>
          <pc:sldMk cId="3292188813" sldId="2147381347"/>
        </pc:sldMkLst>
        <pc:spChg chg="mod">
          <ac:chgData name="Sheenu Jain - Consultant" userId="S::sheenu.jain@wadhwanifoundation.org::327f6770-3028-4ebc-a323-7bd6e6757946" providerId="AD" clId="Web-{4A7E913D-FE29-1C81-C776-287C586466F7}" dt="2024-06-20T22:23:34.781" v="18"/>
          <ac:spMkLst>
            <pc:docMk/>
            <pc:sldMk cId="3292188813" sldId="2147381347"/>
            <ac:spMk id="5" creationId="{28965963-18F4-074D-8C9D-B547D31243FB}"/>
          </ac:spMkLst>
        </pc:spChg>
        <pc:spChg chg="mod">
          <ac:chgData name="Sheenu Jain - Consultant" userId="S::sheenu.jain@wadhwanifoundation.org::327f6770-3028-4ebc-a323-7bd6e6757946" providerId="AD" clId="Web-{4A7E913D-FE29-1C81-C776-287C586466F7}" dt="2024-06-20T22:24:14.125" v="25" actId="20577"/>
          <ac:spMkLst>
            <pc:docMk/>
            <pc:sldMk cId="3292188813" sldId="2147381347"/>
            <ac:spMk id="9" creationId="{CF60D15E-A716-A43E-90FB-EFF84BA5EEC6}"/>
          </ac:spMkLst>
        </pc:spChg>
        <pc:spChg chg="mod">
          <ac:chgData name="Sheenu Jain - Consultant" userId="S::sheenu.jain@wadhwanifoundation.org::327f6770-3028-4ebc-a323-7bd6e6757946" providerId="AD" clId="Web-{4A7E913D-FE29-1C81-C776-287C586466F7}" dt="2024-06-20T22:23:24.140" v="17" actId="1076"/>
          <ac:spMkLst>
            <pc:docMk/>
            <pc:sldMk cId="3292188813" sldId="2147381347"/>
            <ac:spMk id="93" creationId="{CE710ED1-369B-4A5E-8FF0-29009F3BC234}"/>
          </ac:spMkLst>
        </pc:spChg>
        <pc:spChg chg="mod">
          <ac:chgData name="Sheenu Jain - Consultant" userId="S::sheenu.jain@wadhwanifoundation.org::327f6770-3028-4ebc-a323-7bd6e6757946" providerId="AD" clId="Web-{4A7E913D-FE29-1C81-C776-287C586466F7}" dt="2024-06-20T22:28:44.021" v="63" actId="20577"/>
          <ac:spMkLst>
            <pc:docMk/>
            <pc:sldMk cId="3292188813" sldId="2147381347"/>
            <ac:spMk id="95" creationId="{533CD734-AB6F-4001-9C2F-7C768FEA46B0}"/>
          </ac:spMkLst>
        </pc:spChg>
        <pc:cxnChg chg="mod">
          <ac:chgData name="Sheenu Jain - Consultant" userId="S::sheenu.jain@wadhwanifoundation.org::327f6770-3028-4ebc-a323-7bd6e6757946" providerId="AD" clId="Web-{4A7E913D-FE29-1C81-C776-287C586466F7}" dt="2024-06-20T22:24:04.531" v="23" actId="14100"/>
          <ac:cxnSpMkLst>
            <pc:docMk/>
            <pc:sldMk cId="3292188813" sldId="2147381347"/>
            <ac:cxnSpMk id="7" creationId="{E0D7A839-CAC0-A2DB-E546-423D55224B67}"/>
          </ac:cxnSpMkLst>
        </pc:cxnChg>
      </pc:sldChg>
      <pc:sldChg chg="modSp add del">
        <pc:chgData name="Sheenu Jain - Consultant" userId="S::sheenu.jain@wadhwanifoundation.org::327f6770-3028-4ebc-a323-7bd6e6757946" providerId="AD" clId="Web-{4A7E913D-FE29-1C81-C776-287C586466F7}" dt="2024-06-20T22:28:31.880" v="61"/>
        <pc:sldMkLst>
          <pc:docMk/>
          <pc:sldMk cId="725974316" sldId="2147381348"/>
        </pc:sldMkLst>
        <pc:spChg chg="mod">
          <ac:chgData name="Sheenu Jain - Consultant" userId="S::sheenu.jain@wadhwanifoundation.org::327f6770-3028-4ebc-a323-7bd6e6757946" providerId="AD" clId="Web-{4A7E913D-FE29-1C81-C776-287C586466F7}" dt="2024-06-20T22:28:31.880" v="61"/>
          <ac:spMkLst>
            <pc:docMk/>
            <pc:sldMk cId="725974316" sldId="2147381348"/>
            <ac:spMk id="2" creationId="{9110A6C0-A8FA-2436-D5C0-7FA2D1C57A1A}"/>
          </ac:spMkLst>
        </pc:spChg>
      </pc:sldChg>
      <pc:sldChg chg="modSp">
        <pc:chgData name="Sheenu Jain - Consultant" userId="S::sheenu.jain@wadhwanifoundation.org::327f6770-3028-4ebc-a323-7bd6e6757946" providerId="AD" clId="Web-{4A7E913D-FE29-1C81-C776-287C586466F7}" dt="2024-06-20T22:35:05.718" v="111" actId="1076"/>
        <pc:sldMkLst>
          <pc:docMk/>
          <pc:sldMk cId="3723467802" sldId="2147381393"/>
        </pc:sldMkLst>
        <pc:spChg chg="mod">
          <ac:chgData name="Sheenu Jain - Consultant" userId="S::sheenu.jain@wadhwanifoundation.org::327f6770-3028-4ebc-a323-7bd6e6757946" providerId="AD" clId="Web-{4A7E913D-FE29-1C81-C776-287C586466F7}" dt="2024-06-20T22:35:05.718" v="111" actId="1076"/>
          <ac:spMkLst>
            <pc:docMk/>
            <pc:sldMk cId="3723467802" sldId="2147381393"/>
            <ac:spMk id="9" creationId="{E566BFEB-0C7D-8F50-C5B1-02F43D1E3582}"/>
          </ac:spMkLst>
        </pc:spChg>
        <pc:spChg chg="mod">
          <ac:chgData name="Sheenu Jain - Consultant" userId="S::sheenu.jain@wadhwanifoundation.org::327f6770-3028-4ebc-a323-7bd6e6757946" providerId="AD" clId="Web-{4A7E913D-FE29-1C81-C776-287C586466F7}" dt="2024-06-20T22:34:54.936" v="109" actId="20577"/>
          <ac:spMkLst>
            <pc:docMk/>
            <pc:sldMk cId="3723467802" sldId="2147381393"/>
            <ac:spMk id="11" creationId="{9C8C675D-FB66-2E58-34CD-E854096013EC}"/>
          </ac:spMkLst>
        </pc:spChg>
        <pc:picChg chg="mod">
          <ac:chgData name="Sheenu Jain - Consultant" userId="S::sheenu.jain@wadhwanifoundation.org::327f6770-3028-4ebc-a323-7bd6e6757946" providerId="AD" clId="Web-{4A7E913D-FE29-1C81-C776-287C586466F7}" dt="2024-06-20T22:35:02.062" v="110" actId="1076"/>
          <ac:picMkLst>
            <pc:docMk/>
            <pc:sldMk cId="3723467802" sldId="2147381393"/>
            <ac:picMk id="16" creationId="{DEF696C2-31B4-4422-9C9B-9E5EEDB4A908}"/>
          </ac:picMkLst>
        </pc:picChg>
      </pc:sldChg>
      <pc:sldChg chg="modSp">
        <pc:chgData name="Sheenu Jain - Consultant" userId="S::sheenu.jain@wadhwanifoundation.org::327f6770-3028-4ebc-a323-7bd6e6757946" providerId="AD" clId="Web-{4A7E913D-FE29-1C81-C776-287C586466F7}" dt="2024-06-20T22:27:55.192" v="54" actId="1076"/>
        <pc:sldMkLst>
          <pc:docMk/>
          <pc:sldMk cId="3735479972" sldId="2147381399"/>
        </pc:sldMkLst>
        <pc:spChg chg="mod">
          <ac:chgData name="Sheenu Jain - Consultant" userId="S::sheenu.jain@wadhwanifoundation.org::327f6770-3028-4ebc-a323-7bd6e6757946" providerId="AD" clId="Web-{4A7E913D-FE29-1C81-C776-287C586466F7}" dt="2024-06-20T22:27:55.192" v="54" actId="1076"/>
          <ac:spMkLst>
            <pc:docMk/>
            <pc:sldMk cId="3735479972" sldId="2147381399"/>
            <ac:spMk id="3" creationId="{23B90C9C-873F-359E-9E0E-9BF48D08EC1A}"/>
          </ac:spMkLst>
        </pc:spChg>
      </pc:sldChg>
      <pc:sldChg chg="modSp">
        <pc:chgData name="Sheenu Jain - Consultant" userId="S::sheenu.jain@wadhwanifoundation.org::327f6770-3028-4ebc-a323-7bd6e6757946" providerId="AD" clId="Web-{4A7E913D-FE29-1C81-C776-287C586466F7}" dt="2024-06-20T22:26:07.281" v="42" actId="20577"/>
        <pc:sldMkLst>
          <pc:docMk/>
          <pc:sldMk cId="2557910124" sldId="2147381400"/>
        </pc:sldMkLst>
        <pc:spChg chg="mod">
          <ac:chgData name="Sheenu Jain - Consultant" userId="S::sheenu.jain@wadhwanifoundation.org::327f6770-3028-4ebc-a323-7bd6e6757946" providerId="AD" clId="Web-{4A7E913D-FE29-1C81-C776-287C586466F7}" dt="2024-06-20T22:26:07.281" v="42" actId="20577"/>
          <ac:spMkLst>
            <pc:docMk/>
            <pc:sldMk cId="2557910124" sldId="2147381400"/>
            <ac:spMk id="2" creationId="{E0049F22-C8FA-8BDD-4C9C-CF8CEE864740}"/>
          </ac:spMkLst>
        </pc:spChg>
      </pc:sldChg>
      <pc:sldChg chg="del">
        <pc:chgData name="Sheenu Jain - Consultant" userId="S::sheenu.jain@wadhwanifoundation.org::327f6770-3028-4ebc-a323-7bd6e6757946" providerId="AD" clId="Web-{4A7E913D-FE29-1C81-C776-287C586466F7}" dt="2024-06-20T22:21:36.624" v="0"/>
        <pc:sldMkLst>
          <pc:docMk/>
          <pc:sldMk cId="4263454156" sldId="2147381401"/>
        </pc:sldMkLst>
      </pc:sldChg>
      <pc:sldChg chg="add del">
        <pc:chgData name="Sheenu Jain - Consultant" userId="S::sheenu.jain@wadhwanifoundation.org::327f6770-3028-4ebc-a323-7bd6e6757946" providerId="AD" clId="Web-{4A7E913D-FE29-1C81-C776-287C586466F7}" dt="2024-06-20T22:25:53.891" v="39"/>
        <pc:sldMkLst>
          <pc:docMk/>
          <pc:sldMk cId="235213949" sldId="2147381403"/>
        </pc:sldMkLst>
      </pc:sldChg>
      <pc:sldMasterChg chg="addSldLayout delSldLayout">
        <pc:chgData name="Sheenu Jain - Consultant" userId="S::sheenu.jain@wadhwanifoundation.org::327f6770-3028-4ebc-a323-7bd6e6757946" providerId="AD" clId="Web-{4A7E913D-FE29-1C81-C776-287C586466F7}" dt="2024-06-20T22:22:34.468" v="8"/>
        <pc:sldMasterMkLst>
          <pc:docMk/>
          <pc:sldMasterMk cId="3557550030" sldId="2147483648"/>
        </pc:sldMasterMkLst>
        <pc:sldLayoutChg chg="add del">
          <pc:chgData name="Sheenu Jain - Consultant" userId="S::sheenu.jain@wadhwanifoundation.org::327f6770-3028-4ebc-a323-7bd6e6757946" providerId="AD" clId="Web-{4A7E913D-FE29-1C81-C776-287C586466F7}" dt="2024-06-20T22:22:34.359" v="7"/>
          <pc:sldLayoutMkLst>
            <pc:docMk/>
            <pc:sldMasterMk cId="3557550030" sldId="2147483648"/>
            <pc:sldLayoutMk cId="2140077450" sldId="2147483736"/>
          </pc:sldLayoutMkLst>
        </pc:sldLayoutChg>
        <pc:sldLayoutChg chg="add">
          <pc:chgData name="Sheenu Jain - Consultant" userId="S::sheenu.jain@wadhwanifoundation.org::327f6770-3028-4ebc-a323-7bd6e6757946" providerId="AD" clId="Web-{4A7E913D-FE29-1C81-C776-287C586466F7}" dt="2024-06-20T22:22:34.468" v="8"/>
          <pc:sldLayoutMkLst>
            <pc:docMk/>
            <pc:sldMasterMk cId="3557550030" sldId="2147483648"/>
            <pc:sldLayoutMk cId="2571541029" sldId="2147483736"/>
          </pc:sldLayoutMkLst>
        </pc:sldLayoutChg>
      </pc:sldMasterChg>
    </pc:docChg>
  </pc:docChgLst>
  <pc:docChgLst>
    <pc:chgData name="Sheenu Jain - Consultant" userId="S::sheenu.jain@wadhwanifoundation.org::327f6770-3028-4ebc-a323-7bd6e6757946" providerId="AD" clId="Web-{6BD4D81B-DB1F-8863-54F9-00415F513041}"/>
    <pc:docChg chg="modSld">
      <pc:chgData name="Sheenu Jain - Consultant" userId="S::sheenu.jain@wadhwanifoundation.org::327f6770-3028-4ebc-a323-7bd6e6757946" providerId="AD" clId="Web-{6BD4D81B-DB1F-8863-54F9-00415F513041}" dt="2024-08-23T23:11:51.261" v="0" actId="20577"/>
      <pc:docMkLst>
        <pc:docMk/>
      </pc:docMkLst>
      <pc:sldChg chg="modSp">
        <pc:chgData name="Sheenu Jain - Consultant" userId="S::sheenu.jain@wadhwanifoundation.org::327f6770-3028-4ebc-a323-7bd6e6757946" providerId="AD" clId="Web-{6BD4D81B-DB1F-8863-54F9-00415F513041}" dt="2024-08-23T23:11:51.261" v="0" actId="20577"/>
        <pc:sldMkLst>
          <pc:docMk/>
          <pc:sldMk cId="2557910124" sldId="2147381400"/>
        </pc:sldMkLst>
        <pc:spChg chg="mod">
          <ac:chgData name="Sheenu Jain - Consultant" userId="S::sheenu.jain@wadhwanifoundation.org::327f6770-3028-4ebc-a323-7bd6e6757946" providerId="AD" clId="Web-{6BD4D81B-DB1F-8863-54F9-00415F513041}" dt="2024-08-23T23:11:51.261" v="0" actId="20577"/>
          <ac:spMkLst>
            <pc:docMk/>
            <pc:sldMk cId="2557910124" sldId="2147381400"/>
            <ac:spMk id="56" creationId="{45C31E6A-B401-1F21-B811-6B369D076FCA}"/>
          </ac:spMkLst>
        </pc:spChg>
      </pc:sldChg>
    </pc:docChg>
  </pc:docChgLst>
  <pc:docChgLst>
    <pc:chgData name="Sheenu Jain - Consultant" userId="S::sheenu.jain@wadhwanifoundation.org::327f6770-3028-4ebc-a323-7bd6e6757946" providerId="AD" clId="Web-{1183959F-4DD2-3DC4-9BA1-DD875A9B5D58}"/>
    <pc:docChg chg="addSld delSld modSld modSection">
      <pc:chgData name="Sheenu Jain - Consultant" userId="S::sheenu.jain@wadhwanifoundation.org::327f6770-3028-4ebc-a323-7bd6e6757946" providerId="AD" clId="Web-{1183959F-4DD2-3DC4-9BA1-DD875A9B5D58}" dt="2024-06-25T02:34:08.027" v="12"/>
      <pc:docMkLst>
        <pc:docMk/>
      </pc:docMkLst>
      <pc:sldChg chg="modSp">
        <pc:chgData name="Sheenu Jain - Consultant" userId="S::sheenu.jain@wadhwanifoundation.org::327f6770-3028-4ebc-a323-7bd6e6757946" providerId="AD" clId="Web-{1183959F-4DD2-3DC4-9BA1-DD875A9B5D58}" dt="2024-06-25T02:33:06.978" v="3" actId="20577"/>
        <pc:sldMkLst>
          <pc:docMk/>
          <pc:sldMk cId="636361748" sldId="2147381290"/>
        </pc:sldMkLst>
        <pc:spChg chg="mod">
          <ac:chgData name="Sheenu Jain - Consultant" userId="S::sheenu.jain@wadhwanifoundation.org::327f6770-3028-4ebc-a323-7bd6e6757946" providerId="AD" clId="Web-{1183959F-4DD2-3DC4-9BA1-DD875A9B5D58}" dt="2024-06-25T02:33:06.978" v="3" actId="20577"/>
          <ac:spMkLst>
            <pc:docMk/>
            <pc:sldMk cId="636361748" sldId="2147381290"/>
            <ac:spMk id="47" creationId="{BDC066D1-1808-64DD-3490-FF0C49DFEA8C}"/>
          </ac:spMkLst>
        </pc:spChg>
      </pc:sldChg>
      <pc:sldChg chg="del">
        <pc:chgData name="Sheenu Jain - Consultant" userId="S::sheenu.jain@wadhwanifoundation.org::327f6770-3028-4ebc-a323-7bd6e6757946" providerId="AD" clId="Web-{1183959F-4DD2-3DC4-9BA1-DD875A9B5D58}" dt="2024-06-25T02:34:08.027" v="12"/>
        <pc:sldMkLst>
          <pc:docMk/>
          <pc:sldMk cId="725974316" sldId="2147381348"/>
        </pc:sldMkLst>
      </pc:sldChg>
      <pc:sldChg chg="delSp modSp add">
        <pc:chgData name="Sheenu Jain - Consultant" userId="S::sheenu.jain@wadhwanifoundation.org::327f6770-3028-4ebc-a323-7bd6e6757946" providerId="AD" clId="Web-{1183959F-4DD2-3DC4-9BA1-DD875A9B5D58}" dt="2024-06-25T02:33:57.511" v="9"/>
        <pc:sldMkLst>
          <pc:docMk/>
          <pc:sldMk cId="2782849434" sldId="2147381382"/>
        </pc:sldMkLst>
        <pc:spChg chg="del mod">
          <ac:chgData name="Sheenu Jain - Consultant" userId="S::sheenu.jain@wadhwanifoundation.org::327f6770-3028-4ebc-a323-7bd6e6757946" providerId="AD" clId="Web-{1183959F-4DD2-3DC4-9BA1-DD875A9B5D58}" dt="2024-06-25T02:33:57.511" v="9"/>
          <ac:spMkLst>
            <pc:docMk/>
            <pc:sldMk cId="2782849434" sldId="2147381382"/>
            <ac:spMk id="13" creationId="{9A3B1653-825B-50E1-232A-9F0A6F3C9624}"/>
          </ac:spMkLst>
        </pc:spChg>
      </pc:sldChg>
      <pc:sldChg chg="delSp add">
        <pc:chgData name="Sheenu Jain - Consultant" userId="S::sheenu.jain@wadhwanifoundation.org::327f6770-3028-4ebc-a323-7bd6e6757946" providerId="AD" clId="Web-{1183959F-4DD2-3DC4-9BA1-DD875A9B5D58}" dt="2024-06-25T02:33:58.933" v="10"/>
        <pc:sldMkLst>
          <pc:docMk/>
          <pc:sldMk cId="792930910" sldId="2147381383"/>
        </pc:sldMkLst>
        <pc:spChg chg="del">
          <ac:chgData name="Sheenu Jain - Consultant" userId="S::sheenu.jain@wadhwanifoundation.org::327f6770-3028-4ebc-a323-7bd6e6757946" providerId="AD" clId="Web-{1183959F-4DD2-3DC4-9BA1-DD875A9B5D58}" dt="2024-06-25T02:33:58.933" v="10"/>
          <ac:spMkLst>
            <pc:docMk/>
            <pc:sldMk cId="792930910" sldId="2147381383"/>
            <ac:spMk id="13" creationId="{9A3B1653-825B-50E1-232A-9F0A6F3C9624}"/>
          </ac:spMkLst>
        </pc:spChg>
      </pc:sldChg>
      <pc:sldChg chg="delSp add">
        <pc:chgData name="Sheenu Jain - Consultant" userId="S::sheenu.jain@wadhwanifoundation.org::327f6770-3028-4ebc-a323-7bd6e6757946" providerId="AD" clId="Web-{1183959F-4DD2-3DC4-9BA1-DD875A9B5D58}" dt="2024-06-25T02:34:00.246" v="11"/>
        <pc:sldMkLst>
          <pc:docMk/>
          <pc:sldMk cId="2908364237" sldId="2147381384"/>
        </pc:sldMkLst>
        <pc:spChg chg="del">
          <ac:chgData name="Sheenu Jain - Consultant" userId="S::sheenu.jain@wadhwanifoundation.org::327f6770-3028-4ebc-a323-7bd6e6757946" providerId="AD" clId="Web-{1183959F-4DD2-3DC4-9BA1-DD875A9B5D58}" dt="2024-06-25T02:34:00.246" v="11"/>
          <ac:spMkLst>
            <pc:docMk/>
            <pc:sldMk cId="2908364237" sldId="2147381384"/>
            <ac:spMk id="13" creationId="{9A3B1653-825B-50E1-232A-9F0A6F3C9624}"/>
          </ac:spMkLst>
        </pc:spChg>
      </pc:sldChg>
    </pc:docChg>
  </pc:docChgLst>
  <pc:docChgLst>
    <pc:chgData name="Sheenu Jain - Consultant" userId="327f6770-3028-4ebc-a323-7bd6e6757946" providerId="ADAL" clId="{BFAC53ED-5A51-3446-929C-218B078263F0}"/>
    <pc:docChg chg="undo redo custSel addSld delSld modSld sldOrd modMainMaster addSection modSection">
      <pc:chgData name="Sheenu Jain - Consultant" userId="327f6770-3028-4ebc-a323-7bd6e6757946" providerId="ADAL" clId="{BFAC53ED-5A51-3446-929C-218B078263F0}" dt="2024-08-24T05:02:00.851" v="1307" actId="5793"/>
      <pc:docMkLst>
        <pc:docMk/>
      </pc:docMkLst>
      <pc:sldChg chg="addSp delSp modSp add del mod modClrScheme chgLayout">
        <pc:chgData name="Sheenu Jain - Consultant" userId="327f6770-3028-4ebc-a323-7bd6e6757946" providerId="ADAL" clId="{BFAC53ED-5A51-3446-929C-218B078263F0}" dt="2024-07-29T23:06:40.513" v="1143" actId="1076"/>
        <pc:sldMkLst>
          <pc:docMk/>
          <pc:sldMk cId="0" sldId="4210"/>
        </pc:sldMkLst>
        <pc:spChg chg="add del mod">
          <ac:chgData name="Sheenu Jain - Consultant" userId="327f6770-3028-4ebc-a323-7bd6e6757946" providerId="ADAL" clId="{BFAC53ED-5A51-3446-929C-218B078263F0}" dt="2024-07-29T23:02:20.980" v="1082" actId="478"/>
          <ac:spMkLst>
            <pc:docMk/>
            <pc:sldMk cId="0" sldId="4210"/>
            <ac:spMk id="2" creationId="{193C9A01-C9A8-3364-E80F-C9D69E15B188}"/>
          </ac:spMkLst>
        </pc:spChg>
        <pc:spChg chg="del">
          <ac:chgData name="Sheenu Jain - Consultant" userId="327f6770-3028-4ebc-a323-7bd6e6757946" providerId="ADAL" clId="{BFAC53ED-5A51-3446-929C-218B078263F0}" dt="2024-07-29T23:02:16.352" v="1080" actId="478"/>
          <ac:spMkLst>
            <pc:docMk/>
            <pc:sldMk cId="0" sldId="4210"/>
            <ac:spMk id="3" creationId="{00000000-0000-0000-0000-000000000000}"/>
          </ac:spMkLst>
        </pc:spChg>
        <pc:spChg chg="mod">
          <ac:chgData name="Sheenu Jain - Consultant" userId="327f6770-3028-4ebc-a323-7bd6e6757946" providerId="ADAL" clId="{BFAC53ED-5A51-3446-929C-218B078263F0}" dt="2024-07-29T23:05:25.220" v="1133" actId="1076"/>
          <ac:spMkLst>
            <pc:docMk/>
            <pc:sldMk cId="0" sldId="4210"/>
            <ac:spMk id="4" creationId="{00000000-0000-0000-0000-000000000000}"/>
          </ac:spMkLst>
        </pc:spChg>
        <pc:spChg chg="mod">
          <ac:chgData name="Sheenu Jain - Consultant" userId="327f6770-3028-4ebc-a323-7bd6e6757946" providerId="ADAL" clId="{BFAC53ED-5A51-3446-929C-218B078263F0}" dt="2024-07-29T23:05:25.220" v="1133" actId="1076"/>
          <ac:spMkLst>
            <pc:docMk/>
            <pc:sldMk cId="0" sldId="4210"/>
            <ac:spMk id="5" creationId="{00000000-0000-0000-0000-000000000000}"/>
          </ac:spMkLst>
        </pc:spChg>
        <pc:spChg chg="mod">
          <ac:chgData name="Sheenu Jain - Consultant" userId="327f6770-3028-4ebc-a323-7bd6e6757946" providerId="ADAL" clId="{BFAC53ED-5A51-3446-929C-218B078263F0}" dt="2024-07-29T23:06:24.976" v="1141" actId="207"/>
          <ac:spMkLst>
            <pc:docMk/>
            <pc:sldMk cId="0" sldId="4210"/>
            <ac:spMk id="8" creationId="{00000000-0000-0000-0000-000000000000}"/>
          </ac:spMkLst>
        </pc:spChg>
        <pc:spChg chg="mod ord">
          <ac:chgData name="Sheenu Jain - Consultant" userId="327f6770-3028-4ebc-a323-7bd6e6757946" providerId="ADAL" clId="{BFAC53ED-5A51-3446-929C-218B078263F0}" dt="2024-07-29T23:06:40.513" v="1143" actId="1076"/>
          <ac:spMkLst>
            <pc:docMk/>
            <pc:sldMk cId="0" sldId="4210"/>
            <ac:spMk id="9" creationId="{00000000-0000-0000-0000-000000000000}"/>
          </ac:spMkLst>
        </pc:spChg>
        <pc:spChg chg="mod">
          <ac:chgData name="Sheenu Jain - Consultant" userId="327f6770-3028-4ebc-a323-7bd6e6757946" providerId="ADAL" clId="{BFAC53ED-5A51-3446-929C-218B078263F0}" dt="2024-07-29T23:06:17.952" v="1140" actId="1076"/>
          <ac:spMkLst>
            <pc:docMk/>
            <pc:sldMk cId="0" sldId="4210"/>
            <ac:spMk id="10" creationId="{00000000-0000-0000-0000-000000000000}"/>
          </ac:spMkLst>
        </pc:spChg>
        <pc:spChg chg="add del mod">
          <ac:chgData name="Sheenu Jain - Consultant" userId="327f6770-3028-4ebc-a323-7bd6e6757946" providerId="ADAL" clId="{BFAC53ED-5A51-3446-929C-218B078263F0}" dt="2024-07-29T23:02:37.632" v="1085" actId="478"/>
          <ac:spMkLst>
            <pc:docMk/>
            <pc:sldMk cId="0" sldId="4210"/>
            <ac:spMk id="11" creationId="{17B5C5C2-F4C6-85E7-D566-7BFA496A3B23}"/>
          </ac:spMkLst>
        </pc:spChg>
        <pc:spChg chg="add del mod ord">
          <ac:chgData name="Sheenu Jain - Consultant" userId="327f6770-3028-4ebc-a323-7bd6e6757946" providerId="ADAL" clId="{BFAC53ED-5A51-3446-929C-218B078263F0}" dt="2024-07-29T23:02:40.774" v="1086" actId="478"/>
          <ac:spMkLst>
            <pc:docMk/>
            <pc:sldMk cId="0" sldId="4210"/>
            <ac:spMk id="12" creationId="{2AC3FAF9-D31F-2B5D-4625-A7A89E2DA500}"/>
          </ac:spMkLst>
        </pc:spChg>
        <pc:spChg chg="add mod">
          <ac:chgData name="Sheenu Jain - Consultant" userId="327f6770-3028-4ebc-a323-7bd6e6757946" providerId="ADAL" clId="{BFAC53ED-5A51-3446-929C-218B078263F0}" dt="2024-07-29T23:05:29.280" v="1134" actId="1076"/>
          <ac:spMkLst>
            <pc:docMk/>
            <pc:sldMk cId="0" sldId="4210"/>
            <ac:spMk id="13" creationId="{F1DFF957-E1A0-5149-55CB-FF3F57F4A579}"/>
          </ac:spMkLst>
        </pc:spChg>
        <pc:picChg chg="mod">
          <ac:chgData name="Sheenu Jain - Consultant" userId="327f6770-3028-4ebc-a323-7bd6e6757946" providerId="ADAL" clId="{BFAC53ED-5A51-3446-929C-218B078263F0}" dt="2024-07-29T23:06:34.467" v="1142" actId="2085"/>
          <ac:picMkLst>
            <pc:docMk/>
            <pc:sldMk cId="0" sldId="4210"/>
            <ac:picMk id="6" creationId="{00000000-0000-0000-0000-000000000000}"/>
          </ac:picMkLst>
        </pc:picChg>
        <pc:picChg chg="mod">
          <ac:chgData name="Sheenu Jain - Consultant" userId="327f6770-3028-4ebc-a323-7bd6e6757946" providerId="ADAL" clId="{BFAC53ED-5A51-3446-929C-218B078263F0}" dt="2024-07-29T23:06:01.435" v="1138" actId="14100"/>
          <ac:picMkLst>
            <pc:docMk/>
            <pc:sldMk cId="0" sldId="4210"/>
            <ac:picMk id="7" creationId="{00000000-0000-0000-0000-000000000000}"/>
          </ac:picMkLst>
        </pc:picChg>
      </pc:sldChg>
      <pc:sldChg chg="addSp delSp modSp mod delAnim">
        <pc:chgData name="Sheenu Jain - Consultant" userId="327f6770-3028-4ebc-a323-7bd6e6757946" providerId="ADAL" clId="{BFAC53ED-5A51-3446-929C-218B078263F0}" dt="2024-07-27T07:00:28.665" v="333" actId="1076"/>
        <pc:sldMkLst>
          <pc:docMk/>
          <pc:sldMk cId="636361748" sldId="2147381290"/>
        </pc:sldMkLst>
        <pc:spChg chg="mod">
          <ac:chgData name="Sheenu Jain - Consultant" userId="327f6770-3028-4ebc-a323-7bd6e6757946" providerId="ADAL" clId="{BFAC53ED-5A51-3446-929C-218B078263F0}" dt="2024-07-21T00:18:59.327" v="114" actId="404"/>
          <ac:spMkLst>
            <pc:docMk/>
            <pc:sldMk cId="636361748" sldId="2147381290"/>
            <ac:spMk id="2" creationId="{6BC9059A-1D5F-C9C9-B1D4-323537C98FA9}"/>
          </ac:spMkLst>
        </pc:spChg>
        <pc:spChg chg="mod">
          <ac:chgData name="Sheenu Jain - Consultant" userId="327f6770-3028-4ebc-a323-7bd6e6757946" providerId="ADAL" clId="{BFAC53ED-5A51-3446-929C-218B078263F0}" dt="2024-07-27T06:57:03.730" v="315" actId="403"/>
          <ac:spMkLst>
            <pc:docMk/>
            <pc:sldMk cId="636361748" sldId="2147381290"/>
            <ac:spMk id="3" creationId="{C24C70A4-293A-0A49-23E4-2FA8F6EAED29}"/>
          </ac:spMkLst>
        </pc:spChg>
        <pc:spChg chg="mod">
          <ac:chgData name="Sheenu Jain - Consultant" userId="327f6770-3028-4ebc-a323-7bd6e6757946" providerId="ADAL" clId="{BFAC53ED-5A51-3446-929C-218B078263F0}" dt="2024-07-27T06:58:08.806" v="322" actId="1076"/>
          <ac:spMkLst>
            <pc:docMk/>
            <pc:sldMk cId="636361748" sldId="2147381290"/>
            <ac:spMk id="4" creationId="{53621021-EF30-347E-8602-6D9B2B20FD0E}"/>
          </ac:spMkLst>
        </pc:spChg>
        <pc:spChg chg="mod">
          <ac:chgData name="Sheenu Jain - Consultant" userId="327f6770-3028-4ebc-a323-7bd6e6757946" providerId="ADAL" clId="{BFAC53ED-5A51-3446-929C-218B078263F0}" dt="2024-07-27T06:57:08.926" v="316" actId="403"/>
          <ac:spMkLst>
            <pc:docMk/>
            <pc:sldMk cId="636361748" sldId="2147381290"/>
            <ac:spMk id="5" creationId="{81E1B680-09A4-88E1-8734-456C286E67D6}"/>
          </ac:spMkLst>
        </pc:spChg>
        <pc:spChg chg="mod topLvl">
          <ac:chgData name="Sheenu Jain - Consultant" userId="327f6770-3028-4ebc-a323-7bd6e6757946" providerId="ADAL" clId="{BFAC53ED-5A51-3446-929C-218B078263F0}" dt="2024-07-27T06:59:44.531" v="327" actId="478"/>
          <ac:spMkLst>
            <pc:docMk/>
            <pc:sldMk cId="636361748" sldId="2147381290"/>
            <ac:spMk id="6" creationId="{B447EF4B-BF2C-220A-C0CB-F3A398766145}"/>
          </ac:spMkLst>
        </pc:spChg>
        <pc:spChg chg="mod">
          <ac:chgData name="Sheenu Jain - Consultant" userId="327f6770-3028-4ebc-a323-7bd6e6757946" providerId="ADAL" clId="{BFAC53ED-5A51-3446-929C-218B078263F0}" dt="2024-07-27T06:57:12.713" v="317" actId="403"/>
          <ac:spMkLst>
            <pc:docMk/>
            <pc:sldMk cId="636361748" sldId="2147381290"/>
            <ac:spMk id="8" creationId="{3A8789C8-8C73-F6B3-E29E-8A4C6852E25D}"/>
          </ac:spMkLst>
        </pc:spChg>
        <pc:spChg chg="mod">
          <ac:chgData name="Sheenu Jain - Consultant" userId="327f6770-3028-4ebc-a323-7bd6e6757946" providerId="ADAL" clId="{BFAC53ED-5A51-3446-929C-218B078263F0}" dt="2024-07-27T06:58:20.944" v="324" actId="1076"/>
          <ac:spMkLst>
            <pc:docMk/>
            <pc:sldMk cId="636361748" sldId="2147381290"/>
            <ac:spMk id="17" creationId="{C23C10AF-821A-41B7-9473-192FDF91490C}"/>
          </ac:spMkLst>
        </pc:spChg>
        <pc:spChg chg="mod">
          <ac:chgData name="Sheenu Jain - Consultant" userId="327f6770-3028-4ebc-a323-7bd6e6757946" providerId="ADAL" clId="{BFAC53ED-5A51-3446-929C-218B078263F0}" dt="2024-07-27T06:56:38.697" v="314" actId="20577"/>
          <ac:spMkLst>
            <pc:docMk/>
            <pc:sldMk cId="636361748" sldId="2147381290"/>
            <ac:spMk id="47" creationId="{BDC066D1-1808-64DD-3490-FF0C49DFEA8C}"/>
          </ac:spMkLst>
        </pc:spChg>
        <pc:grpChg chg="mod">
          <ac:chgData name="Sheenu Jain - Consultant" userId="327f6770-3028-4ebc-a323-7bd6e6757946" providerId="ADAL" clId="{BFAC53ED-5A51-3446-929C-218B078263F0}" dt="2024-07-27T06:58:03.294" v="321" actId="1076"/>
          <ac:grpSpMkLst>
            <pc:docMk/>
            <pc:sldMk cId="636361748" sldId="2147381290"/>
            <ac:grpSpMk id="14" creationId="{1BE341A2-5255-696C-40DA-FDC4B3983308}"/>
          </ac:grpSpMkLst>
        </pc:grpChg>
        <pc:grpChg chg="del mod">
          <ac:chgData name="Sheenu Jain - Consultant" userId="327f6770-3028-4ebc-a323-7bd6e6757946" providerId="ADAL" clId="{BFAC53ED-5A51-3446-929C-218B078263F0}" dt="2024-07-27T06:59:44.531" v="327" actId="478"/>
          <ac:grpSpMkLst>
            <pc:docMk/>
            <pc:sldMk cId="636361748" sldId="2147381290"/>
            <ac:grpSpMk id="15" creationId="{91FD0CE3-2F6B-DA44-E7E4-797B11535569}"/>
          </ac:grpSpMkLst>
        </pc:grpChg>
        <pc:picChg chg="add mod">
          <ac:chgData name="Sheenu Jain - Consultant" userId="327f6770-3028-4ebc-a323-7bd6e6757946" providerId="ADAL" clId="{BFAC53ED-5A51-3446-929C-218B078263F0}" dt="2024-07-27T07:00:28.665" v="333" actId="1076"/>
          <ac:picMkLst>
            <pc:docMk/>
            <pc:sldMk cId="636361748" sldId="2147381290"/>
            <ac:picMk id="10" creationId="{85A3C281-39EA-AA53-2085-67DD0DB2F0BF}"/>
          </ac:picMkLst>
        </pc:picChg>
        <pc:picChg chg="del mod topLvl">
          <ac:chgData name="Sheenu Jain - Consultant" userId="327f6770-3028-4ebc-a323-7bd6e6757946" providerId="ADAL" clId="{BFAC53ED-5A51-3446-929C-218B078263F0}" dt="2024-07-27T06:59:44.531" v="327" actId="478"/>
          <ac:picMkLst>
            <pc:docMk/>
            <pc:sldMk cId="636361748" sldId="2147381290"/>
            <ac:picMk id="20" creationId="{649D4532-AA6B-BF20-DE88-5A5718129586}"/>
          </ac:picMkLst>
        </pc:picChg>
      </pc:sldChg>
      <pc:sldChg chg="modSp del mod">
        <pc:chgData name="Sheenu Jain - Consultant" userId="327f6770-3028-4ebc-a323-7bd6e6757946" providerId="ADAL" clId="{BFAC53ED-5A51-3446-929C-218B078263F0}" dt="2024-07-28T02:02:56.571" v="938" actId="2696"/>
        <pc:sldMkLst>
          <pc:docMk/>
          <pc:sldMk cId="1484961546" sldId="2147381296"/>
        </pc:sldMkLst>
        <pc:spChg chg="mod">
          <ac:chgData name="Sheenu Jain - Consultant" userId="327f6770-3028-4ebc-a323-7bd6e6757946" providerId="ADAL" clId="{BFAC53ED-5A51-3446-929C-218B078263F0}" dt="2024-07-28T01:42:59.608" v="612" actId="20577"/>
          <ac:spMkLst>
            <pc:docMk/>
            <pc:sldMk cId="1484961546" sldId="2147381296"/>
            <ac:spMk id="4" creationId="{75FD0504-2A41-6EB9-1045-4AEC2BC1508B}"/>
          </ac:spMkLst>
        </pc:spChg>
        <pc:spChg chg="mod">
          <ac:chgData name="Sheenu Jain - Consultant" userId="327f6770-3028-4ebc-a323-7bd6e6757946" providerId="ADAL" clId="{BFAC53ED-5A51-3446-929C-218B078263F0}" dt="2024-07-28T01:59:11.523" v="826" actId="20577"/>
          <ac:spMkLst>
            <pc:docMk/>
            <pc:sldMk cId="1484961546" sldId="2147381296"/>
            <ac:spMk id="8" creationId="{EC0E5ADA-51DF-8075-D6B5-860DE135C43A}"/>
          </ac:spMkLst>
        </pc:spChg>
      </pc:sldChg>
      <pc:sldChg chg="modSp mod">
        <pc:chgData name="Sheenu Jain - Consultant" userId="327f6770-3028-4ebc-a323-7bd6e6757946" providerId="ADAL" clId="{BFAC53ED-5A51-3446-929C-218B078263F0}" dt="2024-07-28T01:42:36.895" v="577" actId="1036"/>
        <pc:sldMkLst>
          <pc:docMk/>
          <pc:sldMk cId="690255952" sldId="2147381304"/>
        </pc:sldMkLst>
        <pc:spChg chg="mod">
          <ac:chgData name="Sheenu Jain - Consultant" userId="327f6770-3028-4ebc-a323-7bd6e6757946" providerId="ADAL" clId="{BFAC53ED-5A51-3446-929C-218B078263F0}" dt="2024-07-28T01:42:34.668" v="576" actId="2711"/>
          <ac:spMkLst>
            <pc:docMk/>
            <pc:sldMk cId="690255952" sldId="2147381304"/>
            <ac:spMk id="2" creationId="{4E277B7F-A27C-B7B1-59D7-7C4C80C189A8}"/>
          </ac:spMkLst>
        </pc:spChg>
        <pc:picChg chg="mod">
          <ac:chgData name="Sheenu Jain - Consultant" userId="327f6770-3028-4ebc-a323-7bd6e6757946" providerId="ADAL" clId="{BFAC53ED-5A51-3446-929C-218B078263F0}" dt="2024-07-28T01:42:36.895" v="577" actId="1036"/>
          <ac:picMkLst>
            <pc:docMk/>
            <pc:sldMk cId="690255952" sldId="2147381304"/>
            <ac:picMk id="8" creationId="{A444C9AE-E580-314D-319D-30394DCCB841}"/>
          </ac:picMkLst>
        </pc:picChg>
      </pc:sldChg>
      <pc:sldChg chg="modSp mod ord">
        <pc:chgData name="Sheenu Jain - Consultant" userId="327f6770-3028-4ebc-a323-7bd6e6757946" providerId="ADAL" clId="{BFAC53ED-5A51-3446-929C-218B078263F0}" dt="2024-07-29T22:52:40.679" v="1037" actId="20578"/>
        <pc:sldMkLst>
          <pc:docMk/>
          <pc:sldMk cId="272276832" sldId="2147381311"/>
        </pc:sldMkLst>
        <pc:spChg chg="mod">
          <ac:chgData name="Sheenu Jain - Consultant" userId="327f6770-3028-4ebc-a323-7bd6e6757946" providerId="ADAL" clId="{BFAC53ED-5A51-3446-929C-218B078263F0}" dt="2024-07-28T01:45:59.111" v="658" actId="20577"/>
          <ac:spMkLst>
            <pc:docMk/>
            <pc:sldMk cId="272276832" sldId="2147381311"/>
            <ac:spMk id="20" creationId="{A57F1BDB-7395-2A27-0952-FD0710EC7DC1}"/>
          </ac:spMkLst>
        </pc:spChg>
        <pc:spChg chg="mod">
          <ac:chgData name="Sheenu Jain - Consultant" userId="327f6770-3028-4ebc-a323-7bd6e6757946" providerId="ADAL" clId="{BFAC53ED-5A51-3446-929C-218B078263F0}" dt="2024-07-28T01:46:08.884" v="685" actId="20577"/>
          <ac:spMkLst>
            <pc:docMk/>
            <pc:sldMk cId="272276832" sldId="2147381311"/>
            <ac:spMk id="21" creationId="{F2710CE6-5160-E357-D1F0-2FD20F61FAF4}"/>
          </ac:spMkLst>
        </pc:spChg>
        <pc:spChg chg="mod">
          <ac:chgData name="Sheenu Jain - Consultant" userId="327f6770-3028-4ebc-a323-7bd6e6757946" providerId="ADAL" clId="{BFAC53ED-5A51-3446-929C-218B078263F0}" dt="2024-07-28T01:46:16.446" v="696"/>
          <ac:spMkLst>
            <pc:docMk/>
            <pc:sldMk cId="272276832" sldId="2147381311"/>
            <ac:spMk id="22" creationId="{C5BC1C32-141E-1A39-8135-45717455942A}"/>
          </ac:spMkLst>
        </pc:spChg>
        <pc:spChg chg="mod">
          <ac:chgData name="Sheenu Jain - Consultant" userId="327f6770-3028-4ebc-a323-7bd6e6757946" providerId="ADAL" clId="{BFAC53ED-5A51-3446-929C-218B078263F0}" dt="2024-07-28T01:46:28.691" v="705" actId="1076"/>
          <ac:spMkLst>
            <pc:docMk/>
            <pc:sldMk cId="272276832" sldId="2147381311"/>
            <ac:spMk id="27" creationId="{2A34125F-7D63-A4AA-6D7F-E73E24CCC6DE}"/>
          </ac:spMkLst>
        </pc:spChg>
      </pc:sldChg>
      <pc:sldChg chg="modSp mod">
        <pc:chgData name="Sheenu Jain - Consultant" userId="327f6770-3028-4ebc-a323-7bd6e6757946" providerId="ADAL" clId="{BFAC53ED-5A51-3446-929C-218B078263F0}" dt="2024-07-27T07:12:06.535" v="413" actId="20577"/>
        <pc:sldMkLst>
          <pc:docMk/>
          <pc:sldMk cId="3622776232" sldId="2147381324"/>
        </pc:sldMkLst>
        <pc:spChg chg="mod">
          <ac:chgData name="Sheenu Jain - Consultant" userId="327f6770-3028-4ebc-a323-7bd6e6757946" providerId="ADAL" clId="{BFAC53ED-5A51-3446-929C-218B078263F0}" dt="2024-07-27T07:12:06.535" v="413" actId="20577"/>
          <ac:spMkLst>
            <pc:docMk/>
            <pc:sldMk cId="3622776232" sldId="2147381324"/>
            <ac:spMk id="9" creationId="{0EF6DB21-29FF-3391-54D6-72F6920FAE04}"/>
          </ac:spMkLst>
        </pc:spChg>
      </pc:sldChg>
      <pc:sldChg chg="modSp mod">
        <pc:chgData name="Sheenu Jain - Consultant" userId="327f6770-3028-4ebc-a323-7bd6e6757946" providerId="ADAL" clId="{BFAC53ED-5A51-3446-929C-218B078263F0}" dt="2024-07-28T01:42:17.038" v="575" actId="1076"/>
        <pc:sldMkLst>
          <pc:docMk/>
          <pc:sldMk cId="4253489385" sldId="2147381330"/>
        </pc:sldMkLst>
        <pc:spChg chg="mod">
          <ac:chgData name="Sheenu Jain - Consultant" userId="327f6770-3028-4ebc-a323-7bd6e6757946" providerId="ADAL" clId="{BFAC53ED-5A51-3446-929C-218B078263F0}" dt="2024-07-28T01:42:12.020" v="574" actId="1076"/>
          <ac:spMkLst>
            <pc:docMk/>
            <pc:sldMk cId="4253489385" sldId="2147381330"/>
            <ac:spMk id="3" creationId="{173AFC77-B00E-FA52-FEFA-BF76B4CF3BBD}"/>
          </ac:spMkLst>
        </pc:spChg>
        <pc:spChg chg="mod">
          <ac:chgData name="Sheenu Jain - Consultant" userId="327f6770-3028-4ebc-a323-7bd6e6757946" providerId="ADAL" clId="{BFAC53ED-5A51-3446-929C-218B078263F0}" dt="2024-07-28T01:42:17.038" v="575" actId="1076"/>
          <ac:spMkLst>
            <pc:docMk/>
            <pc:sldMk cId="4253489385" sldId="2147381330"/>
            <ac:spMk id="5" creationId="{EAAFB58A-1441-3658-28E1-18055469C9A3}"/>
          </ac:spMkLst>
        </pc:spChg>
        <pc:spChg chg="mod">
          <ac:chgData name="Sheenu Jain - Consultant" userId="327f6770-3028-4ebc-a323-7bd6e6757946" providerId="ADAL" clId="{BFAC53ED-5A51-3446-929C-218B078263F0}" dt="2024-07-28T01:29:32.596" v="567" actId="2711"/>
          <ac:spMkLst>
            <pc:docMk/>
            <pc:sldMk cId="4253489385" sldId="2147381330"/>
            <ac:spMk id="10" creationId="{56AF1203-0BAD-02FA-9C8B-B4DD98F1D58F}"/>
          </ac:spMkLst>
        </pc:spChg>
        <pc:spChg chg="mod">
          <ac:chgData name="Sheenu Jain - Consultant" userId="327f6770-3028-4ebc-a323-7bd6e6757946" providerId="ADAL" clId="{BFAC53ED-5A51-3446-929C-218B078263F0}" dt="2024-07-28T01:29:39.513" v="568" actId="2711"/>
          <ac:spMkLst>
            <pc:docMk/>
            <pc:sldMk cId="4253489385" sldId="2147381330"/>
            <ac:spMk id="12" creationId="{3238C2D3-8F6C-7379-ABCC-73D78A2F0C88}"/>
          </ac:spMkLst>
        </pc:spChg>
        <pc:spChg chg="mod">
          <ac:chgData name="Sheenu Jain - Consultant" userId="327f6770-3028-4ebc-a323-7bd6e6757946" providerId="ADAL" clId="{BFAC53ED-5A51-3446-929C-218B078263F0}" dt="2024-07-28T01:29:45.413" v="569" actId="2711"/>
          <ac:spMkLst>
            <pc:docMk/>
            <pc:sldMk cId="4253489385" sldId="2147381330"/>
            <ac:spMk id="14" creationId="{48962685-A267-D14A-FCA0-543C21A5A7C1}"/>
          </ac:spMkLst>
        </pc:spChg>
        <pc:spChg chg="mod">
          <ac:chgData name="Sheenu Jain - Consultant" userId="327f6770-3028-4ebc-a323-7bd6e6757946" providerId="ADAL" clId="{BFAC53ED-5A51-3446-929C-218B078263F0}" dt="2024-07-28T01:29:51.392" v="570" actId="2711"/>
          <ac:spMkLst>
            <pc:docMk/>
            <pc:sldMk cId="4253489385" sldId="2147381330"/>
            <ac:spMk id="16" creationId="{35707EEB-D883-80F5-9768-57879E3C69EB}"/>
          </ac:spMkLst>
        </pc:spChg>
        <pc:spChg chg="mod">
          <ac:chgData name="Sheenu Jain - Consultant" userId="327f6770-3028-4ebc-a323-7bd6e6757946" providerId="ADAL" clId="{BFAC53ED-5A51-3446-929C-218B078263F0}" dt="2024-07-28T01:41:49.243" v="571" actId="1076"/>
          <ac:spMkLst>
            <pc:docMk/>
            <pc:sldMk cId="4253489385" sldId="2147381330"/>
            <ac:spMk id="47" creationId="{BD2207C4-B1F9-ABC2-3FC0-E2A400769BA8}"/>
          </ac:spMkLst>
        </pc:spChg>
        <pc:picChg chg="mod">
          <ac:chgData name="Sheenu Jain - Consultant" userId="327f6770-3028-4ebc-a323-7bd6e6757946" providerId="ADAL" clId="{BFAC53ED-5A51-3446-929C-218B078263F0}" dt="2024-07-28T01:42:07.032" v="573" actId="1076"/>
          <ac:picMkLst>
            <pc:docMk/>
            <pc:sldMk cId="4253489385" sldId="2147381330"/>
            <ac:picMk id="22" creationId="{DB5D5CF4-DFC9-9872-1D11-532D111B1F70}"/>
          </ac:picMkLst>
        </pc:picChg>
      </pc:sldChg>
      <pc:sldChg chg="modSp mod modShow">
        <pc:chgData name="Sheenu Jain - Consultant" userId="327f6770-3028-4ebc-a323-7bd6e6757946" providerId="ADAL" clId="{BFAC53ED-5A51-3446-929C-218B078263F0}" dt="2024-07-27T06:49:58.123" v="286" actId="729"/>
        <pc:sldMkLst>
          <pc:docMk/>
          <pc:sldMk cId="3232481823" sldId="2147381334"/>
        </pc:sldMkLst>
        <pc:spChg chg="mod">
          <ac:chgData name="Sheenu Jain - Consultant" userId="327f6770-3028-4ebc-a323-7bd6e6757946" providerId="ADAL" clId="{BFAC53ED-5A51-3446-929C-218B078263F0}" dt="2024-07-27T06:49:49.642" v="285" actId="20577"/>
          <ac:spMkLst>
            <pc:docMk/>
            <pc:sldMk cId="3232481823" sldId="2147381334"/>
            <ac:spMk id="2" creationId="{E50F1511-DA4A-49CE-1232-3F5EBA96382E}"/>
          </ac:spMkLst>
        </pc:spChg>
      </pc:sldChg>
      <pc:sldChg chg="modSp mod">
        <pc:chgData name="Sheenu Jain - Consultant" userId="327f6770-3028-4ebc-a323-7bd6e6757946" providerId="ADAL" clId="{BFAC53ED-5A51-3446-929C-218B078263F0}" dt="2024-07-27T07:11:31.578" v="400" actId="1076"/>
        <pc:sldMkLst>
          <pc:docMk/>
          <pc:sldMk cId="3622956835" sldId="2147381335"/>
        </pc:sldMkLst>
        <pc:spChg chg="mod">
          <ac:chgData name="Sheenu Jain - Consultant" userId="327f6770-3028-4ebc-a323-7bd6e6757946" providerId="ADAL" clId="{BFAC53ED-5A51-3446-929C-218B078263F0}" dt="2024-07-27T07:11:31.578" v="400" actId="1076"/>
          <ac:spMkLst>
            <pc:docMk/>
            <pc:sldMk cId="3622956835" sldId="2147381335"/>
            <ac:spMk id="2" creationId="{E50F1511-DA4A-49CE-1232-3F5EBA96382E}"/>
          </ac:spMkLst>
        </pc:spChg>
      </pc:sldChg>
      <pc:sldChg chg="delSp modSp mod">
        <pc:chgData name="Sheenu Jain - Consultant" userId="327f6770-3028-4ebc-a323-7bd6e6757946" providerId="ADAL" clId="{BFAC53ED-5A51-3446-929C-218B078263F0}" dt="2024-07-29T22:48:34.989" v="1033" actId="478"/>
        <pc:sldMkLst>
          <pc:docMk/>
          <pc:sldMk cId="879047578" sldId="2147381337"/>
        </pc:sldMkLst>
        <pc:spChg chg="mod">
          <ac:chgData name="Sheenu Jain - Consultant" userId="327f6770-3028-4ebc-a323-7bd6e6757946" providerId="ADAL" clId="{BFAC53ED-5A51-3446-929C-218B078263F0}" dt="2024-07-27T07:16:23.908" v="461" actId="1076"/>
          <ac:spMkLst>
            <pc:docMk/>
            <pc:sldMk cId="879047578" sldId="2147381337"/>
            <ac:spMk id="2" creationId="{E50F1511-DA4A-49CE-1232-3F5EBA96382E}"/>
          </ac:spMkLst>
        </pc:spChg>
        <pc:spChg chg="del">
          <ac:chgData name="Sheenu Jain - Consultant" userId="327f6770-3028-4ebc-a323-7bd6e6757946" providerId="ADAL" clId="{BFAC53ED-5A51-3446-929C-218B078263F0}" dt="2024-07-29T22:48:34.989" v="1033" actId="478"/>
          <ac:spMkLst>
            <pc:docMk/>
            <pc:sldMk cId="879047578" sldId="2147381337"/>
            <ac:spMk id="3" creationId="{AF2F1575-5810-5D97-9F3F-07E817208714}"/>
          </ac:spMkLst>
        </pc:spChg>
      </pc:sldChg>
      <pc:sldChg chg="addSp delSp modSp mod">
        <pc:chgData name="Sheenu Jain - Consultant" userId="327f6770-3028-4ebc-a323-7bd6e6757946" providerId="ADAL" clId="{BFAC53ED-5A51-3446-929C-218B078263F0}" dt="2024-07-28T01:46:53.054" v="711" actId="1076"/>
        <pc:sldMkLst>
          <pc:docMk/>
          <pc:sldMk cId="3242214518" sldId="2147381343"/>
        </pc:sldMkLst>
        <pc:spChg chg="mod">
          <ac:chgData name="Sheenu Jain - Consultant" userId="327f6770-3028-4ebc-a323-7bd6e6757946" providerId="ADAL" clId="{BFAC53ED-5A51-3446-929C-218B078263F0}" dt="2024-07-21T00:25:12.649" v="192" actId="1076"/>
          <ac:spMkLst>
            <pc:docMk/>
            <pc:sldMk cId="3242214518" sldId="2147381343"/>
            <ac:spMk id="2" creationId="{0C6973F4-4617-F4AD-CC44-89E34B905456}"/>
          </ac:spMkLst>
        </pc:spChg>
        <pc:spChg chg="mod">
          <ac:chgData name="Sheenu Jain - Consultant" userId="327f6770-3028-4ebc-a323-7bd6e6757946" providerId="ADAL" clId="{BFAC53ED-5A51-3446-929C-218B078263F0}" dt="2024-07-21T00:24:58.741" v="188" actId="1076"/>
          <ac:spMkLst>
            <pc:docMk/>
            <pc:sldMk cId="3242214518" sldId="2147381343"/>
            <ac:spMk id="3" creationId="{9265887A-624A-7CA9-E0B9-A107F5F3F01E}"/>
          </ac:spMkLst>
        </pc:spChg>
        <pc:spChg chg="del mod">
          <ac:chgData name="Sheenu Jain - Consultant" userId="327f6770-3028-4ebc-a323-7bd6e6757946" providerId="ADAL" clId="{BFAC53ED-5A51-3446-929C-218B078263F0}" dt="2024-07-21T00:24:35.210" v="184" actId="478"/>
          <ac:spMkLst>
            <pc:docMk/>
            <pc:sldMk cId="3242214518" sldId="2147381343"/>
            <ac:spMk id="7" creationId="{5FECF382-489E-4188-647D-9D462D4ED520}"/>
          </ac:spMkLst>
        </pc:spChg>
        <pc:spChg chg="add mod">
          <ac:chgData name="Sheenu Jain - Consultant" userId="327f6770-3028-4ebc-a323-7bd6e6757946" providerId="ADAL" clId="{BFAC53ED-5A51-3446-929C-218B078263F0}" dt="2024-07-28T01:46:53.054" v="711" actId="1076"/>
          <ac:spMkLst>
            <pc:docMk/>
            <pc:sldMk cId="3242214518" sldId="2147381343"/>
            <ac:spMk id="8" creationId="{EF33959B-B0E5-0FF9-CBF2-3B76B274171D}"/>
          </ac:spMkLst>
        </pc:spChg>
        <pc:spChg chg="mod">
          <ac:chgData name="Sheenu Jain - Consultant" userId="327f6770-3028-4ebc-a323-7bd6e6757946" providerId="ADAL" clId="{BFAC53ED-5A51-3446-929C-218B078263F0}" dt="2024-07-21T00:24:46.343" v="185" actId="1076"/>
          <ac:spMkLst>
            <pc:docMk/>
            <pc:sldMk cId="3242214518" sldId="2147381343"/>
            <ac:spMk id="10" creationId="{F759A904-6B91-3CD9-361A-D164A915E0CD}"/>
          </ac:spMkLst>
        </pc:spChg>
        <pc:spChg chg="mod">
          <ac:chgData name="Sheenu Jain - Consultant" userId="327f6770-3028-4ebc-a323-7bd6e6757946" providerId="ADAL" clId="{BFAC53ED-5A51-3446-929C-218B078263F0}" dt="2024-07-21T00:24:46.343" v="185" actId="1076"/>
          <ac:spMkLst>
            <pc:docMk/>
            <pc:sldMk cId="3242214518" sldId="2147381343"/>
            <ac:spMk id="15" creationId="{3AF6A3A9-FC5B-C500-A80D-68DC917EAEF5}"/>
          </ac:spMkLst>
        </pc:spChg>
        <pc:spChg chg="mod">
          <ac:chgData name="Sheenu Jain - Consultant" userId="327f6770-3028-4ebc-a323-7bd6e6757946" providerId="ADAL" clId="{BFAC53ED-5A51-3446-929C-218B078263F0}" dt="2024-07-21T00:26:24.193" v="200" actId="20577"/>
          <ac:spMkLst>
            <pc:docMk/>
            <pc:sldMk cId="3242214518" sldId="2147381343"/>
            <ac:spMk id="16" creationId="{68B4CD45-43C6-A83D-1B18-9CF040A8C3F1}"/>
          </ac:spMkLst>
        </pc:spChg>
        <pc:spChg chg="mod">
          <ac:chgData name="Sheenu Jain - Consultant" userId="327f6770-3028-4ebc-a323-7bd6e6757946" providerId="ADAL" clId="{BFAC53ED-5A51-3446-929C-218B078263F0}" dt="2024-07-21T00:24:46.343" v="185" actId="1076"/>
          <ac:spMkLst>
            <pc:docMk/>
            <pc:sldMk cId="3242214518" sldId="2147381343"/>
            <ac:spMk id="17" creationId="{8C5840F2-5052-3B99-F96E-1B45298DE59C}"/>
          </ac:spMkLst>
        </pc:spChg>
        <pc:spChg chg="mod">
          <ac:chgData name="Sheenu Jain - Consultant" userId="327f6770-3028-4ebc-a323-7bd6e6757946" providerId="ADAL" clId="{BFAC53ED-5A51-3446-929C-218B078263F0}" dt="2024-07-21T00:24:46.343" v="185" actId="1076"/>
          <ac:spMkLst>
            <pc:docMk/>
            <pc:sldMk cId="3242214518" sldId="2147381343"/>
            <ac:spMk id="18" creationId="{7AC5C154-7D3B-9255-E2F8-71EBA7CE430A}"/>
          </ac:spMkLst>
        </pc:spChg>
        <pc:spChg chg="mod">
          <ac:chgData name="Sheenu Jain - Consultant" userId="327f6770-3028-4ebc-a323-7bd6e6757946" providerId="ADAL" clId="{BFAC53ED-5A51-3446-929C-218B078263F0}" dt="2024-07-21T00:24:46.343" v="185" actId="1076"/>
          <ac:spMkLst>
            <pc:docMk/>
            <pc:sldMk cId="3242214518" sldId="2147381343"/>
            <ac:spMk id="23" creationId="{C6F1B38F-F37D-D1CA-1870-45B2C1DA2C34}"/>
          </ac:spMkLst>
        </pc:spChg>
        <pc:spChg chg="mod">
          <ac:chgData name="Sheenu Jain - Consultant" userId="327f6770-3028-4ebc-a323-7bd6e6757946" providerId="ADAL" clId="{BFAC53ED-5A51-3446-929C-218B078263F0}" dt="2024-07-21T00:24:46.343" v="185" actId="1076"/>
          <ac:spMkLst>
            <pc:docMk/>
            <pc:sldMk cId="3242214518" sldId="2147381343"/>
            <ac:spMk id="24" creationId="{578E9B27-EC36-2018-5E22-DF9210B1B166}"/>
          </ac:spMkLst>
        </pc:spChg>
        <pc:spChg chg="mod">
          <ac:chgData name="Sheenu Jain - Consultant" userId="327f6770-3028-4ebc-a323-7bd6e6757946" providerId="ADAL" clId="{BFAC53ED-5A51-3446-929C-218B078263F0}" dt="2024-07-21T00:24:46.343" v="185" actId="1076"/>
          <ac:spMkLst>
            <pc:docMk/>
            <pc:sldMk cId="3242214518" sldId="2147381343"/>
            <ac:spMk id="26" creationId="{0DF97AA8-3C3B-CE33-6C12-557B1408E05F}"/>
          </ac:spMkLst>
        </pc:spChg>
        <pc:spChg chg="mod">
          <ac:chgData name="Sheenu Jain - Consultant" userId="327f6770-3028-4ebc-a323-7bd6e6757946" providerId="ADAL" clId="{BFAC53ED-5A51-3446-929C-218B078263F0}" dt="2024-07-21T00:24:46.343" v="185" actId="1076"/>
          <ac:spMkLst>
            <pc:docMk/>
            <pc:sldMk cId="3242214518" sldId="2147381343"/>
            <ac:spMk id="27" creationId="{038737EE-AE63-8690-5A0F-168D871AAB90}"/>
          </ac:spMkLst>
        </pc:spChg>
        <pc:spChg chg="mod">
          <ac:chgData name="Sheenu Jain - Consultant" userId="327f6770-3028-4ebc-a323-7bd6e6757946" providerId="ADAL" clId="{BFAC53ED-5A51-3446-929C-218B078263F0}" dt="2024-07-21T00:24:46.343" v="185" actId="1076"/>
          <ac:spMkLst>
            <pc:docMk/>
            <pc:sldMk cId="3242214518" sldId="2147381343"/>
            <ac:spMk id="28" creationId="{6D031478-B8D1-98A8-2DFB-987B0F02735C}"/>
          </ac:spMkLst>
        </pc:spChg>
        <pc:picChg chg="mod">
          <ac:chgData name="Sheenu Jain - Consultant" userId="327f6770-3028-4ebc-a323-7bd6e6757946" providerId="ADAL" clId="{BFAC53ED-5A51-3446-929C-218B078263F0}" dt="2024-07-21T00:24:50.977" v="186" actId="1076"/>
          <ac:picMkLst>
            <pc:docMk/>
            <pc:sldMk cId="3242214518" sldId="2147381343"/>
            <ac:picMk id="13" creationId="{23770ACD-BB87-7E79-F1FD-3091962B40F7}"/>
          </ac:picMkLst>
        </pc:picChg>
        <pc:cxnChg chg="mod">
          <ac:chgData name="Sheenu Jain - Consultant" userId="327f6770-3028-4ebc-a323-7bd6e6757946" providerId="ADAL" clId="{BFAC53ED-5A51-3446-929C-218B078263F0}" dt="2024-07-21T00:24:46.343" v="185" actId="1076"/>
          <ac:cxnSpMkLst>
            <pc:docMk/>
            <pc:sldMk cId="3242214518" sldId="2147381343"/>
            <ac:cxnSpMk id="5" creationId="{FC74FB3D-0B98-481E-7429-7C89611AD313}"/>
          </ac:cxnSpMkLst>
        </pc:cxnChg>
        <pc:cxnChg chg="mod">
          <ac:chgData name="Sheenu Jain - Consultant" userId="327f6770-3028-4ebc-a323-7bd6e6757946" providerId="ADAL" clId="{BFAC53ED-5A51-3446-929C-218B078263F0}" dt="2024-07-21T00:24:46.343" v="185" actId="1076"/>
          <ac:cxnSpMkLst>
            <pc:docMk/>
            <pc:sldMk cId="3242214518" sldId="2147381343"/>
            <ac:cxnSpMk id="6" creationId="{DA0AE36C-A5F0-0A19-FC40-2E7F3D84E4FF}"/>
          </ac:cxnSpMkLst>
        </pc:cxnChg>
        <pc:cxnChg chg="mod">
          <ac:chgData name="Sheenu Jain - Consultant" userId="327f6770-3028-4ebc-a323-7bd6e6757946" providerId="ADAL" clId="{BFAC53ED-5A51-3446-929C-218B078263F0}" dt="2024-07-21T00:24:46.343" v="185" actId="1076"/>
          <ac:cxnSpMkLst>
            <pc:docMk/>
            <pc:sldMk cId="3242214518" sldId="2147381343"/>
            <ac:cxnSpMk id="12" creationId="{A2D043A6-4524-1AD4-14E0-E30805822BD0}"/>
          </ac:cxnSpMkLst>
        </pc:cxnChg>
        <pc:cxnChg chg="mod">
          <ac:chgData name="Sheenu Jain - Consultant" userId="327f6770-3028-4ebc-a323-7bd6e6757946" providerId="ADAL" clId="{BFAC53ED-5A51-3446-929C-218B078263F0}" dt="2024-07-21T00:24:46.343" v="185" actId="1076"/>
          <ac:cxnSpMkLst>
            <pc:docMk/>
            <pc:sldMk cId="3242214518" sldId="2147381343"/>
            <ac:cxnSpMk id="14" creationId="{3A592548-8912-FFC0-F996-9154EA8DD5FD}"/>
          </ac:cxnSpMkLst>
        </pc:cxnChg>
        <pc:cxnChg chg="mod">
          <ac:chgData name="Sheenu Jain - Consultant" userId="327f6770-3028-4ebc-a323-7bd6e6757946" providerId="ADAL" clId="{BFAC53ED-5A51-3446-929C-218B078263F0}" dt="2024-07-21T00:24:46.343" v="185" actId="1076"/>
          <ac:cxnSpMkLst>
            <pc:docMk/>
            <pc:sldMk cId="3242214518" sldId="2147381343"/>
            <ac:cxnSpMk id="21" creationId="{3D2D36E8-6318-74F0-5166-204006076951}"/>
          </ac:cxnSpMkLst>
        </pc:cxnChg>
        <pc:cxnChg chg="mod">
          <ac:chgData name="Sheenu Jain - Consultant" userId="327f6770-3028-4ebc-a323-7bd6e6757946" providerId="ADAL" clId="{BFAC53ED-5A51-3446-929C-218B078263F0}" dt="2024-07-21T00:24:46.343" v="185" actId="1076"/>
          <ac:cxnSpMkLst>
            <pc:docMk/>
            <pc:sldMk cId="3242214518" sldId="2147381343"/>
            <ac:cxnSpMk id="22" creationId="{247C21F5-7BC8-4404-2602-93D60F5D1AAB}"/>
          </ac:cxnSpMkLst>
        </pc:cxnChg>
      </pc:sldChg>
      <pc:sldChg chg="addSp delSp modSp del mod modAnim">
        <pc:chgData name="Sheenu Jain - Consultant" userId="327f6770-3028-4ebc-a323-7bd6e6757946" providerId="ADAL" clId="{BFAC53ED-5A51-3446-929C-218B078263F0}" dt="2024-07-21T01:00:55.944" v="265" actId="2696"/>
        <pc:sldMkLst>
          <pc:docMk/>
          <pc:sldMk cId="4050296226" sldId="2147381344"/>
        </pc:sldMkLst>
        <pc:spChg chg="add del mod">
          <ac:chgData name="Sheenu Jain - Consultant" userId="327f6770-3028-4ebc-a323-7bd6e6757946" providerId="ADAL" clId="{BFAC53ED-5A51-3446-929C-218B078263F0}" dt="2024-07-21T01:00:50.007" v="264"/>
          <ac:spMkLst>
            <pc:docMk/>
            <pc:sldMk cId="4050296226" sldId="2147381344"/>
            <ac:spMk id="3" creationId="{BEC3DC0F-BED4-9E45-1B8E-9A7CA7CCA253}"/>
          </ac:spMkLst>
        </pc:spChg>
        <pc:spChg chg="mod">
          <ac:chgData name="Sheenu Jain - Consultant" userId="327f6770-3028-4ebc-a323-7bd6e6757946" providerId="ADAL" clId="{BFAC53ED-5A51-3446-929C-218B078263F0}" dt="2024-07-21T01:00:30.684" v="257" actId="20577"/>
          <ac:spMkLst>
            <pc:docMk/>
            <pc:sldMk cId="4050296226" sldId="2147381344"/>
            <ac:spMk id="33" creationId="{98E6794F-C2D2-8BA7-6FFC-F1555CFA2289}"/>
          </ac:spMkLst>
        </pc:spChg>
        <pc:spChg chg="mod">
          <ac:chgData name="Sheenu Jain - Consultant" userId="327f6770-3028-4ebc-a323-7bd6e6757946" providerId="ADAL" clId="{BFAC53ED-5A51-3446-929C-218B078263F0}" dt="2024-07-21T01:00:46.667" v="262" actId="1076"/>
          <ac:spMkLst>
            <pc:docMk/>
            <pc:sldMk cId="4050296226" sldId="2147381344"/>
            <ac:spMk id="42" creationId="{65146717-4EE1-623D-A136-BFB9EB67F101}"/>
          </ac:spMkLst>
        </pc:spChg>
        <pc:spChg chg="mod">
          <ac:chgData name="Sheenu Jain - Consultant" userId="327f6770-3028-4ebc-a323-7bd6e6757946" providerId="ADAL" clId="{BFAC53ED-5A51-3446-929C-218B078263F0}" dt="2024-07-21T00:58:37.934" v="235" actId="20577"/>
          <ac:spMkLst>
            <pc:docMk/>
            <pc:sldMk cId="4050296226" sldId="2147381344"/>
            <ac:spMk id="43" creationId="{51297482-9B2F-5DE3-9F0F-02CCB2C2ECF8}"/>
          </ac:spMkLst>
        </pc:spChg>
        <pc:spChg chg="mod">
          <ac:chgData name="Sheenu Jain - Consultant" userId="327f6770-3028-4ebc-a323-7bd6e6757946" providerId="ADAL" clId="{BFAC53ED-5A51-3446-929C-218B078263F0}" dt="2024-07-21T00:58:32.358" v="234" actId="2711"/>
          <ac:spMkLst>
            <pc:docMk/>
            <pc:sldMk cId="4050296226" sldId="2147381344"/>
            <ac:spMk id="44" creationId="{EA708E6F-1279-B3F3-E2C1-5D8525866A45}"/>
          </ac:spMkLst>
        </pc:spChg>
        <pc:spChg chg="mod">
          <ac:chgData name="Sheenu Jain - Consultant" userId="327f6770-3028-4ebc-a323-7bd6e6757946" providerId="ADAL" clId="{BFAC53ED-5A51-3446-929C-218B078263F0}" dt="2024-07-21T00:57:11.755" v="229" actId="1076"/>
          <ac:spMkLst>
            <pc:docMk/>
            <pc:sldMk cId="4050296226" sldId="2147381344"/>
            <ac:spMk id="45" creationId="{776F6B11-AB88-4F40-5109-84DD032E0F50}"/>
          </ac:spMkLst>
        </pc:spChg>
        <pc:spChg chg="mod">
          <ac:chgData name="Sheenu Jain - Consultant" userId="327f6770-3028-4ebc-a323-7bd6e6757946" providerId="ADAL" clId="{BFAC53ED-5A51-3446-929C-218B078263F0}" dt="2024-07-21T00:56:55.056" v="216" actId="1076"/>
          <ac:spMkLst>
            <pc:docMk/>
            <pc:sldMk cId="4050296226" sldId="2147381344"/>
            <ac:spMk id="46" creationId="{5196FF5E-0B11-29B0-236B-49CB36B66B18}"/>
          </ac:spMkLst>
        </pc:spChg>
      </pc:sldChg>
      <pc:sldChg chg="addSp delSp modSp mod modClrScheme chgLayout">
        <pc:chgData name="Sheenu Jain - Consultant" userId="327f6770-3028-4ebc-a323-7bd6e6757946" providerId="ADAL" clId="{BFAC53ED-5A51-3446-929C-218B078263F0}" dt="2024-07-29T23:12:29.812" v="1173" actId="20577"/>
        <pc:sldMkLst>
          <pc:docMk/>
          <pc:sldMk cId="3292188813" sldId="2147381347"/>
        </pc:sldMkLst>
        <pc:spChg chg="add del mod">
          <ac:chgData name="Sheenu Jain - Consultant" userId="327f6770-3028-4ebc-a323-7bd6e6757946" providerId="ADAL" clId="{BFAC53ED-5A51-3446-929C-218B078263F0}" dt="2024-07-27T07:02:03.298" v="337"/>
          <ac:spMkLst>
            <pc:docMk/>
            <pc:sldMk cId="3292188813" sldId="2147381347"/>
            <ac:spMk id="6" creationId="{4196525C-BD48-F94E-49ED-E89E9DD97076}"/>
          </ac:spMkLst>
        </pc:spChg>
        <pc:spChg chg="add del mod ord">
          <ac:chgData name="Sheenu Jain - Consultant" userId="327f6770-3028-4ebc-a323-7bd6e6757946" providerId="ADAL" clId="{BFAC53ED-5A51-3446-929C-218B078263F0}" dt="2024-07-27T07:02:24.420" v="339" actId="478"/>
          <ac:spMkLst>
            <pc:docMk/>
            <pc:sldMk cId="3292188813" sldId="2147381347"/>
            <ac:spMk id="8" creationId="{6957FA2B-4927-27C2-0C61-7478E8B5EBC8}"/>
          </ac:spMkLst>
        </pc:spChg>
        <pc:spChg chg="mod ord">
          <ac:chgData name="Sheenu Jain - Consultant" userId="327f6770-3028-4ebc-a323-7bd6e6757946" providerId="ADAL" clId="{BFAC53ED-5A51-3446-929C-218B078263F0}" dt="2024-07-27T07:02:18.976" v="338" actId="700"/>
          <ac:spMkLst>
            <pc:docMk/>
            <pc:sldMk cId="3292188813" sldId="2147381347"/>
            <ac:spMk id="13" creationId="{0C3DF6F1-55DD-F6E2-7519-1A70817765D7}"/>
          </ac:spMkLst>
        </pc:spChg>
        <pc:spChg chg="mod">
          <ac:chgData name="Sheenu Jain - Consultant" userId="327f6770-3028-4ebc-a323-7bd6e6757946" providerId="ADAL" clId="{BFAC53ED-5A51-3446-929C-218B078263F0}" dt="2024-07-29T23:12:29.812" v="1173" actId="20577"/>
          <ac:spMkLst>
            <pc:docMk/>
            <pc:sldMk cId="3292188813" sldId="2147381347"/>
            <ac:spMk id="85" creationId="{1FB225E1-96C1-4603-BFEF-6D0959B90943}"/>
          </ac:spMkLst>
        </pc:spChg>
        <pc:spChg chg="mod">
          <ac:chgData name="Sheenu Jain - Consultant" userId="327f6770-3028-4ebc-a323-7bd6e6757946" providerId="ADAL" clId="{BFAC53ED-5A51-3446-929C-218B078263F0}" dt="2024-07-27T07:01:13.517" v="334" actId="1076"/>
          <ac:spMkLst>
            <pc:docMk/>
            <pc:sldMk cId="3292188813" sldId="2147381347"/>
            <ac:spMk id="93" creationId="{CE710ED1-369B-4A5E-8FF0-29009F3BC234}"/>
          </ac:spMkLst>
        </pc:spChg>
      </pc:sldChg>
      <pc:sldChg chg="modSp mod">
        <pc:chgData name="Sheenu Jain - Consultant" userId="327f6770-3028-4ebc-a323-7bd6e6757946" providerId="ADAL" clId="{BFAC53ED-5A51-3446-929C-218B078263F0}" dt="2024-08-11T01:13:53.351" v="1275" actId="120"/>
        <pc:sldMkLst>
          <pc:docMk/>
          <pc:sldMk cId="2782849434" sldId="2147381382"/>
        </pc:sldMkLst>
        <pc:spChg chg="mod">
          <ac:chgData name="Sheenu Jain - Consultant" userId="327f6770-3028-4ebc-a323-7bd6e6757946" providerId="ADAL" clId="{BFAC53ED-5A51-3446-929C-218B078263F0}" dt="2024-08-11T01:13:13.423" v="1267" actId="20577"/>
          <ac:spMkLst>
            <pc:docMk/>
            <pc:sldMk cId="2782849434" sldId="2147381382"/>
            <ac:spMk id="7" creationId="{F8D425E5-72EE-23D6-632A-8F48EA681C28}"/>
          </ac:spMkLst>
        </pc:spChg>
        <pc:spChg chg="mod">
          <ac:chgData name="Sheenu Jain - Consultant" userId="327f6770-3028-4ebc-a323-7bd6e6757946" providerId="ADAL" clId="{BFAC53ED-5A51-3446-929C-218B078263F0}" dt="2024-08-11T01:13:37.497" v="1272" actId="1076"/>
          <ac:spMkLst>
            <pc:docMk/>
            <pc:sldMk cId="2782849434" sldId="2147381382"/>
            <ac:spMk id="8" creationId="{24E78D6E-A907-959E-DF70-A6CEBAF68B35}"/>
          </ac:spMkLst>
        </pc:spChg>
        <pc:graphicFrameChg chg="modGraphic">
          <ac:chgData name="Sheenu Jain - Consultant" userId="327f6770-3028-4ebc-a323-7bd6e6757946" providerId="ADAL" clId="{BFAC53ED-5A51-3446-929C-218B078263F0}" dt="2024-08-11T01:13:48.459" v="1274" actId="120"/>
          <ac:graphicFrameMkLst>
            <pc:docMk/>
            <pc:sldMk cId="2782849434" sldId="2147381382"/>
            <ac:graphicFrameMk id="2" creationId="{A02BB49F-4671-B003-6F7B-2BF68A4A7B8F}"/>
          </ac:graphicFrameMkLst>
        </pc:graphicFrameChg>
        <pc:graphicFrameChg chg="mod modGraphic">
          <ac:chgData name="Sheenu Jain - Consultant" userId="327f6770-3028-4ebc-a323-7bd6e6757946" providerId="ADAL" clId="{BFAC53ED-5A51-3446-929C-218B078263F0}" dt="2024-08-11T01:13:43.208" v="1273" actId="120"/>
          <ac:graphicFrameMkLst>
            <pc:docMk/>
            <pc:sldMk cId="2782849434" sldId="2147381382"/>
            <ac:graphicFrameMk id="4" creationId="{B25CF13A-8161-DA24-2447-E8F4B1346998}"/>
          </ac:graphicFrameMkLst>
        </pc:graphicFrameChg>
        <pc:graphicFrameChg chg="modGraphic">
          <ac:chgData name="Sheenu Jain - Consultant" userId="327f6770-3028-4ebc-a323-7bd6e6757946" providerId="ADAL" clId="{BFAC53ED-5A51-3446-929C-218B078263F0}" dt="2024-08-11T01:13:53.351" v="1275" actId="120"/>
          <ac:graphicFrameMkLst>
            <pc:docMk/>
            <pc:sldMk cId="2782849434" sldId="2147381382"/>
            <ac:graphicFrameMk id="10" creationId="{39D02F67-96F9-44DE-B1CD-E8F5A6CCE5B7}"/>
          </ac:graphicFrameMkLst>
        </pc:graphicFrameChg>
      </pc:sldChg>
      <pc:sldChg chg="modSp mod">
        <pc:chgData name="Sheenu Jain - Consultant" userId="327f6770-3028-4ebc-a323-7bd6e6757946" providerId="ADAL" clId="{BFAC53ED-5A51-3446-929C-218B078263F0}" dt="2024-08-11T01:14:15.424" v="1282" actId="1076"/>
        <pc:sldMkLst>
          <pc:docMk/>
          <pc:sldMk cId="792930910" sldId="2147381383"/>
        </pc:sldMkLst>
        <pc:spChg chg="mod">
          <ac:chgData name="Sheenu Jain - Consultant" userId="327f6770-3028-4ebc-a323-7bd6e6757946" providerId="ADAL" clId="{BFAC53ED-5A51-3446-929C-218B078263F0}" dt="2024-08-11T01:13:23.957" v="1269"/>
          <ac:spMkLst>
            <pc:docMk/>
            <pc:sldMk cId="792930910" sldId="2147381383"/>
            <ac:spMk id="7" creationId="{F8D425E5-72EE-23D6-632A-8F48EA681C28}"/>
          </ac:spMkLst>
        </pc:spChg>
        <pc:spChg chg="mod">
          <ac:chgData name="Sheenu Jain - Consultant" userId="327f6770-3028-4ebc-a323-7bd6e6757946" providerId="ADAL" clId="{BFAC53ED-5A51-3446-929C-218B078263F0}" dt="2024-08-11T01:14:03.314" v="1278" actId="1076"/>
          <ac:spMkLst>
            <pc:docMk/>
            <pc:sldMk cId="792930910" sldId="2147381383"/>
            <ac:spMk id="8" creationId="{24E78D6E-A907-959E-DF70-A6CEBAF68B35}"/>
          </ac:spMkLst>
        </pc:spChg>
        <pc:spChg chg="mod">
          <ac:chgData name="Sheenu Jain - Consultant" userId="327f6770-3028-4ebc-a323-7bd6e6757946" providerId="ADAL" clId="{BFAC53ED-5A51-3446-929C-218B078263F0}" dt="2024-08-11T01:14:15.424" v="1282" actId="1076"/>
          <ac:spMkLst>
            <pc:docMk/>
            <pc:sldMk cId="792930910" sldId="2147381383"/>
            <ac:spMk id="53" creationId="{9F9136A9-1B68-A894-2008-9416E532BED1}"/>
          </ac:spMkLst>
        </pc:spChg>
        <pc:graphicFrameChg chg="modGraphic">
          <ac:chgData name="Sheenu Jain - Consultant" userId="327f6770-3028-4ebc-a323-7bd6e6757946" providerId="ADAL" clId="{BFAC53ED-5A51-3446-929C-218B078263F0}" dt="2024-08-11T01:14:11.102" v="1280" actId="120"/>
          <ac:graphicFrameMkLst>
            <pc:docMk/>
            <pc:sldMk cId="792930910" sldId="2147381383"/>
            <ac:graphicFrameMk id="2" creationId="{A02BB49F-4671-B003-6F7B-2BF68A4A7B8F}"/>
          </ac:graphicFrameMkLst>
        </pc:graphicFrameChg>
        <pc:graphicFrameChg chg="mod modGraphic">
          <ac:chgData name="Sheenu Jain - Consultant" userId="327f6770-3028-4ebc-a323-7bd6e6757946" providerId="ADAL" clId="{BFAC53ED-5A51-3446-929C-218B078263F0}" dt="2024-08-11T01:14:14.849" v="1281" actId="120"/>
          <ac:graphicFrameMkLst>
            <pc:docMk/>
            <pc:sldMk cId="792930910" sldId="2147381383"/>
            <ac:graphicFrameMk id="4" creationId="{B25CF13A-8161-DA24-2447-E8F4B1346998}"/>
          </ac:graphicFrameMkLst>
        </pc:graphicFrameChg>
        <pc:graphicFrameChg chg="modGraphic">
          <ac:chgData name="Sheenu Jain - Consultant" userId="327f6770-3028-4ebc-a323-7bd6e6757946" providerId="ADAL" clId="{BFAC53ED-5A51-3446-929C-218B078263F0}" dt="2024-08-11T01:14:06.953" v="1279" actId="120"/>
          <ac:graphicFrameMkLst>
            <pc:docMk/>
            <pc:sldMk cId="792930910" sldId="2147381383"/>
            <ac:graphicFrameMk id="10" creationId="{39D02F67-96F9-44DE-B1CD-E8F5A6CCE5B7}"/>
          </ac:graphicFrameMkLst>
        </pc:graphicFrameChg>
      </pc:sldChg>
      <pc:sldChg chg="modSp mod modShow">
        <pc:chgData name="Sheenu Jain - Consultant" userId="327f6770-3028-4ebc-a323-7bd6e6757946" providerId="ADAL" clId="{BFAC53ED-5A51-3446-929C-218B078263F0}" dt="2024-08-11T01:15:05.588" v="1300" actId="120"/>
        <pc:sldMkLst>
          <pc:docMk/>
          <pc:sldMk cId="2908364237" sldId="2147381384"/>
        </pc:sldMkLst>
        <pc:spChg chg="mod">
          <ac:chgData name="Sheenu Jain - Consultant" userId="327f6770-3028-4ebc-a323-7bd6e6757946" providerId="ADAL" clId="{BFAC53ED-5A51-3446-929C-218B078263F0}" dt="2024-08-11T01:14:42.910" v="1295" actId="20577"/>
          <ac:spMkLst>
            <pc:docMk/>
            <pc:sldMk cId="2908364237" sldId="2147381384"/>
            <ac:spMk id="7" creationId="{F8D425E5-72EE-23D6-632A-8F48EA681C28}"/>
          </ac:spMkLst>
        </pc:spChg>
        <pc:spChg chg="mod">
          <ac:chgData name="Sheenu Jain - Consultant" userId="327f6770-3028-4ebc-a323-7bd6e6757946" providerId="ADAL" clId="{BFAC53ED-5A51-3446-929C-218B078263F0}" dt="2024-08-11T01:14:56.363" v="1298" actId="1076"/>
          <ac:spMkLst>
            <pc:docMk/>
            <pc:sldMk cId="2908364237" sldId="2147381384"/>
            <ac:spMk id="8" creationId="{24E78D6E-A907-959E-DF70-A6CEBAF68B35}"/>
          </ac:spMkLst>
        </pc:spChg>
        <pc:graphicFrameChg chg="modGraphic">
          <ac:chgData name="Sheenu Jain - Consultant" userId="327f6770-3028-4ebc-a323-7bd6e6757946" providerId="ADAL" clId="{BFAC53ED-5A51-3446-929C-218B078263F0}" dt="2024-08-11T01:15:05.588" v="1300" actId="120"/>
          <ac:graphicFrameMkLst>
            <pc:docMk/>
            <pc:sldMk cId="2908364237" sldId="2147381384"/>
            <ac:graphicFrameMk id="2" creationId="{A02BB49F-4671-B003-6F7B-2BF68A4A7B8F}"/>
          </ac:graphicFrameMkLst>
        </pc:graphicFrameChg>
        <pc:graphicFrameChg chg="mod modGraphic">
          <ac:chgData name="Sheenu Jain - Consultant" userId="327f6770-3028-4ebc-a323-7bd6e6757946" providerId="ADAL" clId="{BFAC53ED-5A51-3446-929C-218B078263F0}" dt="2024-08-11T01:15:02.601" v="1299" actId="120"/>
          <ac:graphicFrameMkLst>
            <pc:docMk/>
            <pc:sldMk cId="2908364237" sldId="2147381384"/>
            <ac:graphicFrameMk id="4" creationId="{B25CF13A-8161-DA24-2447-E8F4B1346998}"/>
          </ac:graphicFrameMkLst>
        </pc:graphicFrameChg>
      </pc:sldChg>
      <pc:sldChg chg="addSp modSp mod">
        <pc:chgData name="Sheenu Jain - Consultant" userId="327f6770-3028-4ebc-a323-7bd6e6757946" providerId="ADAL" clId="{BFAC53ED-5A51-3446-929C-218B078263F0}" dt="2024-07-27T07:14:28.949" v="419" actId="403"/>
        <pc:sldMkLst>
          <pc:docMk/>
          <pc:sldMk cId="2433853930" sldId="2147381391"/>
        </pc:sldMkLst>
        <pc:spChg chg="mod">
          <ac:chgData name="Sheenu Jain - Consultant" userId="327f6770-3028-4ebc-a323-7bd6e6757946" providerId="ADAL" clId="{BFAC53ED-5A51-3446-929C-218B078263F0}" dt="2024-07-27T07:13:55.229" v="414" actId="2711"/>
          <ac:spMkLst>
            <pc:docMk/>
            <pc:sldMk cId="2433853930" sldId="2147381391"/>
            <ac:spMk id="2" creationId="{6BC9059A-1D5F-C9C9-B1D4-323537C98FA9}"/>
          </ac:spMkLst>
        </pc:spChg>
        <pc:spChg chg="mod">
          <ac:chgData name="Sheenu Jain - Consultant" userId="327f6770-3028-4ebc-a323-7bd6e6757946" providerId="ADAL" clId="{BFAC53ED-5A51-3446-929C-218B078263F0}" dt="2024-07-27T07:14:28.949" v="419" actId="403"/>
          <ac:spMkLst>
            <pc:docMk/>
            <pc:sldMk cId="2433853930" sldId="2147381391"/>
            <ac:spMk id="3" creationId="{C24C70A4-293A-0A49-23E4-2FA8F6EAED29}"/>
          </ac:spMkLst>
        </pc:spChg>
        <pc:spChg chg="mod">
          <ac:chgData name="Sheenu Jain - Consultant" userId="327f6770-3028-4ebc-a323-7bd6e6757946" providerId="ADAL" clId="{BFAC53ED-5A51-3446-929C-218B078263F0}" dt="2024-07-27T07:14:25.457" v="418" actId="403"/>
          <ac:spMkLst>
            <pc:docMk/>
            <pc:sldMk cId="2433853930" sldId="2147381391"/>
            <ac:spMk id="5" creationId="{81E1B680-09A4-88E1-8734-456C286E67D6}"/>
          </ac:spMkLst>
        </pc:spChg>
        <pc:spChg chg="mod">
          <ac:chgData name="Sheenu Jain - Consultant" userId="327f6770-3028-4ebc-a323-7bd6e6757946" providerId="ADAL" clId="{BFAC53ED-5A51-3446-929C-218B078263F0}" dt="2024-07-27T07:14:20.396" v="417" actId="403"/>
          <ac:spMkLst>
            <pc:docMk/>
            <pc:sldMk cId="2433853930" sldId="2147381391"/>
            <ac:spMk id="8" creationId="{3A8789C8-8C73-F6B3-E29E-8A4C6852E25D}"/>
          </ac:spMkLst>
        </pc:spChg>
        <pc:spChg chg="mod">
          <ac:chgData name="Sheenu Jain - Consultant" userId="327f6770-3028-4ebc-a323-7bd6e6757946" providerId="ADAL" clId="{BFAC53ED-5A51-3446-929C-218B078263F0}" dt="2024-07-27T07:14:01.498" v="415" actId="2711"/>
          <ac:spMkLst>
            <pc:docMk/>
            <pc:sldMk cId="2433853930" sldId="2147381391"/>
            <ac:spMk id="9" creationId="{94A64C60-EF8F-70D1-DF8B-425076FF8E4A}"/>
          </ac:spMkLst>
        </pc:spChg>
        <pc:spChg chg="mod">
          <ac:chgData name="Sheenu Jain - Consultant" userId="327f6770-3028-4ebc-a323-7bd6e6757946" providerId="ADAL" clId="{BFAC53ED-5A51-3446-929C-218B078263F0}" dt="2024-07-27T07:14:08.598" v="416" actId="2711"/>
          <ac:spMkLst>
            <pc:docMk/>
            <pc:sldMk cId="2433853930" sldId="2147381391"/>
            <ac:spMk id="10" creationId="{9DDC65E6-1ED4-EB8F-C23C-82D51B8E059B}"/>
          </ac:spMkLst>
        </pc:spChg>
        <pc:spChg chg="mod">
          <ac:chgData name="Sheenu Jain - Consultant" userId="327f6770-3028-4ebc-a323-7bd6e6757946" providerId="ADAL" clId="{BFAC53ED-5A51-3446-929C-218B078263F0}" dt="2024-07-27T06:56:02.695" v="306" actId="255"/>
          <ac:spMkLst>
            <pc:docMk/>
            <pc:sldMk cId="2433853930" sldId="2147381391"/>
            <ac:spMk id="47" creationId="{BDC066D1-1808-64DD-3490-FF0C49DFEA8C}"/>
          </ac:spMkLst>
        </pc:spChg>
        <pc:picChg chg="mod">
          <ac:chgData name="Sheenu Jain - Consultant" userId="327f6770-3028-4ebc-a323-7bd6e6757946" providerId="ADAL" clId="{BFAC53ED-5A51-3446-929C-218B078263F0}" dt="2024-07-21T00:26:49.798" v="202" actId="1076"/>
          <ac:picMkLst>
            <pc:docMk/>
            <pc:sldMk cId="2433853930" sldId="2147381391"/>
            <ac:picMk id="14" creationId="{86AF2F70-0BD2-A8B2-EC1C-135202974F78}"/>
          </ac:picMkLst>
        </pc:picChg>
        <pc:picChg chg="mod">
          <ac:chgData name="Sheenu Jain - Consultant" userId="327f6770-3028-4ebc-a323-7bd6e6757946" providerId="ADAL" clId="{BFAC53ED-5A51-3446-929C-218B078263F0}" dt="2024-07-21T00:26:52.356" v="203" actId="1076"/>
          <ac:picMkLst>
            <pc:docMk/>
            <pc:sldMk cId="2433853930" sldId="2147381391"/>
            <ac:picMk id="18" creationId="{D3C9DE55-912F-1D60-8F5D-D0B766F44947}"/>
          </ac:picMkLst>
        </pc:picChg>
        <pc:picChg chg="mod">
          <ac:chgData name="Sheenu Jain - Consultant" userId="327f6770-3028-4ebc-a323-7bd6e6757946" providerId="ADAL" clId="{BFAC53ED-5A51-3446-929C-218B078263F0}" dt="2024-07-21T00:26:47.439" v="201" actId="1076"/>
          <ac:picMkLst>
            <pc:docMk/>
            <pc:sldMk cId="2433853930" sldId="2147381391"/>
            <ac:picMk id="23" creationId="{E72463A4-7945-DC41-3795-154530A34ABC}"/>
          </ac:picMkLst>
        </pc:picChg>
        <pc:cxnChg chg="add mod">
          <ac:chgData name="Sheenu Jain - Consultant" userId="327f6770-3028-4ebc-a323-7bd6e6757946" providerId="ADAL" clId="{BFAC53ED-5A51-3446-929C-218B078263F0}" dt="2024-07-21T00:27:08.864" v="208" actId="1076"/>
          <ac:cxnSpMkLst>
            <pc:docMk/>
            <pc:sldMk cId="2433853930" sldId="2147381391"/>
            <ac:cxnSpMk id="4" creationId="{E691DCA3-55E7-84B6-863C-F6371229DC7F}"/>
          </ac:cxnSpMkLst>
        </pc:cxnChg>
        <pc:cxnChg chg="add mod">
          <ac:chgData name="Sheenu Jain - Consultant" userId="327f6770-3028-4ebc-a323-7bd6e6757946" providerId="ADAL" clId="{BFAC53ED-5A51-3446-929C-218B078263F0}" dt="2024-07-21T00:27:00.723" v="206" actId="1076"/>
          <ac:cxnSpMkLst>
            <pc:docMk/>
            <pc:sldMk cId="2433853930" sldId="2147381391"/>
            <ac:cxnSpMk id="6" creationId="{6A2184C7-42D2-A258-D250-5C69EDE8970C}"/>
          </ac:cxnSpMkLst>
        </pc:cxnChg>
      </pc:sldChg>
      <pc:sldChg chg="addSp delSp modSp mod">
        <pc:chgData name="Sheenu Jain - Consultant" userId="327f6770-3028-4ebc-a323-7bd6e6757946" providerId="ADAL" clId="{BFAC53ED-5A51-3446-929C-218B078263F0}" dt="2024-07-29T23:20:28.496" v="1184" actId="1076"/>
        <pc:sldMkLst>
          <pc:docMk/>
          <pc:sldMk cId="3723467802" sldId="2147381393"/>
        </pc:sldMkLst>
        <pc:spChg chg="mod">
          <ac:chgData name="Sheenu Jain - Consultant" userId="327f6770-3028-4ebc-a323-7bd6e6757946" providerId="ADAL" clId="{BFAC53ED-5A51-3446-929C-218B078263F0}" dt="2024-07-27T07:15:39.939" v="439" actId="20577"/>
          <ac:spMkLst>
            <pc:docMk/>
            <pc:sldMk cId="3723467802" sldId="2147381393"/>
            <ac:spMk id="4" creationId="{5A750059-95B0-B217-EA0F-A6F5B21972F6}"/>
          </ac:spMkLst>
        </pc:spChg>
        <pc:spChg chg="mod">
          <ac:chgData name="Sheenu Jain - Consultant" userId="327f6770-3028-4ebc-a323-7bd6e6757946" providerId="ADAL" clId="{BFAC53ED-5A51-3446-929C-218B078263F0}" dt="2024-07-27T07:15:48.427" v="460" actId="20577"/>
          <ac:spMkLst>
            <pc:docMk/>
            <pc:sldMk cId="3723467802" sldId="2147381393"/>
            <ac:spMk id="5" creationId="{A5484FEE-4E6C-4678-3B58-6607931E8483}"/>
          </ac:spMkLst>
        </pc:spChg>
        <pc:spChg chg="mod">
          <ac:chgData name="Sheenu Jain - Consultant" userId="327f6770-3028-4ebc-a323-7bd6e6757946" providerId="ADAL" clId="{BFAC53ED-5A51-3446-929C-218B078263F0}" dt="2024-07-21T00:23:01.575" v="169" actId="20577"/>
          <ac:spMkLst>
            <pc:docMk/>
            <pc:sldMk cId="3723467802" sldId="2147381393"/>
            <ac:spMk id="10" creationId="{92DC8D28-BBD5-A07F-6EBC-79DD2A54A3DA}"/>
          </ac:spMkLst>
        </pc:spChg>
        <pc:spChg chg="mod">
          <ac:chgData name="Sheenu Jain - Consultant" userId="327f6770-3028-4ebc-a323-7bd6e6757946" providerId="ADAL" clId="{BFAC53ED-5A51-3446-929C-218B078263F0}" dt="2024-07-21T00:22:54.136" v="168" actId="20577"/>
          <ac:spMkLst>
            <pc:docMk/>
            <pc:sldMk cId="3723467802" sldId="2147381393"/>
            <ac:spMk id="11" creationId="{9C8C675D-FB66-2E58-34CD-E854096013EC}"/>
          </ac:spMkLst>
        </pc:spChg>
        <pc:spChg chg="add del mod">
          <ac:chgData name="Sheenu Jain - Consultant" userId="327f6770-3028-4ebc-a323-7bd6e6757946" providerId="ADAL" clId="{BFAC53ED-5A51-3446-929C-218B078263F0}" dt="2024-07-29T23:19:16.839" v="1175" actId="478"/>
          <ac:spMkLst>
            <pc:docMk/>
            <pc:sldMk cId="3723467802" sldId="2147381393"/>
            <ac:spMk id="12" creationId="{2BC5FE9B-EEEB-1575-751B-DBFE8DECD99D}"/>
          </ac:spMkLst>
        </pc:spChg>
        <pc:picChg chg="add mod">
          <ac:chgData name="Sheenu Jain - Consultant" userId="327f6770-3028-4ebc-a323-7bd6e6757946" providerId="ADAL" clId="{BFAC53ED-5A51-3446-929C-218B078263F0}" dt="2024-07-29T23:20:28.496" v="1184" actId="1076"/>
          <ac:picMkLst>
            <pc:docMk/>
            <pc:sldMk cId="3723467802" sldId="2147381393"/>
            <ac:picMk id="13" creationId="{2DE97C12-F1A0-88C4-F21B-160960BCD710}"/>
          </ac:picMkLst>
        </pc:picChg>
      </pc:sldChg>
      <pc:sldChg chg="modSp del mod ord">
        <pc:chgData name="Sheenu Jain - Consultant" userId="327f6770-3028-4ebc-a323-7bd6e6757946" providerId="ADAL" clId="{BFAC53ED-5A51-3446-929C-218B078263F0}" dt="2024-07-28T01:54:02.647" v="824" actId="2696"/>
        <pc:sldMkLst>
          <pc:docMk/>
          <pc:sldMk cId="248223603" sldId="2147381395"/>
        </pc:sldMkLst>
        <pc:spChg chg="mod">
          <ac:chgData name="Sheenu Jain - Consultant" userId="327f6770-3028-4ebc-a323-7bd6e6757946" providerId="ADAL" clId="{BFAC53ED-5A51-3446-929C-218B078263F0}" dt="2024-07-27T07:10:35.892" v="398" actId="20577"/>
          <ac:spMkLst>
            <pc:docMk/>
            <pc:sldMk cId="248223603" sldId="2147381395"/>
            <ac:spMk id="69" creationId="{4718EB33-082B-7078-1D6E-B3A2578E2C9A}"/>
          </ac:spMkLst>
        </pc:spChg>
        <pc:grpChg chg="mod">
          <ac:chgData name="Sheenu Jain - Consultant" userId="327f6770-3028-4ebc-a323-7bd6e6757946" providerId="ADAL" clId="{BFAC53ED-5A51-3446-929C-218B078263F0}" dt="2024-07-21T00:20:51.170" v="137" actId="1076"/>
          <ac:grpSpMkLst>
            <pc:docMk/>
            <pc:sldMk cId="248223603" sldId="2147381395"/>
            <ac:grpSpMk id="88" creationId="{418BB7BC-A928-84DF-BCED-92A1C2FAD45A}"/>
          </ac:grpSpMkLst>
        </pc:grpChg>
      </pc:sldChg>
      <pc:sldChg chg="modSp mod">
        <pc:chgData name="Sheenu Jain - Consultant" userId="327f6770-3028-4ebc-a323-7bd6e6757946" providerId="ADAL" clId="{BFAC53ED-5A51-3446-929C-218B078263F0}" dt="2024-07-27T06:48:31.270" v="271" actId="2711"/>
        <pc:sldMkLst>
          <pc:docMk/>
          <pc:sldMk cId="3735479972" sldId="2147381399"/>
        </pc:sldMkLst>
        <pc:spChg chg="mod">
          <ac:chgData name="Sheenu Jain - Consultant" userId="327f6770-3028-4ebc-a323-7bd6e6757946" providerId="ADAL" clId="{BFAC53ED-5A51-3446-929C-218B078263F0}" dt="2024-07-27T06:48:31.270" v="271" actId="2711"/>
          <ac:spMkLst>
            <pc:docMk/>
            <pc:sldMk cId="3735479972" sldId="2147381399"/>
            <ac:spMk id="2" creationId="{FA64AC98-73AE-598E-79B2-97471CFD1103}"/>
          </ac:spMkLst>
        </pc:spChg>
        <pc:spChg chg="mod">
          <ac:chgData name="Sheenu Jain - Consultant" userId="327f6770-3028-4ebc-a323-7bd6e6757946" providerId="ADAL" clId="{BFAC53ED-5A51-3446-929C-218B078263F0}" dt="2024-07-27T06:48:19.431" v="269" actId="2711"/>
          <ac:spMkLst>
            <pc:docMk/>
            <pc:sldMk cId="3735479972" sldId="2147381399"/>
            <ac:spMk id="3" creationId="{23B90C9C-873F-359E-9E0E-9BF48D08EC1A}"/>
          </ac:spMkLst>
        </pc:spChg>
      </pc:sldChg>
      <pc:sldChg chg="addSp delSp modSp mod modClrScheme delAnim chgLayout">
        <pc:chgData name="Sheenu Jain - Consultant" userId="327f6770-3028-4ebc-a323-7bd6e6757946" providerId="ADAL" clId="{BFAC53ED-5A51-3446-929C-218B078263F0}" dt="2024-07-29T22:36:15.679" v="942" actId="478"/>
        <pc:sldMkLst>
          <pc:docMk/>
          <pc:sldMk cId="2557910124" sldId="2147381400"/>
        </pc:sldMkLst>
        <pc:spChg chg="mod ord">
          <ac:chgData name="Sheenu Jain - Consultant" userId="327f6770-3028-4ebc-a323-7bd6e6757946" providerId="ADAL" clId="{BFAC53ED-5A51-3446-929C-218B078263F0}" dt="2024-07-28T01:29:02.803" v="566" actId="700"/>
          <ac:spMkLst>
            <pc:docMk/>
            <pc:sldMk cId="2557910124" sldId="2147381400"/>
            <ac:spMk id="2" creationId="{E0049F22-C8FA-8BDD-4C9C-CF8CEE864740}"/>
          </ac:spMkLst>
        </pc:spChg>
        <pc:spChg chg="mod ord">
          <ac:chgData name="Sheenu Jain - Consultant" userId="327f6770-3028-4ebc-a323-7bd6e6757946" providerId="ADAL" clId="{BFAC53ED-5A51-3446-929C-218B078263F0}" dt="2024-07-28T01:29:02.803" v="566" actId="700"/>
          <ac:spMkLst>
            <pc:docMk/>
            <pc:sldMk cId="2557910124" sldId="2147381400"/>
            <ac:spMk id="3" creationId="{688FC7F7-0291-6D51-B21C-683C0EF06AA8}"/>
          </ac:spMkLst>
        </pc:spChg>
        <pc:spChg chg="del mod ord">
          <ac:chgData name="Sheenu Jain - Consultant" userId="327f6770-3028-4ebc-a323-7bd6e6757946" providerId="ADAL" clId="{BFAC53ED-5A51-3446-929C-218B078263F0}" dt="2024-07-28T01:24:48.553" v="502" actId="478"/>
          <ac:spMkLst>
            <pc:docMk/>
            <pc:sldMk cId="2557910124" sldId="2147381400"/>
            <ac:spMk id="4" creationId="{11FBB0E6-4760-76FC-3F7B-147C46134FCE}"/>
          </ac:spMkLst>
        </pc:spChg>
        <pc:spChg chg="add del mod">
          <ac:chgData name="Sheenu Jain - Consultant" userId="327f6770-3028-4ebc-a323-7bd6e6757946" providerId="ADAL" clId="{BFAC53ED-5A51-3446-929C-218B078263F0}" dt="2024-07-29T22:36:11.763" v="940" actId="478"/>
          <ac:spMkLst>
            <pc:docMk/>
            <pc:sldMk cId="2557910124" sldId="2147381400"/>
            <ac:spMk id="4" creationId="{C679F069-C853-9710-E591-604CCBEB57D8}"/>
          </ac:spMkLst>
        </pc:spChg>
        <pc:spChg chg="add del mod ord">
          <ac:chgData name="Sheenu Jain - Consultant" userId="327f6770-3028-4ebc-a323-7bd6e6757946" providerId="ADAL" clId="{BFAC53ED-5A51-3446-929C-218B078263F0}" dt="2024-07-27T07:09:48.715" v="391" actId="700"/>
          <ac:spMkLst>
            <pc:docMk/>
            <pc:sldMk cId="2557910124" sldId="2147381400"/>
            <ac:spMk id="5" creationId="{79BB38C0-0648-1711-3DF9-4559382BA075}"/>
          </ac:spMkLst>
        </pc:spChg>
        <pc:spChg chg="add del mod">
          <ac:chgData name="Sheenu Jain - Consultant" userId="327f6770-3028-4ebc-a323-7bd6e6757946" providerId="ADAL" clId="{BFAC53ED-5A51-3446-929C-218B078263F0}" dt="2024-07-29T22:36:15.679" v="942" actId="478"/>
          <ac:spMkLst>
            <pc:docMk/>
            <pc:sldMk cId="2557910124" sldId="2147381400"/>
            <ac:spMk id="5" creationId="{B8E0D23E-F1A4-4E74-E77F-3163354ADF83}"/>
          </ac:spMkLst>
        </pc:spChg>
        <pc:spChg chg="add del mod">
          <ac:chgData name="Sheenu Jain - Consultant" userId="327f6770-3028-4ebc-a323-7bd6e6757946" providerId="ADAL" clId="{BFAC53ED-5A51-3446-929C-218B078263F0}" dt="2024-07-28T01:24:23.318" v="494" actId="478"/>
          <ac:spMkLst>
            <pc:docMk/>
            <pc:sldMk cId="2557910124" sldId="2147381400"/>
            <ac:spMk id="6" creationId="{CE9ECE00-05C6-0016-D7BA-38B9B2369ECD}"/>
          </ac:spMkLst>
        </pc:spChg>
        <pc:spChg chg="add del mod ord">
          <ac:chgData name="Sheenu Jain - Consultant" userId="327f6770-3028-4ebc-a323-7bd6e6757946" providerId="ADAL" clId="{BFAC53ED-5A51-3446-929C-218B078263F0}" dt="2024-07-27T07:09:48.715" v="391" actId="700"/>
          <ac:spMkLst>
            <pc:docMk/>
            <pc:sldMk cId="2557910124" sldId="2147381400"/>
            <ac:spMk id="6" creationId="{E110F6D2-1E82-D83C-6141-5C71C2B1CEAB}"/>
          </ac:spMkLst>
        </pc:spChg>
        <pc:spChg chg="add del mod ord">
          <ac:chgData name="Sheenu Jain - Consultant" userId="327f6770-3028-4ebc-a323-7bd6e6757946" providerId="ADAL" clId="{BFAC53ED-5A51-3446-929C-218B078263F0}" dt="2024-07-27T07:09:48.715" v="391" actId="700"/>
          <ac:spMkLst>
            <pc:docMk/>
            <pc:sldMk cId="2557910124" sldId="2147381400"/>
            <ac:spMk id="7" creationId="{5F5EE902-724F-3093-4201-E4D2BB32876A}"/>
          </ac:spMkLst>
        </pc:spChg>
        <pc:spChg chg="add del mod">
          <ac:chgData name="Sheenu Jain - Consultant" userId="327f6770-3028-4ebc-a323-7bd6e6757946" providerId="ADAL" clId="{BFAC53ED-5A51-3446-929C-218B078263F0}" dt="2024-07-28T01:25:36.216" v="515" actId="478"/>
          <ac:spMkLst>
            <pc:docMk/>
            <pc:sldMk cId="2557910124" sldId="2147381400"/>
            <ac:spMk id="8" creationId="{5FC9E003-BBC0-9704-1E9D-ED127D9E802F}"/>
          </ac:spMkLst>
        </pc:spChg>
        <pc:spChg chg="del mod ord">
          <ac:chgData name="Sheenu Jain - Consultant" userId="327f6770-3028-4ebc-a323-7bd6e6757946" providerId="ADAL" clId="{BFAC53ED-5A51-3446-929C-218B078263F0}" dt="2024-07-28T01:24:40.638" v="499" actId="478"/>
          <ac:spMkLst>
            <pc:docMk/>
            <pc:sldMk cId="2557910124" sldId="2147381400"/>
            <ac:spMk id="9" creationId="{7735F6AD-156F-F4B4-F8A2-DBA7C2CEA394}"/>
          </ac:spMkLst>
        </pc:spChg>
        <pc:spChg chg="del mod ord">
          <ac:chgData name="Sheenu Jain - Consultant" userId="327f6770-3028-4ebc-a323-7bd6e6757946" providerId="ADAL" clId="{BFAC53ED-5A51-3446-929C-218B078263F0}" dt="2024-07-28T01:27:11.470" v="538" actId="478"/>
          <ac:spMkLst>
            <pc:docMk/>
            <pc:sldMk cId="2557910124" sldId="2147381400"/>
            <ac:spMk id="10" creationId="{E91EE8CE-CF25-F551-2796-0287AAA4D2E2}"/>
          </ac:spMkLst>
        </pc:spChg>
        <pc:spChg chg="add del mod">
          <ac:chgData name="Sheenu Jain - Consultant" userId="327f6770-3028-4ebc-a323-7bd6e6757946" providerId="ADAL" clId="{BFAC53ED-5A51-3446-929C-218B078263F0}" dt="2024-07-28T01:27:17.876" v="540" actId="478"/>
          <ac:spMkLst>
            <pc:docMk/>
            <pc:sldMk cId="2557910124" sldId="2147381400"/>
            <ac:spMk id="11" creationId="{4CC0733F-AD3D-1943-5F67-B03F99636DA8}"/>
          </ac:spMkLst>
        </pc:spChg>
        <pc:spChg chg="add del mod ord">
          <ac:chgData name="Sheenu Jain - Consultant" userId="327f6770-3028-4ebc-a323-7bd6e6757946" providerId="ADAL" clId="{BFAC53ED-5A51-3446-929C-218B078263F0}" dt="2024-07-28T01:27:47.598" v="549" actId="700"/>
          <ac:spMkLst>
            <pc:docMk/>
            <pc:sldMk cId="2557910124" sldId="2147381400"/>
            <ac:spMk id="12" creationId="{6DF8F523-DBA0-B5B9-FE67-A7697F951B90}"/>
          </ac:spMkLst>
        </pc:spChg>
        <pc:spChg chg="del mod ord">
          <ac:chgData name="Sheenu Jain - Consultant" userId="327f6770-3028-4ebc-a323-7bd6e6757946" providerId="ADAL" clId="{BFAC53ED-5A51-3446-929C-218B078263F0}" dt="2024-07-28T01:24:54.182" v="504" actId="478"/>
          <ac:spMkLst>
            <pc:docMk/>
            <pc:sldMk cId="2557910124" sldId="2147381400"/>
            <ac:spMk id="13" creationId="{390EC834-1F76-F029-869F-F724CE77ADEB}"/>
          </ac:spMkLst>
        </pc:spChg>
        <pc:spChg chg="del mod ord">
          <ac:chgData name="Sheenu Jain - Consultant" userId="327f6770-3028-4ebc-a323-7bd6e6757946" providerId="ADAL" clId="{BFAC53ED-5A51-3446-929C-218B078263F0}" dt="2024-07-28T01:24:52.056" v="503" actId="478"/>
          <ac:spMkLst>
            <pc:docMk/>
            <pc:sldMk cId="2557910124" sldId="2147381400"/>
            <ac:spMk id="14" creationId="{19BC7059-1411-CAF2-1F9D-9844335681B7}"/>
          </ac:spMkLst>
        </pc:spChg>
        <pc:spChg chg="mod">
          <ac:chgData name="Sheenu Jain - Consultant" userId="327f6770-3028-4ebc-a323-7bd6e6757946" providerId="ADAL" clId="{BFAC53ED-5A51-3446-929C-218B078263F0}" dt="2024-07-28T01:24:29.376" v="495" actId="21"/>
          <ac:spMkLst>
            <pc:docMk/>
            <pc:sldMk cId="2557910124" sldId="2147381400"/>
            <ac:spMk id="15" creationId="{6FB4F167-1D44-9739-BE7A-C7950B7E8FE9}"/>
          </ac:spMkLst>
        </pc:spChg>
        <pc:spChg chg="mod ord">
          <ac:chgData name="Sheenu Jain - Consultant" userId="327f6770-3028-4ebc-a323-7bd6e6757946" providerId="ADAL" clId="{BFAC53ED-5A51-3446-929C-218B078263F0}" dt="2024-07-28T01:29:01.127" v="564" actId="26606"/>
          <ac:spMkLst>
            <pc:docMk/>
            <pc:sldMk cId="2557910124" sldId="2147381400"/>
            <ac:spMk id="16" creationId="{0DFB8DC6-12E2-DF2A-8718-4DD3EDAAB077}"/>
          </ac:spMkLst>
        </pc:spChg>
        <pc:spChg chg="del mod ord">
          <ac:chgData name="Sheenu Jain - Consultant" userId="327f6770-3028-4ebc-a323-7bd6e6757946" providerId="ADAL" clId="{BFAC53ED-5A51-3446-929C-218B078263F0}" dt="2024-07-28T01:24:44.391" v="500" actId="478"/>
          <ac:spMkLst>
            <pc:docMk/>
            <pc:sldMk cId="2557910124" sldId="2147381400"/>
            <ac:spMk id="17" creationId="{A161C023-7A3B-0633-3528-68620F700900}"/>
          </ac:spMkLst>
        </pc:spChg>
        <pc:spChg chg="mod ord">
          <ac:chgData name="Sheenu Jain - Consultant" userId="327f6770-3028-4ebc-a323-7bd6e6757946" providerId="ADAL" clId="{BFAC53ED-5A51-3446-929C-218B078263F0}" dt="2024-07-28T01:29:01.127" v="564" actId="26606"/>
          <ac:spMkLst>
            <pc:docMk/>
            <pc:sldMk cId="2557910124" sldId="2147381400"/>
            <ac:spMk id="18" creationId="{8352B95E-D0F9-9A7B-1CAD-D084304AAA1D}"/>
          </ac:spMkLst>
        </pc:spChg>
        <pc:spChg chg="del mod ord">
          <ac:chgData name="Sheenu Jain - Consultant" userId="327f6770-3028-4ebc-a323-7bd6e6757946" providerId="ADAL" clId="{BFAC53ED-5A51-3446-929C-218B078263F0}" dt="2024-07-28T01:24:56.082" v="505" actId="478"/>
          <ac:spMkLst>
            <pc:docMk/>
            <pc:sldMk cId="2557910124" sldId="2147381400"/>
            <ac:spMk id="19" creationId="{4D4E8D42-28CE-B5D8-5539-ED19526227E5}"/>
          </ac:spMkLst>
        </pc:spChg>
        <pc:spChg chg="del mod">
          <ac:chgData name="Sheenu Jain - Consultant" userId="327f6770-3028-4ebc-a323-7bd6e6757946" providerId="ADAL" clId="{BFAC53ED-5A51-3446-929C-218B078263F0}" dt="2024-07-28T01:24:58.010" v="506" actId="478"/>
          <ac:spMkLst>
            <pc:docMk/>
            <pc:sldMk cId="2557910124" sldId="2147381400"/>
            <ac:spMk id="20" creationId="{635BBEE8-B2F6-2723-5C3A-4403FD98C45F}"/>
          </ac:spMkLst>
        </pc:spChg>
        <pc:spChg chg="mod">
          <ac:chgData name="Sheenu Jain - Consultant" userId="327f6770-3028-4ebc-a323-7bd6e6757946" providerId="ADAL" clId="{BFAC53ED-5A51-3446-929C-218B078263F0}" dt="2024-07-28T01:24:07.082" v="488" actId="21"/>
          <ac:spMkLst>
            <pc:docMk/>
            <pc:sldMk cId="2557910124" sldId="2147381400"/>
            <ac:spMk id="21" creationId="{B696C61D-6112-69AB-A522-27C2AFDE5F07}"/>
          </ac:spMkLst>
        </pc:spChg>
        <pc:spChg chg="del mod ord">
          <ac:chgData name="Sheenu Jain - Consultant" userId="327f6770-3028-4ebc-a323-7bd6e6757946" providerId="ADAL" clId="{BFAC53ED-5A51-3446-929C-218B078263F0}" dt="2024-07-28T01:24:46.625" v="501" actId="478"/>
          <ac:spMkLst>
            <pc:docMk/>
            <pc:sldMk cId="2557910124" sldId="2147381400"/>
            <ac:spMk id="22" creationId="{4A1BF8FB-3F54-131A-B1A6-77EDEBF4ADA3}"/>
          </ac:spMkLst>
        </pc:spChg>
        <pc:spChg chg="add del mod ord">
          <ac:chgData name="Sheenu Jain - Consultant" userId="327f6770-3028-4ebc-a323-7bd6e6757946" providerId="ADAL" clId="{BFAC53ED-5A51-3446-929C-218B078263F0}" dt="2024-07-28T01:27:47.598" v="549" actId="700"/>
          <ac:spMkLst>
            <pc:docMk/>
            <pc:sldMk cId="2557910124" sldId="2147381400"/>
            <ac:spMk id="23" creationId="{D6C0D1F5-76C8-BC63-F2A3-45107649B7D0}"/>
          </ac:spMkLst>
        </pc:spChg>
        <pc:spChg chg="add del mod ord">
          <ac:chgData name="Sheenu Jain - Consultant" userId="327f6770-3028-4ebc-a323-7bd6e6757946" providerId="ADAL" clId="{BFAC53ED-5A51-3446-929C-218B078263F0}" dt="2024-07-28T01:27:47.598" v="549" actId="700"/>
          <ac:spMkLst>
            <pc:docMk/>
            <pc:sldMk cId="2557910124" sldId="2147381400"/>
            <ac:spMk id="24" creationId="{93A24785-E511-F5F7-A1BD-95DB1E20870F}"/>
          </ac:spMkLst>
        </pc:spChg>
        <pc:spChg chg="add del mod ord">
          <ac:chgData name="Sheenu Jain - Consultant" userId="327f6770-3028-4ebc-a323-7bd6e6757946" providerId="ADAL" clId="{BFAC53ED-5A51-3446-929C-218B078263F0}" dt="2024-07-28T01:27:47.598" v="549" actId="700"/>
          <ac:spMkLst>
            <pc:docMk/>
            <pc:sldMk cId="2557910124" sldId="2147381400"/>
            <ac:spMk id="25" creationId="{FED38DAE-BC34-80D4-FDD1-42EAC371BE9A}"/>
          </ac:spMkLst>
        </pc:spChg>
        <pc:spChg chg="add del mod ord">
          <ac:chgData name="Sheenu Jain - Consultant" userId="327f6770-3028-4ebc-a323-7bd6e6757946" providerId="ADAL" clId="{BFAC53ED-5A51-3446-929C-218B078263F0}" dt="2024-07-28T01:27:47.598" v="549" actId="700"/>
          <ac:spMkLst>
            <pc:docMk/>
            <pc:sldMk cId="2557910124" sldId="2147381400"/>
            <ac:spMk id="27" creationId="{11C19EE1-3F6A-B192-5361-4E09DA16770C}"/>
          </ac:spMkLst>
        </pc:spChg>
        <pc:spChg chg="add del mod ord">
          <ac:chgData name="Sheenu Jain - Consultant" userId="327f6770-3028-4ebc-a323-7bd6e6757946" providerId="ADAL" clId="{BFAC53ED-5A51-3446-929C-218B078263F0}" dt="2024-07-28T01:27:47.598" v="549" actId="700"/>
          <ac:spMkLst>
            <pc:docMk/>
            <pc:sldMk cId="2557910124" sldId="2147381400"/>
            <ac:spMk id="28" creationId="{BCA91B69-FDB6-660C-FE81-CA71B01C6DA1}"/>
          </ac:spMkLst>
        </pc:spChg>
        <pc:spChg chg="add del mod ord">
          <ac:chgData name="Sheenu Jain - Consultant" userId="327f6770-3028-4ebc-a323-7bd6e6757946" providerId="ADAL" clId="{BFAC53ED-5A51-3446-929C-218B078263F0}" dt="2024-07-28T01:29:02.803" v="566" actId="700"/>
          <ac:spMkLst>
            <pc:docMk/>
            <pc:sldMk cId="2557910124" sldId="2147381400"/>
            <ac:spMk id="29" creationId="{778CC8F5-558D-A656-EFED-14C9F5E3CFD9}"/>
          </ac:spMkLst>
        </pc:spChg>
        <pc:spChg chg="add del mod ord">
          <ac:chgData name="Sheenu Jain - Consultant" userId="327f6770-3028-4ebc-a323-7bd6e6757946" providerId="ADAL" clId="{BFAC53ED-5A51-3446-929C-218B078263F0}" dt="2024-07-28T01:29:02.803" v="566" actId="700"/>
          <ac:spMkLst>
            <pc:docMk/>
            <pc:sldMk cId="2557910124" sldId="2147381400"/>
            <ac:spMk id="31" creationId="{414253CA-74BB-8567-315F-EEF1CC013472}"/>
          </ac:spMkLst>
        </pc:spChg>
        <pc:spChg chg="add del mod ord">
          <ac:chgData name="Sheenu Jain - Consultant" userId="327f6770-3028-4ebc-a323-7bd6e6757946" providerId="ADAL" clId="{BFAC53ED-5A51-3446-929C-218B078263F0}" dt="2024-07-28T01:29:02.803" v="566" actId="700"/>
          <ac:spMkLst>
            <pc:docMk/>
            <pc:sldMk cId="2557910124" sldId="2147381400"/>
            <ac:spMk id="32" creationId="{90322EE5-D6D9-8C53-7903-D650763AC791}"/>
          </ac:spMkLst>
        </pc:spChg>
        <pc:spChg chg="add del mod ord">
          <ac:chgData name="Sheenu Jain - Consultant" userId="327f6770-3028-4ebc-a323-7bd6e6757946" providerId="ADAL" clId="{BFAC53ED-5A51-3446-929C-218B078263F0}" dt="2024-07-28T01:29:02.803" v="566" actId="700"/>
          <ac:spMkLst>
            <pc:docMk/>
            <pc:sldMk cId="2557910124" sldId="2147381400"/>
            <ac:spMk id="33" creationId="{3D5E7622-C0C3-ACF5-C031-FF115C43C232}"/>
          </ac:spMkLst>
        </pc:spChg>
        <pc:spChg chg="mod ord">
          <ac:chgData name="Sheenu Jain - Consultant" userId="327f6770-3028-4ebc-a323-7bd6e6757946" providerId="ADAL" clId="{BFAC53ED-5A51-3446-929C-218B078263F0}" dt="2024-07-27T07:10:55.709" v="399" actId="207"/>
          <ac:spMkLst>
            <pc:docMk/>
            <pc:sldMk cId="2557910124" sldId="2147381400"/>
            <ac:spMk id="34" creationId="{60662895-5C09-9FE0-FB9A-B04A80BE869E}"/>
          </ac:spMkLst>
        </pc:spChg>
        <pc:spChg chg="add del mod ord">
          <ac:chgData name="Sheenu Jain - Consultant" userId="327f6770-3028-4ebc-a323-7bd6e6757946" providerId="ADAL" clId="{BFAC53ED-5A51-3446-929C-218B078263F0}" dt="2024-07-28T01:29:02.803" v="566" actId="700"/>
          <ac:spMkLst>
            <pc:docMk/>
            <pc:sldMk cId="2557910124" sldId="2147381400"/>
            <ac:spMk id="35" creationId="{3D39F56B-FCBC-F251-C467-39D67B9D341F}"/>
          </ac:spMkLst>
        </pc:spChg>
        <pc:spChg chg="add del mod ord">
          <ac:chgData name="Sheenu Jain - Consultant" userId="327f6770-3028-4ebc-a323-7bd6e6757946" providerId="ADAL" clId="{BFAC53ED-5A51-3446-929C-218B078263F0}" dt="2024-07-28T01:29:02.803" v="566" actId="700"/>
          <ac:spMkLst>
            <pc:docMk/>
            <pc:sldMk cId="2557910124" sldId="2147381400"/>
            <ac:spMk id="36" creationId="{3B177366-6F32-17E6-5254-EB570B25985B}"/>
          </ac:spMkLst>
        </pc:spChg>
        <pc:spChg chg="add del mod ord">
          <ac:chgData name="Sheenu Jain - Consultant" userId="327f6770-3028-4ebc-a323-7bd6e6757946" providerId="ADAL" clId="{BFAC53ED-5A51-3446-929C-218B078263F0}" dt="2024-07-28T01:29:02.803" v="566" actId="700"/>
          <ac:spMkLst>
            <pc:docMk/>
            <pc:sldMk cId="2557910124" sldId="2147381400"/>
            <ac:spMk id="37" creationId="{23F6F23F-2773-B10D-FD3C-8356B80EB0F3}"/>
          </ac:spMkLst>
        </pc:spChg>
        <pc:spChg chg="add del mod ord">
          <ac:chgData name="Sheenu Jain - Consultant" userId="327f6770-3028-4ebc-a323-7bd6e6757946" providerId="ADAL" clId="{BFAC53ED-5A51-3446-929C-218B078263F0}" dt="2024-07-28T01:29:02.803" v="566" actId="700"/>
          <ac:spMkLst>
            <pc:docMk/>
            <pc:sldMk cId="2557910124" sldId="2147381400"/>
            <ac:spMk id="38" creationId="{3BC410BC-10AD-8011-0022-152D83299DED}"/>
          </ac:spMkLst>
        </pc:spChg>
        <pc:spChg chg="add del mod ord">
          <ac:chgData name="Sheenu Jain - Consultant" userId="327f6770-3028-4ebc-a323-7bd6e6757946" providerId="ADAL" clId="{BFAC53ED-5A51-3446-929C-218B078263F0}" dt="2024-07-28T01:29:01.938" v="565" actId="700"/>
          <ac:spMkLst>
            <pc:docMk/>
            <pc:sldMk cId="2557910124" sldId="2147381400"/>
            <ac:spMk id="39" creationId="{27FD5908-AB19-F285-5023-B8F9F8580AD0}"/>
          </ac:spMkLst>
        </pc:spChg>
        <pc:spChg chg="add del mod ord">
          <ac:chgData name="Sheenu Jain - Consultant" userId="327f6770-3028-4ebc-a323-7bd6e6757946" providerId="ADAL" clId="{BFAC53ED-5A51-3446-929C-218B078263F0}" dt="2024-07-28T01:29:01.938" v="565" actId="700"/>
          <ac:spMkLst>
            <pc:docMk/>
            <pc:sldMk cId="2557910124" sldId="2147381400"/>
            <ac:spMk id="40" creationId="{BB67C2C9-D0EC-E6A1-969A-3623B615DEA3}"/>
          </ac:spMkLst>
        </pc:spChg>
        <pc:spChg chg="add del mod ord">
          <ac:chgData name="Sheenu Jain - Consultant" userId="327f6770-3028-4ebc-a323-7bd6e6757946" providerId="ADAL" clId="{BFAC53ED-5A51-3446-929C-218B078263F0}" dt="2024-07-28T01:29:01.938" v="565" actId="700"/>
          <ac:spMkLst>
            <pc:docMk/>
            <pc:sldMk cId="2557910124" sldId="2147381400"/>
            <ac:spMk id="41" creationId="{7CC8A6CA-9978-2CEE-1909-6B387E0FAE5D}"/>
          </ac:spMkLst>
        </pc:spChg>
        <pc:spChg chg="add del mod ord">
          <ac:chgData name="Sheenu Jain - Consultant" userId="327f6770-3028-4ebc-a323-7bd6e6757946" providerId="ADAL" clId="{BFAC53ED-5A51-3446-929C-218B078263F0}" dt="2024-07-28T01:29:01.938" v="565" actId="700"/>
          <ac:spMkLst>
            <pc:docMk/>
            <pc:sldMk cId="2557910124" sldId="2147381400"/>
            <ac:spMk id="42" creationId="{AB1F922E-1BBD-D969-4118-8F36B7E208A8}"/>
          </ac:spMkLst>
        </pc:spChg>
        <pc:spChg chg="add del mod ord">
          <ac:chgData name="Sheenu Jain - Consultant" userId="327f6770-3028-4ebc-a323-7bd6e6757946" providerId="ADAL" clId="{BFAC53ED-5A51-3446-929C-218B078263F0}" dt="2024-07-28T01:29:01.938" v="565" actId="700"/>
          <ac:spMkLst>
            <pc:docMk/>
            <pc:sldMk cId="2557910124" sldId="2147381400"/>
            <ac:spMk id="44" creationId="{9B82D4DC-3EDC-0D30-133B-1E2048655A61}"/>
          </ac:spMkLst>
        </pc:spChg>
        <pc:spChg chg="add del mod ord">
          <ac:chgData name="Sheenu Jain - Consultant" userId="327f6770-3028-4ebc-a323-7bd6e6757946" providerId="ADAL" clId="{BFAC53ED-5A51-3446-929C-218B078263F0}" dt="2024-07-28T01:29:01.938" v="565" actId="700"/>
          <ac:spMkLst>
            <pc:docMk/>
            <pc:sldMk cId="2557910124" sldId="2147381400"/>
            <ac:spMk id="45" creationId="{B5024A52-4230-FB01-74EF-448464BE503C}"/>
          </ac:spMkLst>
        </pc:spChg>
        <pc:spChg chg="add del mod ord">
          <ac:chgData name="Sheenu Jain - Consultant" userId="327f6770-3028-4ebc-a323-7bd6e6757946" providerId="ADAL" clId="{BFAC53ED-5A51-3446-929C-218B078263F0}" dt="2024-07-28T01:29:01.938" v="565" actId="700"/>
          <ac:spMkLst>
            <pc:docMk/>
            <pc:sldMk cId="2557910124" sldId="2147381400"/>
            <ac:spMk id="46" creationId="{5A792DE0-FBA1-5B87-8C5F-6691E665288C}"/>
          </ac:spMkLst>
        </pc:spChg>
        <pc:spChg chg="add del mod ord">
          <ac:chgData name="Sheenu Jain - Consultant" userId="327f6770-3028-4ebc-a323-7bd6e6757946" providerId="ADAL" clId="{BFAC53ED-5A51-3446-929C-218B078263F0}" dt="2024-07-28T01:29:01.938" v="565" actId="700"/>
          <ac:spMkLst>
            <pc:docMk/>
            <pc:sldMk cId="2557910124" sldId="2147381400"/>
            <ac:spMk id="47" creationId="{2CB2A75E-AF7E-D701-39D7-43C67FD02F7B}"/>
          </ac:spMkLst>
        </pc:spChg>
        <pc:spChg chg="add del mod ord">
          <ac:chgData name="Sheenu Jain - Consultant" userId="327f6770-3028-4ebc-a323-7bd6e6757946" providerId="ADAL" clId="{BFAC53ED-5A51-3446-929C-218B078263F0}" dt="2024-07-28T01:29:02.803" v="566" actId="700"/>
          <ac:spMkLst>
            <pc:docMk/>
            <pc:sldMk cId="2557910124" sldId="2147381400"/>
            <ac:spMk id="48" creationId="{FE4972F6-B468-6BBD-5C10-9C7935544BD4}"/>
          </ac:spMkLst>
        </pc:spChg>
        <pc:spChg chg="add del mod ord">
          <ac:chgData name="Sheenu Jain - Consultant" userId="327f6770-3028-4ebc-a323-7bd6e6757946" providerId="ADAL" clId="{BFAC53ED-5A51-3446-929C-218B078263F0}" dt="2024-07-28T01:29:01.938" v="565" actId="700"/>
          <ac:spMkLst>
            <pc:docMk/>
            <pc:sldMk cId="2557910124" sldId="2147381400"/>
            <ac:spMk id="49" creationId="{522DA5B2-ECBE-047E-9A94-2A968162A000}"/>
          </ac:spMkLst>
        </pc:spChg>
        <pc:spChg chg="add del mod">
          <ac:chgData name="Sheenu Jain - Consultant" userId="327f6770-3028-4ebc-a323-7bd6e6757946" providerId="ADAL" clId="{BFAC53ED-5A51-3446-929C-218B078263F0}" dt="2024-07-28T01:24:19.049" v="492" actId="478"/>
          <ac:spMkLst>
            <pc:docMk/>
            <pc:sldMk cId="2557910124" sldId="2147381400"/>
            <ac:spMk id="50" creationId="{D3E360F1-BB2B-67A0-09C3-C3372C684C5A}"/>
          </ac:spMkLst>
        </pc:spChg>
        <pc:spChg chg="add mod ord">
          <ac:chgData name="Sheenu Jain - Consultant" userId="327f6770-3028-4ebc-a323-7bd6e6757946" providerId="ADAL" clId="{BFAC53ED-5A51-3446-929C-218B078263F0}" dt="2024-07-28T01:45:25.148" v="646" actId="27636"/>
          <ac:spMkLst>
            <pc:docMk/>
            <pc:sldMk cId="2557910124" sldId="2147381400"/>
            <ac:spMk id="52" creationId="{24D9097D-656B-3A42-D3FB-0F20ECF18878}"/>
          </ac:spMkLst>
        </pc:spChg>
        <pc:spChg chg="add mod ord">
          <ac:chgData name="Sheenu Jain - Consultant" userId="327f6770-3028-4ebc-a323-7bd6e6757946" providerId="ADAL" clId="{BFAC53ED-5A51-3446-929C-218B078263F0}" dt="2024-07-28T01:29:02.803" v="566" actId="700"/>
          <ac:spMkLst>
            <pc:docMk/>
            <pc:sldMk cId="2557910124" sldId="2147381400"/>
            <ac:spMk id="54" creationId="{6C99C279-432D-B005-2F29-6500306103EE}"/>
          </ac:spMkLst>
        </pc:spChg>
        <pc:spChg chg="add mod ord">
          <ac:chgData name="Sheenu Jain - Consultant" userId="327f6770-3028-4ebc-a323-7bd6e6757946" providerId="ADAL" clId="{BFAC53ED-5A51-3446-929C-218B078263F0}" dt="2024-07-28T01:29:02.803" v="566" actId="700"/>
          <ac:spMkLst>
            <pc:docMk/>
            <pc:sldMk cId="2557910124" sldId="2147381400"/>
            <ac:spMk id="56" creationId="{45C31E6A-B401-1F21-B811-6B369D076FCA}"/>
          </ac:spMkLst>
        </pc:spChg>
        <pc:spChg chg="add del mod ord">
          <ac:chgData name="Sheenu Jain - Consultant" userId="327f6770-3028-4ebc-a323-7bd6e6757946" providerId="ADAL" clId="{BFAC53ED-5A51-3446-929C-218B078263F0}" dt="2024-07-28T01:29:01.127" v="564" actId="26606"/>
          <ac:spMkLst>
            <pc:docMk/>
            <pc:sldMk cId="2557910124" sldId="2147381400"/>
            <ac:spMk id="61" creationId="{99005FA0-0655-558D-B751-5CCC7B955984}"/>
          </ac:spMkLst>
        </pc:spChg>
        <pc:spChg chg="add del mod ord">
          <ac:chgData name="Sheenu Jain - Consultant" userId="327f6770-3028-4ebc-a323-7bd6e6757946" providerId="ADAL" clId="{BFAC53ED-5A51-3446-929C-218B078263F0}" dt="2024-07-28T01:29:01.127" v="564" actId="26606"/>
          <ac:spMkLst>
            <pc:docMk/>
            <pc:sldMk cId="2557910124" sldId="2147381400"/>
            <ac:spMk id="63" creationId="{C44A55B9-262C-65AC-26A0-7442654B0842}"/>
          </ac:spMkLst>
        </pc:spChg>
        <pc:spChg chg="add del mod ord">
          <ac:chgData name="Sheenu Jain - Consultant" userId="327f6770-3028-4ebc-a323-7bd6e6757946" providerId="ADAL" clId="{BFAC53ED-5A51-3446-929C-218B078263F0}" dt="2024-07-28T01:29:01.127" v="564" actId="26606"/>
          <ac:spMkLst>
            <pc:docMk/>
            <pc:sldMk cId="2557910124" sldId="2147381400"/>
            <ac:spMk id="65" creationId="{A87AB04B-5C8C-8DA0-0808-A1C70A8C4333}"/>
          </ac:spMkLst>
        </pc:spChg>
        <pc:spChg chg="add del mod ord">
          <ac:chgData name="Sheenu Jain - Consultant" userId="327f6770-3028-4ebc-a323-7bd6e6757946" providerId="ADAL" clId="{BFAC53ED-5A51-3446-929C-218B078263F0}" dt="2024-07-28T01:29:01.127" v="564" actId="26606"/>
          <ac:spMkLst>
            <pc:docMk/>
            <pc:sldMk cId="2557910124" sldId="2147381400"/>
            <ac:spMk id="67" creationId="{D999C3B0-7667-39A3-8D4F-64A46F0EE7C3}"/>
          </ac:spMkLst>
        </pc:spChg>
        <pc:spChg chg="add del mod">
          <ac:chgData name="Sheenu Jain - Consultant" userId="327f6770-3028-4ebc-a323-7bd6e6757946" providerId="ADAL" clId="{BFAC53ED-5A51-3446-929C-218B078263F0}" dt="2024-07-28T01:29:01.127" v="564" actId="26606"/>
          <ac:spMkLst>
            <pc:docMk/>
            <pc:sldMk cId="2557910124" sldId="2147381400"/>
            <ac:spMk id="69" creationId="{1FA6B13F-8F09-587B-AE7D-8305D9469401}"/>
          </ac:spMkLst>
        </pc:spChg>
        <pc:spChg chg="add del mod">
          <ac:chgData name="Sheenu Jain - Consultant" userId="327f6770-3028-4ebc-a323-7bd6e6757946" providerId="ADAL" clId="{BFAC53ED-5A51-3446-929C-218B078263F0}" dt="2024-07-28T01:29:01.127" v="564" actId="26606"/>
          <ac:spMkLst>
            <pc:docMk/>
            <pc:sldMk cId="2557910124" sldId="2147381400"/>
            <ac:spMk id="71" creationId="{4EF98050-66F8-2129-2DC5-C7FE852C2FA1}"/>
          </ac:spMkLst>
        </pc:spChg>
        <pc:spChg chg="add del mod">
          <ac:chgData name="Sheenu Jain - Consultant" userId="327f6770-3028-4ebc-a323-7bd6e6757946" providerId="ADAL" clId="{BFAC53ED-5A51-3446-929C-218B078263F0}" dt="2024-07-28T01:29:01.127" v="564" actId="26606"/>
          <ac:spMkLst>
            <pc:docMk/>
            <pc:sldMk cId="2557910124" sldId="2147381400"/>
            <ac:spMk id="73" creationId="{8716D3A3-A962-D4C9-2038-164F0D228E8F}"/>
          </ac:spMkLst>
        </pc:spChg>
        <pc:spChg chg="add del mod">
          <ac:chgData name="Sheenu Jain - Consultant" userId="327f6770-3028-4ebc-a323-7bd6e6757946" providerId="ADAL" clId="{BFAC53ED-5A51-3446-929C-218B078263F0}" dt="2024-07-28T01:29:01.127" v="564" actId="26606"/>
          <ac:spMkLst>
            <pc:docMk/>
            <pc:sldMk cId="2557910124" sldId="2147381400"/>
            <ac:spMk id="75" creationId="{E52EF93F-285C-3ECF-1FDD-E34DBC393846}"/>
          </ac:spMkLst>
        </pc:spChg>
        <pc:spChg chg="add del mod">
          <ac:chgData name="Sheenu Jain - Consultant" userId="327f6770-3028-4ebc-a323-7bd6e6757946" providerId="ADAL" clId="{BFAC53ED-5A51-3446-929C-218B078263F0}" dt="2024-07-28T01:29:01.127" v="564" actId="26606"/>
          <ac:spMkLst>
            <pc:docMk/>
            <pc:sldMk cId="2557910124" sldId="2147381400"/>
            <ac:spMk id="77" creationId="{360881C1-46E8-CC67-92F1-78E845AE89BF}"/>
          </ac:spMkLst>
        </pc:spChg>
        <pc:picChg chg="del mod ord">
          <ac:chgData name="Sheenu Jain - Consultant" userId="327f6770-3028-4ebc-a323-7bd6e6757946" providerId="ADAL" clId="{BFAC53ED-5A51-3446-929C-218B078263F0}" dt="2024-07-28T01:25:34.477" v="514" actId="478"/>
          <ac:picMkLst>
            <pc:docMk/>
            <pc:sldMk cId="2557910124" sldId="2147381400"/>
            <ac:picMk id="26" creationId="{B73CD27A-6268-6EF2-37B8-2C7EF2D7109B}"/>
          </ac:picMkLst>
        </pc:picChg>
        <pc:picChg chg="mod ord modCrop">
          <ac:chgData name="Sheenu Jain - Consultant" userId="327f6770-3028-4ebc-a323-7bd6e6757946" providerId="ADAL" clId="{BFAC53ED-5A51-3446-929C-218B078263F0}" dt="2024-07-28T01:29:02.803" v="566" actId="700"/>
          <ac:picMkLst>
            <pc:docMk/>
            <pc:sldMk cId="2557910124" sldId="2147381400"/>
            <ac:picMk id="30" creationId="{E95AA0B0-8758-2755-0AD2-25F60B8FB661}"/>
          </ac:picMkLst>
        </pc:picChg>
        <pc:picChg chg="del mod ord">
          <ac:chgData name="Sheenu Jain - Consultant" userId="327f6770-3028-4ebc-a323-7bd6e6757946" providerId="ADAL" clId="{BFAC53ED-5A51-3446-929C-218B078263F0}" dt="2024-07-28T01:24:20.736" v="493" actId="478"/>
          <ac:picMkLst>
            <pc:docMk/>
            <pc:sldMk cId="2557910124" sldId="2147381400"/>
            <ac:picMk id="43" creationId="{4BAFBDBD-A82B-1F20-0333-B7A78F015EED}"/>
          </ac:picMkLst>
        </pc:picChg>
      </pc:sldChg>
      <pc:sldChg chg="add">
        <pc:chgData name="Sheenu Jain - Consultant" userId="327f6770-3028-4ebc-a323-7bd6e6757946" providerId="ADAL" clId="{BFAC53ED-5A51-3446-929C-218B078263F0}" dt="2024-07-21T00:59:46.957" v="236"/>
        <pc:sldMkLst>
          <pc:docMk/>
          <pc:sldMk cId="92055969" sldId="2147381401"/>
        </pc:sldMkLst>
      </pc:sldChg>
      <pc:sldChg chg="addSp delSp modSp add mod modAnim">
        <pc:chgData name="Sheenu Jain - Consultant" userId="327f6770-3028-4ebc-a323-7bd6e6757946" providerId="ADAL" clId="{BFAC53ED-5A51-3446-929C-218B078263F0}" dt="2024-08-07T07:45:27.127" v="1259" actId="20577"/>
        <pc:sldMkLst>
          <pc:docMk/>
          <pc:sldMk cId="3928626294" sldId="2147381402"/>
        </pc:sldMkLst>
        <pc:spChg chg="add mod">
          <ac:chgData name="Sheenu Jain - Consultant" userId="327f6770-3028-4ebc-a323-7bd6e6757946" providerId="ADAL" clId="{BFAC53ED-5A51-3446-929C-218B078263F0}" dt="2024-07-28T01:52:38.256" v="756" actId="20577"/>
          <ac:spMkLst>
            <pc:docMk/>
            <pc:sldMk cId="3928626294" sldId="2147381402"/>
            <ac:spMk id="2" creationId="{474C3007-8CE2-D309-08CA-9653EA973BC3}"/>
          </ac:spMkLst>
        </pc:spChg>
        <pc:spChg chg="mod">
          <ac:chgData name="Sheenu Jain - Consultant" userId="327f6770-3028-4ebc-a323-7bd6e6757946" providerId="ADAL" clId="{BFAC53ED-5A51-3446-929C-218B078263F0}" dt="2024-08-07T07:40:31.294" v="1203" actId="20577"/>
          <ac:spMkLst>
            <pc:docMk/>
            <pc:sldMk cId="3928626294" sldId="2147381402"/>
            <ac:spMk id="61" creationId="{89B84D3E-A7B0-598D-700C-9B478AC7D99E}"/>
          </ac:spMkLst>
        </pc:spChg>
        <pc:spChg chg="mod">
          <ac:chgData name="Sheenu Jain - Consultant" userId="327f6770-3028-4ebc-a323-7bd6e6757946" providerId="ADAL" clId="{BFAC53ED-5A51-3446-929C-218B078263F0}" dt="2024-08-07T07:44:09.856" v="1254" actId="2711"/>
          <ac:spMkLst>
            <pc:docMk/>
            <pc:sldMk cId="3928626294" sldId="2147381402"/>
            <ac:spMk id="63" creationId="{7D369A7B-8A03-A04D-1606-1EC4CFA1CD13}"/>
          </ac:spMkLst>
        </pc:spChg>
        <pc:spChg chg="del mod">
          <ac:chgData name="Sheenu Jain - Consultant" userId="327f6770-3028-4ebc-a323-7bd6e6757946" providerId="ADAL" clId="{BFAC53ED-5A51-3446-929C-218B078263F0}" dt="2024-07-28T01:52:30.693" v="740" actId="478"/>
          <ac:spMkLst>
            <pc:docMk/>
            <pc:sldMk cId="3928626294" sldId="2147381402"/>
            <ac:spMk id="69" creationId="{4718EB33-082B-7078-1D6E-B3A2578E2C9A}"/>
          </ac:spMkLst>
        </pc:spChg>
        <pc:spChg chg="mod">
          <ac:chgData name="Sheenu Jain - Consultant" userId="327f6770-3028-4ebc-a323-7bd6e6757946" providerId="ADAL" clId="{BFAC53ED-5A51-3446-929C-218B078263F0}" dt="2024-08-07T07:41:24.045" v="1252" actId="20577"/>
          <ac:spMkLst>
            <pc:docMk/>
            <pc:sldMk cId="3928626294" sldId="2147381402"/>
            <ac:spMk id="74" creationId="{A6ACE7E6-2B99-1A90-95EF-95BF311E87C2}"/>
          </ac:spMkLst>
        </pc:spChg>
        <pc:spChg chg="mod">
          <ac:chgData name="Sheenu Jain - Consultant" userId="327f6770-3028-4ebc-a323-7bd6e6757946" providerId="ADAL" clId="{BFAC53ED-5A51-3446-929C-218B078263F0}" dt="2024-08-07T07:44:36.734" v="1256" actId="2711"/>
          <ac:spMkLst>
            <pc:docMk/>
            <pc:sldMk cId="3928626294" sldId="2147381402"/>
            <ac:spMk id="75" creationId="{107B149B-D131-8EC0-7E79-13BB6CC42B13}"/>
          </ac:spMkLst>
        </pc:spChg>
        <pc:spChg chg="mod">
          <ac:chgData name="Sheenu Jain - Consultant" userId="327f6770-3028-4ebc-a323-7bd6e6757946" providerId="ADAL" clId="{BFAC53ED-5A51-3446-929C-218B078263F0}" dt="2024-08-07T07:41:15.676" v="1231" actId="20577"/>
          <ac:spMkLst>
            <pc:docMk/>
            <pc:sldMk cId="3928626294" sldId="2147381402"/>
            <ac:spMk id="81" creationId="{FDBCBCA4-F3F4-87EA-AE36-B06C59E52801}"/>
          </ac:spMkLst>
        </pc:spChg>
        <pc:spChg chg="mod">
          <ac:chgData name="Sheenu Jain - Consultant" userId="327f6770-3028-4ebc-a323-7bd6e6757946" providerId="ADAL" clId="{BFAC53ED-5A51-3446-929C-218B078263F0}" dt="2024-08-07T07:45:27.127" v="1259" actId="20577"/>
          <ac:spMkLst>
            <pc:docMk/>
            <pc:sldMk cId="3928626294" sldId="2147381402"/>
            <ac:spMk id="82" creationId="{406A1146-B36D-CACC-4927-50B7FC36D77E}"/>
          </ac:spMkLst>
        </pc:spChg>
        <pc:grpChg chg="mod">
          <ac:chgData name="Sheenu Jain - Consultant" userId="327f6770-3028-4ebc-a323-7bd6e6757946" providerId="ADAL" clId="{BFAC53ED-5A51-3446-929C-218B078263F0}" dt="2024-07-28T01:53:37.695" v="820" actId="1076"/>
          <ac:grpSpMkLst>
            <pc:docMk/>
            <pc:sldMk cId="3928626294" sldId="2147381402"/>
            <ac:grpSpMk id="90" creationId="{A64AD00A-04A9-BB3D-0772-71266B6A970A}"/>
          </ac:grpSpMkLst>
        </pc:grpChg>
      </pc:sldChg>
      <pc:sldChg chg="add mod modShow">
        <pc:chgData name="Sheenu Jain - Consultant" userId="327f6770-3028-4ebc-a323-7bd6e6757946" providerId="ADAL" clId="{BFAC53ED-5A51-3446-929C-218B078263F0}" dt="2024-07-28T02:02:36.622" v="937" actId="729"/>
        <pc:sldMkLst>
          <pc:docMk/>
          <pc:sldMk cId="3583359812" sldId="2147381403"/>
        </pc:sldMkLst>
      </pc:sldChg>
      <pc:sldChg chg="addSp delSp modSp add mod delAnim modAnim">
        <pc:chgData name="Sheenu Jain - Consultant" userId="327f6770-3028-4ebc-a323-7bd6e6757946" providerId="ADAL" clId="{BFAC53ED-5A51-3446-929C-218B078263F0}" dt="2024-07-28T02:02:17.657" v="936" actId="1076"/>
        <pc:sldMkLst>
          <pc:docMk/>
          <pc:sldMk cId="1244498534" sldId="2147381404"/>
        </pc:sldMkLst>
        <pc:spChg chg="del">
          <ac:chgData name="Sheenu Jain - Consultant" userId="327f6770-3028-4ebc-a323-7bd6e6757946" providerId="ADAL" clId="{BFAC53ED-5A51-3446-929C-218B078263F0}" dt="2024-07-28T02:01:20.384" v="914" actId="478"/>
          <ac:spMkLst>
            <pc:docMk/>
            <pc:sldMk cId="1244498534" sldId="2147381404"/>
            <ac:spMk id="2" creationId="{AB2782CD-12AE-A60E-4730-17ACC1D9F2AD}"/>
          </ac:spMkLst>
        </pc:spChg>
        <pc:spChg chg="mod">
          <ac:chgData name="Sheenu Jain - Consultant" userId="327f6770-3028-4ebc-a323-7bd6e6757946" providerId="ADAL" clId="{BFAC53ED-5A51-3446-929C-218B078263F0}" dt="2024-07-28T02:02:04.351" v="931" actId="20577"/>
          <ac:spMkLst>
            <pc:docMk/>
            <pc:sldMk cId="1244498534" sldId="2147381404"/>
            <ac:spMk id="4" creationId="{75FD0504-2A41-6EB9-1045-4AEC2BC1508B}"/>
          </ac:spMkLst>
        </pc:spChg>
        <pc:spChg chg="mod">
          <ac:chgData name="Sheenu Jain - Consultant" userId="327f6770-3028-4ebc-a323-7bd6e6757946" providerId="ADAL" clId="{BFAC53ED-5A51-3446-929C-218B078263F0}" dt="2024-07-28T01:59:26.706" v="830" actId="1076"/>
          <ac:spMkLst>
            <pc:docMk/>
            <pc:sldMk cId="1244498534" sldId="2147381404"/>
            <ac:spMk id="7" creationId="{088BBCE2-F425-4981-B023-DE4A91D431CF}"/>
          </ac:spMkLst>
        </pc:spChg>
        <pc:spChg chg="mod">
          <ac:chgData name="Sheenu Jain - Consultant" userId="327f6770-3028-4ebc-a323-7bd6e6757946" providerId="ADAL" clId="{BFAC53ED-5A51-3446-929C-218B078263F0}" dt="2024-07-28T01:59:51.883" v="835" actId="27636"/>
          <ac:spMkLst>
            <pc:docMk/>
            <pc:sldMk cId="1244498534" sldId="2147381404"/>
            <ac:spMk id="8" creationId="{EC0E5ADA-51DF-8075-D6B5-860DE135C43A}"/>
          </ac:spMkLst>
        </pc:spChg>
        <pc:spChg chg="mod">
          <ac:chgData name="Sheenu Jain - Consultant" userId="327f6770-3028-4ebc-a323-7bd6e6757946" providerId="ADAL" clId="{BFAC53ED-5A51-3446-929C-218B078263F0}" dt="2024-07-28T02:00:30.163" v="904" actId="20577"/>
          <ac:spMkLst>
            <pc:docMk/>
            <pc:sldMk cId="1244498534" sldId="2147381404"/>
            <ac:spMk id="13" creationId="{C6487FF9-F640-DA70-AEEA-9EA7F16746D3}"/>
          </ac:spMkLst>
        </pc:spChg>
        <pc:spChg chg="mod">
          <ac:chgData name="Sheenu Jain - Consultant" userId="327f6770-3028-4ebc-a323-7bd6e6757946" providerId="ADAL" clId="{BFAC53ED-5A51-3446-929C-218B078263F0}" dt="2024-07-28T02:01:14.033" v="913" actId="1076"/>
          <ac:spMkLst>
            <pc:docMk/>
            <pc:sldMk cId="1244498534" sldId="2147381404"/>
            <ac:spMk id="18" creationId="{3C14CB79-8E31-DC77-8462-45A7C53EEF9E}"/>
          </ac:spMkLst>
        </pc:spChg>
        <pc:picChg chg="add mod">
          <ac:chgData name="Sheenu Jain - Consultant" userId="327f6770-3028-4ebc-a323-7bd6e6757946" providerId="ADAL" clId="{BFAC53ED-5A51-3446-929C-218B078263F0}" dt="2024-07-28T02:02:17.657" v="936" actId="1076"/>
          <ac:picMkLst>
            <pc:docMk/>
            <pc:sldMk cId="1244498534" sldId="2147381404"/>
            <ac:picMk id="1026" creationId="{F075C9AE-72A1-3A62-15ED-2C50DB7B460B}"/>
          </ac:picMkLst>
        </pc:picChg>
      </pc:sldChg>
      <pc:sldChg chg="new del">
        <pc:chgData name="Sheenu Jain - Consultant" userId="327f6770-3028-4ebc-a323-7bd6e6757946" providerId="ADAL" clId="{BFAC53ED-5A51-3446-929C-218B078263F0}" dt="2024-07-29T22:36:53.329" v="944" actId="2696"/>
        <pc:sldMkLst>
          <pc:docMk/>
          <pc:sldMk cId="20201397" sldId="2147381405"/>
        </pc:sldMkLst>
      </pc:sldChg>
      <pc:sldChg chg="addSp delSp modSp new del mod modClrScheme chgLayout">
        <pc:chgData name="Sheenu Jain - Consultant" userId="327f6770-3028-4ebc-a323-7bd6e6757946" providerId="ADAL" clId="{BFAC53ED-5A51-3446-929C-218B078263F0}" dt="2024-07-29T22:47:06.962" v="1031" actId="2696"/>
        <pc:sldMkLst>
          <pc:docMk/>
          <pc:sldMk cId="830725105" sldId="2147381405"/>
        </pc:sldMkLst>
        <pc:spChg chg="del mod ord">
          <ac:chgData name="Sheenu Jain - Consultant" userId="327f6770-3028-4ebc-a323-7bd6e6757946" providerId="ADAL" clId="{BFAC53ED-5A51-3446-929C-218B078263F0}" dt="2024-07-29T22:37:08.941" v="946" actId="700"/>
          <ac:spMkLst>
            <pc:docMk/>
            <pc:sldMk cId="830725105" sldId="2147381405"/>
            <ac:spMk id="2" creationId="{E3E76CB7-C624-767D-9022-C8DFFF4EFEAF}"/>
          </ac:spMkLst>
        </pc:spChg>
        <pc:spChg chg="del mod ord">
          <ac:chgData name="Sheenu Jain - Consultant" userId="327f6770-3028-4ebc-a323-7bd6e6757946" providerId="ADAL" clId="{BFAC53ED-5A51-3446-929C-218B078263F0}" dt="2024-07-29T22:37:08.941" v="946" actId="700"/>
          <ac:spMkLst>
            <pc:docMk/>
            <pc:sldMk cId="830725105" sldId="2147381405"/>
            <ac:spMk id="3" creationId="{D8AD3965-95C1-EB94-70B3-F7D1E14DA0CE}"/>
          </ac:spMkLst>
        </pc:spChg>
        <pc:spChg chg="del mod ord">
          <ac:chgData name="Sheenu Jain - Consultant" userId="327f6770-3028-4ebc-a323-7bd6e6757946" providerId="ADAL" clId="{BFAC53ED-5A51-3446-929C-218B078263F0}" dt="2024-07-29T22:37:08.941" v="946" actId="700"/>
          <ac:spMkLst>
            <pc:docMk/>
            <pc:sldMk cId="830725105" sldId="2147381405"/>
            <ac:spMk id="4" creationId="{777DE120-E029-632A-76ED-272C957B817E}"/>
          </ac:spMkLst>
        </pc:spChg>
        <pc:spChg chg="del mod ord">
          <ac:chgData name="Sheenu Jain - Consultant" userId="327f6770-3028-4ebc-a323-7bd6e6757946" providerId="ADAL" clId="{BFAC53ED-5A51-3446-929C-218B078263F0}" dt="2024-07-29T22:37:08.941" v="946" actId="700"/>
          <ac:spMkLst>
            <pc:docMk/>
            <pc:sldMk cId="830725105" sldId="2147381405"/>
            <ac:spMk id="5" creationId="{9D13441B-80D7-3431-EC09-E379009ED4FE}"/>
          </ac:spMkLst>
        </pc:spChg>
        <pc:spChg chg="del mod ord">
          <ac:chgData name="Sheenu Jain - Consultant" userId="327f6770-3028-4ebc-a323-7bd6e6757946" providerId="ADAL" clId="{BFAC53ED-5A51-3446-929C-218B078263F0}" dt="2024-07-29T22:37:08.941" v="946" actId="700"/>
          <ac:spMkLst>
            <pc:docMk/>
            <pc:sldMk cId="830725105" sldId="2147381405"/>
            <ac:spMk id="6" creationId="{7C197D73-337C-AB56-E70E-AA6B25BA11A4}"/>
          </ac:spMkLst>
        </pc:spChg>
        <pc:spChg chg="del mod ord">
          <ac:chgData name="Sheenu Jain - Consultant" userId="327f6770-3028-4ebc-a323-7bd6e6757946" providerId="ADAL" clId="{BFAC53ED-5A51-3446-929C-218B078263F0}" dt="2024-07-29T22:37:08.941" v="946" actId="700"/>
          <ac:spMkLst>
            <pc:docMk/>
            <pc:sldMk cId="830725105" sldId="2147381405"/>
            <ac:spMk id="7" creationId="{E30D2146-2DA4-6461-0B5F-6B90FBB02D46}"/>
          </ac:spMkLst>
        </pc:spChg>
        <pc:spChg chg="del">
          <ac:chgData name="Sheenu Jain - Consultant" userId="327f6770-3028-4ebc-a323-7bd6e6757946" providerId="ADAL" clId="{BFAC53ED-5A51-3446-929C-218B078263F0}" dt="2024-07-29T22:37:08.941" v="946" actId="700"/>
          <ac:spMkLst>
            <pc:docMk/>
            <pc:sldMk cId="830725105" sldId="2147381405"/>
            <ac:spMk id="8" creationId="{35DCBA0F-E173-2BB9-BFBC-50B4C0FEEB73}"/>
          </ac:spMkLst>
        </pc:spChg>
        <pc:spChg chg="del">
          <ac:chgData name="Sheenu Jain - Consultant" userId="327f6770-3028-4ebc-a323-7bd6e6757946" providerId="ADAL" clId="{BFAC53ED-5A51-3446-929C-218B078263F0}" dt="2024-07-29T22:37:08.941" v="946" actId="700"/>
          <ac:spMkLst>
            <pc:docMk/>
            <pc:sldMk cId="830725105" sldId="2147381405"/>
            <ac:spMk id="9" creationId="{2A17CFD7-55B0-DF90-1708-61E3F9676AFE}"/>
          </ac:spMkLst>
        </pc:spChg>
        <pc:spChg chg="del">
          <ac:chgData name="Sheenu Jain - Consultant" userId="327f6770-3028-4ebc-a323-7bd6e6757946" providerId="ADAL" clId="{BFAC53ED-5A51-3446-929C-218B078263F0}" dt="2024-07-29T22:37:08.941" v="946" actId="700"/>
          <ac:spMkLst>
            <pc:docMk/>
            <pc:sldMk cId="830725105" sldId="2147381405"/>
            <ac:spMk id="10" creationId="{A14F946E-5E25-FDB3-6DFC-9AA786757FC1}"/>
          </ac:spMkLst>
        </pc:spChg>
        <pc:spChg chg="del">
          <ac:chgData name="Sheenu Jain - Consultant" userId="327f6770-3028-4ebc-a323-7bd6e6757946" providerId="ADAL" clId="{BFAC53ED-5A51-3446-929C-218B078263F0}" dt="2024-07-29T22:37:08.941" v="946" actId="700"/>
          <ac:spMkLst>
            <pc:docMk/>
            <pc:sldMk cId="830725105" sldId="2147381405"/>
            <ac:spMk id="11" creationId="{68158DFA-F680-E694-C5C7-EED1E79ACF43}"/>
          </ac:spMkLst>
        </pc:spChg>
        <pc:spChg chg="add mod ord">
          <ac:chgData name="Sheenu Jain - Consultant" userId="327f6770-3028-4ebc-a323-7bd6e6757946" providerId="ADAL" clId="{BFAC53ED-5A51-3446-929C-218B078263F0}" dt="2024-07-29T22:37:08.941" v="946" actId="700"/>
          <ac:spMkLst>
            <pc:docMk/>
            <pc:sldMk cId="830725105" sldId="2147381405"/>
            <ac:spMk id="12" creationId="{92CF6595-B742-1BF8-5D13-C796923F408D}"/>
          </ac:spMkLst>
        </pc:spChg>
        <pc:spChg chg="add mod ord">
          <ac:chgData name="Sheenu Jain - Consultant" userId="327f6770-3028-4ebc-a323-7bd6e6757946" providerId="ADAL" clId="{BFAC53ED-5A51-3446-929C-218B078263F0}" dt="2024-07-29T22:37:08.941" v="946" actId="700"/>
          <ac:spMkLst>
            <pc:docMk/>
            <pc:sldMk cId="830725105" sldId="2147381405"/>
            <ac:spMk id="13" creationId="{77F3790A-CDF6-0169-9562-56EA4E81CAFC}"/>
          </ac:spMkLst>
        </pc:spChg>
        <pc:spChg chg="add mod ord">
          <ac:chgData name="Sheenu Jain - Consultant" userId="327f6770-3028-4ebc-a323-7bd6e6757946" providerId="ADAL" clId="{BFAC53ED-5A51-3446-929C-218B078263F0}" dt="2024-07-29T22:37:08.941" v="946" actId="700"/>
          <ac:spMkLst>
            <pc:docMk/>
            <pc:sldMk cId="830725105" sldId="2147381405"/>
            <ac:spMk id="14" creationId="{F6D85357-82FC-8F3F-0837-7EFDDE0767C2}"/>
          </ac:spMkLst>
        </pc:spChg>
        <pc:spChg chg="add mod ord">
          <ac:chgData name="Sheenu Jain - Consultant" userId="327f6770-3028-4ebc-a323-7bd6e6757946" providerId="ADAL" clId="{BFAC53ED-5A51-3446-929C-218B078263F0}" dt="2024-07-29T22:37:08.941" v="946" actId="700"/>
          <ac:spMkLst>
            <pc:docMk/>
            <pc:sldMk cId="830725105" sldId="2147381405"/>
            <ac:spMk id="15" creationId="{7F4C7A76-3B5D-8AE4-0032-320CC7B96F95}"/>
          </ac:spMkLst>
        </pc:spChg>
        <pc:spChg chg="add mod ord">
          <ac:chgData name="Sheenu Jain - Consultant" userId="327f6770-3028-4ebc-a323-7bd6e6757946" providerId="ADAL" clId="{BFAC53ED-5A51-3446-929C-218B078263F0}" dt="2024-07-29T22:37:08.941" v="946" actId="700"/>
          <ac:spMkLst>
            <pc:docMk/>
            <pc:sldMk cId="830725105" sldId="2147381405"/>
            <ac:spMk id="16" creationId="{E6F2E5BD-EB76-58F1-03FC-3E50460EDC0B}"/>
          </ac:spMkLst>
        </pc:spChg>
        <pc:spChg chg="add mod ord">
          <ac:chgData name="Sheenu Jain - Consultant" userId="327f6770-3028-4ebc-a323-7bd6e6757946" providerId="ADAL" clId="{BFAC53ED-5A51-3446-929C-218B078263F0}" dt="2024-07-29T22:37:08.941" v="946" actId="700"/>
          <ac:spMkLst>
            <pc:docMk/>
            <pc:sldMk cId="830725105" sldId="2147381405"/>
            <ac:spMk id="17" creationId="{10F54ADA-963C-1939-B404-45CE87F11840}"/>
          </ac:spMkLst>
        </pc:spChg>
        <pc:spChg chg="add del mod">
          <ac:chgData name="Sheenu Jain - Consultant" userId="327f6770-3028-4ebc-a323-7bd6e6757946" providerId="ADAL" clId="{BFAC53ED-5A51-3446-929C-218B078263F0}" dt="2024-07-29T22:37:19.825" v="949"/>
          <ac:spMkLst>
            <pc:docMk/>
            <pc:sldMk cId="830725105" sldId="2147381405"/>
            <ac:spMk id="18" creationId="{27F8823F-67E7-EE44-C8B4-21161C30F360}"/>
          </ac:spMkLst>
        </pc:spChg>
      </pc:sldChg>
      <pc:sldChg chg="addSp delSp modSp add del mod delAnim modAnim">
        <pc:chgData name="Sheenu Jain - Consultant" userId="327f6770-3028-4ebc-a323-7bd6e6757946" providerId="ADAL" clId="{BFAC53ED-5A51-3446-929C-218B078263F0}" dt="2024-07-29T22:47:08.052" v="1032" actId="2696"/>
        <pc:sldMkLst>
          <pc:docMk/>
          <pc:sldMk cId="32425307" sldId="2147381406"/>
        </pc:sldMkLst>
        <pc:spChg chg="mod">
          <ac:chgData name="Sheenu Jain - Consultant" userId="327f6770-3028-4ebc-a323-7bd6e6757946" providerId="ADAL" clId="{BFAC53ED-5A51-3446-929C-218B078263F0}" dt="2024-07-29T22:37:52.618" v="951"/>
          <ac:spMkLst>
            <pc:docMk/>
            <pc:sldMk cId="32425307" sldId="2147381406"/>
            <ac:spMk id="7" creationId="{CD58E6AF-EEE6-EA81-0FAE-2C16A38D2E5F}"/>
          </ac:spMkLst>
        </pc:spChg>
        <pc:spChg chg="mod">
          <ac:chgData name="Sheenu Jain - Consultant" userId="327f6770-3028-4ebc-a323-7bd6e6757946" providerId="ADAL" clId="{BFAC53ED-5A51-3446-929C-218B078263F0}" dt="2024-07-29T22:37:52.618" v="951"/>
          <ac:spMkLst>
            <pc:docMk/>
            <pc:sldMk cId="32425307" sldId="2147381406"/>
            <ac:spMk id="8" creationId="{CE50D608-6E4E-C4F4-C14B-ECF8BDD91D03}"/>
          </ac:spMkLst>
        </pc:spChg>
        <pc:spChg chg="del mod">
          <ac:chgData name="Sheenu Jain - Consultant" userId="327f6770-3028-4ebc-a323-7bd6e6757946" providerId="ADAL" clId="{BFAC53ED-5A51-3446-929C-218B078263F0}" dt="2024-07-29T22:38:06.307" v="956" actId="478"/>
          <ac:spMkLst>
            <pc:docMk/>
            <pc:sldMk cId="32425307" sldId="2147381406"/>
            <ac:spMk id="9" creationId="{B4647E2C-7455-3492-21F8-DF2181703583}"/>
          </ac:spMkLst>
        </pc:spChg>
        <pc:spChg chg="del mod">
          <ac:chgData name="Sheenu Jain - Consultant" userId="327f6770-3028-4ebc-a323-7bd6e6757946" providerId="ADAL" clId="{BFAC53ED-5A51-3446-929C-218B078263F0}" dt="2024-07-29T22:37:59.115" v="953" actId="478"/>
          <ac:spMkLst>
            <pc:docMk/>
            <pc:sldMk cId="32425307" sldId="2147381406"/>
            <ac:spMk id="10" creationId="{6FA97145-3927-7140-EF8D-A20C6AD843B0}"/>
          </ac:spMkLst>
        </pc:spChg>
        <pc:spChg chg="mod">
          <ac:chgData name="Sheenu Jain - Consultant" userId="327f6770-3028-4ebc-a323-7bd6e6757946" providerId="ADAL" clId="{BFAC53ED-5A51-3446-929C-218B078263F0}" dt="2024-07-29T22:38:29.426" v="958"/>
          <ac:spMkLst>
            <pc:docMk/>
            <pc:sldMk cId="32425307" sldId="2147381406"/>
            <ac:spMk id="14" creationId="{E567ACCD-FD0C-67CE-F96B-59D8FEA69AD7}"/>
          </ac:spMkLst>
        </pc:spChg>
        <pc:spChg chg="mod">
          <ac:chgData name="Sheenu Jain - Consultant" userId="327f6770-3028-4ebc-a323-7bd6e6757946" providerId="ADAL" clId="{BFAC53ED-5A51-3446-929C-218B078263F0}" dt="2024-07-29T22:38:29.426" v="958"/>
          <ac:spMkLst>
            <pc:docMk/>
            <pc:sldMk cId="32425307" sldId="2147381406"/>
            <ac:spMk id="17" creationId="{6C11C74D-F3E5-ED65-5278-98569396CF09}"/>
          </ac:spMkLst>
        </pc:spChg>
        <pc:spChg chg="mod">
          <ac:chgData name="Sheenu Jain - Consultant" userId="327f6770-3028-4ebc-a323-7bd6e6757946" providerId="ADAL" clId="{BFAC53ED-5A51-3446-929C-218B078263F0}" dt="2024-07-29T22:38:29.426" v="958"/>
          <ac:spMkLst>
            <pc:docMk/>
            <pc:sldMk cId="32425307" sldId="2147381406"/>
            <ac:spMk id="19" creationId="{5B69309C-CBBC-C20C-C246-91BDE322E82E}"/>
          </ac:spMkLst>
        </pc:spChg>
        <pc:spChg chg="del mod">
          <ac:chgData name="Sheenu Jain - Consultant" userId="327f6770-3028-4ebc-a323-7bd6e6757946" providerId="ADAL" clId="{BFAC53ED-5A51-3446-929C-218B078263F0}" dt="2024-07-29T22:38:39.120" v="960" actId="478"/>
          <ac:spMkLst>
            <pc:docMk/>
            <pc:sldMk cId="32425307" sldId="2147381406"/>
            <ac:spMk id="20" creationId="{68D6BE1A-CCED-04E7-7D56-7A25FC20E82B}"/>
          </ac:spMkLst>
        </pc:spChg>
        <pc:grpChg chg="add del mod">
          <ac:chgData name="Sheenu Jain - Consultant" userId="327f6770-3028-4ebc-a323-7bd6e6757946" providerId="ADAL" clId="{BFAC53ED-5A51-3446-929C-218B078263F0}" dt="2024-07-29T22:38:01.330" v="954" actId="478"/>
          <ac:grpSpMkLst>
            <pc:docMk/>
            <pc:sldMk cId="32425307" sldId="2147381406"/>
            <ac:grpSpMk id="4" creationId="{48FC7016-BBF7-4E42-86FB-1C970BE81B35}"/>
          </ac:grpSpMkLst>
        </pc:grpChg>
        <pc:grpChg chg="del mod topLvl">
          <ac:chgData name="Sheenu Jain - Consultant" userId="327f6770-3028-4ebc-a323-7bd6e6757946" providerId="ADAL" clId="{BFAC53ED-5A51-3446-929C-218B078263F0}" dt="2024-07-29T22:38:07.438" v="957" actId="478"/>
          <ac:grpSpMkLst>
            <pc:docMk/>
            <pc:sldMk cId="32425307" sldId="2147381406"/>
            <ac:grpSpMk id="5" creationId="{04663EB4-2726-E501-E586-CE73918CCBD2}"/>
          </ac:grpSpMkLst>
        </pc:grpChg>
        <pc:grpChg chg="add del mod">
          <ac:chgData name="Sheenu Jain - Consultant" userId="327f6770-3028-4ebc-a323-7bd6e6757946" providerId="ADAL" clId="{BFAC53ED-5A51-3446-929C-218B078263F0}" dt="2024-07-29T22:38:32.924" v="959" actId="478"/>
          <ac:grpSpMkLst>
            <pc:docMk/>
            <pc:sldMk cId="32425307" sldId="2147381406"/>
            <ac:grpSpMk id="11" creationId="{7FE520DB-CC04-411A-8984-7D236BFF62D0}"/>
          </ac:grpSpMkLst>
        </pc:grpChg>
        <pc:grpChg chg="del mod topLvl">
          <ac:chgData name="Sheenu Jain - Consultant" userId="327f6770-3028-4ebc-a323-7bd6e6757946" providerId="ADAL" clId="{BFAC53ED-5A51-3446-929C-218B078263F0}" dt="2024-07-29T22:45:55.672" v="1028" actId="478"/>
          <ac:grpSpMkLst>
            <pc:docMk/>
            <pc:sldMk cId="32425307" sldId="2147381406"/>
            <ac:grpSpMk id="12" creationId="{9A991470-933B-CAAF-D66E-9F9A53D3B063}"/>
          </ac:grpSpMkLst>
        </pc:grpChg>
        <pc:picChg chg="del mod topLvl">
          <ac:chgData name="Sheenu Jain - Consultant" userId="327f6770-3028-4ebc-a323-7bd6e6757946" providerId="ADAL" clId="{BFAC53ED-5A51-3446-929C-218B078263F0}" dt="2024-07-29T22:38:01.330" v="954" actId="478"/>
          <ac:picMkLst>
            <pc:docMk/>
            <pc:sldMk cId="32425307" sldId="2147381406"/>
            <ac:picMk id="6" creationId="{BFF5797C-AF14-FEF0-9FAC-2589A3C57D04}"/>
          </ac:picMkLst>
        </pc:picChg>
        <pc:picChg chg="del mod topLvl">
          <ac:chgData name="Sheenu Jain - Consultant" userId="327f6770-3028-4ebc-a323-7bd6e6757946" providerId="ADAL" clId="{BFAC53ED-5A51-3446-929C-218B078263F0}" dt="2024-07-29T22:38:32.924" v="959" actId="478"/>
          <ac:picMkLst>
            <pc:docMk/>
            <pc:sldMk cId="32425307" sldId="2147381406"/>
            <ac:picMk id="13" creationId="{67CDD3A2-4A4C-6335-59AF-714F2AD0285F}"/>
          </ac:picMkLst>
        </pc:picChg>
      </pc:sldChg>
      <pc:sldChg chg="addSp delSp modSp add del mod">
        <pc:chgData name="Sheenu Jain - Consultant" userId="327f6770-3028-4ebc-a323-7bd6e6757946" providerId="ADAL" clId="{BFAC53ED-5A51-3446-929C-218B078263F0}" dt="2024-07-29T22:59:19.354" v="1069" actId="1076"/>
        <pc:sldMkLst>
          <pc:docMk/>
          <pc:sldMk cId="465021841" sldId="2147381408"/>
        </pc:sldMkLst>
        <pc:spChg chg="mod">
          <ac:chgData name="Sheenu Jain - Consultant" userId="327f6770-3028-4ebc-a323-7bd6e6757946" providerId="ADAL" clId="{BFAC53ED-5A51-3446-929C-218B078263F0}" dt="2024-07-29T22:56:42.827" v="1046" actId="404"/>
          <ac:spMkLst>
            <pc:docMk/>
            <pc:sldMk cId="465021841" sldId="2147381408"/>
            <ac:spMk id="3" creationId="{8295EC0B-D18F-2050-71C6-73C4E6700D2C}"/>
          </ac:spMkLst>
        </pc:spChg>
        <pc:spChg chg="mod">
          <ac:chgData name="Sheenu Jain - Consultant" userId="327f6770-3028-4ebc-a323-7bd6e6757946" providerId="ADAL" clId="{BFAC53ED-5A51-3446-929C-218B078263F0}" dt="2024-07-29T22:59:19.354" v="1069" actId="1076"/>
          <ac:spMkLst>
            <pc:docMk/>
            <pc:sldMk cId="465021841" sldId="2147381408"/>
            <ac:spMk id="4" creationId="{724C7C4B-59FB-7C6B-5EB1-9FE13D76254A}"/>
          </ac:spMkLst>
        </pc:spChg>
        <pc:spChg chg="mod">
          <ac:chgData name="Sheenu Jain - Consultant" userId="327f6770-3028-4ebc-a323-7bd6e6757946" providerId="ADAL" clId="{BFAC53ED-5A51-3446-929C-218B078263F0}" dt="2024-07-29T22:58:50.851" v="1065" actId="1076"/>
          <ac:spMkLst>
            <pc:docMk/>
            <pc:sldMk cId="465021841" sldId="2147381408"/>
            <ac:spMk id="5" creationId="{BC2FB531-5D9B-B874-3405-747D227F6F3D}"/>
          </ac:spMkLst>
        </pc:spChg>
        <pc:spChg chg="mod">
          <ac:chgData name="Sheenu Jain - Consultant" userId="327f6770-3028-4ebc-a323-7bd6e6757946" providerId="ADAL" clId="{BFAC53ED-5A51-3446-929C-218B078263F0}" dt="2024-07-29T22:57:16.097" v="1050" actId="207"/>
          <ac:spMkLst>
            <pc:docMk/>
            <pc:sldMk cId="465021841" sldId="2147381408"/>
            <ac:spMk id="6" creationId="{A44E9561-1398-5791-87AD-DF325CF7C050}"/>
          </ac:spMkLst>
        </pc:spChg>
        <pc:spChg chg="mod">
          <ac:chgData name="Sheenu Jain - Consultant" userId="327f6770-3028-4ebc-a323-7bd6e6757946" providerId="ADAL" clId="{BFAC53ED-5A51-3446-929C-218B078263F0}" dt="2024-07-29T22:57:27.948" v="1052" actId="207"/>
          <ac:spMkLst>
            <pc:docMk/>
            <pc:sldMk cId="465021841" sldId="2147381408"/>
            <ac:spMk id="7" creationId="{91D2041B-F3D2-F1E4-92E5-9CF0E7A42E0A}"/>
          </ac:spMkLst>
        </pc:spChg>
        <pc:spChg chg="mod">
          <ac:chgData name="Sheenu Jain - Consultant" userId="327f6770-3028-4ebc-a323-7bd6e6757946" providerId="ADAL" clId="{BFAC53ED-5A51-3446-929C-218B078263F0}" dt="2024-07-29T22:57:44.185" v="1055" actId="13822"/>
          <ac:spMkLst>
            <pc:docMk/>
            <pc:sldMk cId="465021841" sldId="2147381408"/>
            <ac:spMk id="8" creationId="{D54E81F1-14BA-AB97-6EF7-A0EBF06E33AA}"/>
          </ac:spMkLst>
        </pc:spChg>
        <pc:spChg chg="mod">
          <ac:chgData name="Sheenu Jain - Consultant" userId="327f6770-3028-4ebc-a323-7bd6e6757946" providerId="ADAL" clId="{BFAC53ED-5A51-3446-929C-218B078263F0}" dt="2024-07-29T22:58:17.115" v="1061" actId="207"/>
          <ac:spMkLst>
            <pc:docMk/>
            <pc:sldMk cId="465021841" sldId="2147381408"/>
            <ac:spMk id="9" creationId="{68C023A2-84F2-F830-A16F-452710884C73}"/>
          </ac:spMkLst>
        </pc:spChg>
        <pc:spChg chg="mod">
          <ac:chgData name="Sheenu Jain - Consultant" userId="327f6770-3028-4ebc-a323-7bd6e6757946" providerId="ADAL" clId="{BFAC53ED-5A51-3446-929C-218B078263F0}" dt="2024-07-29T22:56:59.238" v="1047" actId="207"/>
          <ac:spMkLst>
            <pc:docMk/>
            <pc:sldMk cId="465021841" sldId="2147381408"/>
            <ac:spMk id="11" creationId="{C040E64D-01AF-2C20-43CB-AD4E718B41AF}"/>
          </ac:spMkLst>
        </pc:spChg>
        <pc:spChg chg="mod">
          <ac:chgData name="Sheenu Jain - Consultant" userId="327f6770-3028-4ebc-a323-7bd6e6757946" providerId="ADAL" clId="{BFAC53ED-5A51-3446-929C-218B078263F0}" dt="2024-07-29T22:57:05.060" v="1048" actId="207"/>
          <ac:spMkLst>
            <pc:docMk/>
            <pc:sldMk cId="465021841" sldId="2147381408"/>
            <ac:spMk id="14" creationId="{46B56EF5-E3F5-A2FA-0056-C42F0EE67A40}"/>
          </ac:spMkLst>
        </pc:spChg>
        <pc:picChg chg="add del">
          <ac:chgData name="Sheenu Jain - Consultant" userId="327f6770-3028-4ebc-a323-7bd6e6757946" providerId="ADAL" clId="{BFAC53ED-5A51-3446-929C-218B078263F0}" dt="2024-07-29T22:55:38.742" v="1040" actId="478"/>
          <ac:picMkLst>
            <pc:docMk/>
            <pc:sldMk cId="465021841" sldId="2147381408"/>
            <ac:picMk id="15" creationId="{B1D23455-2A69-63D5-FB04-AC4F996B153B}"/>
          </ac:picMkLst>
        </pc:picChg>
        <pc:picChg chg="del mod">
          <ac:chgData name="Sheenu Jain - Consultant" userId="327f6770-3028-4ebc-a323-7bd6e6757946" providerId="ADAL" clId="{BFAC53ED-5A51-3446-929C-218B078263F0}" dt="2024-07-29T22:55:38.742" v="1040" actId="478"/>
          <ac:picMkLst>
            <pc:docMk/>
            <pc:sldMk cId="465021841" sldId="2147381408"/>
            <ac:picMk id="1026" creationId="{956FD6A8-A8FA-F63B-5804-1EF81CBB3853}"/>
          </ac:picMkLst>
        </pc:picChg>
        <pc:picChg chg="add mod">
          <ac:chgData name="Sheenu Jain - Consultant" userId="327f6770-3028-4ebc-a323-7bd6e6757946" providerId="ADAL" clId="{BFAC53ED-5A51-3446-929C-218B078263F0}" dt="2024-07-29T22:55:43.109" v="1042" actId="1076"/>
          <ac:picMkLst>
            <pc:docMk/>
            <pc:sldMk cId="465021841" sldId="2147381408"/>
            <ac:picMk id="1028" creationId="{98050EBF-2C34-8830-5945-7E075F3775DD}"/>
          </ac:picMkLst>
        </pc:picChg>
      </pc:sldChg>
      <pc:sldChg chg="modSp add del mod">
        <pc:chgData name="Sheenu Jain - Consultant" userId="327f6770-3028-4ebc-a323-7bd6e6757946" providerId="ADAL" clId="{BFAC53ED-5A51-3446-929C-218B078263F0}" dt="2024-07-29T23:00:45.286" v="1075" actId="13822"/>
        <pc:sldMkLst>
          <pc:docMk/>
          <pc:sldMk cId="1056236523" sldId="2147381409"/>
        </pc:sldMkLst>
        <pc:spChg chg="mod">
          <ac:chgData name="Sheenu Jain - Consultant" userId="327f6770-3028-4ebc-a323-7bd6e6757946" providerId="ADAL" clId="{BFAC53ED-5A51-3446-929C-218B078263F0}" dt="2024-07-29T23:00:21.535" v="1071" actId="207"/>
          <ac:spMkLst>
            <pc:docMk/>
            <pc:sldMk cId="1056236523" sldId="2147381409"/>
            <ac:spMk id="7" creationId="{34DAD41C-4E75-5BC8-B3E0-F8F21490ACA3}"/>
          </ac:spMkLst>
        </pc:spChg>
        <pc:spChg chg="mod">
          <ac:chgData name="Sheenu Jain - Consultant" userId="327f6770-3028-4ebc-a323-7bd6e6757946" providerId="ADAL" clId="{BFAC53ED-5A51-3446-929C-218B078263F0}" dt="2024-07-29T23:00:11.077" v="1070" actId="207"/>
          <ac:spMkLst>
            <pc:docMk/>
            <pc:sldMk cId="1056236523" sldId="2147381409"/>
            <ac:spMk id="8" creationId="{7B7128FD-4E76-5DE6-1DF9-9DEAC5DE4DDE}"/>
          </ac:spMkLst>
        </pc:spChg>
        <pc:spChg chg="mod">
          <ac:chgData name="Sheenu Jain - Consultant" userId="327f6770-3028-4ebc-a323-7bd6e6757946" providerId="ADAL" clId="{BFAC53ED-5A51-3446-929C-218B078263F0}" dt="2024-07-29T23:00:37.426" v="1073" actId="13822"/>
          <ac:spMkLst>
            <pc:docMk/>
            <pc:sldMk cId="1056236523" sldId="2147381409"/>
            <ac:spMk id="9" creationId="{0E475488-036F-509F-BD4E-B001A30987DF}"/>
          </ac:spMkLst>
        </pc:spChg>
        <pc:spChg chg="mod">
          <ac:chgData name="Sheenu Jain - Consultant" userId="327f6770-3028-4ebc-a323-7bd6e6757946" providerId="ADAL" clId="{BFAC53ED-5A51-3446-929C-218B078263F0}" dt="2024-07-29T23:00:42.313" v="1074" actId="13822"/>
          <ac:spMkLst>
            <pc:docMk/>
            <pc:sldMk cId="1056236523" sldId="2147381409"/>
            <ac:spMk id="10" creationId="{EE475A6A-13B2-F739-E0C1-DADA2D24D3A0}"/>
          </ac:spMkLst>
        </pc:spChg>
        <pc:spChg chg="mod">
          <ac:chgData name="Sheenu Jain - Consultant" userId="327f6770-3028-4ebc-a323-7bd6e6757946" providerId="ADAL" clId="{BFAC53ED-5A51-3446-929C-218B078263F0}" dt="2024-07-29T23:00:45.286" v="1075" actId="13822"/>
          <ac:spMkLst>
            <pc:docMk/>
            <pc:sldMk cId="1056236523" sldId="2147381409"/>
            <ac:spMk id="11" creationId="{3003117C-FA28-3531-BCE1-3165E3D5B1AC}"/>
          </ac:spMkLst>
        </pc:spChg>
      </pc:sldChg>
      <pc:sldChg chg="addSp delSp modSp modAnim">
        <pc:chgData name="Sheenu Jain - Consultant" userId="327f6770-3028-4ebc-a323-7bd6e6757946" providerId="ADAL" clId="{BFAC53ED-5A51-3446-929C-218B078263F0}" dt="2024-08-24T00:02:37.309" v="1304" actId="1076"/>
        <pc:sldMkLst>
          <pc:docMk/>
          <pc:sldMk cId="2819676102" sldId="2147381410"/>
        </pc:sldMkLst>
        <pc:spChg chg="mod">
          <ac:chgData name="Sheenu Jain - Consultant" userId="327f6770-3028-4ebc-a323-7bd6e6757946" providerId="ADAL" clId="{BFAC53ED-5A51-3446-929C-218B078263F0}" dt="2024-08-24T00:01:47.784" v="1301" actId="2711"/>
          <ac:spMkLst>
            <pc:docMk/>
            <pc:sldMk cId="2819676102" sldId="2147381410"/>
            <ac:spMk id="3" creationId="{DC94A8F6-6014-49CB-87F8-B099454A9D2B}"/>
          </ac:spMkLst>
        </pc:spChg>
        <pc:spChg chg="mod">
          <ac:chgData name="Sheenu Jain - Consultant" userId="327f6770-3028-4ebc-a323-7bd6e6757946" providerId="ADAL" clId="{BFAC53ED-5A51-3446-929C-218B078263F0}" dt="2024-08-24T00:01:47.784" v="1301" actId="2711"/>
          <ac:spMkLst>
            <pc:docMk/>
            <pc:sldMk cId="2819676102" sldId="2147381410"/>
            <ac:spMk id="4" creationId="{03C23672-5644-C7C4-689B-24C620A6621B}"/>
          </ac:spMkLst>
        </pc:spChg>
        <pc:spChg chg="mod">
          <ac:chgData name="Sheenu Jain - Consultant" userId="327f6770-3028-4ebc-a323-7bd6e6757946" providerId="ADAL" clId="{BFAC53ED-5A51-3446-929C-218B078263F0}" dt="2024-08-24T00:01:47.784" v="1301" actId="2711"/>
          <ac:spMkLst>
            <pc:docMk/>
            <pc:sldMk cId="2819676102" sldId="2147381410"/>
            <ac:spMk id="5" creationId="{DC4221C1-36B4-BFF3-0E28-EF42E728F881}"/>
          </ac:spMkLst>
        </pc:spChg>
        <pc:spChg chg="mod">
          <ac:chgData name="Sheenu Jain - Consultant" userId="327f6770-3028-4ebc-a323-7bd6e6757946" providerId="ADAL" clId="{BFAC53ED-5A51-3446-929C-218B078263F0}" dt="2024-08-24T00:01:47.784" v="1301" actId="2711"/>
          <ac:spMkLst>
            <pc:docMk/>
            <pc:sldMk cId="2819676102" sldId="2147381410"/>
            <ac:spMk id="6" creationId="{34B2AC04-62DA-456A-B275-26CF5D516976}"/>
          </ac:spMkLst>
        </pc:spChg>
        <pc:spChg chg="mod">
          <ac:chgData name="Sheenu Jain - Consultant" userId="327f6770-3028-4ebc-a323-7bd6e6757946" providerId="ADAL" clId="{BFAC53ED-5A51-3446-929C-218B078263F0}" dt="2024-08-24T00:01:47.784" v="1301" actId="2711"/>
          <ac:spMkLst>
            <pc:docMk/>
            <pc:sldMk cId="2819676102" sldId="2147381410"/>
            <ac:spMk id="7" creationId="{79229433-D6FF-2176-AA14-CFFC03B12B1C}"/>
          </ac:spMkLst>
        </pc:spChg>
        <pc:picChg chg="add mod">
          <ac:chgData name="Sheenu Jain - Consultant" userId="327f6770-3028-4ebc-a323-7bd6e6757946" providerId="ADAL" clId="{BFAC53ED-5A51-3446-929C-218B078263F0}" dt="2024-08-24T00:02:37.309" v="1304" actId="1076"/>
          <ac:picMkLst>
            <pc:docMk/>
            <pc:sldMk cId="2819676102" sldId="2147381410"/>
            <ac:picMk id="2" creationId="{51FEC669-5F3C-411A-46E0-9F0C7D573B00}"/>
          </ac:picMkLst>
        </pc:picChg>
        <pc:picChg chg="del mod">
          <ac:chgData name="Sheenu Jain - Consultant" userId="327f6770-3028-4ebc-a323-7bd6e6757946" providerId="ADAL" clId="{BFAC53ED-5A51-3446-929C-218B078263F0}" dt="2024-08-24T00:02:32.027" v="1302" actId="478"/>
          <ac:picMkLst>
            <pc:docMk/>
            <pc:sldMk cId="2819676102" sldId="2147381410"/>
            <ac:picMk id="1026" creationId="{FF722AE0-865D-FBE4-14AE-BFAA3734FCFC}"/>
          </ac:picMkLst>
        </pc:picChg>
        <pc:picChg chg="mod">
          <ac:chgData name="Sheenu Jain - Consultant" userId="327f6770-3028-4ebc-a323-7bd6e6757946" providerId="ADAL" clId="{BFAC53ED-5A51-3446-929C-218B078263F0}" dt="2024-08-24T00:01:47.784" v="1301" actId="2711"/>
          <ac:picMkLst>
            <pc:docMk/>
            <pc:sldMk cId="2819676102" sldId="2147381410"/>
            <ac:picMk id="1028" creationId="{09261DBD-7A66-805C-FD63-827C413A09AE}"/>
          </ac:picMkLst>
        </pc:picChg>
      </pc:sldChg>
      <pc:sldChg chg="modSp">
        <pc:chgData name="Sheenu Jain - Consultant" userId="327f6770-3028-4ebc-a323-7bd6e6757946" providerId="ADAL" clId="{BFAC53ED-5A51-3446-929C-218B078263F0}" dt="2024-08-24T05:02:00.851" v="1307" actId="5793"/>
        <pc:sldMkLst>
          <pc:docMk/>
          <pc:sldMk cId="2869113106" sldId="2147381411"/>
        </pc:sldMkLst>
        <pc:spChg chg="mod">
          <ac:chgData name="Sheenu Jain - Consultant" userId="327f6770-3028-4ebc-a323-7bd6e6757946" providerId="ADAL" clId="{BFAC53ED-5A51-3446-929C-218B078263F0}" dt="2024-08-24T05:00:49.223" v="1305" actId="2711"/>
          <ac:spMkLst>
            <pc:docMk/>
            <pc:sldMk cId="2869113106" sldId="2147381411"/>
            <ac:spMk id="3" creationId="{DC94A8F6-6014-49CB-87F8-B099454A9D2B}"/>
          </ac:spMkLst>
        </pc:spChg>
        <pc:spChg chg="mod">
          <ac:chgData name="Sheenu Jain - Consultant" userId="327f6770-3028-4ebc-a323-7bd6e6757946" providerId="ADAL" clId="{BFAC53ED-5A51-3446-929C-218B078263F0}" dt="2024-08-24T05:01:13.464" v="1306" actId="20577"/>
          <ac:spMkLst>
            <pc:docMk/>
            <pc:sldMk cId="2869113106" sldId="2147381411"/>
            <ac:spMk id="4" creationId="{03C23672-5644-C7C4-689B-24C620A6621B}"/>
          </ac:spMkLst>
        </pc:spChg>
        <pc:spChg chg="mod">
          <ac:chgData name="Sheenu Jain - Consultant" userId="327f6770-3028-4ebc-a323-7bd6e6757946" providerId="ADAL" clId="{BFAC53ED-5A51-3446-929C-218B078263F0}" dt="2024-08-24T05:02:00.851" v="1307" actId="5793"/>
          <ac:spMkLst>
            <pc:docMk/>
            <pc:sldMk cId="2869113106" sldId="2147381411"/>
            <ac:spMk id="5" creationId="{DC4221C1-36B4-BFF3-0E28-EF42E728F881}"/>
          </ac:spMkLst>
        </pc:spChg>
        <pc:spChg chg="mod">
          <ac:chgData name="Sheenu Jain - Consultant" userId="327f6770-3028-4ebc-a323-7bd6e6757946" providerId="ADAL" clId="{BFAC53ED-5A51-3446-929C-218B078263F0}" dt="2024-08-24T05:00:49.223" v="1305" actId="2711"/>
          <ac:spMkLst>
            <pc:docMk/>
            <pc:sldMk cId="2869113106" sldId="2147381411"/>
            <ac:spMk id="6" creationId="{34B2AC04-62DA-456A-B275-26CF5D516976}"/>
          </ac:spMkLst>
        </pc:spChg>
        <pc:spChg chg="mod">
          <ac:chgData name="Sheenu Jain - Consultant" userId="327f6770-3028-4ebc-a323-7bd6e6757946" providerId="ADAL" clId="{BFAC53ED-5A51-3446-929C-218B078263F0}" dt="2024-08-24T05:00:49.223" v="1305" actId="2711"/>
          <ac:spMkLst>
            <pc:docMk/>
            <pc:sldMk cId="2869113106" sldId="2147381411"/>
            <ac:spMk id="7" creationId="{79229433-D6FF-2176-AA14-CFFC03B12B1C}"/>
          </ac:spMkLst>
        </pc:spChg>
        <pc:picChg chg="mod">
          <ac:chgData name="Sheenu Jain - Consultant" userId="327f6770-3028-4ebc-a323-7bd6e6757946" providerId="ADAL" clId="{BFAC53ED-5A51-3446-929C-218B078263F0}" dt="2024-08-24T05:00:49.223" v="1305" actId="2711"/>
          <ac:picMkLst>
            <pc:docMk/>
            <pc:sldMk cId="2869113106" sldId="2147381411"/>
            <ac:picMk id="11" creationId="{A9AB0D29-4EA5-9206-767B-CD3D958C4408}"/>
          </ac:picMkLst>
        </pc:picChg>
        <pc:picChg chg="mod">
          <ac:chgData name="Sheenu Jain - Consultant" userId="327f6770-3028-4ebc-a323-7bd6e6757946" providerId="ADAL" clId="{BFAC53ED-5A51-3446-929C-218B078263F0}" dt="2024-08-24T05:00:49.223" v="1305" actId="2711"/>
          <ac:picMkLst>
            <pc:docMk/>
            <pc:sldMk cId="2869113106" sldId="2147381411"/>
            <ac:picMk id="12" creationId="{6004CF75-DC3E-BE02-C53E-88FA98064EC8}"/>
          </ac:picMkLst>
        </pc:picChg>
      </pc:sldChg>
      <pc:sldMasterChg chg="modSldLayout">
        <pc:chgData name="Sheenu Jain - Consultant" userId="327f6770-3028-4ebc-a323-7bd6e6757946" providerId="ADAL" clId="{BFAC53ED-5A51-3446-929C-218B078263F0}" dt="2024-07-29T23:08:10.991" v="1147" actId="1076"/>
        <pc:sldMasterMkLst>
          <pc:docMk/>
          <pc:sldMasterMk cId="3557550030" sldId="2147483648"/>
        </pc:sldMasterMkLst>
        <pc:sldLayoutChg chg="modSp mod">
          <pc:chgData name="Sheenu Jain - Consultant" userId="327f6770-3028-4ebc-a323-7bd6e6757946" providerId="ADAL" clId="{BFAC53ED-5A51-3446-929C-218B078263F0}" dt="2024-07-29T22:43:17.572" v="1000" actId="1076"/>
          <pc:sldLayoutMkLst>
            <pc:docMk/>
            <pc:sldMasterMk cId="3557550030" sldId="2147483648"/>
            <pc:sldLayoutMk cId="234808710" sldId="2147483702"/>
          </pc:sldLayoutMkLst>
          <pc:spChg chg="mod">
            <ac:chgData name="Sheenu Jain - Consultant" userId="327f6770-3028-4ebc-a323-7bd6e6757946" providerId="ADAL" clId="{BFAC53ED-5A51-3446-929C-218B078263F0}" dt="2024-07-29T22:43:17.572" v="1000" actId="1076"/>
            <ac:spMkLst>
              <pc:docMk/>
              <pc:sldMasterMk cId="3557550030" sldId="2147483648"/>
              <pc:sldLayoutMk cId="234808710" sldId="2147483702"/>
              <ac:spMk id="10" creationId="{8EAE7305-FDF5-B2BD-3C2F-5355ADACABDD}"/>
            </ac:spMkLst>
          </pc:spChg>
        </pc:sldLayoutChg>
        <pc:sldLayoutChg chg="addSp delSp modSp mod">
          <pc:chgData name="Sheenu Jain - Consultant" userId="327f6770-3028-4ebc-a323-7bd6e6757946" providerId="ADAL" clId="{BFAC53ED-5A51-3446-929C-218B078263F0}" dt="2024-07-29T23:08:10.991" v="1147" actId="1076"/>
          <pc:sldLayoutMkLst>
            <pc:docMk/>
            <pc:sldMasterMk cId="3557550030" sldId="2147483648"/>
            <pc:sldLayoutMk cId="2378718385" sldId="2147483706"/>
          </pc:sldLayoutMkLst>
          <pc:spChg chg="add del mod">
            <ac:chgData name="Sheenu Jain - Consultant" userId="327f6770-3028-4ebc-a323-7bd6e6757946" providerId="ADAL" clId="{BFAC53ED-5A51-3446-929C-218B078263F0}" dt="2024-07-29T22:40:15.387" v="970" actId="478"/>
            <ac:spMkLst>
              <pc:docMk/>
              <pc:sldMasterMk cId="3557550030" sldId="2147483648"/>
              <pc:sldLayoutMk cId="2378718385" sldId="2147483706"/>
              <ac:spMk id="2" creationId="{529CBEEF-2496-36BA-EB03-EDE53DB811EA}"/>
            </ac:spMkLst>
          </pc:spChg>
          <pc:spChg chg="add del mod">
            <ac:chgData name="Sheenu Jain - Consultant" userId="327f6770-3028-4ebc-a323-7bd6e6757946" providerId="ADAL" clId="{BFAC53ED-5A51-3446-929C-218B078263F0}" dt="2024-07-29T22:45:00.594" v="1020" actId="478"/>
            <ac:spMkLst>
              <pc:docMk/>
              <pc:sldMasterMk cId="3557550030" sldId="2147483648"/>
              <pc:sldLayoutMk cId="2378718385" sldId="2147483706"/>
              <ac:spMk id="4" creationId="{B183EF55-1097-C9BF-8995-F6481AF9FA37}"/>
            </ac:spMkLst>
          </pc:spChg>
          <pc:spChg chg="add del mod">
            <ac:chgData name="Sheenu Jain - Consultant" userId="327f6770-3028-4ebc-a323-7bd6e6757946" providerId="ADAL" clId="{BFAC53ED-5A51-3446-929C-218B078263F0}" dt="2024-07-29T22:45:01.648" v="1021" actId="478"/>
            <ac:spMkLst>
              <pc:docMk/>
              <pc:sldMasterMk cId="3557550030" sldId="2147483648"/>
              <pc:sldLayoutMk cId="2378718385" sldId="2147483706"/>
              <ac:spMk id="6" creationId="{7503EF9E-BB07-EF2A-D511-28F34CA6CC9A}"/>
            </ac:spMkLst>
          </pc:spChg>
          <pc:spChg chg="add del mod">
            <ac:chgData name="Sheenu Jain - Consultant" userId="327f6770-3028-4ebc-a323-7bd6e6757946" providerId="ADAL" clId="{BFAC53ED-5A51-3446-929C-218B078263F0}" dt="2024-07-29T22:44:05.281" v="1014" actId="478"/>
            <ac:spMkLst>
              <pc:docMk/>
              <pc:sldMasterMk cId="3557550030" sldId="2147483648"/>
              <pc:sldLayoutMk cId="2378718385" sldId="2147483706"/>
              <ac:spMk id="12" creationId="{DC431019-92AB-D1D4-3B06-52FC87CA421D}"/>
            </ac:spMkLst>
          </pc:spChg>
          <pc:spChg chg="mod">
            <ac:chgData name="Sheenu Jain - Consultant" userId="327f6770-3028-4ebc-a323-7bd6e6757946" providerId="ADAL" clId="{BFAC53ED-5A51-3446-929C-218B078263F0}" dt="2024-07-29T22:45:03.220" v="1022"/>
            <ac:spMkLst>
              <pc:docMk/>
              <pc:sldMasterMk cId="3557550030" sldId="2147483648"/>
              <pc:sldLayoutMk cId="2378718385" sldId="2147483706"/>
              <ac:spMk id="14" creationId="{F3800CED-01BB-395F-9C34-DF11DCF37717}"/>
            </ac:spMkLst>
          </pc:spChg>
          <pc:spChg chg="mod">
            <ac:chgData name="Sheenu Jain - Consultant" userId="327f6770-3028-4ebc-a323-7bd6e6757946" providerId="ADAL" clId="{BFAC53ED-5A51-3446-929C-218B078263F0}" dt="2024-07-29T22:45:03.220" v="1022"/>
            <ac:spMkLst>
              <pc:docMk/>
              <pc:sldMasterMk cId="3557550030" sldId="2147483648"/>
              <pc:sldLayoutMk cId="2378718385" sldId="2147483706"/>
              <ac:spMk id="15" creationId="{9C509CFE-8267-5188-850B-475C5B9B59DC}"/>
            </ac:spMkLst>
          </pc:spChg>
          <pc:spChg chg="mod">
            <ac:chgData name="Sheenu Jain - Consultant" userId="327f6770-3028-4ebc-a323-7bd6e6757946" providerId="ADAL" clId="{BFAC53ED-5A51-3446-929C-218B078263F0}" dt="2024-07-29T22:45:03.220" v="1022"/>
            <ac:spMkLst>
              <pc:docMk/>
              <pc:sldMasterMk cId="3557550030" sldId="2147483648"/>
              <pc:sldLayoutMk cId="2378718385" sldId="2147483706"/>
              <ac:spMk id="16" creationId="{6CD8CDFB-DB1D-EAC8-AB50-7F0C715B0E86}"/>
            </ac:spMkLst>
          </pc:spChg>
          <pc:spChg chg="del">
            <ac:chgData name="Sheenu Jain - Consultant" userId="327f6770-3028-4ebc-a323-7bd6e6757946" providerId="ADAL" clId="{BFAC53ED-5A51-3446-929C-218B078263F0}" dt="2024-07-29T22:39:40.283" v="965" actId="478"/>
            <ac:spMkLst>
              <pc:docMk/>
              <pc:sldMasterMk cId="3557550030" sldId="2147483648"/>
              <pc:sldLayoutMk cId="2378718385" sldId="2147483706"/>
              <ac:spMk id="28" creationId="{0B94BF25-5ED1-CF47-FCE2-87C754FB6C02}"/>
            </ac:spMkLst>
          </pc:spChg>
          <pc:spChg chg="del">
            <ac:chgData name="Sheenu Jain - Consultant" userId="327f6770-3028-4ebc-a323-7bd6e6757946" providerId="ADAL" clId="{BFAC53ED-5A51-3446-929C-218B078263F0}" dt="2024-07-29T22:39:41.596" v="966" actId="478"/>
            <ac:spMkLst>
              <pc:docMk/>
              <pc:sldMasterMk cId="3557550030" sldId="2147483648"/>
              <pc:sldLayoutMk cId="2378718385" sldId="2147483706"/>
              <ac:spMk id="30" creationId="{F3E3F402-DCDE-5E07-3660-B19C26AF46B4}"/>
            </ac:spMkLst>
          </pc:spChg>
          <pc:spChg chg="del">
            <ac:chgData name="Sheenu Jain - Consultant" userId="327f6770-3028-4ebc-a323-7bd6e6757946" providerId="ADAL" clId="{BFAC53ED-5A51-3446-929C-218B078263F0}" dt="2024-07-29T22:39:38.796" v="964" actId="478"/>
            <ac:spMkLst>
              <pc:docMk/>
              <pc:sldMasterMk cId="3557550030" sldId="2147483648"/>
              <pc:sldLayoutMk cId="2378718385" sldId="2147483706"/>
              <ac:spMk id="54" creationId="{DDC89FEC-2B23-1F2E-C215-B7ABAC24DCAC}"/>
            </ac:spMkLst>
          </pc:spChg>
          <pc:grpChg chg="del mod">
            <ac:chgData name="Sheenu Jain - Consultant" userId="327f6770-3028-4ebc-a323-7bd6e6757946" providerId="ADAL" clId="{BFAC53ED-5A51-3446-929C-218B078263F0}" dt="2024-07-29T22:39:32.986" v="963" actId="478"/>
            <ac:grpSpMkLst>
              <pc:docMk/>
              <pc:sldMasterMk cId="3557550030" sldId="2147483648"/>
              <pc:sldLayoutMk cId="2378718385" sldId="2147483706"/>
              <ac:grpSpMk id="3" creationId="{EC64244A-134F-69DF-B5F6-BDE8C5738016}"/>
            </ac:grpSpMkLst>
          </pc:grpChg>
          <pc:grpChg chg="add mod">
            <ac:chgData name="Sheenu Jain - Consultant" userId="327f6770-3028-4ebc-a323-7bd6e6757946" providerId="ADAL" clId="{BFAC53ED-5A51-3446-929C-218B078263F0}" dt="2024-07-29T23:08:10.991" v="1147" actId="1076"/>
            <ac:grpSpMkLst>
              <pc:docMk/>
              <pc:sldMasterMk cId="3557550030" sldId="2147483648"/>
              <pc:sldLayoutMk cId="2378718385" sldId="2147483706"/>
              <ac:grpSpMk id="13" creationId="{D4EE457A-E6A6-A210-5D48-16ABC74F68DB}"/>
            </ac:grpSpMkLst>
          </pc:grpChg>
        </pc:sldLayoutChg>
      </pc:sldMasterChg>
    </pc:docChg>
  </pc:docChgLst>
  <pc:docChgLst>
    <pc:chgData name="Sheenu Jain - Consultant" userId="S::sheenu.jain@wadhwanifoundation.org::327f6770-3028-4ebc-a323-7bd6e6757946" providerId="AD" clId="Web-{46030E66-912C-DCD6-45A4-3E57774F0008}"/>
    <pc:docChg chg="modSld">
      <pc:chgData name="Sheenu Jain - Consultant" userId="S::sheenu.jain@wadhwanifoundation.org::327f6770-3028-4ebc-a323-7bd6e6757946" providerId="AD" clId="Web-{46030E66-912C-DCD6-45A4-3E57774F0008}" dt="2024-07-28T02:10:42.915" v="1" actId="20577"/>
      <pc:docMkLst>
        <pc:docMk/>
      </pc:docMkLst>
      <pc:sldChg chg="modSp">
        <pc:chgData name="Sheenu Jain - Consultant" userId="S::sheenu.jain@wadhwanifoundation.org::327f6770-3028-4ebc-a323-7bd6e6757946" providerId="AD" clId="Web-{46030E66-912C-DCD6-45A4-3E57774F0008}" dt="2024-07-28T02:10:42.915" v="1" actId="20577"/>
        <pc:sldMkLst>
          <pc:docMk/>
          <pc:sldMk cId="3735479972" sldId="2147381399"/>
        </pc:sldMkLst>
        <pc:spChg chg="mod">
          <ac:chgData name="Sheenu Jain - Consultant" userId="S::sheenu.jain@wadhwanifoundation.org::327f6770-3028-4ebc-a323-7bd6e6757946" providerId="AD" clId="Web-{46030E66-912C-DCD6-45A4-3E57774F0008}" dt="2024-07-28T02:10:42.915" v="1" actId="20577"/>
          <ac:spMkLst>
            <pc:docMk/>
            <pc:sldMk cId="3735479972" sldId="2147381399"/>
            <ac:spMk id="3" creationId="{23B90C9C-873F-359E-9E0E-9BF48D08EC1A}"/>
          </ac:spMkLst>
        </pc:spChg>
      </pc:sldChg>
    </pc:docChg>
  </pc:docChgLst>
  <pc:docChgLst>
    <pc:chgData name="Sheenu Jain - Consultant" userId="S::sheenu.jain@wadhwanifoundation.org::327f6770-3028-4ebc-a323-7bd6e6757946" providerId="AD" clId="Web-{2D31FAA5-888B-9490-A4EE-DAC860FBF769}"/>
    <pc:docChg chg="modSld">
      <pc:chgData name="Sheenu Jain - Consultant" userId="S::sheenu.jain@wadhwanifoundation.org::327f6770-3028-4ebc-a323-7bd6e6757946" providerId="AD" clId="Web-{2D31FAA5-888B-9490-A4EE-DAC860FBF769}" dt="2024-08-23T23:57:50.477" v="2" actId="1076"/>
      <pc:docMkLst>
        <pc:docMk/>
      </pc:docMkLst>
      <pc:sldChg chg="modSp">
        <pc:chgData name="Sheenu Jain - Consultant" userId="S::sheenu.jain@wadhwanifoundation.org::327f6770-3028-4ebc-a323-7bd6e6757946" providerId="AD" clId="Web-{2D31FAA5-888B-9490-A4EE-DAC860FBF769}" dt="2024-08-23T23:57:19.524" v="1" actId="1076"/>
        <pc:sldMkLst>
          <pc:docMk/>
          <pc:sldMk cId="3928626294" sldId="2147381402"/>
        </pc:sldMkLst>
        <pc:spChg chg="mod">
          <ac:chgData name="Sheenu Jain - Consultant" userId="S::sheenu.jain@wadhwanifoundation.org::327f6770-3028-4ebc-a323-7bd6e6757946" providerId="AD" clId="Web-{2D31FAA5-888B-9490-A4EE-DAC860FBF769}" dt="2024-08-23T23:57:19.524" v="1" actId="1076"/>
          <ac:spMkLst>
            <pc:docMk/>
            <pc:sldMk cId="3928626294" sldId="2147381402"/>
            <ac:spMk id="74" creationId="{A6ACE7E6-2B99-1A90-95EF-95BF311E87C2}"/>
          </ac:spMkLst>
        </pc:spChg>
      </pc:sldChg>
      <pc:sldChg chg="modSp">
        <pc:chgData name="Sheenu Jain - Consultant" userId="S::sheenu.jain@wadhwanifoundation.org::327f6770-3028-4ebc-a323-7bd6e6757946" providerId="AD" clId="Web-{2D31FAA5-888B-9490-A4EE-DAC860FBF769}" dt="2024-08-23T23:57:50.477" v="2" actId="1076"/>
        <pc:sldMkLst>
          <pc:docMk/>
          <pc:sldMk cId="1244498534" sldId="2147381404"/>
        </pc:sldMkLst>
        <pc:spChg chg="mod">
          <ac:chgData name="Sheenu Jain - Consultant" userId="S::sheenu.jain@wadhwanifoundation.org::327f6770-3028-4ebc-a323-7bd6e6757946" providerId="AD" clId="Web-{2D31FAA5-888B-9490-A4EE-DAC860FBF769}" dt="2024-08-23T23:57:50.477" v="2" actId="1076"/>
          <ac:spMkLst>
            <pc:docMk/>
            <pc:sldMk cId="1244498534" sldId="2147381404"/>
            <ac:spMk id="13" creationId="{C6487FF9-F640-DA70-AEEA-9EA7F16746D3}"/>
          </ac:spMkLst>
        </pc:spChg>
      </pc:sldChg>
    </pc:docChg>
  </pc:docChgLst>
  <pc:docChgLst>
    <pc:chgData name="Sheenu Jain - Consultant" userId="S::sheenu.jain@wadhwanifoundation.org::327f6770-3028-4ebc-a323-7bd6e6757946" providerId="AD" clId="Web-{31249802-696D-35DD-FE98-1ABBB048589C}"/>
    <pc:docChg chg="modSld">
      <pc:chgData name="Sheenu Jain - Consultant" userId="S::sheenu.jain@wadhwanifoundation.org::327f6770-3028-4ebc-a323-7bd6e6757946" providerId="AD" clId="Web-{31249802-696D-35DD-FE98-1ABBB048589C}" dt="2024-08-11T00:24:49.523" v="1" actId="20577"/>
      <pc:docMkLst>
        <pc:docMk/>
      </pc:docMkLst>
      <pc:sldChg chg="modSp">
        <pc:chgData name="Sheenu Jain - Consultant" userId="S::sheenu.jain@wadhwanifoundation.org::327f6770-3028-4ebc-a323-7bd6e6757946" providerId="AD" clId="Web-{31249802-696D-35DD-FE98-1ABBB048589C}" dt="2024-08-11T00:24:49.523" v="1" actId="20577"/>
        <pc:sldMkLst>
          <pc:docMk/>
          <pc:sldMk cId="3928626294" sldId="2147381402"/>
        </pc:sldMkLst>
        <pc:spChg chg="mod">
          <ac:chgData name="Sheenu Jain - Consultant" userId="S::sheenu.jain@wadhwanifoundation.org::327f6770-3028-4ebc-a323-7bd6e6757946" providerId="AD" clId="Web-{31249802-696D-35DD-FE98-1ABBB048589C}" dt="2024-08-11T00:24:49.523" v="1" actId="20577"/>
          <ac:spMkLst>
            <pc:docMk/>
            <pc:sldMk cId="3928626294" sldId="2147381402"/>
            <ac:spMk id="2" creationId="{474C3007-8CE2-D309-08CA-9653EA973BC3}"/>
          </ac:spMkLst>
        </pc:spChg>
      </pc:sldChg>
    </pc:docChg>
  </pc:docChgLst>
  <pc:docChgLst>
    <pc:chgData clId="Web-{E7CC7CF8-FF95-0B7F-0F2B-3C5EFD4A2476}"/>
    <pc:docChg chg="modSld">
      <pc:chgData name="" userId="" providerId="" clId="Web-{E7CC7CF8-FF95-0B7F-0F2B-3C5EFD4A2476}" dt="2024-07-29T05:31:43.682" v="0" actId="14100"/>
      <pc:docMkLst>
        <pc:docMk/>
      </pc:docMkLst>
      <pc:sldChg chg="modSp">
        <pc:chgData name="" userId="" providerId="" clId="Web-{E7CC7CF8-FF95-0B7F-0F2B-3C5EFD4A2476}" dt="2024-07-29T05:31:43.682" v="0" actId="14100"/>
        <pc:sldMkLst>
          <pc:docMk/>
          <pc:sldMk cId="2557910124" sldId="2147381400"/>
        </pc:sldMkLst>
        <pc:spChg chg="mod">
          <ac:chgData name="" userId="" providerId="" clId="Web-{E7CC7CF8-FF95-0B7F-0F2B-3C5EFD4A2476}" dt="2024-07-29T05:31:43.682" v="0" actId="14100"/>
          <ac:spMkLst>
            <pc:docMk/>
            <pc:sldMk cId="2557910124" sldId="2147381400"/>
            <ac:spMk id="48" creationId="{FE4972F6-B468-6BBD-5C10-9C7935544BD4}"/>
          </ac:spMkLst>
        </pc:spChg>
      </pc:sldChg>
    </pc:docChg>
  </pc:docChgLst>
  <pc:docChgLst>
    <pc:chgData name="Ajay Batra - Consultant" userId="90813bcd-4e18-43d5-afab-0aa3e208d330" providerId="ADAL" clId="{F233AC4F-E377-43B6-8459-BCF61C1ACFE0}"/>
    <pc:docChg chg="undo custSel addSld modSld sldOrd modSection">
      <pc:chgData name="Ajay Batra - Consultant" userId="90813bcd-4e18-43d5-afab-0aa3e208d330" providerId="ADAL" clId="{F233AC4F-E377-43B6-8459-BCF61C1ACFE0}" dt="2024-08-24T04:46:32.125" v="1195" actId="20577"/>
      <pc:docMkLst>
        <pc:docMk/>
      </pc:docMkLst>
      <pc:sldChg chg="modSp mod">
        <pc:chgData name="Ajay Batra - Consultant" userId="90813bcd-4e18-43d5-afab-0aa3e208d330" providerId="ADAL" clId="{F233AC4F-E377-43B6-8459-BCF61C1ACFE0}" dt="2024-08-22T19:41:55.414" v="27" actId="20577"/>
        <pc:sldMkLst>
          <pc:docMk/>
          <pc:sldMk cId="636361748" sldId="2147381290"/>
        </pc:sldMkLst>
        <pc:spChg chg="mod">
          <ac:chgData name="Ajay Batra - Consultant" userId="90813bcd-4e18-43d5-afab-0aa3e208d330" providerId="ADAL" clId="{F233AC4F-E377-43B6-8459-BCF61C1ACFE0}" dt="2024-08-22T19:41:55.414" v="27" actId="20577"/>
          <ac:spMkLst>
            <pc:docMk/>
            <pc:sldMk cId="636361748" sldId="2147381290"/>
            <ac:spMk id="4" creationId="{53621021-EF30-347E-8602-6D9B2B20FD0E}"/>
          </ac:spMkLst>
        </pc:spChg>
      </pc:sldChg>
      <pc:sldChg chg="addSp modSp mod modAnim">
        <pc:chgData name="Ajay Batra - Consultant" userId="90813bcd-4e18-43d5-afab-0aa3e208d330" providerId="ADAL" clId="{F233AC4F-E377-43B6-8459-BCF61C1ACFE0}" dt="2024-08-22T19:45:51.836" v="178"/>
        <pc:sldMkLst>
          <pc:docMk/>
          <pc:sldMk cId="690255952" sldId="2147381304"/>
        </pc:sldMkLst>
        <pc:spChg chg="add mod">
          <ac:chgData name="Ajay Batra - Consultant" userId="90813bcd-4e18-43d5-afab-0aa3e208d330" providerId="ADAL" clId="{F233AC4F-E377-43B6-8459-BCF61C1ACFE0}" dt="2024-08-22T19:45:46.326" v="177" actId="403"/>
          <ac:spMkLst>
            <pc:docMk/>
            <pc:sldMk cId="690255952" sldId="2147381304"/>
            <ac:spMk id="3" creationId="{7E2A6750-3380-6EAE-CCC9-45ACBA57741E}"/>
          </ac:spMkLst>
        </pc:spChg>
      </pc:sldChg>
      <pc:sldChg chg="modSp mod">
        <pc:chgData name="Ajay Batra - Consultant" userId="90813bcd-4e18-43d5-afab-0aa3e208d330" providerId="ADAL" clId="{F233AC4F-E377-43B6-8459-BCF61C1ACFE0}" dt="2024-08-22T20:03:21.201" v="643" actId="20577"/>
        <pc:sldMkLst>
          <pc:docMk/>
          <pc:sldMk cId="3825656409" sldId="2147381310"/>
        </pc:sldMkLst>
        <pc:spChg chg="mod">
          <ac:chgData name="Ajay Batra - Consultant" userId="90813bcd-4e18-43d5-afab-0aa3e208d330" providerId="ADAL" clId="{F233AC4F-E377-43B6-8459-BCF61C1ACFE0}" dt="2024-08-22T20:03:21.201" v="643" actId="20577"/>
          <ac:spMkLst>
            <pc:docMk/>
            <pc:sldMk cId="3825656409" sldId="2147381310"/>
            <ac:spMk id="9" creationId="{B24A56D3-2396-69F3-9D2C-F242E9D8B8B1}"/>
          </ac:spMkLst>
        </pc:spChg>
      </pc:sldChg>
      <pc:sldChg chg="ord">
        <pc:chgData name="Ajay Batra - Consultant" userId="90813bcd-4e18-43d5-afab-0aa3e208d330" providerId="ADAL" clId="{F233AC4F-E377-43B6-8459-BCF61C1ACFE0}" dt="2024-08-22T19:41:28.730" v="1"/>
        <pc:sldMkLst>
          <pc:docMk/>
          <pc:sldMk cId="792930910" sldId="2147381383"/>
        </pc:sldMkLst>
      </pc:sldChg>
      <pc:sldChg chg="modSp mod">
        <pc:chgData name="Ajay Batra - Consultant" userId="90813bcd-4e18-43d5-afab-0aa3e208d330" providerId="ADAL" clId="{F233AC4F-E377-43B6-8459-BCF61C1ACFE0}" dt="2024-08-22T19:42:52.817" v="135" actId="20577"/>
        <pc:sldMkLst>
          <pc:docMk/>
          <pc:sldMk cId="2557910124" sldId="2147381400"/>
        </pc:sldMkLst>
        <pc:spChg chg="mod">
          <ac:chgData name="Ajay Batra - Consultant" userId="90813bcd-4e18-43d5-afab-0aa3e208d330" providerId="ADAL" clId="{F233AC4F-E377-43B6-8459-BCF61C1ACFE0}" dt="2024-08-22T19:42:23.577" v="42" actId="1036"/>
          <ac:spMkLst>
            <pc:docMk/>
            <pc:sldMk cId="2557910124" sldId="2147381400"/>
            <ac:spMk id="52" creationId="{24D9097D-656B-3A42-D3FB-0F20ECF18878}"/>
          </ac:spMkLst>
        </pc:spChg>
        <pc:spChg chg="mod">
          <ac:chgData name="Ajay Batra - Consultant" userId="90813bcd-4e18-43d5-afab-0aa3e208d330" providerId="ADAL" clId="{F233AC4F-E377-43B6-8459-BCF61C1ACFE0}" dt="2024-08-22T19:42:52.817" v="135" actId="20577"/>
          <ac:spMkLst>
            <pc:docMk/>
            <pc:sldMk cId="2557910124" sldId="2147381400"/>
            <ac:spMk id="54" creationId="{6C99C279-432D-B005-2F29-6500306103EE}"/>
          </ac:spMkLst>
        </pc:spChg>
      </pc:sldChg>
      <pc:sldChg chg="modSp mod">
        <pc:chgData name="Ajay Batra - Consultant" userId="90813bcd-4e18-43d5-afab-0aa3e208d330" providerId="ADAL" clId="{F233AC4F-E377-43B6-8459-BCF61C1ACFE0}" dt="2024-08-22T19:43:12.844" v="138" actId="20577"/>
        <pc:sldMkLst>
          <pc:docMk/>
          <pc:sldMk cId="3928626294" sldId="2147381402"/>
        </pc:sldMkLst>
        <pc:spChg chg="mod">
          <ac:chgData name="Ajay Batra - Consultant" userId="90813bcd-4e18-43d5-afab-0aa3e208d330" providerId="ADAL" clId="{F233AC4F-E377-43B6-8459-BCF61C1ACFE0}" dt="2024-08-22T19:43:12.844" v="138" actId="20577"/>
          <ac:spMkLst>
            <pc:docMk/>
            <pc:sldMk cId="3928626294" sldId="2147381402"/>
            <ac:spMk id="61" creationId="{89B84D3E-A7B0-598D-700C-9B478AC7D99E}"/>
          </ac:spMkLst>
        </pc:spChg>
        <pc:spChg chg="mod">
          <ac:chgData name="Ajay Batra - Consultant" userId="90813bcd-4e18-43d5-afab-0aa3e208d330" providerId="ADAL" clId="{F233AC4F-E377-43B6-8459-BCF61C1ACFE0}" dt="2024-08-22T19:43:08.850" v="137" actId="20577"/>
          <ac:spMkLst>
            <pc:docMk/>
            <pc:sldMk cId="3928626294" sldId="2147381402"/>
            <ac:spMk id="81" creationId="{FDBCBCA4-F3F4-87EA-AE36-B06C59E52801}"/>
          </ac:spMkLst>
        </pc:spChg>
      </pc:sldChg>
      <pc:sldChg chg="delSp modSp mod modShow">
        <pc:chgData name="Ajay Batra - Consultant" userId="90813bcd-4e18-43d5-afab-0aa3e208d330" providerId="ADAL" clId="{F233AC4F-E377-43B6-8459-BCF61C1ACFE0}" dt="2024-08-22T20:02:34.967" v="587" actId="729"/>
        <pc:sldMkLst>
          <pc:docMk/>
          <pc:sldMk cId="1244498534" sldId="2147381404"/>
        </pc:sldMkLst>
        <pc:spChg chg="mod">
          <ac:chgData name="Ajay Batra - Consultant" userId="90813bcd-4e18-43d5-afab-0aa3e208d330" providerId="ADAL" clId="{F233AC4F-E377-43B6-8459-BCF61C1ACFE0}" dt="2024-08-22T19:44:15.219" v="140" actId="1076"/>
          <ac:spMkLst>
            <pc:docMk/>
            <pc:sldMk cId="1244498534" sldId="2147381404"/>
            <ac:spMk id="4" creationId="{75FD0504-2A41-6EB9-1045-4AEC2BC1508B}"/>
          </ac:spMkLst>
        </pc:spChg>
        <pc:spChg chg="del">
          <ac:chgData name="Ajay Batra - Consultant" userId="90813bcd-4e18-43d5-afab-0aa3e208d330" providerId="ADAL" clId="{F233AC4F-E377-43B6-8459-BCF61C1ACFE0}" dt="2024-08-22T19:44:10.106" v="139" actId="478"/>
          <ac:spMkLst>
            <pc:docMk/>
            <pc:sldMk cId="1244498534" sldId="2147381404"/>
            <ac:spMk id="6" creationId="{F72D750D-67ED-B3FE-28F1-8CDA11CFADB7}"/>
          </ac:spMkLst>
        </pc:spChg>
      </pc:sldChg>
      <pc:sldChg chg="mod modShow">
        <pc:chgData name="Ajay Batra - Consultant" userId="90813bcd-4e18-43d5-afab-0aa3e208d330" providerId="ADAL" clId="{F233AC4F-E377-43B6-8459-BCF61C1ACFE0}" dt="2024-08-22T19:44:44.629" v="141" actId="729"/>
        <pc:sldMkLst>
          <pc:docMk/>
          <pc:sldMk cId="465021841" sldId="2147381408"/>
        </pc:sldMkLst>
      </pc:sldChg>
      <pc:sldChg chg="addSp delSp modSp new mod modAnim modShow">
        <pc:chgData name="Ajay Batra - Consultant" userId="90813bcd-4e18-43d5-afab-0aa3e208d330" providerId="ADAL" clId="{F233AC4F-E377-43B6-8459-BCF61C1ACFE0}" dt="2024-08-24T04:46:07.048" v="1163" actId="729"/>
        <pc:sldMkLst>
          <pc:docMk/>
          <pc:sldMk cId="2819676102" sldId="2147381410"/>
        </pc:sldMkLst>
        <pc:spChg chg="del">
          <ac:chgData name="Ajay Batra - Consultant" userId="90813bcd-4e18-43d5-afab-0aa3e208d330" providerId="ADAL" clId="{F233AC4F-E377-43B6-8459-BCF61C1ACFE0}" dt="2024-08-22T19:48:26.368" v="180" actId="478"/>
          <ac:spMkLst>
            <pc:docMk/>
            <pc:sldMk cId="2819676102" sldId="2147381410"/>
            <ac:spMk id="2" creationId="{5884092F-B444-1202-C469-2E11FD517565}"/>
          </ac:spMkLst>
        </pc:spChg>
        <pc:spChg chg="add mod">
          <ac:chgData name="Ajay Batra - Consultant" userId="90813bcd-4e18-43d5-afab-0aa3e208d330" providerId="ADAL" clId="{F233AC4F-E377-43B6-8459-BCF61C1ACFE0}" dt="2024-08-22T19:55:17.099" v="357" actId="207"/>
          <ac:spMkLst>
            <pc:docMk/>
            <pc:sldMk cId="2819676102" sldId="2147381410"/>
            <ac:spMk id="3" creationId="{DC94A8F6-6014-49CB-87F8-B099454A9D2B}"/>
          </ac:spMkLst>
        </pc:spChg>
        <pc:spChg chg="add mod">
          <ac:chgData name="Ajay Batra - Consultant" userId="90813bcd-4e18-43d5-afab-0aa3e208d330" providerId="ADAL" clId="{F233AC4F-E377-43B6-8459-BCF61C1ACFE0}" dt="2024-08-24T04:21:35.786" v="738" actId="20577"/>
          <ac:spMkLst>
            <pc:docMk/>
            <pc:sldMk cId="2819676102" sldId="2147381410"/>
            <ac:spMk id="4" creationId="{03C23672-5644-C7C4-689B-24C620A6621B}"/>
          </ac:spMkLst>
        </pc:spChg>
        <pc:spChg chg="add mod">
          <ac:chgData name="Ajay Batra - Consultant" userId="90813bcd-4e18-43d5-afab-0aa3e208d330" providerId="ADAL" clId="{F233AC4F-E377-43B6-8459-BCF61C1ACFE0}" dt="2024-08-22T19:58:16.177" v="524" actId="255"/>
          <ac:spMkLst>
            <pc:docMk/>
            <pc:sldMk cId="2819676102" sldId="2147381410"/>
            <ac:spMk id="5" creationId="{DC4221C1-36B4-BFF3-0E28-EF42E728F881}"/>
          </ac:spMkLst>
        </pc:spChg>
        <pc:spChg chg="add mod">
          <ac:chgData name="Ajay Batra - Consultant" userId="90813bcd-4e18-43d5-afab-0aa3e208d330" providerId="ADAL" clId="{F233AC4F-E377-43B6-8459-BCF61C1ACFE0}" dt="2024-08-22T20:02:25.046" v="586" actId="1076"/>
          <ac:spMkLst>
            <pc:docMk/>
            <pc:sldMk cId="2819676102" sldId="2147381410"/>
            <ac:spMk id="6" creationId="{34B2AC04-62DA-456A-B275-26CF5D516976}"/>
          </ac:spMkLst>
        </pc:spChg>
        <pc:spChg chg="add mod">
          <ac:chgData name="Ajay Batra - Consultant" userId="90813bcd-4e18-43d5-afab-0aa3e208d330" providerId="ADAL" clId="{F233AC4F-E377-43B6-8459-BCF61C1ACFE0}" dt="2024-08-22T20:02:12.378" v="583" actId="14100"/>
          <ac:spMkLst>
            <pc:docMk/>
            <pc:sldMk cId="2819676102" sldId="2147381410"/>
            <ac:spMk id="7" creationId="{79229433-D6FF-2176-AA14-CFFC03B12B1C}"/>
          </ac:spMkLst>
        </pc:spChg>
        <pc:picChg chg="add mod">
          <ac:chgData name="Ajay Batra - Consultant" userId="90813bcd-4e18-43d5-afab-0aa3e208d330" providerId="ADAL" clId="{F233AC4F-E377-43B6-8459-BCF61C1ACFE0}" dt="2024-08-22T20:01:29.855" v="578" actId="2085"/>
          <ac:picMkLst>
            <pc:docMk/>
            <pc:sldMk cId="2819676102" sldId="2147381410"/>
            <ac:picMk id="1026" creationId="{FF722AE0-865D-FBE4-14AE-BFAA3734FCFC}"/>
          </ac:picMkLst>
        </pc:picChg>
        <pc:picChg chg="add mod">
          <ac:chgData name="Ajay Batra - Consultant" userId="90813bcd-4e18-43d5-afab-0aa3e208d330" providerId="ADAL" clId="{F233AC4F-E377-43B6-8459-BCF61C1ACFE0}" dt="2024-08-22T20:00:56.578" v="574"/>
          <ac:picMkLst>
            <pc:docMk/>
            <pc:sldMk cId="2819676102" sldId="2147381410"/>
            <ac:picMk id="1028" creationId="{09261DBD-7A66-805C-FD63-827C413A09AE}"/>
          </ac:picMkLst>
        </pc:picChg>
      </pc:sldChg>
      <pc:sldChg chg="addSp delSp modSp add mod">
        <pc:chgData name="Ajay Batra - Consultant" userId="90813bcd-4e18-43d5-afab-0aa3e208d330" providerId="ADAL" clId="{F233AC4F-E377-43B6-8459-BCF61C1ACFE0}" dt="2024-08-24T04:46:32.125" v="1195" actId="20577"/>
        <pc:sldMkLst>
          <pc:docMk/>
          <pc:sldMk cId="2869113106" sldId="2147381411"/>
        </pc:sldMkLst>
        <pc:spChg chg="mod">
          <ac:chgData name="Ajay Batra - Consultant" userId="90813bcd-4e18-43d5-afab-0aa3e208d330" providerId="ADAL" clId="{F233AC4F-E377-43B6-8459-BCF61C1ACFE0}" dt="2024-08-24T04:46:32.125" v="1195" actId="20577"/>
          <ac:spMkLst>
            <pc:docMk/>
            <pc:sldMk cId="2869113106" sldId="2147381411"/>
            <ac:spMk id="3" creationId="{DC94A8F6-6014-49CB-87F8-B099454A9D2B}"/>
          </ac:spMkLst>
        </pc:spChg>
        <pc:spChg chg="mod">
          <ac:chgData name="Ajay Batra - Consultant" userId="90813bcd-4e18-43d5-afab-0aa3e208d330" providerId="ADAL" clId="{F233AC4F-E377-43B6-8459-BCF61C1ACFE0}" dt="2024-08-24T04:27:52.152" v="1162" actId="14100"/>
          <ac:spMkLst>
            <pc:docMk/>
            <pc:sldMk cId="2869113106" sldId="2147381411"/>
            <ac:spMk id="4" creationId="{03C23672-5644-C7C4-689B-24C620A6621B}"/>
          </ac:spMkLst>
        </pc:spChg>
        <pc:spChg chg="mod">
          <ac:chgData name="Ajay Batra - Consultant" userId="90813bcd-4e18-43d5-afab-0aa3e208d330" providerId="ADAL" clId="{F233AC4F-E377-43B6-8459-BCF61C1ACFE0}" dt="2024-08-24T04:27:52.152" v="1162" actId="14100"/>
          <ac:spMkLst>
            <pc:docMk/>
            <pc:sldMk cId="2869113106" sldId="2147381411"/>
            <ac:spMk id="5" creationId="{DC4221C1-36B4-BFF3-0E28-EF42E728F881}"/>
          </ac:spMkLst>
        </pc:spChg>
        <pc:picChg chg="add del mod">
          <ac:chgData name="Ajay Batra - Consultant" userId="90813bcd-4e18-43d5-afab-0aa3e208d330" providerId="ADAL" clId="{F233AC4F-E377-43B6-8459-BCF61C1ACFE0}" dt="2024-08-24T04:19:25.202" v="693" actId="478"/>
          <ac:picMkLst>
            <pc:docMk/>
            <pc:sldMk cId="2869113106" sldId="2147381411"/>
            <ac:picMk id="2" creationId="{43D73270-7D1A-22C1-DE07-18DA4E5BB3DA}"/>
          </ac:picMkLst>
        </pc:picChg>
        <pc:picChg chg="add del mod modCrop">
          <ac:chgData name="Ajay Batra - Consultant" userId="90813bcd-4e18-43d5-afab-0aa3e208d330" providerId="ADAL" clId="{F233AC4F-E377-43B6-8459-BCF61C1ACFE0}" dt="2024-08-24T04:16:39.946" v="662" actId="478"/>
          <ac:picMkLst>
            <pc:docMk/>
            <pc:sldMk cId="2869113106" sldId="2147381411"/>
            <ac:picMk id="9" creationId="{A807D5A4-1CBD-237A-BF30-F4FB08233FBC}"/>
          </ac:picMkLst>
        </pc:picChg>
        <pc:picChg chg="add mod ord modCrop">
          <ac:chgData name="Ajay Batra - Consultant" userId="90813bcd-4e18-43d5-afab-0aa3e208d330" providerId="ADAL" clId="{F233AC4F-E377-43B6-8459-BCF61C1ACFE0}" dt="2024-08-24T04:18:45.549" v="691" actId="1038"/>
          <ac:picMkLst>
            <pc:docMk/>
            <pc:sldMk cId="2869113106" sldId="2147381411"/>
            <ac:picMk id="11" creationId="{A9AB0D29-4EA5-9206-767B-CD3D958C4408}"/>
          </ac:picMkLst>
        </pc:picChg>
        <pc:picChg chg="add mod">
          <ac:chgData name="Ajay Batra - Consultant" userId="90813bcd-4e18-43d5-afab-0aa3e208d330" providerId="ADAL" clId="{F233AC4F-E377-43B6-8459-BCF61C1ACFE0}" dt="2024-08-24T04:19:32.675" v="695" actId="1076"/>
          <ac:picMkLst>
            <pc:docMk/>
            <pc:sldMk cId="2869113106" sldId="2147381411"/>
            <ac:picMk id="12" creationId="{6004CF75-DC3E-BE02-C53E-88FA98064EC8}"/>
          </ac:picMkLst>
        </pc:picChg>
        <pc:picChg chg="del">
          <ac:chgData name="Ajay Batra - Consultant" userId="90813bcd-4e18-43d5-afab-0aa3e208d330" providerId="ADAL" clId="{F233AC4F-E377-43B6-8459-BCF61C1ACFE0}" dt="2024-08-24T04:12:41.593" v="651" actId="478"/>
          <ac:picMkLst>
            <pc:docMk/>
            <pc:sldMk cId="2869113106" sldId="2147381411"/>
            <ac:picMk id="1026" creationId="{FF722AE0-865D-FBE4-14AE-BFAA3734FCFC}"/>
          </ac:picMkLst>
        </pc:picChg>
        <pc:picChg chg="del">
          <ac:chgData name="Ajay Batra - Consultant" userId="90813bcd-4e18-43d5-afab-0aa3e208d330" providerId="ADAL" clId="{F233AC4F-E377-43B6-8459-BCF61C1ACFE0}" dt="2024-08-24T04:16:28.134" v="659" actId="478"/>
          <ac:picMkLst>
            <pc:docMk/>
            <pc:sldMk cId="2869113106" sldId="2147381411"/>
            <ac:picMk id="1028" creationId="{09261DBD-7A66-805C-FD63-827C413A09AE}"/>
          </ac:picMkLst>
        </pc:picChg>
      </pc:sldChg>
    </pc:docChg>
  </pc:docChgLst>
  <pc:docChgLst>
    <pc:chgData name="Aarti Bisla - Consultant" userId="9d2565b3-2400-46dd-addb-34066d51ed3d" providerId="ADAL" clId="{20EA7BB9-D709-0C4D-A863-5BB7D8250DC2}"/>
    <pc:docChg chg="custSel modSld modMainMaster">
      <pc:chgData name="Aarti Bisla - Consultant" userId="9d2565b3-2400-46dd-addb-34066d51ed3d" providerId="ADAL" clId="{20EA7BB9-D709-0C4D-A863-5BB7D8250DC2}" dt="2024-07-29T05:30:44.467" v="157" actId="1076"/>
      <pc:docMkLst>
        <pc:docMk/>
      </pc:docMkLst>
      <pc:sldChg chg="modSp mod modAnim">
        <pc:chgData name="Aarti Bisla - Consultant" userId="9d2565b3-2400-46dd-addb-34066d51ed3d" providerId="ADAL" clId="{20EA7BB9-D709-0C4D-A863-5BB7D8250DC2}" dt="2024-07-29T05:29:20.417" v="150" actId="20577"/>
        <pc:sldMkLst>
          <pc:docMk/>
          <pc:sldMk cId="2557910124" sldId="2147381400"/>
        </pc:sldMkLst>
        <pc:spChg chg="mod">
          <ac:chgData name="Aarti Bisla - Consultant" userId="9d2565b3-2400-46dd-addb-34066d51ed3d" providerId="ADAL" clId="{20EA7BB9-D709-0C4D-A863-5BB7D8250DC2}" dt="2024-07-29T05:27:35.847" v="51" actId="207"/>
          <ac:spMkLst>
            <pc:docMk/>
            <pc:sldMk cId="2557910124" sldId="2147381400"/>
            <ac:spMk id="3" creationId="{688FC7F7-0291-6D51-B21C-683C0EF06AA8}"/>
          </ac:spMkLst>
        </pc:spChg>
        <pc:spChg chg="mod">
          <ac:chgData name="Aarti Bisla - Consultant" userId="9d2565b3-2400-46dd-addb-34066d51ed3d" providerId="ADAL" clId="{20EA7BB9-D709-0C4D-A863-5BB7D8250DC2}" dt="2024-07-29T05:29:20.417" v="150" actId="20577"/>
          <ac:spMkLst>
            <pc:docMk/>
            <pc:sldMk cId="2557910124" sldId="2147381400"/>
            <ac:spMk id="48" creationId="{FE4972F6-B468-6BBD-5C10-9C7935544BD4}"/>
          </ac:spMkLst>
        </pc:spChg>
        <pc:spChg chg="mod">
          <ac:chgData name="Aarti Bisla - Consultant" userId="9d2565b3-2400-46dd-addb-34066d51ed3d" providerId="ADAL" clId="{20EA7BB9-D709-0C4D-A863-5BB7D8250DC2}" dt="2024-07-29T05:27:27.525" v="50" actId="207"/>
          <ac:spMkLst>
            <pc:docMk/>
            <pc:sldMk cId="2557910124" sldId="2147381400"/>
            <ac:spMk id="52" creationId="{24D9097D-656B-3A42-D3FB-0F20ECF18878}"/>
          </ac:spMkLst>
        </pc:spChg>
        <pc:spChg chg="mod">
          <ac:chgData name="Aarti Bisla - Consultant" userId="9d2565b3-2400-46dd-addb-34066d51ed3d" providerId="ADAL" clId="{20EA7BB9-D709-0C4D-A863-5BB7D8250DC2}" dt="2024-07-29T05:27:27.525" v="50" actId="207"/>
          <ac:spMkLst>
            <pc:docMk/>
            <pc:sldMk cId="2557910124" sldId="2147381400"/>
            <ac:spMk id="54" creationId="{6C99C279-432D-B005-2F29-6500306103EE}"/>
          </ac:spMkLst>
        </pc:spChg>
        <pc:spChg chg="mod">
          <ac:chgData name="Aarti Bisla - Consultant" userId="9d2565b3-2400-46dd-addb-34066d51ed3d" providerId="ADAL" clId="{20EA7BB9-D709-0C4D-A863-5BB7D8250DC2}" dt="2024-07-29T05:27:27.525" v="50" actId="207"/>
          <ac:spMkLst>
            <pc:docMk/>
            <pc:sldMk cId="2557910124" sldId="2147381400"/>
            <ac:spMk id="56" creationId="{45C31E6A-B401-1F21-B811-6B369D076FCA}"/>
          </ac:spMkLst>
        </pc:spChg>
      </pc:sldChg>
      <pc:sldMasterChg chg="addSldLayout modSldLayout">
        <pc:chgData name="Aarti Bisla - Consultant" userId="9d2565b3-2400-46dd-addb-34066d51ed3d" providerId="ADAL" clId="{20EA7BB9-D709-0C4D-A863-5BB7D8250DC2}" dt="2024-07-29T05:30:44.467" v="157" actId="1076"/>
        <pc:sldMasterMkLst>
          <pc:docMk/>
          <pc:sldMasterMk cId="3557550030" sldId="2147483648"/>
        </pc:sldMasterMkLst>
        <pc:sldLayoutChg chg="addSp delSp modSp mod delAnim modAnim">
          <pc:chgData name="Aarti Bisla - Consultant" userId="9d2565b3-2400-46dd-addb-34066d51ed3d" providerId="ADAL" clId="{20EA7BB9-D709-0C4D-A863-5BB7D8250DC2}" dt="2024-07-29T05:30:44.467" v="157" actId="1076"/>
          <pc:sldLayoutMkLst>
            <pc:docMk/>
            <pc:sldMasterMk cId="3557550030" sldId="2147483648"/>
            <pc:sldLayoutMk cId="2378718385" sldId="2147483706"/>
          </pc:sldLayoutMkLst>
          <pc:spChg chg="mod">
            <ac:chgData name="Aarti Bisla - Consultant" userId="9d2565b3-2400-46dd-addb-34066d51ed3d" providerId="ADAL" clId="{20EA7BB9-D709-0C4D-A863-5BB7D8250DC2}" dt="2024-07-29T05:28:09.821" v="54"/>
            <ac:spMkLst>
              <pc:docMk/>
              <pc:sldMasterMk cId="3557550030" sldId="2147483648"/>
              <pc:sldLayoutMk cId="2378718385" sldId="2147483706"/>
              <ac:spMk id="5" creationId="{5AFE28DF-CA11-36A4-634F-04CA40217409}"/>
            </ac:spMkLst>
          </pc:spChg>
          <pc:spChg chg="del mod">
            <ac:chgData name="Aarti Bisla - Consultant" userId="9d2565b3-2400-46dd-addb-34066d51ed3d" providerId="ADAL" clId="{20EA7BB9-D709-0C4D-A863-5BB7D8250DC2}" dt="2024-07-29T05:28:05.310" v="53" actId="478"/>
            <ac:spMkLst>
              <pc:docMk/>
              <pc:sldMasterMk cId="3557550030" sldId="2147483648"/>
              <pc:sldLayoutMk cId="2378718385" sldId="2147483706"/>
              <ac:spMk id="6" creationId="{AD477D28-ED7A-4840-4F81-B041928B01B2}"/>
            </ac:spMkLst>
          </pc:spChg>
          <pc:spChg chg="mod">
            <ac:chgData name="Aarti Bisla - Consultant" userId="9d2565b3-2400-46dd-addb-34066d51ed3d" providerId="ADAL" clId="{20EA7BB9-D709-0C4D-A863-5BB7D8250DC2}" dt="2024-07-29T05:28:09.821" v="54"/>
            <ac:spMkLst>
              <pc:docMk/>
              <pc:sldMasterMk cId="3557550030" sldId="2147483648"/>
              <pc:sldLayoutMk cId="2378718385" sldId="2147483706"/>
              <ac:spMk id="9" creationId="{AB18EC8D-21AC-717C-80CE-49207FC6E75F}"/>
            </ac:spMkLst>
          </pc:spChg>
          <pc:spChg chg="mod">
            <ac:chgData name="Aarti Bisla - Consultant" userId="9d2565b3-2400-46dd-addb-34066d51ed3d" providerId="ADAL" clId="{20EA7BB9-D709-0C4D-A863-5BB7D8250DC2}" dt="2024-07-29T05:28:09.821" v="54"/>
            <ac:spMkLst>
              <pc:docMk/>
              <pc:sldMasterMk cId="3557550030" sldId="2147483648"/>
              <pc:sldLayoutMk cId="2378718385" sldId="2147483706"/>
              <ac:spMk id="10" creationId="{3CA46AAF-AD11-DAF2-2E42-7723B5117414}"/>
            </ac:spMkLst>
          </pc:spChg>
          <pc:spChg chg="mod">
            <ac:chgData name="Aarti Bisla - Consultant" userId="9d2565b3-2400-46dd-addb-34066d51ed3d" providerId="ADAL" clId="{20EA7BB9-D709-0C4D-A863-5BB7D8250DC2}" dt="2024-07-29T05:28:48.658" v="148" actId="207"/>
            <ac:spMkLst>
              <pc:docMk/>
              <pc:sldMasterMk cId="3557550030" sldId="2147483648"/>
              <pc:sldLayoutMk cId="2378718385" sldId="2147483706"/>
              <ac:spMk id="11" creationId="{DA8838A3-BD0A-8E49-7681-5EFBF0A51E88}"/>
            </ac:spMkLst>
          </pc:spChg>
          <pc:spChg chg="del mod">
            <ac:chgData name="Aarti Bisla - Consultant" userId="9d2565b3-2400-46dd-addb-34066d51ed3d" providerId="ADAL" clId="{20EA7BB9-D709-0C4D-A863-5BB7D8250DC2}" dt="2024-07-29T05:26:50.682" v="21" actId="478"/>
            <ac:spMkLst>
              <pc:docMk/>
              <pc:sldMasterMk cId="3557550030" sldId="2147483648"/>
              <pc:sldLayoutMk cId="2378718385" sldId="2147483706"/>
              <ac:spMk id="18" creationId="{E7341681-14AF-C2EB-96C6-317682ABF980}"/>
            </ac:spMkLst>
          </pc:spChg>
          <pc:spChg chg="del">
            <ac:chgData name="Aarti Bisla - Consultant" userId="9d2565b3-2400-46dd-addb-34066d51ed3d" providerId="ADAL" clId="{20EA7BB9-D709-0C4D-A863-5BB7D8250DC2}" dt="2024-07-29T05:26:48.592" v="20" actId="478"/>
            <ac:spMkLst>
              <pc:docMk/>
              <pc:sldMasterMk cId="3557550030" sldId="2147483648"/>
              <pc:sldLayoutMk cId="2378718385" sldId="2147483706"/>
              <ac:spMk id="19" creationId="{CF1883A6-0E69-C101-8972-CFD45C1DBD79}"/>
            </ac:spMkLst>
          </pc:spChg>
          <pc:spChg chg="del">
            <ac:chgData name="Aarti Bisla - Consultant" userId="9d2565b3-2400-46dd-addb-34066d51ed3d" providerId="ADAL" clId="{20EA7BB9-D709-0C4D-A863-5BB7D8250DC2}" dt="2024-07-29T05:26:44.335" v="19" actId="478"/>
            <ac:spMkLst>
              <pc:docMk/>
              <pc:sldMasterMk cId="3557550030" sldId="2147483648"/>
              <pc:sldLayoutMk cId="2378718385" sldId="2147483706"/>
              <ac:spMk id="20" creationId="{9E2B9831-2E5D-D452-F490-1552C5EAEC9D}"/>
            </ac:spMkLst>
          </pc:spChg>
          <pc:spChg chg="del mod">
            <ac:chgData name="Aarti Bisla - Consultant" userId="9d2565b3-2400-46dd-addb-34066d51ed3d" providerId="ADAL" clId="{20EA7BB9-D709-0C4D-A863-5BB7D8250DC2}" dt="2024-07-29T05:26:29.722" v="16" actId="478"/>
            <ac:spMkLst>
              <pc:docMk/>
              <pc:sldMasterMk cId="3557550030" sldId="2147483648"/>
              <pc:sldLayoutMk cId="2378718385" sldId="2147483706"/>
              <ac:spMk id="31" creationId="{B756811E-3D14-80D7-00DD-2943BEDD8D78}"/>
            </ac:spMkLst>
          </pc:spChg>
          <pc:spChg chg="del">
            <ac:chgData name="Aarti Bisla - Consultant" userId="9d2565b3-2400-46dd-addb-34066d51ed3d" providerId="ADAL" clId="{20EA7BB9-D709-0C4D-A863-5BB7D8250DC2}" dt="2024-07-29T05:26:35.312" v="17" actId="478"/>
            <ac:spMkLst>
              <pc:docMk/>
              <pc:sldMasterMk cId="3557550030" sldId="2147483648"/>
              <pc:sldLayoutMk cId="2378718385" sldId="2147483706"/>
              <ac:spMk id="32" creationId="{4C176DB6-9E52-AC13-8326-77E01866A01D}"/>
            </ac:spMkLst>
          </pc:spChg>
          <pc:spChg chg="del mod">
            <ac:chgData name="Aarti Bisla - Consultant" userId="9d2565b3-2400-46dd-addb-34066d51ed3d" providerId="ADAL" clId="{20EA7BB9-D709-0C4D-A863-5BB7D8250DC2}" dt="2024-07-29T05:26:22.974" v="14" actId="478"/>
            <ac:spMkLst>
              <pc:docMk/>
              <pc:sldMasterMk cId="3557550030" sldId="2147483648"/>
              <pc:sldLayoutMk cId="2378718385" sldId="2147483706"/>
              <ac:spMk id="33" creationId="{6AAB4500-56E6-6FC3-67AD-B3EF35A4758C}"/>
            </ac:spMkLst>
          </pc:spChg>
          <pc:spChg chg="del mod">
            <ac:chgData name="Aarti Bisla - Consultant" userId="9d2565b3-2400-46dd-addb-34066d51ed3d" providerId="ADAL" clId="{20EA7BB9-D709-0C4D-A863-5BB7D8250DC2}" dt="2024-07-29T05:26:18.679" v="13" actId="478"/>
            <ac:spMkLst>
              <pc:docMk/>
              <pc:sldMasterMk cId="3557550030" sldId="2147483648"/>
              <pc:sldLayoutMk cId="2378718385" sldId="2147483706"/>
              <ac:spMk id="34" creationId="{CBCB15F1-A379-11E7-9E1A-9EFD9CB7513B}"/>
            </ac:spMkLst>
          </pc:spChg>
          <pc:spChg chg="del mod">
            <ac:chgData name="Aarti Bisla - Consultant" userId="9d2565b3-2400-46dd-addb-34066d51ed3d" providerId="ADAL" clId="{20EA7BB9-D709-0C4D-A863-5BB7D8250DC2}" dt="2024-07-29T05:26:44.335" v="19" actId="478"/>
            <ac:spMkLst>
              <pc:docMk/>
              <pc:sldMasterMk cId="3557550030" sldId="2147483648"/>
              <pc:sldLayoutMk cId="2378718385" sldId="2147483706"/>
              <ac:spMk id="35" creationId="{6750B111-CC42-542C-63B4-43360E9974A6}"/>
            </ac:spMkLst>
          </pc:spChg>
          <pc:spChg chg="del">
            <ac:chgData name="Aarti Bisla - Consultant" userId="9d2565b3-2400-46dd-addb-34066d51ed3d" providerId="ADAL" clId="{20EA7BB9-D709-0C4D-A863-5BB7D8250DC2}" dt="2024-07-29T05:26:44.335" v="19" actId="478"/>
            <ac:spMkLst>
              <pc:docMk/>
              <pc:sldMasterMk cId="3557550030" sldId="2147483648"/>
              <pc:sldLayoutMk cId="2378718385" sldId="2147483706"/>
              <ac:spMk id="36" creationId="{518A0E21-CB57-E540-E04A-96BE9941AA57}"/>
            </ac:spMkLst>
          </pc:spChg>
          <pc:spChg chg="del mod">
            <ac:chgData name="Aarti Bisla - Consultant" userId="9d2565b3-2400-46dd-addb-34066d51ed3d" providerId="ADAL" clId="{20EA7BB9-D709-0C4D-A863-5BB7D8250DC2}" dt="2024-07-29T05:26:04.101" v="8" actId="478"/>
            <ac:spMkLst>
              <pc:docMk/>
              <pc:sldMasterMk cId="3557550030" sldId="2147483648"/>
              <pc:sldLayoutMk cId="2378718385" sldId="2147483706"/>
              <ac:spMk id="50" creationId="{AE203940-9FDA-0607-ACCB-31F5E4DD46E2}"/>
            </ac:spMkLst>
          </pc:spChg>
          <pc:spChg chg="del">
            <ac:chgData name="Aarti Bisla - Consultant" userId="9d2565b3-2400-46dd-addb-34066d51ed3d" providerId="ADAL" clId="{20EA7BB9-D709-0C4D-A863-5BB7D8250DC2}" dt="2024-07-29T05:26:06.790" v="9" actId="478"/>
            <ac:spMkLst>
              <pc:docMk/>
              <pc:sldMasterMk cId="3557550030" sldId="2147483648"/>
              <pc:sldLayoutMk cId="2378718385" sldId="2147483706"/>
              <ac:spMk id="51" creationId="{4D1B7AF3-285F-7554-6D78-9237C2C510CE}"/>
            </ac:spMkLst>
          </pc:spChg>
          <pc:spChg chg="del">
            <ac:chgData name="Aarti Bisla - Consultant" userId="9d2565b3-2400-46dd-addb-34066d51ed3d" providerId="ADAL" clId="{20EA7BB9-D709-0C4D-A863-5BB7D8250DC2}" dt="2024-07-29T05:26:09.414" v="10" actId="478"/>
            <ac:spMkLst>
              <pc:docMk/>
              <pc:sldMasterMk cId="3557550030" sldId="2147483648"/>
              <pc:sldLayoutMk cId="2378718385" sldId="2147483706"/>
              <ac:spMk id="52" creationId="{639DF811-B1E3-A4B5-177F-29C797337AE3}"/>
            </ac:spMkLst>
          </pc:spChg>
          <pc:spChg chg="mod">
            <ac:chgData name="Aarti Bisla - Consultant" userId="9d2565b3-2400-46dd-addb-34066d51ed3d" providerId="ADAL" clId="{20EA7BB9-D709-0C4D-A863-5BB7D8250DC2}" dt="2024-07-29T05:27:11.810" v="49" actId="20577"/>
            <ac:spMkLst>
              <pc:docMk/>
              <pc:sldMasterMk cId="3557550030" sldId="2147483648"/>
              <pc:sldLayoutMk cId="2378718385" sldId="2147483706"/>
              <ac:spMk id="53" creationId="{E2009E25-D454-3D6A-B2FB-A5BEA8C8B1D1}"/>
            </ac:spMkLst>
          </pc:spChg>
          <pc:grpChg chg="add del mod">
            <ac:chgData name="Aarti Bisla - Consultant" userId="9d2565b3-2400-46dd-addb-34066d51ed3d" providerId="ADAL" clId="{20EA7BB9-D709-0C4D-A863-5BB7D8250DC2}" dt="2024-07-29T05:28:13.961" v="55" actId="478"/>
            <ac:grpSpMkLst>
              <pc:docMk/>
              <pc:sldMasterMk cId="3557550030" sldId="2147483648"/>
              <pc:sldLayoutMk cId="2378718385" sldId="2147483706"/>
              <ac:grpSpMk id="2" creationId="{C7318DA9-E0A7-D3B5-AF53-2622CB60615F}"/>
            </ac:grpSpMkLst>
          </pc:grpChg>
          <pc:grpChg chg="mod topLvl">
            <ac:chgData name="Aarti Bisla - Consultant" userId="9d2565b3-2400-46dd-addb-34066d51ed3d" providerId="ADAL" clId="{20EA7BB9-D709-0C4D-A863-5BB7D8250DC2}" dt="2024-07-29T05:30:44.467" v="157" actId="1076"/>
            <ac:grpSpMkLst>
              <pc:docMk/>
              <pc:sldMasterMk cId="3557550030" sldId="2147483648"/>
              <pc:sldLayoutMk cId="2378718385" sldId="2147483706"/>
              <ac:grpSpMk id="3" creationId="{EC64244A-134F-69DF-B5F6-BDE8C5738016}"/>
            </ac:grpSpMkLst>
          </pc:grpChg>
          <pc:picChg chg="del mod topLvl">
            <ac:chgData name="Aarti Bisla - Consultant" userId="9d2565b3-2400-46dd-addb-34066d51ed3d" providerId="ADAL" clId="{20EA7BB9-D709-0C4D-A863-5BB7D8250DC2}" dt="2024-07-29T05:28:13.961" v="55" actId="478"/>
            <ac:picMkLst>
              <pc:docMk/>
              <pc:sldMasterMk cId="3557550030" sldId="2147483648"/>
              <pc:sldLayoutMk cId="2378718385" sldId="2147483706"/>
              <ac:picMk id="4" creationId="{DC8CEB91-48FA-D155-13BA-B08760DF3F89}"/>
            </ac:picMkLst>
          </pc:picChg>
          <pc:cxnChg chg="del">
            <ac:chgData name="Aarti Bisla - Consultant" userId="9d2565b3-2400-46dd-addb-34066d51ed3d" providerId="ADAL" clId="{20EA7BB9-D709-0C4D-A863-5BB7D8250DC2}" dt="2024-07-29T05:25:36.801" v="4" actId="478"/>
            <ac:cxnSpMkLst>
              <pc:docMk/>
              <pc:sldMasterMk cId="3557550030" sldId="2147483648"/>
              <pc:sldLayoutMk cId="2378718385" sldId="2147483706"/>
              <ac:cxnSpMk id="24" creationId="{9E4B9176-2062-3302-9CE4-DDDA50DB41D4}"/>
            </ac:cxnSpMkLst>
          </pc:cxnChg>
          <pc:cxnChg chg="del mod">
            <ac:chgData name="Aarti Bisla - Consultant" userId="9d2565b3-2400-46dd-addb-34066d51ed3d" providerId="ADAL" clId="{20EA7BB9-D709-0C4D-A863-5BB7D8250DC2}" dt="2024-07-29T05:25:26.703" v="2" actId="478"/>
            <ac:cxnSpMkLst>
              <pc:docMk/>
              <pc:sldMasterMk cId="3557550030" sldId="2147483648"/>
              <pc:sldLayoutMk cId="2378718385" sldId="2147483706"/>
              <ac:cxnSpMk id="25" creationId="{FD5966C7-0836-0C18-55F5-4D8F8D918D12}"/>
            </ac:cxnSpMkLst>
          </pc:cxnChg>
          <pc:cxnChg chg="del">
            <ac:chgData name="Aarti Bisla - Consultant" userId="9d2565b3-2400-46dd-addb-34066d51ed3d" providerId="ADAL" clId="{20EA7BB9-D709-0C4D-A863-5BB7D8250DC2}" dt="2024-07-29T05:25:39.518" v="5" actId="478"/>
            <ac:cxnSpMkLst>
              <pc:docMk/>
              <pc:sldMasterMk cId="3557550030" sldId="2147483648"/>
              <pc:sldLayoutMk cId="2378718385" sldId="2147483706"/>
              <ac:cxnSpMk id="26" creationId="{DE8A1AF6-AD83-E07C-772D-7D5EAD969458}"/>
            </ac:cxnSpMkLst>
          </pc:cxnChg>
        </pc:sldLayoutChg>
        <pc:sldLayoutChg chg="add mod modTransition">
          <pc:chgData name="Aarti Bisla - Consultant" userId="9d2565b3-2400-46dd-addb-34066d51ed3d" providerId="ADAL" clId="{20EA7BB9-D709-0C4D-A863-5BB7D8250DC2}" dt="2024-07-29T05:25:50.864" v="6" actId="2890"/>
          <pc:sldLayoutMkLst>
            <pc:docMk/>
            <pc:sldMasterMk cId="3557550030" sldId="2147483648"/>
            <pc:sldLayoutMk cId="4002974815" sldId="2147483737"/>
          </pc:sldLayoutMkLst>
        </pc:sldLayoutChg>
      </pc:sldMasterChg>
    </pc:docChg>
  </pc:docChgLst>
  <pc:docChgLst>
    <pc:chgData name="Ajay Batra - Consultant" userId="S::ajay.batra@wadhwanifoundation.org::90813bcd-4e18-43d5-afab-0aa3e208d330" providerId="AD" clId="Web-{35FF4FA2-1C3E-E35F-C6AD-D41E10520F88}"/>
    <pc:docChg chg="modSld">
      <pc:chgData name="Ajay Batra - Consultant" userId="S::ajay.batra@wadhwanifoundation.org::90813bcd-4e18-43d5-afab-0aa3e208d330" providerId="AD" clId="Web-{35FF4FA2-1C3E-E35F-C6AD-D41E10520F88}" dt="2024-07-27T11:10:06.331" v="10" actId="20577"/>
      <pc:docMkLst>
        <pc:docMk/>
      </pc:docMkLst>
      <pc:sldChg chg="modSp">
        <pc:chgData name="Ajay Batra - Consultant" userId="S::ajay.batra@wadhwanifoundation.org::90813bcd-4e18-43d5-afab-0aa3e208d330" providerId="AD" clId="Web-{35FF4FA2-1C3E-E35F-C6AD-D41E10520F88}" dt="2024-07-27T11:08:24.078" v="6" actId="20577"/>
        <pc:sldMkLst>
          <pc:docMk/>
          <pc:sldMk cId="3622776232" sldId="2147381324"/>
        </pc:sldMkLst>
        <pc:spChg chg="mod">
          <ac:chgData name="Ajay Batra - Consultant" userId="S::ajay.batra@wadhwanifoundation.org::90813bcd-4e18-43d5-afab-0aa3e208d330" providerId="AD" clId="Web-{35FF4FA2-1C3E-E35F-C6AD-D41E10520F88}" dt="2024-07-27T11:08:24.078" v="6" actId="20577"/>
          <ac:spMkLst>
            <pc:docMk/>
            <pc:sldMk cId="3622776232" sldId="2147381324"/>
            <ac:spMk id="11" creationId="{6D1735D7-C3BB-395D-45F4-AC58E71622C3}"/>
          </ac:spMkLst>
        </pc:spChg>
      </pc:sldChg>
      <pc:sldChg chg="modSp">
        <pc:chgData name="Ajay Batra - Consultant" userId="S::ajay.batra@wadhwanifoundation.org::90813bcd-4e18-43d5-afab-0aa3e208d330" providerId="AD" clId="Web-{35FF4FA2-1C3E-E35F-C6AD-D41E10520F88}" dt="2024-07-27T11:10:06.331" v="10" actId="20577"/>
        <pc:sldMkLst>
          <pc:docMk/>
          <pc:sldMk cId="3242214518" sldId="2147381343"/>
        </pc:sldMkLst>
        <pc:spChg chg="mod">
          <ac:chgData name="Ajay Batra - Consultant" userId="S::ajay.batra@wadhwanifoundation.org::90813bcd-4e18-43d5-afab-0aa3e208d330" providerId="AD" clId="Web-{35FF4FA2-1C3E-E35F-C6AD-D41E10520F88}" dt="2024-07-27T11:10:06.331" v="10" actId="20577"/>
          <ac:spMkLst>
            <pc:docMk/>
            <pc:sldMk cId="3242214518" sldId="2147381343"/>
            <ac:spMk id="2" creationId="{0C6973F4-4617-F4AD-CC44-89E34B905456}"/>
          </ac:spMkLst>
        </pc:spChg>
      </pc:sldChg>
    </pc:docChg>
  </pc:docChgLst>
  <pc:docChgLst>
    <pc:chgData name="Sheenu Jain - Consultant" userId="S::sheenu.jain@wadhwanifoundation.org::327f6770-3028-4ebc-a323-7bd6e6757946" providerId="AD" clId="Web-{7B6D372F-7F1F-4029-60A3-88E040BBF18A}"/>
    <pc:docChg chg="addSld delSld modSld sldOrd modSection">
      <pc:chgData name="Sheenu Jain - Consultant" userId="S::sheenu.jain@wadhwanifoundation.org::327f6770-3028-4ebc-a323-7bd6e6757946" providerId="AD" clId="Web-{7B6D372F-7F1F-4029-60A3-88E040BBF18A}" dt="2024-08-04T12:24:17.849" v="36"/>
      <pc:docMkLst>
        <pc:docMk/>
      </pc:docMkLst>
      <pc:sldChg chg="ord">
        <pc:chgData name="Sheenu Jain - Consultant" userId="S::sheenu.jain@wadhwanifoundation.org::327f6770-3028-4ebc-a323-7bd6e6757946" providerId="AD" clId="Web-{7B6D372F-7F1F-4029-60A3-88E040BBF18A}" dt="2024-08-04T12:23:42.192" v="34"/>
        <pc:sldMkLst>
          <pc:docMk/>
          <pc:sldMk cId="3622776232" sldId="2147381324"/>
        </pc:sldMkLst>
      </pc:sldChg>
      <pc:sldChg chg="ord">
        <pc:chgData name="Sheenu Jain - Consultant" userId="S::sheenu.jain@wadhwanifoundation.org::327f6770-3028-4ebc-a323-7bd6e6757946" providerId="AD" clId="Web-{7B6D372F-7F1F-4029-60A3-88E040BBF18A}" dt="2024-08-04T12:23:36.660" v="31"/>
        <pc:sldMkLst>
          <pc:docMk/>
          <pc:sldMk cId="3622956835" sldId="2147381335"/>
        </pc:sldMkLst>
      </pc:sldChg>
      <pc:sldChg chg="addSp delSp modSp delAnim">
        <pc:chgData name="Sheenu Jain - Consultant" userId="S::sheenu.jain@wadhwanifoundation.org::327f6770-3028-4ebc-a323-7bd6e6757946" providerId="AD" clId="Web-{7B6D372F-7F1F-4029-60A3-88E040BBF18A}" dt="2024-08-04T01:10:53.171" v="29" actId="14100"/>
        <pc:sldMkLst>
          <pc:docMk/>
          <pc:sldMk cId="3242214518" sldId="2147381343"/>
        </pc:sldMkLst>
        <pc:spChg chg="del mod">
          <ac:chgData name="Sheenu Jain - Consultant" userId="S::sheenu.jain@wadhwanifoundation.org::327f6770-3028-4ebc-a323-7bd6e6757946" providerId="AD" clId="Web-{7B6D372F-7F1F-4029-60A3-88E040BBF18A}" dt="2024-08-04T01:09:32.857" v="11"/>
          <ac:spMkLst>
            <pc:docMk/>
            <pc:sldMk cId="3242214518" sldId="2147381343"/>
            <ac:spMk id="2" creationId="{0C6973F4-4617-F4AD-CC44-89E34B905456}"/>
          </ac:spMkLst>
        </pc:spChg>
        <pc:spChg chg="mod">
          <ac:chgData name="Sheenu Jain - Consultant" userId="S::sheenu.jain@wadhwanifoundation.org::327f6770-3028-4ebc-a323-7bd6e6757946" providerId="AD" clId="Web-{7B6D372F-7F1F-4029-60A3-88E040BBF18A}" dt="2024-08-04T01:09:43.904" v="15" actId="20577"/>
          <ac:spMkLst>
            <pc:docMk/>
            <pc:sldMk cId="3242214518" sldId="2147381343"/>
            <ac:spMk id="3" creationId="{9265887A-624A-7CA9-E0B9-A107F5F3F01E}"/>
          </ac:spMkLst>
        </pc:spChg>
        <pc:spChg chg="add del mod">
          <ac:chgData name="Sheenu Jain - Consultant" userId="S::sheenu.jain@wadhwanifoundation.org::327f6770-3028-4ebc-a323-7bd6e6757946" providerId="AD" clId="Web-{7B6D372F-7F1F-4029-60A3-88E040BBF18A}" dt="2024-08-04T01:09:36.341" v="12"/>
          <ac:spMkLst>
            <pc:docMk/>
            <pc:sldMk cId="3242214518" sldId="2147381343"/>
            <ac:spMk id="7" creationId="{7A3CA3F9-C4C6-684E-EC6F-367B06BC8E1F}"/>
          </ac:spMkLst>
        </pc:spChg>
        <pc:spChg chg="mod">
          <ac:chgData name="Sheenu Jain - Consultant" userId="S::sheenu.jain@wadhwanifoundation.org::327f6770-3028-4ebc-a323-7bd6e6757946" providerId="AD" clId="Web-{7B6D372F-7F1F-4029-60A3-88E040BBF18A}" dt="2024-08-04T01:10:11.639" v="23" actId="1076"/>
          <ac:spMkLst>
            <pc:docMk/>
            <pc:sldMk cId="3242214518" sldId="2147381343"/>
            <ac:spMk id="8" creationId="{EF33959B-B0E5-0FF9-CBF2-3B76B274171D}"/>
          </ac:spMkLst>
        </pc:spChg>
        <pc:spChg chg="mod">
          <ac:chgData name="Sheenu Jain - Consultant" userId="S::sheenu.jain@wadhwanifoundation.org::327f6770-3028-4ebc-a323-7bd6e6757946" providerId="AD" clId="Web-{7B6D372F-7F1F-4029-60A3-88E040BBF18A}" dt="2024-08-04T01:10:04.217" v="22" actId="1076"/>
          <ac:spMkLst>
            <pc:docMk/>
            <pc:sldMk cId="3242214518" sldId="2147381343"/>
            <ac:spMk id="16" creationId="{68B4CD45-43C6-A83D-1B18-9CF040A8C3F1}"/>
          </ac:spMkLst>
        </pc:spChg>
        <pc:spChg chg="mod">
          <ac:chgData name="Sheenu Jain - Consultant" userId="S::sheenu.jain@wadhwanifoundation.org::327f6770-3028-4ebc-a323-7bd6e6757946" providerId="AD" clId="Web-{7B6D372F-7F1F-4029-60A3-88E040BBF18A}" dt="2024-08-04T01:10:19.249" v="24" actId="1076"/>
          <ac:spMkLst>
            <pc:docMk/>
            <pc:sldMk cId="3242214518" sldId="2147381343"/>
            <ac:spMk id="27" creationId="{038737EE-AE63-8690-5A0F-168D871AAB90}"/>
          </ac:spMkLst>
        </pc:spChg>
        <pc:spChg chg="mod">
          <ac:chgData name="Sheenu Jain - Consultant" userId="S::sheenu.jain@wadhwanifoundation.org::327f6770-3028-4ebc-a323-7bd6e6757946" providerId="AD" clId="Web-{7B6D372F-7F1F-4029-60A3-88E040BBF18A}" dt="2024-08-04T01:10:37.218" v="26" actId="1076"/>
          <ac:spMkLst>
            <pc:docMk/>
            <pc:sldMk cId="3242214518" sldId="2147381343"/>
            <ac:spMk id="28" creationId="{6D031478-B8D1-98A8-2DFB-987B0F02735C}"/>
          </ac:spMkLst>
        </pc:spChg>
        <pc:cxnChg chg="mod">
          <ac:chgData name="Sheenu Jain - Consultant" userId="S::sheenu.jain@wadhwanifoundation.org::327f6770-3028-4ebc-a323-7bd6e6757946" providerId="AD" clId="Web-{7B6D372F-7F1F-4029-60A3-88E040BBF18A}" dt="2024-08-04T01:10:29.155" v="25" actId="14100"/>
          <ac:cxnSpMkLst>
            <pc:docMk/>
            <pc:sldMk cId="3242214518" sldId="2147381343"/>
            <ac:cxnSpMk id="14" creationId="{3A592548-8912-FFC0-F996-9154EA8DD5FD}"/>
          </ac:cxnSpMkLst>
        </pc:cxnChg>
        <pc:cxnChg chg="mod">
          <ac:chgData name="Sheenu Jain - Consultant" userId="S::sheenu.jain@wadhwanifoundation.org::327f6770-3028-4ebc-a323-7bd6e6757946" providerId="AD" clId="Web-{7B6D372F-7F1F-4029-60A3-88E040BBF18A}" dt="2024-08-04T01:10:44.343" v="27" actId="1076"/>
          <ac:cxnSpMkLst>
            <pc:docMk/>
            <pc:sldMk cId="3242214518" sldId="2147381343"/>
            <ac:cxnSpMk id="21" creationId="{3D2D36E8-6318-74F0-5166-204006076951}"/>
          </ac:cxnSpMkLst>
        </pc:cxnChg>
        <pc:cxnChg chg="mod">
          <ac:chgData name="Sheenu Jain - Consultant" userId="S::sheenu.jain@wadhwanifoundation.org::327f6770-3028-4ebc-a323-7bd6e6757946" providerId="AD" clId="Web-{7B6D372F-7F1F-4029-60A3-88E040BBF18A}" dt="2024-08-04T01:10:53.171" v="29" actId="14100"/>
          <ac:cxnSpMkLst>
            <pc:docMk/>
            <pc:sldMk cId="3242214518" sldId="2147381343"/>
            <ac:cxnSpMk id="22" creationId="{247C21F5-7BC8-4404-2602-93D60F5D1AAB}"/>
          </ac:cxnSpMkLst>
        </pc:cxnChg>
      </pc:sldChg>
      <pc:sldChg chg="add del ord">
        <pc:chgData name="Sheenu Jain - Consultant" userId="S::sheenu.jain@wadhwanifoundation.org::327f6770-3028-4ebc-a323-7bd6e6757946" providerId="AD" clId="Web-{7B6D372F-7F1F-4029-60A3-88E040BBF18A}" dt="2024-08-04T12:24:17.849" v="36"/>
        <pc:sldMkLst>
          <pc:docMk/>
          <pc:sldMk cId="135872937" sldId="2147381410"/>
        </pc:sldMkLst>
      </pc:sldChg>
    </pc:docChg>
  </pc:docChgLst>
  <pc:docChgLst>
    <pc:chgData name="Sheenu Jain - Consultant" userId="327f6770-3028-4ebc-a323-7bd6e6757946" providerId="ADAL" clId="{80D18BB1-2485-9143-A5B1-6A83C6AD1CEE}"/>
    <pc:docChg chg="modMainMaster">
      <pc:chgData name="Sheenu Jain - Consultant" userId="327f6770-3028-4ebc-a323-7bd6e6757946" providerId="ADAL" clId="{80D18BB1-2485-9143-A5B1-6A83C6AD1CEE}" dt="2024-06-29T14:51:47.259" v="5" actId="20577"/>
      <pc:docMkLst>
        <pc:docMk/>
      </pc:docMkLst>
      <pc:sldMasterChg chg="modSldLayout">
        <pc:chgData name="Sheenu Jain - Consultant" userId="327f6770-3028-4ebc-a323-7bd6e6757946" providerId="ADAL" clId="{80D18BB1-2485-9143-A5B1-6A83C6AD1CEE}" dt="2024-06-29T14:51:47.259" v="5" actId="20577"/>
        <pc:sldMasterMkLst>
          <pc:docMk/>
          <pc:sldMasterMk cId="3557550030" sldId="2147483648"/>
        </pc:sldMasterMkLst>
        <pc:sldLayoutChg chg="modSp mod">
          <pc:chgData name="Sheenu Jain - Consultant" userId="327f6770-3028-4ebc-a323-7bd6e6757946" providerId="ADAL" clId="{80D18BB1-2485-9143-A5B1-6A83C6AD1CEE}" dt="2024-06-29T14:51:47.259" v="5" actId="20577"/>
          <pc:sldLayoutMkLst>
            <pc:docMk/>
            <pc:sldMasterMk cId="3557550030" sldId="2147483648"/>
            <pc:sldLayoutMk cId="798979825" sldId="2147483676"/>
          </pc:sldLayoutMkLst>
          <pc:spChg chg="mod">
            <ac:chgData name="Sheenu Jain - Consultant" userId="327f6770-3028-4ebc-a323-7bd6e6757946" providerId="ADAL" clId="{80D18BB1-2485-9143-A5B1-6A83C6AD1CEE}" dt="2024-06-29T14:51:47.259" v="5" actId="20577"/>
            <ac:spMkLst>
              <pc:docMk/>
              <pc:sldMasterMk cId="3557550030" sldId="2147483648"/>
              <pc:sldLayoutMk cId="798979825" sldId="2147483676"/>
              <ac:spMk id="16" creationId="{EB088E22-445A-E5CA-D7F2-A7EE458F11EE}"/>
            </ac:spMkLst>
          </pc:spChg>
        </pc:sldLayoutChg>
      </pc:sldMasterChg>
    </pc:docChg>
  </pc:docChgLst>
  <pc:docChgLst>
    <pc:chgData name="Sheenu Jain - Consultant" userId="327f6770-3028-4ebc-a323-7bd6e6757946" providerId="ADAL" clId="{09FC54E9-FAA9-AC4A-A10A-45E2F5FAD10C}"/>
    <pc:docChg chg="custSel addSld delSld modSld modSection">
      <pc:chgData name="Sheenu Jain - Consultant" userId="327f6770-3028-4ebc-a323-7bd6e6757946" providerId="ADAL" clId="{09FC54E9-FAA9-AC4A-A10A-45E2F5FAD10C}" dt="2024-09-15T12:16:18.525" v="116" actId="2696"/>
      <pc:docMkLst>
        <pc:docMk/>
      </pc:docMkLst>
      <pc:sldChg chg="addSp delSp modSp add mod delAnim modAnim">
        <pc:chgData name="Sheenu Jain - Consultant" userId="327f6770-3028-4ebc-a323-7bd6e6757946" providerId="ADAL" clId="{09FC54E9-FAA9-AC4A-A10A-45E2F5FAD10C}" dt="2024-09-15T05:59:23.179" v="113"/>
        <pc:sldMkLst>
          <pc:docMk/>
          <pc:sldMk cId="1900031295" sldId="408"/>
        </pc:sldMkLst>
        <pc:spChg chg="add mod">
          <ac:chgData name="Sheenu Jain - Consultant" userId="327f6770-3028-4ebc-a323-7bd6e6757946" providerId="ADAL" clId="{09FC54E9-FAA9-AC4A-A10A-45E2F5FAD10C}" dt="2024-09-15T05:59:23.179" v="113"/>
          <ac:spMkLst>
            <pc:docMk/>
            <pc:sldMk cId="1900031295" sldId="408"/>
            <ac:spMk id="27" creationId="{8DEE1298-9C0C-D773-2F48-988637794EA8}"/>
          </ac:spMkLst>
        </pc:spChg>
        <pc:spChg chg="del">
          <ac:chgData name="Sheenu Jain - Consultant" userId="327f6770-3028-4ebc-a323-7bd6e6757946" providerId="ADAL" clId="{09FC54E9-FAA9-AC4A-A10A-45E2F5FAD10C}" dt="2024-09-15T05:59:07.656" v="112" actId="478"/>
          <ac:spMkLst>
            <pc:docMk/>
            <pc:sldMk cId="1900031295" sldId="408"/>
            <ac:spMk id="37" creationId="{DA994AA7-8132-5C60-7215-EAE6CCFF16AF}"/>
          </ac:spMkLst>
        </pc:spChg>
        <pc:spChg chg="mod">
          <ac:chgData name="Sheenu Jain - Consultant" userId="327f6770-3028-4ebc-a323-7bd6e6757946" providerId="ADAL" clId="{09FC54E9-FAA9-AC4A-A10A-45E2F5FAD10C}" dt="2024-09-15T05:59:04.712" v="111" actId="207"/>
          <ac:spMkLst>
            <pc:docMk/>
            <pc:sldMk cId="1900031295" sldId="408"/>
            <ac:spMk id="50" creationId="{9C28FD1A-327A-61AB-94B8-A0AC8D3A9107}"/>
          </ac:spMkLst>
        </pc:spChg>
      </pc:sldChg>
      <pc:sldChg chg="del">
        <pc:chgData name="Sheenu Jain - Consultant" userId="327f6770-3028-4ebc-a323-7bd6e6757946" providerId="ADAL" clId="{09FC54E9-FAA9-AC4A-A10A-45E2F5FAD10C}" dt="2024-09-15T12:14:19.205" v="114" actId="2696"/>
        <pc:sldMkLst>
          <pc:docMk/>
          <pc:sldMk cId="3723467802" sldId="2147381393"/>
        </pc:sldMkLst>
      </pc:sldChg>
      <pc:sldChg chg="add del">
        <pc:chgData name="Sheenu Jain - Consultant" userId="327f6770-3028-4ebc-a323-7bd6e6757946" providerId="ADAL" clId="{09FC54E9-FAA9-AC4A-A10A-45E2F5FAD10C}" dt="2024-09-15T12:16:18.525" v="116" actId="2696"/>
        <pc:sldMkLst>
          <pc:docMk/>
          <pc:sldMk cId="2726012382" sldId="2147381395"/>
        </pc:sldMkLst>
      </pc:sldChg>
    </pc:docChg>
  </pc:docChgLst>
  <pc:docChgLst>
    <pc:chgData name="Ajay Batra - Consultant" userId="S::ajay.batra@wadhwanifoundation.org::90813bcd-4e18-43d5-afab-0aa3e208d330" providerId="AD" clId="Web-{C627E37F-6893-5388-4BDC-96A5091E4117}"/>
    <pc:docChg chg="modSld">
      <pc:chgData name="Ajay Batra - Consultant" userId="S::ajay.batra@wadhwanifoundation.org::90813bcd-4e18-43d5-afab-0aa3e208d330" providerId="AD" clId="Web-{C627E37F-6893-5388-4BDC-96A5091E4117}" dt="2024-08-03T09:43:27.841" v="171" actId="1076"/>
      <pc:docMkLst>
        <pc:docMk/>
      </pc:docMkLst>
      <pc:sldChg chg="modSp">
        <pc:chgData name="Ajay Batra - Consultant" userId="S::ajay.batra@wadhwanifoundation.org::90813bcd-4e18-43d5-afab-0aa3e208d330" providerId="AD" clId="Web-{C627E37F-6893-5388-4BDC-96A5091E4117}" dt="2024-08-03T09:36:04.742" v="68" actId="20577"/>
        <pc:sldMkLst>
          <pc:docMk/>
          <pc:sldMk cId="3825656409" sldId="2147381310"/>
        </pc:sldMkLst>
        <pc:spChg chg="mod">
          <ac:chgData name="Ajay Batra - Consultant" userId="S::ajay.batra@wadhwanifoundation.org::90813bcd-4e18-43d5-afab-0aa3e208d330" providerId="AD" clId="Web-{C627E37F-6893-5388-4BDC-96A5091E4117}" dt="2024-08-03T09:36:04.742" v="68" actId="20577"/>
          <ac:spMkLst>
            <pc:docMk/>
            <pc:sldMk cId="3825656409" sldId="2147381310"/>
            <ac:spMk id="9" creationId="{B24A56D3-2396-69F3-9D2C-F242E9D8B8B1}"/>
          </ac:spMkLst>
        </pc:spChg>
      </pc:sldChg>
      <pc:sldChg chg="modSp">
        <pc:chgData name="Ajay Batra - Consultant" userId="S::ajay.batra@wadhwanifoundation.org::90813bcd-4e18-43d5-afab-0aa3e208d330" providerId="AD" clId="Web-{C627E37F-6893-5388-4BDC-96A5091E4117}" dt="2024-08-03T09:39:20.885" v="123" actId="20577"/>
        <pc:sldMkLst>
          <pc:docMk/>
          <pc:sldMk cId="272276832" sldId="2147381311"/>
        </pc:sldMkLst>
        <pc:spChg chg="mod">
          <ac:chgData name="Ajay Batra - Consultant" userId="S::ajay.batra@wadhwanifoundation.org::90813bcd-4e18-43d5-afab-0aa3e208d330" providerId="AD" clId="Web-{C627E37F-6893-5388-4BDC-96A5091E4117}" dt="2024-08-03T09:39:20.885" v="123" actId="20577"/>
          <ac:spMkLst>
            <pc:docMk/>
            <pc:sldMk cId="272276832" sldId="2147381311"/>
            <ac:spMk id="20" creationId="{A57F1BDB-7395-2A27-0952-FD0710EC7DC1}"/>
          </ac:spMkLst>
        </pc:spChg>
        <pc:spChg chg="mod">
          <ac:chgData name="Ajay Batra - Consultant" userId="S::ajay.batra@wadhwanifoundation.org::90813bcd-4e18-43d5-afab-0aa3e208d330" providerId="AD" clId="Web-{C627E37F-6893-5388-4BDC-96A5091E4117}" dt="2024-08-03T09:39:07.947" v="119" actId="20577"/>
          <ac:spMkLst>
            <pc:docMk/>
            <pc:sldMk cId="272276832" sldId="2147381311"/>
            <ac:spMk id="22" creationId="{C5BC1C32-141E-1A39-8135-45717455942A}"/>
          </ac:spMkLst>
        </pc:spChg>
      </pc:sldChg>
      <pc:sldChg chg="modSp">
        <pc:chgData name="Ajay Batra - Consultant" userId="S::ajay.batra@wadhwanifoundation.org::90813bcd-4e18-43d5-afab-0aa3e208d330" providerId="AD" clId="Web-{C627E37F-6893-5388-4BDC-96A5091E4117}" dt="2024-08-03T09:43:27.841" v="171" actId="1076"/>
        <pc:sldMkLst>
          <pc:docMk/>
          <pc:sldMk cId="681236091" sldId="2147381331"/>
        </pc:sldMkLst>
        <pc:spChg chg="mod">
          <ac:chgData name="Ajay Batra - Consultant" userId="S::ajay.batra@wadhwanifoundation.org::90813bcd-4e18-43d5-afab-0aa3e208d330" providerId="AD" clId="Web-{C627E37F-6893-5388-4BDC-96A5091E4117}" dt="2024-08-03T09:43:27.841" v="171" actId="1076"/>
          <ac:spMkLst>
            <pc:docMk/>
            <pc:sldMk cId="681236091" sldId="2147381331"/>
            <ac:spMk id="3" creationId="{75D9D642-0A9E-5D1E-AE6D-A24FC17A46E3}"/>
          </ac:spMkLst>
        </pc:spChg>
      </pc:sldChg>
      <pc:sldChg chg="modSp">
        <pc:chgData name="Ajay Batra - Consultant" userId="S::ajay.batra@wadhwanifoundation.org::90813bcd-4e18-43d5-afab-0aa3e208d330" providerId="AD" clId="Web-{C627E37F-6893-5388-4BDC-96A5091E4117}" dt="2024-08-03T09:31:29.374" v="7" actId="14100"/>
        <pc:sldMkLst>
          <pc:docMk/>
          <pc:sldMk cId="2557910124" sldId="2147381400"/>
        </pc:sldMkLst>
        <pc:spChg chg="mod">
          <ac:chgData name="Ajay Batra - Consultant" userId="S::ajay.batra@wadhwanifoundation.org::90813bcd-4e18-43d5-afab-0aa3e208d330" providerId="AD" clId="Web-{C627E37F-6893-5388-4BDC-96A5091E4117}" dt="2024-08-03T09:31:29.374" v="7" actId="14100"/>
          <ac:spMkLst>
            <pc:docMk/>
            <pc:sldMk cId="2557910124" sldId="2147381400"/>
            <ac:spMk id="52" creationId="{24D9097D-656B-3A42-D3FB-0F20ECF18878}"/>
          </ac:spMkLst>
        </pc:spChg>
        <pc:spChg chg="mod">
          <ac:chgData name="Ajay Batra - Consultant" userId="S::ajay.batra@wadhwanifoundation.org::90813bcd-4e18-43d5-afab-0aa3e208d330" providerId="AD" clId="Web-{C627E37F-6893-5388-4BDC-96A5091E4117}" dt="2024-08-03T09:31:27.468" v="6" actId="20577"/>
          <ac:spMkLst>
            <pc:docMk/>
            <pc:sldMk cId="2557910124" sldId="2147381400"/>
            <ac:spMk id="54" creationId="{6C99C279-432D-B005-2F29-6500306103EE}"/>
          </ac:spMkLst>
        </pc:spChg>
      </pc:sldChg>
      <pc:sldChg chg="modSp">
        <pc:chgData name="Ajay Batra - Consultant" userId="S::ajay.batra@wadhwanifoundation.org::90813bcd-4e18-43d5-afab-0aa3e208d330" providerId="AD" clId="Web-{C627E37F-6893-5388-4BDC-96A5091E4117}" dt="2024-08-03T09:34:37.913" v="63" actId="20577"/>
        <pc:sldMkLst>
          <pc:docMk/>
          <pc:sldMk cId="1244498534" sldId="2147381404"/>
        </pc:sldMkLst>
        <pc:spChg chg="mod">
          <ac:chgData name="Ajay Batra - Consultant" userId="S::ajay.batra@wadhwanifoundation.org::90813bcd-4e18-43d5-afab-0aa3e208d330" providerId="AD" clId="Web-{C627E37F-6893-5388-4BDC-96A5091E4117}" dt="2024-08-03T09:32:23.317" v="8" actId="20577"/>
          <ac:spMkLst>
            <pc:docMk/>
            <pc:sldMk cId="1244498534" sldId="2147381404"/>
            <ac:spMk id="4" creationId="{75FD0504-2A41-6EB9-1045-4AEC2BC1508B}"/>
          </ac:spMkLst>
        </pc:spChg>
        <pc:spChg chg="mod">
          <ac:chgData name="Ajay Batra - Consultant" userId="S::ajay.batra@wadhwanifoundation.org::90813bcd-4e18-43d5-afab-0aa3e208d330" providerId="AD" clId="Web-{C627E37F-6893-5388-4BDC-96A5091E4117}" dt="2024-08-03T09:33:52.381" v="31" actId="20577"/>
          <ac:spMkLst>
            <pc:docMk/>
            <pc:sldMk cId="1244498534" sldId="2147381404"/>
            <ac:spMk id="8" creationId="{EC0E5ADA-51DF-8075-D6B5-860DE135C43A}"/>
          </ac:spMkLst>
        </pc:spChg>
        <pc:spChg chg="mod">
          <ac:chgData name="Ajay Batra - Consultant" userId="S::ajay.batra@wadhwanifoundation.org::90813bcd-4e18-43d5-afab-0aa3e208d330" providerId="AD" clId="Web-{C627E37F-6893-5388-4BDC-96A5091E4117}" dt="2024-08-03T09:34:37.913" v="63" actId="20577"/>
          <ac:spMkLst>
            <pc:docMk/>
            <pc:sldMk cId="1244498534" sldId="2147381404"/>
            <ac:spMk id="13" creationId="{C6487FF9-F640-DA70-AEEA-9EA7F16746D3}"/>
          </ac:spMkLst>
        </pc:spChg>
      </pc:sldChg>
      <pc:sldChg chg="delSp modSp delAnim">
        <pc:chgData name="Ajay Batra - Consultant" userId="S::ajay.batra@wadhwanifoundation.org::90813bcd-4e18-43d5-afab-0aa3e208d330" providerId="AD" clId="Web-{C627E37F-6893-5388-4BDC-96A5091E4117}" dt="2024-08-03T09:42:33.121" v="163"/>
        <pc:sldMkLst>
          <pc:docMk/>
          <pc:sldMk cId="465021841" sldId="2147381408"/>
        </pc:sldMkLst>
        <pc:spChg chg="mod">
          <ac:chgData name="Ajay Batra - Consultant" userId="S::ajay.batra@wadhwanifoundation.org::90813bcd-4e18-43d5-afab-0aa3e208d330" providerId="AD" clId="Web-{C627E37F-6893-5388-4BDC-96A5091E4117}" dt="2024-08-03T09:42:28.652" v="162" actId="20577"/>
          <ac:spMkLst>
            <pc:docMk/>
            <pc:sldMk cId="465021841" sldId="2147381408"/>
            <ac:spMk id="4" creationId="{724C7C4B-59FB-7C6B-5EB1-9FE13D76254A}"/>
          </ac:spMkLst>
        </pc:spChg>
        <pc:spChg chg="mod">
          <ac:chgData name="Ajay Batra - Consultant" userId="S::ajay.batra@wadhwanifoundation.org::90813bcd-4e18-43d5-afab-0aa3e208d330" providerId="AD" clId="Web-{C627E37F-6893-5388-4BDC-96A5091E4117}" dt="2024-08-03T09:41:29.074" v="127" actId="20577"/>
          <ac:spMkLst>
            <pc:docMk/>
            <pc:sldMk cId="465021841" sldId="2147381408"/>
            <ac:spMk id="5" creationId="{BC2FB531-5D9B-B874-3405-747D227F6F3D}"/>
          </ac:spMkLst>
        </pc:spChg>
        <pc:spChg chg="del">
          <ac:chgData name="Ajay Batra - Consultant" userId="S::ajay.batra@wadhwanifoundation.org::90813bcd-4e18-43d5-afab-0aa3e208d330" providerId="AD" clId="Web-{C627E37F-6893-5388-4BDC-96A5091E4117}" dt="2024-08-03T09:42:33.121" v="163"/>
          <ac:spMkLst>
            <pc:docMk/>
            <pc:sldMk cId="465021841" sldId="2147381408"/>
            <ac:spMk id="10" creationId="{E0357757-CAA8-684D-2E31-53089D033000}"/>
          </ac:spMkLst>
        </pc:spChg>
      </pc:sldChg>
    </pc:docChg>
  </pc:docChgLst>
  <pc:docChgLst>
    <pc:chgData name="Aarti Bisla - Consultant" userId="S::aarti.bisla@wadhwanifoundation.org::9d2565b3-2400-46dd-addb-34066d51ed3d" providerId="AD" clId="Web-{D10A1EE9-20E5-5F83-43A0-C49D382387B7}"/>
    <pc:docChg chg="addSld modSection">
      <pc:chgData name="Aarti Bisla - Consultant" userId="S::aarti.bisla@wadhwanifoundation.org::9d2565b3-2400-46dd-addb-34066d51ed3d" providerId="AD" clId="Web-{D10A1EE9-20E5-5F83-43A0-C49D382387B7}" dt="2024-09-19T17:01:31.483" v="0"/>
      <pc:docMkLst>
        <pc:docMk/>
      </pc:docMkLst>
      <pc:sldChg chg="add">
        <pc:chgData name="Aarti Bisla - Consultant" userId="S::aarti.bisla@wadhwanifoundation.org::9d2565b3-2400-46dd-addb-34066d51ed3d" providerId="AD" clId="Web-{D10A1EE9-20E5-5F83-43A0-C49D382387B7}" dt="2024-09-19T17:01:31.483" v="0"/>
        <pc:sldMkLst>
          <pc:docMk/>
          <pc:sldMk cId="1840391380" sldId="2147381426"/>
        </pc:sldMkLst>
      </pc:sldChg>
      <pc:sldMasterChg chg="addSldLayout">
        <pc:chgData name="Aarti Bisla - Consultant" userId="S::aarti.bisla@wadhwanifoundation.org::9d2565b3-2400-46dd-addb-34066d51ed3d" providerId="AD" clId="Web-{D10A1EE9-20E5-5F83-43A0-C49D382387B7}" dt="2024-09-19T17:01:31.483" v="0"/>
        <pc:sldMasterMkLst>
          <pc:docMk/>
          <pc:sldMasterMk cId="3557550030" sldId="2147483648"/>
        </pc:sldMasterMkLst>
        <pc:sldLayoutChg chg="add">
          <pc:chgData name="Aarti Bisla - Consultant" userId="S::aarti.bisla@wadhwanifoundation.org::9d2565b3-2400-46dd-addb-34066d51ed3d" providerId="AD" clId="Web-{D10A1EE9-20E5-5F83-43A0-C49D382387B7}" dt="2024-09-19T17:01:31.483" v="0"/>
          <pc:sldLayoutMkLst>
            <pc:docMk/>
            <pc:sldMasterMk cId="3557550030" sldId="2147483648"/>
            <pc:sldLayoutMk cId="3211137971" sldId="2147483752"/>
          </pc:sldLayoutMkLst>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package" Target="../embeddings/Microsoft_Excel_Worksheet19.xlsx"/><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package" Target="../embeddings/Microsoft_Excel_Worksheet20.xlsx"/><Relationship Id="rId2" Type="http://schemas.microsoft.com/office/2011/relationships/chartColorStyle" Target="colors21.xml"/><Relationship Id="rId1" Type="http://schemas.microsoft.com/office/2011/relationships/chartStyle" Target="style21.xml"/></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22.xml"/><Relationship Id="rId1" Type="http://schemas.microsoft.com/office/2011/relationships/chartStyle" Target="style22.xml"/></Relationships>
</file>

<file path=ppt/charts/_rels/chart23.xml.rels><?xml version="1.0" encoding="UTF-8" standalone="yes"?>
<Relationships xmlns="http://schemas.openxmlformats.org/package/2006/relationships"><Relationship Id="rId3" Type="http://schemas.openxmlformats.org/officeDocument/2006/relationships/package" Target="../embeddings/Microsoft_Excel_Worksheet22.xlsx"/><Relationship Id="rId2" Type="http://schemas.microsoft.com/office/2011/relationships/chartColorStyle" Target="colors23.xml"/><Relationship Id="rId1" Type="http://schemas.microsoft.com/office/2011/relationships/chartStyle" Target="style23.xml"/></Relationships>
</file>

<file path=ppt/charts/_rels/chart24.xml.rels><?xml version="1.0" encoding="UTF-8" standalone="yes"?>
<Relationships xmlns="http://schemas.openxmlformats.org/package/2006/relationships"><Relationship Id="rId3" Type="http://schemas.openxmlformats.org/officeDocument/2006/relationships/package" Target="../embeddings/Microsoft_Excel_Worksheet23.xlsx"/><Relationship Id="rId2" Type="http://schemas.microsoft.com/office/2011/relationships/chartColorStyle" Target="colors24.xml"/><Relationship Id="rId1" Type="http://schemas.microsoft.com/office/2011/relationships/chartStyle" Target="style24.xml"/></Relationships>
</file>

<file path=ppt/charts/_rels/chart25.xml.rels><?xml version="1.0" encoding="UTF-8" standalone="yes"?>
<Relationships xmlns="http://schemas.openxmlformats.org/package/2006/relationships"><Relationship Id="rId3" Type="http://schemas.openxmlformats.org/officeDocument/2006/relationships/package" Target="../embeddings/Microsoft_Excel_Worksheet24.xlsx"/><Relationship Id="rId2" Type="http://schemas.microsoft.com/office/2011/relationships/chartColorStyle" Target="colors25.xml"/><Relationship Id="rId1" Type="http://schemas.microsoft.com/office/2011/relationships/chartStyle" Target="style25.xml"/></Relationships>
</file>

<file path=ppt/charts/_rels/chart26.xml.rels><?xml version="1.0" encoding="UTF-8" standalone="yes"?>
<Relationships xmlns="http://schemas.openxmlformats.org/package/2006/relationships"><Relationship Id="rId3" Type="http://schemas.openxmlformats.org/officeDocument/2006/relationships/package" Target="../embeddings/Microsoft_Excel_Worksheet25.xlsx"/><Relationship Id="rId2" Type="http://schemas.microsoft.com/office/2011/relationships/chartColorStyle" Target="colors26.xml"/><Relationship Id="rId1" Type="http://schemas.microsoft.com/office/2011/relationships/chartStyle" Target="style26.xml"/></Relationships>
</file>

<file path=ppt/charts/_rels/chart27.xml.rels><?xml version="1.0" encoding="UTF-8" standalone="yes"?>
<Relationships xmlns="http://schemas.openxmlformats.org/package/2006/relationships"><Relationship Id="rId3" Type="http://schemas.openxmlformats.org/officeDocument/2006/relationships/package" Target="../embeddings/Microsoft_Excel_Worksheet26.xlsx"/><Relationship Id="rId2" Type="http://schemas.microsoft.com/office/2011/relationships/chartColorStyle" Target="colors27.xml"/><Relationship Id="rId1" Type="http://schemas.microsoft.com/office/2011/relationships/chartStyle" Target="style27.xml"/></Relationships>
</file>

<file path=ppt/charts/_rels/chart28.xml.rels><?xml version="1.0" encoding="UTF-8" standalone="yes"?>
<Relationships xmlns="http://schemas.openxmlformats.org/package/2006/relationships"><Relationship Id="rId3" Type="http://schemas.openxmlformats.org/officeDocument/2006/relationships/package" Target="../embeddings/Microsoft_Excel_Worksheet27.xlsx"/><Relationship Id="rId2" Type="http://schemas.microsoft.com/office/2011/relationships/chartColorStyle" Target="colors28.xml"/><Relationship Id="rId1" Type="http://schemas.microsoft.com/office/2011/relationships/chartStyle" Target="style28.xml"/></Relationships>
</file>

<file path=ppt/charts/_rels/chart29.xml.rels><?xml version="1.0" encoding="UTF-8" standalone="yes"?>
<Relationships xmlns="http://schemas.openxmlformats.org/package/2006/relationships"><Relationship Id="rId3" Type="http://schemas.openxmlformats.org/officeDocument/2006/relationships/package" Target="../embeddings/Microsoft_Excel_Worksheet28.xlsx"/><Relationship Id="rId2" Type="http://schemas.microsoft.com/office/2011/relationships/chartColorStyle" Target="colors29.xml"/><Relationship Id="rId1" Type="http://schemas.microsoft.com/office/2011/relationships/chartStyle" Target="style29.xml"/></Relationships>
</file>

<file path=ppt/charts/_rels/chart30.xml.rels><?xml version="1.0" encoding="UTF-8" standalone="yes"?>
<Relationships xmlns="http://schemas.openxmlformats.org/package/2006/relationships"><Relationship Id="rId3" Type="http://schemas.openxmlformats.org/officeDocument/2006/relationships/package" Target="../embeddings/Microsoft_Excel_Worksheet29.xlsx"/><Relationship Id="rId2" Type="http://schemas.microsoft.com/office/2011/relationships/chartColorStyle" Target="colors30.xml"/><Relationship Id="rId1" Type="http://schemas.microsoft.com/office/2011/relationships/chartStyle" Target="style30.xml"/></Relationships>
</file>

<file path=ppt/charts/_rels/chart31.xml.rels><?xml version="1.0" encoding="UTF-8" standalone="yes"?>
<Relationships xmlns="http://schemas.openxmlformats.org/package/2006/relationships"><Relationship Id="rId3" Type="http://schemas.openxmlformats.org/officeDocument/2006/relationships/package" Target="../embeddings/Microsoft_Excel_Worksheet30.xlsx"/><Relationship Id="rId2" Type="http://schemas.microsoft.com/office/2011/relationships/chartColorStyle" Target="colors31.xml"/><Relationship Id="rId1" Type="http://schemas.microsoft.com/office/2011/relationships/chartStyle" Target="style31.xml"/></Relationships>
</file>

<file path=ppt/charts/_rels/chart32.xml.rels><?xml version="1.0" encoding="UTF-8" standalone="yes"?>
<Relationships xmlns="http://schemas.openxmlformats.org/package/2006/relationships"><Relationship Id="rId3" Type="http://schemas.openxmlformats.org/officeDocument/2006/relationships/package" Target="../embeddings/Microsoft_Excel_Worksheet31.xlsx"/><Relationship Id="rId2" Type="http://schemas.microsoft.com/office/2011/relationships/chartColorStyle" Target="colors32.xml"/><Relationship Id="rId1" Type="http://schemas.microsoft.com/office/2011/relationships/chartStyle" Target="style32.xml"/></Relationships>
</file>

<file path=ppt/charts/_rels/chart33.xml.rels><?xml version="1.0" encoding="UTF-8" standalone="yes"?>
<Relationships xmlns="http://schemas.openxmlformats.org/package/2006/relationships"><Relationship Id="rId3" Type="http://schemas.openxmlformats.org/officeDocument/2006/relationships/package" Target="../embeddings/Microsoft_Excel_Worksheet32.xlsx"/><Relationship Id="rId2" Type="http://schemas.microsoft.com/office/2011/relationships/chartColorStyle" Target="colors33.xml"/><Relationship Id="rId1" Type="http://schemas.microsoft.com/office/2011/relationships/chartStyle" Target="style33.xml"/></Relationships>
</file>

<file path=ppt/charts/_rels/chart34.xml.rels><?xml version="1.0" encoding="UTF-8" standalone="yes"?>
<Relationships xmlns="http://schemas.openxmlformats.org/package/2006/relationships"><Relationship Id="rId3" Type="http://schemas.openxmlformats.org/officeDocument/2006/relationships/package" Target="../embeddings/Microsoft_Excel_Worksheet33.xlsx"/><Relationship Id="rId2" Type="http://schemas.microsoft.com/office/2011/relationships/chartColorStyle" Target="colors34.xml"/><Relationship Id="rId1" Type="http://schemas.microsoft.com/office/2011/relationships/chartStyle" Target="style34.xml"/></Relationships>
</file>

<file path=ppt/charts/_rels/chart35.xml.rels><?xml version="1.0" encoding="UTF-8" standalone="yes"?>
<Relationships xmlns="http://schemas.openxmlformats.org/package/2006/relationships"><Relationship Id="rId3" Type="http://schemas.openxmlformats.org/officeDocument/2006/relationships/package" Target="../embeddings/Microsoft_Excel_Worksheet34.xlsx"/><Relationship Id="rId2" Type="http://schemas.microsoft.com/office/2011/relationships/chartColorStyle" Target="colors35.xml"/><Relationship Id="rId1" Type="http://schemas.microsoft.com/office/2011/relationships/chartStyle" Target="style35.xml"/></Relationships>
</file>

<file path=ppt/charts/_rels/chart36.xml.rels><?xml version="1.0" encoding="UTF-8" standalone="yes"?>
<Relationships xmlns="http://schemas.openxmlformats.org/package/2006/relationships"><Relationship Id="rId3" Type="http://schemas.openxmlformats.org/officeDocument/2006/relationships/package" Target="../embeddings/Microsoft_Excel_Worksheet35.xlsx"/><Relationship Id="rId2" Type="http://schemas.microsoft.com/office/2011/relationships/chartColorStyle" Target="colors36.xml"/><Relationship Id="rId1" Type="http://schemas.microsoft.com/office/2011/relationships/chartStyle" Target="style36.xml"/></Relationships>
</file>

<file path=ppt/charts/_rels/chart37.xml.rels><?xml version="1.0" encoding="UTF-8" standalone="yes"?>
<Relationships xmlns="http://schemas.openxmlformats.org/package/2006/relationships"><Relationship Id="rId3" Type="http://schemas.openxmlformats.org/officeDocument/2006/relationships/package" Target="../embeddings/Microsoft_Excel_Worksheet36.xlsx"/><Relationship Id="rId2" Type="http://schemas.microsoft.com/office/2011/relationships/chartColorStyle" Target="colors37.xml"/><Relationship Id="rId1" Type="http://schemas.microsoft.com/office/2011/relationships/chartStyle" Target="style37.xml"/></Relationships>
</file>

<file path=ppt/charts/_rels/chart38.xml.rels><?xml version="1.0" encoding="UTF-8" standalone="yes"?>
<Relationships xmlns="http://schemas.openxmlformats.org/package/2006/relationships"><Relationship Id="rId3" Type="http://schemas.openxmlformats.org/officeDocument/2006/relationships/package" Target="../embeddings/Microsoft_Excel_Worksheet37.xlsx"/><Relationship Id="rId2" Type="http://schemas.microsoft.com/office/2011/relationships/chartColorStyle" Target="colors38.xml"/><Relationship Id="rId1" Type="http://schemas.microsoft.com/office/2011/relationships/chartStyle" Target="style38.xml"/></Relationships>
</file>

<file path=ppt/charts/_rels/chart39.xml.rels><?xml version="1.0" encoding="UTF-8" standalone="yes"?>
<Relationships xmlns="http://schemas.openxmlformats.org/package/2006/relationships"><Relationship Id="rId3" Type="http://schemas.openxmlformats.org/officeDocument/2006/relationships/package" Target="../embeddings/Microsoft_Excel_Worksheet38.xlsx"/><Relationship Id="rId2" Type="http://schemas.microsoft.com/office/2011/relationships/chartColorStyle" Target="colors39.xml"/><Relationship Id="rId1" Type="http://schemas.microsoft.com/office/2011/relationships/chartStyle" Target="style39.xml"/></Relationships>
</file>

<file path=ppt/charts/_rels/chart40.xml.rels><?xml version="1.0" encoding="UTF-8" standalone="yes"?>
<Relationships xmlns="http://schemas.openxmlformats.org/package/2006/relationships"><Relationship Id="rId3" Type="http://schemas.openxmlformats.org/officeDocument/2006/relationships/package" Target="../embeddings/Microsoft_Excel_Worksheet39.xlsx"/><Relationship Id="rId2" Type="http://schemas.microsoft.com/office/2011/relationships/chartColorStyle" Target="colors40.xml"/><Relationship Id="rId1" Type="http://schemas.microsoft.com/office/2011/relationships/chartStyle" Target="style40.xml"/></Relationships>
</file>

<file path=ppt/charts/_rels/chart41.xml.rels><?xml version="1.0" encoding="UTF-8" standalone="yes"?>
<Relationships xmlns="http://schemas.openxmlformats.org/package/2006/relationships"><Relationship Id="rId3" Type="http://schemas.openxmlformats.org/officeDocument/2006/relationships/package" Target="../embeddings/Microsoft_Excel_Worksheet40.xlsx"/><Relationship Id="rId2" Type="http://schemas.microsoft.com/office/2011/relationships/chartColorStyle" Target="colors41.xml"/><Relationship Id="rId1" Type="http://schemas.microsoft.com/office/2011/relationships/chartStyle" Target="style41.xml"/></Relationships>
</file>

<file path=ppt/charts/_rels/chart42.xml.rels><?xml version="1.0" encoding="UTF-8" standalone="yes"?>
<Relationships xmlns="http://schemas.openxmlformats.org/package/2006/relationships"><Relationship Id="rId3" Type="http://schemas.openxmlformats.org/officeDocument/2006/relationships/package" Target="../embeddings/Microsoft_Excel_Worksheet41.xlsx"/><Relationship Id="rId2" Type="http://schemas.microsoft.com/office/2011/relationships/chartColorStyle" Target="colors42.xml"/><Relationship Id="rId1" Type="http://schemas.microsoft.com/office/2011/relationships/chartStyle" Target="style42.xml"/></Relationships>
</file>

<file path=ppt/charts/_rels/chart43.xml.rels><?xml version="1.0" encoding="UTF-8" standalone="yes"?>
<Relationships xmlns="http://schemas.openxmlformats.org/package/2006/relationships"><Relationship Id="rId3" Type="http://schemas.openxmlformats.org/officeDocument/2006/relationships/package" Target="../embeddings/Microsoft_Excel_Worksheet42.xlsx"/><Relationship Id="rId2" Type="http://schemas.microsoft.com/office/2011/relationships/chartColorStyle" Target="colors43.xml"/><Relationship Id="rId1" Type="http://schemas.microsoft.com/office/2011/relationships/chartStyle" Target="style43.xml"/></Relationships>
</file>

<file path=ppt/charts/_rels/chart44.xml.rels><?xml version="1.0" encoding="UTF-8" standalone="yes"?>
<Relationships xmlns="http://schemas.openxmlformats.org/package/2006/relationships"><Relationship Id="rId3" Type="http://schemas.openxmlformats.org/officeDocument/2006/relationships/package" Target="../embeddings/Microsoft_Excel_Worksheet43.xlsx"/><Relationship Id="rId2" Type="http://schemas.microsoft.com/office/2011/relationships/chartColorStyle" Target="colors44.xml"/><Relationship Id="rId1" Type="http://schemas.microsoft.com/office/2011/relationships/chartStyle" Target="style44.xml"/></Relationships>
</file>

<file path=ppt/charts/_rels/chart45.xml.rels><?xml version="1.0" encoding="UTF-8" standalone="yes"?>
<Relationships xmlns="http://schemas.openxmlformats.org/package/2006/relationships"><Relationship Id="rId3" Type="http://schemas.openxmlformats.org/officeDocument/2006/relationships/package" Target="../embeddings/Microsoft_Excel_Worksheet44.xlsx"/><Relationship Id="rId2" Type="http://schemas.microsoft.com/office/2011/relationships/chartColorStyle" Target="colors45.xml"/><Relationship Id="rId1" Type="http://schemas.microsoft.com/office/2011/relationships/chartStyle" Target="style45.xml"/></Relationships>
</file>

<file path=ppt/charts/_rels/chart46.xml.rels><?xml version="1.0" encoding="UTF-8" standalone="yes"?>
<Relationships xmlns="http://schemas.openxmlformats.org/package/2006/relationships"><Relationship Id="rId3" Type="http://schemas.openxmlformats.org/officeDocument/2006/relationships/package" Target="../embeddings/Microsoft_Excel_Worksheet45.xlsx"/><Relationship Id="rId2" Type="http://schemas.microsoft.com/office/2011/relationships/chartColorStyle" Target="colors46.xml"/><Relationship Id="rId1" Type="http://schemas.microsoft.com/office/2011/relationships/chartStyle" Target="style46.xml"/></Relationships>
</file>

<file path=ppt/charts/_rels/chart47.xml.rels><?xml version="1.0" encoding="UTF-8" standalone="yes"?>
<Relationships xmlns="http://schemas.openxmlformats.org/package/2006/relationships"><Relationship Id="rId3" Type="http://schemas.openxmlformats.org/officeDocument/2006/relationships/package" Target="../embeddings/Microsoft_Excel_Worksheet46.xlsx"/><Relationship Id="rId2" Type="http://schemas.microsoft.com/office/2011/relationships/chartColorStyle" Target="colors47.xml"/><Relationship Id="rId1" Type="http://schemas.microsoft.com/office/2011/relationships/chartStyle" Target="style47.xml"/></Relationships>
</file>

<file path=ppt/charts/_rels/chart48.xml.rels><?xml version="1.0" encoding="UTF-8" standalone="yes"?>
<Relationships xmlns="http://schemas.openxmlformats.org/package/2006/relationships"><Relationship Id="rId3" Type="http://schemas.openxmlformats.org/officeDocument/2006/relationships/package" Target="../embeddings/Microsoft_Excel_Worksheet47.xlsx"/><Relationship Id="rId2" Type="http://schemas.microsoft.com/office/2011/relationships/chartColorStyle" Target="colors48.xml"/><Relationship Id="rId1" Type="http://schemas.microsoft.com/office/2011/relationships/chartStyle" Target="style48.xml"/></Relationships>
</file>

<file path=ppt/charts/_rels/chart49.xml.rels><?xml version="1.0" encoding="UTF-8" standalone="yes"?>
<Relationships xmlns="http://schemas.openxmlformats.org/package/2006/relationships"><Relationship Id="rId3" Type="http://schemas.openxmlformats.org/officeDocument/2006/relationships/package" Target="../embeddings/Microsoft_Excel_Worksheet48.xlsx"/><Relationship Id="rId2" Type="http://schemas.microsoft.com/office/2011/relationships/chartColorStyle" Target="colors49.xml"/><Relationship Id="rId1" Type="http://schemas.microsoft.com/office/2011/relationships/chartStyle" Target="style49.xml"/></Relationships>
</file>

<file path=ppt/charts/_rels/chart50.xml.rels><?xml version="1.0" encoding="UTF-8" standalone="yes"?>
<Relationships xmlns="http://schemas.openxmlformats.org/package/2006/relationships"><Relationship Id="rId3" Type="http://schemas.openxmlformats.org/officeDocument/2006/relationships/package" Target="../embeddings/Microsoft_Excel_Worksheet49.xlsx"/><Relationship Id="rId2" Type="http://schemas.microsoft.com/office/2011/relationships/chartColorStyle" Target="colors50.xml"/><Relationship Id="rId1" Type="http://schemas.microsoft.com/office/2011/relationships/chartStyle" Target="style50.xml"/></Relationships>
</file>

<file path=ppt/charts/_rels/chart51.xml.rels><?xml version="1.0" encoding="UTF-8" standalone="yes"?>
<Relationships xmlns="http://schemas.openxmlformats.org/package/2006/relationships"><Relationship Id="rId3" Type="http://schemas.openxmlformats.org/officeDocument/2006/relationships/package" Target="../embeddings/Microsoft_Excel_Worksheet50.xlsx"/><Relationship Id="rId2" Type="http://schemas.microsoft.com/office/2011/relationships/chartColorStyle" Target="colors51.xml"/><Relationship Id="rId1" Type="http://schemas.microsoft.com/office/2011/relationships/chartStyle" Target="style51.xml"/></Relationships>
</file>

<file path=ppt/charts/_rels/chart52.xml.rels><?xml version="1.0" encoding="UTF-8" standalone="yes"?>
<Relationships xmlns="http://schemas.openxmlformats.org/package/2006/relationships"><Relationship Id="rId3" Type="http://schemas.openxmlformats.org/officeDocument/2006/relationships/package" Target="../embeddings/Microsoft_Excel_Worksheet51.xlsx"/><Relationship Id="rId2" Type="http://schemas.microsoft.com/office/2011/relationships/chartColorStyle" Target="colors52.xml"/><Relationship Id="rId1" Type="http://schemas.microsoft.com/office/2011/relationships/chartStyle" Target="style52.xml"/></Relationships>
</file>

<file path=ppt/charts/_rels/chart53.xml.rels><?xml version="1.0" encoding="UTF-8" standalone="yes"?>
<Relationships xmlns="http://schemas.openxmlformats.org/package/2006/relationships"><Relationship Id="rId3" Type="http://schemas.openxmlformats.org/officeDocument/2006/relationships/package" Target="../embeddings/Microsoft_Excel_Worksheet52.xlsx"/><Relationship Id="rId2" Type="http://schemas.microsoft.com/office/2011/relationships/chartColorStyle" Target="colors53.xml"/><Relationship Id="rId1" Type="http://schemas.microsoft.com/office/2011/relationships/chartStyle" Target="style53.xml"/></Relationships>
</file>

<file path=ppt/charts/_rels/chart54.xml.rels><?xml version="1.0" encoding="UTF-8" standalone="yes"?>
<Relationships xmlns="http://schemas.openxmlformats.org/package/2006/relationships"><Relationship Id="rId3" Type="http://schemas.openxmlformats.org/officeDocument/2006/relationships/package" Target="../embeddings/Microsoft_Excel_Worksheet53.xlsx"/><Relationship Id="rId2" Type="http://schemas.microsoft.com/office/2011/relationships/chartColorStyle" Target="colors54.xml"/><Relationship Id="rId1" Type="http://schemas.microsoft.com/office/2011/relationships/chartStyle" Target="style54.xml"/></Relationships>
</file>

<file path=ppt/charts/_rels/chart55.xml.rels><?xml version="1.0" encoding="UTF-8" standalone="yes"?>
<Relationships xmlns="http://schemas.openxmlformats.org/package/2006/relationships"><Relationship Id="rId3" Type="http://schemas.openxmlformats.org/officeDocument/2006/relationships/package" Target="../embeddings/Microsoft_Excel_Worksheet54.xlsx"/><Relationship Id="rId2" Type="http://schemas.microsoft.com/office/2011/relationships/chartColorStyle" Target="colors55.xml"/><Relationship Id="rId1" Type="http://schemas.microsoft.com/office/2011/relationships/chartStyle" Target="style55.xml"/></Relationships>
</file>

<file path=ppt/charts/_rels/chart56.xml.rels><?xml version="1.0" encoding="UTF-8" standalone="yes"?>
<Relationships xmlns="http://schemas.openxmlformats.org/package/2006/relationships"><Relationship Id="rId3" Type="http://schemas.openxmlformats.org/officeDocument/2006/relationships/package" Target="../embeddings/Microsoft_Excel_Worksheet55.xlsx"/><Relationship Id="rId2" Type="http://schemas.microsoft.com/office/2011/relationships/chartColorStyle" Target="colors56.xml"/><Relationship Id="rId1" Type="http://schemas.microsoft.com/office/2011/relationships/chartStyle" Target="style56.xml"/></Relationships>
</file>

<file path=ppt/charts/_rels/chart57.xml.rels><?xml version="1.0" encoding="UTF-8" standalone="yes"?>
<Relationships xmlns="http://schemas.openxmlformats.org/package/2006/relationships"><Relationship Id="rId3" Type="http://schemas.openxmlformats.org/officeDocument/2006/relationships/package" Target="../embeddings/Microsoft_Excel_Worksheet56.xlsx"/><Relationship Id="rId2" Type="http://schemas.microsoft.com/office/2011/relationships/chartColorStyle" Target="colors57.xml"/><Relationship Id="rId1" Type="http://schemas.microsoft.com/office/2011/relationships/chartStyle" Target="style57.xml"/></Relationships>
</file>

<file path=ppt/charts/_rels/chart58.xml.rels><?xml version="1.0" encoding="UTF-8" standalone="yes"?>
<Relationships xmlns="http://schemas.openxmlformats.org/package/2006/relationships"><Relationship Id="rId3" Type="http://schemas.openxmlformats.org/officeDocument/2006/relationships/package" Target="../embeddings/Microsoft_Excel_Worksheet57.xlsx"/><Relationship Id="rId2" Type="http://schemas.microsoft.com/office/2011/relationships/chartColorStyle" Target="colors58.xml"/><Relationship Id="rId1" Type="http://schemas.microsoft.com/office/2011/relationships/chartStyle" Target="style58.xml"/></Relationships>
</file>

<file path=ppt/charts/_rels/chart59.xml.rels><?xml version="1.0" encoding="UTF-8" standalone="yes"?>
<Relationships xmlns="http://schemas.openxmlformats.org/package/2006/relationships"><Relationship Id="rId3" Type="http://schemas.openxmlformats.org/officeDocument/2006/relationships/package" Target="../embeddings/Microsoft_Excel_Worksheet58.xlsx"/><Relationship Id="rId2" Type="http://schemas.microsoft.com/office/2011/relationships/chartColorStyle" Target="colors59.xml"/><Relationship Id="rId1" Type="http://schemas.microsoft.com/office/2011/relationships/chartStyle" Target="style59.xml"/></Relationships>
</file>

<file path=ppt/charts/_rels/chart60.xml.rels><?xml version="1.0" encoding="UTF-8" standalone="yes"?>
<Relationships xmlns="http://schemas.openxmlformats.org/package/2006/relationships"><Relationship Id="rId3" Type="http://schemas.openxmlformats.org/officeDocument/2006/relationships/package" Target="../embeddings/Microsoft_Excel_Worksheet59.xlsx"/><Relationship Id="rId2" Type="http://schemas.microsoft.com/office/2011/relationships/chartColorStyle" Target="colors60.xml"/><Relationship Id="rId1" Type="http://schemas.microsoft.com/office/2011/relationships/chartStyle" Target="style6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solidFill>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1101-4054-94B6-50410AC4C737}"/>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1101-4054-94B6-50410AC4C737}"/>
              </c:ext>
            </c:extLst>
          </c:dPt>
          <c:dPt>
            <c:idx val="2"/>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1101-4054-94B6-50410AC4C737}"/>
              </c:ext>
            </c:extLst>
          </c:dPt>
          <c:dPt>
            <c:idx val="3"/>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1101-4054-94B6-50410AC4C737}"/>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1101-4054-94B6-50410AC4C737}"/>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C9F3-405F-B4C7-A9FBB3F5F9A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C9F3-405F-B4C7-A9FBB3F5F9A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C9F3-405F-B4C7-A9FBB3F5F9A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C9F3-405F-B4C7-A9FBB3F5F9A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C9F3-405F-B4C7-A9FBB3F5F9A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EB48-4A19-800D-9E7EF6762C5F}"/>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EB48-4A19-800D-9E7EF6762C5F}"/>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EB48-4A19-800D-9E7EF6762C5F}"/>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EB48-4A19-800D-9E7EF6762C5F}"/>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EB48-4A19-800D-9E7EF6762C5F}"/>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Percentage</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DDC-476B-814B-BF4D55ECBEE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DDC-476B-814B-BF4D55ECBEE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DDC-476B-814B-BF4D55ECBEE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DDC-476B-814B-BF4D55ECBEE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DDC-476B-814B-BF4D55ECBEE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7C0-4A81-A2CF-B6CC0BFD834D}"/>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7C0-4A81-A2CF-B6CC0BFD834D}"/>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7C0-4A81-A2CF-B6CC0BFD834D}"/>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7C0-4A81-A2CF-B6CC0BFD834D}"/>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7C0-4A81-A2CF-B6CC0BFD834D}"/>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A6F4-4F4F-8459-16907C873715}"/>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A6F4-4F4F-8459-16907C873715}"/>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A6F4-4F4F-8459-16907C873715}"/>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A6F4-4F4F-8459-16907C873715}"/>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A6F4-4F4F-8459-16907C873715}"/>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FE28-4734-A202-4EAFA4492B66}"/>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FE28-4734-A202-4EAFA4492B66}"/>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FE28-4734-A202-4EAFA4492B66}"/>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FE28-4734-A202-4EAFA4492B66}"/>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FE28-4734-A202-4EAFA4492B66}"/>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solidFill>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1101-4054-94B6-50410AC4C737}"/>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1101-4054-94B6-50410AC4C737}"/>
              </c:ext>
            </c:extLst>
          </c:dPt>
          <c:dPt>
            <c:idx val="2"/>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1101-4054-94B6-50410AC4C737}"/>
              </c:ext>
            </c:extLst>
          </c:dPt>
          <c:dPt>
            <c:idx val="3"/>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1101-4054-94B6-50410AC4C737}"/>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1101-4054-94B6-50410AC4C737}"/>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C9F3-405F-B4C7-A9FBB3F5F9A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C9F3-405F-B4C7-A9FBB3F5F9A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C9F3-405F-B4C7-A9FBB3F5F9A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C9F3-405F-B4C7-A9FBB3F5F9A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C9F3-405F-B4C7-A9FBB3F5F9A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Percentage</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DDC-476B-814B-BF4D55ECBEE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DDC-476B-814B-BF4D55ECBEE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DDC-476B-814B-BF4D55ECBEE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DDC-476B-814B-BF4D55ECBEE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DDC-476B-814B-BF4D55ECBEE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7C0-4A81-A2CF-B6CC0BFD834D}"/>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7C0-4A81-A2CF-B6CC0BFD834D}"/>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7C0-4A81-A2CF-B6CC0BFD834D}"/>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7C0-4A81-A2CF-B6CC0BFD834D}"/>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7C0-4A81-A2CF-B6CC0BFD834D}"/>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A6F4-4F4F-8459-16907C873715}"/>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A6F4-4F4F-8459-16907C873715}"/>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A6F4-4F4F-8459-16907C873715}"/>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A6F4-4F4F-8459-16907C873715}"/>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A6F4-4F4F-8459-16907C873715}"/>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solidFill>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1101-4054-94B6-50410AC4C737}"/>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1101-4054-94B6-50410AC4C737}"/>
              </c:ext>
            </c:extLst>
          </c:dPt>
          <c:dPt>
            <c:idx val="2"/>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1101-4054-94B6-50410AC4C737}"/>
              </c:ext>
            </c:extLst>
          </c:dPt>
          <c:dPt>
            <c:idx val="3"/>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1101-4054-94B6-50410AC4C737}"/>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1101-4054-94B6-50410AC4C737}"/>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C9F3-405F-B4C7-A9FBB3F5F9A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C9F3-405F-B4C7-A9FBB3F5F9A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C9F3-405F-B4C7-A9FBB3F5F9A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C9F3-405F-B4C7-A9FBB3F5F9A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C9F3-405F-B4C7-A9FBB3F5F9A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EB48-4A19-800D-9E7EF6762C5F}"/>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EB48-4A19-800D-9E7EF6762C5F}"/>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EB48-4A19-800D-9E7EF6762C5F}"/>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EB48-4A19-800D-9E7EF6762C5F}"/>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EB48-4A19-800D-9E7EF6762C5F}"/>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Percentage</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DDC-476B-814B-BF4D55ECBEE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DDC-476B-814B-BF4D55ECBEE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DDC-476B-814B-BF4D55ECBEE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DDC-476B-814B-BF4D55ECBEE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DDC-476B-814B-BF4D55ECBEE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7C0-4A81-A2CF-B6CC0BFD834D}"/>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7C0-4A81-A2CF-B6CC0BFD834D}"/>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7C0-4A81-A2CF-B6CC0BFD834D}"/>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7C0-4A81-A2CF-B6CC0BFD834D}"/>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7C0-4A81-A2CF-B6CC0BFD834D}"/>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A6F4-4F4F-8459-16907C873715}"/>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A6F4-4F4F-8459-16907C873715}"/>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A6F4-4F4F-8459-16907C873715}"/>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A6F4-4F4F-8459-16907C873715}"/>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A6F4-4F4F-8459-16907C873715}"/>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FE28-4734-A202-4EAFA4492B66}"/>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FE28-4734-A202-4EAFA4492B66}"/>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FE28-4734-A202-4EAFA4492B66}"/>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FE28-4734-A202-4EAFA4492B66}"/>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FE28-4734-A202-4EAFA4492B66}"/>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solidFill>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1101-4054-94B6-50410AC4C737}"/>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1101-4054-94B6-50410AC4C737}"/>
              </c:ext>
            </c:extLst>
          </c:dPt>
          <c:dPt>
            <c:idx val="2"/>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1101-4054-94B6-50410AC4C737}"/>
              </c:ext>
            </c:extLst>
          </c:dPt>
          <c:dPt>
            <c:idx val="3"/>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1101-4054-94B6-50410AC4C737}"/>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1101-4054-94B6-50410AC4C737}"/>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C9F3-405F-B4C7-A9FBB3F5F9A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C9F3-405F-B4C7-A9FBB3F5F9A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C9F3-405F-B4C7-A9FBB3F5F9A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C9F3-405F-B4C7-A9FBB3F5F9A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C9F3-405F-B4C7-A9FBB3F5F9A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Percentage</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DDC-476B-814B-BF4D55ECBEE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DDC-476B-814B-BF4D55ECBEE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DDC-476B-814B-BF4D55ECBEE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DDC-476B-814B-BF4D55ECBEE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DDC-476B-814B-BF4D55ECBEE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7C0-4A81-A2CF-B6CC0BFD834D}"/>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7C0-4A81-A2CF-B6CC0BFD834D}"/>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7C0-4A81-A2CF-B6CC0BFD834D}"/>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7C0-4A81-A2CF-B6CC0BFD834D}"/>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7C0-4A81-A2CF-B6CC0BFD834D}"/>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A6F4-4F4F-8459-16907C873715}"/>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A6F4-4F4F-8459-16907C873715}"/>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A6F4-4F4F-8459-16907C873715}"/>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A6F4-4F4F-8459-16907C873715}"/>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A6F4-4F4F-8459-16907C873715}"/>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solidFill>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1101-4054-94B6-50410AC4C737}"/>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1101-4054-94B6-50410AC4C737}"/>
              </c:ext>
            </c:extLst>
          </c:dPt>
          <c:dPt>
            <c:idx val="2"/>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1101-4054-94B6-50410AC4C737}"/>
              </c:ext>
            </c:extLst>
          </c:dPt>
          <c:dPt>
            <c:idx val="3"/>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1101-4054-94B6-50410AC4C737}"/>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1101-4054-94B6-50410AC4C737}"/>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C9F3-405F-B4C7-A9FBB3F5F9A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C9F3-405F-B4C7-A9FBB3F5F9A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C9F3-405F-B4C7-A9FBB3F5F9A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C9F3-405F-B4C7-A9FBB3F5F9A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C9F3-405F-B4C7-A9FBB3F5F9A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EB48-4A19-800D-9E7EF6762C5F}"/>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EB48-4A19-800D-9E7EF6762C5F}"/>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EB48-4A19-800D-9E7EF6762C5F}"/>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EB48-4A19-800D-9E7EF6762C5F}"/>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EB48-4A19-800D-9E7EF6762C5F}"/>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Percentage</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DDC-476B-814B-BF4D55ECBEE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DDC-476B-814B-BF4D55ECBEE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DDC-476B-814B-BF4D55ECBEE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DDC-476B-814B-BF4D55ECBEE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DDC-476B-814B-BF4D55ECBEE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7C0-4A81-A2CF-B6CC0BFD834D}"/>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7C0-4A81-A2CF-B6CC0BFD834D}"/>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7C0-4A81-A2CF-B6CC0BFD834D}"/>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7C0-4A81-A2CF-B6CC0BFD834D}"/>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7C0-4A81-A2CF-B6CC0BFD834D}"/>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A6F4-4F4F-8459-16907C873715}"/>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A6F4-4F4F-8459-16907C873715}"/>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A6F4-4F4F-8459-16907C873715}"/>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A6F4-4F4F-8459-16907C873715}"/>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A6F4-4F4F-8459-16907C873715}"/>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FE28-4734-A202-4EAFA4492B66}"/>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FE28-4734-A202-4EAFA4492B66}"/>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FE28-4734-A202-4EAFA4492B66}"/>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FE28-4734-A202-4EAFA4492B66}"/>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FE28-4734-A202-4EAFA4492B66}"/>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solidFill>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1101-4054-94B6-50410AC4C737}"/>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1101-4054-94B6-50410AC4C737}"/>
              </c:ext>
            </c:extLst>
          </c:dPt>
          <c:dPt>
            <c:idx val="2"/>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1101-4054-94B6-50410AC4C737}"/>
              </c:ext>
            </c:extLst>
          </c:dPt>
          <c:dPt>
            <c:idx val="3"/>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1101-4054-94B6-50410AC4C737}"/>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1101-4054-94B6-50410AC4C737}"/>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C9F3-405F-B4C7-A9FBB3F5F9A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C9F3-405F-B4C7-A9FBB3F5F9A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C9F3-405F-B4C7-A9FBB3F5F9A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C9F3-405F-B4C7-A9FBB3F5F9A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C9F3-405F-B4C7-A9FBB3F5F9A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Percentage</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DDC-476B-814B-BF4D55ECBEE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DDC-476B-814B-BF4D55ECBEE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DDC-476B-814B-BF4D55ECBEE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DDC-476B-814B-BF4D55ECBEE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DDC-476B-814B-BF4D55ECBEE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7C0-4A81-A2CF-B6CC0BFD834D}"/>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7C0-4A81-A2CF-B6CC0BFD834D}"/>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7C0-4A81-A2CF-B6CC0BFD834D}"/>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7C0-4A81-A2CF-B6CC0BFD834D}"/>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7C0-4A81-A2CF-B6CC0BFD834D}"/>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A6F4-4F4F-8459-16907C873715}"/>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A6F4-4F4F-8459-16907C873715}"/>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A6F4-4F4F-8459-16907C873715}"/>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A6F4-4F4F-8459-16907C873715}"/>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A6F4-4F4F-8459-16907C873715}"/>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solidFill>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1101-4054-94B6-50410AC4C737}"/>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1101-4054-94B6-50410AC4C737}"/>
              </c:ext>
            </c:extLst>
          </c:dPt>
          <c:dPt>
            <c:idx val="2"/>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1101-4054-94B6-50410AC4C737}"/>
              </c:ext>
            </c:extLst>
          </c:dPt>
          <c:dPt>
            <c:idx val="3"/>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1101-4054-94B6-50410AC4C737}"/>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1101-4054-94B6-50410AC4C737}"/>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C9F3-405F-B4C7-A9FBB3F5F9A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C9F3-405F-B4C7-A9FBB3F5F9A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C9F3-405F-B4C7-A9FBB3F5F9A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C9F3-405F-B4C7-A9FBB3F5F9A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C9F3-405F-B4C7-A9FBB3F5F9A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EB48-4A19-800D-9E7EF6762C5F}"/>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EB48-4A19-800D-9E7EF6762C5F}"/>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EB48-4A19-800D-9E7EF6762C5F}"/>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EB48-4A19-800D-9E7EF6762C5F}"/>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EB48-4A19-800D-9E7EF6762C5F}"/>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Percentage</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DDC-476B-814B-BF4D55ECBEE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DDC-476B-814B-BF4D55ECBEE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DDC-476B-814B-BF4D55ECBEE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DDC-476B-814B-BF4D55ECBEE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DDC-476B-814B-BF4D55ECBEE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7C0-4A81-A2CF-B6CC0BFD834D}"/>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7C0-4A81-A2CF-B6CC0BFD834D}"/>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7C0-4A81-A2CF-B6CC0BFD834D}"/>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7C0-4A81-A2CF-B6CC0BFD834D}"/>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7C0-4A81-A2CF-B6CC0BFD834D}"/>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A6F4-4F4F-8459-16907C873715}"/>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A6F4-4F4F-8459-16907C873715}"/>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A6F4-4F4F-8459-16907C873715}"/>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A6F4-4F4F-8459-16907C873715}"/>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A6F4-4F4F-8459-16907C873715}"/>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FE28-4734-A202-4EAFA4492B66}"/>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FE28-4734-A202-4EAFA4492B66}"/>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FE28-4734-A202-4EAFA4492B66}"/>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FE28-4734-A202-4EAFA4492B66}"/>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FE28-4734-A202-4EAFA4492B66}"/>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solidFill>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1101-4054-94B6-50410AC4C737}"/>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1101-4054-94B6-50410AC4C737}"/>
              </c:ext>
            </c:extLst>
          </c:dPt>
          <c:dPt>
            <c:idx val="2"/>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1101-4054-94B6-50410AC4C737}"/>
              </c:ext>
            </c:extLst>
          </c:dPt>
          <c:dPt>
            <c:idx val="3"/>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1101-4054-94B6-50410AC4C737}"/>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1101-4054-94B6-50410AC4C737}"/>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C9F3-405F-B4C7-A9FBB3F5F9A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C9F3-405F-B4C7-A9FBB3F5F9A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C9F3-405F-B4C7-A9FBB3F5F9A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C9F3-405F-B4C7-A9FBB3F5F9A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C9F3-405F-B4C7-A9FBB3F5F9A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Percentage</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DDC-476B-814B-BF4D55ECBEE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DDC-476B-814B-BF4D55ECBEE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DDC-476B-814B-BF4D55ECBEE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DDC-476B-814B-BF4D55ECBEE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DDC-476B-814B-BF4D55ECBEE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7C0-4A81-A2CF-B6CC0BFD834D}"/>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7C0-4A81-A2CF-B6CC0BFD834D}"/>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7C0-4A81-A2CF-B6CC0BFD834D}"/>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7C0-4A81-A2CF-B6CC0BFD834D}"/>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7C0-4A81-A2CF-B6CC0BFD834D}"/>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A6F4-4F4F-8459-16907C873715}"/>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A6F4-4F4F-8459-16907C873715}"/>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A6F4-4F4F-8459-16907C873715}"/>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A6F4-4F4F-8459-16907C873715}"/>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A6F4-4F4F-8459-16907C873715}"/>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solidFill>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1101-4054-94B6-50410AC4C737}"/>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1101-4054-94B6-50410AC4C737}"/>
              </c:ext>
            </c:extLst>
          </c:dPt>
          <c:dPt>
            <c:idx val="2"/>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1101-4054-94B6-50410AC4C737}"/>
              </c:ext>
            </c:extLst>
          </c:dPt>
          <c:dPt>
            <c:idx val="3"/>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1101-4054-94B6-50410AC4C737}"/>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1101-4054-94B6-50410AC4C737}"/>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C9F3-405F-B4C7-A9FBB3F5F9A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C9F3-405F-B4C7-A9FBB3F5F9A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C9F3-405F-B4C7-A9FBB3F5F9A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C9F3-405F-B4C7-A9FBB3F5F9A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C9F3-405F-B4C7-A9FBB3F5F9A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EB48-4A19-800D-9E7EF6762C5F}"/>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EB48-4A19-800D-9E7EF6762C5F}"/>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EB48-4A19-800D-9E7EF6762C5F}"/>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EB48-4A19-800D-9E7EF6762C5F}"/>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EB48-4A19-800D-9E7EF6762C5F}"/>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Percentage</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DDC-476B-814B-BF4D55ECBEE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DDC-476B-814B-BF4D55ECBEE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DDC-476B-814B-BF4D55ECBEE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DDC-476B-814B-BF4D55ECBEE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DDC-476B-814B-BF4D55ECBEE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7C0-4A81-A2CF-B6CC0BFD834D}"/>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7C0-4A81-A2CF-B6CC0BFD834D}"/>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7C0-4A81-A2CF-B6CC0BFD834D}"/>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7C0-4A81-A2CF-B6CC0BFD834D}"/>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7C0-4A81-A2CF-B6CC0BFD834D}"/>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A6F4-4F4F-8459-16907C873715}"/>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A6F4-4F4F-8459-16907C873715}"/>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A6F4-4F4F-8459-16907C873715}"/>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A6F4-4F4F-8459-16907C873715}"/>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A6F4-4F4F-8459-16907C873715}"/>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FE28-4734-A202-4EAFA4492B66}"/>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FE28-4734-A202-4EAFA4492B66}"/>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FE28-4734-A202-4EAFA4492B66}"/>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FE28-4734-A202-4EAFA4492B66}"/>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FE28-4734-A202-4EAFA4492B66}"/>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solidFill>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1101-4054-94B6-50410AC4C737}"/>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1101-4054-94B6-50410AC4C737}"/>
              </c:ext>
            </c:extLst>
          </c:dPt>
          <c:dPt>
            <c:idx val="2"/>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1101-4054-94B6-50410AC4C737}"/>
              </c:ext>
            </c:extLst>
          </c:dPt>
          <c:dPt>
            <c:idx val="3"/>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1101-4054-94B6-50410AC4C737}"/>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1101-4054-94B6-50410AC4C737}"/>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C9F3-405F-B4C7-A9FBB3F5F9A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C9F3-405F-B4C7-A9FBB3F5F9A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C9F3-405F-B4C7-A9FBB3F5F9A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C9F3-405F-B4C7-A9FBB3F5F9A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C9F3-405F-B4C7-A9FBB3F5F9A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Percentage</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DDC-476B-814B-BF4D55ECBEE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DDC-476B-814B-BF4D55ECBEE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DDC-476B-814B-BF4D55ECBEE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DDC-476B-814B-BF4D55ECBEE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DDC-476B-814B-BF4D55ECBEE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7C0-4A81-A2CF-B6CC0BFD834D}"/>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7C0-4A81-A2CF-B6CC0BFD834D}"/>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7C0-4A81-A2CF-B6CC0BFD834D}"/>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7C0-4A81-A2CF-B6CC0BFD834D}"/>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7C0-4A81-A2CF-B6CC0BFD834D}"/>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A6F4-4F4F-8459-16907C873715}"/>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A6F4-4F4F-8459-16907C873715}"/>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A6F4-4F4F-8459-16907C873715}"/>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A6F4-4F4F-8459-16907C873715}"/>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A6F4-4F4F-8459-16907C873715}"/>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1F9A39-FAF5-43B9-B114-56BA46A44345}" type="datetimeFigureOut">
              <a:rPr lang="en-IN" smtClean="0"/>
              <a:t>18-12-2024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7E20CB-6B28-4432-A61D-4F0121FDAB71}" type="slidenum">
              <a:rPr lang="en-IN" smtClean="0"/>
              <a:t>‹#›</a:t>
            </a:fld>
            <a:endParaRPr lang="en-IN"/>
          </a:p>
        </p:txBody>
      </p:sp>
    </p:spTree>
    <p:extLst>
      <p:ext uri="{BB962C8B-B14F-4D97-AF65-F5344CB8AC3E}">
        <p14:creationId xmlns:p14="http://schemas.microsoft.com/office/powerpoint/2010/main" val="301621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B7E20CB-6B28-4432-A61D-4F0121FDAB71}" type="slidenum">
              <a:rPr lang="en-IN" smtClean="0"/>
              <a:t>1</a:t>
            </a:fld>
            <a:endParaRPr lang="en-IN"/>
          </a:p>
        </p:txBody>
      </p:sp>
    </p:spTree>
    <p:extLst>
      <p:ext uri="{BB962C8B-B14F-4D97-AF65-F5344CB8AC3E}">
        <p14:creationId xmlns:p14="http://schemas.microsoft.com/office/powerpoint/2010/main" val="7753381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Ans -Generating a large number of ideas or solutions in a collaborative group setting</a:t>
            </a:r>
          </a:p>
        </p:txBody>
      </p:sp>
      <p:sp>
        <p:nvSpPr>
          <p:cNvPr id="4" name="Slide Number Placeholder 3"/>
          <p:cNvSpPr>
            <a:spLocks noGrp="1"/>
          </p:cNvSpPr>
          <p:nvPr>
            <p:ph type="sldNum" sz="quarter" idx="5"/>
          </p:nvPr>
        </p:nvSpPr>
        <p:spPr/>
        <p:txBody>
          <a:bodyPr/>
          <a:lstStyle/>
          <a:p>
            <a:fld id="{D54B0040-B7D5-C84D-AB32-C2D96558DA69}" type="slidenum">
              <a:rPr lang="en-US" smtClean="0"/>
              <a:t>3</a:t>
            </a:fld>
            <a:endParaRPr lang="en-US"/>
          </a:p>
        </p:txBody>
      </p:sp>
    </p:spTree>
    <p:extLst>
      <p:ext uri="{BB962C8B-B14F-4D97-AF65-F5344CB8AC3E}">
        <p14:creationId xmlns:p14="http://schemas.microsoft.com/office/powerpoint/2010/main" val="30120408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Ans -Creating new or improved products or services to meet customer needs or market demands</a:t>
            </a:r>
          </a:p>
        </p:txBody>
      </p:sp>
      <p:sp>
        <p:nvSpPr>
          <p:cNvPr id="4" name="Slide Number Placeholder 3"/>
          <p:cNvSpPr>
            <a:spLocks noGrp="1"/>
          </p:cNvSpPr>
          <p:nvPr>
            <p:ph type="sldNum" sz="quarter" idx="5"/>
          </p:nvPr>
        </p:nvSpPr>
        <p:spPr/>
        <p:txBody>
          <a:bodyPr/>
          <a:lstStyle/>
          <a:p>
            <a:fld id="{D54B0040-B7D5-C84D-AB32-C2D96558DA69}" type="slidenum">
              <a:rPr lang="en-US" smtClean="0"/>
              <a:t>4</a:t>
            </a:fld>
            <a:endParaRPr lang="en-US"/>
          </a:p>
        </p:txBody>
      </p:sp>
    </p:spTree>
    <p:extLst>
      <p:ext uri="{BB962C8B-B14F-4D97-AF65-F5344CB8AC3E}">
        <p14:creationId xmlns:p14="http://schemas.microsoft.com/office/powerpoint/2010/main" val="38283534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Ans -Brainstorming</a:t>
            </a:r>
          </a:p>
        </p:txBody>
      </p:sp>
      <p:sp>
        <p:nvSpPr>
          <p:cNvPr id="4" name="Slide Number Placeholder 3"/>
          <p:cNvSpPr>
            <a:spLocks noGrp="1"/>
          </p:cNvSpPr>
          <p:nvPr>
            <p:ph type="sldNum" sz="quarter" idx="5"/>
          </p:nvPr>
        </p:nvSpPr>
        <p:spPr/>
        <p:txBody>
          <a:bodyPr/>
          <a:lstStyle/>
          <a:p>
            <a:fld id="{D54B0040-B7D5-C84D-AB32-C2D96558DA69}" type="slidenum">
              <a:rPr lang="en-US" smtClean="0"/>
              <a:t>5</a:t>
            </a:fld>
            <a:endParaRPr lang="en-US"/>
          </a:p>
        </p:txBody>
      </p:sp>
    </p:spTree>
    <p:extLst>
      <p:ext uri="{BB962C8B-B14F-4D97-AF65-F5344CB8AC3E}">
        <p14:creationId xmlns:p14="http://schemas.microsoft.com/office/powerpoint/2010/main" val="15288099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2B7E20CB-6B28-4432-A61D-4F0121FDAB71}" type="slidenum">
              <a:rPr lang="en-IN" smtClean="0"/>
              <a:t>6</a:t>
            </a:fld>
            <a:endParaRPr lang="en-IN"/>
          </a:p>
        </p:txBody>
      </p:sp>
    </p:spTree>
    <p:extLst>
      <p:ext uri="{BB962C8B-B14F-4D97-AF65-F5344CB8AC3E}">
        <p14:creationId xmlns:p14="http://schemas.microsoft.com/office/powerpoint/2010/main" val="33814762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0D632C6-5D00-4CD9-87E5-F6591B624C4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432209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0D632C6-5D00-4CD9-87E5-F6591B624C4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432209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B7E20CB-6B28-4432-A61D-4F0121FDAB71}" type="slidenum">
              <a:rPr lang="en-IN" smtClean="0"/>
              <a:t>11</a:t>
            </a:fld>
            <a:endParaRPr lang="en-IN"/>
          </a:p>
        </p:txBody>
      </p:sp>
    </p:spTree>
    <p:extLst>
      <p:ext uri="{BB962C8B-B14F-4D97-AF65-F5344CB8AC3E}">
        <p14:creationId xmlns:p14="http://schemas.microsoft.com/office/powerpoint/2010/main" val="33224381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B7E20CB-6B28-4432-A61D-4F0121FDAB71}" type="slidenum">
              <a:rPr lang="en-IN" smtClean="0"/>
              <a:t>14</a:t>
            </a:fld>
            <a:endParaRPr lang="en-IN"/>
          </a:p>
        </p:txBody>
      </p:sp>
    </p:spTree>
    <p:extLst>
      <p:ext uri="{BB962C8B-B14F-4D97-AF65-F5344CB8AC3E}">
        <p14:creationId xmlns:p14="http://schemas.microsoft.com/office/powerpoint/2010/main" val="17044440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2B7E20CB-6B28-4432-A61D-4F0121FDAB71}" type="slidenum">
              <a:rPr lang="en-IN" smtClean="0"/>
              <a:t>31</a:t>
            </a:fld>
            <a:endParaRPr lang="en-IN"/>
          </a:p>
        </p:txBody>
      </p:sp>
    </p:spTree>
    <p:extLst>
      <p:ext uri="{BB962C8B-B14F-4D97-AF65-F5344CB8AC3E}">
        <p14:creationId xmlns:p14="http://schemas.microsoft.com/office/powerpoint/2010/main" val="33814762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7E20CB-6B28-4432-A61D-4F0121FDAB71}"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814762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8" Type="http://schemas.openxmlformats.org/officeDocument/2006/relationships/chart" Target="../charts/chart7.xml"/><Relationship Id="rId3" Type="http://schemas.openxmlformats.org/officeDocument/2006/relationships/chart" Target="../charts/chart2.xml"/><Relationship Id="rId7" Type="http://schemas.openxmlformats.org/officeDocument/2006/relationships/chart" Target="../charts/chart6.xml"/><Relationship Id="rId2" Type="http://schemas.openxmlformats.org/officeDocument/2006/relationships/chart" Target="../charts/chart1.xml"/><Relationship Id="rId1" Type="http://schemas.openxmlformats.org/officeDocument/2006/relationships/slideMaster" Target="../slideMasters/slideMaster1.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Layouts/_rels/slideLayout20.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Master" Target="../slideMasters/slideMaster1.xml"/><Relationship Id="rId6" Type="http://schemas.openxmlformats.org/officeDocument/2006/relationships/chart" Target="../charts/chart12.xml"/><Relationship Id="rId5" Type="http://schemas.openxmlformats.org/officeDocument/2006/relationships/chart" Target="../charts/chart11.xml"/><Relationship Id="rId4" Type="http://schemas.openxmlformats.org/officeDocument/2006/relationships/chart" Target="../charts/chart1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8" Type="http://schemas.openxmlformats.org/officeDocument/2006/relationships/hyperlink" Target="https://www.instagram.com/wadhwanifoundation/" TargetMode="External"/><Relationship Id="rId13" Type="http://schemas.openxmlformats.org/officeDocument/2006/relationships/image" Target="../media/image15.svg"/><Relationship Id="rId18"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1.svg"/><Relationship Id="rId12" Type="http://schemas.openxmlformats.org/officeDocument/2006/relationships/image" Target="../media/image14.png"/><Relationship Id="rId17" Type="http://schemas.openxmlformats.org/officeDocument/2006/relationships/hyperlink" Target="http://wadhwanifoundation.org/" TargetMode="External"/><Relationship Id="rId2" Type="http://schemas.openxmlformats.org/officeDocument/2006/relationships/hyperlink" Target="https://www.facebook.com/wadhwanifoundation" TargetMode="External"/><Relationship Id="rId16" Type="http://schemas.openxmlformats.org/officeDocument/2006/relationships/image" Target="../media/image17.svg"/><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hyperlink" Target="https://www.linkedin.com/company/wadhwanifoundation/" TargetMode="External"/><Relationship Id="rId5" Type="http://schemas.openxmlformats.org/officeDocument/2006/relationships/hyperlink" Target="https://www.youtube.com/user/wadhwanif" TargetMode="External"/><Relationship Id="rId15" Type="http://schemas.openxmlformats.org/officeDocument/2006/relationships/image" Target="../media/image16.png"/><Relationship Id="rId10" Type="http://schemas.openxmlformats.org/officeDocument/2006/relationships/image" Target="../media/image13.svg"/><Relationship Id="rId19" Type="http://schemas.openxmlformats.org/officeDocument/2006/relationships/image" Target="../media/image19.svg"/><Relationship Id="rId4" Type="http://schemas.openxmlformats.org/officeDocument/2006/relationships/image" Target="../media/image9.svg"/><Relationship Id="rId9" Type="http://schemas.openxmlformats.org/officeDocument/2006/relationships/image" Target="../media/image12.png"/><Relationship Id="rId14" Type="http://schemas.openxmlformats.org/officeDocument/2006/relationships/hyperlink" Target="https://twitter.com/WadhwaniF" TargetMode="External"/></Relationships>
</file>

<file path=ppt/slideLayouts/_rels/slideLayout54.xml.rels><?xml version="1.0" encoding="UTF-8" standalone="yes"?>
<Relationships xmlns="http://schemas.openxmlformats.org/package/2006/relationships"><Relationship Id="rId8" Type="http://schemas.openxmlformats.org/officeDocument/2006/relationships/hyperlink" Target="https://www.instagram.com/wadhwanifoundation/" TargetMode="External"/><Relationship Id="rId13" Type="http://schemas.openxmlformats.org/officeDocument/2006/relationships/image" Target="../media/image15.svg"/><Relationship Id="rId18"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1.svg"/><Relationship Id="rId12" Type="http://schemas.openxmlformats.org/officeDocument/2006/relationships/image" Target="../media/image14.png"/><Relationship Id="rId17" Type="http://schemas.openxmlformats.org/officeDocument/2006/relationships/hyperlink" Target="http://wadhwanifoundation.org/" TargetMode="External"/><Relationship Id="rId2" Type="http://schemas.openxmlformats.org/officeDocument/2006/relationships/hyperlink" Target="https://www.facebook.com/wadhwanifoundation" TargetMode="External"/><Relationship Id="rId16" Type="http://schemas.openxmlformats.org/officeDocument/2006/relationships/image" Target="../media/image17.svg"/><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hyperlink" Target="https://www.linkedin.com/company/wadhwanifoundation/" TargetMode="External"/><Relationship Id="rId5" Type="http://schemas.openxmlformats.org/officeDocument/2006/relationships/hyperlink" Target="https://www.youtube.com/user/wadhwanif" TargetMode="External"/><Relationship Id="rId15" Type="http://schemas.openxmlformats.org/officeDocument/2006/relationships/image" Target="../media/image16.png"/><Relationship Id="rId10" Type="http://schemas.openxmlformats.org/officeDocument/2006/relationships/image" Target="../media/image13.svg"/><Relationship Id="rId19" Type="http://schemas.openxmlformats.org/officeDocument/2006/relationships/image" Target="../media/image19.svg"/><Relationship Id="rId4" Type="http://schemas.openxmlformats.org/officeDocument/2006/relationships/image" Target="../media/image9.svg"/><Relationship Id="rId9" Type="http://schemas.openxmlformats.org/officeDocument/2006/relationships/image" Target="../media/image12.png"/><Relationship Id="rId14" Type="http://schemas.openxmlformats.org/officeDocument/2006/relationships/hyperlink" Target="https://twitter.com/WadhwaniF" TargetMode="Externa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8" Type="http://schemas.openxmlformats.org/officeDocument/2006/relationships/chart" Target="../charts/chart19.xml"/><Relationship Id="rId3" Type="http://schemas.openxmlformats.org/officeDocument/2006/relationships/chart" Target="../charts/chart14.xml"/><Relationship Id="rId7" Type="http://schemas.openxmlformats.org/officeDocument/2006/relationships/chart" Target="../charts/chart18.xml"/><Relationship Id="rId2" Type="http://schemas.openxmlformats.org/officeDocument/2006/relationships/chart" Target="../charts/chart13.xml"/><Relationship Id="rId1" Type="http://schemas.openxmlformats.org/officeDocument/2006/relationships/slideMaster" Target="../slideMasters/slideMaster2.xml"/><Relationship Id="rId6" Type="http://schemas.openxmlformats.org/officeDocument/2006/relationships/chart" Target="../charts/chart17.xml"/><Relationship Id="rId5" Type="http://schemas.openxmlformats.org/officeDocument/2006/relationships/chart" Target="../charts/chart16.xml"/><Relationship Id="rId4" Type="http://schemas.openxmlformats.org/officeDocument/2006/relationships/chart" Target="../charts/chart15.xml"/></Relationships>
</file>

<file path=ppt/slideLayouts/_rels/slideLayout78.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chart" Target="../charts/chart20.xml"/><Relationship Id="rId1" Type="http://schemas.openxmlformats.org/officeDocument/2006/relationships/slideMaster" Target="../slideMasters/slideMaster2.xml"/><Relationship Id="rId6" Type="http://schemas.openxmlformats.org/officeDocument/2006/relationships/chart" Target="../charts/chart24.xml"/><Relationship Id="rId5" Type="http://schemas.openxmlformats.org/officeDocument/2006/relationships/chart" Target="../charts/chart23.xml"/><Relationship Id="rId4" Type="http://schemas.openxmlformats.org/officeDocument/2006/relationships/chart" Target="../charts/chart2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8" Type="http://schemas.openxmlformats.org/officeDocument/2006/relationships/hyperlink" Target="https://www.instagram.com/wadhwanifoundation/" TargetMode="External"/><Relationship Id="rId13" Type="http://schemas.openxmlformats.org/officeDocument/2006/relationships/image" Target="../media/image15.svg"/><Relationship Id="rId18"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1.svg"/><Relationship Id="rId12" Type="http://schemas.openxmlformats.org/officeDocument/2006/relationships/image" Target="../media/image14.png"/><Relationship Id="rId17" Type="http://schemas.openxmlformats.org/officeDocument/2006/relationships/hyperlink" Target="http://wadhwanifoundation.org/" TargetMode="External"/><Relationship Id="rId2" Type="http://schemas.openxmlformats.org/officeDocument/2006/relationships/hyperlink" Target="https://www.facebook.com/wadhwanifoundation" TargetMode="External"/><Relationship Id="rId16" Type="http://schemas.openxmlformats.org/officeDocument/2006/relationships/image" Target="../media/image17.svg"/><Relationship Id="rId1" Type="http://schemas.openxmlformats.org/officeDocument/2006/relationships/slideMaster" Target="../slideMasters/slideMaster2.xml"/><Relationship Id="rId6" Type="http://schemas.openxmlformats.org/officeDocument/2006/relationships/image" Target="../media/image10.png"/><Relationship Id="rId11" Type="http://schemas.openxmlformats.org/officeDocument/2006/relationships/hyperlink" Target="https://www.linkedin.com/company/wadhwanifoundation/" TargetMode="External"/><Relationship Id="rId5" Type="http://schemas.openxmlformats.org/officeDocument/2006/relationships/hyperlink" Target="https://www.youtube.com/user/wadhwanif" TargetMode="External"/><Relationship Id="rId15" Type="http://schemas.openxmlformats.org/officeDocument/2006/relationships/image" Target="../media/image16.png"/><Relationship Id="rId10" Type="http://schemas.openxmlformats.org/officeDocument/2006/relationships/image" Target="../media/image13.svg"/><Relationship Id="rId19" Type="http://schemas.openxmlformats.org/officeDocument/2006/relationships/image" Target="../media/image19.svg"/><Relationship Id="rId4" Type="http://schemas.openxmlformats.org/officeDocument/2006/relationships/image" Target="../media/image9.svg"/><Relationship Id="rId9" Type="http://schemas.openxmlformats.org/officeDocument/2006/relationships/image" Target="../media/image12.png"/><Relationship Id="rId14" Type="http://schemas.openxmlformats.org/officeDocument/2006/relationships/hyperlink" Target="https://twitter.com/WadhwaniF" TargetMode="External"/></Relationships>
</file>

<file path=ppt/slideLayouts/_rels/slideLayout110.xml.rels><?xml version="1.0" encoding="UTF-8" standalone="yes"?>
<Relationships xmlns="http://schemas.openxmlformats.org/package/2006/relationships"><Relationship Id="rId8" Type="http://schemas.openxmlformats.org/officeDocument/2006/relationships/hyperlink" Target="https://www.instagram.com/wadhwanifoundation/" TargetMode="External"/><Relationship Id="rId13" Type="http://schemas.openxmlformats.org/officeDocument/2006/relationships/image" Target="../media/image15.svg"/><Relationship Id="rId18"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1.svg"/><Relationship Id="rId12" Type="http://schemas.openxmlformats.org/officeDocument/2006/relationships/image" Target="../media/image14.png"/><Relationship Id="rId17" Type="http://schemas.openxmlformats.org/officeDocument/2006/relationships/hyperlink" Target="http://wadhwanifoundation.org/" TargetMode="External"/><Relationship Id="rId2" Type="http://schemas.openxmlformats.org/officeDocument/2006/relationships/hyperlink" Target="https://www.facebook.com/wadhwanifoundation" TargetMode="External"/><Relationship Id="rId16" Type="http://schemas.openxmlformats.org/officeDocument/2006/relationships/image" Target="../media/image17.svg"/><Relationship Id="rId1" Type="http://schemas.openxmlformats.org/officeDocument/2006/relationships/slideMaster" Target="../slideMasters/slideMaster2.xml"/><Relationship Id="rId6" Type="http://schemas.openxmlformats.org/officeDocument/2006/relationships/image" Target="../media/image10.png"/><Relationship Id="rId11" Type="http://schemas.openxmlformats.org/officeDocument/2006/relationships/hyperlink" Target="https://www.linkedin.com/company/wadhwanifoundation/" TargetMode="External"/><Relationship Id="rId5" Type="http://schemas.openxmlformats.org/officeDocument/2006/relationships/hyperlink" Target="https://www.youtube.com/user/wadhwanif" TargetMode="External"/><Relationship Id="rId15" Type="http://schemas.openxmlformats.org/officeDocument/2006/relationships/image" Target="../media/image16.png"/><Relationship Id="rId10" Type="http://schemas.openxmlformats.org/officeDocument/2006/relationships/image" Target="../media/image13.svg"/><Relationship Id="rId19" Type="http://schemas.openxmlformats.org/officeDocument/2006/relationships/image" Target="../media/image19.svg"/><Relationship Id="rId4" Type="http://schemas.openxmlformats.org/officeDocument/2006/relationships/image" Target="../media/image9.svg"/><Relationship Id="rId9" Type="http://schemas.openxmlformats.org/officeDocument/2006/relationships/image" Target="../media/image12.png"/><Relationship Id="rId14" Type="http://schemas.openxmlformats.org/officeDocument/2006/relationships/hyperlink" Target="https://twitter.com/WadhwaniF" TargetMode="Externa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8" Type="http://schemas.openxmlformats.org/officeDocument/2006/relationships/chart" Target="../charts/chart31.xml"/><Relationship Id="rId3" Type="http://schemas.openxmlformats.org/officeDocument/2006/relationships/chart" Target="../charts/chart26.xml"/><Relationship Id="rId7" Type="http://schemas.openxmlformats.org/officeDocument/2006/relationships/chart" Target="../charts/chart30.xml"/><Relationship Id="rId2" Type="http://schemas.openxmlformats.org/officeDocument/2006/relationships/chart" Target="../charts/chart25.xml"/><Relationship Id="rId1" Type="http://schemas.openxmlformats.org/officeDocument/2006/relationships/slideMaster" Target="../slideMasters/slideMaster3.xml"/><Relationship Id="rId6" Type="http://schemas.openxmlformats.org/officeDocument/2006/relationships/chart" Target="../charts/chart29.xml"/><Relationship Id="rId5" Type="http://schemas.openxmlformats.org/officeDocument/2006/relationships/chart" Target="../charts/chart28.xml"/><Relationship Id="rId4" Type="http://schemas.openxmlformats.org/officeDocument/2006/relationships/chart" Target="../charts/chart27.xml"/></Relationships>
</file>

<file path=ppt/slideLayouts/_rels/slideLayout132.xml.rels><?xml version="1.0" encoding="UTF-8" standalone="yes"?>
<Relationships xmlns="http://schemas.openxmlformats.org/package/2006/relationships"><Relationship Id="rId3" Type="http://schemas.openxmlformats.org/officeDocument/2006/relationships/chart" Target="../charts/chart33.xml"/><Relationship Id="rId2" Type="http://schemas.openxmlformats.org/officeDocument/2006/relationships/chart" Target="../charts/chart32.xml"/><Relationship Id="rId1" Type="http://schemas.openxmlformats.org/officeDocument/2006/relationships/slideMaster" Target="../slideMasters/slideMaster3.xml"/><Relationship Id="rId6" Type="http://schemas.openxmlformats.org/officeDocument/2006/relationships/chart" Target="../charts/chart36.xml"/><Relationship Id="rId5" Type="http://schemas.openxmlformats.org/officeDocument/2006/relationships/chart" Target="../charts/chart35.xml"/><Relationship Id="rId4" Type="http://schemas.openxmlformats.org/officeDocument/2006/relationships/chart" Target="../charts/chart34.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8" Type="http://schemas.openxmlformats.org/officeDocument/2006/relationships/hyperlink" Target="https://www.instagram.com/wadhwanifoundation/" TargetMode="External"/><Relationship Id="rId13" Type="http://schemas.openxmlformats.org/officeDocument/2006/relationships/image" Target="../media/image15.svg"/><Relationship Id="rId18"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1.svg"/><Relationship Id="rId12" Type="http://schemas.openxmlformats.org/officeDocument/2006/relationships/image" Target="../media/image14.png"/><Relationship Id="rId17" Type="http://schemas.openxmlformats.org/officeDocument/2006/relationships/hyperlink" Target="http://wadhwanifoundation.org/" TargetMode="External"/><Relationship Id="rId2" Type="http://schemas.openxmlformats.org/officeDocument/2006/relationships/hyperlink" Target="https://www.facebook.com/wadhwanifoundation" TargetMode="External"/><Relationship Id="rId16" Type="http://schemas.openxmlformats.org/officeDocument/2006/relationships/image" Target="../media/image17.svg"/><Relationship Id="rId1" Type="http://schemas.openxmlformats.org/officeDocument/2006/relationships/slideMaster" Target="../slideMasters/slideMaster3.xml"/><Relationship Id="rId6" Type="http://schemas.openxmlformats.org/officeDocument/2006/relationships/image" Target="../media/image10.png"/><Relationship Id="rId11" Type="http://schemas.openxmlformats.org/officeDocument/2006/relationships/hyperlink" Target="https://www.linkedin.com/company/wadhwanifoundation/" TargetMode="External"/><Relationship Id="rId5" Type="http://schemas.openxmlformats.org/officeDocument/2006/relationships/hyperlink" Target="https://www.youtube.com/user/wadhwanif" TargetMode="External"/><Relationship Id="rId15" Type="http://schemas.openxmlformats.org/officeDocument/2006/relationships/image" Target="../media/image16.png"/><Relationship Id="rId10" Type="http://schemas.openxmlformats.org/officeDocument/2006/relationships/image" Target="../media/image13.svg"/><Relationship Id="rId19" Type="http://schemas.openxmlformats.org/officeDocument/2006/relationships/image" Target="../media/image19.svg"/><Relationship Id="rId4" Type="http://schemas.openxmlformats.org/officeDocument/2006/relationships/image" Target="../media/image9.svg"/><Relationship Id="rId9" Type="http://schemas.openxmlformats.org/officeDocument/2006/relationships/image" Target="../media/image12.png"/><Relationship Id="rId14" Type="http://schemas.openxmlformats.org/officeDocument/2006/relationships/hyperlink" Target="https://twitter.com/WadhwaniF" TargetMode="External"/></Relationships>
</file>

<file path=ppt/slideLayouts/_rels/slideLayout169.xml.rels><?xml version="1.0" encoding="UTF-8" standalone="yes"?>
<Relationships xmlns="http://schemas.openxmlformats.org/package/2006/relationships"><Relationship Id="rId8" Type="http://schemas.openxmlformats.org/officeDocument/2006/relationships/hyperlink" Target="https://www.instagram.com/wadhwanifoundation/" TargetMode="External"/><Relationship Id="rId13" Type="http://schemas.openxmlformats.org/officeDocument/2006/relationships/image" Target="../media/image15.svg"/><Relationship Id="rId18"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1.svg"/><Relationship Id="rId12" Type="http://schemas.openxmlformats.org/officeDocument/2006/relationships/image" Target="../media/image14.png"/><Relationship Id="rId17" Type="http://schemas.openxmlformats.org/officeDocument/2006/relationships/hyperlink" Target="http://wadhwanifoundation.org/" TargetMode="External"/><Relationship Id="rId2" Type="http://schemas.openxmlformats.org/officeDocument/2006/relationships/hyperlink" Target="https://www.facebook.com/wadhwanifoundation" TargetMode="External"/><Relationship Id="rId16" Type="http://schemas.openxmlformats.org/officeDocument/2006/relationships/image" Target="../media/image17.svg"/><Relationship Id="rId1" Type="http://schemas.openxmlformats.org/officeDocument/2006/relationships/slideMaster" Target="../slideMasters/slideMaster3.xml"/><Relationship Id="rId6" Type="http://schemas.openxmlformats.org/officeDocument/2006/relationships/image" Target="../media/image10.png"/><Relationship Id="rId11" Type="http://schemas.openxmlformats.org/officeDocument/2006/relationships/hyperlink" Target="https://www.linkedin.com/company/wadhwanifoundation/" TargetMode="External"/><Relationship Id="rId5" Type="http://schemas.openxmlformats.org/officeDocument/2006/relationships/hyperlink" Target="https://www.youtube.com/user/wadhwanif" TargetMode="External"/><Relationship Id="rId15" Type="http://schemas.openxmlformats.org/officeDocument/2006/relationships/image" Target="../media/image16.png"/><Relationship Id="rId10" Type="http://schemas.openxmlformats.org/officeDocument/2006/relationships/image" Target="../media/image13.svg"/><Relationship Id="rId19" Type="http://schemas.openxmlformats.org/officeDocument/2006/relationships/image" Target="../media/image19.svg"/><Relationship Id="rId4" Type="http://schemas.openxmlformats.org/officeDocument/2006/relationships/image" Target="../media/image9.svg"/><Relationship Id="rId9" Type="http://schemas.openxmlformats.org/officeDocument/2006/relationships/image" Target="../media/image12.png"/><Relationship Id="rId14" Type="http://schemas.openxmlformats.org/officeDocument/2006/relationships/hyperlink" Target="https://twitter.com/WadhwaniF" TargetMode="Externa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3.xml.rels><?xml version="1.0" encoding="UTF-8" standalone="yes"?>
<Relationships xmlns="http://schemas.openxmlformats.org/package/2006/relationships"><Relationship Id="rId8" Type="http://schemas.openxmlformats.org/officeDocument/2006/relationships/chart" Target="../charts/chart43.xml"/><Relationship Id="rId3" Type="http://schemas.openxmlformats.org/officeDocument/2006/relationships/chart" Target="../charts/chart38.xml"/><Relationship Id="rId7" Type="http://schemas.openxmlformats.org/officeDocument/2006/relationships/chart" Target="../charts/chart42.xml"/><Relationship Id="rId2" Type="http://schemas.openxmlformats.org/officeDocument/2006/relationships/chart" Target="../charts/chart37.xml"/><Relationship Id="rId1" Type="http://schemas.openxmlformats.org/officeDocument/2006/relationships/slideMaster" Target="../slideMasters/slideMaster4.xml"/><Relationship Id="rId6" Type="http://schemas.openxmlformats.org/officeDocument/2006/relationships/chart" Target="../charts/chart41.xml"/><Relationship Id="rId5" Type="http://schemas.openxmlformats.org/officeDocument/2006/relationships/chart" Target="../charts/chart40.xml"/><Relationship Id="rId4" Type="http://schemas.openxmlformats.org/officeDocument/2006/relationships/chart" Target="../charts/chart39.xml"/></Relationships>
</file>

<file path=ppt/slideLayouts/_rels/slideLayout194.xml.rels><?xml version="1.0" encoding="UTF-8" standalone="yes"?>
<Relationships xmlns="http://schemas.openxmlformats.org/package/2006/relationships"><Relationship Id="rId3" Type="http://schemas.openxmlformats.org/officeDocument/2006/relationships/chart" Target="../charts/chart45.xml"/><Relationship Id="rId2" Type="http://schemas.openxmlformats.org/officeDocument/2006/relationships/chart" Target="../charts/chart44.xml"/><Relationship Id="rId1" Type="http://schemas.openxmlformats.org/officeDocument/2006/relationships/slideMaster" Target="../slideMasters/slideMaster4.xml"/><Relationship Id="rId6" Type="http://schemas.openxmlformats.org/officeDocument/2006/relationships/chart" Target="../charts/chart48.xml"/><Relationship Id="rId5" Type="http://schemas.openxmlformats.org/officeDocument/2006/relationships/chart" Target="../charts/chart47.xml"/><Relationship Id="rId4" Type="http://schemas.openxmlformats.org/officeDocument/2006/relationships/chart" Target="../charts/chart46.xml"/></Relationships>
</file>

<file path=ppt/slideLayouts/_rels/slideLayout195.xml.rels><?xml version="1.0" encoding="UTF-8" standalone="yes"?>
<Relationships xmlns="http://schemas.openxmlformats.org/package/2006/relationships"><Relationship Id="rId8" Type="http://schemas.openxmlformats.org/officeDocument/2006/relationships/chart" Target="../charts/chart55.xml"/><Relationship Id="rId3" Type="http://schemas.openxmlformats.org/officeDocument/2006/relationships/chart" Target="../charts/chart50.xml"/><Relationship Id="rId7" Type="http://schemas.openxmlformats.org/officeDocument/2006/relationships/chart" Target="../charts/chart54.xml"/><Relationship Id="rId2" Type="http://schemas.openxmlformats.org/officeDocument/2006/relationships/chart" Target="../charts/chart49.xml"/><Relationship Id="rId1" Type="http://schemas.openxmlformats.org/officeDocument/2006/relationships/slideMaster" Target="../slideMasters/slideMaster4.xml"/><Relationship Id="rId6" Type="http://schemas.openxmlformats.org/officeDocument/2006/relationships/chart" Target="../charts/chart53.xml"/><Relationship Id="rId5" Type="http://schemas.openxmlformats.org/officeDocument/2006/relationships/chart" Target="../charts/chart52.xml"/><Relationship Id="rId4" Type="http://schemas.openxmlformats.org/officeDocument/2006/relationships/chart" Target="../charts/chart51.xml"/></Relationships>
</file>

<file path=ppt/slideLayouts/_rels/slideLayout196.xml.rels><?xml version="1.0" encoding="UTF-8" standalone="yes"?>
<Relationships xmlns="http://schemas.openxmlformats.org/package/2006/relationships"><Relationship Id="rId3" Type="http://schemas.openxmlformats.org/officeDocument/2006/relationships/chart" Target="../charts/chart57.xml"/><Relationship Id="rId2" Type="http://schemas.openxmlformats.org/officeDocument/2006/relationships/chart" Target="../charts/chart56.xml"/><Relationship Id="rId1" Type="http://schemas.openxmlformats.org/officeDocument/2006/relationships/slideMaster" Target="../slideMasters/slideMaster4.xml"/><Relationship Id="rId6" Type="http://schemas.openxmlformats.org/officeDocument/2006/relationships/chart" Target="../charts/chart60.xml"/><Relationship Id="rId5" Type="http://schemas.openxmlformats.org/officeDocument/2006/relationships/chart" Target="../charts/chart59.xml"/><Relationship Id="rId4" Type="http://schemas.openxmlformats.org/officeDocument/2006/relationships/chart" Target="../charts/chart58.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20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20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5.xml.rels><?xml version="1.0" encoding="UTF-8" standalone="yes"?>
<Relationships xmlns="http://schemas.openxmlformats.org/package/2006/relationships"><Relationship Id="rId8" Type="http://schemas.openxmlformats.org/officeDocument/2006/relationships/hyperlink" Target="https://www.instagram.com/wadhwanifoundation/" TargetMode="External"/><Relationship Id="rId13" Type="http://schemas.openxmlformats.org/officeDocument/2006/relationships/image" Target="../media/image15.svg"/><Relationship Id="rId18"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1.svg"/><Relationship Id="rId12" Type="http://schemas.openxmlformats.org/officeDocument/2006/relationships/image" Target="../media/image14.png"/><Relationship Id="rId17" Type="http://schemas.openxmlformats.org/officeDocument/2006/relationships/hyperlink" Target="http://wadhwanifoundation.org/" TargetMode="External"/><Relationship Id="rId2" Type="http://schemas.openxmlformats.org/officeDocument/2006/relationships/hyperlink" Target="https://www.facebook.com/wadhwanifoundation" TargetMode="External"/><Relationship Id="rId16" Type="http://schemas.openxmlformats.org/officeDocument/2006/relationships/image" Target="../media/image17.svg"/><Relationship Id="rId1" Type="http://schemas.openxmlformats.org/officeDocument/2006/relationships/slideMaster" Target="../slideMasters/slideMaster4.xml"/><Relationship Id="rId6" Type="http://schemas.openxmlformats.org/officeDocument/2006/relationships/image" Target="../media/image10.png"/><Relationship Id="rId11" Type="http://schemas.openxmlformats.org/officeDocument/2006/relationships/hyperlink" Target="https://www.linkedin.com/company/wadhwanifoundation/" TargetMode="External"/><Relationship Id="rId5" Type="http://schemas.openxmlformats.org/officeDocument/2006/relationships/hyperlink" Target="https://www.youtube.com/user/wadhwanif" TargetMode="External"/><Relationship Id="rId15" Type="http://schemas.openxmlformats.org/officeDocument/2006/relationships/image" Target="../media/image16.png"/><Relationship Id="rId10" Type="http://schemas.openxmlformats.org/officeDocument/2006/relationships/image" Target="../media/image13.svg"/><Relationship Id="rId19" Type="http://schemas.openxmlformats.org/officeDocument/2006/relationships/image" Target="../media/image19.svg"/><Relationship Id="rId4" Type="http://schemas.openxmlformats.org/officeDocument/2006/relationships/image" Target="../media/image9.svg"/><Relationship Id="rId9" Type="http://schemas.openxmlformats.org/officeDocument/2006/relationships/image" Target="../media/image12.png"/><Relationship Id="rId14" Type="http://schemas.openxmlformats.org/officeDocument/2006/relationships/hyperlink" Target="https://twitter.com/WadhwaniF" TargetMode="External"/></Relationships>
</file>

<file path=ppt/slideLayouts/_rels/slideLayout236.xml.rels><?xml version="1.0" encoding="UTF-8" standalone="yes"?>
<Relationships xmlns="http://schemas.openxmlformats.org/package/2006/relationships"><Relationship Id="rId8" Type="http://schemas.openxmlformats.org/officeDocument/2006/relationships/hyperlink" Target="https://www.instagram.com/wadhwanifoundation/" TargetMode="External"/><Relationship Id="rId13" Type="http://schemas.openxmlformats.org/officeDocument/2006/relationships/image" Target="../media/image15.svg"/><Relationship Id="rId18"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1.svg"/><Relationship Id="rId12" Type="http://schemas.openxmlformats.org/officeDocument/2006/relationships/image" Target="../media/image14.png"/><Relationship Id="rId17" Type="http://schemas.openxmlformats.org/officeDocument/2006/relationships/hyperlink" Target="http://wadhwanifoundation.org/" TargetMode="External"/><Relationship Id="rId2" Type="http://schemas.openxmlformats.org/officeDocument/2006/relationships/hyperlink" Target="https://www.facebook.com/wadhwanifoundation" TargetMode="External"/><Relationship Id="rId16" Type="http://schemas.openxmlformats.org/officeDocument/2006/relationships/image" Target="../media/image17.svg"/><Relationship Id="rId1" Type="http://schemas.openxmlformats.org/officeDocument/2006/relationships/slideMaster" Target="../slideMasters/slideMaster4.xml"/><Relationship Id="rId6" Type="http://schemas.openxmlformats.org/officeDocument/2006/relationships/image" Target="../media/image10.png"/><Relationship Id="rId11" Type="http://schemas.openxmlformats.org/officeDocument/2006/relationships/hyperlink" Target="https://www.linkedin.com/company/wadhwanifoundation/" TargetMode="External"/><Relationship Id="rId5" Type="http://schemas.openxmlformats.org/officeDocument/2006/relationships/hyperlink" Target="https://www.youtube.com/user/wadhwanif" TargetMode="External"/><Relationship Id="rId15" Type="http://schemas.openxmlformats.org/officeDocument/2006/relationships/image" Target="../media/image16.png"/><Relationship Id="rId10" Type="http://schemas.openxmlformats.org/officeDocument/2006/relationships/image" Target="../media/image13.svg"/><Relationship Id="rId19" Type="http://schemas.openxmlformats.org/officeDocument/2006/relationships/image" Target="../media/image19.svg"/><Relationship Id="rId4" Type="http://schemas.openxmlformats.org/officeDocument/2006/relationships/image" Target="../media/image9.svg"/><Relationship Id="rId9" Type="http://schemas.openxmlformats.org/officeDocument/2006/relationships/image" Target="../media/image12.png"/><Relationship Id="rId14" Type="http://schemas.openxmlformats.org/officeDocument/2006/relationships/hyperlink" Target="https://twitter.com/WadhwaniF" TargetMode="Externa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9.xml.rels><?xml version="1.0" encoding="UTF-8" standalone="yes"?>
<Relationships xmlns="http://schemas.openxmlformats.org/package/2006/relationships"><Relationship Id="rId8" Type="http://schemas.openxmlformats.org/officeDocument/2006/relationships/hyperlink" Target="https://www.instagram.com/wadhwanifoundation/" TargetMode="External"/><Relationship Id="rId13" Type="http://schemas.openxmlformats.org/officeDocument/2006/relationships/image" Target="../media/image15.svg"/><Relationship Id="rId18"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1.svg"/><Relationship Id="rId12" Type="http://schemas.openxmlformats.org/officeDocument/2006/relationships/image" Target="../media/image14.png"/><Relationship Id="rId17" Type="http://schemas.openxmlformats.org/officeDocument/2006/relationships/hyperlink" Target="http://wadhwanifoundation.org/" TargetMode="External"/><Relationship Id="rId2" Type="http://schemas.openxmlformats.org/officeDocument/2006/relationships/hyperlink" Target="https://www.facebook.com/wadhwanifoundation" TargetMode="External"/><Relationship Id="rId16" Type="http://schemas.openxmlformats.org/officeDocument/2006/relationships/image" Target="../media/image17.svg"/><Relationship Id="rId1" Type="http://schemas.openxmlformats.org/officeDocument/2006/relationships/slideMaster" Target="../slideMasters/slideMaster4.xml"/><Relationship Id="rId6" Type="http://schemas.openxmlformats.org/officeDocument/2006/relationships/image" Target="../media/image10.png"/><Relationship Id="rId11" Type="http://schemas.openxmlformats.org/officeDocument/2006/relationships/hyperlink" Target="https://www.linkedin.com/company/wadhwanifoundation/" TargetMode="External"/><Relationship Id="rId5" Type="http://schemas.openxmlformats.org/officeDocument/2006/relationships/hyperlink" Target="https://www.youtube.com/user/wadhwanif" TargetMode="External"/><Relationship Id="rId15" Type="http://schemas.openxmlformats.org/officeDocument/2006/relationships/image" Target="../media/image16.png"/><Relationship Id="rId10" Type="http://schemas.openxmlformats.org/officeDocument/2006/relationships/image" Target="../media/image13.svg"/><Relationship Id="rId19" Type="http://schemas.openxmlformats.org/officeDocument/2006/relationships/image" Target="../media/image19.svg"/><Relationship Id="rId4" Type="http://schemas.openxmlformats.org/officeDocument/2006/relationships/image" Target="../media/image9.svg"/><Relationship Id="rId9" Type="http://schemas.openxmlformats.org/officeDocument/2006/relationships/image" Target="../media/image12.png"/><Relationship Id="rId14" Type="http://schemas.openxmlformats.org/officeDocument/2006/relationships/hyperlink" Target="https://twitter.com/WadhwaniF" TargetMode="External"/></Relationships>
</file>

<file path=ppt/slideLayouts/_rels/slideLayout240.xml.rels><?xml version="1.0" encoding="UTF-8" standalone="yes"?>
<Relationships xmlns="http://schemas.openxmlformats.org/package/2006/relationships"><Relationship Id="rId8" Type="http://schemas.openxmlformats.org/officeDocument/2006/relationships/hyperlink" Target="https://www.instagram.com/wadhwanifoundation/" TargetMode="External"/><Relationship Id="rId13" Type="http://schemas.openxmlformats.org/officeDocument/2006/relationships/image" Target="../media/image15.svg"/><Relationship Id="rId18"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1.svg"/><Relationship Id="rId12" Type="http://schemas.openxmlformats.org/officeDocument/2006/relationships/image" Target="../media/image14.png"/><Relationship Id="rId17" Type="http://schemas.openxmlformats.org/officeDocument/2006/relationships/hyperlink" Target="http://wadhwanifoundation.org/" TargetMode="External"/><Relationship Id="rId2" Type="http://schemas.openxmlformats.org/officeDocument/2006/relationships/hyperlink" Target="https://www.facebook.com/wadhwanifoundation" TargetMode="External"/><Relationship Id="rId16" Type="http://schemas.openxmlformats.org/officeDocument/2006/relationships/image" Target="../media/image17.svg"/><Relationship Id="rId1" Type="http://schemas.openxmlformats.org/officeDocument/2006/relationships/slideMaster" Target="../slideMasters/slideMaster4.xml"/><Relationship Id="rId6" Type="http://schemas.openxmlformats.org/officeDocument/2006/relationships/image" Target="../media/image10.png"/><Relationship Id="rId11" Type="http://schemas.openxmlformats.org/officeDocument/2006/relationships/hyperlink" Target="https://www.linkedin.com/company/wadhwanifoundation/" TargetMode="External"/><Relationship Id="rId5" Type="http://schemas.openxmlformats.org/officeDocument/2006/relationships/hyperlink" Target="https://www.youtube.com/user/wadhwanif" TargetMode="External"/><Relationship Id="rId15" Type="http://schemas.openxmlformats.org/officeDocument/2006/relationships/image" Target="../media/image16.png"/><Relationship Id="rId10" Type="http://schemas.openxmlformats.org/officeDocument/2006/relationships/image" Target="../media/image13.svg"/><Relationship Id="rId19" Type="http://schemas.openxmlformats.org/officeDocument/2006/relationships/image" Target="../media/image19.svg"/><Relationship Id="rId4" Type="http://schemas.openxmlformats.org/officeDocument/2006/relationships/image" Target="../media/image9.svg"/><Relationship Id="rId9" Type="http://schemas.openxmlformats.org/officeDocument/2006/relationships/image" Target="../media/image12.png"/><Relationship Id="rId14" Type="http://schemas.openxmlformats.org/officeDocument/2006/relationships/hyperlink" Target="https://twitter.com/WadhwaniF" TargetMode="External"/></Relationships>
</file>

<file path=ppt/slideLayouts/_rels/slideLayout2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bg>
      <p:bgPr>
        <a:gradFill>
          <a:gsLst>
            <a:gs pos="100000">
              <a:schemeClr val="tx2"/>
            </a:gs>
            <a:gs pos="0">
              <a:schemeClr val="accent1"/>
            </a:gs>
          </a:gsLst>
          <a:lin ang="5400000" scaled="1"/>
        </a:gradFill>
        <a:effectLst/>
      </p:bgPr>
    </p:bg>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9ECD0644-BEF3-4C85-D9DF-5C08C0FA02EB}"/>
              </a:ext>
            </a:extLst>
          </p:cNvPr>
          <p:cNvGrpSpPr/>
          <p:nvPr userDrawn="1"/>
        </p:nvGrpSpPr>
        <p:grpSpPr>
          <a:xfrm>
            <a:off x="10668000" y="304798"/>
            <a:ext cx="1179720" cy="581555"/>
            <a:chOff x="969962" y="2846965"/>
            <a:chExt cx="1740598" cy="872299"/>
          </a:xfrm>
          <a:solidFill>
            <a:schemeClr val="bg1"/>
          </a:solidFill>
        </p:grpSpPr>
        <p:sp>
          <p:nvSpPr>
            <p:cNvPr id="32" name="Freeform: Shape 23">
              <a:extLst>
                <a:ext uri="{FF2B5EF4-FFF2-40B4-BE49-F238E27FC236}">
                  <a16:creationId xmlns:a16="http://schemas.microsoft.com/office/drawing/2014/main" id="{86846790-9A35-DC90-BCFB-EDB6E03D617D}"/>
                </a:ext>
              </a:extLst>
            </p:cNvPr>
            <p:cNvSpPr/>
            <p:nvPr/>
          </p:nvSpPr>
          <p:spPr>
            <a:xfrm>
              <a:off x="969962" y="3381507"/>
              <a:ext cx="274415" cy="160305"/>
            </a:xfrm>
            <a:custGeom>
              <a:avLst/>
              <a:gdLst>
                <a:gd name="connsiteX0" fmla="*/ 274415 w 274415"/>
                <a:gd name="connsiteY0" fmla="*/ 0 h 160305"/>
                <a:gd name="connsiteX1" fmla="*/ 205931 w 274415"/>
                <a:gd name="connsiteY1" fmla="*/ 160306 h 160305"/>
                <a:gd name="connsiteX2" fmla="*/ 178308 w 274415"/>
                <a:gd name="connsiteY2" fmla="*/ 160306 h 160305"/>
                <a:gd name="connsiteX3" fmla="*/ 137160 w 274415"/>
                <a:gd name="connsiteY3" fmla="*/ 66961 h 160305"/>
                <a:gd name="connsiteX4" fmla="*/ 95059 w 274415"/>
                <a:gd name="connsiteY4" fmla="*/ 160306 h 160305"/>
                <a:gd name="connsiteX5" fmla="*/ 67151 w 274415"/>
                <a:gd name="connsiteY5" fmla="*/ 160306 h 160305"/>
                <a:gd name="connsiteX6" fmla="*/ 0 w 274415"/>
                <a:gd name="connsiteY6" fmla="*/ 0 h 160305"/>
                <a:gd name="connsiteX7" fmla="*/ 49435 w 274415"/>
                <a:gd name="connsiteY7" fmla="*/ 0 h 160305"/>
                <a:gd name="connsiteX8" fmla="*/ 82296 w 274415"/>
                <a:gd name="connsiteY8" fmla="*/ 87725 h 160305"/>
                <a:gd name="connsiteX9" fmla="*/ 120015 w 274415"/>
                <a:gd name="connsiteY9" fmla="*/ 0 h 160305"/>
                <a:gd name="connsiteX10" fmla="*/ 154210 w 274415"/>
                <a:gd name="connsiteY10" fmla="*/ 0 h 160305"/>
                <a:gd name="connsiteX11" fmla="*/ 191167 w 274415"/>
                <a:gd name="connsiteY11" fmla="*/ 87725 h 160305"/>
                <a:gd name="connsiteX12" fmla="*/ 225552 w 274415"/>
                <a:gd name="connsiteY12" fmla="*/ 0 h 160305"/>
                <a:gd name="connsiteX13" fmla="*/ 274415 w 274415"/>
                <a:gd name="connsiteY13" fmla="*/ 0 h 160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4415" h="160305">
                  <a:moveTo>
                    <a:pt x="274415" y="0"/>
                  </a:moveTo>
                  <a:lnTo>
                    <a:pt x="205931" y="160306"/>
                  </a:lnTo>
                  <a:lnTo>
                    <a:pt x="178308" y="160306"/>
                  </a:lnTo>
                  <a:lnTo>
                    <a:pt x="137160" y="66961"/>
                  </a:lnTo>
                  <a:lnTo>
                    <a:pt x="95059" y="160306"/>
                  </a:lnTo>
                  <a:lnTo>
                    <a:pt x="67151" y="160306"/>
                  </a:lnTo>
                  <a:lnTo>
                    <a:pt x="0" y="0"/>
                  </a:lnTo>
                  <a:lnTo>
                    <a:pt x="49435" y="0"/>
                  </a:lnTo>
                  <a:lnTo>
                    <a:pt x="82296" y="87725"/>
                  </a:lnTo>
                  <a:lnTo>
                    <a:pt x="120015" y="0"/>
                  </a:lnTo>
                  <a:lnTo>
                    <a:pt x="154210" y="0"/>
                  </a:lnTo>
                  <a:lnTo>
                    <a:pt x="191167" y="87725"/>
                  </a:lnTo>
                  <a:lnTo>
                    <a:pt x="225552" y="0"/>
                  </a:lnTo>
                  <a:lnTo>
                    <a:pt x="274415" y="0"/>
                  </a:lnTo>
                  <a:close/>
                </a:path>
              </a:pathLst>
            </a:custGeom>
            <a:grpFill/>
            <a:ln w="9525" cap="flat">
              <a:noFill/>
              <a:prstDash val="solid"/>
              <a:miter/>
            </a:ln>
          </p:spPr>
          <p:txBody>
            <a:bodyPr rtlCol="0" anchor="ctr"/>
            <a:lstStyle/>
            <a:p>
              <a:endParaRPr lang="en-GB"/>
            </a:p>
          </p:txBody>
        </p:sp>
        <p:sp>
          <p:nvSpPr>
            <p:cNvPr id="33" name="Freeform: Shape 25">
              <a:extLst>
                <a:ext uri="{FF2B5EF4-FFF2-40B4-BE49-F238E27FC236}">
                  <a16:creationId xmlns:a16="http://schemas.microsoft.com/office/drawing/2014/main" id="{9C4E9CEE-1A49-DE23-64FE-5C945F561132}"/>
                </a:ext>
              </a:extLst>
            </p:cNvPr>
            <p:cNvSpPr/>
            <p:nvPr/>
          </p:nvSpPr>
          <p:spPr>
            <a:xfrm>
              <a:off x="1239614" y="3381412"/>
              <a:ext cx="192595" cy="158305"/>
            </a:xfrm>
            <a:custGeom>
              <a:avLst/>
              <a:gdLst>
                <a:gd name="connsiteX0" fmla="*/ 192596 w 192595"/>
                <a:gd name="connsiteY0" fmla="*/ 158306 h 158305"/>
                <a:gd name="connsiteX1" fmla="*/ 143732 w 192595"/>
                <a:gd name="connsiteY1" fmla="*/ 158306 h 158305"/>
                <a:gd name="connsiteX2" fmla="*/ 130778 w 192595"/>
                <a:gd name="connsiteY2" fmla="*/ 126206 h 158305"/>
                <a:gd name="connsiteX3" fmla="*/ 62008 w 192595"/>
                <a:gd name="connsiteY3" fmla="*/ 126206 h 158305"/>
                <a:gd name="connsiteX4" fmla="*/ 48863 w 192595"/>
                <a:gd name="connsiteY4" fmla="*/ 158306 h 158305"/>
                <a:gd name="connsiteX5" fmla="*/ 0 w 192595"/>
                <a:gd name="connsiteY5" fmla="*/ 158306 h 158305"/>
                <a:gd name="connsiteX6" fmla="*/ 70009 w 192595"/>
                <a:gd name="connsiteY6" fmla="*/ 0 h 158305"/>
                <a:gd name="connsiteX7" fmla="*/ 122777 w 192595"/>
                <a:gd name="connsiteY7" fmla="*/ 0 h 158305"/>
                <a:gd name="connsiteX8" fmla="*/ 192596 w 192595"/>
                <a:gd name="connsiteY8" fmla="*/ 158306 h 158305"/>
                <a:gd name="connsiteX9" fmla="*/ 119920 w 192595"/>
                <a:gd name="connsiteY9" fmla="*/ 98679 h 158305"/>
                <a:gd name="connsiteX10" fmla="*/ 96679 w 192595"/>
                <a:gd name="connsiteY10" fmla="*/ 40862 h 158305"/>
                <a:gd name="connsiteX11" fmla="*/ 73342 w 192595"/>
                <a:gd name="connsiteY11" fmla="*/ 98679 h 158305"/>
                <a:gd name="connsiteX12" fmla="*/ 119920 w 192595"/>
                <a:gd name="connsiteY12" fmla="*/ 98679 h 158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2595" h="158305">
                  <a:moveTo>
                    <a:pt x="192596" y="158306"/>
                  </a:moveTo>
                  <a:lnTo>
                    <a:pt x="143732" y="158306"/>
                  </a:lnTo>
                  <a:lnTo>
                    <a:pt x="130778" y="126206"/>
                  </a:lnTo>
                  <a:lnTo>
                    <a:pt x="62008" y="126206"/>
                  </a:lnTo>
                  <a:lnTo>
                    <a:pt x="48863" y="158306"/>
                  </a:lnTo>
                  <a:lnTo>
                    <a:pt x="0" y="158306"/>
                  </a:lnTo>
                  <a:lnTo>
                    <a:pt x="70009" y="0"/>
                  </a:lnTo>
                  <a:lnTo>
                    <a:pt x="122777" y="0"/>
                  </a:lnTo>
                  <a:lnTo>
                    <a:pt x="192596" y="158306"/>
                  </a:lnTo>
                  <a:close/>
                  <a:moveTo>
                    <a:pt x="119920" y="98679"/>
                  </a:moveTo>
                  <a:lnTo>
                    <a:pt x="96679" y="40862"/>
                  </a:lnTo>
                  <a:lnTo>
                    <a:pt x="73342" y="98679"/>
                  </a:lnTo>
                  <a:lnTo>
                    <a:pt x="119920" y="98679"/>
                  </a:lnTo>
                  <a:close/>
                </a:path>
              </a:pathLst>
            </a:custGeom>
            <a:grpFill/>
            <a:ln w="9525" cap="flat">
              <a:noFill/>
              <a:prstDash val="solid"/>
              <a:miter/>
            </a:ln>
          </p:spPr>
          <p:txBody>
            <a:bodyPr rtlCol="0" anchor="ctr"/>
            <a:lstStyle/>
            <a:p>
              <a:endParaRPr lang="en-GB"/>
            </a:p>
          </p:txBody>
        </p:sp>
        <p:sp>
          <p:nvSpPr>
            <p:cNvPr id="34" name="Freeform: Shape 26">
              <a:extLst>
                <a:ext uri="{FF2B5EF4-FFF2-40B4-BE49-F238E27FC236}">
                  <a16:creationId xmlns:a16="http://schemas.microsoft.com/office/drawing/2014/main" id="{91558449-F5CB-533C-CF65-CA30D8E070A1}"/>
                </a:ext>
              </a:extLst>
            </p:cNvPr>
            <p:cNvSpPr/>
            <p:nvPr/>
          </p:nvSpPr>
          <p:spPr>
            <a:xfrm>
              <a:off x="1483264" y="3381507"/>
              <a:ext cx="162782" cy="158210"/>
            </a:xfrm>
            <a:custGeom>
              <a:avLst/>
              <a:gdLst>
                <a:gd name="connsiteX0" fmla="*/ 162782 w 162782"/>
                <a:gd name="connsiteY0" fmla="*/ 81915 h 158210"/>
                <a:gd name="connsiteX1" fmla="*/ 153924 w 162782"/>
                <a:gd name="connsiteY1" fmla="*/ 120968 h 158210"/>
                <a:gd name="connsiteX2" fmla="*/ 133064 w 162782"/>
                <a:gd name="connsiteY2" fmla="*/ 144875 h 158210"/>
                <a:gd name="connsiteX3" fmla="*/ 85439 w 162782"/>
                <a:gd name="connsiteY3" fmla="*/ 158210 h 158210"/>
                <a:gd name="connsiteX4" fmla="*/ 0 w 162782"/>
                <a:gd name="connsiteY4" fmla="*/ 158210 h 158210"/>
                <a:gd name="connsiteX5" fmla="*/ 0 w 162782"/>
                <a:gd name="connsiteY5" fmla="*/ 0 h 158210"/>
                <a:gd name="connsiteX6" fmla="*/ 65723 w 162782"/>
                <a:gd name="connsiteY6" fmla="*/ 0 h 158210"/>
                <a:gd name="connsiteX7" fmla="*/ 91154 w 162782"/>
                <a:gd name="connsiteY7" fmla="*/ 1524 h 158210"/>
                <a:gd name="connsiteX8" fmla="*/ 110204 w 162782"/>
                <a:gd name="connsiteY8" fmla="*/ 5906 h 158210"/>
                <a:gd name="connsiteX9" fmla="*/ 124587 w 162782"/>
                <a:gd name="connsiteY9" fmla="*/ 12192 h 158210"/>
                <a:gd name="connsiteX10" fmla="*/ 135160 w 162782"/>
                <a:gd name="connsiteY10" fmla="*/ 19717 h 158210"/>
                <a:gd name="connsiteX11" fmla="*/ 149352 w 162782"/>
                <a:gd name="connsiteY11" fmla="*/ 35338 h 158210"/>
                <a:gd name="connsiteX12" fmla="*/ 159067 w 162782"/>
                <a:gd name="connsiteY12" fmla="*/ 56293 h 158210"/>
                <a:gd name="connsiteX13" fmla="*/ 162687 w 162782"/>
                <a:gd name="connsiteY13" fmla="*/ 82105 h 158210"/>
                <a:gd name="connsiteX14" fmla="*/ 114205 w 162782"/>
                <a:gd name="connsiteY14" fmla="*/ 80010 h 158210"/>
                <a:gd name="connsiteX15" fmla="*/ 106871 w 162782"/>
                <a:gd name="connsiteY15" fmla="*/ 49911 h 158210"/>
                <a:gd name="connsiteX16" fmla="*/ 89154 w 162782"/>
                <a:gd name="connsiteY16" fmla="*/ 35433 h 158210"/>
                <a:gd name="connsiteX17" fmla="*/ 68104 w 162782"/>
                <a:gd name="connsiteY17" fmla="*/ 31718 h 158210"/>
                <a:gd name="connsiteX18" fmla="*/ 47816 w 162782"/>
                <a:gd name="connsiteY18" fmla="*/ 31718 h 158210"/>
                <a:gd name="connsiteX19" fmla="*/ 47816 w 162782"/>
                <a:gd name="connsiteY19" fmla="*/ 125444 h 158210"/>
                <a:gd name="connsiteX20" fmla="*/ 68104 w 162782"/>
                <a:gd name="connsiteY20" fmla="*/ 125444 h 158210"/>
                <a:gd name="connsiteX21" fmla="*/ 100584 w 162782"/>
                <a:gd name="connsiteY21" fmla="*/ 116586 h 158210"/>
                <a:gd name="connsiteX22" fmla="*/ 114300 w 162782"/>
                <a:gd name="connsiteY22" fmla="*/ 79915 h 15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2782" h="158210">
                  <a:moveTo>
                    <a:pt x="162782" y="81915"/>
                  </a:moveTo>
                  <a:cubicBezTo>
                    <a:pt x="162782" y="98107"/>
                    <a:pt x="159829" y="111157"/>
                    <a:pt x="153924" y="120968"/>
                  </a:cubicBezTo>
                  <a:cubicBezTo>
                    <a:pt x="148019" y="130778"/>
                    <a:pt x="141065" y="138779"/>
                    <a:pt x="133064" y="144875"/>
                  </a:cubicBezTo>
                  <a:cubicBezTo>
                    <a:pt x="121634" y="153829"/>
                    <a:pt x="105823" y="158210"/>
                    <a:pt x="85439" y="158210"/>
                  </a:cubicBezTo>
                  <a:lnTo>
                    <a:pt x="0" y="158210"/>
                  </a:lnTo>
                  <a:lnTo>
                    <a:pt x="0" y="0"/>
                  </a:lnTo>
                  <a:lnTo>
                    <a:pt x="65723" y="0"/>
                  </a:lnTo>
                  <a:cubicBezTo>
                    <a:pt x="75629" y="0"/>
                    <a:pt x="84106" y="476"/>
                    <a:pt x="91154" y="1524"/>
                  </a:cubicBezTo>
                  <a:cubicBezTo>
                    <a:pt x="98203" y="2572"/>
                    <a:pt x="104489" y="4001"/>
                    <a:pt x="110204" y="5906"/>
                  </a:cubicBezTo>
                  <a:cubicBezTo>
                    <a:pt x="115824" y="7715"/>
                    <a:pt x="120587" y="9906"/>
                    <a:pt x="124587" y="12192"/>
                  </a:cubicBezTo>
                  <a:cubicBezTo>
                    <a:pt x="128492" y="14478"/>
                    <a:pt x="132112" y="17050"/>
                    <a:pt x="135160" y="19717"/>
                  </a:cubicBezTo>
                  <a:cubicBezTo>
                    <a:pt x="140589" y="24194"/>
                    <a:pt x="145352" y="29337"/>
                    <a:pt x="149352" y="35338"/>
                  </a:cubicBezTo>
                  <a:cubicBezTo>
                    <a:pt x="153448" y="41339"/>
                    <a:pt x="156686" y="48292"/>
                    <a:pt x="159067" y="56293"/>
                  </a:cubicBezTo>
                  <a:cubicBezTo>
                    <a:pt x="161449" y="64199"/>
                    <a:pt x="162687" y="72771"/>
                    <a:pt x="162687" y="82105"/>
                  </a:cubicBezTo>
                  <a:moveTo>
                    <a:pt x="114205" y="80010"/>
                  </a:moveTo>
                  <a:cubicBezTo>
                    <a:pt x="114205" y="67151"/>
                    <a:pt x="111728" y="57150"/>
                    <a:pt x="106871" y="49911"/>
                  </a:cubicBezTo>
                  <a:cubicBezTo>
                    <a:pt x="101917" y="42672"/>
                    <a:pt x="96012" y="37909"/>
                    <a:pt x="89154" y="35433"/>
                  </a:cubicBezTo>
                  <a:cubicBezTo>
                    <a:pt x="82201" y="32957"/>
                    <a:pt x="75248" y="31718"/>
                    <a:pt x="68104" y="31718"/>
                  </a:cubicBezTo>
                  <a:lnTo>
                    <a:pt x="47816" y="31718"/>
                  </a:lnTo>
                  <a:lnTo>
                    <a:pt x="47816" y="125444"/>
                  </a:lnTo>
                  <a:lnTo>
                    <a:pt x="68104" y="125444"/>
                  </a:lnTo>
                  <a:cubicBezTo>
                    <a:pt x="80581" y="125444"/>
                    <a:pt x="91440" y="122492"/>
                    <a:pt x="100584" y="116586"/>
                  </a:cubicBezTo>
                  <a:cubicBezTo>
                    <a:pt x="109633" y="110680"/>
                    <a:pt x="114300" y="98393"/>
                    <a:pt x="114300" y="79915"/>
                  </a:cubicBezTo>
                </a:path>
              </a:pathLst>
            </a:custGeom>
            <a:grpFill/>
            <a:ln w="9525" cap="flat">
              <a:noFill/>
              <a:prstDash val="solid"/>
              <a:miter/>
            </a:ln>
          </p:spPr>
          <p:txBody>
            <a:bodyPr rtlCol="0" anchor="ctr"/>
            <a:lstStyle/>
            <a:p>
              <a:endParaRPr lang="en-GB"/>
            </a:p>
          </p:txBody>
        </p:sp>
        <p:sp>
          <p:nvSpPr>
            <p:cNvPr id="35" name="Freeform: Shape 27">
              <a:extLst>
                <a:ext uri="{FF2B5EF4-FFF2-40B4-BE49-F238E27FC236}">
                  <a16:creationId xmlns:a16="http://schemas.microsoft.com/office/drawing/2014/main" id="{6CA92632-66E8-EDF6-D5AD-4F8622279C3E}"/>
                </a:ext>
              </a:extLst>
            </p:cNvPr>
            <p:cNvSpPr/>
            <p:nvPr/>
          </p:nvSpPr>
          <p:spPr>
            <a:xfrm>
              <a:off x="1698910" y="3381507"/>
              <a:ext cx="167163" cy="158210"/>
            </a:xfrm>
            <a:custGeom>
              <a:avLst/>
              <a:gdLst>
                <a:gd name="connsiteX0" fmla="*/ 167164 w 167163"/>
                <a:gd name="connsiteY0" fmla="*/ 158210 h 158210"/>
                <a:gd name="connsiteX1" fmla="*/ 119539 w 167163"/>
                <a:gd name="connsiteY1" fmla="*/ 158210 h 158210"/>
                <a:gd name="connsiteX2" fmla="*/ 119539 w 167163"/>
                <a:gd name="connsiteY2" fmla="*/ 96488 h 158210"/>
                <a:gd name="connsiteX3" fmla="*/ 47720 w 167163"/>
                <a:gd name="connsiteY3" fmla="*/ 96488 h 158210"/>
                <a:gd name="connsiteX4" fmla="*/ 47720 w 167163"/>
                <a:gd name="connsiteY4" fmla="*/ 158210 h 158210"/>
                <a:gd name="connsiteX5" fmla="*/ 0 w 167163"/>
                <a:gd name="connsiteY5" fmla="*/ 158210 h 158210"/>
                <a:gd name="connsiteX6" fmla="*/ 0 w 167163"/>
                <a:gd name="connsiteY6" fmla="*/ 0 h 158210"/>
                <a:gd name="connsiteX7" fmla="*/ 47720 w 167163"/>
                <a:gd name="connsiteY7" fmla="*/ 0 h 158210"/>
                <a:gd name="connsiteX8" fmla="*/ 47720 w 167163"/>
                <a:gd name="connsiteY8" fmla="*/ 58103 h 158210"/>
                <a:gd name="connsiteX9" fmla="*/ 119539 w 167163"/>
                <a:gd name="connsiteY9" fmla="*/ 58103 h 158210"/>
                <a:gd name="connsiteX10" fmla="*/ 119539 w 167163"/>
                <a:gd name="connsiteY10" fmla="*/ 0 h 158210"/>
                <a:gd name="connsiteX11" fmla="*/ 167164 w 167163"/>
                <a:gd name="connsiteY11" fmla="*/ 0 h 158210"/>
                <a:gd name="connsiteX12" fmla="*/ 167164 w 167163"/>
                <a:gd name="connsiteY12" fmla="*/ 158210 h 15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163" h="158210">
                  <a:moveTo>
                    <a:pt x="167164" y="158210"/>
                  </a:moveTo>
                  <a:lnTo>
                    <a:pt x="119539" y="158210"/>
                  </a:lnTo>
                  <a:lnTo>
                    <a:pt x="119539" y="96488"/>
                  </a:lnTo>
                  <a:lnTo>
                    <a:pt x="47720" y="96488"/>
                  </a:lnTo>
                  <a:lnTo>
                    <a:pt x="47720" y="158210"/>
                  </a:lnTo>
                  <a:lnTo>
                    <a:pt x="0" y="158210"/>
                  </a:lnTo>
                  <a:lnTo>
                    <a:pt x="0" y="0"/>
                  </a:lnTo>
                  <a:lnTo>
                    <a:pt x="47720" y="0"/>
                  </a:lnTo>
                  <a:lnTo>
                    <a:pt x="47720" y="58103"/>
                  </a:lnTo>
                  <a:lnTo>
                    <a:pt x="119539" y="58103"/>
                  </a:lnTo>
                  <a:lnTo>
                    <a:pt x="119539" y="0"/>
                  </a:lnTo>
                  <a:lnTo>
                    <a:pt x="167164" y="0"/>
                  </a:lnTo>
                  <a:lnTo>
                    <a:pt x="167164" y="158210"/>
                  </a:lnTo>
                  <a:close/>
                </a:path>
              </a:pathLst>
            </a:custGeom>
            <a:grpFill/>
            <a:ln w="9525" cap="flat">
              <a:noFill/>
              <a:prstDash val="solid"/>
              <a:miter/>
            </a:ln>
          </p:spPr>
          <p:txBody>
            <a:bodyPr rtlCol="0" anchor="ctr"/>
            <a:lstStyle/>
            <a:p>
              <a:endParaRPr lang="en-GB"/>
            </a:p>
          </p:txBody>
        </p:sp>
        <p:sp>
          <p:nvSpPr>
            <p:cNvPr id="36" name="Freeform: Shape 28">
              <a:extLst>
                <a:ext uri="{FF2B5EF4-FFF2-40B4-BE49-F238E27FC236}">
                  <a16:creationId xmlns:a16="http://schemas.microsoft.com/office/drawing/2014/main" id="{A17F9F1F-C904-9A5F-E960-31EB44FDB7E2}"/>
                </a:ext>
              </a:extLst>
            </p:cNvPr>
            <p:cNvSpPr/>
            <p:nvPr/>
          </p:nvSpPr>
          <p:spPr>
            <a:xfrm>
              <a:off x="1913984" y="3381507"/>
              <a:ext cx="274510" cy="160305"/>
            </a:xfrm>
            <a:custGeom>
              <a:avLst/>
              <a:gdLst>
                <a:gd name="connsiteX0" fmla="*/ 274511 w 274510"/>
                <a:gd name="connsiteY0" fmla="*/ 0 h 160305"/>
                <a:gd name="connsiteX1" fmla="*/ 205931 w 274510"/>
                <a:gd name="connsiteY1" fmla="*/ 160306 h 160305"/>
                <a:gd name="connsiteX2" fmla="*/ 178308 w 274510"/>
                <a:gd name="connsiteY2" fmla="*/ 160306 h 160305"/>
                <a:gd name="connsiteX3" fmla="*/ 137160 w 274510"/>
                <a:gd name="connsiteY3" fmla="*/ 66961 h 160305"/>
                <a:gd name="connsiteX4" fmla="*/ 95059 w 274510"/>
                <a:gd name="connsiteY4" fmla="*/ 160306 h 160305"/>
                <a:gd name="connsiteX5" fmla="*/ 67246 w 274510"/>
                <a:gd name="connsiteY5" fmla="*/ 160306 h 160305"/>
                <a:gd name="connsiteX6" fmla="*/ 0 w 274510"/>
                <a:gd name="connsiteY6" fmla="*/ 0 h 160305"/>
                <a:gd name="connsiteX7" fmla="*/ 49530 w 274510"/>
                <a:gd name="connsiteY7" fmla="*/ 0 h 160305"/>
                <a:gd name="connsiteX8" fmla="*/ 82391 w 274510"/>
                <a:gd name="connsiteY8" fmla="*/ 87725 h 160305"/>
                <a:gd name="connsiteX9" fmla="*/ 120110 w 274510"/>
                <a:gd name="connsiteY9" fmla="*/ 0 h 160305"/>
                <a:gd name="connsiteX10" fmla="*/ 154210 w 274510"/>
                <a:gd name="connsiteY10" fmla="*/ 0 h 160305"/>
                <a:gd name="connsiteX11" fmla="*/ 191262 w 274510"/>
                <a:gd name="connsiteY11" fmla="*/ 87725 h 160305"/>
                <a:gd name="connsiteX12" fmla="*/ 225647 w 274510"/>
                <a:gd name="connsiteY12" fmla="*/ 0 h 160305"/>
                <a:gd name="connsiteX13" fmla="*/ 274511 w 274510"/>
                <a:gd name="connsiteY13" fmla="*/ 0 h 160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4510" h="160305">
                  <a:moveTo>
                    <a:pt x="274511" y="0"/>
                  </a:moveTo>
                  <a:lnTo>
                    <a:pt x="205931" y="160306"/>
                  </a:lnTo>
                  <a:lnTo>
                    <a:pt x="178308" y="160306"/>
                  </a:lnTo>
                  <a:lnTo>
                    <a:pt x="137160" y="66961"/>
                  </a:lnTo>
                  <a:lnTo>
                    <a:pt x="95059" y="160306"/>
                  </a:lnTo>
                  <a:lnTo>
                    <a:pt x="67246" y="160306"/>
                  </a:lnTo>
                  <a:lnTo>
                    <a:pt x="0" y="0"/>
                  </a:lnTo>
                  <a:lnTo>
                    <a:pt x="49530" y="0"/>
                  </a:lnTo>
                  <a:lnTo>
                    <a:pt x="82391" y="87725"/>
                  </a:lnTo>
                  <a:lnTo>
                    <a:pt x="120110" y="0"/>
                  </a:lnTo>
                  <a:lnTo>
                    <a:pt x="154210" y="0"/>
                  </a:lnTo>
                  <a:lnTo>
                    <a:pt x="191262" y="87725"/>
                  </a:lnTo>
                  <a:lnTo>
                    <a:pt x="225647" y="0"/>
                  </a:lnTo>
                  <a:lnTo>
                    <a:pt x="274511" y="0"/>
                  </a:lnTo>
                  <a:close/>
                </a:path>
              </a:pathLst>
            </a:custGeom>
            <a:grpFill/>
            <a:ln w="9525" cap="flat">
              <a:noFill/>
              <a:prstDash val="solid"/>
              <a:miter/>
            </a:ln>
          </p:spPr>
          <p:txBody>
            <a:bodyPr rtlCol="0" anchor="ctr"/>
            <a:lstStyle/>
            <a:p>
              <a:endParaRPr lang="en-GB"/>
            </a:p>
          </p:txBody>
        </p:sp>
        <p:sp>
          <p:nvSpPr>
            <p:cNvPr id="37" name="Freeform: Shape 29">
              <a:extLst>
                <a:ext uri="{FF2B5EF4-FFF2-40B4-BE49-F238E27FC236}">
                  <a16:creationId xmlns:a16="http://schemas.microsoft.com/office/drawing/2014/main" id="{65CB7476-7537-66C9-EFBD-6CC69D6BED59}"/>
                </a:ext>
              </a:extLst>
            </p:cNvPr>
            <p:cNvSpPr/>
            <p:nvPr/>
          </p:nvSpPr>
          <p:spPr>
            <a:xfrm>
              <a:off x="2184970" y="3381412"/>
              <a:ext cx="192595" cy="158305"/>
            </a:xfrm>
            <a:custGeom>
              <a:avLst/>
              <a:gdLst>
                <a:gd name="connsiteX0" fmla="*/ 192500 w 192595"/>
                <a:gd name="connsiteY0" fmla="*/ 158306 h 158305"/>
                <a:gd name="connsiteX1" fmla="*/ 143637 w 192595"/>
                <a:gd name="connsiteY1" fmla="*/ 158306 h 158305"/>
                <a:gd name="connsiteX2" fmla="*/ 130683 w 192595"/>
                <a:gd name="connsiteY2" fmla="*/ 126206 h 158305"/>
                <a:gd name="connsiteX3" fmla="*/ 62008 w 192595"/>
                <a:gd name="connsiteY3" fmla="*/ 126206 h 158305"/>
                <a:gd name="connsiteX4" fmla="*/ 48863 w 192595"/>
                <a:gd name="connsiteY4" fmla="*/ 158306 h 158305"/>
                <a:gd name="connsiteX5" fmla="*/ 0 w 192595"/>
                <a:gd name="connsiteY5" fmla="*/ 158306 h 158305"/>
                <a:gd name="connsiteX6" fmla="*/ 70009 w 192595"/>
                <a:gd name="connsiteY6" fmla="*/ 0 h 158305"/>
                <a:gd name="connsiteX7" fmla="*/ 122777 w 192595"/>
                <a:gd name="connsiteY7" fmla="*/ 0 h 158305"/>
                <a:gd name="connsiteX8" fmla="*/ 192596 w 192595"/>
                <a:gd name="connsiteY8" fmla="*/ 158306 h 158305"/>
                <a:gd name="connsiteX9" fmla="*/ 119729 w 192595"/>
                <a:gd name="connsiteY9" fmla="*/ 98679 h 158305"/>
                <a:gd name="connsiteX10" fmla="*/ 96583 w 192595"/>
                <a:gd name="connsiteY10" fmla="*/ 40862 h 158305"/>
                <a:gd name="connsiteX11" fmla="*/ 73152 w 192595"/>
                <a:gd name="connsiteY11" fmla="*/ 98679 h 158305"/>
                <a:gd name="connsiteX12" fmla="*/ 119729 w 192595"/>
                <a:gd name="connsiteY12" fmla="*/ 98679 h 158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2595" h="158305">
                  <a:moveTo>
                    <a:pt x="192500" y="158306"/>
                  </a:moveTo>
                  <a:lnTo>
                    <a:pt x="143637" y="158306"/>
                  </a:lnTo>
                  <a:lnTo>
                    <a:pt x="130683" y="126206"/>
                  </a:lnTo>
                  <a:lnTo>
                    <a:pt x="62008" y="126206"/>
                  </a:lnTo>
                  <a:lnTo>
                    <a:pt x="48863" y="158306"/>
                  </a:lnTo>
                  <a:lnTo>
                    <a:pt x="0" y="158306"/>
                  </a:lnTo>
                  <a:lnTo>
                    <a:pt x="70009" y="0"/>
                  </a:lnTo>
                  <a:lnTo>
                    <a:pt x="122777" y="0"/>
                  </a:lnTo>
                  <a:lnTo>
                    <a:pt x="192596" y="158306"/>
                  </a:lnTo>
                  <a:close/>
                  <a:moveTo>
                    <a:pt x="119729" y="98679"/>
                  </a:moveTo>
                  <a:lnTo>
                    <a:pt x="96583" y="40862"/>
                  </a:lnTo>
                  <a:lnTo>
                    <a:pt x="73152" y="98679"/>
                  </a:lnTo>
                  <a:lnTo>
                    <a:pt x="119729" y="98679"/>
                  </a:lnTo>
                  <a:close/>
                </a:path>
              </a:pathLst>
            </a:custGeom>
            <a:grpFill/>
            <a:ln w="9525" cap="flat">
              <a:noFill/>
              <a:prstDash val="solid"/>
              <a:miter/>
            </a:ln>
          </p:spPr>
          <p:txBody>
            <a:bodyPr rtlCol="0" anchor="ctr"/>
            <a:lstStyle/>
            <a:p>
              <a:endParaRPr lang="en-GB"/>
            </a:p>
          </p:txBody>
        </p:sp>
        <p:sp>
          <p:nvSpPr>
            <p:cNvPr id="38" name="Freeform: Shape 30">
              <a:extLst>
                <a:ext uri="{FF2B5EF4-FFF2-40B4-BE49-F238E27FC236}">
                  <a16:creationId xmlns:a16="http://schemas.microsoft.com/office/drawing/2014/main" id="{08506D09-A114-A134-9524-222ED3D0272B}"/>
                </a:ext>
              </a:extLst>
            </p:cNvPr>
            <p:cNvSpPr/>
            <p:nvPr/>
          </p:nvSpPr>
          <p:spPr>
            <a:xfrm>
              <a:off x="2427572" y="3381507"/>
              <a:ext cx="171926" cy="158210"/>
            </a:xfrm>
            <a:custGeom>
              <a:avLst/>
              <a:gdLst>
                <a:gd name="connsiteX0" fmla="*/ 171926 w 171926"/>
                <a:gd name="connsiteY0" fmla="*/ 158210 h 158210"/>
                <a:gd name="connsiteX1" fmla="*/ 129445 w 171926"/>
                <a:gd name="connsiteY1" fmla="*/ 158210 h 158210"/>
                <a:gd name="connsiteX2" fmla="*/ 47339 w 171926"/>
                <a:gd name="connsiteY2" fmla="*/ 70104 h 158210"/>
                <a:gd name="connsiteX3" fmla="*/ 47339 w 171926"/>
                <a:gd name="connsiteY3" fmla="*/ 158210 h 158210"/>
                <a:gd name="connsiteX4" fmla="*/ 0 w 171926"/>
                <a:gd name="connsiteY4" fmla="*/ 158210 h 158210"/>
                <a:gd name="connsiteX5" fmla="*/ 0 w 171926"/>
                <a:gd name="connsiteY5" fmla="*/ 0 h 158210"/>
                <a:gd name="connsiteX6" fmla="*/ 42386 w 171926"/>
                <a:gd name="connsiteY6" fmla="*/ 0 h 158210"/>
                <a:gd name="connsiteX7" fmla="*/ 124301 w 171926"/>
                <a:gd name="connsiteY7" fmla="*/ 87630 h 158210"/>
                <a:gd name="connsiteX8" fmla="*/ 124301 w 171926"/>
                <a:gd name="connsiteY8" fmla="*/ 0 h 158210"/>
                <a:gd name="connsiteX9" fmla="*/ 171926 w 171926"/>
                <a:gd name="connsiteY9" fmla="*/ 0 h 158210"/>
                <a:gd name="connsiteX10" fmla="*/ 171926 w 171926"/>
                <a:gd name="connsiteY10" fmla="*/ 158210 h 15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1926" h="158210">
                  <a:moveTo>
                    <a:pt x="171926" y="158210"/>
                  </a:moveTo>
                  <a:lnTo>
                    <a:pt x="129445" y="158210"/>
                  </a:lnTo>
                  <a:lnTo>
                    <a:pt x="47339" y="70104"/>
                  </a:lnTo>
                  <a:lnTo>
                    <a:pt x="47339" y="158210"/>
                  </a:lnTo>
                  <a:lnTo>
                    <a:pt x="0" y="158210"/>
                  </a:lnTo>
                  <a:lnTo>
                    <a:pt x="0" y="0"/>
                  </a:lnTo>
                  <a:lnTo>
                    <a:pt x="42386" y="0"/>
                  </a:lnTo>
                  <a:lnTo>
                    <a:pt x="124301" y="87630"/>
                  </a:lnTo>
                  <a:lnTo>
                    <a:pt x="124301" y="0"/>
                  </a:lnTo>
                  <a:lnTo>
                    <a:pt x="171926" y="0"/>
                  </a:lnTo>
                  <a:lnTo>
                    <a:pt x="171926" y="158210"/>
                  </a:lnTo>
                  <a:close/>
                </a:path>
              </a:pathLst>
            </a:custGeom>
            <a:grpFill/>
            <a:ln w="9525" cap="flat">
              <a:noFill/>
              <a:prstDash val="solid"/>
              <a:miter/>
            </a:ln>
          </p:spPr>
          <p:txBody>
            <a:bodyPr rtlCol="0" anchor="ctr"/>
            <a:lstStyle/>
            <a:p>
              <a:endParaRPr lang="en-GB"/>
            </a:p>
          </p:txBody>
        </p:sp>
        <p:sp>
          <p:nvSpPr>
            <p:cNvPr id="39" name="Freeform: Shape 31">
              <a:extLst>
                <a:ext uri="{FF2B5EF4-FFF2-40B4-BE49-F238E27FC236}">
                  <a16:creationId xmlns:a16="http://schemas.microsoft.com/office/drawing/2014/main" id="{DD84B964-D3D3-AF13-F1F6-A0D8C3E2E97A}"/>
                </a:ext>
              </a:extLst>
            </p:cNvPr>
            <p:cNvSpPr/>
            <p:nvPr/>
          </p:nvSpPr>
          <p:spPr>
            <a:xfrm>
              <a:off x="2662840" y="3381508"/>
              <a:ext cx="47720" cy="158210"/>
            </a:xfrm>
            <a:custGeom>
              <a:avLst/>
              <a:gdLst>
                <a:gd name="connsiteX0" fmla="*/ 0 w 47720"/>
                <a:gd name="connsiteY0" fmla="*/ 0 h 158210"/>
                <a:gd name="connsiteX1" fmla="*/ 47720 w 47720"/>
                <a:gd name="connsiteY1" fmla="*/ 0 h 158210"/>
                <a:gd name="connsiteX2" fmla="*/ 47720 w 47720"/>
                <a:gd name="connsiteY2" fmla="*/ 158210 h 158210"/>
                <a:gd name="connsiteX3" fmla="*/ 0 w 47720"/>
                <a:gd name="connsiteY3" fmla="*/ 158210 h 158210"/>
              </a:gdLst>
              <a:ahLst/>
              <a:cxnLst>
                <a:cxn ang="0">
                  <a:pos x="connsiteX0" y="connsiteY0"/>
                </a:cxn>
                <a:cxn ang="0">
                  <a:pos x="connsiteX1" y="connsiteY1"/>
                </a:cxn>
                <a:cxn ang="0">
                  <a:pos x="connsiteX2" y="connsiteY2"/>
                </a:cxn>
                <a:cxn ang="0">
                  <a:pos x="connsiteX3" y="connsiteY3"/>
                </a:cxn>
              </a:cxnLst>
              <a:rect l="l" t="t" r="r" b="b"/>
              <a:pathLst>
                <a:path w="47720" h="158210">
                  <a:moveTo>
                    <a:pt x="0" y="0"/>
                  </a:moveTo>
                  <a:lnTo>
                    <a:pt x="47720" y="0"/>
                  </a:lnTo>
                  <a:lnTo>
                    <a:pt x="47720" y="158210"/>
                  </a:lnTo>
                  <a:lnTo>
                    <a:pt x="0" y="158210"/>
                  </a:lnTo>
                  <a:close/>
                </a:path>
              </a:pathLst>
            </a:custGeom>
            <a:grpFill/>
            <a:ln w="9525" cap="flat">
              <a:noFill/>
              <a:prstDash val="solid"/>
              <a:miter/>
            </a:ln>
          </p:spPr>
          <p:txBody>
            <a:bodyPr rtlCol="0" anchor="ctr"/>
            <a:lstStyle/>
            <a:p>
              <a:endParaRPr lang="en-GB"/>
            </a:p>
          </p:txBody>
        </p:sp>
        <p:sp>
          <p:nvSpPr>
            <p:cNvPr id="40" name="Freeform: Shape 32">
              <a:extLst>
                <a:ext uri="{FF2B5EF4-FFF2-40B4-BE49-F238E27FC236}">
                  <a16:creationId xmlns:a16="http://schemas.microsoft.com/office/drawing/2014/main" id="{D001200B-EC98-156E-E7EA-5962B546879C}"/>
                </a:ext>
              </a:extLst>
            </p:cNvPr>
            <p:cNvSpPr/>
            <p:nvPr/>
          </p:nvSpPr>
          <p:spPr>
            <a:xfrm>
              <a:off x="1237900" y="3614298"/>
              <a:ext cx="54864" cy="103155"/>
            </a:xfrm>
            <a:custGeom>
              <a:avLst/>
              <a:gdLst>
                <a:gd name="connsiteX0" fmla="*/ 0 w 54864"/>
                <a:gd name="connsiteY0" fmla="*/ 103156 h 103155"/>
                <a:gd name="connsiteX1" fmla="*/ 0 w 54864"/>
                <a:gd name="connsiteY1" fmla="*/ 0 h 103155"/>
                <a:gd name="connsiteX2" fmla="*/ 54864 w 54864"/>
                <a:gd name="connsiteY2" fmla="*/ 0 h 103155"/>
                <a:gd name="connsiteX3" fmla="*/ 54864 w 54864"/>
                <a:gd name="connsiteY3" fmla="*/ 12954 h 103155"/>
                <a:gd name="connsiteX4" fmla="*/ 14764 w 54864"/>
                <a:gd name="connsiteY4" fmla="*/ 12954 h 103155"/>
                <a:gd name="connsiteX5" fmla="*/ 14764 w 54864"/>
                <a:gd name="connsiteY5" fmla="*/ 43148 h 103155"/>
                <a:gd name="connsiteX6" fmla="*/ 53054 w 54864"/>
                <a:gd name="connsiteY6" fmla="*/ 43148 h 103155"/>
                <a:gd name="connsiteX7" fmla="*/ 53054 w 54864"/>
                <a:gd name="connsiteY7" fmla="*/ 56198 h 103155"/>
                <a:gd name="connsiteX8" fmla="*/ 14764 w 54864"/>
                <a:gd name="connsiteY8" fmla="*/ 56198 h 103155"/>
                <a:gd name="connsiteX9" fmla="*/ 14764 w 54864"/>
                <a:gd name="connsiteY9" fmla="*/ 103156 h 103155"/>
                <a:gd name="connsiteX10" fmla="*/ 0 w 54864"/>
                <a:gd name="connsiteY10"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864" h="103155">
                  <a:moveTo>
                    <a:pt x="0" y="103156"/>
                  </a:moveTo>
                  <a:lnTo>
                    <a:pt x="0" y="0"/>
                  </a:lnTo>
                  <a:lnTo>
                    <a:pt x="54864" y="0"/>
                  </a:lnTo>
                  <a:lnTo>
                    <a:pt x="54864" y="12954"/>
                  </a:lnTo>
                  <a:lnTo>
                    <a:pt x="14764" y="12954"/>
                  </a:lnTo>
                  <a:lnTo>
                    <a:pt x="14764" y="43148"/>
                  </a:lnTo>
                  <a:lnTo>
                    <a:pt x="53054" y="43148"/>
                  </a:lnTo>
                  <a:lnTo>
                    <a:pt x="53054" y="56198"/>
                  </a:lnTo>
                  <a:lnTo>
                    <a:pt x="14764" y="56198"/>
                  </a:lnTo>
                  <a:lnTo>
                    <a:pt x="14764" y="103156"/>
                  </a:lnTo>
                  <a:lnTo>
                    <a:pt x="0" y="103156"/>
                  </a:lnTo>
                  <a:close/>
                </a:path>
              </a:pathLst>
            </a:custGeom>
            <a:grpFill/>
            <a:ln w="9525" cap="flat">
              <a:noFill/>
              <a:prstDash val="solid"/>
              <a:miter/>
            </a:ln>
          </p:spPr>
          <p:txBody>
            <a:bodyPr rtlCol="0" anchor="ctr"/>
            <a:lstStyle/>
            <a:p>
              <a:endParaRPr lang="en-GB"/>
            </a:p>
          </p:txBody>
        </p:sp>
        <p:sp>
          <p:nvSpPr>
            <p:cNvPr id="41" name="Freeform: Shape 33">
              <a:extLst>
                <a:ext uri="{FF2B5EF4-FFF2-40B4-BE49-F238E27FC236}">
                  <a16:creationId xmlns:a16="http://schemas.microsoft.com/office/drawing/2014/main" id="{6AFE5557-3CFB-A97A-1944-79097E28F883}"/>
                </a:ext>
              </a:extLst>
            </p:cNvPr>
            <p:cNvSpPr/>
            <p:nvPr/>
          </p:nvSpPr>
          <p:spPr>
            <a:xfrm>
              <a:off x="1336865" y="3612489"/>
              <a:ext cx="99440" cy="106775"/>
            </a:xfrm>
            <a:custGeom>
              <a:avLst/>
              <a:gdLst>
                <a:gd name="connsiteX0" fmla="*/ 95 w 99440"/>
                <a:gd name="connsiteY0" fmla="*/ 53340 h 106775"/>
                <a:gd name="connsiteX1" fmla="*/ 13240 w 99440"/>
                <a:gd name="connsiteY1" fmla="*/ 15240 h 106775"/>
                <a:gd name="connsiteX2" fmla="*/ 49721 w 99440"/>
                <a:gd name="connsiteY2" fmla="*/ 0 h 106775"/>
                <a:gd name="connsiteX3" fmla="*/ 86392 w 99440"/>
                <a:gd name="connsiteY3" fmla="*/ 15240 h 106775"/>
                <a:gd name="connsiteX4" fmla="*/ 99441 w 99440"/>
                <a:gd name="connsiteY4" fmla="*/ 53340 h 106775"/>
                <a:gd name="connsiteX5" fmla="*/ 86392 w 99440"/>
                <a:gd name="connsiteY5" fmla="*/ 91821 h 106775"/>
                <a:gd name="connsiteX6" fmla="*/ 49721 w 99440"/>
                <a:gd name="connsiteY6" fmla="*/ 106775 h 106775"/>
                <a:gd name="connsiteX7" fmla="*/ 13049 w 99440"/>
                <a:gd name="connsiteY7" fmla="*/ 91821 h 106775"/>
                <a:gd name="connsiteX8" fmla="*/ 0 w 99440"/>
                <a:gd name="connsiteY8" fmla="*/ 53340 h 106775"/>
                <a:gd name="connsiteX9" fmla="*/ 15716 w 99440"/>
                <a:gd name="connsiteY9" fmla="*/ 53340 h 106775"/>
                <a:gd name="connsiteX10" fmla="*/ 23813 w 99440"/>
                <a:gd name="connsiteY10" fmla="*/ 81248 h 106775"/>
                <a:gd name="connsiteX11" fmla="*/ 49721 w 99440"/>
                <a:gd name="connsiteY11" fmla="*/ 93631 h 106775"/>
                <a:gd name="connsiteX12" fmla="*/ 75628 w 99440"/>
                <a:gd name="connsiteY12" fmla="*/ 81248 h 106775"/>
                <a:gd name="connsiteX13" fmla="*/ 83725 w 99440"/>
                <a:gd name="connsiteY13" fmla="*/ 53340 h 106775"/>
                <a:gd name="connsiteX14" fmla="*/ 75343 w 99440"/>
                <a:gd name="connsiteY14" fmla="*/ 25241 h 106775"/>
                <a:gd name="connsiteX15" fmla="*/ 49721 w 99440"/>
                <a:gd name="connsiteY15" fmla="*/ 12954 h 106775"/>
                <a:gd name="connsiteX16" fmla="*/ 24194 w 99440"/>
                <a:gd name="connsiteY16" fmla="*/ 25241 h 106775"/>
                <a:gd name="connsiteX17" fmla="*/ 15811 w 99440"/>
                <a:gd name="connsiteY17" fmla="*/ 53340 h 10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440" h="106775">
                  <a:moveTo>
                    <a:pt x="95" y="53340"/>
                  </a:moveTo>
                  <a:cubicBezTo>
                    <a:pt x="95" y="37719"/>
                    <a:pt x="4477" y="24955"/>
                    <a:pt x="13240" y="15240"/>
                  </a:cubicBezTo>
                  <a:cubicBezTo>
                    <a:pt x="22193" y="5048"/>
                    <a:pt x="34385" y="0"/>
                    <a:pt x="49721" y="0"/>
                  </a:cubicBezTo>
                  <a:cubicBezTo>
                    <a:pt x="65056" y="0"/>
                    <a:pt x="77343" y="5048"/>
                    <a:pt x="86392" y="15240"/>
                  </a:cubicBezTo>
                  <a:cubicBezTo>
                    <a:pt x="95059" y="24955"/>
                    <a:pt x="99441" y="37719"/>
                    <a:pt x="99441" y="53340"/>
                  </a:cubicBezTo>
                  <a:cubicBezTo>
                    <a:pt x="99441" y="68961"/>
                    <a:pt x="95059" y="82105"/>
                    <a:pt x="86392" y="91821"/>
                  </a:cubicBezTo>
                  <a:cubicBezTo>
                    <a:pt x="77438" y="101822"/>
                    <a:pt x="65151" y="106775"/>
                    <a:pt x="49721" y="106775"/>
                  </a:cubicBezTo>
                  <a:cubicBezTo>
                    <a:pt x="34290" y="106775"/>
                    <a:pt x="22003" y="101822"/>
                    <a:pt x="13049" y="91821"/>
                  </a:cubicBezTo>
                  <a:cubicBezTo>
                    <a:pt x="4381" y="82201"/>
                    <a:pt x="0" y="69342"/>
                    <a:pt x="0" y="53340"/>
                  </a:cubicBezTo>
                  <a:moveTo>
                    <a:pt x="15716" y="53340"/>
                  </a:moveTo>
                  <a:cubicBezTo>
                    <a:pt x="15716" y="64579"/>
                    <a:pt x="18383" y="73914"/>
                    <a:pt x="23813" y="81248"/>
                  </a:cubicBezTo>
                  <a:cubicBezTo>
                    <a:pt x="29908" y="89535"/>
                    <a:pt x="38576" y="93631"/>
                    <a:pt x="49721" y="93631"/>
                  </a:cubicBezTo>
                  <a:cubicBezTo>
                    <a:pt x="60865" y="93631"/>
                    <a:pt x="69532" y="89535"/>
                    <a:pt x="75628" y="81248"/>
                  </a:cubicBezTo>
                  <a:cubicBezTo>
                    <a:pt x="81058" y="73819"/>
                    <a:pt x="83725" y="64579"/>
                    <a:pt x="83725" y="53340"/>
                  </a:cubicBezTo>
                  <a:cubicBezTo>
                    <a:pt x="83725" y="42100"/>
                    <a:pt x="80963" y="32766"/>
                    <a:pt x="75343" y="25241"/>
                  </a:cubicBezTo>
                  <a:cubicBezTo>
                    <a:pt x="69151" y="17050"/>
                    <a:pt x="60579" y="12954"/>
                    <a:pt x="49721" y="12954"/>
                  </a:cubicBezTo>
                  <a:cubicBezTo>
                    <a:pt x="38862" y="12954"/>
                    <a:pt x="30385" y="17050"/>
                    <a:pt x="24194" y="25241"/>
                  </a:cubicBezTo>
                  <a:cubicBezTo>
                    <a:pt x="18574" y="32766"/>
                    <a:pt x="15811" y="42100"/>
                    <a:pt x="15811" y="53340"/>
                  </a:cubicBezTo>
                </a:path>
              </a:pathLst>
            </a:custGeom>
            <a:grpFill/>
            <a:ln w="9525" cap="flat">
              <a:noFill/>
              <a:prstDash val="solid"/>
              <a:miter/>
            </a:ln>
          </p:spPr>
          <p:txBody>
            <a:bodyPr rtlCol="0" anchor="ctr"/>
            <a:lstStyle/>
            <a:p>
              <a:endParaRPr lang="en-GB"/>
            </a:p>
          </p:txBody>
        </p:sp>
        <p:sp>
          <p:nvSpPr>
            <p:cNvPr id="42" name="Freeform: Shape 34">
              <a:extLst>
                <a:ext uri="{FF2B5EF4-FFF2-40B4-BE49-F238E27FC236}">
                  <a16:creationId xmlns:a16="http://schemas.microsoft.com/office/drawing/2014/main" id="{DFED58AB-47EB-314C-68CF-C8E2CE30204E}"/>
                </a:ext>
              </a:extLst>
            </p:cNvPr>
            <p:cNvSpPr/>
            <p:nvPr/>
          </p:nvSpPr>
          <p:spPr>
            <a:xfrm>
              <a:off x="1487931" y="3614298"/>
              <a:ext cx="80009" cy="104965"/>
            </a:xfrm>
            <a:custGeom>
              <a:avLst/>
              <a:gdLst>
                <a:gd name="connsiteX0" fmla="*/ 80010 w 80009"/>
                <a:gd name="connsiteY0" fmla="*/ 0 h 104965"/>
                <a:gd name="connsiteX1" fmla="*/ 80010 w 80009"/>
                <a:gd name="connsiteY1" fmla="*/ 60484 h 104965"/>
                <a:gd name="connsiteX2" fmla="*/ 69628 w 80009"/>
                <a:gd name="connsiteY2" fmla="*/ 93536 h 104965"/>
                <a:gd name="connsiteX3" fmla="*/ 40005 w 80009"/>
                <a:gd name="connsiteY3" fmla="*/ 104966 h 104965"/>
                <a:gd name="connsiteX4" fmla="*/ 10382 w 80009"/>
                <a:gd name="connsiteY4" fmla="*/ 93536 h 104965"/>
                <a:gd name="connsiteX5" fmla="*/ 0 w 80009"/>
                <a:gd name="connsiteY5" fmla="*/ 60484 h 104965"/>
                <a:gd name="connsiteX6" fmla="*/ 0 w 80009"/>
                <a:gd name="connsiteY6" fmla="*/ 0 h 104965"/>
                <a:gd name="connsiteX7" fmla="*/ 14764 w 80009"/>
                <a:gd name="connsiteY7" fmla="*/ 0 h 104965"/>
                <a:gd name="connsiteX8" fmla="*/ 14764 w 80009"/>
                <a:gd name="connsiteY8" fmla="*/ 58579 h 104965"/>
                <a:gd name="connsiteX9" fmla="*/ 40005 w 80009"/>
                <a:gd name="connsiteY9" fmla="*/ 92012 h 104965"/>
                <a:gd name="connsiteX10" fmla="*/ 65246 w 80009"/>
                <a:gd name="connsiteY10" fmla="*/ 58579 h 104965"/>
                <a:gd name="connsiteX11" fmla="*/ 65246 w 80009"/>
                <a:gd name="connsiteY11" fmla="*/ 0 h 104965"/>
                <a:gd name="connsiteX12" fmla="*/ 80010 w 80009"/>
                <a:gd name="connsiteY12" fmla="*/ 0 h 10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009" h="104965">
                  <a:moveTo>
                    <a:pt x="80010" y="0"/>
                  </a:moveTo>
                  <a:lnTo>
                    <a:pt x="80010" y="60484"/>
                  </a:lnTo>
                  <a:cubicBezTo>
                    <a:pt x="80010" y="74867"/>
                    <a:pt x="76581" y="85916"/>
                    <a:pt x="69628" y="93536"/>
                  </a:cubicBezTo>
                  <a:cubicBezTo>
                    <a:pt x="62674" y="101156"/>
                    <a:pt x="52768" y="104966"/>
                    <a:pt x="40005" y="104966"/>
                  </a:cubicBezTo>
                  <a:cubicBezTo>
                    <a:pt x="27242" y="104966"/>
                    <a:pt x="17335" y="101156"/>
                    <a:pt x="10382" y="93536"/>
                  </a:cubicBezTo>
                  <a:cubicBezTo>
                    <a:pt x="3429" y="85916"/>
                    <a:pt x="0" y="74867"/>
                    <a:pt x="0" y="60484"/>
                  </a:cubicBezTo>
                  <a:lnTo>
                    <a:pt x="0" y="0"/>
                  </a:lnTo>
                  <a:lnTo>
                    <a:pt x="14764" y="0"/>
                  </a:lnTo>
                  <a:lnTo>
                    <a:pt x="14764" y="58579"/>
                  </a:lnTo>
                  <a:cubicBezTo>
                    <a:pt x="14764" y="80867"/>
                    <a:pt x="23241" y="92012"/>
                    <a:pt x="40005" y="92012"/>
                  </a:cubicBezTo>
                  <a:cubicBezTo>
                    <a:pt x="56769" y="92012"/>
                    <a:pt x="65246" y="80867"/>
                    <a:pt x="65246" y="58579"/>
                  </a:cubicBezTo>
                  <a:lnTo>
                    <a:pt x="65246" y="0"/>
                  </a:lnTo>
                  <a:lnTo>
                    <a:pt x="80010" y="0"/>
                  </a:lnTo>
                  <a:close/>
                </a:path>
              </a:pathLst>
            </a:custGeom>
            <a:grpFill/>
            <a:ln w="9525" cap="flat">
              <a:noFill/>
              <a:prstDash val="solid"/>
              <a:miter/>
            </a:ln>
          </p:spPr>
          <p:txBody>
            <a:bodyPr rtlCol="0" anchor="ctr"/>
            <a:lstStyle/>
            <a:p>
              <a:endParaRPr lang="en-GB"/>
            </a:p>
          </p:txBody>
        </p:sp>
        <p:sp>
          <p:nvSpPr>
            <p:cNvPr id="43" name="Freeform: Shape 35">
              <a:extLst>
                <a:ext uri="{FF2B5EF4-FFF2-40B4-BE49-F238E27FC236}">
                  <a16:creationId xmlns:a16="http://schemas.microsoft.com/office/drawing/2014/main" id="{C8EC3FFA-844D-756B-D6F6-39A0F7CAC8F3}"/>
                </a:ext>
              </a:extLst>
            </p:cNvPr>
            <p:cNvSpPr/>
            <p:nvPr/>
          </p:nvSpPr>
          <p:spPr>
            <a:xfrm>
              <a:off x="1624329" y="3614298"/>
              <a:ext cx="80772" cy="103155"/>
            </a:xfrm>
            <a:custGeom>
              <a:avLst/>
              <a:gdLst>
                <a:gd name="connsiteX0" fmla="*/ 0 w 80772"/>
                <a:gd name="connsiteY0" fmla="*/ 103156 h 103155"/>
                <a:gd name="connsiteX1" fmla="*/ 0 w 80772"/>
                <a:gd name="connsiteY1" fmla="*/ 0 h 103155"/>
                <a:gd name="connsiteX2" fmla="*/ 20098 w 80772"/>
                <a:gd name="connsiteY2" fmla="*/ 0 h 103155"/>
                <a:gd name="connsiteX3" fmla="*/ 65723 w 80772"/>
                <a:gd name="connsiteY3" fmla="*/ 83058 h 103155"/>
                <a:gd name="connsiteX4" fmla="*/ 66008 w 80772"/>
                <a:gd name="connsiteY4" fmla="*/ 83058 h 103155"/>
                <a:gd name="connsiteX5" fmla="*/ 66008 w 80772"/>
                <a:gd name="connsiteY5" fmla="*/ 0 h 103155"/>
                <a:gd name="connsiteX6" fmla="*/ 80772 w 80772"/>
                <a:gd name="connsiteY6" fmla="*/ 0 h 103155"/>
                <a:gd name="connsiteX7" fmla="*/ 80772 w 80772"/>
                <a:gd name="connsiteY7" fmla="*/ 103156 h 103155"/>
                <a:gd name="connsiteX8" fmla="*/ 61817 w 80772"/>
                <a:gd name="connsiteY8" fmla="*/ 103156 h 103155"/>
                <a:gd name="connsiteX9" fmla="*/ 15145 w 80772"/>
                <a:gd name="connsiteY9" fmla="*/ 18288 h 103155"/>
                <a:gd name="connsiteX10" fmla="*/ 14764 w 80772"/>
                <a:gd name="connsiteY10" fmla="*/ 18288 h 103155"/>
                <a:gd name="connsiteX11" fmla="*/ 14764 w 80772"/>
                <a:gd name="connsiteY11" fmla="*/ 103156 h 103155"/>
                <a:gd name="connsiteX12" fmla="*/ 0 w 80772"/>
                <a:gd name="connsiteY12"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772" h="103155">
                  <a:moveTo>
                    <a:pt x="0" y="103156"/>
                  </a:moveTo>
                  <a:lnTo>
                    <a:pt x="0" y="0"/>
                  </a:lnTo>
                  <a:lnTo>
                    <a:pt x="20098" y="0"/>
                  </a:lnTo>
                  <a:lnTo>
                    <a:pt x="65723" y="83058"/>
                  </a:lnTo>
                  <a:lnTo>
                    <a:pt x="66008" y="83058"/>
                  </a:lnTo>
                  <a:lnTo>
                    <a:pt x="66008" y="0"/>
                  </a:lnTo>
                  <a:lnTo>
                    <a:pt x="80772" y="0"/>
                  </a:lnTo>
                  <a:lnTo>
                    <a:pt x="80772" y="103156"/>
                  </a:lnTo>
                  <a:lnTo>
                    <a:pt x="61817" y="103156"/>
                  </a:lnTo>
                  <a:lnTo>
                    <a:pt x="15145" y="18288"/>
                  </a:lnTo>
                  <a:lnTo>
                    <a:pt x="14764" y="18288"/>
                  </a:lnTo>
                  <a:lnTo>
                    <a:pt x="14764" y="103156"/>
                  </a:lnTo>
                  <a:lnTo>
                    <a:pt x="0" y="103156"/>
                  </a:lnTo>
                  <a:close/>
                </a:path>
              </a:pathLst>
            </a:custGeom>
            <a:grpFill/>
            <a:ln w="9525" cap="flat">
              <a:noFill/>
              <a:prstDash val="solid"/>
              <a:miter/>
            </a:ln>
          </p:spPr>
          <p:txBody>
            <a:bodyPr rtlCol="0" anchor="ctr"/>
            <a:lstStyle/>
            <a:p>
              <a:endParaRPr lang="en-GB"/>
            </a:p>
          </p:txBody>
        </p:sp>
        <p:sp>
          <p:nvSpPr>
            <p:cNvPr id="44" name="Freeform: Shape 36">
              <a:extLst>
                <a:ext uri="{FF2B5EF4-FFF2-40B4-BE49-F238E27FC236}">
                  <a16:creationId xmlns:a16="http://schemas.microsoft.com/office/drawing/2014/main" id="{B2760A55-A4E5-2C37-4D3C-642DC5CB13D7}"/>
                </a:ext>
              </a:extLst>
            </p:cNvPr>
            <p:cNvSpPr/>
            <p:nvPr/>
          </p:nvSpPr>
          <p:spPr>
            <a:xfrm>
              <a:off x="1762251" y="3614298"/>
              <a:ext cx="85534" cy="103155"/>
            </a:xfrm>
            <a:custGeom>
              <a:avLst/>
              <a:gdLst>
                <a:gd name="connsiteX0" fmla="*/ 0 w 85534"/>
                <a:gd name="connsiteY0" fmla="*/ 103156 h 103155"/>
                <a:gd name="connsiteX1" fmla="*/ 0 w 85534"/>
                <a:gd name="connsiteY1" fmla="*/ 0 h 103155"/>
                <a:gd name="connsiteX2" fmla="*/ 30480 w 85534"/>
                <a:gd name="connsiteY2" fmla="*/ 0 h 103155"/>
                <a:gd name="connsiteX3" fmla="*/ 69533 w 85534"/>
                <a:gd name="connsiteY3" fmla="*/ 13430 h 103155"/>
                <a:gd name="connsiteX4" fmla="*/ 85535 w 85534"/>
                <a:gd name="connsiteY4" fmla="*/ 50673 h 103155"/>
                <a:gd name="connsiteX5" fmla="*/ 70961 w 85534"/>
                <a:gd name="connsiteY5" fmla="*/ 89726 h 103155"/>
                <a:gd name="connsiteX6" fmla="*/ 30575 w 85534"/>
                <a:gd name="connsiteY6" fmla="*/ 103156 h 103155"/>
                <a:gd name="connsiteX7" fmla="*/ 95 w 85534"/>
                <a:gd name="connsiteY7" fmla="*/ 103156 h 103155"/>
                <a:gd name="connsiteX8" fmla="*/ 14764 w 85534"/>
                <a:gd name="connsiteY8" fmla="*/ 12954 h 103155"/>
                <a:gd name="connsiteX9" fmla="*/ 14764 w 85534"/>
                <a:gd name="connsiteY9" fmla="*/ 90106 h 103155"/>
                <a:gd name="connsiteX10" fmla="*/ 30290 w 85534"/>
                <a:gd name="connsiteY10" fmla="*/ 90106 h 103155"/>
                <a:gd name="connsiteX11" fmla="*/ 69723 w 85534"/>
                <a:gd name="connsiteY11" fmla="*/ 51245 h 103155"/>
                <a:gd name="connsiteX12" fmla="*/ 58960 w 85534"/>
                <a:gd name="connsiteY12" fmla="*/ 23051 h 103155"/>
                <a:gd name="connsiteX13" fmla="*/ 32004 w 85534"/>
                <a:gd name="connsiteY13" fmla="*/ 12954 h 103155"/>
                <a:gd name="connsiteX14" fmla="*/ 14669 w 85534"/>
                <a:gd name="connsiteY14" fmla="*/ 12954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534" h="103155">
                  <a:moveTo>
                    <a:pt x="0" y="103156"/>
                  </a:moveTo>
                  <a:lnTo>
                    <a:pt x="0" y="0"/>
                  </a:lnTo>
                  <a:lnTo>
                    <a:pt x="30480" y="0"/>
                  </a:lnTo>
                  <a:cubicBezTo>
                    <a:pt x="46196" y="0"/>
                    <a:pt x="59246" y="4477"/>
                    <a:pt x="69533" y="13430"/>
                  </a:cubicBezTo>
                  <a:cubicBezTo>
                    <a:pt x="80200" y="22765"/>
                    <a:pt x="85535" y="35243"/>
                    <a:pt x="85535" y="50673"/>
                  </a:cubicBezTo>
                  <a:cubicBezTo>
                    <a:pt x="85535" y="67723"/>
                    <a:pt x="80677" y="80772"/>
                    <a:pt x="70961" y="89726"/>
                  </a:cubicBezTo>
                  <a:cubicBezTo>
                    <a:pt x="61246" y="98679"/>
                    <a:pt x="47815" y="103156"/>
                    <a:pt x="30575" y="103156"/>
                  </a:cubicBezTo>
                  <a:lnTo>
                    <a:pt x="95" y="103156"/>
                  </a:lnTo>
                  <a:close/>
                  <a:moveTo>
                    <a:pt x="14764" y="12954"/>
                  </a:moveTo>
                  <a:lnTo>
                    <a:pt x="14764" y="90106"/>
                  </a:lnTo>
                  <a:lnTo>
                    <a:pt x="30290" y="90106"/>
                  </a:lnTo>
                  <a:cubicBezTo>
                    <a:pt x="56579" y="90106"/>
                    <a:pt x="69723" y="77153"/>
                    <a:pt x="69723" y="51245"/>
                  </a:cubicBezTo>
                  <a:cubicBezTo>
                    <a:pt x="69723" y="39529"/>
                    <a:pt x="66104" y="30099"/>
                    <a:pt x="58960" y="23051"/>
                  </a:cubicBezTo>
                  <a:cubicBezTo>
                    <a:pt x="52006" y="16288"/>
                    <a:pt x="42958" y="12954"/>
                    <a:pt x="32004" y="12954"/>
                  </a:cubicBezTo>
                  <a:lnTo>
                    <a:pt x="14669" y="12954"/>
                  </a:lnTo>
                  <a:close/>
                </a:path>
              </a:pathLst>
            </a:custGeom>
            <a:grpFill/>
            <a:ln w="9525" cap="flat">
              <a:noFill/>
              <a:prstDash val="solid"/>
              <a:miter/>
            </a:ln>
          </p:spPr>
          <p:txBody>
            <a:bodyPr rtlCol="0" anchor="ctr"/>
            <a:lstStyle/>
            <a:p>
              <a:endParaRPr lang="en-GB"/>
            </a:p>
          </p:txBody>
        </p:sp>
        <p:sp>
          <p:nvSpPr>
            <p:cNvPr id="45" name="Freeform: Shape 37">
              <a:extLst>
                <a:ext uri="{FF2B5EF4-FFF2-40B4-BE49-F238E27FC236}">
                  <a16:creationId xmlns:a16="http://schemas.microsoft.com/office/drawing/2014/main" id="{33828D5C-97A3-4351-2281-D8310BEE14EE}"/>
                </a:ext>
              </a:extLst>
            </p:cNvPr>
            <p:cNvSpPr/>
            <p:nvPr/>
          </p:nvSpPr>
          <p:spPr>
            <a:xfrm>
              <a:off x="1885790" y="3614298"/>
              <a:ext cx="103155" cy="103155"/>
            </a:xfrm>
            <a:custGeom>
              <a:avLst/>
              <a:gdLst>
                <a:gd name="connsiteX0" fmla="*/ 0 w 103155"/>
                <a:gd name="connsiteY0" fmla="*/ 103156 h 103155"/>
                <a:gd name="connsiteX1" fmla="*/ 44005 w 103155"/>
                <a:gd name="connsiteY1" fmla="*/ 0 h 103155"/>
                <a:gd name="connsiteX2" fmla="*/ 59531 w 103155"/>
                <a:gd name="connsiteY2" fmla="*/ 0 h 103155"/>
                <a:gd name="connsiteX3" fmla="*/ 103156 w 103155"/>
                <a:gd name="connsiteY3" fmla="*/ 103156 h 103155"/>
                <a:gd name="connsiteX4" fmla="*/ 87058 w 103155"/>
                <a:gd name="connsiteY4" fmla="*/ 103156 h 103155"/>
                <a:gd name="connsiteX5" fmla="*/ 76581 w 103155"/>
                <a:gd name="connsiteY5" fmla="*/ 77153 h 103155"/>
                <a:gd name="connsiteX6" fmla="*/ 26003 w 103155"/>
                <a:gd name="connsiteY6" fmla="*/ 77153 h 103155"/>
                <a:gd name="connsiteX7" fmla="*/ 15526 w 103155"/>
                <a:gd name="connsiteY7" fmla="*/ 103156 h 103155"/>
                <a:gd name="connsiteX8" fmla="*/ 0 w 103155"/>
                <a:gd name="connsiteY8" fmla="*/ 103156 h 103155"/>
                <a:gd name="connsiteX9" fmla="*/ 71819 w 103155"/>
                <a:gd name="connsiteY9" fmla="*/ 64960 h 103155"/>
                <a:gd name="connsiteX10" fmla="*/ 51244 w 103155"/>
                <a:gd name="connsiteY10" fmla="*/ 13811 h 103155"/>
                <a:gd name="connsiteX11" fmla="*/ 30671 w 103155"/>
                <a:gd name="connsiteY11" fmla="*/ 64960 h 103155"/>
                <a:gd name="connsiteX12" fmla="*/ 71819 w 103155"/>
                <a:gd name="connsiteY12" fmla="*/ 64960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155" h="103155">
                  <a:moveTo>
                    <a:pt x="0" y="103156"/>
                  </a:moveTo>
                  <a:lnTo>
                    <a:pt x="44005" y="0"/>
                  </a:lnTo>
                  <a:lnTo>
                    <a:pt x="59531" y="0"/>
                  </a:lnTo>
                  <a:lnTo>
                    <a:pt x="103156" y="103156"/>
                  </a:lnTo>
                  <a:lnTo>
                    <a:pt x="87058" y="103156"/>
                  </a:lnTo>
                  <a:lnTo>
                    <a:pt x="76581" y="77153"/>
                  </a:lnTo>
                  <a:lnTo>
                    <a:pt x="26003" y="77153"/>
                  </a:lnTo>
                  <a:lnTo>
                    <a:pt x="15526" y="103156"/>
                  </a:lnTo>
                  <a:lnTo>
                    <a:pt x="0" y="103156"/>
                  </a:lnTo>
                  <a:close/>
                  <a:moveTo>
                    <a:pt x="71819" y="64960"/>
                  </a:moveTo>
                  <a:lnTo>
                    <a:pt x="51244" y="13811"/>
                  </a:lnTo>
                  <a:lnTo>
                    <a:pt x="30671" y="64960"/>
                  </a:lnTo>
                  <a:lnTo>
                    <a:pt x="71819" y="64960"/>
                  </a:lnTo>
                  <a:close/>
                </a:path>
              </a:pathLst>
            </a:custGeom>
            <a:grpFill/>
            <a:ln w="9525" cap="flat">
              <a:noFill/>
              <a:prstDash val="solid"/>
              <a:miter/>
            </a:ln>
          </p:spPr>
          <p:txBody>
            <a:bodyPr rtlCol="0" anchor="ctr"/>
            <a:lstStyle/>
            <a:p>
              <a:endParaRPr lang="en-GB"/>
            </a:p>
          </p:txBody>
        </p:sp>
        <p:sp>
          <p:nvSpPr>
            <p:cNvPr id="46" name="Freeform: Shape 38">
              <a:extLst>
                <a:ext uri="{FF2B5EF4-FFF2-40B4-BE49-F238E27FC236}">
                  <a16:creationId xmlns:a16="http://schemas.microsoft.com/office/drawing/2014/main" id="{8C452903-DC56-25F4-BC76-2C6E0C53077D}"/>
                </a:ext>
              </a:extLst>
            </p:cNvPr>
            <p:cNvSpPr/>
            <p:nvPr/>
          </p:nvSpPr>
          <p:spPr>
            <a:xfrm>
              <a:off x="2021903" y="3614298"/>
              <a:ext cx="78962" cy="103155"/>
            </a:xfrm>
            <a:custGeom>
              <a:avLst/>
              <a:gdLst>
                <a:gd name="connsiteX0" fmla="*/ 32099 w 78962"/>
                <a:gd name="connsiteY0" fmla="*/ 103156 h 103155"/>
                <a:gd name="connsiteX1" fmla="*/ 32099 w 78962"/>
                <a:gd name="connsiteY1" fmla="*/ 12954 h 103155"/>
                <a:gd name="connsiteX2" fmla="*/ 0 w 78962"/>
                <a:gd name="connsiteY2" fmla="*/ 12954 h 103155"/>
                <a:gd name="connsiteX3" fmla="*/ 0 w 78962"/>
                <a:gd name="connsiteY3" fmla="*/ 0 h 103155"/>
                <a:gd name="connsiteX4" fmla="*/ 78962 w 78962"/>
                <a:gd name="connsiteY4" fmla="*/ 0 h 103155"/>
                <a:gd name="connsiteX5" fmla="*/ 78962 w 78962"/>
                <a:gd name="connsiteY5" fmla="*/ 12954 h 103155"/>
                <a:gd name="connsiteX6" fmla="*/ 46863 w 78962"/>
                <a:gd name="connsiteY6" fmla="*/ 12954 h 103155"/>
                <a:gd name="connsiteX7" fmla="*/ 46863 w 78962"/>
                <a:gd name="connsiteY7" fmla="*/ 103156 h 103155"/>
                <a:gd name="connsiteX8" fmla="*/ 32099 w 78962"/>
                <a:gd name="connsiteY8"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62" h="103155">
                  <a:moveTo>
                    <a:pt x="32099" y="103156"/>
                  </a:moveTo>
                  <a:lnTo>
                    <a:pt x="32099" y="12954"/>
                  </a:lnTo>
                  <a:lnTo>
                    <a:pt x="0" y="12954"/>
                  </a:lnTo>
                  <a:lnTo>
                    <a:pt x="0" y="0"/>
                  </a:lnTo>
                  <a:lnTo>
                    <a:pt x="78962" y="0"/>
                  </a:lnTo>
                  <a:lnTo>
                    <a:pt x="78962" y="12954"/>
                  </a:lnTo>
                  <a:lnTo>
                    <a:pt x="46863" y="12954"/>
                  </a:lnTo>
                  <a:lnTo>
                    <a:pt x="46863" y="103156"/>
                  </a:lnTo>
                  <a:lnTo>
                    <a:pt x="32099" y="103156"/>
                  </a:lnTo>
                  <a:close/>
                </a:path>
              </a:pathLst>
            </a:custGeom>
            <a:grpFill/>
            <a:ln w="9525" cap="flat">
              <a:noFill/>
              <a:prstDash val="solid"/>
              <a:miter/>
            </a:ln>
          </p:spPr>
          <p:txBody>
            <a:bodyPr rtlCol="0" anchor="ctr"/>
            <a:lstStyle/>
            <a:p>
              <a:endParaRPr lang="en-GB"/>
            </a:p>
          </p:txBody>
        </p:sp>
        <p:sp>
          <p:nvSpPr>
            <p:cNvPr id="47" name="Freeform: Shape 39">
              <a:extLst>
                <a:ext uri="{FF2B5EF4-FFF2-40B4-BE49-F238E27FC236}">
                  <a16:creationId xmlns:a16="http://schemas.microsoft.com/office/drawing/2014/main" id="{E0F1E513-76B1-65CE-6065-41D5E590A2FB}"/>
                </a:ext>
              </a:extLst>
            </p:cNvPr>
            <p:cNvSpPr/>
            <p:nvPr/>
          </p:nvSpPr>
          <p:spPr>
            <a:xfrm>
              <a:off x="2145251" y="3614299"/>
              <a:ext cx="14763" cy="103155"/>
            </a:xfrm>
            <a:custGeom>
              <a:avLst/>
              <a:gdLst>
                <a:gd name="connsiteX0" fmla="*/ 0 w 14763"/>
                <a:gd name="connsiteY0" fmla="*/ 0 h 103155"/>
                <a:gd name="connsiteX1" fmla="*/ 14764 w 14763"/>
                <a:gd name="connsiteY1" fmla="*/ 0 h 103155"/>
                <a:gd name="connsiteX2" fmla="*/ 14764 w 14763"/>
                <a:gd name="connsiteY2" fmla="*/ 103156 h 103155"/>
                <a:gd name="connsiteX3" fmla="*/ 0 w 14763"/>
                <a:gd name="connsiteY3" fmla="*/ 103156 h 103155"/>
              </a:gdLst>
              <a:ahLst/>
              <a:cxnLst>
                <a:cxn ang="0">
                  <a:pos x="connsiteX0" y="connsiteY0"/>
                </a:cxn>
                <a:cxn ang="0">
                  <a:pos x="connsiteX1" y="connsiteY1"/>
                </a:cxn>
                <a:cxn ang="0">
                  <a:pos x="connsiteX2" y="connsiteY2"/>
                </a:cxn>
                <a:cxn ang="0">
                  <a:pos x="connsiteX3" y="connsiteY3"/>
                </a:cxn>
              </a:cxnLst>
              <a:rect l="l" t="t" r="r" b="b"/>
              <a:pathLst>
                <a:path w="14763" h="103155">
                  <a:moveTo>
                    <a:pt x="0" y="0"/>
                  </a:moveTo>
                  <a:lnTo>
                    <a:pt x="14764" y="0"/>
                  </a:lnTo>
                  <a:lnTo>
                    <a:pt x="14764" y="103156"/>
                  </a:lnTo>
                  <a:lnTo>
                    <a:pt x="0" y="103156"/>
                  </a:lnTo>
                  <a:close/>
                </a:path>
              </a:pathLst>
            </a:custGeom>
            <a:grpFill/>
            <a:ln w="9525" cap="flat">
              <a:noFill/>
              <a:prstDash val="solid"/>
              <a:miter/>
            </a:ln>
          </p:spPr>
          <p:txBody>
            <a:bodyPr rtlCol="0" anchor="ctr"/>
            <a:lstStyle/>
            <a:p>
              <a:endParaRPr lang="en-GB"/>
            </a:p>
          </p:txBody>
        </p:sp>
        <p:sp>
          <p:nvSpPr>
            <p:cNvPr id="48" name="Freeform: Shape 40">
              <a:extLst>
                <a:ext uri="{FF2B5EF4-FFF2-40B4-BE49-F238E27FC236}">
                  <a16:creationId xmlns:a16="http://schemas.microsoft.com/office/drawing/2014/main" id="{580CE6DA-A4D8-AC92-F014-CFB12CBFB091}"/>
                </a:ext>
              </a:extLst>
            </p:cNvPr>
            <p:cNvSpPr/>
            <p:nvPr/>
          </p:nvSpPr>
          <p:spPr>
            <a:xfrm>
              <a:off x="2210593" y="3612489"/>
              <a:ext cx="99345" cy="106775"/>
            </a:xfrm>
            <a:custGeom>
              <a:avLst/>
              <a:gdLst>
                <a:gd name="connsiteX0" fmla="*/ 0 w 99345"/>
                <a:gd name="connsiteY0" fmla="*/ 53340 h 106775"/>
                <a:gd name="connsiteX1" fmla="*/ 13145 w 99345"/>
                <a:gd name="connsiteY1" fmla="*/ 15240 h 106775"/>
                <a:gd name="connsiteX2" fmla="*/ 49625 w 99345"/>
                <a:gd name="connsiteY2" fmla="*/ 0 h 106775"/>
                <a:gd name="connsiteX3" fmla="*/ 86296 w 99345"/>
                <a:gd name="connsiteY3" fmla="*/ 15240 h 106775"/>
                <a:gd name="connsiteX4" fmla="*/ 99346 w 99345"/>
                <a:gd name="connsiteY4" fmla="*/ 53340 h 106775"/>
                <a:gd name="connsiteX5" fmla="*/ 86296 w 99345"/>
                <a:gd name="connsiteY5" fmla="*/ 91821 h 106775"/>
                <a:gd name="connsiteX6" fmla="*/ 49625 w 99345"/>
                <a:gd name="connsiteY6" fmla="*/ 106775 h 106775"/>
                <a:gd name="connsiteX7" fmla="*/ 12954 w 99345"/>
                <a:gd name="connsiteY7" fmla="*/ 91821 h 106775"/>
                <a:gd name="connsiteX8" fmla="*/ 0 w 99345"/>
                <a:gd name="connsiteY8" fmla="*/ 53340 h 106775"/>
                <a:gd name="connsiteX9" fmla="*/ 15621 w 99345"/>
                <a:gd name="connsiteY9" fmla="*/ 53340 h 106775"/>
                <a:gd name="connsiteX10" fmla="*/ 23717 w 99345"/>
                <a:gd name="connsiteY10" fmla="*/ 81248 h 106775"/>
                <a:gd name="connsiteX11" fmla="*/ 49625 w 99345"/>
                <a:gd name="connsiteY11" fmla="*/ 93631 h 106775"/>
                <a:gd name="connsiteX12" fmla="*/ 75533 w 99345"/>
                <a:gd name="connsiteY12" fmla="*/ 81248 h 106775"/>
                <a:gd name="connsiteX13" fmla="*/ 83629 w 99345"/>
                <a:gd name="connsiteY13" fmla="*/ 53340 h 106775"/>
                <a:gd name="connsiteX14" fmla="*/ 75152 w 99345"/>
                <a:gd name="connsiteY14" fmla="*/ 25241 h 106775"/>
                <a:gd name="connsiteX15" fmla="*/ 49625 w 99345"/>
                <a:gd name="connsiteY15" fmla="*/ 12954 h 106775"/>
                <a:gd name="connsiteX16" fmla="*/ 24098 w 99345"/>
                <a:gd name="connsiteY16" fmla="*/ 25241 h 106775"/>
                <a:gd name="connsiteX17" fmla="*/ 15716 w 99345"/>
                <a:gd name="connsiteY17" fmla="*/ 53340 h 10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345" h="106775">
                  <a:moveTo>
                    <a:pt x="0" y="53340"/>
                  </a:moveTo>
                  <a:cubicBezTo>
                    <a:pt x="0" y="37719"/>
                    <a:pt x="4382" y="24955"/>
                    <a:pt x="13145" y="15240"/>
                  </a:cubicBezTo>
                  <a:cubicBezTo>
                    <a:pt x="22098" y="5048"/>
                    <a:pt x="34290" y="0"/>
                    <a:pt x="49625" y="0"/>
                  </a:cubicBezTo>
                  <a:cubicBezTo>
                    <a:pt x="64961" y="0"/>
                    <a:pt x="77248" y="5048"/>
                    <a:pt x="86296" y="15240"/>
                  </a:cubicBezTo>
                  <a:cubicBezTo>
                    <a:pt x="94964" y="24955"/>
                    <a:pt x="99346" y="37719"/>
                    <a:pt x="99346" y="53340"/>
                  </a:cubicBezTo>
                  <a:cubicBezTo>
                    <a:pt x="99346" y="68961"/>
                    <a:pt x="94964" y="82105"/>
                    <a:pt x="86296" y="91821"/>
                  </a:cubicBezTo>
                  <a:cubicBezTo>
                    <a:pt x="77343" y="101822"/>
                    <a:pt x="65056" y="106775"/>
                    <a:pt x="49625" y="106775"/>
                  </a:cubicBezTo>
                  <a:cubicBezTo>
                    <a:pt x="34195" y="106775"/>
                    <a:pt x="21908" y="101822"/>
                    <a:pt x="12954" y="91821"/>
                  </a:cubicBezTo>
                  <a:cubicBezTo>
                    <a:pt x="4286" y="82201"/>
                    <a:pt x="0" y="69342"/>
                    <a:pt x="0" y="53340"/>
                  </a:cubicBezTo>
                  <a:moveTo>
                    <a:pt x="15621" y="53340"/>
                  </a:moveTo>
                  <a:cubicBezTo>
                    <a:pt x="15621" y="64579"/>
                    <a:pt x="18288" y="73914"/>
                    <a:pt x="23717" y="81248"/>
                  </a:cubicBezTo>
                  <a:cubicBezTo>
                    <a:pt x="29813" y="89535"/>
                    <a:pt x="38481" y="93631"/>
                    <a:pt x="49625" y="93631"/>
                  </a:cubicBezTo>
                  <a:cubicBezTo>
                    <a:pt x="60770" y="93631"/>
                    <a:pt x="69437" y="89535"/>
                    <a:pt x="75533" y="81248"/>
                  </a:cubicBezTo>
                  <a:cubicBezTo>
                    <a:pt x="80963" y="73819"/>
                    <a:pt x="83629" y="64579"/>
                    <a:pt x="83629" y="53340"/>
                  </a:cubicBezTo>
                  <a:cubicBezTo>
                    <a:pt x="83629" y="42100"/>
                    <a:pt x="80772" y="32766"/>
                    <a:pt x="75152" y="25241"/>
                  </a:cubicBezTo>
                  <a:cubicBezTo>
                    <a:pt x="68961" y="17050"/>
                    <a:pt x="60388" y="12954"/>
                    <a:pt x="49625" y="12954"/>
                  </a:cubicBezTo>
                  <a:cubicBezTo>
                    <a:pt x="38862" y="12954"/>
                    <a:pt x="30289" y="17050"/>
                    <a:pt x="24098" y="25241"/>
                  </a:cubicBezTo>
                  <a:cubicBezTo>
                    <a:pt x="18479" y="32766"/>
                    <a:pt x="15716" y="42100"/>
                    <a:pt x="15716" y="53340"/>
                  </a:cubicBezTo>
                </a:path>
              </a:pathLst>
            </a:custGeom>
            <a:grpFill/>
            <a:ln w="9525" cap="flat">
              <a:noFill/>
              <a:prstDash val="solid"/>
              <a:miter/>
            </a:ln>
          </p:spPr>
          <p:txBody>
            <a:bodyPr rtlCol="0" anchor="ctr"/>
            <a:lstStyle/>
            <a:p>
              <a:endParaRPr lang="en-GB"/>
            </a:p>
          </p:txBody>
        </p:sp>
        <p:sp>
          <p:nvSpPr>
            <p:cNvPr id="49" name="Freeform: Shape 41">
              <a:extLst>
                <a:ext uri="{FF2B5EF4-FFF2-40B4-BE49-F238E27FC236}">
                  <a16:creationId xmlns:a16="http://schemas.microsoft.com/office/drawing/2014/main" id="{BF9C919C-3E45-BE0C-CF32-42F06E59DC7D}"/>
                </a:ext>
              </a:extLst>
            </p:cNvPr>
            <p:cNvSpPr/>
            <p:nvPr/>
          </p:nvSpPr>
          <p:spPr>
            <a:xfrm>
              <a:off x="2358802" y="3614298"/>
              <a:ext cx="80771" cy="103155"/>
            </a:xfrm>
            <a:custGeom>
              <a:avLst/>
              <a:gdLst>
                <a:gd name="connsiteX0" fmla="*/ 0 w 80771"/>
                <a:gd name="connsiteY0" fmla="*/ 103156 h 103155"/>
                <a:gd name="connsiteX1" fmla="*/ 0 w 80771"/>
                <a:gd name="connsiteY1" fmla="*/ 0 h 103155"/>
                <a:gd name="connsiteX2" fmla="*/ 20098 w 80771"/>
                <a:gd name="connsiteY2" fmla="*/ 0 h 103155"/>
                <a:gd name="connsiteX3" fmla="*/ 65627 w 80771"/>
                <a:gd name="connsiteY3" fmla="*/ 83058 h 103155"/>
                <a:gd name="connsiteX4" fmla="*/ 65913 w 80771"/>
                <a:gd name="connsiteY4" fmla="*/ 83058 h 103155"/>
                <a:gd name="connsiteX5" fmla="*/ 65913 w 80771"/>
                <a:gd name="connsiteY5" fmla="*/ 0 h 103155"/>
                <a:gd name="connsiteX6" fmla="*/ 80772 w 80771"/>
                <a:gd name="connsiteY6" fmla="*/ 0 h 103155"/>
                <a:gd name="connsiteX7" fmla="*/ 80772 w 80771"/>
                <a:gd name="connsiteY7" fmla="*/ 103156 h 103155"/>
                <a:gd name="connsiteX8" fmla="*/ 61817 w 80771"/>
                <a:gd name="connsiteY8" fmla="*/ 103156 h 103155"/>
                <a:gd name="connsiteX9" fmla="*/ 15050 w 80771"/>
                <a:gd name="connsiteY9" fmla="*/ 18288 h 103155"/>
                <a:gd name="connsiteX10" fmla="*/ 14764 w 80771"/>
                <a:gd name="connsiteY10" fmla="*/ 18288 h 103155"/>
                <a:gd name="connsiteX11" fmla="*/ 14764 w 80771"/>
                <a:gd name="connsiteY11" fmla="*/ 103156 h 103155"/>
                <a:gd name="connsiteX12" fmla="*/ 0 w 80771"/>
                <a:gd name="connsiteY12"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771" h="103155">
                  <a:moveTo>
                    <a:pt x="0" y="103156"/>
                  </a:moveTo>
                  <a:lnTo>
                    <a:pt x="0" y="0"/>
                  </a:lnTo>
                  <a:lnTo>
                    <a:pt x="20098" y="0"/>
                  </a:lnTo>
                  <a:lnTo>
                    <a:pt x="65627" y="83058"/>
                  </a:lnTo>
                  <a:lnTo>
                    <a:pt x="65913" y="83058"/>
                  </a:lnTo>
                  <a:lnTo>
                    <a:pt x="65913" y="0"/>
                  </a:lnTo>
                  <a:lnTo>
                    <a:pt x="80772" y="0"/>
                  </a:lnTo>
                  <a:lnTo>
                    <a:pt x="80772" y="103156"/>
                  </a:lnTo>
                  <a:lnTo>
                    <a:pt x="61817" y="103156"/>
                  </a:lnTo>
                  <a:lnTo>
                    <a:pt x="15050" y="18288"/>
                  </a:lnTo>
                  <a:lnTo>
                    <a:pt x="14764" y="18288"/>
                  </a:lnTo>
                  <a:lnTo>
                    <a:pt x="14764" y="103156"/>
                  </a:lnTo>
                  <a:lnTo>
                    <a:pt x="0" y="103156"/>
                  </a:lnTo>
                  <a:close/>
                </a:path>
              </a:pathLst>
            </a:custGeom>
            <a:grpFill/>
            <a:ln w="9525" cap="flat">
              <a:noFill/>
              <a:prstDash val="solid"/>
              <a:miter/>
            </a:ln>
          </p:spPr>
          <p:txBody>
            <a:bodyPr rtlCol="0" anchor="ctr"/>
            <a:lstStyle/>
            <a:p>
              <a:endParaRPr lang="en-GB"/>
            </a:p>
          </p:txBody>
        </p:sp>
        <p:sp>
          <p:nvSpPr>
            <p:cNvPr id="50" name="Freeform: Shape 42">
              <a:extLst>
                <a:ext uri="{FF2B5EF4-FFF2-40B4-BE49-F238E27FC236}">
                  <a16:creationId xmlns:a16="http://schemas.microsoft.com/office/drawing/2014/main" id="{D3CF160F-4B8C-EDF9-6CBE-238C79E1C3AD}"/>
                </a:ext>
              </a:extLst>
            </p:cNvPr>
            <p:cNvSpPr/>
            <p:nvPr/>
          </p:nvSpPr>
          <p:spPr>
            <a:xfrm>
              <a:off x="970533" y="2918783"/>
              <a:ext cx="854201" cy="422719"/>
            </a:xfrm>
            <a:custGeom>
              <a:avLst/>
              <a:gdLst>
                <a:gd name="connsiteX0" fmla="*/ 321469 w 854201"/>
                <a:gd name="connsiteY0" fmla="*/ 41339 h 422719"/>
                <a:gd name="connsiteX1" fmla="*/ 0 w 854201"/>
                <a:gd name="connsiteY1" fmla="*/ 0 h 422719"/>
                <a:gd name="connsiteX2" fmla="*/ 854202 w 854201"/>
                <a:gd name="connsiteY2" fmla="*/ 422719 h 422719"/>
                <a:gd name="connsiteX3" fmla="*/ 321469 w 854201"/>
                <a:gd name="connsiteY3" fmla="*/ 41339 h 422719"/>
              </a:gdLst>
              <a:ahLst/>
              <a:cxnLst>
                <a:cxn ang="0">
                  <a:pos x="connsiteX0" y="connsiteY0"/>
                </a:cxn>
                <a:cxn ang="0">
                  <a:pos x="connsiteX1" y="connsiteY1"/>
                </a:cxn>
                <a:cxn ang="0">
                  <a:pos x="connsiteX2" y="connsiteY2"/>
                </a:cxn>
                <a:cxn ang="0">
                  <a:pos x="connsiteX3" y="connsiteY3"/>
                </a:cxn>
              </a:cxnLst>
              <a:rect l="l" t="t" r="r" b="b"/>
              <a:pathLst>
                <a:path w="854201" h="422719">
                  <a:moveTo>
                    <a:pt x="321469" y="41339"/>
                  </a:moveTo>
                  <a:lnTo>
                    <a:pt x="0" y="0"/>
                  </a:lnTo>
                  <a:lnTo>
                    <a:pt x="854202" y="422719"/>
                  </a:lnTo>
                  <a:lnTo>
                    <a:pt x="321469" y="41339"/>
                  </a:lnTo>
                  <a:close/>
                </a:path>
              </a:pathLst>
            </a:custGeom>
            <a:grpFill/>
            <a:ln w="9525" cap="flat">
              <a:noFill/>
              <a:prstDash val="solid"/>
              <a:miter/>
            </a:ln>
          </p:spPr>
          <p:txBody>
            <a:bodyPr rtlCol="0" anchor="ctr"/>
            <a:lstStyle/>
            <a:p>
              <a:endParaRPr lang="en-GB"/>
            </a:p>
          </p:txBody>
        </p:sp>
        <p:sp>
          <p:nvSpPr>
            <p:cNvPr id="51" name="Freeform: Shape 43">
              <a:extLst>
                <a:ext uri="{FF2B5EF4-FFF2-40B4-BE49-F238E27FC236}">
                  <a16:creationId xmlns:a16="http://schemas.microsoft.com/office/drawing/2014/main" id="{9DBD0412-916F-5420-A9F9-18293F157501}"/>
                </a:ext>
              </a:extLst>
            </p:cNvPr>
            <p:cNvSpPr/>
            <p:nvPr/>
          </p:nvSpPr>
          <p:spPr>
            <a:xfrm>
              <a:off x="1292002" y="2882207"/>
              <a:ext cx="534638" cy="453389"/>
            </a:xfrm>
            <a:custGeom>
              <a:avLst/>
              <a:gdLst>
                <a:gd name="connsiteX0" fmla="*/ 257080 w 534638"/>
                <a:gd name="connsiteY0" fmla="*/ 69914 h 453389"/>
                <a:gd name="connsiteX1" fmla="*/ 0 w 534638"/>
                <a:gd name="connsiteY1" fmla="*/ 0 h 453389"/>
                <a:gd name="connsiteX2" fmla="*/ 534638 w 534638"/>
                <a:gd name="connsiteY2" fmla="*/ 453390 h 453389"/>
                <a:gd name="connsiteX3" fmla="*/ 257080 w 534638"/>
                <a:gd name="connsiteY3" fmla="*/ 69914 h 453389"/>
              </a:gdLst>
              <a:ahLst/>
              <a:cxnLst>
                <a:cxn ang="0">
                  <a:pos x="connsiteX0" y="connsiteY0"/>
                </a:cxn>
                <a:cxn ang="0">
                  <a:pos x="connsiteX1" y="connsiteY1"/>
                </a:cxn>
                <a:cxn ang="0">
                  <a:pos x="connsiteX2" y="connsiteY2"/>
                </a:cxn>
                <a:cxn ang="0">
                  <a:pos x="connsiteX3" y="connsiteY3"/>
                </a:cxn>
              </a:cxnLst>
              <a:rect l="l" t="t" r="r" b="b"/>
              <a:pathLst>
                <a:path w="534638" h="453389">
                  <a:moveTo>
                    <a:pt x="257080" y="69914"/>
                  </a:moveTo>
                  <a:lnTo>
                    <a:pt x="0" y="0"/>
                  </a:lnTo>
                  <a:lnTo>
                    <a:pt x="534638" y="453390"/>
                  </a:lnTo>
                  <a:lnTo>
                    <a:pt x="257080" y="69914"/>
                  </a:lnTo>
                  <a:close/>
                </a:path>
              </a:pathLst>
            </a:custGeom>
            <a:grpFill/>
            <a:ln w="9525" cap="flat">
              <a:noFill/>
              <a:prstDash val="solid"/>
              <a:miter/>
            </a:ln>
          </p:spPr>
          <p:txBody>
            <a:bodyPr rtlCol="0" anchor="ctr"/>
            <a:lstStyle/>
            <a:p>
              <a:endParaRPr lang="en-GB"/>
            </a:p>
          </p:txBody>
        </p:sp>
        <p:sp>
          <p:nvSpPr>
            <p:cNvPr id="52" name="Freeform: Shape 44">
              <a:extLst>
                <a:ext uri="{FF2B5EF4-FFF2-40B4-BE49-F238E27FC236}">
                  <a16:creationId xmlns:a16="http://schemas.microsoft.com/office/drawing/2014/main" id="{0CD56C9E-D97F-7578-3299-3AFD1183BD3D}"/>
                </a:ext>
              </a:extLst>
            </p:cNvPr>
            <p:cNvSpPr/>
            <p:nvPr/>
          </p:nvSpPr>
          <p:spPr>
            <a:xfrm>
              <a:off x="1856072" y="2918688"/>
              <a:ext cx="854202" cy="422814"/>
            </a:xfrm>
            <a:custGeom>
              <a:avLst/>
              <a:gdLst>
                <a:gd name="connsiteX0" fmla="*/ 532733 w 854202"/>
                <a:gd name="connsiteY0" fmla="*/ 41434 h 422814"/>
                <a:gd name="connsiteX1" fmla="*/ 854202 w 854202"/>
                <a:gd name="connsiteY1" fmla="*/ 0 h 422814"/>
                <a:gd name="connsiteX2" fmla="*/ 0 w 854202"/>
                <a:gd name="connsiteY2" fmla="*/ 422815 h 422814"/>
                <a:gd name="connsiteX3" fmla="*/ 532733 w 854202"/>
                <a:gd name="connsiteY3" fmla="*/ 41434 h 422814"/>
              </a:gdLst>
              <a:ahLst/>
              <a:cxnLst>
                <a:cxn ang="0">
                  <a:pos x="connsiteX0" y="connsiteY0"/>
                </a:cxn>
                <a:cxn ang="0">
                  <a:pos x="connsiteX1" y="connsiteY1"/>
                </a:cxn>
                <a:cxn ang="0">
                  <a:pos x="connsiteX2" y="connsiteY2"/>
                </a:cxn>
                <a:cxn ang="0">
                  <a:pos x="connsiteX3" y="connsiteY3"/>
                </a:cxn>
              </a:cxnLst>
              <a:rect l="l" t="t" r="r" b="b"/>
              <a:pathLst>
                <a:path w="854202" h="422814">
                  <a:moveTo>
                    <a:pt x="532733" y="41434"/>
                  </a:moveTo>
                  <a:lnTo>
                    <a:pt x="854202" y="0"/>
                  </a:lnTo>
                  <a:lnTo>
                    <a:pt x="0" y="422815"/>
                  </a:lnTo>
                  <a:lnTo>
                    <a:pt x="532733" y="41434"/>
                  </a:lnTo>
                  <a:close/>
                </a:path>
              </a:pathLst>
            </a:custGeom>
            <a:grpFill/>
            <a:ln w="9525" cap="flat">
              <a:noFill/>
              <a:prstDash val="solid"/>
              <a:miter/>
            </a:ln>
          </p:spPr>
          <p:txBody>
            <a:bodyPr rtlCol="0" anchor="ctr"/>
            <a:lstStyle/>
            <a:p>
              <a:endParaRPr lang="en-GB"/>
            </a:p>
          </p:txBody>
        </p:sp>
        <p:sp>
          <p:nvSpPr>
            <p:cNvPr id="53" name="Freeform: Shape 45">
              <a:extLst>
                <a:ext uri="{FF2B5EF4-FFF2-40B4-BE49-F238E27FC236}">
                  <a16:creationId xmlns:a16="http://schemas.microsoft.com/office/drawing/2014/main" id="{D03FBC7E-1FB0-F546-9543-8AC73243478C}"/>
                </a:ext>
              </a:extLst>
            </p:cNvPr>
            <p:cNvSpPr/>
            <p:nvPr/>
          </p:nvSpPr>
          <p:spPr>
            <a:xfrm>
              <a:off x="1854167" y="2882207"/>
              <a:ext cx="534638" cy="453294"/>
            </a:xfrm>
            <a:custGeom>
              <a:avLst/>
              <a:gdLst>
                <a:gd name="connsiteX0" fmla="*/ 277654 w 534638"/>
                <a:gd name="connsiteY0" fmla="*/ 69914 h 453294"/>
                <a:gd name="connsiteX1" fmla="*/ 534638 w 534638"/>
                <a:gd name="connsiteY1" fmla="*/ 0 h 453294"/>
                <a:gd name="connsiteX2" fmla="*/ 0 w 534638"/>
                <a:gd name="connsiteY2" fmla="*/ 453295 h 453294"/>
                <a:gd name="connsiteX3" fmla="*/ 277654 w 534638"/>
                <a:gd name="connsiteY3" fmla="*/ 69914 h 453294"/>
              </a:gdLst>
              <a:ahLst/>
              <a:cxnLst>
                <a:cxn ang="0">
                  <a:pos x="connsiteX0" y="connsiteY0"/>
                </a:cxn>
                <a:cxn ang="0">
                  <a:pos x="connsiteX1" y="connsiteY1"/>
                </a:cxn>
                <a:cxn ang="0">
                  <a:pos x="connsiteX2" y="connsiteY2"/>
                </a:cxn>
                <a:cxn ang="0">
                  <a:pos x="connsiteX3" y="connsiteY3"/>
                </a:cxn>
              </a:cxnLst>
              <a:rect l="l" t="t" r="r" b="b"/>
              <a:pathLst>
                <a:path w="534638" h="453294">
                  <a:moveTo>
                    <a:pt x="277654" y="69914"/>
                  </a:moveTo>
                  <a:lnTo>
                    <a:pt x="534638" y="0"/>
                  </a:lnTo>
                  <a:lnTo>
                    <a:pt x="0" y="453295"/>
                  </a:lnTo>
                  <a:lnTo>
                    <a:pt x="277654" y="69914"/>
                  </a:lnTo>
                  <a:close/>
                </a:path>
              </a:pathLst>
            </a:custGeom>
            <a:grpFill/>
            <a:ln w="9525" cap="flat">
              <a:noFill/>
              <a:prstDash val="solid"/>
              <a:miter/>
            </a:ln>
          </p:spPr>
          <p:txBody>
            <a:bodyPr rtlCol="0" anchor="ctr"/>
            <a:lstStyle/>
            <a:p>
              <a:endParaRPr lang="en-GB"/>
            </a:p>
          </p:txBody>
        </p:sp>
        <p:sp>
          <p:nvSpPr>
            <p:cNvPr id="54" name="Freeform: Shape 46">
              <a:extLst>
                <a:ext uri="{FF2B5EF4-FFF2-40B4-BE49-F238E27FC236}">
                  <a16:creationId xmlns:a16="http://schemas.microsoft.com/office/drawing/2014/main" id="{B31390DA-1D9B-FE05-0048-4672E630345C}"/>
                </a:ext>
              </a:extLst>
            </p:cNvPr>
            <p:cNvSpPr/>
            <p:nvPr/>
          </p:nvSpPr>
          <p:spPr>
            <a:xfrm>
              <a:off x="1523935" y="2846965"/>
              <a:ext cx="633031" cy="495109"/>
            </a:xfrm>
            <a:custGeom>
              <a:avLst/>
              <a:gdLst>
                <a:gd name="connsiteX0" fmla="*/ 633032 w 633031"/>
                <a:gd name="connsiteY0" fmla="*/ 0 h 495109"/>
                <a:gd name="connsiteX1" fmla="*/ 426720 w 633031"/>
                <a:gd name="connsiteY1" fmla="*/ 97727 h 495109"/>
                <a:gd name="connsiteX2" fmla="*/ 388239 w 633031"/>
                <a:gd name="connsiteY2" fmla="*/ 252413 h 495109"/>
                <a:gd name="connsiteX3" fmla="*/ 316516 w 633031"/>
                <a:gd name="connsiteY3" fmla="*/ 111062 h 495109"/>
                <a:gd name="connsiteX4" fmla="*/ 244412 w 633031"/>
                <a:gd name="connsiteY4" fmla="*/ 252413 h 495109"/>
                <a:gd name="connsiteX5" fmla="*/ 206216 w 633031"/>
                <a:gd name="connsiteY5" fmla="*/ 97727 h 495109"/>
                <a:gd name="connsiteX6" fmla="*/ 0 w 633031"/>
                <a:gd name="connsiteY6" fmla="*/ 0 h 495109"/>
                <a:gd name="connsiteX7" fmla="*/ 316516 w 633031"/>
                <a:gd name="connsiteY7" fmla="*/ 495110 h 495109"/>
                <a:gd name="connsiteX8" fmla="*/ 633032 w 633031"/>
                <a:gd name="connsiteY8" fmla="*/ 0 h 495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3031" h="495109">
                  <a:moveTo>
                    <a:pt x="633032" y="0"/>
                  </a:moveTo>
                  <a:lnTo>
                    <a:pt x="426720" y="97727"/>
                  </a:lnTo>
                  <a:lnTo>
                    <a:pt x="388239" y="252413"/>
                  </a:lnTo>
                  <a:lnTo>
                    <a:pt x="316516" y="111062"/>
                  </a:lnTo>
                  <a:lnTo>
                    <a:pt x="244412" y="252413"/>
                  </a:lnTo>
                  <a:lnTo>
                    <a:pt x="206216" y="97727"/>
                  </a:lnTo>
                  <a:lnTo>
                    <a:pt x="0" y="0"/>
                  </a:lnTo>
                  <a:lnTo>
                    <a:pt x="316516" y="495110"/>
                  </a:lnTo>
                  <a:lnTo>
                    <a:pt x="633032" y="0"/>
                  </a:lnTo>
                  <a:close/>
                </a:path>
              </a:pathLst>
            </a:custGeom>
            <a:grpFill/>
            <a:ln w="9525" cap="flat">
              <a:noFill/>
              <a:prstDash val="solid"/>
              <a:miter/>
            </a:ln>
          </p:spPr>
          <p:txBody>
            <a:bodyPr rtlCol="0" anchor="ctr"/>
            <a:lstStyle/>
            <a:p>
              <a:endParaRPr lang="en-GB"/>
            </a:p>
          </p:txBody>
        </p:sp>
      </p:grpSp>
      <p:sp>
        <p:nvSpPr>
          <p:cNvPr id="16" name="TextBox 15">
            <a:extLst>
              <a:ext uri="{FF2B5EF4-FFF2-40B4-BE49-F238E27FC236}">
                <a16:creationId xmlns:a16="http://schemas.microsoft.com/office/drawing/2014/main" id="{EB088E22-445A-E5CA-D7F2-A7EE458F11EE}"/>
              </a:ext>
            </a:extLst>
          </p:cNvPr>
          <p:cNvSpPr txBox="1"/>
          <p:nvPr userDrawn="1"/>
        </p:nvSpPr>
        <p:spPr>
          <a:xfrm>
            <a:off x="436106" y="371194"/>
            <a:ext cx="2979103" cy="2308324"/>
          </a:xfrm>
          <a:prstGeom prst="rect">
            <a:avLst/>
          </a:prstGeom>
          <a:noFill/>
        </p:spPr>
        <p:txBody>
          <a:bodyPr wrap="square">
            <a:spAutoFit/>
          </a:bodyPr>
          <a:lstStyle/>
          <a:p>
            <a:r>
              <a:rPr lang="en-US" sz="2400" dirty="0">
                <a:solidFill>
                  <a:schemeClr val="bg1"/>
                </a:solidFill>
                <a:latin typeface="Barlow" panose="00000500000000000000" pitchFamily="2" charset="0"/>
                <a:cs typeface="Arial" panose="020B0604020202020204" pitchFamily="34" charset="0"/>
              </a:rPr>
              <a:t>DEVELOP ENTREPRENEURIAL LEADERS</a:t>
            </a:r>
            <a:r>
              <a:rPr lang="en-US" sz="2400" i="0" dirty="0">
                <a:solidFill>
                  <a:schemeClr val="bg1"/>
                </a:solidFill>
                <a:effectLst/>
                <a:latin typeface="Barlow" panose="00000500000000000000" pitchFamily="2" charset="0"/>
                <a:cs typeface="Arial" panose="020B0604020202020204" pitchFamily="34" charset="0"/>
              </a:rPr>
              <a:t>.</a:t>
            </a:r>
          </a:p>
          <a:p>
            <a:endParaRPr lang="en-US" sz="2400" i="0" dirty="0">
              <a:solidFill>
                <a:schemeClr val="bg1"/>
              </a:solidFill>
              <a:effectLst/>
              <a:latin typeface="Barlow" panose="00000500000000000000" pitchFamily="2" charset="0"/>
              <a:cs typeface="Arial" panose="020B0604020202020204" pitchFamily="34" charset="0"/>
            </a:endParaRPr>
          </a:p>
          <a:p>
            <a:r>
              <a:rPr lang="en-US" sz="2400" i="0" dirty="0">
                <a:solidFill>
                  <a:schemeClr val="bg1"/>
                </a:solidFill>
                <a:effectLst/>
                <a:latin typeface="Barlow" panose="00000500000000000000" pitchFamily="2" charset="0"/>
                <a:cs typeface="Arial" panose="020B0604020202020204" pitchFamily="34" charset="0"/>
              </a:rPr>
              <a:t>WITH</a:t>
            </a:r>
          </a:p>
          <a:p>
            <a:r>
              <a:rPr lang="en-US" sz="2400" b="1" i="0" dirty="0">
                <a:solidFill>
                  <a:schemeClr val="bg1"/>
                </a:solidFill>
                <a:effectLst/>
                <a:latin typeface="Barlow" panose="00000500000000000000" pitchFamily="2" charset="0"/>
                <a:cs typeface="Arial" panose="020B0604020202020204" pitchFamily="34" charset="0"/>
              </a:rPr>
              <a:t>WADHWANI IGNITE.</a:t>
            </a:r>
            <a:endParaRPr lang="en-US" sz="2400" b="1" dirty="0">
              <a:solidFill>
                <a:schemeClr val="bg1"/>
              </a:solidFill>
              <a:latin typeface="Barlow" panose="00000500000000000000" pitchFamily="2" charset="0"/>
              <a:cs typeface="Arial" panose="020B0604020202020204" pitchFamily="34" charset="0"/>
            </a:endParaRPr>
          </a:p>
        </p:txBody>
      </p:sp>
      <p:sp>
        <p:nvSpPr>
          <p:cNvPr id="19" name="Text Placeholder 17">
            <a:extLst>
              <a:ext uri="{FF2B5EF4-FFF2-40B4-BE49-F238E27FC236}">
                <a16:creationId xmlns:a16="http://schemas.microsoft.com/office/drawing/2014/main" id="{C6F4358C-284B-D3B6-B847-FFEA7D77F8A6}"/>
              </a:ext>
            </a:extLst>
          </p:cNvPr>
          <p:cNvSpPr>
            <a:spLocks noGrp="1"/>
          </p:cNvSpPr>
          <p:nvPr>
            <p:ph type="body" sz="quarter" idx="13" hasCustomPrompt="1"/>
          </p:nvPr>
        </p:nvSpPr>
        <p:spPr>
          <a:xfrm>
            <a:off x="360858" y="5135898"/>
            <a:ext cx="5302250" cy="584200"/>
          </a:xfrm>
        </p:spPr>
        <p:txBody>
          <a:bodyPr/>
          <a:lstStyle>
            <a:lvl1pPr marL="0" indent="0">
              <a:buNone/>
              <a:defRPr lang="en-US" sz="3200" b="1" kern="1200" dirty="0" smtClean="0">
                <a:solidFill>
                  <a:schemeClr val="bg1"/>
                </a:solidFill>
                <a:latin typeface="Barlow Medium" panose="00000600000000000000" pitchFamily="2" charset="0"/>
                <a:ea typeface="+mj-ea"/>
                <a:cs typeface="+mj-cs"/>
              </a:defRPr>
            </a:lvl1pPr>
            <a:lvl2pPr>
              <a:defRPr lang="en-US" sz="3200" b="1" kern="1200" dirty="0" smtClean="0">
                <a:solidFill>
                  <a:schemeClr val="bg1"/>
                </a:solidFill>
                <a:latin typeface="Barlow Medium" panose="00000600000000000000" pitchFamily="2" charset="0"/>
                <a:ea typeface="+mj-ea"/>
                <a:cs typeface="+mj-cs"/>
              </a:defRPr>
            </a:lvl2pPr>
            <a:lvl3pPr>
              <a:defRPr lang="en-US" sz="3200" b="1" kern="1200" dirty="0" smtClean="0">
                <a:solidFill>
                  <a:schemeClr val="bg1"/>
                </a:solidFill>
                <a:latin typeface="Barlow Medium" panose="00000600000000000000" pitchFamily="2" charset="0"/>
                <a:ea typeface="+mj-ea"/>
                <a:cs typeface="+mj-cs"/>
              </a:defRPr>
            </a:lvl3pPr>
            <a:lvl4pPr>
              <a:defRPr lang="en-US" sz="3200" b="1" kern="1200" dirty="0" smtClean="0">
                <a:solidFill>
                  <a:schemeClr val="bg1"/>
                </a:solidFill>
                <a:latin typeface="Barlow Medium" panose="00000600000000000000" pitchFamily="2" charset="0"/>
                <a:ea typeface="+mj-ea"/>
                <a:cs typeface="+mj-cs"/>
              </a:defRPr>
            </a:lvl4pPr>
            <a:lvl5pPr>
              <a:defRPr lang="en-IN" sz="3200" b="1" kern="1200" dirty="0">
                <a:solidFill>
                  <a:schemeClr val="bg1"/>
                </a:solidFill>
                <a:latin typeface="Barlow Medium" panose="00000600000000000000" pitchFamily="2" charset="0"/>
                <a:ea typeface="+mj-ea"/>
                <a:cs typeface="+mj-cs"/>
              </a:defRPr>
            </a:lvl5pPr>
          </a:lstStyle>
          <a:p>
            <a:pPr lvl="0"/>
            <a:r>
              <a:rPr lang="en-US"/>
              <a:t>Click to Add Module</a:t>
            </a:r>
            <a:endParaRPr lang="en-IN"/>
          </a:p>
        </p:txBody>
      </p:sp>
      <p:sp>
        <p:nvSpPr>
          <p:cNvPr id="21" name="Text Placeholder 17">
            <a:extLst>
              <a:ext uri="{FF2B5EF4-FFF2-40B4-BE49-F238E27FC236}">
                <a16:creationId xmlns:a16="http://schemas.microsoft.com/office/drawing/2014/main" id="{5BB2488D-8696-C4F9-3652-4CBF73CA11F7}"/>
              </a:ext>
            </a:extLst>
          </p:cNvPr>
          <p:cNvSpPr>
            <a:spLocks noGrp="1"/>
          </p:cNvSpPr>
          <p:nvPr>
            <p:ph type="body" sz="quarter" idx="14" hasCustomPrompt="1"/>
          </p:nvPr>
        </p:nvSpPr>
        <p:spPr>
          <a:xfrm>
            <a:off x="360858" y="5895254"/>
            <a:ext cx="5302250" cy="584200"/>
          </a:xfrm>
        </p:spPr>
        <p:txBody>
          <a:bodyPr>
            <a:normAutofit/>
          </a:bodyPr>
          <a:lstStyle>
            <a:lvl1pPr marL="0" indent="0">
              <a:buNone/>
              <a:defRPr lang="en-IN" sz="2000" kern="1200" dirty="0">
                <a:solidFill>
                  <a:schemeClr val="bg1"/>
                </a:solidFill>
                <a:latin typeface="Open Sans" pitchFamily="2" charset="0"/>
                <a:ea typeface="Open Sans" pitchFamily="2" charset="0"/>
                <a:cs typeface="Open Sans" pitchFamily="2" charset="0"/>
              </a:defRPr>
            </a:lvl1pPr>
            <a:lvl2pPr>
              <a:defRPr lang="en-US" sz="3200" b="1" kern="1200" dirty="0" smtClean="0">
                <a:solidFill>
                  <a:schemeClr val="bg1"/>
                </a:solidFill>
                <a:latin typeface="Barlow Medium" panose="00000600000000000000" pitchFamily="2" charset="0"/>
                <a:ea typeface="+mj-ea"/>
                <a:cs typeface="+mj-cs"/>
              </a:defRPr>
            </a:lvl2pPr>
            <a:lvl3pPr>
              <a:defRPr lang="en-US" sz="3200" b="1" kern="1200" dirty="0" smtClean="0">
                <a:solidFill>
                  <a:schemeClr val="bg1"/>
                </a:solidFill>
                <a:latin typeface="Barlow Medium" panose="00000600000000000000" pitchFamily="2" charset="0"/>
                <a:ea typeface="+mj-ea"/>
                <a:cs typeface="+mj-cs"/>
              </a:defRPr>
            </a:lvl3pPr>
            <a:lvl4pPr>
              <a:defRPr lang="en-US" sz="3200" b="1" kern="1200" dirty="0" smtClean="0">
                <a:solidFill>
                  <a:schemeClr val="bg1"/>
                </a:solidFill>
                <a:latin typeface="Barlow Medium" panose="00000600000000000000" pitchFamily="2" charset="0"/>
                <a:ea typeface="+mj-ea"/>
                <a:cs typeface="+mj-cs"/>
              </a:defRPr>
            </a:lvl4pPr>
            <a:lvl5pPr>
              <a:defRPr lang="en-IN" sz="3200" b="1" kern="1200" dirty="0">
                <a:solidFill>
                  <a:schemeClr val="bg1"/>
                </a:solidFill>
                <a:latin typeface="Barlow Medium" panose="00000600000000000000" pitchFamily="2" charset="0"/>
                <a:ea typeface="+mj-ea"/>
                <a:cs typeface="+mj-cs"/>
              </a:defRPr>
            </a:lvl5pPr>
          </a:lstStyle>
          <a:p>
            <a:pPr lvl="0"/>
            <a:r>
              <a:rPr lang="en-US"/>
              <a:t>Click to Add Lesson</a:t>
            </a:r>
            <a:endParaRPr lang="en-IN"/>
          </a:p>
        </p:txBody>
      </p:sp>
      <p:sp>
        <p:nvSpPr>
          <p:cNvPr id="23" name="Picture Placeholder 22">
            <a:extLst>
              <a:ext uri="{FF2B5EF4-FFF2-40B4-BE49-F238E27FC236}">
                <a16:creationId xmlns:a16="http://schemas.microsoft.com/office/drawing/2014/main" id="{578F6F88-2FE6-45A7-AB8C-550D53F29E1D}"/>
              </a:ext>
            </a:extLst>
          </p:cNvPr>
          <p:cNvSpPr>
            <a:spLocks noGrp="1"/>
          </p:cNvSpPr>
          <p:nvPr>
            <p:ph type="pic" sz="quarter" idx="15"/>
          </p:nvPr>
        </p:nvSpPr>
        <p:spPr>
          <a:xfrm>
            <a:off x="3646488" y="0"/>
            <a:ext cx="8545512" cy="6858000"/>
          </a:xfrm>
        </p:spPr>
        <p:txBody>
          <a:bodyPr/>
          <a:lstStyle/>
          <a:p>
            <a:endParaRPr lang="en-IN"/>
          </a:p>
        </p:txBody>
      </p:sp>
    </p:spTree>
    <p:extLst>
      <p:ext uri="{BB962C8B-B14F-4D97-AF65-F5344CB8AC3E}">
        <p14:creationId xmlns:p14="http://schemas.microsoft.com/office/powerpoint/2010/main" val="7989798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A4C67A9-B9CE-84AB-B023-35262618BA48}"/>
              </a:ext>
            </a:extLst>
          </p:cNvPr>
          <p:cNvSpPr>
            <a:spLocks noGrp="1"/>
          </p:cNvSpPr>
          <p:nvPr>
            <p:ph type="pic" sz="quarter" idx="13"/>
          </p:nvPr>
        </p:nvSpPr>
        <p:spPr>
          <a:xfrm>
            <a:off x="380974" y="374463"/>
            <a:ext cx="8280000" cy="6120000"/>
          </a:xfrm>
        </p:spPr>
        <p:txBody>
          <a:bodyPr/>
          <a:lstStyle/>
          <a:p>
            <a:endParaRPr lang="en-US"/>
          </a:p>
        </p:txBody>
      </p:sp>
      <p:sp>
        <p:nvSpPr>
          <p:cNvPr id="3" name="Subtitle 2">
            <a:extLst>
              <a:ext uri="{FF2B5EF4-FFF2-40B4-BE49-F238E27FC236}">
                <a16:creationId xmlns:a16="http://schemas.microsoft.com/office/drawing/2014/main" id="{A4E4F35D-11C4-5CAB-4D65-A671ADAD38B0}"/>
              </a:ext>
            </a:extLst>
          </p:cNvPr>
          <p:cNvSpPr>
            <a:spLocks noGrp="1"/>
          </p:cNvSpPr>
          <p:nvPr>
            <p:ph type="subTitle" idx="1" hasCustomPrompt="1"/>
          </p:nvPr>
        </p:nvSpPr>
        <p:spPr>
          <a:xfrm>
            <a:off x="8928000" y="374749"/>
            <a:ext cx="2880000" cy="720000"/>
          </a:xfrm>
        </p:spPr>
        <p:txBody>
          <a:bodyPr bIns="0" anchor="ctr" anchorCtr="0">
            <a:spAutoFit/>
          </a:bodyPr>
          <a:lstStyle>
            <a:lvl1pPr marL="0" indent="0" algn="l">
              <a:lnSpc>
                <a:spcPct val="100000"/>
              </a:lnSpc>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a:t>
            </a:r>
            <a:br>
              <a:rPr lang="en-GB"/>
            </a:br>
            <a:r>
              <a:rPr lang="en-GB"/>
              <a:t>Master subtitle style</a:t>
            </a:r>
            <a:endParaRPr lang="en-US"/>
          </a:p>
        </p:txBody>
      </p:sp>
      <p:sp>
        <p:nvSpPr>
          <p:cNvPr id="6" name="Text Placeholder 5">
            <a:extLst>
              <a:ext uri="{FF2B5EF4-FFF2-40B4-BE49-F238E27FC236}">
                <a16:creationId xmlns:a16="http://schemas.microsoft.com/office/drawing/2014/main" id="{E81942A4-22D9-4F77-D722-A67D278F6BAF}"/>
              </a:ext>
            </a:extLst>
          </p:cNvPr>
          <p:cNvSpPr>
            <a:spLocks noGrp="1"/>
          </p:cNvSpPr>
          <p:nvPr>
            <p:ph type="body" sz="quarter" idx="12"/>
          </p:nvPr>
        </p:nvSpPr>
        <p:spPr>
          <a:xfrm>
            <a:off x="8928000" y="2520000"/>
            <a:ext cx="2880000" cy="3960000"/>
          </a:xfrm>
        </p:spPr>
        <p:txBody>
          <a:bodyPr vert="horz" lIns="0" tIns="0" rIns="0" bIns="0" rtlCol="0" anchor="t">
            <a:normAutofit/>
          </a:bodyPr>
          <a:lstStyle>
            <a:lvl1pPr marL="0" indent="0">
              <a:lnSpc>
                <a:spcPct val="100000"/>
              </a:lnSpc>
              <a:buNone/>
              <a:defRPr lang="en-GB" sz="1200" smtClean="0">
                <a:solidFill>
                  <a:schemeClr val="tx1"/>
                </a:solidFill>
              </a:defRPr>
            </a:lvl1pPr>
            <a:lvl2pPr>
              <a:defRPr lang="en-GB" smtClean="0">
                <a:solidFill>
                  <a:schemeClr val="tx1">
                    <a:lumMod val="60000"/>
                    <a:lumOff val="40000"/>
                  </a:schemeClr>
                </a:solidFill>
              </a:defRPr>
            </a:lvl2pPr>
            <a:lvl3pPr>
              <a:defRPr lang="en-GB" smtClean="0">
                <a:solidFill>
                  <a:schemeClr val="tx1">
                    <a:lumMod val="60000"/>
                    <a:lumOff val="40000"/>
                  </a:schemeClr>
                </a:solidFill>
              </a:defRPr>
            </a:lvl3pPr>
            <a:lvl4pPr>
              <a:defRPr lang="en-GB" smtClean="0">
                <a:solidFill>
                  <a:schemeClr val="tx1">
                    <a:lumMod val="60000"/>
                    <a:lumOff val="40000"/>
                  </a:schemeClr>
                </a:solidFill>
              </a:defRPr>
            </a:lvl4pPr>
            <a:lvl5pPr>
              <a:defRPr lang="en-US">
                <a:solidFill>
                  <a:schemeClr val="tx1">
                    <a:lumMod val="60000"/>
                    <a:lumOff val="40000"/>
                  </a:schemeClr>
                </a:solidFill>
              </a:defRPr>
            </a:lvl5pPr>
          </a:lstStyle>
          <a:p>
            <a:pPr marL="228600" lvl="0" indent="-228600"/>
            <a:r>
              <a:rPr lang="en-GB"/>
              <a:t>Click to edit Master text styles</a:t>
            </a:r>
            <a:endParaRPr lang="en-US"/>
          </a:p>
        </p:txBody>
      </p:sp>
      <p:sp>
        <p:nvSpPr>
          <p:cNvPr id="4" name="Rectangle 3">
            <a:extLst>
              <a:ext uri="{FF2B5EF4-FFF2-40B4-BE49-F238E27FC236}">
                <a16:creationId xmlns:a16="http://schemas.microsoft.com/office/drawing/2014/main" id="{AD19FD2A-E444-A423-C2AF-1257D8340ECD}"/>
              </a:ext>
            </a:extLst>
          </p:cNvPr>
          <p:cNvSpPr/>
          <p:nvPr userDrawn="1"/>
        </p:nvSpPr>
        <p:spPr>
          <a:xfrm>
            <a:off x="8928000" y="1124014"/>
            <a:ext cx="2916000" cy="55439"/>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D68C66AE-E72D-8337-BE2B-BD87F88AAF9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71475" y="3032604"/>
            <a:ext cx="2212338" cy="3461859"/>
          </a:xfrm>
          <a:prstGeom prst="rect">
            <a:avLst/>
          </a:prstGeom>
        </p:spPr>
      </p:pic>
      <p:sp>
        <p:nvSpPr>
          <p:cNvPr id="2" name="Title 1">
            <a:extLst>
              <a:ext uri="{FF2B5EF4-FFF2-40B4-BE49-F238E27FC236}">
                <a16:creationId xmlns:a16="http://schemas.microsoft.com/office/drawing/2014/main" id="{F6B8D04E-BDD5-1F64-6209-2F4B4F2000E7}"/>
              </a:ext>
            </a:extLst>
          </p:cNvPr>
          <p:cNvSpPr>
            <a:spLocks noGrp="1"/>
          </p:cNvSpPr>
          <p:nvPr>
            <p:ph type="ctrTitle" hasCustomPrompt="1"/>
          </p:nvPr>
        </p:nvSpPr>
        <p:spPr>
          <a:xfrm>
            <a:off x="7128000" y="1296000"/>
            <a:ext cx="4687415" cy="1087081"/>
          </a:xfrm>
          <a:prstGeom prst="rect">
            <a:avLst/>
          </a:prstGeom>
        </p:spPr>
        <p:txBody>
          <a:bodyPr anchor="ctr" anchorCtr="0">
            <a:normAutofit/>
          </a:bodyPr>
          <a:lstStyle>
            <a:lvl1pPr algn="l">
              <a:lnSpc>
                <a:spcPct val="100000"/>
              </a:lnSpc>
              <a:defRPr sz="3000">
                <a:solidFill>
                  <a:schemeClr val="tx2"/>
                </a:solidFill>
              </a:defRPr>
            </a:lvl1pPr>
          </a:lstStyle>
          <a:p>
            <a:r>
              <a:rPr lang="en-GB"/>
              <a:t>Click to edit </a:t>
            </a:r>
            <a:br>
              <a:rPr lang="en-GB"/>
            </a:br>
            <a:r>
              <a:rPr lang="en-GB"/>
              <a:t>Master title style</a:t>
            </a:r>
            <a:endParaRPr lang="en-US"/>
          </a:p>
        </p:txBody>
      </p:sp>
    </p:spTree>
    <p:extLst>
      <p:ext uri="{BB962C8B-B14F-4D97-AF65-F5344CB8AC3E}">
        <p14:creationId xmlns:p14="http://schemas.microsoft.com/office/powerpoint/2010/main" val="39097823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A4C67A9-B9CE-84AB-B023-35262618BA48}"/>
              </a:ext>
            </a:extLst>
          </p:cNvPr>
          <p:cNvSpPr>
            <a:spLocks noGrp="1"/>
          </p:cNvSpPr>
          <p:nvPr>
            <p:ph type="pic" sz="quarter" idx="13"/>
          </p:nvPr>
        </p:nvSpPr>
        <p:spPr>
          <a:xfrm>
            <a:off x="360000" y="360000"/>
            <a:ext cx="11484000" cy="6120000"/>
          </a:xfrm>
        </p:spPr>
        <p:txBody>
          <a:bodyPr/>
          <a:lstStyle/>
          <a:p>
            <a:endParaRPr lang="en-US"/>
          </a:p>
        </p:txBody>
      </p:sp>
      <p:sp>
        <p:nvSpPr>
          <p:cNvPr id="3" name="Subtitle 2">
            <a:extLst>
              <a:ext uri="{FF2B5EF4-FFF2-40B4-BE49-F238E27FC236}">
                <a16:creationId xmlns:a16="http://schemas.microsoft.com/office/drawing/2014/main" id="{A4E4F35D-11C4-5CAB-4D65-A671ADAD38B0}"/>
              </a:ext>
            </a:extLst>
          </p:cNvPr>
          <p:cNvSpPr>
            <a:spLocks noGrp="1"/>
          </p:cNvSpPr>
          <p:nvPr>
            <p:ph type="subTitle" idx="1"/>
          </p:nvPr>
        </p:nvSpPr>
        <p:spPr>
          <a:xfrm>
            <a:off x="2891246" y="4512763"/>
            <a:ext cx="8904069" cy="1980000"/>
          </a:xfrm>
        </p:spPr>
        <p:txBody>
          <a:bodyPr bIns="0">
            <a:noAutofit/>
          </a:bodyPr>
          <a:lstStyle>
            <a:lvl1pPr marL="0" indent="0" algn="l">
              <a:lnSpc>
                <a:spcPct val="100000"/>
              </a:lnSpc>
              <a:buNone/>
              <a:defRPr sz="3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2" name="Title 1">
            <a:extLst>
              <a:ext uri="{FF2B5EF4-FFF2-40B4-BE49-F238E27FC236}">
                <a16:creationId xmlns:a16="http://schemas.microsoft.com/office/drawing/2014/main" id="{F6B8D04E-BDD5-1F64-6209-2F4B4F2000E7}"/>
              </a:ext>
            </a:extLst>
          </p:cNvPr>
          <p:cNvSpPr>
            <a:spLocks noGrp="1"/>
          </p:cNvSpPr>
          <p:nvPr>
            <p:ph type="ctrTitle"/>
          </p:nvPr>
        </p:nvSpPr>
        <p:spPr>
          <a:xfrm>
            <a:off x="825111" y="1087382"/>
            <a:ext cx="6568466" cy="1087081"/>
          </a:xfrm>
          <a:prstGeom prst="rect">
            <a:avLst/>
          </a:prstGeom>
        </p:spPr>
        <p:txBody>
          <a:bodyPr anchor="ctr" anchorCtr="0">
            <a:noAutofit/>
          </a:bodyPr>
          <a:lstStyle>
            <a:lvl1pPr algn="l">
              <a:lnSpc>
                <a:spcPct val="100000"/>
              </a:lnSpc>
              <a:defRPr sz="4000">
                <a:solidFill>
                  <a:schemeClr val="tx2"/>
                </a:solidFill>
              </a:defRPr>
            </a:lvl1pPr>
          </a:lstStyle>
          <a:p>
            <a:r>
              <a:rPr lang="en-GB"/>
              <a:t>Click to edit Master title style</a:t>
            </a:r>
            <a:endParaRPr lang="en-US"/>
          </a:p>
        </p:txBody>
      </p:sp>
      <p:pic>
        <p:nvPicPr>
          <p:cNvPr id="4" name="Picture 3">
            <a:extLst>
              <a:ext uri="{FF2B5EF4-FFF2-40B4-BE49-F238E27FC236}">
                <a16:creationId xmlns:a16="http://schemas.microsoft.com/office/drawing/2014/main" id="{FDB94897-42FC-D542-4330-DC6910EC0EE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61315" y="3032604"/>
            <a:ext cx="2212338" cy="3461859"/>
          </a:xfrm>
          <a:prstGeom prst="rect">
            <a:avLst/>
          </a:prstGeom>
        </p:spPr>
      </p:pic>
    </p:spTree>
    <p:extLst>
      <p:ext uri="{BB962C8B-B14F-4D97-AF65-F5344CB8AC3E}">
        <p14:creationId xmlns:p14="http://schemas.microsoft.com/office/powerpoint/2010/main" val="3034252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4_Title Slide">
    <p:bg>
      <p:bgPr>
        <a:gradFill>
          <a:gsLst>
            <a:gs pos="0">
              <a:srgbClr val="BF2026"/>
            </a:gs>
            <a:gs pos="100000">
              <a:srgbClr val="F2672A"/>
            </a:gs>
          </a:gsLst>
          <a:lin ang="162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0E24D-AB13-DA6A-AB49-527A6F75AE8D}"/>
              </a:ext>
            </a:extLst>
          </p:cNvPr>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a:t>Click to edit Master title style</a:t>
            </a:r>
            <a:endParaRPr lang="en-IN"/>
          </a:p>
        </p:txBody>
      </p:sp>
      <p:sp>
        <p:nvSpPr>
          <p:cNvPr id="3" name="Subtitle 2">
            <a:extLst>
              <a:ext uri="{FF2B5EF4-FFF2-40B4-BE49-F238E27FC236}">
                <a16:creationId xmlns:a16="http://schemas.microsoft.com/office/drawing/2014/main" id="{5E222839-42DC-9914-BAEF-69A254AA80FA}"/>
              </a:ext>
            </a:extLst>
          </p:cNvPr>
          <p:cNvSpPr>
            <a:spLocks noGrp="1"/>
          </p:cNvSpPr>
          <p:nvPr>
            <p:ph type="subTitle" idx="1"/>
          </p:nvPr>
        </p:nvSpPr>
        <p:spPr>
          <a:xfrm>
            <a:off x="1524000" y="3602038"/>
            <a:ext cx="9144000" cy="1655762"/>
          </a:xfrm>
        </p:spPr>
        <p:txBody>
          <a:bodyPr/>
          <a:lstStyle>
            <a:lvl1pPr marL="0" indent="0" algn="ctr">
              <a:buNone/>
              <a:defRPr sz="2400">
                <a:solidFill>
                  <a:schemeClr val="bg1"/>
                </a:solidFill>
                <a:latin typeface="Barlow"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grpSp>
        <p:nvGrpSpPr>
          <p:cNvPr id="31" name="Group 30">
            <a:extLst>
              <a:ext uri="{FF2B5EF4-FFF2-40B4-BE49-F238E27FC236}">
                <a16:creationId xmlns:a16="http://schemas.microsoft.com/office/drawing/2014/main" id="{9ECD0644-BEF3-4C85-D9DF-5C08C0FA02EB}"/>
              </a:ext>
            </a:extLst>
          </p:cNvPr>
          <p:cNvGrpSpPr/>
          <p:nvPr userDrawn="1"/>
        </p:nvGrpSpPr>
        <p:grpSpPr>
          <a:xfrm>
            <a:off x="10668000" y="304798"/>
            <a:ext cx="1179720" cy="581555"/>
            <a:chOff x="969962" y="2846965"/>
            <a:chExt cx="1740598" cy="872299"/>
          </a:xfrm>
          <a:solidFill>
            <a:schemeClr val="bg1"/>
          </a:solidFill>
        </p:grpSpPr>
        <p:sp>
          <p:nvSpPr>
            <p:cNvPr id="32" name="Freeform: Shape 23">
              <a:extLst>
                <a:ext uri="{FF2B5EF4-FFF2-40B4-BE49-F238E27FC236}">
                  <a16:creationId xmlns:a16="http://schemas.microsoft.com/office/drawing/2014/main" id="{86846790-9A35-DC90-BCFB-EDB6E03D617D}"/>
                </a:ext>
              </a:extLst>
            </p:cNvPr>
            <p:cNvSpPr/>
            <p:nvPr/>
          </p:nvSpPr>
          <p:spPr>
            <a:xfrm>
              <a:off x="969962" y="3381507"/>
              <a:ext cx="274415" cy="160305"/>
            </a:xfrm>
            <a:custGeom>
              <a:avLst/>
              <a:gdLst>
                <a:gd name="connsiteX0" fmla="*/ 274415 w 274415"/>
                <a:gd name="connsiteY0" fmla="*/ 0 h 160305"/>
                <a:gd name="connsiteX1" fmla="*/ 205931 w 274415"/>
                <a:gd name="connsiteY1" fmla="*/ 160306 h 160305"/>
                <a:gd name="connsiteX2" fmla="*/ 178308 w 274415"/>
                <a:gd name="connsiteY2" fmla="*/ 160306 h 160305"/>
                <a:gd name="connsiteX3" fmla="*/ 137160 w 274415"/>
                <a:gd name="connsiteY3" fmla="*/ 66961 h 160305"/>
                <a:gd name="connsiteX4" fmla="*/ 95059 w 274415"/>
                <a:gd name="connsiteY4" fmla="*/ 160306 h 160305"/>
                <a:gd name="connsiteX5" fmla="*/ 67151 w 274415"/>
                <a:gd name="connsiteY5" fmla="*/ 160306 h 160305"/>
                <a:gd name="connsiteX6" fmla="*/ 0 w 274415"/>
                <a:gd name="connsiteY6" fmla="*/ 0 h 160305"/>
                <a:gd name="connsiteX7" fmla="*/ 49435 w 274415"/>
                <a:gd name="connsiteY7" fmla="*/ 0 h 160305"/>
                <a:gd name="connsiteX8" fmla="*/ 82296 w 274415"/>
                <a:gd name="connsiteY8" fmla="*/ 87725 h 160305"/>
                <a:gd name="connsiteX9" fmla="*/ 120015 w 274415"/>
                <a:gd name="connsiteY9" fmla="*/ 0 h 160305"/>
                <a:gd name="connsiteX10" fmla="*/ 154210 w 274415"/>
                <a:gd name="connsiteY10" fmla="*/ 0 h 160305"/>
                <a:gd name="connsiteX11" fmla="*/ 191167 w 274415"/>
                <a:gd name="connsiteY11" fmla="*/ 87725 h 160305"/>
                <a:gd name="connsiteX12" fmla="*/ 225552 w 274415"/>
                <a:gd name="connsiteY12" fmla="*/ 0 h 160305"/>
                <a:gd name="connsiteX13" fmla="*/ 274415 w 274415"/>
                <a:gd name="connsiteY13" fmla="*/ 0 h 160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4415" h="160305">
                  <a:moveTo>
                    <a:pt x="274415" y="0"/>
                  </a:moveTo>
                  <a:lnTo>
                    <a:pt x="205931" y="160306"/>
                  </a:lnTo>
                  <a:lnTo>
                    <a:pt x="178308" y="160306"/>
                  </a:lnTo>
                  <a:lnTo>
                    <a:pt x="137160" y="66961"/>
                  </a:lnTo>
                  <a:lnTo>
                    <a:pt x="95059" y="160306"/>
                  </a:lnTo>
                  <a:lnTo>
                    <a:pt x="67151" y="160306"/>
                  </a:lnTo>
                  <a:lnTo>
                    <a:pt x="0" y="0"/>
                  </a:lnTo>
                  <a:lnTo>
                    <a:pt x="49435" y="0"/>
                  </a:lnTo>
                  <a:lnTo>
                    <a:pt x="82296" y="87725"/>
                  </a:lnTo>
                  <a:lnTo>
                    <a:pt x="120015" y="0"/>
                  </a:lnTo>
                  <a:lnTo>
                    <a:pt x="154210" y="0"/>
                  </a:lnTo>
                  <a:lnTo>
                    <a:pt x="191167" y="87725"/>
                  </a:lnTo>
                  <a:lnTo>
                    <a:pt x="225552" y="0"/>
                  </a:lnTo>
                  <a:lnTo>
                    <a:pt x="274415" y="0"/>
                  </a:lnTo>
                  <a:close/>
                </a:path>
              </a:pathLst>
            </a:custGeom>
            <a:grpFill/>
            <a:ln w="9525" cap="flat">
              <a:noFill/>
              <a:prstDash val="solid"/>
              <a:miter/>
            </a:ln>
          </p:spPr>
          <p:txBody>
            <a:bodyPr rtlCol="0" anchor="ctr"/>
            <a:lstStyle/>
            <a:p>
              <a:endParaRPr lang="en-GB"/>
            </a:p>
          </p:txBody>
        </p:sp>
        <p:sp>
          <p:nvSpPr>
            <p:cNvPr id="33" name="Freeform: Shape 25">
              <a:extLst>
                <a:ext uri="{FF2B5EF4-FFF2-40B4-BE49-F238E27FC236}">
                  <a16:creationId xmlns:a16="http://schemas.microsoft.com/office/drawing/2014/main" id="{9C4E9CEE-1A49-DE23-64FE-5C945F561132}"/>
                </a:ext>
              </a:extLst>
            </p:cNvPr>
            <p:cNvSpPr/>
            <p:nvPr/>
          </p:nvSpPr>
          <p:spPr>
            <a:xfrm>
              <a:off x="1239614" y="3381412"/>
              <a:ext cx="192595" cy="158305"/>
            </a:xfrm>
            <a:custGeom>
              <a:avLst/>
              <a:gdLst>
                <a:gd name="connsiteX0" fmla="*/ 192596 w 192595"/>
                <a:gd name="connsiteY0" fmla="*/ 158306 h 158305"/>
                <a:gd name="connsiteX1" fmla="*/ 143732 w 192595"/>
                <a:gd name="connsiteY1" fmla="*/ 158306 h 158305"/>
                <a:gd name="connsiteX2" fmla="*/ 130778 w 192595"/>
                <a:gd name="connsiteY2" fmla="*/ 126206 h 158305"/>
                <a:gd name="connsiteX3" fmla="*/ 62008 w 192595"/>
                <a:gd name="connsiteY3" fmla="*/ 126206 h 158305"/>
                <a:gd name="connsiteX4" fmla="*/ 48863 w 192595"/>
                <a:gd name="connsiteY4" fmla="*/ 158306 h 158305"/>
                <a:gd name="connsiteX5" fmla="*/ 0 w 192595"/>
                <a:gd name="connsiteY5" fmla="*/ 158306 h 158305"/>
                <a:gd name="connsiteX6" fmla="*/ 70009 w 192595"/>
                <a:gd name="connsiteY6" fmla="*/ 0 h 158305"/>
                <a:gd name="connsiteX7" fmla="*/ 122777 w 192595"/>
                <a:gd name="connsiteY7" fmla="*/ 0 h 158305"/>
                <a:gd name="connsiteX8" fmla="*/ 192596 w 192595"/>
                <a:gd name="connsiteY8" fmla="*/ 158306 h 158305"/>
                <a:gd name="connsiteX9" fmla="*/ 119920 w 192595"/>
                <a:gd name="connsiteY9" fmla="*/ 98679 h 158305"/>
                <a:gd name="connsiteX10" fmla="*/ 96679 w 192595"/>
                <a:gd name="connsiteY10" fmla="*/ 40862 h 158305"/>
                <a:gd name="connsiteX11" fmla="*/ 73342 w 192595"/>
                <a:gd name="connsiteY11" fmla="*/ 98679 h 158305"/>
                <a:gd name="connsiteX12" fmla="*/ 119920 w 192595"/>
                <a:gd name="connsiteY12" fmla="*/ 98679 h 158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2595" h="158305">
                  <a:moveTo>
                    <a:pt x="192596" y="158306"/>
                  </a:moveTo>
                  <a:lnTo>
                    <a:pt x="143732" y="158306"/>
                  </a:lnTo>
                  <a:lnTo>
                    <a:pt x="130778" y="126206"/>
                  </a:lnTo>
                  <a:lnTo>
                    <a:pt x="62008" y="126206"/>
                  </a:lnTo>
                  <a:lnTo>
                    <a:pt x="48863" y="158306"/>
                  </a:lnTo>
                  <a:lnTo>
                    <a:pt x="0" y="158306"/>
                  </a:lnTo>
                  <a:lnTo>
                    <a:pt x="70009" y="0"/>
                  </a:lnTo>
                  <a:lnTo>
                    <a:pt x="122777" y="0"/>
                  </a:lnTo>
                  <a:lnTo>
                    <a:pt x="192596" y="158306"/>
                  </a:lnTo>
                  <a:close/>
                  <a:moveTo>
                    <a:pt x="119920" y="98679"/>
                  </a:moveTo>
                  <a:lnTo>
                    <a:pt x="96679" y="40862"/>
                  </a:lnTo>
                  <a:lnTo>
                    <a:pt x="73342" y="98679"/>
                  </a:lnTo>
                  <a:lnTo>
                    <a:pt x="119920" y="98679"/>
                  </a:lnTo>
                  <a:close/>
                </a:path>
              </a:pathLst>
            </a:custGeom>
            <a:grpFill/>
            <a:ln w="9525" cap="flat">
              <a:noFill/>
              <a:prstDash val="solid"/>
              <a:miter/>
            </a:ln>
          </p:spPr>
          <p:txBody>
            <a:bodyPr rtlCol="0" anchor="ctr"/>
            <a:lstStyle/>
            <a:p>
              <a:endParaRPr lang="en-GB"/>
            </a:p>
          </p:txBody>
        </p:sp>
        <p:sp>
          <p:nvSpPr>
            <p:cNvPr id="34" name="Freeform: Shape 26">
              <a:extLst>
                <a:ext uri="{FF2B5EF4-FFF2-40B4-BE49-F238E27FC236}">
                  <a16:creationId xmlns:a16="http://schemas.microsoft.com/office/drawing/2014/main" id="{91558449-F5CB-533C-CF65-CA30D8E070A1}"/>
                </a:ext>
              </a:extLst>
            </p:cNvPr>
            <p:cNvSpPr/>
            <p:nvPr/>
          </p:nvSpPr>
          <p:spPr>
            <a:xfrm>
              <a:off x="1483264" y="3381507"/>
              <a:ext cx="162782" cy="158210"/>
            </a:xfrm>
            <a:custGeom>
              <a:avLst/>
              <a:gdLst>
                <a:gd name="connsiteX0" fmla="*/ 162782 w 162782"/>
                <a:gd name="connsiteY0" fmla="*/ 81915 h 158210"/>
                <a:gd name="connsiteX1" fmla="*/ 153924 w 162782"/>
                <a:gd name="connsiteY1" fmla="*/ 120968 h 158210"/>
                <a:gd name="connsiteX2" fmla="*/ 133064 w 162782"/>
                <a:gd name="connsiteY2" fmla="*/ 144875 h 158210"/>
                <a:gd name="connsiteX3" fmla="*/ 85439 w 162782"/>
                <a:gd name="connsiteY3" fmla="*/ 158210 h 158210"/>
                <a:gd name="connsiteX4" fmla="*/ 0 w 162782"/>
                <a:gd name="connsiteY4" fmla="*/ 158210 h 158210"/>
                <a:gd name="connsiteX5" fmla="*/ 0 w 162782"/>
                <a:gd name="connsiteY5" fmla="*/ 0 h 158210"/>
                <a:gd name="connsiteX6" fmla="*/ 65723 w 162782"/>
                <a:gd name="connsiteY6" fmla="*/ 0 h 158210"/>
                <a:gd name="connsiteX7" fmla="*/ 91154 w 162782"/>
                <a:gd name="connsiteY7" fmla="*/ 1524 h 158210"/>
                <a:gd name="connsiteX8" fmla="*/ 110204 w 162782"/>
                <a:gd name="connsiteY8" fmla="*/ 5906 h 158210"/>
                <a:gd name="connsiteX9" fmla="*/ 124587 w 162782"/>
                <a:gd name="connsiteY9" fmla="*/ 12192 h 158210"/>
                <a:gd name="connsiteX10" fmla="*/ 135160 w 162782"/>
                <a:gd name="connsiteY10" fmla="*/ 19717 h 158210"/>
                <a:gd name="connsiteX11" fmla="*/ 149352 w 162782"/>
                <a:gd name="connsiteY11" fmla="*/ 35338 h 158210"/>
                <a:gd name="connsiteX12" fmla="*/ 159067 w 162782"/>
                <a:gd name="connsiteY12" fmla="*/ 56293 h 158210"/>
                <a:gd name="connsiteX13" fmla="*/ 162687 w 162782"/>
                <a:gd name="connsiteY13" fmla="*/ 82105 h 158210"/>
                <a:gd name="connsiteX14" fmla="*/ 114205 w 162782"/>
                <a:gd name="connsiteY14" fmla="*/ 80010 h 158210"/>
                <a:gd name="connsiteX15" fmla="*/ 106871 w 162782"/>
                <a:gd name="connsiteY15" fmla="*/ 49911 h 158210"/>
                <a:gd name="connsiteX16" fmla="*/ 89154 w 162782"/>
                <a:gd name="connsiteY16" fmla="*/ 35433 h 158210"/>
                <a:gd name="connsiteX17" fmla="*/ 68104 w 162782"/>
                <a:gd name="connsiteY17" fmla="*/ 31718 h 158210"/>
                <a:gd name="connsiteX18" fmla="*/ 47816 w 162782"/>
                <a:gd name="connsiteY18" fmla="*/ 31718 h 158210"/>
                <a:gd name="connsiteX19" fmla="*/ 47816 w 162782"/>
                <a:gd name="connsiteY19" fmla="*/ 125444 h 158210"/>
                <a:gd name="connsiteX20" fmla="*/ 68104 w 162782"/>
                <a:gd name="connsiteY20" fmla="*/ 125444 h 158210"/>
                <a:gd name="connsiteX21" fmla="*/ 100584 w 162782"/>
                <a:gd name="connsiteY21" fmla="*/ 116586 h 158210"/>
                <a:gd name="connsiteX22" fmla="*/ 114300 w 162782"/>
                <a:gd name="connsiteY22" fmla="*/ 79915 h 15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2782" h="158210">
                  <a:moveTo>
                    <a:pt x="162782" y="81915"/>
                  </a:moveTo>
                  <a:cubicBezTo>
                    <a:pt x="162782" y="98107"/>
                    <a:pt x="159829" y="111157"/>
                    <a:pt x="153924" y="120968"/>
                  </a:cubicBezTo>
                  <a:cubicBezTo>
                    <a:pt x="148019" y="130778"/>
                    <a:pt x="141065" y="138779"/>
                    <a:pt x="133064" y="144875"/>
                  </a:cubicBezTo>
                  <a:cubicBezTo>
                    <a:pt x="121634" y="153829"/>
                    <a:pt x="105823" y="158210"/>
                    <a:pt x="85439" y="158210"/>
                  </a:cubicBezTo>
                  <a:lnTo>
                    <a:pt x="0" y="158210"/>
                  </a:lnTo>
                  <a:lnTo>
                    <a:pt x="0" y="0"/>
                  </a:lnTo>
                  <a:lnTo>
                    <a:pt x="65723" y="0"/>
                  </a:lnTo>
                  <a:cubicBezTo>
                    <a:pt x="75629" y="0"/>
                    <a:pt x="84106" y="476"/>
                    <a:pt x="91154" y="1524"/>
                  </a:cubicBezTo>
                  <a:cubicBezTo>
                    <a:pt x="98203" y="2572"/>
                    <a:pt x="104489" y="4001"/>
                    <a:pt x="110204" y="5906"/>
                  </a:cubicBezTo>
                  <a:cubicBezTo>
                    <a:pt x="115824" y="7715"/>
                    <a:pt x="120587" y="9906"/>
                    <a:pt x="124587" y="12192"/>
                  </a:cubicBezTo>
                  <a:cubicBezTo>
                    <a:pt x="128492" y="14478"/>
                    <a:pt x="132112" y="17050"/>
                    <a:pt x="135160" y="19717"/>
                  </a:cubicBezTo>
                  <a:cubicBezTo>
                    <a:pt x="140589" y="24194"/>
                    <a:pt x="145352" y="29337"/>
                    <a:pt x="149352" y="35338"/>
                  </a:cubicBezTo>
                  <a:cubicBezTo>
                    <a:pt x="153448" y="41339"/>
                    <a:pt x="156686" y="48292"/>
                    <a:pt x="159067" y="56293"/>
                  </a:cubicBezTo>
                  <a:cubicBezTo>
                    <a:pt x="161449" y="64199"/>
                    <a:pt x="162687" y="72771"/>
                    <a:pt x="162687" y="82105"/>
                  </a:cubicBezTo>
                  <a:moveTo>
                    <a:pt x="114205" y="80010"/>
                  </a:moveTo>
                  <a:cubicBezTo>
                    <a:pt x="114205" y="67151"/>
                    <a:pt x="111728" y="57150"/>
                    <a:pt x="106871" y="49911"/>
                  </a:cubicBezTo>
                  <a:cubicBezTo>
                    <a:pt x="101917" y="42672"/>
                    <a:pt x="96012" y="37909"/>
                    <a:pt x="89154" y="35433"/>
                  </a:cubicBezTo>
                  <a:cubicBezTo>
                    <a:pt x="82201" y="32957"/>
                    <a:pt x="75248" y="31718"/>
                    <a:pt x="68104" y="31718"/>
                  </a:cubicBezTo>
                  <a:lnTo>
                    <a:pt x="47816" y="31718"/>
                  </a:lnTo>
                  <a:lnTo>
                    <a:pt x="47816" y="125444"/>
                  </a:lnTo>
                  <a:lnTo>
                    <a:pt x="68104" y="125444"/>
                  </a:lnTo>
                  <a:cubicBezTo>
                    <a:pt x="80581" y="125444"/>
                    <a:pt x="91440" y="122492"/>
                    <a:pt x="100584" y="116586"/>
                  </a:cubicBezTo>
                  <a:cubicBezTo>
                    <a:pt x="109633" y="110680"/>
                    <a:pt x="114300" y="98393"/>
                    <a:pt x="114300" y="79915"/>
                  </a:cubicBezTo>
                </a:path>
              </a:pathLst>
            </a:custGeom>
            <a:grpFill/>
            <a:ln w="9525" cap="flat">
              <a:noFill/>
              <a:prstDash val="solid"/>
              <a:miter/>
            </a:ln>
          </p:spPr>
          <p:txBody>
            <a:bodyPr rtlCol="0" anchor="ctr"/>
            <a:lstStyle/>
            <a:p>
              <a:endParaRPr lang="en-GB"/>
            </a:p>
          </p:txBody>
        </p:sp>
        <p:sp>
          <p:nvSpPr>
            <p:cNvPr id="35" name="Freeform: Shape 27">
              <a:extLst>
                <a:ext uri="{FF2B5EF4-FFF2-40B4-BE49-F238E27FC236}">
                  <a16:creationId xmlns:a16="http://schemas.microsoft.com/office/drawing/2014/main" id="{6CA92632-66E8-EDF6-D5AD-4F8622279C3E}"/>
                </a:ext>
              </a:extLst>
            </p:cNvPr>
            <p:cNvSpPr/>
            <p:nvPr/>
          </p:nvSpPr>
          <p:spPr>
            <a:xfrm>
              <a:off x="1698910" y="3381507"/>
              <a:ext cx="167163" cy="158210"/>
            </a:xfrm>
            <a:custGeom>
              <a:avLst/>
              <a:gdLst>
                <a:gd name="connsiteX0" fmla="*/ 167164 w 167163"/>
                <a:gd name="connsiteY0" fmla="*/ 158210 h 158210"/>
                <a:gd name="connsiteX1" fmla="*/ 119539 w 167163"/>
                <a:gd name="connsiteY1" fmla="*/ 158210 h 158210"/>
                <a:gd name="connsiteX2" fmla="*/ 119539 w 167163"/>
                <a:gd name="connsiteY2" fmla="*/ 96488 h 158210"/>
                <a:gd name="connsiteX3" fmla="*/ 47720 w 167163"/>
                <a:gd name="connsiteY3" fmla="*/ 96488 h 158210"/>
                <a:gd name="connsiteX4" fmla="*/ 47720 w 167163"/>
                <a:gd name="connsiteY4" fmla="*/ 158210 h 158210"/>
                <a:gd name="connsiteX5" fmla="*/ 0 w 167163"/>
                <a:gd name="connsiteY5" fmla="*/ 158210 h 158210"/>
                <a:gd name="connsiteX6" fmla="*/ 0 w 167163"/>
                <a:gd name="connsiteY6" fmla="*/ 0 h 158210"/>
                <a:gd name="connsiteX7" fmla="*/ 47720 w 167163"/>
                <a:gd name="connsiteY7" fmla="*/ 0 h 158210"/>
                <a:gd name="connsiteX8" fmla="*/ 47720 w 167163"/>
                <a:gd name="connsiteY8" fmla="*/ 58103 h 158210"/>
                <a:gd name="connsiteX9" fmla="*/ 119539 w 167163"/>
                <a:gd name="connsiteY9" fmla="*/ 58103 h 158210"/>
                <a:gd name="connsiteX10" fmla="*/ 119539 w 167163"/>
                <a:gd name="connsiteY10" fmla="*/ 0 h 158210"/>
                <a:gd name="connsiteX11" fmla="*/ 167164 w 167163"/>
                <a:gd name="connsiteY11" fmla="*/ 0 h 158210"/>
                <a:gd name="connsiteX12" fmla="*/ 167164 w 167163"/>
                <a:gd name="connsiteY12" fmla="*/ 158210 h 15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163" h="158210">
                  <a:moveTo>
                    <a:pt x="167164" y="158210"/>
                  </a:moveTo>
                  <a:lnTo>
                    <a:pt x="119539" y="158210"/>
                  </a:lnTo>
                  <a:lnTo>
                    <a:pt x="119539" y="96488"/>
                  </a:lnTo>
                  <a:lnTo>
                    <a:pt x="47720" y="96488"/>
                  </a:lnTo>
                  <a:lnTo>
                    <a:pt x="47720" y="158210"/>
                  </a:lnTo>
                  <a:lnTo>
                    <a:pt x="0" y="158210"/>
                  </a:lnTo>
                  <a:lnTo>
                    <a:pt x="0" y="0"/>
                  </a:lnTo>
                  <a:lnTo>
                    <a:pt x="47720" y="0"/>
                  </a:lnTo>
                  <a:lnTo>
                    <a:pt x="47720" y="58103"/>
                  </a:lnTo>
                  <a:lnTo>
                    <a:pt x="119539" y="58103"/>
                  </a:lnTo>
                  <a:lnTo>
                    <a:pt x="119539" y="0"/>
                  </a:lnTo>
                  <a:lnTo>
                    <a:pt x="167164" y="0"/>
                  </a:lnTo>
                  <a:lnTo>
                    <a:pt x="167164" y="158210"/>
                  </a:lnTo>
                  <a:close/>
                </a:path>
              </a:pathLst>
            </a:custGeom>
            <a:grpFill/>
            <a:ln w="9525" cap="flat">
              <a:noFill/>
              <a:prstDash val="solid"/>
              <a:miter/>
            </a:ln>
          </p:spPr>
          <p:txBody>
            <a:bodyPr rtlCol="0" anchor="ctr"/>
            <a:lstStyle/>
            <a:p>
              <a:endParaRPr lang="en-GB"/>
            </a:p>
          </p:txBody>
        </p:sp>
        <p:sp>
          <p:nvSpPr>
            <p:cNvPr id="36" name="Freeform: Shape 28">
              <a:extLst>
                <a:ext uri="{FF2B5EF4-FFF2-40B4-BE49-F238E27FC236}">
                  <a16:creationId xmlns:a16="http://schemas.microsoft.com/office/drawing/2014/main" id="{A17F9F1F-C904-9A5F-E960-31EB44FDB7E2}"/>
                </a:ext>
              </a:extLst>
            </p:cNvPr>
            <p:cNvSpPr/>
            <p:nvPr/>
          </p:nvSpPr>
          <p:spPr>
            <a:xfrm>
              <a:off x="1913984" y="3381507"/>
              <a:ext cx="274510" cy="160305"/>
            </a:xfrm>
            <a:custGeom>
              <a:avLst/>
              <a:gdLst>
                <a:gd name="connsiteX0" fmla="*/ 274511 w 274510"/>
                <a:gd name="connsiteY0" fmla="*/ 0 h 160305"/>
                <a:gd name="connsiteX1" fmla="*/ 205931 w 274510"/>
                <a:gd name="connsiteY1" fmla="*/ 160306 h 160305"/>
                <a:gd name="connsiteX2" fmla="*/ 178308 w 274510"/>
                <a:gd name="connsiteY2" fmla="*/ 160306 h 160305"/>
                <a:gd name="connsiteX3" fmla="*/ 137160 w 274510"/>
                <a:gd name="connsiteY3" fmla="*/ 66961 h 160305"/>
                <a:gd name="connsiteX4" fmla="*/ 95059 w 274510"/>
                <a:gd name="connsiteY4" fmla="*/ 160306 h 160305"/>
                <a:gd name="connsiteX5" fmla="*/ 67246 w 274510"/>
                <a:gd name="connsiteY5" fmla="*/ 160306 h 160305"/>
                <a:gd name="connsiteX6" fmla="*/ 0 w 274510"/>
                <a:gd name="connsiteY6" fmla="*/ 0 h 160305"/>
                <a:gd name="connsiteX7" fmla="*/ 49530 w 274510"/>
                <a:gd name="connsiteY7" fmla="*/ 0 h 160305"/>
                <a:gd name="connsiteX8" fmla="*/ 82391 w 274510"/>
                <a:gd name="connsiteY8" fmla="*/ 87725 h 160305"/>
                <a:gd name="connsiteX9" fmla="*/ 120110 w 274510"/>
                <a:gd name="connsiteY9" fmla="*/ 0 h 160305"/>
                <a:gd name="connsiteX10" fmla="*/ 154210 w 274510"/>
                <a:gd name="connsiteY10" fmla="*/ 0 h 160305"/>
                <a:gd name="connsiteX11" fmla="*/ 191262 w 274510"/>
                <a:gd name="connsiteY11" fmla="*/ 87725 h 160305"/>
                <a:gd name="connsiteX12" fmla="*/ 225647 w 274510"/>
                <a:gd name="connsiteY12" fmla="*/ 0 h 160305"/>
                <a:gd name="connsiteX13" fmla="*/ 274511 w 274510"/>
                <a:gd name="connsiteY13" fmla="*/ 0 h 160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4510" h="160305">
                  <a:moveTo>
                    <a:pt x="274511" y="0"/>
                  </a:moveTo>
                  <a:lnTo>
                    <a:pt x="205931" y="160306"/>
                  </a:lnTo>
                  <a:lnTo>
                    <a:pt x="178308" y="160306"/>
                  </a:lnTo>
                  <a:lnTo>
                    <a:pt x="137160" y="66961"/>
                  </a:lnTo>
                  <a:lnTo>
                    <a:pt x="95059" y="160306"/>
                  </a:lnTo>
                  <a:lnTo>
                    <a:pt x="67246" y="160306"/>
                  </a:lnTo>
                  <a:lnTo>
                    <a:pt x="0" y="0"/>
                  </a:lnTo>
                  <a:lnTo>
                    <a:pt x="49530" y="0"/>
                  </a:lnTo>
                  <a:lnTo>
                    <a:pt x="82391" y="87725"/>
                  </a:lnTo>
                  <a:lnTo>
                    <a:pt x="120110" y="0"/>
                  </a:lnTo>
                  <a:lnTo>
                    <a:pt x="154210" y="0"/>
                  </a:lnTo>
                  <a:lnTo>
                    <a:pt x="191262" y="87725"/>
                  </a:lnTo>
                  <a:lnTo>
                    <a:pt x="225647" y="0"/>
                  </a:lnTo>
                  <a:lnTo>
                    <a:pt x="274511" y="0"/>
                  </a:lnTo>
                  <a:close/>
                </a:path>
              </a:pathLst>
            </a:custGeom>
            <a:grpFill/>
            <a:ln w="9525" cap="flat">
              <a:noFill/>
              <a:prstDash val="solid"/>
              <a:miter/>
            </a:ln>
          </p:spPr>
          <p:txBody>
            <a:bodyPr rtlCol="0" anchor="ctr"/>
            <a:lstStyle/>
            <a:p>
              <a:endParaRPr lang="en-GB"/>
            </a:p>
          </p:txBody>
        </p:sp>
        <p:sp>
          <p:nvSpPr>
            <p:cNvPr id="37" name="Freeform: Shape 29">
              <a:extLst>
                <a:ext uri="{FF2B5EF4-FFF2-40B4-BE49-F238E27FC236}">
                  <a16:creationId xmlns:a16="http://schemas.microsoft.com/office/drawing/2014/main" id="{65CB7476-7537-66C9-EFBD-6CC69D6BED59}"/>
                </a:ext>
              </a:extLst>
            </p:cNvPr>
            <p:cNvSpPr/>
            <p:nvPr/>
          </p:nvSpPr>
          <p:spPr>
            <a:xfrm>
              <a:off x="2184970" y="3381412"/>
              <a:ext cx="192595" cy="158305"/>
            </a:xfrm>
            <a:custGeom>
              <a:avLst/>
              <a:gdLst>
                <a:gd name="connsiteX0" fmla="*/ 192500 w 192595"/>
                <a:gd name="connsiteY0" fmla="*/ 158306 h 158305"/>
                <a:gd name="connsiteX1" fmla="*/ 143637 w 192595"/>
                <a:gd name="connsiteY1" fmla="*/ 158306 h 158305"/>
                <a:gd name="connsiteX2" fmla="*/ 130683 w 192595"/>
                <a:gd name="connsiteY2" fmla="*/ 126206 h 158305"/>
                <a:gd name="connsiteX3" fmla="*/ 62008 w 192595"/>
                <a:gd name="connsiteY3" fmla="*/ 126206 h 158305"/>
                <a:gd name="connsiteX4" fmla="*/ 48863 w 192595"/>
                <a:gd name="connsiteY4" fmla="*/ 158306 h 158305"/>
                <a:gd name="connsiteX5" fmla="*/ 0 w 192595"/>
                <a:gd name="connsiteY5" fmla="*/ 158306 h 158305"/>
                <a:gd name="connsiteX6" fmla="*/ 70009 w 192595"/>
                <a:gd name="connsiteY6" fmla="*/ 0 h 158305"/>
                <a:gd name="connsiteX7" fmla="*/ 122777 w 192595"/>
                <a:gd name="connsiteY7" fmla="*/ 0 h 158305"/>
                <a:gd name="connsiteX8" fmla="*/ 192596 w 192595"/>
                <a:gd name="connsiteY8" fmla="*/ 158306 h 158305"/>
                <a:gd name="connsiteX9" fmla="*/ 119729 w 192595"/>
                <a:gd name="connsiteY9" fmla="*/ 98679 h 158305"/>
                <a:gd name="connsiteX10" fmla="*/ 96583 w 192595"/>
                <a:gd name="connsiteY10" fmla="*/ 40862 h 158305"/>
                <a:gd name="connsiteX11" fmla="*/ 73152 w 192595"/>
                <a:gd name="connsiteY11" fmla="*/ 98679 h 158305"/>
                <a:gd name="connsiteX12" fmla="*/ 119729 w 192595"/>
                <a:gd name="connsiteY12" fmla="*/ 98679 h 158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2595" h="158305">
                  <a:moveTo>
                    <a:pt x="192500" y="158306"/>
                  </a:moveTo>
                  <a:lnTo>
                    <a:pt x="143637" y="158306"/>
                  </a:lnTo>
                  <a:lnTo>
                    <a:pt x="130683" y="126206"/>
                  </a:lnTo>
                  <a:lnTo>
                    <a:pt x="62008" y="126206"/>
                  </a:lnTo>
                  <a:lnTo>
                    <a:pt x="48863" y="158306"/>
                  </a:lnTo>
                  <a:lnTo>
                    <a:pt x="0" y="158306"/>
                  </a:lnTo>
                  <a:lnTo>
                    <a:pt x="70009" y="0"/>
                  </a:lnTo>
                  <a:lnTo>
                    <a:pt x="122777" y="0"/>
                  </a:lnTo>
                  <a:lnTo>
                    <a:pt x="192596" y="158306"/>
                  </a:lnTo>
                  <a:close/>
                  <a:moveTo>
                    <a:pt x="119729" y="98679"/>
                  </a:moveTo>
                  <a:lnTo>
                    <a:pt x="96583" y="40862"/>
                  </a:lnTo>
                  <a:lnTo>
                    <a:pt x="73152" y="98679"/>
                  </a:lnTo>
                  <a:lnTo>
                    <a:pt x="119729" y="98679"/>
                  </a:lnTo>
                  <a:close/>
                </a:path>
              </a:pathLst>
            </a:custGeom>
            <a:grpFill/>
            <a:ln w="9525" cap="flat">
              <a:noFill/>
              <a:prstDash val="solid"/>
              <a:miter/>
            </a:ln>
          </p:spPr>
          <p:txBody>
            <a:bodyPr rtlCol="0" anchor="ctr"/>
            <a:lstStyle/>
            <a:p>
              <a:endParaRPr lang="en-GB"/>
            </a:p>
          </p:txBody>
        </p:sp>
        <p:sp>
          <p:nvSpPr>
            <p:cNvPr id="38" name="Freeform: Shape 30">
              <a:extLst>
                <a:ext uri="{FF2B5EF4-FFF2-40B4-BE49-F238E27FC236}">
                  <a16:creationId xmlns:a16="http://schemas.microsoft.com/office/drawing/2014/main" id="{08506D09-A114-A134-9524-222ED3D0272B}"/>
                </a:ext>
              </a:extLst>
            </p:cNvPr>
            <p:cNvSpPr/>
            <p:nvPr/>
          </p:nvSpPr>
          <p:spPr>
            <a:xfrm>
              <a:off x="2427572" y="3381507"/>
              <a:ext cx="171926" cy="158210"/>
            </a:xfrm>
            <a:custGeom>
              <a:avLst/>
              <a:gdLst>
                <a:gd name="connsiteX0" fmla="*/ 171926 w 171926"/>
                <a:gd name="connsiteY0" fmla="*/ 158210 h 158210"/>
                <a:gd name="connsiteX1" fmla="*/ 129445 w 171926"/>
                <a:gd name="connsiteY1" fmla="*/ 158210 h 158210"/>
                <a:gd name="connsiteX2" fmla="*/ 47339 w 171926"/>
                <a:gd name="connsiteY2" fmla="*/ 70104 h 158210"/>
                <a:gd name="connsiteX3" fmla="*/ 47339 w 171926"/>
                <a:gd name="connsiteY3" fmla="*/ 158210 h 158210"/>
                <a:gd name="connsiteX4" fmla="*/ 0 w 171926"/>
                <a:gd name="connsiteY4" fmla="*/ 158210 h 158210"/>
                <a:gd name="connsiteX5" fmla="*/ 0 w 171926"/>
                <a:gd name="connsiteY5" fmla="*/ 0 h 158210"/>
                <a:gd name="connsiteX6" fmla="*/ 42386 w 171926"/>
                <a:gd name="connsiteY6" fmla="*/ 0 h 158210"/>
                <a:gd name="connsiteX7" fmla="*/ 124301 w 171926"/>
                <a:gd name="connsiteY7" fmla="*/ 87630 h 158210"/>
                <a:gd name="connsiteX8" fmla="*/ 124301 w 171926"/>
                <a:gd name="connsiteY8" fmla="*/ 0 h 158210"/>
                <a:gd name="connsiteX9" fmla="*/ 171926 w 171926"/>
                <a:gd name="connsiteY9" fmla="*/ 0 h 158210"/>
                <a:gd name="connsiteX10" fmla="*/ 171926 w 171926"/>
                <a:gd name="connsiteY10" fmla="*/ 158210 h 15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1926" h="158210">
                  <a:moveTo>
                    <a:pt x="171926" y="158210"/>
                  </a:moveTo>
                  <a:lnTo>
                    <a:pt x="129445" y="158210"/>
                  </a:lnTo>
                  <a:lnTo>
                    <a:pt x="47339" y="70104"/>
                  </a:lnTo>
                  <a:lnTo>
                    <a:pt x="47339" y="158210"/>
                  </a:lnTo>
                  <a:lnTo>
                    <a:pt x="0" y="158210"/>
                  </a:lnTo>
                  <a:lnTo>
                    <a:pt x="0" y="0"/>
                  </a:lnTo>
                  <a:lnTo>
                    <a:pt x="42386" y="0"/>
                  </a:lnTo>
                  <a:lnTo>
                    <a:pt x="124301" y="87630"/>
                  </a:lnTo>
                  <a:lnTo>
                    <a:pt x="124301" y="0"/>
                  </a:lnTo>
                  <a:lnTo>
                    <a:pt x="171926" y="0"/>
                  </a:lnTo>
                  <a:lnTo>
                    <a:pt x="171926" y="158210"/>
                  </a:lnTo>
                  <a:close/>
                </a:path>
              </a:pathLst>
            </a:custGeom>
            <a:grpFill/>
            <a:ln w="9525" cap="flat">
              <a:noFill/>
              <a:prstDash val="solid"/>
              <a:miter/>
            </a:ln>
          </p:spPr>
          <p:txBody>
            <a:bodyPr rtlCol="0" anchor="ctr"/>
            <a:lstStyle/>
            <a:p>
              <a:endParaRPr lang="en-GB"/>
            </a:p>
          </p:txBody>
        </p:sp>
        <p:sp>
          <p:nvSpPr>
            <p:cNvPr id="39" name="Freeform: Shape 31">
              <a:extLst>
                <a:ext uri="{FF2B5EF4-FFF2-40B4-BE49-F238E27FC236}">
                  <a16:creationId xmlns:a16="http://schemas.microsoft.com/office/drawing/2014/main" id="{DD84B964-D3D3-AF13-F1F6-A0D8C3E2E97A}"/>
                </a:ext>
              </a:extLst>
            </p:cNvPr>
            <p:cNvSpPr/>
            <p:nvPr/>
          </p:nvSpPr>
          <p:spPr>
            <a:xfrm>
              <a:off x="2662840" y="3381508"/>
              <a:ext cx="47720" cy="158210"/>
            </a:xfrm>
            <a:custGeom>
              <a:avLst/>
              <a:gdLst>
                <a:gd name="connsiteX0" fmla="*/ 0 w 47720"/>
                <a:gd name="connsiteY0" fmla="*/ 0 h 158210"/>
                <a:gd name="connsiteX1" fmla="*/ 47720 w 47720"/>
                <a:gd name="connsiteY1" fmla="*/ 0 h 158210"/>
                <a:gd name="connsiteX2" fmla="*/ 47720 w 47720"/>
                <a:gd name="connsiteY2" fmla="*/ 158210 h 158210"/>
                <a:gd name="connsiteX3" fmla="*/ 0 w 47720"/>
                <a:gd name="connsiteY3" fmla="*/ 158210 h 158210"/>
              </a:gdLst>
              <a:ahLst/>
              <a:cxnLst>
                <a:cxn ang="0">
                  <a:pos x="connsiteX0" y="connsiteY0"/>
                </a:cxn>
                <a:cxn ang="0">
                  <a:pos x="connsiteX1" y="connsiteY1"/>
                </a:cxn>
                <a:cxn ang="0">
                  <a:pos x="connsiteX2" y="connsiteY2"/>
                </a:cxn>
                <a:cxn ang="0">
                  <a:pos x="connsiteX3" y="connsiteY3"/>
                </a:cxn>
              </a:cxnLst>
              <a:rect l="l" t="t" r="r" b="b"/>
              <a:pathLst>
                <a:path w="47720" h="158210">
                  <a:moveTo>
                    <a:pt x="0" y="0"/>
                  </a:moveTo>
                  <a:lnTo>
                    <a:pt x="47720" y="0"/>
                  </a:lnTo>
                  <a:lnTo>
                    <a:pt x="47720" y="158210"/>
                  </a:lnTo>
                  <a:lnTo>
                    <a:pt x="0" y="158210"/>
                  </a:lnTo>
                  <a:close/>
                </a:path>
              </a:pathLst>
            </a:custGeom>
            <a:grpFill/>
            <a:ln w="9525" cap="flat">
              <a:noFill/>
              <a:prstDash val="solid"/>
              <a:miter/>
            </a:ln>
          </p:spPr>
          <p:txBody>
            <a:bodyPr rtlCol="0" anchor="ctr"/>
            <a:lstStyle/>
            <a:p>
              <a:endParaRPr lang="en-GB"/>
            </a:p>
          </p:txBody>
        </p:sp>
        <p:sp>
          <p:nvSpPr>
            <p:cNvPr id="40" name="Freeform: Shape 32">
              <a:extLst>
                <a:ext uri="{FF2B5EF4-FFF2-40B4-BE49-F238E27FC236}">
                  <a16:creationId xmlns:a16="http://schemas.microsoft.com/office/drawing/2014/main" id="{D001200B-EC98-156E-E7EA-5962B546879C}"/>
                </a:ext>
              </a:extLst>
            </p:cNvPr>
            <p:cNvSpPr/>
            <p:nvPr/>
          </p:nvSpPr>
          <p:spPr>
            <a:xfrm>
              <a:off x="1237900" y="3614298"/>
              <a:ext cx="54864" cy="103155"/>
            </a:xfrm>
            <a:custGeom>
              <a:avLst/>
              <a:gdLst>
                <a:gd name="connsiteX0" fmla="*/ 0 w 54864"/>
                <a:gd name="connsiteY0" fmla="*/ 103156 h 103155"/>
                <a:gd name="connsiteX1" fmla="*/ 0 w 54864"/>
                <a:gd name="connsiteY1" fmla="*/ 0 h 103155"/>
                <a:gd name="connsiteX2" fmla="*/ 54864 w 54864"/>
                <a:gd name="connsiteY2" fmla="*/ 0 h 103155"/>
                <a:gd name="connsiteX3" fmla="*/ 54864 w 54864"/>
                <a:gd name="connsiteY3" fmla="*/ 12954 h 103155"/>
                <a:gd name="connsiteX4" fmla="*/ 14764 w 54864"/>
                <a:gd name="connsiteY4" fmla="*/ 12954 h 103155"/>
                <a:gd name="connsiteX5" fmla="*/ 14764 w 54864"/>
                <a:gd name="connsiteY5" fmla="*/ 43148 h 103155"/>
                <a:gd name="connsiteX6" fmla="*/ 53054 w 54864"/>
                <a:gd name="connsiteY6" fmla="*/ 43148 h 103155"/>
                <a:gd name="connsiteX7" fmla="*/ 53054 w 54864"/>
                <a:gd name="connsiteY7" fmla="*/ 56198 h 103155"/>
                <a:gd name="connsiteX8" fmla="*/ 14764 w 54864"/>
                <a:gd name="connsiteY8" fmla="*/ 56198 h 103155"/>
                <a:gd name="connsiteX9" fmla="*/ 14764 w 54864"/>
                <a:gd name="connsiteY9" fmla="*/ 103156 h 103155"/>
                <a:gd name="connsiteX10" fmla="*/ 0 w 54864"/>
                <a:gd name="connsiteY10"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864" h="103155">
                  <a:moveTo>
                    <a:pt x="0" y="103156"/>
                  </a:moveTo>
                  <a:lnTo>
                    <a:pt x="0" y="0"/>
                  </a:lnTo>
                  <a:lnTo>
                    <a:pt x="54864" y="0"/>
                  </a:lnTo>
                  <a:lnTo>
                    <a:pt x="54864" y="12954"/>
                  </a:lnTo>
                  <a:lnTo>
                    <a:pt x="14764" y="12954"/>
                  </a:lnTo>
                  <a:lnTo>
                    <a:pt x="14764" y="43148"/>
                  </a:lnTo>
                  <a:lnTo>
                    <a:pt x="53054" y="43148"/>
                  </a:lnTo>
                  <a:lnTo>
                    <a:pt x="53054" y="56198"/>
                  </a:lnTo>
                  <a:lnTo>
                    <a:pt x="14764" y="56198"/>
                  </a:lnTo>
                  <a:lnTo>
                    <a:pt x="14764" y="103156"/>
                  </a:lnTo>
                  <a:lnTo>
                    <a:pt x="0" y="103156"/>
                  </a:lnTo>
                  <a:close/>
                </a:path>
              </a:pathLst>
            </a:custGeom>
            <a:grpFill/>
            <a:ln w="9525" cap="flat">
              <a:noFill/>
              <a:prstDash val="solid"/>
              <a:miter/>
            </a:ln>
          </p:spPr>
          <p:txBody>
            <a:bodyPr rtlCol="0" anchor="ctr"/>
            <a:lstStyle/>
            <a:p>
              <a:endParaRPr lang="en-GB"/>
            </a:p>
          </p:txBody>
        </p:sp>
        <p:sp>
          <p:nvSpPr>
            <p:cNvPr id="41" name="Freeform: Shape 33">
              <a:extLst>
                <a:ext uri="{FF2B5EF4-FFF2-40B4-BE49-F238E27FC236}">
                  <a16:creationId xmlns:a16="http://schemas.microsoft.com/office/drawing/2014/main" id="{6AFE5557-3CFB-A97A-1944-79097E28F883}"/>
                </a:ext>
              </a:extLst>
            </p:cNvPr>
            <p:cNvSpPr/>
            <p:nvPr/>
          </p:nvSpPr>
          <p:spPr>
            <a:xfrm>
              <a:off x="1336865" y="3612489"/>
              <a:ext cx="99440" cy="106775"/>
            </a:xfrm>
            <a:custGeom>
              <a:avLst/>
              <a:gdLst>
                <a:gd name="connsiteX0" fmla="*/ 95 w 99440"/>
                <a:gd name="connsiteY0" fmla="*/ 53340 h 106775"/>
                <a:gd name="connsiteX1" fmla="*/ 13240 w 99440"/>
                <a:gd name="connsiteY1" fmla="*/ 15240 h 106775"/>
                <a:gd name="connsiteX2" fmla="*/ 49721 w 99440"/>
                <a:gd name="connsiteY2" fmla="*/ 0 h 106775"/>
                <a:gd name="connsiteX3" fmla="*/ 86392 w 99440"/>
                <a:gd name="connsiteY3" fmla="*/ 15240 h 106775"/>
                <a:gd name="connsiteX4" fmla="*/ 99441 w 99440"/>
                <a:gd name="connsiteY4" fmla="*/ 53340 h 106775"/>
                <a:gd name="connsiteX5" fmla="*/ 86392 w 99440"/>
                <a:gd name="connsiteY5" fmla="*/ 91821 h 106775"/>
                <a:gd name="connsiteX6" fmla="*/ 49721 w 99440"/>
                <a:gd name="connsiteY6" fmla="*/ 106775 h 106775"/>
                <a:gd name="connsiteX7" fmla="*/ 13049 w 99440"/>
                <a:gd name="connsiteY7" fmla="*/ 91821 h 106775"/>
                <a:gd name="connsiteX8" fmla="*/ 0 w 99440"/>
                <a:gd name="connsiteY8" fmla="*/ 53340 h 106775"/>
                <a:gd name="connsiteX9" fmla="*/ 15716 w 99440"/>
                <a:gd name="connsiteY9" fmla="*/ 53340 h 106775"/>
                <a:gd name="connsiteX10" fmla="*/ 23813 w 99440"/>
                <a:gd name="connsiteY10" fmla="*/ 81248 h 106775"/>
                <a:gd name="connsiteX11" fmla="*/ 49721 w 99440"/>
                <a:gd name="connsiteY11" fmla="*/ 93631 h 106775"/>
                <a:gd name="connsiteX12" fmla="*/ 75628 w 99440"/>
                <a:gd name="connsiteY12" fmla="*/ 81248 h 106775"/>
                <a:gd name="connsiteX13" fmla="*/ 83725 w 99440"/>
                <a:gd name="connsiteY13" fmla="*/ 53340 h 106775"/>
                <a:gd name="connsiteX14" fmla="*/ 75343 w 99440"/>
                <a:gd name="connsiteY14" fmla="*/ 25241 h 106775"/>
                <a:gd name="connsiteX15" fmla="*/ 49721 w 99440"/>
                <a:gd name="connsiteY15" fmla="*/ 12954 h 106775"/>
                <a:gd name="connsiteX16" fmla="*/ 24194 w 99440"/>
                <a:gd name="connsiteY16" fmla="*/ 25241 h 106775"/>
                <a:gd name="connsiteX17" fmla="*/ 15811 w 99440"/>
                <a:gd name="connsiteY17" fmla="*/ 53340 h 10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440" h="106775">
                  <a:moveTo>
                    <a:pt x="95" y="53340"/>
                  </a:moveTo>
                  <a:cubicBezTo>
                    <a:pt x="95" y="37719"/>
                    <a:pt x="4477" y="24955"/>
                    <a:pt x="13240" y="15240"/>
                  </a:cubicBezTo>
                  <a:cubicBezTo>
                    <a:pt x="22193" y="5048"/>
                    <a:pt x="34385" y="0"/>
                    <a:pt x="49721" y="0"/>
                  </a:cubicBezTo>
                  <a:cubicBezTo>
                    <a:pt x="65056" y="0"/>
                    <a:pt x="77343" y="5048"/>
                    <a:pt x="86392" y="15240"/>
                  </a:cubicBezTo>
                  <a:cubicBezTo>
                    <a:pt x="95059" y="24955"/>
                    <a:pt x="99441" y="37719"/>
                    <a:pt x="99441" y="53340"/>
                  </a:cubicBezTo>
                  <a:cubicBezTo>
                    <a:pt x="99441" y="68961"/>
                    <a:pt x="95059" y="82105"/>
                    <a:pt x="86392" y="91821"/>
                  </a:cubicBezTo>
                  <a:cubicBezTo>
                    <a:pt x="77438" y="101822"/>
                    <a:pt x="65151" y="106775"/>
                    <a:pt x="49721" y="106775"/>
                  </a:cubicBezTo>
                  <a:cubicBezTo>
                    <a:pt x="34290" y="106775"/>
                    <a:pt x="22003" y="101822"/>
                    <a:pt x="13049" y="91821"/>
                  </a:cubicBezTo>
                  <a:cubicBezTo>
                    <a:pt x="4381" y="82201"/>
                    <a:pt x="0" y="69342"/>
                    <a:pt x="0" y="53340"/>
                  </a:cubicBezTo>
                  <a:moveTo>
                    <a:pt x="15716" y="53340"/>
                  </a:moveTo>
                  <a:cubicBezTo>
                    <a:pt x="15716" y="64579"/>
                    <a:pt x="18383" y="73914"/>
                    <a:pt x="23813" y="81248"/>
                  </a:cubicBezTo>
                  <a:cubicBezTo>
                    <a:pt x="29908" y="89535"/>
                    <a:pt x="38576" y="93631"/>
                    <a:pt x="49721" y="93631"/>
                  </a:cubicBezTo>
                  <a:cubicBezTo>
                    <a:pt x="60865" y="93631"/>
                    <a:pt x="69532" y="89535"/>
                    <a:pt x="75628" y="81248"/>
                  </a:cubicBezTo>
                  <a:cubicBezTo>
                    <a:pt x="81058" y="73819"/>
                    <a:pt x="83725" y="64579"/>
                    <a:pt x="83725" y="53340"/>
                  </a:cubicBezTo>
                  <a:cubicBezTo>
                    <a:pt x="83725" y="42100"/>
                    <a:pt x="80963" y="32766"/>
                    <a:pt x="75343" y="25241"/>
                  </a:cubicBezTo>
                  <a:cubicBezTo>
                    <a:pt x="69151" y="17050"/>
                    <a:pt x="60579" y="12954"/>
                    <a:pt x="49721" y="12954"/>
                  </a:cubicBezTo>
                  <a:cubicBezTo>
                    <a:pt x="38862" y="12954"/>
                    <a:pt x="30385" y="17050"/>
                    <a:pt x="24194" y="25241"/>
                  </a:cubicBezTo>
                  <a:cubicBezTo>
                    <a:pt x="18574" y="32766"/>
                    <a:pt x="15811" y="42100"/>
                    <a:pt x="15811" y="53340"/>
                  </a:cubicBezTo>
                </a:path>
              </a:pathLst>
            </a:custGeom>
            <a:grpFill/>
            <a:ln w="9525" cap="flat">
              <a:noFill/>
              <a:prstDash val="solid"/>
              <a:miter/>
            </a:ln>
          </p:spPr>
          <p:txBody>
            <a:bodyPr rtlCol="0" anchor="ctr"/>
            <a:lstStyle/>
            <a:p>
              <a:endParaRPr lang="en-GB"/>
            </a:p>
          </p:txBody>
        </p:sp>
        <p:sp>
          <p:nvSpPr>
            <p:cNvPr id="42" name="Freeform: Shape 34">
              <a:extLst>
                <a:ext uri="{FF2B5EF4-FFF2-40B4-BE49-F238E27FC236}">
                  <a16:creationId xmlns:a16="http://schemas.microsoft.com/office/drawing/2014/main" id="{DFED58AB-47EB-314C-68CF-C8E2CE30204E}"/>
                </a:ext>
              </a:extLst>
            </p:cNvPr>
            <p:cNvSpPr/>
            <p:nvPr/>
          </p:nvSpPr>
          <p:spPr>
            <a:xfrm>
              <a:off x="1487931" y="3614298"/>
              <a:ext cx="80009" cy="104965"/>
            </a:xfrm>
            <a:custGeom>
              <a:avLst/>
              <a:gdLst>
                <a:gd name="connsiteX0" fmla="*/ 80010 w 80009"/>
                <a:gd name="connsiteY0" fmla="*/ 0 h 104965"/>
                <a:gd name="connsiteX1" fmla="*/ 80010 w 80009"/>
                <a:gd name="connsiteY1" fmla="*/ 60484 h 104965"/>
                <a:gd name="connsiteX2" fmla="*/ 69628 w 80009"/>
                <a:gd name="connsiteY2" fmla="*/ 93536 h 104965"/>
                <a:gd name="connsiteX3" fmla="*/ 40005 w 80009"/>
                <a:gd name="connsiteY3" fmla="*/ 104966 h 104965"/>
                <a:gd name="connsiteX4" fmla="*/ 10382 w 80009"/>
                <a:gd name="connsiteY4" fmla="*/ 93536 h 104965"/>
                <a:gd name="connsiteX5" fmla="*/ 0 w 80009"/>
                <a:gd name="connsiteY5" fmla="*/ 60484 h 104965"/>
                <a:gd name="connsiteX6" fmla="*/ 0 w 80009"/>
                <a:gd name="connsiteY6" fmla="*/ 0 h 104965"/>
                <a:gd name="connsiteX7" fmla="*/ 14764 w 80009"/>
                <a:gd name="connsiteY7" fmla="*/ 0 h 104965"/>
                <a:gd name="connsiteX8" fmla="*/ 14764 w 80009"/>
                <a:gd name="connsiteY8" fmla="*/ 58579 h 104965"/>
                <a:gd name="connsiteX9" fmla="*/ 40005 w 80009"/>
                <a:gd name="connsiteY9" fmla="*/ 92012 h 104965"/>
                <a:gd name="connsiteX10" fmla="*/ 65246 w 80009"/>
                <a:gd name="connsiteY10" fmla="*/ 58579 h 104965"/>
                <a:gd name="connsiteX11" fmla="*/ 65246 w 80009"/>
                <a:gd name="connsiteY11" fmla="*/ 0 h 104965"/>
                <a:gd name="connsiteX12" fmla="*/ 80010 w 80009"/>
                <a:gd name="connsiteY12" fmla="*/ 0 h 10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009" h="104965">
                  <a:moveTo>
                    <a:pt x="80010" y="0"/>
                  </a:moveTo>
                  <a:lnTo>
                    <a:pt x="80010" y="60484"/>
                  </a:lnTo>
                  <a:cubicBezTo>
                    <a:pt x="80010" y="74867"/>
                    <a:pt x="76581" y="85916"/>
                    <a:pt x="69628" y="93536"/>
                  </a:cubicBezTo>
                  <a:cubicBezTo>
                    <a:pt x="62674" y="101156"/>
                    <a:pt x="52768" y="104966"/>
                    <a:pt x="40005" y="104966"/>
                  </a:cubicBezTo>
                  <a:cubicBezTo>
                    <a:pt x="27242" y="104966"/>
                    <a:pt x="17335" y="101156"/>
                    <a:pt x="10382" y="93536"/>
                  </a:cubicBezTo>
                  <a:cubicBezTo>
                    <a:pt x="3429" y="85916"/>
                    <a:pt x="0" y="74867"/>
                    <a:pt x="0" y="60484"/>
                  </a:cubicBezTo>
                  <a:lnTo>
                    <a:pt x="0" y="0"/>
                  </a:lnTo>
                  <a:lnTo>
                    <a:pt x="14764" y="0"/>
                  </a:lnTo>
                  <a:lnTo>
                    <a:pt x="14764" y="58579"/>
                  </a:lnTo>
                  <a:cubicBezTo>
                    <a:pt x="14764" y="80867"/>
                    <a:pt x="23241" y="92012"/>
                    <a:pt x="40005" y="92012"/>
                  </a:cubicBezTo>
                  <a:cubicBezTo>
                    <a:pt x="56769" y="92012"/>
                    <a:pt x="65246" y="80867"/>
                    <a:pt x="65246" y="58579"/>
                  </a:cubicBezTo>
                  <a:lnTo>
                    <a:pt x="65246" y="0"/>
                  </a:lnTo>
                  <a:lnTo>
                    <a:pt x="80010" y="0"/>
                  </a:lnTo>
                  <a:close/>
                </a:path>
              </a:pathLst>
            </a:custGeom>
            <a:grpFill/>
            <a:ln w="9525" cap="flat">
              <a:noFill/>
              <a:prstDash val="solid"/>
              <a:miter/>
            </a:ln>
          </p:spPr>
          <p:txBody>
            <a:bodyPr rtlCol="0" anchor="ctr"/>
            <a:lstStyle/>
            <a:p>
              <a:endParaRPr lang="en-GB"/>
            </a:p>
          </p:txBody>
        </p:sp>
        <p:sp>
          <p:nvSpPr>
            <p:cNvPr id="43" name="Freeform: Shape 35">
              <a:extLst>
                <a:ext uri="{FF2B5EF4-FFF2-40B4-BE49-F238E27FC236}">
                  <a16:creationId xmlns:a16="http://schemas.microsoft.com/office/drawing/2014/main" id="{C8EC3FFA-844D-756B-D6F6-39A0F7CAC8F3}"/>
                </a:ext>
              </a:extLst>
            </p:cNvPr>
            <p:cNvSpPr/>
            <p:nvPr/>
          </p:nvSpPr>
          <p:spPr>
            <a:xfrm>
              <a:off x="1624329" y="3614298"/>
              <a:ext cx="80772" cy="103155"/>
            </a:xfrm>
            <a:custGeom>
              <a:avLst/>
              <a:gdLst>
                <a:gd name="connsiteX0" fmla="*/ 0 w 80772"/>
                <a:gd name="connsiteY0" fmla="*/ 103156 h 103155"/>
                <a:gd name="connsiteX1" fmla="*/ 0 w 80772"/>
                <a:gd name="connsiteY1" fmla="*/ 0 h 103155"/>
                <a:gd name="connsiteX2" fmla="*/ 20098 w 80772"/>
                <a:gd name="connsiteY2" fmla="*/ 0 h 103155"/>
                <a:gd name="connsiteX3" fmla="*/ 65723 w 80772"/>
                <a:gd name="connsiteY3" fmla="*/ 83058 h 103155"/>
                <a:gd name="connsiteX4" fmla="*/ 66008 w 80772"/>
                <a:gd name="connsiteY4" fmla="*/ 83058 h 103155"/>
                <a:gd name="connsiteX5" fmla="*/ 66008 w 80772"/>
                <a:gd name="connsiteY5" fmla="*/ 0 h 103155"/>
                <a:gd name="connsiteX6" fmla="*/ 80772 w 80772"/>
                <a:gd name="connsiteY6" fmla="*/ 0 h 103155"/>
                <a:gd name="connsiteX7" fmla="*/ 80772 w 80772"/>
                <a:gd name="connsiteY7" fmla="*/ 103156 h 103155"/>
                <a:gd name="connsiteX8" fmla="*/ 61817 w 80772"/>
                <a:gd name="connsiteY8" fmla="*/ 103156 h 103155"/>
                <a:gd name="connsiteX9" fmla="*/ 15145 w 80772"/>
                <a:gd name="connsiteY9" fmla="*/ 18288 h 103155"/>
                <a:gd name="connsiteX10" fmla="*/ 14764 w 80772"/>
                <a:gd name="connsiteY10" fmla="*/ 18288 h 103155"/>
                <a:gd name="connsiteX11" fmla="*/ 14764 w 80772"/>
                <a:gd name="connsiteY11" fmla="*/ 103156 h 103155"/>
                <a:gd name="connsiteX12" fmla="*/ 0 w 80772"/>
                <a:gd name="connsiteY12"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772" h="103155">
                  <a:moveTo>
                    <a:pt x="0" y="103156"/>
                  </a:moveTo>
                  <a:lnTo>
                    <a:pt x="0" y="0"/>
                  </a:lnTo>
                  <a:lnTo>
                    <a:pt x="20098" y="0"/>
                  </a:lnTo>
                  <a:lnTo>
                    <a:pt x="65723" y="83058"/>
                  </a:lnTo>
                  <a:lnTo>
                    <a:pt x="66008" y="83058"/>
                  </a:lnTo>
                  <a:lnTo>
                    <a:pt x="66008" y="0"/>
                  </a:lnTo>
                  <a:lnTo>
                    <a:pt x="80772" y="0"/>
                  </a:lnTo>
                  <a:lnTo>
                    <a:pt x="80772" y="103156"/>
                  </a:lnTo>
                  <a:lnTo>
                    <a:pt x="61817" y="103156"/>
                  </a:lnTo>
                  <a:lnTo>
                    <a:pt x="15145" y="18288"/>
                  </a:lnTo>
                  <a:lnTo>
                    <a:pt x="14764" y="18288"/>
                  </a:lnTo>
                  <a:lnTo>
                    <a:pt x="14764" y="103156"/>
                  </a:lnTo>
                  <a:lnTo>
                    <a:pt x="0" y="103156"/>
                  </a:lnTo>
                  <a:close/>
                </a:path>
              </a:pathLst>
            </a:custGeom>
            <a:grpFill/>
            <a:ln w="9525" cap="flat">
              <a:noFill/>
              <a:prstDash val="solid"/>
              <a:miter/>
            </a:ln>
          </p:spPr>
          <p:txBody>
            <a:bodyPr rtlCol="0" anchor="ctr"/>
            <a:lstStyle/>
            <a:p>
              <a:endParaRPr lang="en-GB"/>
            </a:p>
          </p:txBody>
        </p:sp>
        <p:sp>
          <p:nvSpPr>
            <p:cNvPr id="44" name="Freeform: Shape 36">
              <a:extLst>
                <a:ext uri="{FF2B5EF4-FFF2-40B4-BE49-F238E27FC236}">
                  <a16:creationId xmlns:a16="http://schemas.microsoft.com/office/drawing/2014/main" id="{B2760A55-A4E5-2C37-4D3C-642DC5CB13D7}"/>
                </a:ext>
              </a:extLst>
            </p:cNvPr>
            <p:cNvSpPr/>
            <p:nvPr/>
          </p:nvSpPr>
          <p:spPr>
            <a:xfrm>
              <a:off x="1762251" y="3614298"/>
              <a:ext cx="85534" cy="103155"/>
            </a:xfrm>
            <a:custGeom>
              <a:avLst/>
              <a:gdLst>
                <a:gd name="connsiteX0" fmla="*/ 0 w 85534"/>
                <a:gd name="connsiteY0" fmla="*/ 103156 h 103155"/>
                <a:gd name="connsiteX1" fmla="*/ 0 w 85534"/>
                <a:gd name="connsiteY1" fmla="*/ 0 h 103155"/>
                <a:gd name="connsiteX2" fmla="*/ 30480 w 85534"/>
                <a:gd name="connsiteY2" fmla="*/ 0 h 103155"/>
                <a:gd name="connsiteX3" fmla="*/ 69533 w 85534"/>
                <a:gd name="connsiteY3" fmla="*/ 13430 h 103155"/>
                <a:gd name="connsiteX4" fmla="*/ 85535 w 85534"/>
                <a:gd name="connsiteY4" fmla="*/ 50673 h 103155"/>
                <a:gd name="connsiteX5" fmla="*/ 70961 w 85534"/>
                <a:gd name="connsiteY5" fmla="*/ 89726 h 103155"/>
                <a:gd name="connsiteX6" fmla="*/ 30575 w 85534"/>
                <a:gd name="connsiteY6" fmla="*/ 103156 h 103155"/>
                <a:gd name="connsiteX7" fmla="*/ 95 w 85534"/>
                <a:gd name="connsiteY7" fmla="*/ 103156 h 103155"/>
                <a:gd name="connsiteX8" fmla="*/ 14764 w 85534"/>
                <a:gd name="connsiteY8" fmla="*/ 12954 h 103155"/>
                <a:gd name="connsiteX9" fmla="*/ 14764 w 85534"/>
                <a:gd name="connsiteY9" fmla="*/ 90106 h 103155"/>
                <a:gd name="connsiteX10" fmla="*/ 30290 w 85534"/>
                <a:gd name="connsiteY10" fmla="*/ 90106 h 103155"/>
                <a:gd name="connsiteX11" fmla="*/ 69723 w 85534"/>
                <a:gd name="connsiteY11" fmla="*/ 51245 h 103155"/>
                <a:gd name="connsiteX12" fmla="*/ 58960 w 85534"/>
                <a:gd name="connsiteY12" fmla="*/ 23051 h 103155"/>
                <a:gd name="connsiteX13" fmla="*/ 32004 w 85534"/>
                <a:gd name="connsiteY13" fmla="*/ 12954 h 103155"/>
                <a:gd name="connsiteX14" fmla="*/ 14669 w 85534"/>
                <a:gd name="connsiteY14" fmla="*/ 12954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534" h="103155">
                  <a:moveTo>
                    <a:pt x="0" y="103156"/>
                  </a:moveTo>
                  <a:lnTo>
                    <a:pt x="0" y="0"/>
                  </a:lnTo>
                  <a:lnTo>
                    <a:pt x="30480" y="0"/>
                  </a:lnTo>
                  <a:cubicBezTo>
                    <a:pt x="46196" y="0"/>
                    <a:pt x="59246" y="4477"/>
                    <a:pt x="69533" y="13430"/>
                  </a:cubicBezTo>
                  <a:cubicBezTo>
                    <a:pt x="80200" y="22765"/>
                    <a:pt x="85535" y="35243"/>
                    <a:pt x="85535" y="50673"/>
                  </a:cubicBezTo>
                  <a:cubicBezTo>
                    <a:pt x="85535" y="67723"/>
                    <a:pt x="80677" y="80772"/>
                    <a:pt x="70961" y="89726"/>
                  </a:cubicBezTo>
                  <a:cubicBezTo>
                    <a:pt x="61246" y="98679"/>
                    <a:pt x="47815" y="103156"/>
                    <a:pt x="30575" y="103156"/>
                  </a:cubicBezTo>
                  <a:lnTo>
                    <a:pt x="95" y="103156"/>
                  </a:lnTo>
                  <a:close/>
                  <a:moveTo>
                    <a:pt x="14764" y="12954"/>
                  </a:moveTo>
                  <a:lnTo>
                    <a:pt x="14764" y="90106"/>
                  </a:lnTo>
                  <a:lnTo>
                    <a:pt x="30290" y="90106"/>
                  </a:lnTo>
                  <a:cubicBezTo>
                    <a:pt x="56579" y="90106"/>
                    <a:pt x="69723" y="77153"/>
                    <a:pt x="69723" y="51245"/>
                  </a:cubicBezTo>
                  <a:cubicBezTo>
                    <a:pt x="69723" y="39529"/>
                    <a:pt x="66104" y="30099"/>
                    <a:pt x="58960" y="23051"/>
                  </a:cubicBezTo>
                  <a:cubicBezTo>
                    <a:pt x="52006" y="16288"/>
                    <a:pt x="42958" y="12954"/>
                    <a:pt x="32004" y="12954"/>
                  </a:cubicBezTo>
                  <a:lnTo>
                    <a:pt x="14669" y="12954"/>
                  </a:lnTo>
                  <a:close/>
                </a:path>
              </a:pathLst>
            </a:custGeom>
            <a:grpFill/>
            <a:ln w="9525" cap="flat">
              <a:noFill/>
              <a:prstDash val="solid"/>
              <a:miter/>
            </a:ln>
          </p:spPr>
          <p:txBody>
            <a:bodyPr rtlCol="0" anchor="ctr"/>
            <a:lstStyle/>
            <a:p>
              <a:endParaRPr lang="en-GB"/>
            </a:p>
          </p:txBody>
        </p:sp>
        <p:sp>
          <p:nvSpPr>
            <p:cNvPr id="45" name="Freeform: Shape 37">
              <a:extLst>
                <a:ext uri="{FF2B5EF4-FFF2-40B4-BE49-F238E27FC236}">
                  <a16:creationId xmlns:a16="http://schemas.microsoft.com/office/drawing/2014/main" id="{33828D5C-97A3-4351-2281-D8310BEE14EE}"/>
                </a:ext>
              </a:extLst>
            </p:cNvPr>
            <p:cNvSpPr/>
            <p:nvPr/>
          </p:nvSpPr>
          <p:spPr>
            <a:xfrm>
              <a:off x="1885790" y="3614298"/>
              <a:ext cx="103155" cy="103155"/>
            </a:xfrm>
            <a:custGeom>
              <a:avLst/>
              <a:gdLst>
                <a:gd name="connsiteX0" fmla="*/ 0 w 103155"/>
                <a:gd name="connsiteY0" fmla="*/ 103156 h 103155"/>
                <a:gd name="connsiteX1" fmla="*/ 44005 w 103155"/>
                <a:gd name="connsiteY1" fmla="*/ 0 h 103155"/>
                <a:gd name="connsiteX2" fmla="*/ 59531 w 103155"/>
                <a:gd name="connsiteY2" fmla="*/ 0 h 103155"/>
                <a:gd name="connsiteX3" fmla="*/ 103156 w 103155"/>
                <a:gd name="connsiteY3" fmla="*/ 103156 h 103155"/>
                <a:gd name="connsiteX4" fmla="*/ 87058 w 103155"/>
                <a:gd name="connsiteY4" fmla="*/ 103156 h 103155"/>
                <a:gd name="connsiteX5" fmla="*/ 76581 w 103155"/>
                <a:gd name="connsiteY5" fmla="*/ 77153 h 103155"/>
                <a:gd name="connsiteX6" fmla="*/ 26003 w 103155"/>
                <a:gd name="connsiteY6" fmla="*/ 77153 h 103155"/>
                <a:gd name="connsiteX7" fmla="*/ 15526 w 103155"/>
                <a:gd name="connsiteY7" fmla="*/ 103156 h 103155"/>
                <a:gd name="connsiteX8" fmla="*/ 0 w 103155"/>
                <a:gd name="connsiteY8" fmla="*/ 103156 h 103155"/>
                <a:gd name="connsiteX9" fmla="*/ 71819 w 103155"/>
                <a:gd name="connsiteY9" fmla="*/ 64960 h 103155"/>
                <a:gd name="connsiteX10" fmla="*/ 51244 w 103155"/>
                <a:gd name="connsiteY10" fmla="*/ 13811 h 103155"/>
                <a:gd name="connsiteX11" fmla="*/ 30671 w 103155"/>
                <a:gd name="connsiteY11" fmla="*/ 64960 h 103155"/>
                <a:gd name="connsiteX12" fmla="*/ 71819 w 103155"/>
                <a:gd name="connsiteY12" fmla="*/ 64960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155" h="103155">
                  <a:moveTo>
                    <a:pt x="0" y="103156"/>
                  </a:moveTo>
                  <a:lnTo>
                    <a:pt x="44005" y="0"/>
                  </a:lnTo>
                  <a:lnTo>
                    <a:pt x="59531" y="0"/>
                  </a:lnTo>
                  <a:lnTo>
                    <a:pt x="103156" y="103156"/>
                  </a:lnTo>
                  <a:lnTo>
                    <a:pt x="87058" y="103156"/>
                  </a:lnTo>
                  <a:lnTo>
                    <a:pt x="76581" y="77153"/>
                  </a:lnTo>
                  <a:lnTo>
                    <a:pt x="26003" y="77153"/>
                  </a:lnTo>
                  <a:lnTo>
                    <a:pt x="15526" y="103156"/>
                  </a:lnTo>
                  <a:lnTo>
                    <a:pt x="0" y="103156"/>
                  </a:lnTo>
                  <a:close/>
                  <a:moveTo>
                    <a:pt x="71819" y="64960"/>
                  </a:moveTo>
                  <a:lnTo>
                    <a:pt x="51244" y="13811"/>
                  </a:lnTo>
                  <a:lnTo>
                    <a:pt x="30671" y="64960"/>
                  </a:lnTo>
                  <a:lnTo>
                    <a:pt x="71819" y="64960"/>
                  </a:lnTo>
                  <a:close/>
                </a:path>
              </a:pathLst>
            </a:custGeom>
            <a:grpFill/>
            <a:ln w="9525" cap="flat">
              <a:noFill/>
              <a:prstDash val="solid"/>
              <a:miter/>
            </a:ln>
          </p:spPr>
          <p:txBody>
            <a:bodyPr rtlCol="0" anchor="ctr"/>
            <a:lstStyle/>
            <a:p>
              <a:endParaRPr lang="en-GB"/>
            </a:p>
          </p:txBody>
        </p:sp>
        <p:sp>
          <p:nvSpPr>
            <p:cNvPr id="46" name="Freeform: Shape 38">
              <a:extLst>
                <a:ext uri="{FF2B5EF4-FFF2-40B4-BE49-F238E27FC236}">
                  <a16:creationId xmlns:a16="http://schemas.microsoft.com/office/drawing/2014/main" id="{8C452903-DC56-25F4-BC76-2C6E0C53077D}"/>
                </a:ext>
              </a:extLst>
            </p:cNvPr>
            <p:cNvSpPr/>
            <p:nvPr/>
          </p:nvSpPr>
          <p:spPr>
            <a:xfrm>
              <a:off x="2021903" y="3614298"/>
              <a:ext cx="78962" cy="103155"/>
            </a:xfrm>
            <a:custGeom>
              <a:avLst/>
              <a:gdLst>
                <a:gd name="connsiteX0" fmla="*/ 32099 w 78962"/>
                <a:gd name="connsiteY0" fmla="*/ 103156 h 103155"/>
                <a:gd name="connsiteX1" fmla="*/ 32099 w 78962"/>
                <a:gd name="connsiteY1" fmla="*/ 12954 h 103155"/>
                <a:gd name="connsiteX2" fmla="*/ 0 w 78962"/>
                <a:gd name="connsiteY2" fmla="*/ 12954 h 103155"/>
                <a:gd name="connsiteX3" fmla="*/ 0 w 78962"/>
                <a:gd name="connsiteY3" fmla="*/ 0 h 103155"/>
                <a:gd name="connsiteX4" fmla="*/ 78962 w 78962"/>
                <a:gd name="connsiteY4" fmla="*/ 0 h 103155"/>
                <a:gd name="connsiteX5" fmla="*/ 78962 w 78962"/>
                <a:gd name="connsiteY5" fmla="*/ 12954 h 103155"/>
                <a:gd name="connsiteX6" fmla="*/ 46863 w 78962"/>
                <a:gd name="connsiteY6" fmla="*/ 12954 h 103155"/>
                <a:gd name="connsiteX7" fmla="*/ 46863 w 78962"/>
                <a:gd name="connsiteY7" fmla="*/ 103156 h 103155"/>
                <a:gd name="connsiteX8" fmla="*/ 32099 w 78962"/>
                <a:gd name="connsiteY8"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62" h="103155">
                  <a:moveTo>
                    <a:pt x="32099" y="103156"/>
                  </a:moveTo>
                  <a:lnTo>
                    <a:pt x="32099" y="12954"/>
                  </a:lnTo>
                  <a:lnTo>
                    <a:pt x="0" y="12954"/>
                  </a:lnTo>
                  <a:lnTo>
                    <a:pt x="0" y="0"/>
                  </a:lnTo>
                  <a:lnTo>
                    <a:pt x="78962" y="0"/>
                  </a:lnTo>
                  <a:lnTo>
                    <a:pt x="78962" y="12954"/>
                  </a:lnTo>
                  <a:lnTo>
                    <a:pt x="46863" y="12954"/>
                  </a:lnTo>
                  <a:lnTo>
                    <a:pt x="46863" y="103156"/>
                  </a:lnTo>
                  <a:lnTo>
                    <a:pt x="32099" y="103156"/>
                  </a:lnTo>
                  <a:close/>
                </a:path>
              </a:pathLst>
            </a:custGeom>
            <a:grpFill/>
            <a:ln w="9525" cap="flat">
              <a:noFill/>
              <a:prstDash val="solid"/>
              <a:miter/>
            </a:ln>
          </p:spPr>
          <p:txBody>
            <a:bodyPr rtlCol="0" anchor="ctr"/>
            <a:lstStyle/>
            <a:p>
              <a:endParaRPr lang="en-GB"/>
            </a:p>
          </p:txBody>
        </p:sp>
        <p:sp>
          <p:nvSpPr>
            <p:cNvPr id="47" name="Freeform: Shape 39">
              <a:extLst>
                <a:ext uri="{FF2B5EF4-FFF2-40B4-BE49-F238E27FC236}">
                  <a16:creationId xmlns:a16="http://schemas.microsoft.com/office/drawing/2014/main" id="{E0F1E513-76B1-65CE-6065-41D5E590A2FB}"/>
                </a:ext>
              </a:extLst>
            </p:cNvPr>
            <p:cNvSpPr/>
            <p:nvPr/>
          </p:nvSpPr>
          <p:spPr>
            <a:xfrm>
              <a:off x="2145251" y="3614299"/>
              <a:ext cx="14763" cy="103155"/>
            </a:xfrm>
            <a:custGeom>
              <a:avLst/>
              <a:gdLst>
                <a:gd name="connsiteX0" fmla="*/ 0 w 14763"/>
                <a:gd name="connsiteY0" fmla="*/ 0 h 103155"/>
                <a:gd name="connsiteX1" fmla="*/ 14764 w 14763"/>
                <a:gd name="connsiteY1" fmla="*/ 0 h 103155"/>
                <a:gd name="connsiteX2" fmla="*/ 14764 w 14763"/>
                <a:gd name="connsiteY2" fmla="*/ 103156 h 103155"/>
                <a:gd name="connsiteX3" fmla="*/ 0 w 14763"/>
                <a:gd name="connsiteY3" fmla="*/ 103156 h 103155"/>
              </a:gdLst>
              <a:ahLst/>
              <a:cxnLst>
                <a:cxn ang="0">
                  <a:pos x="connsiteX0" y="connsiteY0"/>
                </a:cxn>
                <a:cxn ang="0">
                  <a:pos x="connsiteX1" y="connsiteY1"/>
                </a:cxn>
                <a:cxn ang="0">
                  <a:pos x="connsiteX2" y="connsiteY2"/>
                </a:cxn>
                <a:cxn ang="0">
                  <a:pos x="connsiteX3" y="connsiteY3"/>
                </a:cxn>
              </a:cxnLst>
              <a:rect l="l" t="t" r="r" b="b"/>
              <a:pathLst>
                <a:path w="14763" h="103155">
                  <a:moveTo>
                    <a:pt x="0" y="0"/>
                  </a:moveTo>
                  <a:lnTo>
                    <a:pt x="14764" y="0"/>
                  </a:lnTo>
                  <a:lnTo>
                    <a:pt x="14764" y="103156"/>
                  </a:lnTo>
                  <a:lnTo>
                    <a:pt x="0" y="103156"/>
                  </a:lnTo>
                  <a:close/>
                </a:path>
              </a:pathLst>
            </a:custGeom>
            <a:grpFill/>
            <a:ln w="9525" cap="flat">
              <a:noFill/>
              <a:prstDash val="solid"/>
              <a:miter/>
            </a:ln>
          </p:spPr>
          <p:txBody>
            <a:bodyPr rtlCol="0" anchor="ctr"/>
            <a:lstStyle/>
            <a:p>
              <a:endParaRPr lang="en-GB"/>
            </a:p>
          </p:txBody>
        </p:sp>
        <p:sp>
          <p:nvSpPr>
            <p:cNvPr id="48" name="Freeform: Shape 40">
              <a:extLst>
                <a:ext uri="{FF2B5EF4-FFF2-40B4-BE49-F238E27FC236}">
                  <a16:creationId xmlns:a16="http://schemas.microsoft.com/office/drawing/2014/main" id="{580CE6DA-A4D8-AC92-F014-CFB12CBFB091}"/>
                </a:ext>
              </a:extLst>
            </p:cNvPr>
            <p:cNvSpPr/>
            <p:nvPr/>
          </p:nvSpPr>
          <p:spPr>
            <a:xfrm>
              <a:off x="2210593" y="3612489"/>
              <a:ext cx="99345" cy="106775"/>
            </a:xfrm>
            <a:custGeom>
              <a:avLst/>
              <a:gdLst>
                <a:gd name="connsiteX0" fmla="*/ 0 w 99345"/>
                <a:gd name="connsiteY0" fmla="*/ 53340 h 106775"/>
                <a:gd name="connsiteX1" fmla="*/ 13145 w 99345"/>
                <a:gd name="connsiteY1" fmla="*/ 15240 h 106775"/>
                <a:gd name="connsiteX2" fmla="*/ 49625 w 99345"/>
                <a:gd name="connsiteY2" fmla="*/ 0 h 106775"/>
                <a:gd name="connsiteX3" fmla="*/ 86296 w 99345"/>
                <a:gd name="connsiteY3" fmla="*/ 15240 h 106775"/>
                <a:gd name="connsiteX4" fmla="*/ 99346 w 99345"/>
                <a:gd name="connsiteY4" fmla="*/ 53340 h 106775"/>
                <a:gd name="connsiteX5" fmla="*/ 86296 w 99345"/>
                <a:gd name="connsiteY5" fmla="*/ 91821 h 106775"/>
                <a:gd name="connsiteX6" fmla="*/ 49625 w 99345"/>
                <a:gd name="connsiteY6" fmla="*/ 106775 h 106775"/>
                <a:gd name="connsiteX7" fmla="*/ 12954 w 99345"/>
                <a:gd name="connsiteY7" fmla="*/ 91821 h 106775"/>
                <a:gd name="connsiteX8" fmla="*/ 0 w 99345"/>
                <a:gd name="connsiteY8" fmla="*/ 53340 h 106775"/>
                <a:gd name="connsiteX9" fmla="*/ 15621 w 99345"/>
                <a:gd name="connsiteY9" fmla="*/ 53340 h 106775"/>
                <a:gd name="connsiteX10" fmla="*/ 23717 w 99345"/>
                <a:gd name="connsiteY10" fmla="*/ 81248 h 106775"/>
                <a:gd name="connsiteX11" fmla="*/ 49625 w 99345"/>
                <a:gd name="connsiteY11" fmla="*/ 93631 h 106775"/>
                <a:gd name="connsiteX12" fmla="*/ 75533 w 99345"/>
                <a:gd name="connsiteY12" fmla="*/ 81248 h 106775"/>
                <a:gd name="connsiteX13" fmla="*/ 83629 w 99345"/>
                <a:gd name="connsiteY13" fmla="*/ 53340 h 106775"/>
                <a:gd name="connsiteX14" fmla="*/ 75152 w 99345"/>
                <a:gd name="connsiteY14" fmla="*/ 25241 h 106775"/>
                <a:gd name="connsiteX15" fmla="*/ 49625 w 99345"/>
                <a:gd name="connsiteY15" fmla="*/ 12954 h 106775"/>
                <a:gd name="connsiteX16" fmla="*/ 24098 w 99345"/>
                <a:gd name="connsiteY16" fmla="*/ 25241 h 106775"/>
                <a:gd name="connsiteX17" fmla="*/ 15716 w 99345"/>
                <a:gd name="connsiteY17" fmla="*/ 53340 h 10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345" h="106775">
                  <a:moveTo>
                    <a:pt x="0" y="53340"/>
                  </a:moveTo>
                  <a:cubicBezTo>
                    <a:pt x="0" y="37719"/>
                    <a:pt x="4382" y="24955"/>
                    <a:pt x="13145" y="15240"/>
                  </a:cubicBezTo>
                  <a:cubicBezTo>
                    <a:pt x="22098" y="5048"/>
                    <a:pt x="34290" y="0"/>
                    <a:pt x="49625" y="0"/>
                  </a:cubicBezTo>
                  <a:cubicBezTo>
                    <a:pt x="64961" y="0"/>
                    <a:pt x="77248" y="5048"/>
                    <a:pt x="86296" y="15240"/>
                  </a:cubicBezTo>
                  <a:cubicBezTo>
                    <a:pt x="94964" y="24955"/>
                    <a:pt x="99346" y="37719"/>
                    <a:pt x="99346" y="53340"/>
                  </a:cubicBezTo>
                  <a:cubicBezTo>
                    <a:pt x="99346" y="68961"/>
                    <a:pt x="94964" y="82105"/>
                    <a:pt x="86296" y="91821"/>
                  </a:cubicBezTo>
                  <a:cubicBezTo>
                    <a:pt x="77343" y="101822"/>
                    <a:pt x="65056" y="106775"/>
                    <a:pt x="49625" y="106775"/>
                  </a:cubicBezTo>
                  <a:cubicBezTo>
                    <a:pt x="34195" y="106775"/>
                    <a:pt x="21908" y="101822"/>
                    <a:pt x="12954" y="91821"/>
                  </a:cubicBezTo>
                  <a:cubicBezTo>
                    <a:pt x="4286" y="82201"/>
                    <a:pt x="0" y="69342"/>
                    <a:pt x="0" y="53340"/>
                  </a:cubicBezTo>
                  <a:moveTo>
                    <a:pt x="15621" y="53340"/>
                  </a:moveTo>
                  <a:cubicBezTo>
                    <a:pt x="15621" y="64579"/>
                    <a:pt x="18288" y="73914"/>
                    <a:pt x="23717" y="81248"/>
                  </a:cubicBezTo>
                  <a:cubicBezTo>
                    <a:pt x="29813" y="89535"/>
                    <a:pt x="38481" y="93631"/>
                    <a:pt x="49625" y="93631"/>
                  </a:cubicBezTo>
                  <a:cubicBezTo>
                    <a:pt x="60770" y="93631"/>
                    <a:pt x="69437" y="89535"/>
                    <a:pt x="75533" y="81248"/>
                  </a:cubicBezTo>
                  <a:cubicBezTo>
                    <a:pt x="80963" y="73819"/>
                    <a:pt x="83629" y="64579"/>
                    <a:pt x="83629" y="53340"/>
                  </a:cubicBezTo>
                  <a:cubicBezTo>
                    <a:pt x="83629" y="42100"/>
                    <a:pt x="80772" y="32766"/>
                    <a:pt x="75152" y="25241"/>
                  </a:cubicBezTo>
                  <a:cubicBezTo>
                    <a:pt x="68961" y="17050"/>
                    <a:pt x="60388" y="12954"/>
                    <a:pt x="49625" y="12954"/>
                  </a:cubicBezTo>
                  <a:cubicBezTo>
                    <a:pt x="38862" y="12954"/>
                    <a:pt x="30289" y="17050"/>
                    <a:pt x="24098" y="25241"/>
                  </a:cubicBezTo>
                  <a:cubicBezTo>
                    <a:pt x="18479" y="32766"/>
                    <a:pt x="15716" y="42100"/>
                    <a:pt x="15716" y="53340"/>
                  </a:cubicBezTo>
                </a:path>
              </a:pathLst>
            </a:custGeom>
            <a:grpFill/>
            <a:ln w="9525" cap="flat">
              <a:noFill/>
              <a:prstDash val="solid"/>
              <a:miter/>
            </a:ln>
          </p:spPr>
          <p:txBody>
            <a:bodyPr rtlCol="0" anchor="ctr"/>
            <a:lstStyle/>
            <a:p>
              <a:endParaRPr lang="en-GB"/>
            </a:p>
          </p:txBody>
        </p:sp>
        <p:sp>
          <p:nvSpPr>
            <p:cNvPr id="49" name="Freeform: Shape 41">
              <a:extLst>
                <a:ext uri="{FF2B5EF4-FFF2-40B4-BE49-F238E27FC236}">
                  <a16:creationId xmlns:a16="http://schemas.microsoft.com/office/drawing/2014/main" id="{BF9C919C-3E45-BE0C-CF32-42F06E59DC7D}"/>
                </a:ext>
              </a:extLst>
            </p:cNvPr>
            <p:cNvSpPr/>
            <p:nvPr/>
          </p:nvSpPr>
          <p:spPr>
            <a:xfrm>
              <a:off x="2358802" y="3614298"/>
              <a:ext cx="80771" cy="103155"/>
            </a:xfrm>
            <a:custGeom>
              <a:avLst/>
              <a:gdLst>
                <a:gd name="connsiteX0" fmla="*/ 0 w 80771"/>
                <a:gd name="connsiteY0" fmla="*/ 103156 h 103155"/>
                <a:gd name="connsiteX1" fmla="*/ 0 w 80771"/>
                <a:gd name="connsiteY1" fmla="*/ 0 h 103155"/>
                <a:gd name="connsiteX2" fmla="*/ 20098 w 80771"/>
                <a:gd name="connsiteY2" fmla="*/ 0 h 103155"/>
                <a:gd name="connsiteX3" fmla="*/ 65627 w 80771"/>
                <a:gd name="connsiteY3" fmla="*/ 83058 h 103155"/>
                <a:gd name="connsiteX4" fmla="*/ 65913 w 80771"/>
                <a:gd name="connsiteY4" fmla="*/ 83058 h 103155"/>
                <a:gd name="connsiteX5" fmla="*/ 65913 w 80771"/>
                <a:gd name="connsiteY5" fmla="*/ 0 h 103155"/>
                <a:gd name="connsiteX6" fmla="*/ 80772 w 80771"/>
                <a:gd name="connsiteY6" fmla="*/ 0 h 103155"/>
                <a:gd name="connsiteX7" fmla="*/ 80772 w 80771"/>
                <a:gd name="connsiteY7" fmla="*/ 103156 h 103155"/>
                <a:gd name="connsiteX8" fmla="*/ 61817 w 80771"/>
                <a:gd name="connsiteY8" fmla="*/ 103156 h 103155"/>
                <a:gd name="connsiteX9" fmla="*/ 15050 w 80771"/>
                <a:gd name="connsiteY9" fmla="*/ 18288 h 103155"/>
                <a:gd name="connsiteX10" fmla="*/ 14764 w 80771"/>
                <a:gd name="connsiteY10" fmla="*/ 18288 h 103155"/>
                <a:gd name="connsiteX11" fmla="*/ 14764 w 80771"/>
                <a:gd name="connsiteY11" fmla="*/ 103156 h 103155"/>
                <a:gd name="connsiteX12" fmla="*/ 0 w 80771"/>
                <a:gd name="connsiteY12"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771" h="103155">
                  <a:moveTo>
                    <a:pt x="0" y="103156"/>
                  </a:moveTo>
                  <a:lnTo>
                    <a:pt x="0" y="0"/>
                  </a:lnTo>
                  <a:lnTo>
                    <a:pt x="20098" y="0"/>
                  </a:lnTo>
                  <a:lnTo>
                    <a:pt x="65627" y="83058"/>
                  </a:lnTo>
                  <a:lnTo>
                    <a:pt x="65913" y="83058"/>
                  </a:lnTo>
                  <a:lnTo>
                    <a:pt x="65913" y="0"/>
                  </a:lnTo>
                  <a:lnTo>
                    <a:pt x="80772" y="0"/>
                  </a:lnTo>
                  <a:lnTo>
                    <a:pt x="80772" y="103156"/>
                  </a:lnTo>
                  <a:lnTo>
                    <a:pt x="61817" y="103156"/>
                  </a:lnTo>
                  <a:lnTo>
                    <a:pt x="15050" y="18288"/>
                  </a:lnTo>
                  <a:lnTo>
                    <a:pt x="14764" y="18288"/>
                  </a:lnTo>
                  <a:lnTo>
                    <a:pt x="14764" y="103156"/>
                  </a:lnTo>
                  <a:lnTo>
                    <a:pt x="0" y="103156"/>
                  </a:lnTo>
                  <a:close/>
                </a:path>
              </a:pathLst>
            </a:custGeom>
            <a:grpFill/>
            <a:ln w="9525" cap="flat">
              <a:noFill/>
              <a:prstDash val="solid"/>
              <a:miter/>
            </a:ln>
          </p:spPr>
          <p:txBody>
            <a:bodyPr rtlCol="0" anchor="ctr"/>
            <a:lstStyle/>
            <a:p>
              <a:endParaRPr lang="en-GB"/>
            </a:p>
          </p:txBody>
        </p:sp>
        <p:sp>
          <p:nvSpPr>
            <p:cNvPr id="50" name="Freeform: Shape 42">
              <a:extLst>
                <a:ext uri="{FF2B5EF4-FFF2-40B4-BE49-F238E27FC236}">
                  <a16:creationId xmlns:a16="http://schemas.microsoft.com/office/drawing/2014/main" id="{D3CF160F-4B8C-EDF9-6CBE-238C79E1C3AD}"/>
                </a:ext>
              </a:extLst>
            </p:cNvPr>
            <p:cNvSpPr/>
            <p:nvPr/>
          </p:nvSpPr>
          <p:spPr>
            <a:xfrm>
              <a:off x="970533" y="2918783"/>
              <a:ext cx="854201" cy="422719"/>
            </a:xfrm>
            <a:custGeom>
              <a:avLst/>
              <a:gdLst>
                <a:gd name="connsiteX0" fmla="*/ 321469 w 854201"/>
                <a:gd name="connsiteY0" fmla="*/ 41339 h 422719"/>
                <a:gd name="connsiteX1" fmla="*/ 0 w 854201"/>
                <a:gd name="connsiteY1" fmla="*/ 0 h 422719"/>
                <a:gd name="connsiteX2" fmla="*/ 854202 w 854201"/>
                <a:gd name="connsiteY2" fmla="*/ 422719 h 422719"/>
                <a:gd name="connsiteX3" fmla="*/ 321469 w 854201"/>
                <a:gd name="connsiteY3" fmla="*/ 41339 h 422719"/>
              </a:gdLst>
              <a:ahLst/>
              <a:cxnLst>
                <a:cxn ang="0">
                  <a:pos x="connsiteX0" y="connsiteY0"/>
                </a:cxn>
                <a:cxn ang="0">
                  <a:pos x="connsiteX1" y="connsiteY1"/>
                </a:cxn>
                <a:cxn ang="0">
                  <a:pos x="connsiteX2" y="connsiteY2"/>
                </a:cxn>
                <a:cxn ang="0">
                  <a:pos x="connsiteX3" y="connsiteY3"/>
                </a:cxn>
              </a:cxnLst>
              <a:rect l="l" t="t" r="r" b="b"/>
              <a:pathLst>
                <a:path w="854201" h="422719">
                  <a:moveTo>
                    <a:pt x="321469" y="41339"/>
                  </a:moveTo>
                  <a:lnTo>
                    <a:pt x="0" y="0"/>
                  </a:lnTo>
                  <a:lnTo>
                    <a:pt x="854202" y="422719"/>
                  </a:lnTo>
                  <a:lnTo>
                    <a:pt x="321469" y="41339"/>
                  </a:lnTo>
                  <a:close/>
                </a:path>
              </a:pathLst>
            </a:custGeom>
            <a:grpFill/>
            <a:ln w="9525" cap="flat">
              <a:noFill/>
              <a:prstDash val="solid"/>
              <a:miter/>
            </a:ln>
          </p:spPr>
          <p:txBody>
            <a:bodyPr rtlCol="0" anchor="ctr"/>
            <a:lstStyle/>
            <a:p>
              <a:endParaRPr lang="en-GB"/>
            </a:p>
          </p:txBody>
        </p:sp>
        <p:sp>
          <p:nvSpPr>
            <p:cNvPr id="51" name="Freeform: Shape 43">
              <a:extLst>
                <a:ext uri="{FF2B5EF4-FFF2-40B4-BE49-F238E27FC236}">
                  <a16:creationId xmlns:a16="http://schemas.microsoft.com/office/drawing/2014/main" id="{9DBD0412-916F-5420-A9F9-18293F157501}"/>
                </a:ext>
              </a:extLst>
            </p:cNvPr>
            <p:cNvSpPr/>
            <p:nvPr/>
          </p:nvSpPr>
          <p:spPr>
            <a:xfrm>
              <a:off x="1292002" y="2882207"/>
              <a:ext cx="534638" cy="453389"/>
            </a:xfrm>
            <a:custGeom>
              <a:avLst/>
              <a:gdLst>
                <a:gd name="connsiteX0" fmla="*/ 257080 w 534638"/>
                <a:gd name="connsiteY0" fmla="*/ 69914 h 453389"/>
                <a:gd name="connsiteX1" fmla="*/ 0 w 534638"/>
                <a:gd name="connsiteY1" fmla="*/ 0 h 453389"/>
                <a:gd name="connsiteX2" fmla="*/ 534638 w 534638"/>
                <a:gd name="connsiteY2" fmla="*/ 453390 h 453389"/>
                <a:gd name="connsiteX3" fmla="*/ 257080 w 534638"/>
                <a:gd name="connsiteY3" fmla="*/ 69914 h 453389"/>
              </a:gdLst>
              <a:ahLst/>
              <a:cxnLst>
                <a:cxn ang="0">
                  <a:pos x="connsiteX0" y="connsiteY0"/>
                </a:cxn>
                <a:cxn ang="0">
                  <a:pos x="connsiteX1" y="connsiteY1"/>
                </a:cxn>
                <a:cxn ang="0">
                  <a:pos x="connsiteX2" y="connsiteY2"/>
                </a:cxn>
                <a:cxn ang="0">
                  <a:pos x="connsiteX3" y="connsiteY3"/>
                </a:cxn>
              </a:cxnLst>
              <a:rect l="l" t="t" r="r" b="b"/>
              <a:pathLst>
                <a:path w="534638" h="453389">
                  <a:moveTo>
                    <a:pt x="257080" y="69914"/>
                  </a:moveTo>
                  <a:lnTo>
                    <a:pt x="0" y="0"/>
                  </a:lnTo>
                  <a:lnTo>
                    <a:pt x="534638" y="453390"/>
                  </a:lnTo>
                  <a:lnTo>
                    <a:pt x="257080" y="69914"/>
                  </a:lnTo>
                  <a:close/>
                </a:path>
              </a:pathLst>
            </a:custGeom>
            <a:grpFill/>
            <a:ln w="9525" cap="flat">
              <a:noFill/>
              <a:prstDash val="solid"/>
              <a:miter/>
            </a:ln>
          </p:spPr>
          <p:txBody>
            <a:bodyPr rtlCol="0" anchor="ctr"/>
            <a:lstStyle/>
            <a:p>
              <a:endParaRPr lang="en-GB"/>
            </a:p>
          </p:txBody>
        </p:sp>
        <p:sp>
          <p:nvSpPr>
            <p:cNvPr id="52" name="Freeform: Shape 44">
              <a:extLst>
                <a:ext uri="{FF2B5EF4-FFF2-40B4-BE49-F238E27FC236}">
                  <a16:creationId xmlns:a16="http://schemas.microsoft.com/office/drawing/2014/main" id="{0CD56C9E-D97F-7578-3299-3AFD1183BD3D}"/>
                </a:ext>
              </a:extLst>
            </p:cNvPr>
            <p:cNvSpPr/>
            <p:nvPr/>
          </p:nvSpPr>
          <p:spPr>
            <a:xfrm>
              <a:off x="1856072" y="2918688"/>
              <a:ext cx="854202" cy="422814"/>
            </a:xfrm>
            <a:custGeom>
              <a:avLst/>
              <a:gdLst>
                <a:gd name="connsiteX0" fmla="*/ 532733 w 854202"/>
                <a:gd name="connsiteY0" fmla="*/ 41434 h 422814"/>
                <a:gd name="connsiteX1" fmla="*/ 854202 w 854202"/>
                <a:gd name="connsiteY1" fmla="*/ 0 h 422814"/>
                <a:gd name="connsiteX2" fmla="*/ 0 w 854202"/>
                <a:gd name="connsiteY2" fmla="*/ 422815 h 422814"/>
                <a:gd name="connsiteX3" fmla="*/ 532733 w 854202"/>
                <a:gd name="connsiteY3" fmla="*/ 41434 h 422814"/>
              </a:gdLst>
              <a:ahLst/>
              <a:cxnLst>
                <a:cxn ang="0">
                  <a:pos x="connsiteX0" y="connsiteY0"/>
                </a:cxn>
                <a:cxn ang="0">
                  <a:pos x="connsiteX1" y="connsiteY1"/>
                </a:cxn>
                <a:cxn ang="0">
                  <a:pos x="connsiteX2" y="connsiteY2"/>
                </a:cxn>
                <a:cxn ang="0">
                  <a:pos x="connsiteX3" y="connsiteY3"/>
                </a:cxn>
              </a:cxnLst>
              <a:rect l="l" t="t" r="r" b="b"/>
              <a:pathLst>
                <a:path w="854202" h="422814">
                  <a:moveTo>
                    <a:pt x="532733" y="41434"/>
                  </a:moveTo>
                  <a:lnTo>
                    <a:pt x="854202" y="0"/>
                  </a:lnTo>
                  <a:lnTo>
                    <a:pt x="0" y="422815"/>
                  </a:lnTo>
                  <a:lnTo>
                    <a:pt x="532733" y="41434"/>
                  </a:lnTo>
                  <a:close/>
                </a:path>
              </a:pathLst>
            </a:custGeom>
            <a:grpFill/>
            <a:ln w="9525" cap="flat">
              <a:noFill/>
              <a:prstDash val="solid"/>
              <a:miter/>
            </a:ln>
          </p:spPr>
          <p:txBody>
            <a:bodyPr rtlCol="0" anchor="ctr"/>
            <a:lstStyle/>
            <a:p>
              <a:endParaRPr lang="en-GB"/>
            </a:p>
          </p:txBody>
        </p:sp>
        <p:sp>
          <p:nvSpPr>
            <p:cNvPr id="53" name="Freeform: Shape 45">
              <a:extLst>
                <a:ext uri="{FF2B5EF4-FFF2-40B4-BE49-F238E27FC236}">
                  <a16:creationId xmlns:a16="http://schemas.microsoft.com/office/drawing/2014/main" id="{D03FBC7E-1FB0-F546-9543-8AC73243478C}"/>
                </a:ext>
              </a:extLst>
            </p:cNvPr>
            <p:cNvSpPr/>
            <p:nvPr/>
          </p:nvSpPr>
          <p:spPr>
            <a:xfrm>
              <a:off x="1854167" y="2882207"/>
              <a:ext cx="534638" cy="453294"/>
            </a:xfrm>
            <a:custGeom>
              <a:avLst/>
              <a:gdLst>
                <a:gd name="connsiteX0" fmla="*/ 277654 w 534638"/>
                <a:gd name="connsiteY0" fmla="*/ 69914 h 453294"/>
                <a:gd name="connsiteX1" fmla="*/ 534638 w 534638"/>
                <a:gd name="connsiteY1" fmla="*/ 0 h 453294"/>
                <a:gd name="connsiteX2" fmla="*/ 0 w 534638"/>
                <a:gd name="connsiteY2" fmla="*/ 453295 h 453294"/>
                <a:gd name="connsiteX3" fmla="*/ 277654 w 534638"/>
                <a:gd name="connsiteY3" fmla="*/ 69914 h 453294"/>
              </a:gdLst>
              <a:ahLst/>
              <a:cxnLst>
                <a:cxn ang="0">
                  <a:pos x="connsiteX0" y="connsiteY0"/>
                </a:cxn>
                <a:cxn ang="0">
                  <a:pos x="connsiteX1" y="connsiteY1"/>
                </a:cxn>
                <a:cxn ang="0">
                  <a:pos x="connsiteX2" y="connsiteY2"/>
                </a:cxn>
                <a:cxn ang="0">
                  <a:pos x="connsiteX3" y="connsiteY3"/>
                </a:cxn>
              </a:cxnLst>
              <a:rect l="l" t="t" r="r" b="b"/>
              <a:pathLst>
                <a:path w="534638" h="453294">
                  <a:moveTo>
                    <a:pt x="277654" y="69914"/>
                  </a:moveTo>
                  <a:lnTo>
                    <a:pt x="534638" y="0"/>
                  </a:lnTo>
                  <a:lnTo>
                    <a:pt x="0" y="453295"/>
                  </a:lnTo>
                  <a:lnTo>
                    <a:pt x="277654" y="69914"/>
                  </a:lnTo>
                  <a:close/>
                </a:path>
              </a:pathLst>
            </a:custGeom>
            <a:grpFill/>
            <a:ln w="9525" cap="flat">
              <a:noFill/>
              <a:prstDash val="solid"/>
              <a:miter/>
            </a:ln>
          </p:spPr>
          <p:txBody>
            <a:bodyPr rtlCol="0" anchor="ctr"/>
            <a:lstStyle/>
            <a:p>
              <a:endParaRPr lang="en-GB"/>
            </a:p>
          </p:txBody>
        </p:sp>
        <p:sp>
          <p:nvSpPr>
            <p:cNvPr id="54" name="Freeform: Shape 46">
              <a:extLst>
                <a:ext uri="{FF2B5EF4-FFF2-40B4-BE49-F238E27FC236}">
                  <a16:creationId xmlns:a16="http://schemas.microsoft.com/office/drawing/2014/main" id="{B31390DA-1D9B-FE05-0048-4672E630345C}"/>
                </a:ext>
              </a:extLst>
            </p:cNvPr>
            <p:cNvSpPr/>
            <p:nvPr/>
          </p:nvSpPr>
          <p:spPr>
            <a:xfrm>
              <a:off x="1523935" y="2846965"/>
              <a:ext cx="633031" cy="495109"/>
            </a:xfrm>
            <a:custGeom>
              <a:avLst/>
              <a:gdLst>
                <a:gd name="connsiteX0" fmla="*/ 633032 w 633031"/>
                <a:gd name="connsiteY0" fmla="*/ 0 h 495109"/>
                <a:gd name="connsiteX1" fmla="*/ 426720 w 633031"/>
                <a:gd name="connsiteY1" fmla="*/ 97727 h 495109"/>
                <a:gd name="connsiteX2" fmla="*/ 388239 w 633031"/>
                <a:gd name="connsiteY2" fmla="*/ 252413 h 495109"/>
                <a:gd name="connsiteX3" fmla="*/ 316516 w 633031"/>
                <a:gd name="connsiteY3" fmla="*/ 111062 h 495109"/>
                <a:gd name="connsiteX4" fmla="*/ 244412 w 633031"/>
                <a:gd name="connsiteY4" fmla="*/ 252413 h 495109"/>
                <a:gd name="connsiteX5" fmla="*/ 206216 w 633031"/>
                <a:gd name="connsiteY5" fmla="*/ 97727 h 495109"/>
                <a:gd name="connsiteX6" fmla="*/ 0 w 633031"/>
                <a:gd name="connsiteY6" fmla="*/ 0 h 495109"/>
                <a:gd name="connsiteX7" fmla="*/ 316516 w 633031"/>
                <a:gd name="connsiteY7" fmla="*/ 495110 h 495109"/>
                <a:gd name="connsiteX8" fmla="*/ 633032 w 633031"/>
                <a:gd name="connsiteY8" fmla="*/ 0 h 495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3031" h="495109">
                  <a:moveTo>
                    <a:pt x="633032" y="0"/>
                  </a:moveTo>
                  <a:lnTo>
                    <a:pt x="426720" y="97727"/>
                  </a:lnTo>
                  <a:lnTo>
                    <a:pt x="388239" y="252413"/>
                  </a:lnTo>
                  <a:lnTo>
                    <a:pt x="316516" y="111062"/>
                  </a:lnTo>
                  <a:lnTo>
                    <a:pt x="244412" y="252413"/>
                  </a:lnTo>
                  <a:lnTo>
                    <a:pt x="206216" y="97727"/>
                  </a:lnTo>
                  <a:lnTo>
                    <a:pt x="0" y="0"/>
                  </a:lnTo>
                  <a:lnTo>
                    <a:pt x="316516" y="495110"/>
                  </a:lnTo>
                  <a:lnTo>
                    <a:pt x="633032" y="0"/>
                  </a:lnTo>
                  <a:close/>
                </a:path>
              </a:pathLst>
            </a:custGeom>
            <a:grpFill/>
            <a:ln w="9525" cap="flat">
              <a:noFill/>
              <a:prstDash val="solid"/>
              <a:miter/>
            </a:ln>
          </p:spPr>
          <p:txBody>
            <a:bodyPr rtlCol="0" anchor="ctr"/>
            <a:lstStyle/>
            <a:p>
              <a:endParaRPr lang="en-GB"/>
            </a:p>
          </p:txBody>
        </p:sp>
      </p:grpSp>
    </p:spTree>
    <p:extLst>
      <p:ext uri="{BB962C8B-B14F-4D97-AF65-F5344CB8AC3E}">
        <p14:creationId xmlns:p14="http://schemas.microsoft.com/office/powerpoint/2010/main" val="2674580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Divider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2DD018E-7252-47A2-DCDA-E0E4C75A9C35}"/>
              </a:ext>
            </a:extLst>
          </p:cNvPr>
          <p:cNvSpPr/>
          <p:nvPr userDrawn="1"/>
        </p:nvSpPr>
        <p:spPr>
          <a:xfrm>
            <a:off x="0" y="0"/>
            <a:ext cx="12192000" cy="6853555"/>
          </a:xfrm>
          <a:prstGeom prst="rect">
            <a:avLst/>
          </a:prstGeom>
          <a:gradFill>
            <a:gsLst>
              <a:gs pos="100000">
                <a:schemeClr val="tx2"/>
              </a:gs>
              <a:gs pos="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6F2BB40-2670-383A-AA42-DB1EDE9E664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1460" y="14778"/>
            <a:ext cx="4384738" cy="6861222"/>
          </a:xfrm>
          <a:prstGeom prst="rect">
            <a:avLst/>
          </a:prstGeom>
        </p:spPr>
      </p:pic>
      <p:sp>
        <p:nvSpPr>
          <p:cNvPr id="2" name="Title 1">
            <a:extLst>
              <a:ext uri="{FF2B5EF4-FFF2-40B4-BE49-F238E27FC236}">
                <a16:creationId xmlns:a16="http://schemas.microsoft.com/office/drawing/2014/main" id="{F6B8D04E-BDD5-1F64-6209-2F4B4F2000E7}"/>
              </a:ext>
            </a:extLst>
          </p:cNvPr>
          <p:cNvSpPr>
            <a:spLocks noGrp="1"/>
          </p:cNvSpPr>
          <p:nvPr>
            <p:ph type="ctrTitle" hasCustomPrompt="1"/>
          </p:nvPr>
        </p:nvSpPr>
        <p:spPr>
          <a:xfrm>
            <a:off x="3156238" y="2321004"/>
            <a:ext cx="8439419" cy="984885"/>
          </a:xfrm>
          <a:prstGeom prst="rect">
            <a:avLst/>
          </a:prstGeom>
        </p:spPr>
        <p:txBody>
          <a:bodyPr vert="horz" wrap="square" lIns="0" tIns="0" rIns="0" bIns="0" rtlCol="0" anchor="ctr" anchorCtr="0">
            <a:spAutoFit/>
          </a:bodyPr>
          <a:lstStyle>
            <a:lvl1pPr algn="l">
              <a:lnSpc>
                <a:spcPct val="100000"/>
              </a:lnSpc>
              <a:defRPr lang="en-US" sz="3200" dirty="0">
                <a:solidFill>
                  <a:schemeClr val="bg1"/>
                </a:solidFill>
              </a:defRPr>
            </a:lvl1pPr>
          </a:lstStyle>
          <a:p>
            <a:pPr lvl="0"/>
            <a:r>
              <a:rPr lang="en-GB"/>
              <a:t>Click to edit </a:t>
            </a:r>
            <a:br>
              <a:rPr lang="en-GB"/>
            </a:br>
            <a:r>
              <a:rPr lang="en-GB"/>
              <a:t>Master title style</a:t>
            </a:r>
            <a:endParaRPr lang="en-US"/>
          </a:p>
        </p:txBody>
      </p:sp>
      <p:sp>
        <p:nvSpPr>
          <p:cNvPr id="3" name="Subtitle 2">
            <a:extLst>
              <a:ext uri="{FF2B5EF4-FFF2-40B4-BE49-F238E27FC236}">
                <a16:creationId xmlns:a16="http://schemas.microsoft.com/office/drawing/2014/main" id="{A4E4F35D-11C4-5CAB-4D65-A671ADAD38B0}"/>
              </a:ext>
            </a:extLst>
          </p:cNvPr>
          <p:cNvSpPr>
            <a:spLocks noGrp="1"/>
          </p:cNvSpPr>
          <p:nvPr>
            <p:ph type="subTitle" idx="1"/>
          </p:nvPr>
        </p:nvSpPr>
        <p:spPr>
          <a:xfrm>
            <a:off x="3156238" y="3479447"/>
            <a:ext cx="8439419" cy="579303"/>
          </a:xfrm>
        </p:spPr>
        <p:txBody>
          <a:bodyPr wrap="square">
            <a:spAutoFit/>
          </a:bodyPr>
          <a:lstStyle>
            <a:lvl1pPr marL="270000" indent="-270000" algn="l">
              <a:spcBef>
                <a:spcPts val="600"/>
              </a:spcBef>
              <a:buFont typeface="Arial" panose="020B0604020202020204" pitchFamily="34" charset="0"/>
              <a:buChar char="•"/>
              <a:defRPr sz="20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20015756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Divider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2DD018E-7252-47A2-DCDA-E0E4C75A9C35}"/>
              </a:ext>
            </a:extLst>
          </p:cNvPr>
          <p:cNvSpPr/>
          <p:nvPr userDrawn="1"/>
        </p:nvSpPr>
        <p:spPr>
          <a:xfrm>
            <a:off x="12000" y="4445"/>
            <a:ext cx="12192000" cy="68535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a:extLst>
              <a:ext uri="{FF2B5EF4-FFF2-40B4-BE49-F238E27FC236}">
                <a16:creationId xmlns:a16="http://schemas.microsoft.com/office/drawing/2014/main" id="{91754848-8A85-8A25-4E00-11CBD12476F1}"/>
              </a:ext>
            </a:extLst>
          </p:cNvPr>
          <p:cNvSpPr/>
          <p:nvPr userDrawn="1"/>
        </p:nvSpPr>
        <p:spPr>
          <a:xfrm>
            <a:off x="12000" y="0"/>
            <a:ext cx="4377301" cy="6858000"/>
          </a:xfrm>
          <a:custGeom>
            <a:avLst/>
            <a:gdLst>
              <a:gd name="connsiteX0" fmla="*/ 0 w 4415589"/>
              <a:gd name="connsiteY0" fmla="*/ 1579486 h 6886776"/>
              <a:gd name="connsiteX1" fmla="*/ 0 w 4415589"/>
              <a:gd name="connsiteY1" fmla="*/ 6886776 h 6886776"/>
              <a:gd name="connsiteX2" fmla="*/ 4415589 w 4415589"/>
              <a:gd name="connsiteY2" fmla="*/ 0 h 6886776"/>
              <a:gd name="connsiteX3" fmla="*/ 1479884 w 4415589"/>
              <a:gd name="connsiteY3" fmla="*/ 1395663 h 6886776"/>
              <a:gd name="connsiteX4" fmla="*/ 974558 w 4415589"/>
              <a:gd name="connsiteY4" fmla="*/ 3441031 h 6886776"/>
              <a:gd name="connsiteX5" fmla="*/ 0 w 4415589"/>
              <a:gd name="connsiteY5" fmla="*/ 1579486 h 6886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15589" h="6886776">
                <a:moveTo>
                  <a:pt x="0" y="1579486"/>
                </a:moveTo>
                <a:lnTo>
                  <a:pt x="0" y="6886776"/>
                </a:lnTo>
                <a:lnTo>
                  <a:pt x="4415589" y="0"/>
                </a:lnTo>
                <a:lnTo>
                  <a:pt x="1479884" y="1395663"/>
                </a:lnTo>
                <a:lnTo>
                  <a:pt x="974558" y="3441031"/>
                </a:lnTo>
                <a:lnTo>
                  <a:pt x="0" y="1579486"/>
                </a:lnTo>
                <a:close/>
              </a:path>
            </a:pathLst>
          </a:custGeom>
          <a:solidFill>
            <a:schemeClr val="tx2">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B8D04E-BDD5-1F64-6209-2F4B4F2000E7}"/>
              </a:ext>
            </a:extLst>
          </p:cNvPr>
          <p:cNvSpPr>
            <a:spLocks noGrp="1"/>
          </p:cNvSpPr>
          <p:nvPr>
            <p:ph type="ctrTitle" hasCustomPrompt="1"/>
          </p:nvPr>
        </p:nvSpPr>
        <p:spPr>
          <a:xfrm>
            <a:off x="3582991" y="2738704"/>
            <a:ext cx="7572689" cy="984885"/>
          </a:xfrm>
          <a:prstGeom prst="rect">
            <a:avLst/>
          </a:prstGeom>
        </p:spPr>
        <p:txBody>
          <a:bodyPr vert="horz" wrap="square" lIns="0" tIns="0" rIns="0" bIns="0" rtlCol="0" anchor="ctr" anchorCtr="0">
            <a:spAutoFit/>
          </a:bodyPr>
          <a:lstStyle>
            <a:lvl1pPr algn="l">
              <a:lnSpc>
                <a:spcPct val="100000"/>
              </a:lnSpc>
              <a:defRPr lang="en-US" sz="3200" dirty="0">
                <a:solidFill>
                  <a:srgbClr val="BF2026"/>
                </a:solidFill>
              </a:defRPr>
            </a:lvl1pPr>
          </a:lstStyle>
          <a:p>
            <a:pPr lvl="0"/>
            <a:r>
              <a:rPr lang="en-GB"/>
              <a:t>Click to edit </a:t>
            </a:r>
            <a:br>
              <a:rPr lang="en-GB"/>
            </a:br>
            <a:r>
              <a:rPr lang="en-GB"/>
              <a:t>Master title style</a:t>
            </a:r>
            <a:endParaRPr lang="en-US"/>
          </a:p>
        </p:txBody>
      </p:sp>
      <p:sp>
        <p:nvSpPr>
          <p:cNvPr id="3" name="Subtitle 2">
            <a:extLst>
              <a:ext uri="{FF2B5EF4-FFF2-40B4-BE49-F238E27FC236}">
                <a16:creationId xmlns:a16="http://schemas.microsoft.com/office/drawing/2014/main" id="{A4E4F35D-11C4-5CAB-4D65-A671ADAD38B0}"/>
              </a:ext>
            </a:extLst>
          </p:cNvPr>
          <p:cNvSpPr>
            <a:spLocks noGrp="1"/>
          </p:cNvSpPr>
          <p:nvPr>
            <p:ph type="subTitle" idx="1"/>
          </p:nvPr>
        </p:nvSpPr>
        <p:spPr>
          <a:xfrm>
            <a:off x="3582991" y="3897147"/>
            <a:ext cx="7572689" cy="371127"/>
          </a:xfrm>
        </p:spPr>
        <p:txBody>
          <a:bodyPr wrap="square">
            <a:spAutoFit/>
          </a:bodyPr>
          <a:lstStyle>
            <a:lvl1pPr marL="0" indent="0" algn="l">
              <a:spcBef>
                <a:spcPts val="600"/>
              </a:spcBef>
              <a:buFont typeface="Arial" panose="020B0604020202020204" pitchFamily="34" charset="0"/>
              <a:buNone/>
              <a:defRPr sz="2000">
                <a:solidFill>
                  <a:srgbClr val="BF2026"/>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346566589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Divider Slide">
    <p:bg>
      <p:bgPr>
        <a:gradFill>
          <a:gsLst>
            <a:gs pos="100000">
              <a:schemeClr val="tx2"/>
            </a:gs>
            <a:gs pos="0">
              <a:schemeClr val="accent1"/>
            </a:gs>
          </a:gsLst>
          <a:lin ang="5400000" scaled="1"/>
        </a:gradFill>
        <a:effectLst/>
      </p:bgPr>
    </p:bg>
    <p:spTree>
      <p:nvGrpSpPr>
        <p:cNvPr id="1" name=""/>
        <p:cNvGrpSpPr/>
        <p:nvPr/>
      </p:nvGrpSpPr>
      <p:grpSpPr>
        <a:xfrm>
          <a:off x="0" y="0"/>
          <a:ext cx="0" cy="0"/>
          <a:chOff x="0" y="0"/>
          <a:chExt cx="0" cy="0"/>
        </a:xfrm>
      </p:grpSpPr>
      <p:sp>
        <p:nvSpPr>
          <p:cNvPr id="4" name="Rectangle 54">
            <a:extLst>
              <a:ext uri="{FF2B5EF4-FFF2-40B4-BE49-F238E27FC236}">
                <a16:creationId xmlns:a16="http://schemas.microsoft.com/office/drawing/2014/main" id="{D934D638-005E-C5D7-9B66-5AA8E3D1FBBC}"/>
              </a:ext>
            </a:extLst>
          </p:cNvPr>
          <p:cNvSpPr/>
          <p:nvPr userDrawn="1"/>
        </p:nvSpPr>
        <p:spPr>
          <a:xfrm>
            <a:off x="4635500" y="-25400"/>
            <a:ext cx="7564100" cy="6883400"/>
          </a:xfrm>
          <a:custGeom>
            <a:avLst/>
            <a:gdLst>
              <a:gd name="connsiteX0" fmla="*/ 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0 w 7564100"/>
              <a:gd name="connsiteY4" fmla="*/ 0 h 6858000"/>
              <a:gd name="connsiteX0" fmla="*/ 403860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4038600 w 7564100"/>
              <a:gd name="connsiteY4" fmla="*/ 0 h 6858000"/>
              <a:gd name="connsiteX0" fmla="*/ 4622800 w 7564100"/>
              <a:gd name="connsiteY0" fmla="*/ 0 h 6883400"/>
              <a:gd name="connsiteX1" fmla="*/ 7564100 w 7564100"/>
              <a:gd name="connsiteY1" fmla="*/ 25400 h 6883400"/>
              <a:gd name="connsiteX2" fmla="*/ 7564100 w 7564100"/>
              <a:gd name="connsiteY2" fmla="*/ 6883400 h 6883400"/>
              <a:gd name="connsiteX3" fmla="*/ 0 w 7564100"/>
              <a:gd name="connsiteY3" fmla="*/ 6883400 h 6883400"/>
              <a:gd name="connsiteX4" fmla="*/ 4622800 w 7564100"/>
              <a:gd name="connsiteY4" fmla="*/ 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4100" h="6883400">
                <a:moveTo>
                  <a:pt x="4622800" y="0"/>
                </a:moveTo>
                <a:lnTo>
                  <a:pt x="7564100" y="25400"/>
                </a:lnTo>
                <a:lnTo>
                  <a:pt x="7564100" y="6883400"/>
                </a:lnTo>
                <a:lnTo>
                  <a:pt x="0" y="6883400"/>
                </a:lnTo>
                <a:lnTo>
                  <a:pt x="4622800" y="0"/>
                </a:lnTo>
                <a:close/>
              </a:path>
            </a:pathLst>
          </a:custGeom>
          <a:solidFill>
            <a:srgbClr val="C32626">
              <a:alpha val="38000"/>
            </a:srgbClr>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Barlow-Regular" panose="02040502050405020303"/>
              <a:ea typeface="+mn-ea"/>
              <a:cs typeface="+mn-cs"/>
            </a:endParaRPr>
          </a:p>
        </p:txBody>
      </p:sp>
      <p:sp>
        <p:nvSpPr>
          <p:cNvPr id="5" name="Title 1">
            <a:extLst>
              <a:ext uri="{FF2B5EF4-FFF2-40B4-BE49-F238E27FC236}">
                <a16:creationId xmlns:a16="http://schemas.microsoft.com/office/drawing/2014/main" id="{7ABB3D88-35BD-7D98-E3B9-3F9F5DD78C67}"/>
              </a:ext>
            </a:extLst>
          </p:cNvPr>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a:t>Click to edit Master title style</a:t>
            </a:r>
            <a:endParaRPr lang="en-IN"/>
          </a:p>
        </p:txBody>
      </p:sp>
      <p:sp>
        <p:nvSpPr>
          <p:cNvPr id="6" name="Subtitle 2">
            <a:extLst>
              <a:ext uri="{FF2B5EF4-FFF2-40B4-BE49-F238E27FC236}">
                <a16:creationId xmlns:a16="http://schemas.microsoft.com/office/drawing/2014/main" id="{0B1B10E8-02DA-BBBE-7B1F-DEA618D6945F}"/>
              </a:ext>
            </a:extLst>
          </p:cNvPr>
          <p:cNvSpPr>
            <a:spLocks noGrp="1"/>
          </p:cNvSpPr>
          <p:nvPr>
            <p:ph type="subTitle" idx="1"/>
          </p:nvPr>
        </p:nvSpPr>
        <p:spPr>
          <a:xfrm>
            <a:off x="1524000" y="3602038"/>
            <a:ext cx="9144000" cy="1655762"/>
          </a:xfrm>
        </p:spPr>
        <p:txBody>
          <a:bodyPr/>
          <a:lstStyle>
            <a:lvl1pPr marL="0" indent="0" algn="ctr">
              <a:buNone/>
              <a:defRPr sz="2400">
                <a:solidFill>
                  <a:schemeClr val="bg1"/>
                </a:solidFill>
                <a:latin typeface="Barlow"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Tree>
    <p:extLst>
      <p:ext uri="{BB962C8B-B14F-4D97-AF65-F5344CB8AC3E}">
        <p14:creationId xmlns:p14="http://schemas.microsoft.com/office/powerpoint/2010/main" val="220239267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Basic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5158830-04D2-B24C-C3E4-FA2D3EFAAC0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217604" y="-66299"/>
            <a:ext cx="1974396" cy="2815474"/>
          </a:xfrm>
          <a:prstGeom prst="rect">
            <a:avLst/>
          </a:prstGeom>
        </p:spPr>
      </p:pic>
      <p:sp>
        <p:nvSpPr>
          <p:cNvPr id="6" name="Title 1">
            <a:extLst>
              <a:ext uri="{FF2B5EF4-FFF2-40B4-BE49-F238E27FC236}">
                <a16:creationId xmlns:a16="http://schemas.microsoft.com/office/drawing/2014/main" id="{47E03D08-E7E5-0625-F089-56B61B810947}"/>
              </a:ext>
            </a:extLst>
          </p:cNvPr>
          <p:cNvSpPr>
            <a:spLocks noGrp="1"/>
          </p:cNvSpPr>
          <p:nvPr>
            <p:ph type="ctrTitle" hasCustomPrompt="1"/>
          </p:nvPr>
        </p:nvSpPr>
        <p:spPr>
          <a:xfrm>
            <a:off x="360000" y="338447"/>
            <a:ext cx="11484000" cy="984885"/>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a:t>
            </a:r>
            <a:br>
              <a:rPr lang="en-GB"/>
            </a:br>
            <a:r>
              <a:rPr lang="en-GB"/>
              <a:t>Master title style</a:t>
            </a:r>
            <a:endParaRPr lang="en-US"/>
          </a:p>
        </p:txBody>
      </p:sp>
      <p:sp>
        <p:nvSpPr>
          <p:cNvPr id="7" name="Rectangle 6">
            <a:extLst>
              <a:ext uri="{FF2B5EF4-FFF2-40B4-BE49-F238E27FC236}">
                <a16:creationId xmlns:a16="http://schemas.microsoft.com/office/drawing/2014/main" id="{AB963EDD-C568-B0D6-3246-59FC7F1B098D}"/>
              </a:ext>
            </a:extLst>
          </p:cNvPr>
          <p:cNvSpPr/>
          <p:nvPr userDrawn="1"/>
        </p:nvSpPr>
        <p:spPr>
          <a:xfrm>
            <a:off x="359998" y="1488586"/>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ubtitle 2">
            <a:extLst>
              <a:ext uri="{FF2B5EF4-FFF2-40B4-BE49-F238E27FC236}">
                <a16:creationId xmlns:a16="http://schemas.microsoft.com/office/drawing/2014/main" id="{7BB53FCF-24B3-A076-E68F-18C74C69765B}"/>
              </a:ext>
            </a:extLst>
          </p:cNvPr>
          <p:cNvSpPr>
            <a:spLocks noGrp="1"/>
          </p:cNvSpPr>
          <p:nvPr>
            <p:ph type="subTitle" idx="1"/>
          </p:nvPr>
        </p:nvSpPr>
        <p:spPr>
          <a:xfrm>
            <a:off x="360000" y="1719524"/>
            <a:ext cx="11484000" cy="458757"/>
          </a:xfrm>
        </p:spPr>
        <p:txBody>
          <a:bodyPr>
            <a:spAutoFit/>
          </a:bodyPr>
          <a:lstStyle>
            <a:lvl1pPr marL="0" indent="0" algn="l">
              <a:lnSpc>
                <a:spcPct val="100000"/>
              </a:lnSpc>
              <a:spcBef>
                <a:spcPts val="0"/>
              </a:spcBef>
              <a:buNone/>
              <a:defRPr sz="1800">
                <a:solidFill>
                  <a:schemeClr val="tx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192760323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Basic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6CDE1A2-F85B-32AA-CE59-F2FC232966CD}"/>
              </a:ext>
            </a:extLst>
          </p:cNvPr>
          <p:cNvSpPr>
            <a:spLocks noGrp="1"/>
          </p:cNvSpPr>
          <p:nvPr>
            <p:ph type="ctrTitle" hasCustomPrompt="1"/>
          </p:nvPr>
        </p:nvSpPr>
        <p:spPr>
          <a:xfrm>
            <a:off x="360000" y="338447"/>
            <a:ext cx="11484000" cy="984885"/>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a:t>
            </a:r>
            <a:br>
              <a:rPr lang="en-GB"/>
            </a:br>
            <a:r>
              <a:rPr lang="en-GB"/>
              <a:t>Master title style</a:t>
            </a:r>
            <a:endParaRPr lang="en-US"/>
          </a:p>
        </p:txBody>
      </p:sp>
      <p:sp>
        <p:nvSpPr>
          <p:cNvPr id="8" name="Rectangle 7">
            <a:extLst>
              <a:ext uri="{FF2B5EF4-FFF2-40B4-BE49-F238E27FC236}">
                <a16:creationId xmlns:a16="http://schemas.microsoft.com/office/drawing/2014/main" id="{A31635F8-3916-7801-F497-D00741DD50AE}"/>
              </a:ext>
            </a:extLst>
          </p:cNvPr>
          <p:cNvSpPr/>
          <p:nvPr userDrawn="1"/>
        </p:nvSpPr>
        <p:spPr>
          <a:xfrm>
            <a:off x="359998" y="1488586"/>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FE5A60ED-7A14-BC45-201C-D633BE8DA7A9}"/>
              </a:ext>
            </a:extLst>
          </p:cNvPr>
          <p:cNvSpPr>
            <a:spLocks noGrp="1"/>
          </p:cNvSpPr>
          <p:nvPr>
            <p:ph type="subTitle" idx="1"/>
          </p:nvPr>
        </p:nvSpPr>
        <p:spPr>
          <a:xfrm>
            <a:off x="360000" y="1719524"/>
            <a:ext cx="11484000" cy="458757"/>
          </a:xfrm>
        </p:spPr>
        <p:txBody>
          <a:bodyPr>
            <a:spAutoFit/>
          </a:bodyPr>
          <a:lstStyle>
            <a:lvl1pPr marL="0" indent="0" algn="l">
              <a:lnSpc>
                <a:spcPct val="100000"/>
              </a:lnSpc>
              <a:spcBef>
                <a:spcPts val="0"/>
              </a:spcBef>
              <a:buNone/>
              <a:defRPr sz="1800">
                <a:solidFill>
                  <a:schemeClr val="tx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282589484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Basic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49E88B5-8AE5-FDFD-0B7D-4470E1B62B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217604" y="-66299"/>
            <a:ext cx="1974396" cy="2815474"/>
          </a:xfrm>
          <a:prstGeom prst="rect">
            <a:avLst/>
          </a:prstGeom>
        </p:spPr>
      </p:pic>
      <p:sp>
        <p:nvSpPr>
          <p:cNvPr id="7" name="Title 1">
            <a:extLst>
              <a:ext uri="{FF2B5EF4-FFF2-40B4-BE49-F238E27FC236}">
                <a16:creationId xmlns:a16="http://schemas.microsoft.com/office/drawing/2014/main" id="{FAAB6A95-7DFD-3C79-097F-EE03C8E1DC48}"/>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8" name="Rectangle 7">
            <a:extLst>
              <a:ext uri="{FF2B5EF4-FFF2-40B4-BE49-F238E27FC236}">
                <a16:creationId xmlns:a16="http://schemas.microsoft.com/office/drawing/2014/main" id="{B0FBD702-0245-F51A-D51E-DABA22336F0A}"/>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5BD309DB-C55C-01DD-2D53-2DC71D81B621}"/>
              </a:ext>
            </a:extLst>
          </p:cNvPr>
          <p:cNvSpPr>
            <a:spLocks noGrp="1"/>
          </p:cNvSpPr>
          <p:nvPr>
            <p:ph type="subTitle" idx="1"/>
          </p:nvPr>
        </p:nvSpPr>
        <p:spPr>
          <a:xfrm>
            <a:off x="360000" y="1187381"/>
            <a:ext cx="11484000" cy="458757"/>
          </a:xfrm>
        </p:spPr>
        <p:txBody>
          <a:bodyPr>
            <a:spAutoFit/>
          </a:bodyPr>
          <a:lstStyle>
            <a:lvl1pPr marL="0" indent="0" algn="l">
              <a:lnSpc>
                <a:spcPct val="100000"/>
              </a:lnSpc>
              <a:spcBef>
                <a:spcPts val="0"/>
              </a:spcBef>
              <a:buNone/>
              <a:defRPr sz="1800">
                <a:solidFill>
                  <a:schemeClr val="tx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27350561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Basic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AAB6A95-7DFD-3C79-097F-EE03C8E1DC48}"/>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8" name="Rectangle 7">
            <a:extLst>
              <a:ext uri="{FF2B5EF4-FFF2-40B4-BE49-F238E27FC236}">
                <a16:creationId xmlns:a16="http://schemas.microsoft.com/office/drawing/2014/main" id="{B0FBD702-0245-F51A-D51E-DABA22336F0A}"/>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5BD309DB-C55C-01DD-2D53-2DC71D81B621}"/>
              </a:ext>
            </a:extLst>
          </p:cNvPr>
          <p:cNvSpPr>
            <a:spLocks noGrp="1"/>
          </p:cNvSpPr>
          <p:nvPr>
            <p:ph type="subTitle" idx="1"/>
          </p:nvPr>
        </p:nvSpPr>
        <p:spPr>
          <a:xfrm>
            <a:off x="360000" y="1187381"/>
            <a:ext cx="11484000" cy="458757"/>
          </a:xfrm>
        </p:spPr>
        <p:txBody>
          <a:bodyPr>
            <a:spAutoFit/>
          </a:bodyPr>
          <a:lstStyle>
            <a:lvl1pPr marL="0" indent="0" algn="l">
              <a:lnSpc>
                <a:spcPct val="100000"/>
              </a:lnSpc>
              <a:spcBef>
                <a:spcPts val="0"/>
              </a:spcBef>
              <a:buNone/>
              <a:defRPr sz="1800">
                <a:solidFill>
                  <a:schemeClr val="tx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411336729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Basic Slide">
    <p:spTree>
      <p:nvGrpSpPr>
        <p:cNvPr id="1" name=""/>
        <p:cNvGrpSpPr/>
        <p:nvPr/>
      </p:nvGrpSpPr>
      <p:grpSpPr>
        <a:xfrm>
          <a:off x="0" y="0"/>
          <a:ext cx="0" cy="0"/>
          <a:chOff x="0" y="0"/>
          <a:chExt cx="0" cy="0"/>
        </a:xfrm>
      </p:grpSpPr>
      <p:sp>
        <p:nvSpPr>
          <p:cNvPr id="2" name="Rectangle 54">
            <a:extLst>
              <a:ext uri="{FF2B5EF4-FFF2-40B4-BE49-F238E27FC236}">
                <a16:creationId xmlns:a16="http://schemas.microsoft.com/office/drawing/2014/main" id="{ABCA9587-0B3E-5EFA-2A4F-E25A5E6F10E8}"/>
              </a:ext>
            </a:extLst>
          </p:cNvPr>
          <p:cNvSpPr/>
          <p:nvPr userDrawn="1"/>
        </p:nvSpPr>
        <p:spPr>
          <a:xfrm>
            <a:off x="4635500" y="-25400"/>
            <a:ext cx="7564100" cy="6883400"/>
          </a:xfrm>
          <a:custGeom>
            <a:avLst/>
            <a:gdLst>
              <a:gd name="connsiteX0" fmla="*/ 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0 w 7564100"/>
              <a:gd name="connsiteY4" fmla="*/ 0 h 6858000"/>
              <a:gd name="connsiteX0" fmla="*/ 403860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4038600 w 7564100"/>
              <a:gd name="connsiteY4" fmla="*/ 0 h 6858000"/>
              <a:gd name="connsiteX0" fmla="*/ 4622800 w 7564100"/>
              <a:gd name="connsiteY0" fmla="*/ 0 h 6883400"/>
              <a:gd name="connsiteX1" fmla="*/ 7564100 w 7564100"/>
              <a:gd name="connsiteY1" fmla="*/ 25400 h 6883400"/>
              <a:gd name="connsiteX2" fmla="*/ 7564100 w 7564100"/>
              <a:gd name="connsiteY2" fmla="*/ 6883400 h 6883400"/>
              <a:gd name="connsiteX3" fmla="*/ 0 w 7564100"/>
              <a:gd name="connsiteY3" fmla="*/ 6883400 h 6883400"/>
              <a:gd name="connsiteX4" fmla="*/ 4622800 w 7564100"/>
              <a:gd name="connsiteY4" fmla="*/ 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4100" h="6883400">
                <a:moveTo>
                  <a:pt x="4622800" y="0"/>
                </a:moveTo>
                <a:lnTo>
                  <a:pt x="7564100" y="25400"/>
                </a:lnTo>
                <a:lnTo>
                  <a:pt x="7564100" y="6883400"/>
                </a:lnTo>
                <a:lnTo>
                  <a:pt x="0" y="6883400"/>
                </a:lnTo>
                <a:lnTo>
                  <a:pt x="4622800" y="0"/>
                </a:lnTo>
                <a:close/>
              </a:path>
            </a:pathLst>
          </a:custGeom>
          <a:solidFill>
            <a:srgbClr val="FCE1D4">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Barlow-Regular" panose="02040502050405020303"/>
              <a:ea typeface="+mn-ea"/>
              <a:cs typeface="+mn-cs"/>
            </a:endParaRPr>
          </a:p>
        </p:txBody>
      </p:sp>
      <p:sp>
        <p:nvSpPr>
          <p:cNvPr id="7" name="Title 1">
            <a:extLst>
              <a:ext uri="{FF2B5EF4-FFF2-40B4-BE49-F238E27FC236}">
                <a16:creationId xmlns:a16="http://schemas.microsoft.com/office/drawing/2014/main" id="{16CDE1A2-F85B-32AA-CE59-F2FC232966CD}"/>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8" name="Rectangle 7">
            <a:extLst>
              <a:ext uri="{FF2B5EF4-FFF2-40B4-BE49-F238E27FC236}">
                <a16:creationId xmlns:a16="http://schemas.microsoft.com/office/drawing/2014/main" id="{A31635F8-3916-7801-F497-D00741DD50AE}"/>
              </a:ext>
            </a:extLst>
          </p:cNvPr>
          <p:cNvSpPr/>
          <p:nvPr userDrawn="1"/>
        </p:nvSpPr>
        <p:spPr>
          <a:xfrm>
            <a:off x="359998" y="1488586"/>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FE5A60ED-7A14-BC45-201C-D633BE8DA7A9}"/>
              </a:ext>
            </a:extLst>
          </p:cNvPr>
          <p:cNvSpPr>
            <a:spLocks noGrp="1"/>
          </p:cNvSpPr>
          <p:nvPr>
            <p:ph type="subTitle" idx="1"/>
          </p:nvPr>
        </p:nvSpPr>
        <p:spPr>
          <a:xfrm>
            <a:off x="285135" y="854284"/>
            <a:ext cx="11558865" cy="461665"/>
          </a:xfrm>
        </p:spPr>
        <p:txBody>
          <a:bodyPr wrap="square">
            <a:spAutoFit/>
          </a:bodyPr>
          <a:lstStyle>
            <a:lvl1pPr marL="0" indent="0" algn="l">
              <a:lnSpc>
                <a:spcPct val="100000"/>
              </a:lnSpc>
              <a:spcBef>
                <a:spcPts val="0"/>
              </a:spcBef>
              <a:buNone/>
              <a:defRPr lang="en-US" sz="2400" b="1" kern="1200" dirty="0">
                <a:solidFill>
                  <a:schemeClr val="accent1"/>
                </a:solidFill>
                <a:latin typeface="Barlow Medium" panose="00000600000000000000"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133058486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Basic Slide">
    <p:spTree>
      <p:nvGrpSpPr>
        <p:cNvPr id="1" name=""/>
        <p:cNvGrpSpPr/>
        <p:nvPr/>
      </p:nvGrpSpPr>
      <p:grpSpPr>
        <a:xfrm>
          <a:off x="0" y="0"/>
          <a:ext cx="0" cy="0"/>
          <a:chOff x="0" y="0"/>
          <a:chExt cx="0" cy="0"/>
        </a:xfrm>
      </p:grpSpPr>
      <p:sp>
        <p:nvSpPr>
          <p:cNvPr id="2" name="Rectangle 54">
            <a:extLst>
              <a:ext uri="{FF2B5EF4-FFF2-40B4-BE49-F238E27FC236}">
                <a16:creationId xmlns:a16="http://schemas.microsoft.com/office/drawing/2014/main" id="{ABCA9587-0B3E-5EFA-2A4F-E25A5E6F10E8}"/>
              </a:ext>
            </a:extLst>
          </p:cNvPr>
          <p:cNvSpPr/>
          <p:nvPr userDrawn="1"/>
        </p:nvSpPr>
        <p:spPr>
          <a:xfrm>
            <a:off x="4635500" y="-25400"/>
            <a:ext cx="7564100" cy="6883400"/>
          </a:xfrm>
          <a:custGeom>
            <a:avLst/>
            <a:gdLst>
              <a:gd name="connsiteX0" fmla="*/ 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0 w 7564100"/>
              <a:gd name="connsiteY4" fmla="*/ 0 h 6858000"/>
              <a:gd name="connsiteX0" fmla="*/ 403860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4038600 w 7564100"/>
              <a:gd name="connsiteY4" fmla="*/ 0 h 6858000"/>
              <a:gd name="connsiteX0" fmla="*/ 4622800 w 7564100"/>
              <a:gd name="connsiteY0" fmla="*/ 0 h 6883400"/>
              <a:gd name="connsiteX1" fmla="*/ 7564100 w 7564100"/>
              <a:gd name="connsiteY1" fmla="*/ 25400 h 6883400"/>
              <a:gd name="connsiteX2" fmla="*/ 7564100 w 7564100"/>
              <a:gd name="connsiteY2" fmla="*/ 6883400 h 6883400"/>
              <a:gd name="connsiteX3" fmla="*/ 0 w 7564100"/>
              <a:gd name="connsiteY3" fmla="*/ 6883400 h 6883400"/>
              <a:gd name="connsiteX4" fmla="*/ 4622800 w 7564100"/>
              <a:gd name="connsiteY4" fmla="*/ 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4100" h="6883400">
                <a:moveTo>
                  <a:pt x="4622800" y="0"/>
                </a:moveTo>
                <a:lnTo>
                  <a:pt x="7564100" y="25400"/>
                </a:lnTo>
                <a:lnTo>
                  <a:pt x="7564100" y="6883400"/>
                </a:lnTo>
                <a:lnTo>
                  <a:pt x="0" y="6883400"/>
                </a:lnTo>
                <a:lnTo>
                  <a:pt x="4622800" y="0"/>
                </a:lnTo>
                <a:close/>
              </a:path>
            </a:pathLst>
          </a:custGeom>
          <a:solidFill>
            <a:srgbClr val="FCE1D4">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Barlow-Regular" panose="02040502050405020303"/>
              <a:ea typeface="+mn-ea"/>
              <a:cs typeface="+mn-cs"/>
            </a:endParaRPr>
          </a:p>
        </p:txBody>
      </p:sp>
      <p:sp>
        <p:nvSpPr>
          <p:cNvPr id="7" name="Title 1">
            <a:extLst>
              <a:ext uri="{FF2B5EF4-FFF2-40B4-BE49-F238E27FC236}">
                <a16:creationId xmlns:a16="http://schemas.microsoft.com/office/drawing/2014/main" id="{16CDE1A2-F85B-32AA-CE59-F2FC232966CD}"/>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9" name="Subtitle 2">
            <a:extLst>
              <a:ext uri="{FF2B5EF4-FFF2-40B4-BE49-F238E27FC236}">
                <a16:creationId xmlns:a16="http://schemas.microsoft.com/office/drawing/2014/main" id="{FE5A60ED-7A14-BC45-201C-D633BE8DA7A9}"/>
              </a:ext>
            </a:extLst>
          </p:cNvPr>
          <p:cNvSpPr>
            <a:spLocks noGrp="1"/>
          </p:cNvSpPr>
          <p:nvPr>
            <p:ph type="subTitle" idx="1"/>
          </p:nvPr>
        </p:nvSpPr>
        <p:spPr>
          <a:xfrm>
            <a:off x="285135" y="854284"/>
            <a:ext cx="11558865" cy="461665"/>
          </a:xfrm>
        </p:spPr>
        <p:txBody>
          <a:bodyPr wrap="square">
            <a:spAutoFit/>
          </a:bodyPr>
          <a:lstStyle>
            <a:lvl1pPr marL="0" indent="0" algn="l">
              <a:lnSpc>
                <a:spcPct val="100000"/>
              </a:lnSpc>
              <a:spcBef>
                <a:spcPts val="0"/>
              </a:spcBef>
              <a:buNone/>
              <a:defRPr lang="en-US" sz="2400" b="1" kern="1200" dirty="0">
                <a:solidFill>
                  <a:schemeClr val="accent1"/>
                </a:solidFill>
                <a:latin typeface="Barlow Medium" panose="00000600000000000000"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304883461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7_Basic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6CDE1A2-F85B-32AA-CE59-F2FC232966CD}"/>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8" name="Rectangle 7">
            <a:extLst>
              <a:ext uri="{FF2B5EF4-FFF2-40B4-BE49-F238E27FC236}">
                <a16:creationId xmlns:a16="http://schemas.microsoft.com/office/drawing/2014/main" id="{A31635F8-3916-7801-F497-D00741DD50AE}"/>
              </a:ext>
            </a:extLst>
          </p:cNvPr>
          <p:cNvSpPr/>
          <p:nvPr userDrawn="1"/>
        </p:nvSpPr>
        <p:spPr>
          <a:xfrm>
            <a:off x="359998" y="1488586"/>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FE5A60ED-7A14-BC45-201C-D633BE8DA7A9}"/>
              </a:ext>
            </a:extLst>
          </p:cNvPr>
          <p:cNvSpPr>
            <a:spLocks noGrp="1"/>
          </p:cNvSpPr>
          <p:nvPr>
            <p:ph type="subTitle" idx="1"/>
          </p:nvPr>
        </p:nvSpPr>
        <p:spPr>
          <a:xfrm>
            <a:off x="285135" y="854284"/>
            <a:ext cx="11558865" cy="461665"/>
          </a:xfrm>
        </p:spPr>
        <p:txBody>
          <a:bodyPr wrap="square">
            <a:spAutoFit/>
          </a:bodyPr>
          <a:lstStyle>
            <a:lvl1pPr marL="0" indent="0" algn="l">
              <a:lnSpc>
                <a:spcPct val="100000"/>
              </a:lnSpc>
              <a:spcBef>
                <a:spcPts val="0"/>
              </a:spcBef>
              <a:buNone/>
              <a:defRPr lang="en-US" sz="2400" b="1" kern="1200" dirty="0">
                <a:solidFill>
                  <a:schemeClr val="accent1"/>
                </a:solidFill>
                <a:latin typeface="Barlow Medium" panose="00000600000000000000"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11017182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8_Basic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DF577-0399-8162-ABC5-8FB67BFA2106}"/>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3492025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9_Basic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DF577-0399-8162-ABC5-8FB67BFA2106}"/>
              </a:ext>
            </a:extLst>
          </p:cNvPr>
          <p:cNvSpPr>
            <a:spLocks noGrp="1"/>
          </p:cNvSpPr>
          <p:nvPr>
            <p:ph type="title"/>
          </p:nvPr>
        </p:nvSpPr>
        <p:spPr/>
        <p:txBody>
          <a:bodyPr/>
          <a:lstStyle/>
          <a:p>
            <a:r>
              <a:rPr lang="en-US"/>
              <a:t>Click to edit Master title style</a:t>
            </a:r>
            <a:endParaRPr lang="en-IN"/>
          </a:p>
        </p:txBody>
      </p:sp>
      <p:pic>
        <p:nvPicPr>
          <p:cNvPr id="7" name="Picture 6">
            <a:extLst>
              <a:ext uri="{FF2B5EF4-FFF2-40B4-BE49-F238E27FC236}">
                <a16:creationId xmlns:a16="http://schemas.microsoft.com/office/drawing/2014/main" id="{981ABF0B-681C-455F-418D-973A5CE2C95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217604" y="-66299"/>
            <a:ext cx="1974396" cy="2815474"/>
          </a:xfrm>
          <a:prstGeom prst="rect">
            <a:avLst/>
          </a:prstGeom>
        </p:spPr>
      </p:pic>
    </p:spTree>
    <p:extLst>
      <p:ext uri="{BB962C8B-B14F-4D97-AF65-F5344CB8AC3E}">
        <p14:creationId xmlns:p14="http://schemas.microsoft.com/office/powerpoint/2010/main" val="28594918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CA0E38E-1D61-B95E-12B0-674CF7659089}"/>
              </a:ext>
            </a:extLst>
          </p:cNvPr>
          <p:cNvSpPr/>
          <p:nvPr userDrawn="1"/>
        </p:nvSpPr>
        <p:spPr>
          <a:xfrm>
            <a:off x="6096000" y="0"/>
            <a:ext cx="6096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546E6081-AD2E-D1AF-4131-88FE8904941B}"/>
              </a:ext>
            </a:extLst>
          </p:cNvPr>
          <p:cNvSpPr/>
          <p:nvPr userDrawn="1"/>
        </p:nvSpPr>
        <p:spPr>
          <a:xfrm rot="10800000">
            <a:off x="0" y="1802014"/>
            <a:ext cx="6135276" cy="99461"/>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6B4BA1DC-D95B-3A5E-FB6B-E02B175393F8}"/>
              </a:ext>
            </a:extLst>
          </p:cNvPr>
          <p:cNvSpPr/>
          <p:nvPr userDrawn="1"/>
        </p:nvSpPr>
        <p:spPr>
          <a:xfrm>
            <a:off x="6107220" y="1802014"/>
            <a:ext cx="6135276" cy="99461"/>
          </a:xfrm>
          <a:prstGeom prst="rect">
            <a:avLst/>
          </a:prstGeom>
          <a:gradFill flip="none" rotWithShape="1">
            <a:gsLst>
              <a:gs pos="0">
                <a:schemeClr val="accent1"/>
              </a:gs>
              <a:gs pos="99000">
                <a:schemeClr val="bg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19" name="Text Placeholder 17">
            <a:extLst>
              <a:ext uri="{FF2B5EF4-FFF2-40B4-BE49-F238E27FC236}">
                <a16:creationId xmlns:a16="http://schemas.microsoft.com/office/drawing/2014/main" id="{B0DD31ED-843B-AB08-40B4-E77E227B3185}"/>
              </a:ext>
            </a:extLst>
          </p:cNvPr>
          <p:cNvSpPr>
            <a:spLocks noGrp="1"/>
          </p:cNvSpPr>
          <p:nvPr>
            <p:ph type="body" sz="quarter" idx="13"/>
          </p:nvPr>
        </p:nvSpPr>
        <p:spPr>
          <a:xfrm>
            <a:off x="1" y="648455"/>
            <a:ext cx="6084777" cy="592137"/>
          </a:xfrm>
        </p:spPr>
        <p:txBody>
          <a:bodyPr/>
          <a:lstStyle>
            <a:lvl1pPr marL="0" indent="0" algn="ctr">
              <a:buNone/>
              <a:defRPr b="1">
                <a:solidFill>
                  <a:schemeClr val="tx2"/>
                </a:solidFill>
                <a:latin typeface="Barlow" panose="00000500000000000000" pitchFamily="2" charset="0"/>
              </a:defRPr>
            </a:lvl1pPr>
          </a:lstStyle>
          <a:p>
            <a:pPr lvl="0"/>
            <a:r>
              <a:rPr lang="en-US"/>
              <a:t>Click to edit Master text styles</a:t>
            </a:r>
            <a:endParaRPr lang="en-IN"/>
          </a:p>
        </p:txBody>
      </p:sp>
      <p:sp>
        <p:nvSpPr>
          <p:cNvPr id="21" name="Text Placeholder 17">
            <a:extLst>
              <a:ext uri="{FF2B5EF4-FFF2-40B4-BE49-F238E27FC236}">
                <a16:creationId xmlns:a16="http://schemas.microsoft.com/office/drawing/2014/main" id="{9E4E0B59-C188-E6A4-3D48-36E51B3FD261}"/>
              </a:ext>
            </a:extLst>
          </p:cNvPr>
          <p:cNvSpPr>
            <a:spLocks noGrp="1"/>
          </p:cNvSpPr>
          <p:nvPr>
            <p:ph type="body" sz="quarter" idx="14"/>
          </p:nvPr>
        </p:nvSpPr>
        <p:spPr>
          <a:xfrm>
            <a:off x="6095998" y="643885"/>
            <a:ext cx="6095998" cy="592137"/>
          </a:xfrm>
        </p:spPr>
        <p:txBody>
          <a:bodyPr/>
          <a:lstStyle>
            <a:lvl1pPr marL="0" indent="0" algn="ctr">
              <a:buNone/>
              <a:defRPr b="1">
                <a:solidFill>
                  <a:schemeClr val="bg2"/>
                </a:solidFill>
                <a:latin typeface="Barlow" panose="00000500000000000000" pitchFamily="2" charset="0"/>
              </a:defRPr>
            </a:lvl1pPr>
          </a:lstStyle>
          <a:p>
            <a:pPr lvl="0"/>
            <a:r>
              <a:rPr lang="en-US"/>
              <a:t>Click to edit Master text styles</a:t>
            </a:r>
            <a:endParaRPr lang="en-IN"/>
          </a:p>
        </p:txBody>
      </p:sp>
      <p:sp>
        <p:nvSpPr>
          <p:cNvPr id="23" name="Text Placeholder 17">
            <a:extLst>
              <a:ext uri="{FF2B5EF4-FFF2-40B4-BE49-F238E27FC236}">
                <a16:creationId xmlns:a16="http://schemas.microsoft.com/office/drawing/2014/main" id="{8B71C1BA-BDE9-8980-AEF0-8284B3B67974}"/>
              </a:ext>
            </a:extLst>
          </p:cNvPr>
          <p:cNvSpPr>
            <a:spLocks noGrp="1"/>
          </p:cNvSpPr>
          <p:nvPr>
            <p:ph type="body" sz="quarter" idx="16"/>
          </p:nvPr>
        </p:nvSpPr>
        <p:spPr>
          <a:xfrm>
            <a:off x="0" y="1264891"/>
            <a:ext cx="6084777" cy="592137"/>
          </a:xfrm>
        </p:spPr>
        <p:txBody>
          <a:bodyPr>
            <a:normAutofit/>
          </a:bodyPr>
          <a:lstStyle>
            <a:lvl1pPr marL="0" indent="0" algn="ctr">
              <a:buNone/>
              <a:defRPr sz="1800" b="0">
                <a:solidFill>
                  <a:schemeClr val="tx1"/>
                </a:solidFill>
                <a:latin typeface="Barlow" panose="00000500000000000000" pitchFamily="2" charset="0"/>
              </a:defRPr>
            </a:lvl1pPr>
          </a:lstStyle>
          <a:p>
            <a:pPr lvl="0"/>
            <a:r>
              <a:rPr lang="en-US"/>
              <a:t>Click to edit Master text styles</a:t>
            </a:r>
            <a:endParaRPr lang="en-IN"/>
          </a:p>
        </p:txBody>
      </p:sp>
      <p:sp>
        <p:nvSpPr>
          <p:cNvPr id="24" name="Text Placeholder 17">
            <a:extLst>
              <a:ext uri="{FF2B5EF4-FFF2-40B4-BE49-F238E27FC236}">
                <a16:creationId xmlns:a16="http://schemas.microsoft.com/office/drawing/2014/main" id="{F2C9D2D5-E96A-1B64-E0C4-86A77C86A249}"/>
              </a:ext>
            </a:extLst>
          </p:cNvPr>
          <p:cNvSpPr>
            <a:spLocks noGrp="1"/>
          </p:cNvSpPr>
          <p:nvPr>
            <p:ph type="body" sz="quarter" idx="15"/>
          </p:nvPr>
        </p:nvSpPr>
        <p:spPr>
          <a:xfrm>
            <a:off x="393604" y="2383583"/>
            <a:ext cx="5308793" cy="592137"/>
          </a:xfrm>
        </p:spPr>
        <p:txBody>
          <a:bodyPr>
            <a:normAutofit/>
          </a:bodyPr>
          <a:lstStyle>
            <a:lvl1pPr marL="285750" indent="-285750" algn="l">
              <a:buFont typeface="Arial" panose="020B0604020202020204" pitchFamily="34" charset="0"/>
              <a:buChar char="•"/>
              <a:defRPr sz="1800" b="0">
                <a:solidFill>
                  <a:schemeClr val="tx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25" name="Text Placeholder 17">
            <a:extLst>
              <a:ext uri="{FF2B5EF4-FFF2-40B4-BE49-F238E27FC236}">
                <a16:creationId xmlns:a16="http://schemas.microsoft.com/office/drawing/2014/main" id="{637CFF45-44EF-04C7-0E71-DA4CF0C7736A}"/>
              </a:ext>
            </a:extLst>
          </p:cNvPr>
          <p:cNvSpPr>
            <a:spLocks noGrp="1"/>
          </p:cNvSpPr>
          <p:nvPr>
            <p:ph type="body" sz="quarter" idx="17"/>
          </p:nvPr>
        </p:nvSpPr>
        <p:spPr>
          <a:xfrm>
            <a:off x="6489600" y="2383582"/>
            <a:ext cx="5308793" cy="592137"/>
          </a:xfrm>
        </p:spPr>
        <p:txBody>
          <a:bodyPr>
            <a:normAutofit/>
          </a:bodyPr>
          <a:lstStyle>
            <a:lvl1pPr marL="285750" indent="-285750" algn="l">
              <a:buFont typeface="Arial" panose="020B0604020202020204" pitchFamily="34" charset="0"/>
              <a:buChar char="•"/>
              <a:defRPr sz="1800" b="0">
                <a:solidFill>
                  <a:schemeClr val="bg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Tree>
    <p:extLst>
      <p:ext uri="{BB962C8B-B14F-4D97-AF65-F5344CB8AC3E}">
        <p14:creationId xmlns:p14="http://schemas.microsoft.com/office/powerpoint/2010/main" val="13175916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2 Column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CA0E38E-1D61-B95E-12B0-674CF7659089}"/>
              </a:ext>
            </a:extLst>
          </p:cNvPr>
          <p:cNvSpPr/>
          <p:nvPr userDrawn="1"/>
        </p:nvSpPr>
        <p:spPr>
          <a:xfrm>
            <a:off x="6096000" y="0"/>
            <a:ext cx="6096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 Placeholder 17">
            <a:extLst>
              <a:ext uri="{FF2B5EF4-FFF2-40B4-BE49-F238E27FC236}">
                <a16:creationId xmlns:a16="http://schemas.microsoft.com/office/drawing/2014/main" id="{B0DD31ED-843B-AB08-40B4-E77E227B3185}"/>
              </a:ext>
            </a:extLst>
          </p:cNvPr>
          <p:cNvSpPr>
            <a:spLocks noGrp="1"/>
          </p:cNvSpPr>
          <p:nvPr>
            <p:ph type="body" sz="quarter" idx="13"/>
          </p:nvPr>
        </p:nvSpPr>
        <p:spPr>
          <a:xfrm>
            <a:off x="1" y="648455"/>
            <a:ext cx="6084777" cy="592137"/>
          </a:xfrm>
        </p:spPr>
        <p:txBody>
          <a:bodyPr/>
          <a:lstStyle>
            <a:lvl1pPr marL="0" indent="0" algn="ctr">
              <a:buNone/>
              <a:defRPr b="1">
                <a:solidFill>
                  <a:schemeClr val="tx2"/>
                </a:solidFill>
                <a:latin typeface="Barlow" panose="00000500000000000000" pitchFamily="2" charset="0"/>
              </a:defRPr>
            </a:lvl1pPr>
          </a:lstStyle>
          <a:p>
            <a:pPr lvl="0"/>
            <a:r>
              <a:rPr lang="en-US"/>
              <a:t>Click to edit Master text styles</a:t>
            </a:r>
            <a:endParaRPr lang="en-IN"/>
          </a:p>
        </p:txBody>
      </p:sp>
      <p:sp>
        <p:nvSpPr>
          <p:cNvPr id="21" name="Text Placeholder 17">
            <a:extLst>
              <a:ext uri="{FF2B5EF4-FFF2-40B4-BE49-F238E27FC236}">
                <a16:creationId xmlns:a16="http://schemas.microsoft.com/office/drawing/2014/main" id="{9E4E0B59-C188-E6A4-3D48-36E51B3FD261}"/>
              </a:ext>
            </a:extLst>
          </p:cNvPr>
          <p:cNvSpPr>
            <a:spLocks noGrp="1"/>
          </p:cNvSpPr>
          <p:nvPr>
            <p:ph type="body" sz="quarter" idx="14"/>
          </p:nvPr>
        </p:nvSpPr>
        <p:spPr>
          <a:xfrm>
            <a:off x="6095998" y="643885"/>
            <a:ext cx="6095998" cy="592137"/>
          </a:xfrm>
        </p:spPr>
        <p:txBody>
          <a:bodyPr/>
          <a:lstStyle>
            <a:lvl1pPr marL="0" indent="0" algn="ctr">
              <a:buNone/>
              <a:defRPr b="1">
                <a:solidFill>
                  <a:schemeClr val="bg2"/>
                </a:solidFill>
                <a:latin typeface="Barlow" panose="00000500000000000000" pitchFamily="2" charset="0"/>
              </a:defRPr>
            </a:lvl1pPr>
          </a:lstStyle>
          <a:p>
            <a:pPr lvl="0"/>
            <a:r>
              <a:rPr lang="en-US"/>
              <a:t>Click to edit Master text styles</a:t>
            </a:r>
            <a:endParaRPr lang="en-IN"/>
          </a:p>
        </p:txBody>
      </p:sp>
      <p:sp>
        <p:nvSpPr>
          <p:cNvPr id="24" name="Text Placeholder 17">
            <a:extLst>
              <a:ext uri="{FF2B5EF4-FFF2-40B4-BE49-F238E27FC236}">
                <a16:creationId xmlns:a16="http://schemas.microsoft.com/office/drawing/2014/main" id="{F2C9D2D5-E96A-1B64-E0C4-86A77C86A249}"/>
              </a:ext>
            </a:extLst>
          </p:cNvPr>
          <p:cNvSpPr>
            <a:spLocks noGrp="1"/>
          </p:cNvSpPr>
          <p:nvPr>
            <p:ph type="body" sz="quarter" idx="15"/>
          </p:nvPr>
        </p:nvSpPr>
        <p:spPr>
          <a:xfrm>
            <a:off x="393604" y="1412033"/>
            <a:ext cx="5308793" cy="592137"/>
          </a:xfrm>
        </p:spPr>
        <p:txBody>
          <a:bodyPr>
            <a:normAutofit/>
          </a:bodyPr>
          <a:lstStyle>
            <a:lvl1pPr marL="285750" indent="-285750" algn="l">
              <a:buFont typeface="Arial" panose="020B0604020202020204" pitchFamily="34" charset="0"/>
              <a:buChar char="•"/>
              <a:defRPr sz="1800" b="0">
                <a:solidFill>
                  <a:schemeClr val="tx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25" name="Text Placeholder 17">
            <a:extLst>
              <a:ext uri="{FF2B5EF4-FFF2-40B4-BE49-F238E27FC236}">
                <a16:creationId xmlns:a16="http://schemas.microsoft.com/office/drawing/2014/main" id="{637CFF45-44EF-04C7-0E71-DA4CF0C7736A}"/>
              </a:ext>
            </a:extLst>
          </p:cNvPr>
          <p:cNvSpPr>
            <a:spLocks noGrp="1"/>
          </p:cNvSpPr>
          <p:nvPr>
            <p:ph type="body" sz="quarter" idx="17"/>
          </p:nvPr>
        </p:nvSpPr>
        <p:spPr>
          <a:xfrm>
            <a:off x="6489600" y="1412032"/>
            <a:ext cx="5308793" cy="592137"/>
          </a:xfrm>
        </p:spPr>
        <p:txBody>
          <a:bodyPr>
            <a:normAutofit/>
          </a:bodyPr>
          <a:lstStyle>
            <a:lvl1pPr marL="285750" indent="-285750" algn="l">
              <a:buFont typeface="Arial" panose="020B0604020202020204" pitchFamily="34" charset="0"/>
              <a:buChar char="•"/>
              <a:defRPr sz="1800" b="0">
                <a:solidFill>
                  <a:schemeClr val="bg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Tree>
    <p:extLst>
      <p:ext uri="{BB962C8B-B14F-4D97-AF65-F5344CB8AC3E}">
        <p14:creationId xmlns:p14="http://schemas.microsoft.com/office/powerpoint/2010/main" val="7645264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meline/Roadmap">
    <p:spTree>
      <p:nvGrpSpPr>
        <p:cNvPr id="1" name=""/>
        <p:cNvGrpSpPr/>
        <p:nvPr/>
      </p:nvGrpSpPr>
      <p:grpSpPr>
        <a:xfrm>
          <a:off x="0" y="0"/>
          <a:ext cx="0" cy="0"/>
          <a:chOff x="0" y="0"/>
          <a:chExt cx="0" cy="0"/>
        </a:xfrm>
      </p:grpSpPr>
      <p:sp>
        <p:nvSpPr>
          <p:cNvPr id="72" name="Picture Placeholder 71">
            <a:extLst>
              <a:ext uri="{FF2B5EF4-FFF2-40B4-BE49-F238E27FC236}">
                <a16:creationId xmlns:a16="http://schemas.microsoft.com/office/drawing/2014/main" id="{349C073C-0843-4AD4-1024-53C7FF615665}"/>
              </a:ext>
            </a:extLst>
          </p:cNvPr>
          <p:cNvSpPr>
            <a:spLocks noGrp="1"/>
          </p:cNvSpPr>
          <p:nvPr>
            <p:ph type="pic" sz="quarter" idx="10"/>
          </p:nvPr>
        </p:nvSpPr>
        <p:spPr>
          <a:xfrm>
            <a:off x="0" y="-7067"/>
            <a:ext cx="12192000" cy="3743325"/>
          </a:xfrm>
        </p:spPr>
        <p:txBody>
          <a:bodyPr/>
          <a:lstStyle/>
          <a:p>
            <a:endParaRPr lang="en-IN"/>
          </a:p>
        </p:txBody>
      </p:sp>
      <p:sp>
        <p:nvSpPr>
          <p:cNvPr id="74" name="Rectangle 73">
            <a:extLst>
              <a:ext uri="{FF2B5EF4-FFF2-40B4-BE49-F238E27FC236}">
                <a16:creationId xmlns:a16="http://schemas.microsoft.com/office/drawing/2014/main" id="{0A175A4C-0A49-C6B7-3772-E31C4BF5E9EC}"/>
              </a:ext>
            </a:extLst>
          </p:cNvPr>
          <p:cNvSpPr/>
          <p:nvPr userDrawn="1"/>
        </p:nvSpPr>
        <p:spPr>
          <a:xfrm>
            <a:off x="0" y="0"/>
            <a:ext cx="12192000" cy="3750338"/>
          </a:xfrm>
          <a:prstGeom prst="rect">
            <a:avLst/>
          </a:prstGeom>
          <a:solidFill>
            <a:srgbClr val="BF2026">
              <a:alpha val="8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Freeform 42">
            <a:extLst>
              <a:ext uri="{FF2B5EF4-FFF2-40B4-BE49-F238E27FC236}">
                <a16:creationId xmlns:a16="http://schemas.microsoft.com/office/drawing/2014/main" id="{1F2E0D6F-C7C6-6DF1-B62F-5A1E2AE4127C}"/>
              </a:ext>
            </a:extLst>
          </p:cNvPr>
          <p:cNvSpPr/>
          <p:nvPr userDrawn="1"/>
        </p:nvSpPr>
        <p:spPr>
          <a:xfrm>
            <a:off x="4827986" y="3045019"/>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Freeform 86">
            <a:extLst>
              <a:ext uri="{FF2B5EF4-FFF2-40B4-BE49-F238E27FC236}">
                <a16:creationId xmlns:a16="http://schemas.microsoft.com/office/drawing/2014/main" id="{F7D720D5-3F6B-2B88-4C70-E73A05FB1933}"/>
              </a:ext>
            </a:extLst>
          </p:cNvPr>
          <p:cNvSpPr/>
          <p:nvPr userDrawn="1"/>
        </p:nvSpPr>
        <p:spPr>
          <a:xfrm>
            <a:off x="9730911" y="3914586"/>
            <a:ext cx="1259218" cy="2283082"/>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accent1"/>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0" name="Freeform 87">
            <a:extLst>
              <a:ext uri="{FF2B5EF4-FFF2-40B4-BE49-F238E27FC236}">
                <a16:creationId xmlns:a16="http://schemas.microsoft.com/office/drawing/2014/main" id="{25A225EB-AC53-0FDB-DAC5-15C1021B4A9F}"/>
              </a:ext>
            </a:extLst>
          </p:cNvPr>
          <p:cNvSpPr/>
          <p:nvPr userDrawn="1"/>
        </p:nvSpPr>
        <p:spPr>
          <a:xfrm>
            <a:off x="1215720" y="3909882"/>
            <a:ext cx="1259218" cy="228778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accent1"/>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Freeform 70">
            <a:extLst>
              <a:ext uri="{FF2B5EF4-FFF2-40B4-BE49-F238E27FC236}">
                <a16:creationId xmlns:a16="http://schemas.microsoft.com/office/drawing/2014/main" id="{AC944F06-205B-94B8-1525-1B4D8A649C58}"/>
              </a:ext>
            </a:extLst>
          </p:cNvPr>
          <p:cNvSpPr/>
          <p:nvPr userDrawn="1"/>
        </p:nvSpPr>
        <p:spPr>
          <a:xfrm>
            <a:off x="1997998" y="3071972"/>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eeform 81">
            <a:extLst>
              <a:ext uri="{FF2B5EF4-FFF2-40B4-BE49-F238E27FC236}">
                <a16:creationId xmlns:a16="http://schemas.microsoft.com/office/drawing/2014/main" id="{E0963E7E-A298-500E-584C-2A8B0CC7EC38}"/>
              </a:ext>
            </a:extLst>
          </p:cNvPr>
          <p:cNvSpPr/>
          <p:nvPr userDrawn="1"/>
        </p:nvSpPr>
        <p:spPr>
          <a:xfrm rot="3274323">
            <a:off x="9071202" y="3042969"/>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45">
            <a:extLst>
              <a:ext uri="{FF2B5EF4-FFF2-40B4-BE49-F238E27FC236}">
                <a16:creationId xmlns:a16="http://schemas.microsoft.com/office/drawing/2014/main" id="{E7760CB2-44FA-C19F-D43D-A8FC1EBE3774}"/>
              </a:ext>
            </a:extLst>
          </p:cNvPr>
          <p:cNvSpPr/>
          <p:nvPr userDrawn="1"/>
        </p:nvSpPr>
        <p:spPr>
          <a:xfrm rot="3274323">
            <a:off x="3381605" y="3069728"/>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Freeform 43">
            <a:extLst>
              <a:ext uri="{FF2B5EF4-FFF2-40B4-BE49-F238E27FC236}">
                <a16:creationId xmlns:a16="http://schemas.microsoft.com/office/drawing/2014/main" id="{B949A590-6141-0C2B-7273-086C98A0DEA4}"/>
              </a:ext>
            </a:extLst>
          </p:cNvPr>
          <p:cNvSpPr/>
          <p:nvPr userDrawn="1"/>
        </p:nvSpPr>
        <p:spPr>
          <a:xfrm>
            <a:off x="7644657" y="3045019"/>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Freeform 44">
            <a:extLst>
              <a:ext uri="{FF2B5EF4-FFF2-40B4-BE49-F238E27FC236}">
                <a16:creationId xmlns:a16="http://schemas.microsoft.com/office/drawing/2014/main" id="{C0E82D49-FF96-7DF4-C7F9-C12C3BB38307}"/>
              </a:ext>
            </a:extLst>
          </p:cNvPr>
          <p:cNvSpPr/>
          <p:nvPr userDrawn="1"/>
        </p:nvSpPr>
        <p:spPr>
          <a:xfrm rot="3274323">
            <a:off x="6217238" y="3061403"/>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Freeform 56">
            <a:extLst>
              <a:ext uri="{FF2B5EF4-FFF2-40B4-BE49-F238E27FC236}">
                <a16:creationId xmlns:a16="http://schemas.microsoft.com/office/drawing/2014/main" id="{7B192090-2319-18EE-2672-5A0A5733E26E}"/>
              </a:ext>
            </a:extLst>
          </p:cNvPr>
          <p:cNvSpPr/>
          <p:nvPr userDrawn="1"/>
        </p:nvSpPr>
        <p:spPr>
          <a:xfrm rot="10800000">
            <a:off x="2634419" y="1036247"/>
            <a:ext cx="1259218" cy="228816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0">
                <a:srgbClr val="EAE4DD">
                  <a:alpha val="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21" name="Chart 20">
            <a:extLst>
              <a:ext uri="{FF2B5EF4-FFF2-40B4-BE49-F238E27FC236}">
                <a16:creationId xmlns:a16="http://schemas.microsoft.com/office/drawing/2014/main" id="{CB337BC4-9072-A93B-0982-F1B598F1F8DA}"/>
              </a:ext>
            </a:extLst>
          </p:cNvPr>
          <p:cNvGraphicFramePr/>
          <p:nvPr userDrawn="1">
            <p:extLst>
              <p:ext uri="{D42A27DB-BD31-4B8C-83A1-F6EECF244321}">
                <p14:modId xmlns:p14="http://schemas.microsoft.com/office/powerpoint/2010/main" val="4180694835"/>
              </p:ext>
            </p:extLst>
          </p:nvPr>
        </p:nvGraphicFramePr>
        <p:xfrm>
          <a:off x="2128110" y="2485373"/>
          <a:ext cx="2283579" cy="1522386"/>
        </p:xfrm>
        <a:graphic>
          <a:graphicData uri="http://schemas.openxmlformats.org/drawingml/2006/chart">
            <c:chart xmlns:c="http://schemas.openxmlformats.org/drawingml/2006/chart" xmlns:r="http://schemas.openxmlformats.org/officeDocument/2006/relationships" r:id="rId2"/>
          </a:graphicData>
        </a:graphic>
      </p:graphicFrame>
      <p:sp>
        <p:nvSpPr>
          <p:cNvPr id="23" name="Oval 22">
            <a:extLst>
              <a:ext uri="{FF2B5EF4-FFF2-40B4-BE49-F238E27FC236}">
                <a16:creationId xmlns:a16="http://schemas.microsoft.com/office/drawing/2014/main" id="{342C2A8B-1937-09C5-3521-D7D9DB357F0E}"/>
              </a:ext>
            </a:extLst>
          </p:cNvPr>
          <p:cNvSpPr/>
          <p:nvPr/>
        </p:nvSpPr>
        <p:spPr>
          <a:xfrm rot="18900000">
            <a:off x="2818299" y="2794966"/>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57">
            <a:extLst>
              <a:ext uri="{FF2B5EF4-FFF2-40B4-BE49-F238E27FC236}">
                <a16:creationId xmlns:a16="http://schemas.microsoft.com/office/drawing/2014/main" id="{19445A15-C98A-DE20-85BC-1AAE1C085422}"/>
              </a:ext>
            </a:extLst>
          </p:cNvPr>
          <p:cNvSpPr/>
          <p:nvPr userDrawn="1"/>
        </p:nvSpPr>
        <p:spPr>
          <a:xfrm rot="10800000">
            <a:off x="5469719" y="1036247"/>
            <a:ext cx="1259218" cy="228816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0">
                <a:srgbClr val="EAE4DD">
                  <a:alpha val="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26" name="Chart 25">
            <a:extLst>
              <a:ext uri="{FF2B5EF4-FFF2-40B4-BE49-F238E27FC236}">
                <a16:creationId xmlns:a16="http://schemas.microsoft.com/office/drawing/2014/main" id="{9AEAB0BC-8F45-4424-8268-F43B0426C978}"/>
              </a:ext>
            </a:extLst>
          </p:cNvPr>
          <p:cNvGraphicFramePr/>
          <p:nvPr userDrawn="1">
            <p:extLst>
              <p:ext uri="{D42A27DB-BD31-4B8C-83A1-F6EECF244321}">
                <p14:modId xmlns:p14="http://schemas.microsoft.com/office/powerpoint/2010/main" val="1623490663"/>
              </p:ext>
            </p:extLst>
          </p:nvPr>
        </p:nvGraphicFramePr>
        <p:xfrm>
          <a:off x="4956596" y="2485373"/>
          <a:ext cx="2283579" cy="1522386"/>
        </p:xfrm>
        <a:graphic>
          <a:graphicData uri="http://schemas.openxmlformats.org/drawingml/2006/chart">
            <c:chart xmlns:c="http://schemas.openxmlformats.org/drawingml/2006/chart" xmlns:r="http://schemas.openxmlformats.org/officeDocument/2006/relationships" r:id="rId3"/>
          </a:graphicData>
        </a:graphic>
      </p:graphicFrame>
      <p:sp>
        <p:nvSpPr>
          <p:cNvPr id="27" name="Oval 26">
            <a:extLst>
              <a:ext uri="{FF2B5EF4-FFF2-40B4-BE49-F238E27FC236}">
                <a16:creationId xmlns:a16="http://schemas.microsoft.com/office/drawing/2014/main" id="{481DEC7E-E3E4-5A32-DA5B-6271370CCE01}"/>
              </a:ext>
            </a:extLst>
          </p:cNvPr>
          <p:cNvSpPr/>
          <p:nvPr userDrawn="1"/>
        </p:nvSpPr>
        <p:spPr>
          <a:xfrm>
            <a:off x="5646785" y="2794966"/>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58">
            <a:extLst>
              <a:ext uri="{FF2B5EF4-FFF2-40B4-BE49-F238E27FC236}">
                <a16:creationId xmlns:a16="http://schemas.microsoft.com/office/drawing/2014/main" id="{4A006E82-B833-E5FF-9D74-F9B910EC999F}"/>
              </a:ext>
            </a:extLst>
          </p:cNvPr>
          <p:cNvSpPr/>
          <p:nvPr userDrawn="1"/>
        </p:nvSpPr>
        <p:spPr>
          <a:xfrm rot="10800000">
            <a:off x="8283983" y="1036247"/>
            <a:ext cx="1259218" cy="228816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0">
                <a:srgbClr val="EAE4DD">
                  <a:alpha val="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29" name="Chart 28">
            <a:extLst>
              <a:ext uri="{FF2B5EF4-FFF2-40B4-BE49-F238E27FC236}">
                <a16:creationId xmlns:a16="http://schemas.microsoft.com/office/drawing/2014/main" id="{1AD4CE96-75C6-7E9D-9C6A-419F6B648BBB}"/>
              </a:ext>
            </a:extLst>
          </p:cNvPr>
          <p:cNvGraphicFramePr/>
          <p:nvPr userDrawn="1">
            <p:extLst>
              <p:ext uri="{D42A27DB-BD31-4B8C-83A1-F6EECF244321}">
                <p14:modId xmlns:p14="http://schemas.microsoft.com/office/powerpoint/2010/main" val="211302602"/>
              </p:ext>
            </p:extLst>
          </p:nvPr>
        </p:nvGraphicFramePr>
        <p:xfrm>
          <a:off x="7771209" y="2472275"/>
          <a:ext cx="2283579" cy="1522386"/>
        </p:xfrm>
        <a:graphic>
          <a:graphicData uri="http://schemas.openxmlformats.org/drawingml/2006/chart">
            <c:chart xmlns:c="http://schemas.openxmlformats.org/drawingml/2006/chart" xmlns:r="http://schemas.openxmlformats.org/officeDocument/2006/relationships" r:id="rId4"/>
          </a:graphicData>
        </a:graphic>
      </p:graphicFrame>
      <p:sp>
        <p:nvSpPr>
          <p:cNvPr id="31" name="Oval 30">
            <a:extLst>
              <a:ext uri="{FF2B5EF4-FFF2-40B4-BE49-F238E27FC236}">
                <a16:creationId xmlns:a16="http://schemas.microsoft.com/office/drawing/2014/main" id="{3710C60C-7948-EDF3-679E-DFB7A18F23C3}"/>
              </a:ext>
            </a:extLst>
          </p:cNvPr>
          <p:cNvSpPr/>
          <p:nvPr/>
        </p:nvSpPr>
        <p:spPr>
          <a:xfrm rot="18900000">
            <a:off x="8461398" y="2781868"/>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60">
            <a:extLst>
              <a:ext uri="{FF2B5EF4-FFF2-40B4-BE49-F238E27FC236}">
                <a16:creationId xmlns:a16="http://schemas.microsoft.com/office/drawing/2014/main" id="{9D6FFD3F-528B-4A5A-EA9A-5EB830163F44}"/>
              </a:ext>
            </a:extLst>
          </p:cNvPr>
          <p:cNvSpPr/>
          <p:nvPr userDrawn="1"/>
        </p:nvSpPr>
        <p:spPr>
          <a:xfrm>
            <a:off x="4043931" y="3913601"/>
            <a:ext cx="1259218" cy="228406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accent1"/>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44" name="Freeform 61">
            <a:extLst>
              <a:ext uri="{FF2B5EF4-FFF2-40B4-BE49-F238E27FC236}">
                <a16:creationId xmlns:a16="http://schemas.microsoft.com/office/drawing/2014/main" id="{7C40E5A5-B5AB-1525-E741-37A6B35668BE}"/>
              </a:ext>
            </a:extLst>
          </p:cNvPr>
          <p:cNvSpPr/>
          <p:nvPr userDrawn="1"/>
        </p:nvSpPr>
        <p:spPr>
          <a:xfrm>
            <a:off x="6881131" y="3913602"/>
            <a:ext cx="1259218" cy="2283082"/>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accent1"/>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77" name="Text Placeholder 75">
            <a:extLst>
              <a:ext uri="{FF2B5EF4-FFF2-40B4-BE49-F238E27FC236}">
                <a16:creationId xmlns:a16="http://schemas.microsoft.com/office/drawing/2014/main" id="{1A2F1737-F8FA-04CD-DBB6-B1619BDE71CF}"/>
              </a:ext>
            </a:extLst>
          </p:cNvPr>
          <p:cNvSpPr>
            <a:spLocks noGrp="1"/>
          </p:cNvSpPr>
          <p:nvPr>
            <p:ph type="body" sz="quarter" idx="11" hasCustomPrompt="1"/>
          </p:nvPr>
        </p:nvSpPr>
        <p:spPr>
          <a:xfrm>
            <a:off x="1713144" y="435047"/>
            <a:ext cx="8760197" cy="552450"/>
          </a:xfrm>
        </p:spPr>
        <p:txBody>
          <a:bodyPr/>
          <a:lstStyle>
            <a:lvl1pPr marL="0" indent="0" algn="ctr">
              <a:buNone/>
              <a:defRPr lang="en-US" sz="4400" b="1" kern="1200" dirty="0" smtClean="0">
                <a:solidFill>
                  <a:schemeClr val="bg1"/>
                </a:solidFill>
                <a:latin typeface="Barlow Medium" panose="00000600000000000000" pitchFamily="2" charset="0"/>
                <a:ea typeface="+mj-ea"/>
                <a:cs typeface="+mj-cs"/>
              </a:defRPr>
            </a:lvl1pPr>
          </a:lstStyle>
          <a:p>
            <a:pPr lvl="0"/>
            <a:r>
              <a:rPr lang="en-US"/>
              <a:t>Click to edit Master title style</a:t>
            </a:r>
            <a:endParaRPr lang="en-IN"/>
          </a:p>
        </p:txBody>
      </p:sp>
      <p:sp>
        <p:nvSpPr>
          <p:cNvPr id="80" name="Content Placeholder 78">
            <a:extLst>
              <a:ext uri="{FF2B5EF4-FFF2-40B4-BE49-F238E27FC236}">
                <a16:creationId xmlns:a16="http://schemas.microsoft.com/office/drawing/2014/main" id="{81DF78FE-081D-9D73-E005-BBF9935ECEE4}"/>
              </a:ext>
            </a:extLst>
          </p:cNvPr>
          <p:cNvSpPr>
            <a:spLocks noGrp="1"/>
          </p:cNvSpPr>
          <p:nvPr>
            <p:ph sz="quarter" idx="13" hasCustomPrompt="1"/>
          </p:nvPr>
        </p:nvSpPr>
        <p:spPr>
          <a:xfrm>
            <a:off x="2923085" y="2916591"/>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sp>
        <p:nvSpPr>
          <p:cNvPr id="82" name="Content Placeholder 78">
            <a:extLst>
              <a:ext uri="{FF2B5EF4-FFF2-40B4-BE49-F238E27FC236}">
                <a16:creationId xmlns:a16="http://schemas.microsoft.com/office/drawing/2014/main" id="{59BD77F7-D5E3-B3B8-2E11-18343F029D8C}"/>
              </a:ext>
            </a:extLst>
          </p:cNvPr>
          <p:cNvSpPr>
            <a:spLocks noGrp="1"/>
          </p:cNvSpPr>
          <p:nvPr>
            <p:ph sz="quarter" idx="15" hasCustomPrompt="1"/>
          </p:nvPr>
        </p:nvSpPr>
        <p:spPr>
          <a:xfrm>
            <a:off x="5763422" y="2943036"/>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sp>
        <p:nvSpPr>
          <p:cNvPr id="84" name="Content Placeholder 78">
            <a:extLst>
              <a:ext uri="{FF2B5EF4-FFF2-40B4-BE49-F238E27FC236}">
                <a16:creationId xmlns:a16="http://schemas.microsoft.com/office/drawing/2014/main" id="{D06812F1-B46E-398D-1705-8849FE13FE68}"/>
              </a:ext>
            </a:extLst>
          </p:cNvPr>
          <p:cNvSpPr>
            <a:spLocks noGrp="1"/>
          </p:cNvSpPr>
          <p:nvPr>
            <p:ph sz="quarter" idx="17" hasCustomPrompt="1"/>
          </p:nvPr>
        </p:nvSpPr>
        <p:spPr>
          <a:xfrm>
            <a:off x="8573401" y="2925318"/>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sp>
        <p:nvSpPr>
          <p:cNvPr id="86" name="Text Placeholder 17">
            <a:extLst>
              <a:ext uri="{FF2B5EF4-FFF2-40B4-BE49-F238E27FC236}">
                <a16:creationId xmlns:a16="http://schemas.microsoft.com/office/drawing/2014/main" id="{C0283055-3B32-20C0-BCCE-4628A22EF5F3}"/>
              </a:ext>
            </a:extLst>
          </p:cNvPr>
          <p:cNvSpPr>
            <a:spLocks noGrp="1"/>
          </p:cNvSpPr>
          <p:nvPr>
            <p:ph type="body" sz="quarter" idx="19"/>
          </p:nvPr>
        </p:nvSpPr>
        <p:spPr>
          <a:xfrm>
            <a:off x="1222654" y="4835532"/>
            <a:ext cx="1231377" cy="727864"/>
          </a:xfrm>
        </p:spPr>
        <p:txBody>
          <a:bodyPr>
            <a:normAutofit/>
          </a:bodyPr>
          <a:lstStyle>
            <a:lvl1pPr marL="0" indent="0" algn="l">
              <a:buFont typeface="Arial" panose="020B0604020202020204" pitchFamily="34" charset="0"/>
              <a:buNone/>
              <a:defRPr sz="1200" b="0">
                <a:solidFill>
                  <a:schemeClr val="bg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87" name="Text Placeholder 17">
            <a:extLst>
              <a:ext uri="{FF2B5EF4-FFF2-40B4-BE49-F238E27FC236}">
                <a16:creationId xmlns:a16="http://schemas.microsoft.com/office/drawing/2014/main" id="{6AD64C47-E863-9FE7-D3C6-2CF8047F65CB}"/>
              </a:ext>
            </a:extLst>
          </p:cNvPr>
          <p:cNvSpPr>
            <a:spLocks noGrp="1"/>
          </p:cNvSpPr>
          <p:nvPr>
            <p:ph type="body" sz="quarter" idx="20"/>
          </p:nvPr>
        </p:nvSpPr>
        <p:spPr>
          <a:xfrm>
            <a:off x="2642160" y="1716402"/>
            <a:ext cx="1231377" cy="727864"/>
          </a:xfrm>
        </p:spPr>
        <p:txBody>
          <a:bodyPr>
            <a:normAutofit/>
          </a:bodyPr>
          <a:lstStyle>
            <a:lvl1pPr marL="0" indent="0" algn="l">
              <a:buFont typeface="Arial" panose="020B0604020202020204" pitchFamily="34" charset="0"/>
              <a:buNone/>
              <a:defRPr sz="1200" b="0">
                <a:solidFill>
                  <a:schemeClr val="tx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88" name="Text Placeholder 17">
            <a:extLst>
              <a:ext uri="{FF2B5EF4-FFF2-40B4-BE49-F238E27FC236}">
                <a16:creationId xmlns:a16="http://schemas.microsoft.com/office/drawing/2014/main" id="{AA2ED314-2D76-FD5B-4096-94F2DD0AE583}"/>
              </a:ext>
            </a:extLst>
          </p:cNvPr>
          <p:cNvSpPr>
            <a:spLocks noGrp="1"/>
          </p:cNvSpPr>
          <p:nvPr>
            <p:ph type="body" sz="quarter" idx="21"/>
          </p:nvPr>
        </p:nvSpPr>
        <p:spPr>
          <a:xfrm>
            <a:off x="5479021" y="1716402"/>
            <a:ext cx="1231377" cy="727864"/>
          </a:xfrm>
        </p:spPr>
        <p:txBody>
          <a:bodyPr>
            <a:normAutofit/>
          </a:bodyPr>
          <a:lstStyle>
            <a:lvl1pPr marL="0" indent="0" algn="l">
              <a:buFont typeface="Arial" panose="020B0604020202020204" pitchFamily="34" charset="0"/>
              <a:buNone/>
              <a:defRPr sz="1200" b="0">
                <a:solidFill>
                  <a:schemeClr val="tx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89" name="Text Placeholder 17">
            <a:extLst>
              <a:ext uri="{FF2B5EF4-FFF2-40B4-BE49-F238E27FC236}">
                <a16:creationId xmlns:a16="http://schemas.microsoft.com/office/drawing/2014/main" id="{9DBF1630-99BF-3A2B-FA7F-F4D8725CBB5D}"/>
              </a:ext>
            </a:extLst>
          </p:cNvPr>
          <p:cNvSpPr>
            <a:spLocks noGrp="1"/>
          </p:cNvSpPr>
          <p:nvPr>
            <p:ph type="body" sz="quarter" idx="22"/>
          </p:nvPr>
        </p:nvSpPr>
        <p:spPr>
          <a:xfrm>
            <a:off x="8299152" y="1716711"/>
            <a:ext cx="1231377" cy="727864"/>
          </a:xfrm>
        </p:spPr>
        <p:txBody>
          <a:bodyPr>
            <a:normAutofit/>
          </a:bodyPr>
          <a:lstStyle>
            <a:lvl1pPr marL="0" indent="0" algn="l">
              <a:buFont typeface="Arial" panose="020B0604020202020204" pitchFamily="34" charset="0"/>
              <a:buNone/>
              <a:defRPr sz="1200" b="0">
                <a:solidFill>
                  <a:schemeClr val="tx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90" name="Text Placeholder 17">
            <a:extLst>
              <a:ext uri="{FF2B5EF4-FFF2-40B4-BE49-F238E27FC236}">
                <a16:creationId xmlns:a16="http://schemas.microsoft.com/office/drawing/2014/main" id="{7699AD6F-37E8-D417-5AB4-F0613BE2E683}"/>
              </a:ext>
            </a:extLst>
          </p:cNvPr>
          <p:cNvSpPr>
            <a:spLocks noGrp="1"/>
          </p:cNvSpPr>
          <p:nvPr>
            <p:ph type="body" sz="quarter" idx="23"/>
          </p:nvPr>
        </p:nvSpPr>
        <p:spPr>
          <a:xfrm>
            <a:off x="4051562" y="4835532"/>
            <a:ext cx="1231377" cy="727864"/>
          </a:xfrm>
        </p:spPr>
        <p:txBody>
          <a:bodyPr>
            <a:normAutofit/>
          </a:bodyPr>
          <a:lstStyle>
            <a:lvl1pPr marL="0" indent="0" algn="l">
              <a:buFont typeface="Arial" panose="020B0604020202020204" pitchFamily="34" charset="0"/>
              <a:buNone/>
              <a:defRPr sz="1200" b="0">
                <a:solidFill>
                  <a:schemeClr val="bg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91" name="Text Placeholder 17">
            <a:extLst>
              <a:ext uri="{FF2B5EF4-FFF2-40B4-BE49-F238E27FC236}">
                <a16:creationId xmlns:a16="http://schemas.microsoft.com/office/drawing/2014/main" id="{A3623C65-01C4-A2AA-8BF5-B34DEF90AC79}"/>
              </a:ext>
            </a:extLst>
          </p:cNvPr>
          <p:cNvSpPr>
            <a:spLocks noGrp="1"/>
          </p:cNvSpPr>
          <p:nvPr>
            <p:ph type="body" sz="quarter" idx="24"/>
          </p:nvPr>
        </p:nvSpPr>
        <p:spPr>
          <a:xfrm>
            <a:off x="6901341" y="4835532"/>
            <a:ext cx="1231377" cy="727864"/>
          </a:xfrm>
        </p:spPr>
        <p:txBody>
          <a:bodyPr>
            <a:normAutofit/>
          </a:bodyPr>
          <a:lstStyle>
            <a:lvl1pPr marL="0" indent="0" algn="l">
              <a:buFont typeface="Arial" panose="020B0604020202020204" pitchFamily="34" charset="0"/>
              <a:buNone/>
              <a:defRPr sz="1200" b="0">
                <a:solidFill>
                  <a:schemeClr val="bg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92" name="Text Placeholder 17">
            <a:extLst>
              <a:ext uri="{FF2B5EF4-FFF2-40B4-BE49-F238E27FC236}">
                <a16:creationId xmlns:a16="http://schemas.microsoft.com/office/drawing/2014/main" id="{88956E02-EA19-956D-6674-C1D87B972ADC}"/>
              </a:ext>
            </a:extLst>
          </p:cNvPr>
          <p:cNvSpPr>
            <a:spLocks noGrp="1"/>
          </p:cNvSpPr>
          <p:nvPr>
            <p:ph type="body" sz="quarter" idx="25"/>
          </p:nvPr>
        </p:nvSpPr>
        <p:spPr>
          <a:xfrm>
            <a:off x="9744903" y="4835532"/>
            <a:ext cx="1231377" cy="727864"/>
          </a:xfrm>
        </p:spPr>
        <p:txBody>
          <a:bodyPr>
            <a:normAutofit/>
          </a:bodyPr>
          <a:lstStyle>
            <a:lvl1pPr marL="0" indent="0" algn="l">
              <a:buFont typeface="Arial" panose="020B0604020202020204" pitchFamily="34" charset="0"/>
              <a:buNone/>
              <a:defRPr sz="1200" b="0">
                <a:solidFill>
                  <a:schemeClr val="bg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graphicFrame>
        <p:nvGraphicFramePr>
          <p:cNvPr id="100" name="Chart 99">
            <a:extLst>
              <a:ext uri="{FF2B5EF4-FFF2-40B4-BE49-F238E27FC236}">
                <a16:creationId xmlns:a16="http://schemas.microsoft.com/office/drawing/2014/main" id="{96E7BC8C-6201-0BD0-5851-B438856CD50D}"/>
              </a:ext>
            </a:extLst>
          </p:cNvPr>
          <p:cNvGraphicFramePr/>
          <p:nvPr userDrawn="1">
            <p:extLst>
              <p:ext uri="{D42A27DB-BD31-4B8C-83A1-F6EECF244321}">
                <p14:modId xmlns:p14="http://schemas.microsoft.com/office/powerpoint/2010/main" val="2209717853"/>
              </p:ext>
            </p:extLst>
          </p:nvPr>
        </p:nvGraphicFramePr>
        <p:xfrm>
          <a:off x="696554" y="3246336"/>
          <a:ext cx="2283579" cy="1522386"/>
        </p:xfrm>
        <a:graphic>
          <a:graphicData uri="http://schemas.openxmlformats.org/drawingml/2006/chart">
            <c:chart xmlns:c="http://schemas.openxmlformats.org/drawingml/2006/chart" xmlns:r="http://schemas.openxmlformats.org/officeDocument/2006/relationships" r:id="rId5"/>
          </a:graphicData>
        </a:graphic>
      </p:graphicFrame>
      <p:sp>
        <p:nvSpPr>
          <p:cNvPr id="101" name="Oval 100">
            <a:extLst>
              <a:ext uri="{FF2B5EF4-FFF2-40B4-BE49-F238E27FC236}">
                <a16:creationId xmlns:a16="http://schemas.microsoft.com/office/drawing/2014/main" id="{E739744F-155B-43D3-6A0D-67A192AA7FE5}"/>
              </a:ext>
            </a:extLst>
          </p:cNvPr>
          <p:cNvSpPr/>
          <p:nvPr userDrawn="1"/>
        </p:nvSpPr>
        <p:spPr>
          <a:xfrm>
            <a:off x="1402124" y="3571310"/>
            <a:ext cx="872438" cy="872438"/>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Content Placeholder 78">
            <a:extLst>
              <a:ext uri="{FF2B5EF4-FFF2-40B4-BE49-F238E27FC236}">
                <a16:creationId xmlns:a16="http://schemas.microsoft.com/office/drawing/2014/main" id="{930C3527-1647-F98B-B741-F5DD69114946}"/>
              </a:ext>
            </a:extLst>
          </p:cNvPr>
          <p:cNvSpPr>
            <a:spLocks noGrp="1"/>
          </p:cNvSpPr>
          <p:nvPr>
            <p:ph sz="quarter" idx="12" hasCustomPrompt="1"/>
          </p:nvPr>
        </p:nvSpPr>
        <p:spPr>
          <a:xfrm>
            <a:off x="1510366" y="3713220"/>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graphicFrame>
        <p:nvGraphicFramePr>
          <p:cNvPr id="103" name="Chart 102">
            <a:extLst>
              <a:ext uri="{FF2B5EF4-FFF2-40B4-BE49-F238E27FC236}">
                <a16:creationId xmlns:a16="http://schemas.microsoft.com/office/drawing/2014/main" id="{B6A8C584-7814-4316-C7B6-8013735DB374}"/>
              </a:ext>
            </a:extLst>
          </p:cNvPr>
          <p:cNvGraphicFramePr/>
          <p:nvPr userDrawn="1">
            <p:extLst>
              <p:ext uri="{D42A27DB-BD31-4B8C-83A1-F6EECF244321}">
                <p14:modId xmlns:p14="http://schemas.microsoft.com/office/powerpoint/2010/main" val="4150079512"/>
              </p:ext>
            </p:extLst>
          </p:nvPr>
        </p:nvGraphicFramePr>
        <p:xfrm>
          <a:off x="3527104" y="3184215"/>
          <a:ext cx="2283579" cy="1522386"/>
        </p:xfrm>
        <a:graphic>
          <a:graphicData uri="http://schemas.openxmlformats.org/drawingml/2006/chart">
            <c:chart xmlns:c="http://schemas.openxmlformats.org/drawingml/2006/chart" xmlns:r="http://schemas.openxmlformats.org/officeDocument/2006/relationships" r:id="rId6"/>
          </a:graphicData>
        </a:graphic>
      </p:graphicFrame>
      <p:sp>
        <p:nvSpPr>
          <p:cNvPr id="104" name="Oval 103">
            <a:extLst>
              <a:ext uri="{FF2B5EF4-FFF2-40B4-BE49-F238E27FC236}">
                <a16:creationId xmlns:a16="http://schemas.microsoft.com/office/drawing/2014/main" id="{96649B97-DEFA-5EE9-B3ED-A6A40AFBB950}"/>
              </a:ext>
            </a:extLst>
          </p:cNvPr>
          <p:cNvSpPr/>
          <p:nvPr userDrawn="1"/>
        </p:nvSpPr>
        <p:spPr>
          <a:xfrm>
            <a:off x="4232674" y="3509189"/>
            <a:ext cx="872438" cy="872438"/>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Content Placeholder 78">
            <a:extLst>
              <a:ext uri="{FF2B5EF4-FFF2-40B4-BE49-F238E27FC236}">
                <a16:creationId xmlns:a16="http://schemas.microsoft.com/office/drawing/2014/main" id="{E0BCE497-1AA8-EB10-FC9F-5FF90846E1C8}"/>
              </a:ext>
            </a:extLst>
          </p:cNvPr>
          <p:cNvSpPr>
            <a:spLocks noGrp="1"/>
          </p:cNvSpPr>
          <p:nvPr>
            <p:ph sz="quarter" idx="14" hasCustomPrompt="1"/>
          </p:nvPr>
        </p:nvSpPr>
        <p:spPr>
          <a:xfrm>
            <a:off x="4333930" y="3629271"/>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graphicFrame>
        <p:nvGraphicFramePr>
          <p:cNvPr id="106" name="Chart 105">
            <a:extLst>
              <a:ext uri="{FF2B5EF4-FFF2-40B4-BE49-F238E27FC236}">
                <a16:creationId xmlns:a16="http://schemas.microsoft.com/office/drawing/2014/main" id="{9FC84A14-4C5A-BBB6-1BDD-F0BE8215464E}"/>
              </a:ext>
            </a:extLst>
          </p:cNvPr>
          <p:cNvGraphicFramePr/>
          <p:nvPr userDrawn="1">
            <p:extLst>
              <p:ext uri="{D42A27DB-BD31-4B8C-83A1-F6EECF244321}">
                <p14:modId xmlns:p14="http://schemas.microsoft.com/office/powerpoint/2010/main" val="2081236819"/>
              </p:ext>
            </p:extLst>
          </p:nvPr>
        </p:nvGraphicFramePr>
        <p:xfrm>
          <a:off x="6373338" y="3195523"/>
          <a:ext cx="2283579" cy="1522386"/>
        </p:xfrm>
        <a:graphic>
          <a:graphicData uri="http://schemas.openxmlformats.org/drawingml/2006/chart">
            <c:chart xmlns:c="http://schemas.openxmlformats.org/drawingml/2006/chart" xmlns:r="http://schemas.openxmlformats.org/officeDocument/2006/relationships" r:id="rId7"/>
          </a:graphicData>
        </a:graphic>
      </p:graphicFrame>
      <p:sp>
        <p:nvSpPr>
          <p:cNvPr id="107" name="Oval 106">
            <a:extLst>
              <a:ext uri="{FF2B5EF4-FFF2-40B4-BE49-F238E27FC236}">
                <a16:creationId xmlns:a16="http://schemas.microsoft.com/office/drawing/2014/main" id="{F833C2BF-5B05-0178-697F-8F83DB04C47B}"/>
              </a:ext>
            </a:extLst>
          </p:cNvPr>
          <p:cNvSpPr/>
          <p:nvPr userDrawn="1"/>
        </p:nvSpPr>
        <p:spPr>
          <a:xfrm rot="2700000">
            <a:off x="7063527" y="3505116"/>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Content Placeholder 78">
            <a:extLst>
              <a:ext uri="{FF2B5EF4-FFF2-40B4-BE49-F238E27FC236}">
                <a16:creationId xmlns:a16="http://schemas.microsoft.com/office/drawing/2014/main" id="{91FBD237-0D9A-F918-B4E0-065FBAF3369A}"/>
              </a:ext>
            </a:extLst>
          </p:cNvPr>
          <p:cNvSpPr>
            <a:spLocks noGrp="1"/>
          </p:cNvSpPr>
          <p:nvPr>
            <p:ph sz="quarter" idx="16" hasCustomPrompt="1"/>
          </p:nvPr>
        </p:nvSpPr>
        <p:spPr>
          <a:xfrm>
            <a:off x="7173307" y="3643716"/>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graphicFrame>
        <p:nvGraphicFramePr>
          <p:cNvPr id="109" name="Chart 108">
            <a:extLst>
              <a:ext uri="{FF2B5EF4-FFF2-40B4-BE49-F238E27FC236}">
                <a16:creationId xmlns:a16="http://schemas.microsoft.com/office/drawing/2014/main" id="{106EC56A-6030-6DF2-1E7E-A108A14CDD4A}"/>
              </a:ext>
            </a:extLst>
          </p:cNvPr>
          <p:cNvGraphicFramePr/>
          <p:nvPr userDrawn="1">
            <p:extLst>
              <p:ext uri="{D42A27DB-BD31-4B8C-83A1-F6EECF244321}">
                <p14:modId xmlns:p14="http://schemas.microsoft.com/office/powerpoint/2010/main" val="554360780"/>
              </p:ext>
            </p:extLst>
          </p:nvPr>
        </p:nvGraphicFramePr>
        <p:xfrm>
          <a:off x="9222809" y="3173171"/>
          <a:ext cx="2283579" cy="1522386"/>
        </p:xfrm>
        <a:graphic>
          <a:graphicData uri="http://schemas.openxmlformats.org/drawingml/2006/chart">
            <c:chart xmlns:c="http://schemas.openxmlformats.org/drawingml/2006/chart" xmlns:r="http://schemas.openxmlformats.org/officeDocument/2006/relationships" r:id="rId8"/>
          </a:graphicData>
        </a:graphic>
      </p:graphicFrame>
      <p:sp>
        <p:nvSpPr>
          <p:cNvPr id="110" name="Oval 109">
            <a:extLst>
              <a:ext uri="{FF2B5EF4-FFF2-40B4-BE49-F238E27FC236}">
                <a16:creationId xmlns:a16="http://schemas.microsoft.com/office/drawing/2014/main" id="{CA754DC7-E6CA-6CC2-0B34-5AE8C75F0D7B}"/>
              </a:ext>
            </a:extLst>
          </p:cNvPr>
          <p:cNvSpPr/>
          <p:nvPr userDrawn="1"/>
        </p:nvSpPr>
        <p:spPr>
          <a:xfrm rot="2700000">
            <a:off x="9912998" y="3482764"/>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Content Placeholder 78">
            <a:extLst>
              <a:ext uri="{FF2B5EF4-FFF2-40B4-BE49-F238E27FC236}">
                <a16:creationId xmlns:a16="http://schemas.microsoft.com/office/drawing/2014/main" id="{3CC3D40B-C414-5E1C-BF1D-3FF6D866B01A}"/>
              </a:ext>
            </a:extLst>
          </p:cNvPr>
          <p:cNvSpPr>
            <a:spLocks noGrp="1"/>
          </p:cNvSpPr>
          <p:nvPr>
            <p:ph sz="quarter" idx="18" hasCustomPrompt="1"/>
          </p:nvPr>
        </p:nvSpPr>
        <p:spPr>
          <a:xfrm>
            <a:off x="10033836" y="3618440"/>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spTree>
    <p:extLst>
      <p:ext uri="{BB962C8B-B14F-4D97-AF65-F5344CB8AC3E}">
        <p14:creationId xmlns:p14="http://schemas.microsoft.com/office/powerpoint/2010/main" val="2252188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Timeline/Roadmap">
    <p:spTree>
      <p:nvGrpSpPr>
        <p:cNvPr id="1" name=""/>
        <p:cNvGrpSpPr/>
        <p:nvPr/>
      </p:nvGrpSpPr>
      <p:grpSpPr>
        <a:xfrm>
          <a:off x="0" y="0"/>
          <a:ext cx="0" cy="0"/>
          <a:chOff x="0" y="0"/>
          <a:chExt cx="0" cy="0"/>
        </a:xfrm>
      </p:grpSpPr>
      <p:sp>
        <p:nvSpPr>
          <p:cNvPr id="72" name="Picture Placeholder 71">
            <a:extLst>
              <a:ext uri="{FF2B5EF4-FFF2-40B4-BE49-F238E27FC236}">
                <a16:creationId xmlns:a16="http://schemas.microsoft.com/office/drawing/2014/main" id="{349C073C-0843-4AD4-1024-53C7FF615665}"/>
              </a:ext>
            </a:extLst>
          </p:cNvPr>
          <p:cNvSpPr>
            <a:spLocks noGrp="1"/>
          </p:cNvSpPr>
          <p:nvPr>
            <p:ph type="pic" sz="quarter" idx="10"/>
          </p:nvPr>
        </p:nvSpPr>
        <p:spPr>
          <a:xfrm>
            <a:off x="0" y="-7067"/>
            <a:ext cx="12192000" cy="3743325"/>
          </a:xfrm>
        </p:spPr>
        <p:txBody>
          <a:bodyPr/>
          <a:lstStyle/>
          <a:p>
            <a:endParaRPr lang="en-IN"/>
          </a:p>
        </p:txBody>
      </p:sp>
      <p:sp>
        <p:nvSpPr>
          <p:cNvPr id="74" name="Rectangle 73">
            <a:extLst>
              <a:ext uri="{FF2B5EF4-FFF2-40B4-BE49-F238E27FC236}">
                <a16:creationId xmlns:a16="http://schemas.microsoft.com/office/drawing/2014/main" id="{0A175A4C-0A49-C6B7-3772-E31C4BF5E9EC}"/>
              </a:ext>
            </a:extLst>
          </p:cNvPr>
          <p:cNvSpPr/>
          <p:nvPr userDrawn="1"/>
        </p:nvSpPr>
        <p:spPr>
          <a:xfrm>
            <a:off x="0" y="0"/>
            <a:ext cx="12192000" cy="3750338"/>
          </a:xfrm>
          <a:prstGeom prst="rect">
            <a:avLst/>
          </a:prstGeom>
          <a:solidFill>
            <a:srgbClr val="BF2026">
              <a:alpha val="8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Freeform 42">
            <a:extLst>
              <a:ext uri="{FF2B5EF4-FFF2-40B4-BE49-F238E27FC236}">
                <a16:creationId xmlns:a16="http://schemas.microsoft.com/office/drawing/2014/main" id="{1F2E0D6F-C7C6-6DF1-B62F-5A1E2AE4127C}"/>
              </a:ext>
            </a:extLst>
          </p:cNvPr>
          <p:cNvSpPr/>
          <p:nvPr userDrawn="1"/>
        </p:nvSpPr>
        <p:spPr>
          <a:xfrm>
            <a:off x="6209317" y="3045019"/>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Freeform 87">
            <a:extLst>
              <a:ext uri="{FF2B5EF4-FFF2-40B4-BE49-F238E27FC236}">
                <a16:creationId xmlns:a16="http://schemas.microsoft.com/office/drawing/2014/main" id="{25A225EB-AC53-0FDB-DAC5-15C1021B4A9F}"/>
              </a:ext>
            </a:extLst>
          </p:cNvPr>
          <p:cNvSpPr/>
          <p:nvPr userDrawn="1"/>
        </p:nvSpPr>
        <p:spPr>
          <a:xfrm>
            <a:off x="2597051" y="3909882"/>
            <a:ext cx="1259218" cy="228778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accent1"/>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Freeform 70">
            <a:extLst>
              <a:ext uri="{FF2B5EF4-FFF2-40B4-BE49-F238E27FC236}">
                <a16:creationId xmlns:a16="http://schemas.microsoft.com/office/drawing/2014/main" id="{AC944F06-205B-94B8-1525-1B4D8A649C58}"/>
              </a:ext>
            </a:extLst>
          </p:cNvPr>
          <p:cNvSpPr/>
          <p:nvPr userDrawn="1"/>
        </p:nvSpPr>
        <p:spPr>
          <a:xfrm>
            <a:off x="3379329" y="3071972"/>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45">
            <a:extLst>
              <a:ext uri="{FF2B5EF4-FFF2-40B4-BE49-F238E27FC236}">
                <a16:creationId xmlns:a16="http://schemas.microsoft.com/office/drawing/2014/main" id="{E7760CB2-44FA-C19F-D43D-A8FC1EBE3774}"/>
              </a:ext>
            </a:extLst>
          </p:cNvPr>
          <p:cNvSpPr/>
          <p:nvPr userDrawn="1"/>
        </p:nvSpPr>
        <p:spPr>
          <a:xfrm rot="3274323">
            <a:off x="4762936" y="3069728"/>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Freeform 44">
            <a:extLst>
              <a:ext uri="{FF2B5EF4-FFF2-40B4-BE49-F238E27FC236}">
                <a16:creationId xmlns:a16="http://schemas.microsoft.com/office/drawing/2014/main" id="{C0E82D49-FF96-7DF4-C7F9-C12C3BB38307}"/>
              </a:ext>
            </a:extLst>
          </p:cNvPr>
          <p:cNvSpPr/>
          <p:nvPr userDrawn="1"/>
        </p:nvSpPr>
        <p:spPr>
          <a:xfrm rot="3274323">
            <a:off x="7598569" y="3061403"/>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Freeform 56">
            <a:extLst>
              <a:ext uri="{FF2B5EF4-FFF2-40B4-BE49-F238E27FC236}">
                <a16:creationId xmlns:a16="http://schemas.microsoft.com/office/drawing/2014/main" id="{7B192090-2319-18EE-2672-5A0A5733E26E}"/>
              </a:ext>
            </a:extLst>
          </p:cNvPr>
          <p:cNvSpPr/>
          <p:nvPr userDrawn="1"/>
        </p:nvSpPr>
        <p:spPr>
          <a:xfrm rot="10800000">
            <a:off x="4015750" y="1036247"/>
            <a:ext cx="1259218" cy="228816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0">
                <a:srgbClr val="EAE4DD">
                  <a:alpha val="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21" name="Chart 20">
            <a:extLst>
              <a:ext uri="{FF2B5EF4-FFF2-40B4-BE49-F238E27FC236}">
                <a16:creationId xmlns:a16="http://schemas.microsoft.com/office/drawing/2014/main" id="{CB337BC4-9072-A93B-0982-F1B598F1F8DA}"/>
              </a:ext>
            </a:extLst>
          </p:cNvPr>
          <p:cNvGraphicFramePr/>
          <p:nvPr userDrawn="1">
            <p:extLst>
              <p:ext uri="{D42A27DB-BD31-4B8C-83A1-F6EECF244321}">
                <p14:modId xmlns:p14="http://schemas.microsoft.com/office/powerpoint/2010/main" val="549184517"/>
              </p:ext>
            </p:extLst>
          </p:nvPr>
        </p:nvGraphicFramePr>
        <p:xfrm>
          <a:off x="3509441" y="2485373"/>
          <a:ext cx="2283579" cy="1522386"/>
        </p:xfrm>
        <a:graphic>
          <a:graphicData uri="http://schemas.openxmlformats.org/drawingml/2006/chart">
            <c:chart xmlns:c="http://schemas.openxmlformats.org/drawingml/2006/chart" xmlns:r="http://schemas.openxmlformats.org/officeDocument/2006/relationships" r:id="rId2"/>
          </a:graphicData>
        </a:graphic>
      </p:graphicFrame>
      <p:sp>
        <p:nvSpPr>
          <p:cNvPr id="23" name="Oval 22">
            <a:extLst>
              <a:ext uri="{FF2B5EF4-FFF2-40B4-BE49-F238E27FC236}">
                <a16:creationId xmlns:a16="http://schemas.microsoft.com/office/drawing/2014/main" id="{342C2A8B-1937-09C5-3521-D7D9DB357F0E}"/>
              </a:ext>
            </a:extLst>
          </p:cNvPr>
          <p:cNvSpPr/>
          <p:nvPr/>
        </p:nvSpPr>
        <p:spPr>
          <a:xfrm rot="18900000">
            <a:off x="4199630" y="2794966"/>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57">
            <a:extLst>
              <a:ext uri="{FF2B5EF4-FFF2-40B4-BE49-F238E27FC236}">
                <a16:creationId xmlns:a16="http://schemas.microsoft.com/office/drawing/2014/main" id="{19445A15-C98A-DE20-85BC-1AAE1C085422}"/>
              </a:ext>
            </a:extLst>
          </p:cNvPr>
          <p:cNvSpPr/>
          <p:nvPr userDrawn="1"/>
        </p:nvSpPr>
        <p:spPr>
          <a:xfrm rot="10800000">
            <a:off x="6851050" y="1036247"/>
            <a:ext cx="1259218" cy="228816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0">
                <a:srgbClr val="EAE4DD">
                  <a:alpha val="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26" name="Chart 25">
            <a:extLst>
              <a:ext uri="{FF2B5EF4-FFF2-40B4-BE49-F238E27FC236}">
                <a16:creationId xmlns:a16="http://schemas.microsoft.com/office/drawing/2014/main" id="{9AEAB0BC-8F45-4424-8268-F43B0426C978}"/>
              </a:ext>
            </a:extLst>
          </p:cNvPr>
          <p:cNvGraphicFramePr/>
          <p:nvPr userDrawn="1">
            <p:extLst>
              <p:ext uri="{D42A27DB-BD31-4B8C-83A1-F6EECF244321}">
                <p14:modId xmlns:p14="http://schemas.microsoft.com/office/powerpoint/2010/main" val="1932812578"/>
              </p:ext>
            </p:extLst>
          </p:nvPr>
        </p:nvGraphicFramePr>
        <p:xfrm>
          <a:off x="6337927" y="2485373"/>
          <a:ext cx="2283579" cy="1522386"/>
        </p:xfrm>
        <a:graphic>
          <a:graphicData uri="http://schemas.openxmlformats.org/drawingml/2006/chart">
            <c:chart xmlns:c="http://schemas.openxmlformats.org/drawingml/2006/chart" xmlns:r="http://schemas.openxmlformats.org/officeDocument/2006/relationships" r:id="rId3"/>
          </a:graphicData>
        </a:graphic>
      </p:graphicFrame>
      <p:sp>
        <p:nvSpPr>
          <p:cNvPr id="27" name="Oval 26">
            <a:extLst>
              <a:ext uri="{FF2B5EF4-FFF2-40B4-BE49-F238E27FC236}">
                <a16:creationId xmlns:a16="http://schemas.microsoft.com/office/drawing/2014/main" id="{481DEC7E-E3E4-5A32-DA5B-6271370CCE01}"/>
              </a:ext>
            </a:extLst>
          </p:cNvPr>
          <p:cNvSpPr/>
          <p:nvPr userDrawn="1"/>
        </p:nvSpPr>
        <p:spPr>
          <a:xfrm>
            <a:off x="7028116" y="2794966"/>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60">
            <a:extLst>
              <a:ext uri="{FF2B5EF4-FFF2-40B4-BE49-F238E27FC236}">
                <a16:creationId xmlns:a16="http://schemas.microsoft.com/office/drawing/2014/main" id="{9D6FFD3F-528B-4A5A-EA9A-5EB830163F44}"/>
              </a:ext>
            </a:extLst>
          </p:cNvPr>
          <p:cNvSpPr/>
          <p:nvPr userDrawn="1"/>
        </p:nvSpPr>
        <p:spPr>
          <a:xfrm>
            <a:off x="5425262" y="3913601"/>
            <a:ext cx="1259218" cy="228406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accent1"/>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44" name="Freeform 61">
            <a:extLst>
              <a:ext uri="{FF2B5EF4-FFF2-40B4-BE49-F238E27FC236}">
                <a16:creationId xmlns:a16="http://schemas.microsoft.com/office/drawing/2014/main" id="{7C40E5A5-B5AB-1525-E741-37A6B35668BE}"/>
              </a:ext>
            </a:extLst>
          </p:cNvPr>
          <p:cNvSpPr/>
          <p:nvPr userDrawn="1"/>
        </p:nvSpPr>
        <p:spPr>
          <a:xfrm>
            <a:off x="8262462" y="3913602"/>
            <a:ext cx="1259218" cy="2283082"/>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accent1"/>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77" name="Text Placeholder 75">
            <a:extLst>
              <a:ext uri="{FF2B5EF4-FFF2-40B4-BE49-F238E27FC236}">
                <a16:creationId xmlns:a16="http://schemas.microsoft.com/office/drawing/2014/main" id="{1A2F1737-F8FA-04CD-DBB6-B1619BDE71CF}"/>
              </a:ext>
            </a:extLst>
          </p:cNvPr>
          <p:cNvSpPr>
            <a:spLocks noGrp="1"/>
          </p:cNvSpPr>
          <p:nvPr>
            <p:ph type="body" sz="quarter" idx="11" hasCustomPrompt="1"/>
          </p:nvPr>
        </p:nvSpPr>
        <p:spPr>
          <a:xfrm>
            <a:off x="1713144" y="435047"/>
            <a:ext cx="8760197" cy="552450"/>
          </a:xfrm>
        </p:spPr>
        <p:txBody>
          <a:bodyPr/>
          <a:lstStyle>
            <a:lvl1pPr marL="0" indent="0" algn="ctr">
              <a:buNone/>
              <a:defRPr lang="en-US" sz="4400" b="1" kern="1200" dirty="0" smtClean="0">
                <a:solidFill>
                  <a:schemeClr val="bg1"/>
                </a:solidFill>
                <a:latin typeface="Barlow Medium" panose="00000600000000000000" pitchFamily="2" charset="0"/>
                <a:ea typeface="+mj-ea"/>
                <a:cs typeface="+mj-cs"/>
              </a:defRPr>
            </a:lvl1pPr>
          </a:lstStyle>
          <a:p>
            <a:pPr lvl="0"/>
            <a:r>
              <a:rPr lang="en-US"/>
              <a:t>Click to edit Master title style</a:t>
            </a:r>
            <a:endParaRPr lang="en-IN"/>
          </a:p>
        </p:txBody>
      </p:sp>
      <p:sp>
        <p:nvSpPr>
          <p:cNvPr id="80" name="Content Placeholder 78">
            <a:extLst>
              <a:ext uri="{FF2B5EF4-FFF2-40B4-BE49-F238E27FC236}">
                <a16:creationId xmlns:a16="http://schemas.microsoft.com/office/drawing/2014/main" id="{81DF78FE-081D-9D73-E005-BBF9935ECEE4}"/>
              </a:ext>
            </a:extLst>
          </p:cNvPr>
          <p:cNvSpPr>
            <a:spLocks noGrp="1"/>
          </p:cNvSpPr>
          <p:nvPr>
            <p:ph sz="quarter" idx="13" hasCustomPrompt="1"/>
          </p:nvPr>
        </p:nvSpPr>
        <p:spPr>
          <a:xfrm>
            <a:off x="4304416" y="2916591"/>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sp>
        <p:nvSpPr>
          <p:cNvPr id="82" name="Content Placeholder 78">
            <a:extLst>
              <a:ext uri="{FF2B5EF4-FFF2-40B4-BE49-F238E27FC236}">
                <a16:creationId xmlns:a16="http://schemas.microsoft.com/office/drawing/2014/main" id="{59BD77F7-D5E3-B3B8-2E11-18343F029D8C}"/>
              </a:ext>
            </a:extLst>
          </p:cNvPr>
          <p:cNvSpPr>
            <a:spLocks noGrp="1"/>
          </p:cNvSpPr>
          <p:nvPr>
            <p:ph sz="quarter" idx="15" hasCustomPrompt="1"/>
          </p:nvPr>
        </p:nvSpPr>
        <p:spPr>
          <a:xfrm>
            <a:off x="7144753" y="2943036"/>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sp>
        <p:nvSpPr>
          <p:cNvPr id="86" name="Text Placeholder 17">
            <a:extLst>
              <a:ext uri="{FF2B5EF4-FFF2-40B4-BE49-F238E27FC236}">
                <a16:creationId xmlns:a16="http://schemas.microsoft.com/office/drawing/2014/main" id="{C0283055-3B32-20C0-BCCE-4628A22EF5F3}"/>
              </a:ext>
            </a:extLst>
          </p:cNvPr>
          <p:cNvSpPr>
            <a:spLocks noGrp="1"/>
          </p:cNvSpPr>
          <p:nvPr>
            <p:ph type="body" sz="quarter" idx="19"/>
          </p:nvPr>
        </p:nvSpPr>
        <p:spPr>
          <a:xfrm>
            <a:off x="2603985" y="4835532"/>
            <a:ext cx="1231377" cy="727864"/>
          </a:xfrm>
        </p:spPr>
        <p:txBody>
          <a:bodyPr>
            <a:normAutofit/>
          </a:bodyPr>
          <a:lstStyle>
            <a:lvl1pPr marL="0" indent="0" algn="l">
              <a:buFont typeface="Arial" panose="020B0604020202020204" pitchFamily="34" charset="0"/>
              <a:buNone/>
              <a:defRPr sz="1200" b="0">
                <a:solidFill>
                  <a:schemeClr val="bg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87" name="Text Placeholder 17">
            <a:extLst>
              <a:ext uri="{FF2B5EF4-FFF2-40B4-BE49-F238E27FC236}">
                <a16:creationId xmlns:a16="http://schemas.microsoft.com/office/drawing/2014/main" id="{6AD64C47-E863-9FE7-D3C6-2CF8047F65CB}"/>
              </a:ext>
            </a:extLst>
          </p:cNvPr>
          <p:cNvSpPr>
            <a:spLocks noGrp="1"/>
          </p:cNvSpPr>
          <p:nvPr>
            <p:ph type="body" sz="quarter" idx="20"/>
          </p:nvPr>
        </p:nvSpPr>
        <p:spPr>
          <a:xfrm>
            <a:off x="4023491" y="1716402"/>
            <a:ext cx="1231377" cy="727864"/>
          </a:xfrm>
        </p:spPr>
        <p:txBody>
          <a:bodyPr>
            <a:normAutofit/>
          </a:bodyPr>
          <a:lstStyle>
            <a:lvl1pPr marL="0" indent="0" algn="l">
              <a:buFont typeface="Arial" panose="020B0604020202020204" pitchFamily="34" charset="0"/>
              <a:buNone/>
              <a:defRPr sz="1200" b="0">
                <a:solidFill>
                  <a:schemeClr val="tx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88" name="Text Placeholder 17">
            <a:extLst>
              <a:ext uri="{FF2B5EF4-FFF2-40B4-BE49-F238E27FC236}">
                <a16:creationId xmlns:a16="http://schemas.microsoft.com/office/drawing/2014/main" id="{AA2ED314-2D76-FD5B-4096-94F2DD0AE583}"/>
              </a:ext>
            </a:extLst>
          </p:cNvPr>
          <p:cNvSpPr>
            <a:spLocks noGrp="1"/>
          </p:cNvSpPr>
          <p:nvPr>
            <p:ph type="body" sz="quarter" idx="21"/>
          </p:nvPr>
        </p:nvSpPr>
        <p:spPr>
          <a:xfrm>
            <a:off x="6860352" y="1716402"/>
            <a:ext cx="1231377" cy="727864"/>
          </a:xfrm>
        </p:spPr>
        <p:txBody>
          <a:bodyPr>
            <a:normAutofit/>
          </a:bodyPr>
          <a:lstStyle>
            <a:lvl1pPr marL="0" indent="0" algn="l">
              <a:buFont typeface="Arial" panose="020B0604020202020204" pitchFamily="34" charset="0"/>
              <a:buNone/>
              <a:defRPr sz="1200" b="0">
                <a:solidFill>
                  <a:schemeClr val="tx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90" name="Text Placeholder 17">
            <a:extLst>
              <a:ext uri="{FF2B5EF4-FFF2-40B4-BE49-F238E27FC236}">
                <a16:creationId xmlns:a16="http://schemas.microsoft.com/office/drawing/2014/main" id="{7699AD6F-37E8-D417-5AB4-F0613BE2E683}"/>
              </a:ext>
            </a:extLst>
          </p:cNvPr>
          <p:cNvSpPr>
            <a:spLocks noGrp="1"/>
          </p:cNvSpPr>
          <p:nvPr>
            <p:ph type="body" sz="quarter" idx="23"/>
          </p:nvPr>
        </p:nvSpPr>
        <p:spPr>
          <a:xfrm>
            <a:off x="5432893" y="4835532"/>
            <a:ext cx="1231377" cy="727864"/>
          </a:xfrm>
        </p:spPr>
        <p:txBody>
          <a:bodyPr>
            <a:normAutofit/>
          </a:bodyPr>
          <a:lstStyle>
            <a:lvl1pPr marL="0" indent="0" algn="l">
              <a:buFont typeface="Arial" panose="020B0604020202020204" pitchFamily="34" charset="0"/>
              <a:buNone/>
              <a:defRPr sz="1200" b="0">
                <a:solidFill>
                  <a:schemeClr val="bg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91" name="Text Placeholder 17">
            <a:extLst>
              <a:ext uri="{FF2B5EF4-FFF2-40B4-BE49-F238E27FC236}">
                <a16:creationId xmlns:a16="http://schemas.microsoft.com/office/drawing/2014/main" id="{A3623C65-01C4-A2AA-8BF5-B34DEF90AC79}"/>
              </a:ext>
            </a:extLst>
          </p:cNvPr>
          <p:cNvSpPr>
            <a:spLocks noGrp="1"/>
          </p:cNvSpPr>
          <p:nvPr>
            <p:ph type="body" sz="quarter" idx="24"/>
          </p:nvPr>
        </p:nvSpPr>
        <p:spPr>
          <a:xfrm>
            <a:off x="8282672" y="4835532"/>
            <a:ext cx="1231377" cy="727864"/>
          </a:xfrm>
        </p:spPr>
        <p:txBody>
          <a:bodyPr>
            <a:normAutofit/>
          </a:bodyPr>
          <a:lstStyle>
            <a:lvl1pPr marL="0" indent="0" algn="l">
              <a:buFont typeface="Arial" panose="020B0604020202020204" pitchFamily="34" charset="0"/>
              <a:buNone/>
              <a:defRPr sz="1200" b="0">
                <a:solidFill>
                  <a:schemeClr val="bg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graphicFrame>
        <p:nvGraphicFramePr>
          <p:cNvPr id="100" name="Chart 99">
            <a:extLst>
              <a:ext uri="{FF2B5EF4-FFF2-40B4-BE49-F238E27FC236}">
                <a16:creationId xmlns:a16="http://schemas.microsoft.com/office/drawing/2014/main" id="{96E7BC8C-6201-0BD0-5851-B438856CD50D}"/>
              </a:ext>
            </a:extLst>
          </p:cNvPr>
          <p:cNvGraphicFramePr/>
          <p:nvPr userDrawn="1">
            <p:extLst>
              <p:ext uri="{D42A27DB-BD31-4B8C-83A1-F6EECF244321}">
                <p14:modId xmlns:p14="http://schemas.microsoft.com/office/powerpoint/2010/main" val="44044212"/>
              </p:ext>
            </p:extLst>
          </p:nvPr>
        </p:nvGraphicFramePr>
        <p:xfrm>
          <a:off x="2077885" y="3246336"/>
          <a:ext cx="2283579" cy="1522386"/>
        </p:xfrm>
        <a:graphic>
          <a:graphicData uri="http://schemas.openxmlformats.org/drawingml/2006/chart">
            <c:chart xmlns:c="http://schemas.openxmlformats.org/drawingml/2006/chart" xmlns:r="http://schemas.openxmlformats.org/officeDocument/2006/relationships" r:id="rId4"/>
          </a:graphicData>
        </a:graphic>
      </p:graphicFrame>
      <p:sp>
        <p:nvSpPr>
          <p:cNvPr id="101" name="Oval 100">
            <a:extLst>
              <a:ext uri="{FF2B5EF4-FFF2-40B4-BE49-F238E27FC236}">
                <a16:creationId xmlns:a16="http://schemas.microsoft.com/office/drawing/2014/main" id="{E739744F-155B-43D3-6A0D-67A192AA7FE5}"/>
              </a:ext>
            </a:extLst>
          </p:cNvPr>
          <p:cNvSpPr/>
          <p:nvPr userDrawn="1"/>
        </p:nvSpPr>
        <p:spPr>
          <a:xfrm>
            <a:off x="2783455" y="3571310"/>
            <a:ext cx="872438" cy="872438"/>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Content Placeholder 78">
            <a:extLst>
              <a:ext uri="{FF2B5EF4-FFF2-40B4-BE49-F238E27FC236}">
                <a16:creationId xmlns:a16="http://schemas.microsoft.com/office/drawing/2014/main" id="{930C3527-1647-F98B-B741-F5DD69114946}"/>
              </a:ext>
            </a:extLst>
          </p:cNvPr>
          <p:cNvSpPr>
            <a:spLocks noGrp="1"/>
          </p:cNvSpPr>
          <p:nvPr>
            <p:ph sz="quarter" idx="12" hasCustomPrompt="1"/>
          </p:nvPr>
        </p:nvSpPr>
        <p:spPr>
          <a:xfrm>
            <a:off x="2891697" y="3713220"/>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graphicFrame>
        <p:nvGraphicFramePr>
          <p:cNvPr id="103" name="Chart 102">
            <a:extLst>
              <a:ext uri="{FF2B5EF4-FFF2-40B4-BE49-F238E27FC236}">
                <a16:creationId xmlns:a16="http://schemas.microsoft.com/office/drawing/2014/main" id="{B6A8C584-7814-4316-C7B6-8013735DB374}"/>
              </a:ext>
            </a:extLst>
          </p:cNvPr>
          <p:cNvGraphicFramePr/>
          <p:nvPr userDrawn="1">
            <p:extLst>
              <p:ext uri="{D42A27DB-BD31-4B8C-83A1-F6EECF244321}">
                <p14:modId xmlns:p14="http://schemas.microsoft.com/office/powerpoint/2010/main" val="1614023657"/>
              </p:ext>
            </p:extLst>
          </p:nvPr>
        </p:nvGraphicFramePr>
        <p:xfrm>
          <a:off x="4908435" y="3184215"/>
          <a:ext cx="2283579" cy="1522386"/>
        </p:xfrm>
        <a:graphic>
          <a:graphicData uri="http://schemas.openxmlformats.org/drawingml/2006/chart">
            <c:chart xmlns:c="http://schemas.openxmlformats.org/drawingml/2006/chart" xmlns:r="http://schemas.openxmlformats.org/officeDocument/2006/relationships" r:id="rId5"/>
          </a:graphicData>
        </a:graphic>
      </p:graphicFrame>
      <p:sp>
        <p:nvSpPr>
          <p:cNvPr id="104" name="Oval 103">
            <a:extLst>
              <a:ext uri="{FF2B5EF4-FFF2-40B4-BE49-F238E27FC236}">
                <a16:creationId xmlns:a16="http://schemas.microsoft.com/office/drawing/2014/main" id="{96649B97-DEFA-5EE9-B3ED-A6A40AFBB950}"/>
              </a:ext>
            </a:extLst>
          </p:cNvPr>
          <p:cNvSpPr/>
          <p:nvPr userDrawn="1"/>
        </p:nvSpPr>
        <p:spPr>
          <a:xfrm>
            <a:off x="5614005" y="3509189"/>
            <a:ext cx="872438" cy="872438"/>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Content Placeholder 78">
            <a:extLst>
              <a:ext uri="{FF2B5EF4-FFF2-40B4-BE49-F238E27FC236}">
                <a16:creationId xmlns:a16="http://schemas.microsoft.com/office/drawing/2014/main" id="{E0BCE497-1AA8-EB10-FC9F-5FF90846E1C8}"/>
              </a:ext>
            </a:extLst>
          </p:cNvPr>
          <p:cNvSpPr>
            <a:spLocks noGrp="1"/>
          </p:cNvSpPr>
          <p:nvPr>
            <p:ph sz="quarter" idx="14" hasCustomPrompt="1"/>
          </p:nvPr>
        </p:nvSpPr>
        <p:spPr>
          <a:xfrm>
            <a:off x="5715261" y="3629271"/>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graphicFrame>
        <p:nvGraphicFramePr>
          <p:cNvPr id="106" name="Chart 105">
            <a:extLst>
              <a:ext uri="{FF2B5EF4-FFF2-40B4-BE49-F238E27FC236}">
                <a16:creationId xmlns:a16="http://schemas.microsoft.com/office/drawing/2014/main" id="{9FC84A14-4C5A-BBB6-1BDD-F0BE8215464E}"/>
              </a:ext>
            </a:extLst>
          </p:cNvPr>
          <p:cNvGraphicFramePr/>
          <p:nvPr userDrawn="1">
            <p:extLst>
              <p:ext uri="{D42A27DB-BD31-4B8C-83A1-F6EECF244321}">
                <p14:modId xmlns:p14="http://schemas.microsoft.com/office/powerpoint/2010/main" val="1296580256"/>
              </p:ext>
            </p:extLst>
          </p:nvPr>
        </p:nvGraphicFramePr>
        <p:xfrm>
          <a:off x="7754669" y="3195523"/>
          <a:ext cx="2283579" cy="1522386"/>
        </p:xfrm>
        <a:graphic>
          <a:graphicData uri="http://schemas.openxmlformats.org/drawingml/2006/chart">
            <c:chart xmlns:c="http://schemas.openxmlformats.org/drawingml/2006/chart" xmlns:r="http://schemas.openxmlformats.org/officeDocument/2006/relationships" r:id="rId6"/>
          </a:graphicData>
        </a:graphic>
      </p:graphicFrame>
      <p:sp>
        <p:nvSpPr>
          <p:cNvPr id="107" name="Oval 106">
            <a:extLst>
              <a:ext uri="{FF2B5EF4-FFF2-40B4-BE49-F238E27FC236}">
                <a16:creationId xmlns:a16="http://schemas.microsoft.com/office/drawing/2014/main" id="{F833C2BF-5B05-0178-697F-8F83DB04C47B}"/>
              </a:ext>
            </a:extLst>
          </p:cNvPr>
          <p:cNvSpPr/>
          <p:nvPr userDrawn="1"/>
        </p:nvSpPr>
        <p:spPr>
          <a:xfrm rot="2700000">
            <a:off x="8444858" y="3505116"/>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Content Placeholder 78">
            <a:extLst>
              <a:ext uri="{FF2B5EF4-FFF2-40B4-BE49-F238E27FC236}">
                <a16:creationId xmlns:a16="http://schemas.microsoft.com/office/drawing/2014/main" id="{91FBD237-0D9A-F918-B4E0-065FBAF3369A}"/>
              </a:ext>
            </a:extLst>
          </p:cNvPr>
          <p:cNvSpPr>
            <a:spLocks noGrp="1"/>
          </p:cNvSpPr>
          <p:nvPr>
            <p:ph sz="quarter" idx="16" hasCustomPrompt="1"/>
          </p:nvPr>
        </p:nvSpPr>
        <p:spPr>
          <a:xfrm>
            <a:off x="8554638" y="3643716"/>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spTree>
    <p:extLst>
      <p:ext uri="{BB962C8B-B14F-4D97-AF65-F5344CB8AC3E}">
        <p14:creationId xmlns:p14="http://schemas.microsoft.com/office/powerpoint/2010/main" val="32022013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Timeline/Roadmap">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718560-168F-E8A9-4F1A-BC4FAF66A1F3}"/>
              </a:ext>
            </a:extLst>
          </p:cNvPr>
          <p:cNvSpPr/>
          <p:nvPr userDrawn="1"/>
        </p:nvSpPr>
        <p:spPr>
          <a:xfrm>
            <a:off x="1476274" y="3105945"/>
            <a:ext cx="9254659" cy="882072"/>
          </a:xfrm>
          <a:prstGeom prst="rect">
            <a:avLst/>
          </a:prstGeom>
          <a:gradFill flip="none" rotWithShape="1">
            <a:gsLst>
              <a:gs pos="0">
                <a:schemeClr val="accent1"/>
              </a:gs>
              <a:gs pos="10000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 name="Straight Connector 6">
            <a:extLst>
              <a:ext uri="{FF2B5EF4-FFF2-40B4-BE49-F238E27FC236}">
                <a16:creationId xmlns:a16="http://schemas.microsoft.com/office/drawing/2014/main" id="{26F18EE7-9A3F-F8F7-7876-AB5FF00CA395}"/>
              </a:ext>
            </a:extLst>
          </p:cNvPr>
          <p:cNvCxnSpPr>
            <a:cxnSpLocks/>
          </p:cNvCxnSpPr>
          <p:nvPr userDrawn="1"/>
        </p:nvCxnSpPr>
        <p:spPr>
          <a:xfrm>
            <a:off x="1053266" y="3546981"/>
            <a:ext cx="967766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Content Placeholder 23">
            <a:extLst>
              <a:ext uri="{FF2B5EF4-FFF2-40B4-BE49-F238E27FC236}">
                <a16:creationId xmlns:a16="http://schemas.microsoft.com/office/drawing/2014/main" id="{BC98202B-12AD-6061-1E93-899441AF25A5}"/>
              </a:ext>
            </a:extLst>
          </p:cNvPr>
          <p:cNvSpPr>
            <a:spLocks noGrp="1"/>
          </p:cNvSpPr>
          <p:nvPr>
            <p:ph sz="quarter" idx="17" hasCustomPrompt="1"/>
          </p:nvPr>
        </p:nvSpPr>
        <p:spPr>
          <a:xfrm>
            <a:off x="5762614" y="3213594"/>
            <a:ext cx="666772" cy="666772"/>
          </a:xfrm>
          <a:prstGeom prst="ellipse">
            <a:avLst/>
          </a:prstGeom>
          <a:solidFill>
            <a:schemeClr val="tx2"/>
          </a:solidFill>
        </p:spPr>
        <p:txBody>
          <a:bodyPr>
            <a:noAutofit/>
          </a:bodyPr>
          <a:lstStyle>
            <a:lvl1pPr marL="0" indent="0" algn="ctr">
              <a:buNone/>
              <a:defRPr sz="800">
                <a:solidFill>
                  <a:schemeClr val="bg1"/>
                </a:solidFill>
              </a:defRPr>
            </a:lvl1pPr>
          </a:lstStyle>
          <a:p>
            <a:pPr lvl="0"/>
            <a:r>
              <a:rPr lang="en-US"/>
              <a:t>Insert content here</a:t>
            </a:r>
            <a:endParaRPr lang="en-IN"/>
          </a:p>
        </p:txBody>
      </p:sp>
      <p:sp>
        <p:nvSpPr>
          <p:cNvPr id="30" name="Content Placeholder 23">
            <a:extLst>
              <a:ext uri="{FF2B5EF4-FFF2-40B4-BE49-F238E27FC236}">
                <a16:creationId xmlns:a16="http://schemas.microsoft.com/office/drawing/2014/main" id="{EB643735-EA65-D91F-3A6E-C73CBA098297}"/>
              </a:ext>
            </a:extLst>
          </p:cNvPr>
          <p:cNvSpPr>
            <a:spLocks noGrp="1"/>
          </p:cNvSpPr>
          <p:nvPr>
            <p:ph sz="quarter" idx="18" hasCustomPrompt="1"/>
          </p:nvPr>
        </p:nvSpPr>
        <p:spPr>
          <a:xfrm>
            <a:off x="7258010" y="3213594"/>
            <a:ext cx="666772" cy="666772"/>
          </a:xfrm>
          <a:prstGeom prst="ellipse">
            <a:avLst/>
          </a:prstGeom>
          <a:solidFill>
            <a:schemeClr val="tx2"/>
          </a:solidFill>
        </p:spPr>
        <p:txBody>
          <a:bodyPr>
            <a:noAutofit/>
          </a:bodyPr>
          <a:lstStyle>
            <a:lvl1pPr marL="0" indent="0" algn="ctr">
              <a:buNone/>
              <a:defRPr sz="800">
                <a:solidFill>
                  <a:schemeClr val="bg1"/>
                </a:solidFill>
              </a:defRPr>
            </a:lvl1pPr>
          </a:lstStyle>
          <a:p>
            <a:pPr lvl="0"/>
            <a:r>
              <a:rPr lang="en-US"/>
              <a:t>Insert content here</a:t>
            </a:r>
            <a:endParaRPr lang="en-IN"/>
          </a:p>
        </p:txBody>
      </p:sp>
      <p:sp>
        <p:nvSpPr>
          <p:cNvPr id="31" name="Content Placeholder 23">
            <a:extLst>
              <a:ext uri="{FF2B5EF4-FFF2-40B4-BE49-F238E27FC236}">
                <a16:creationId xmlns:a16="http://schemas.microsoft.com/office/drawing/2014/main" id="{174B61E2-2DC1-2B4F-A49E-724D3A8E4902}"/>
              </a:ext>
            </a:extLst>
          </p:cNvPr>
          <p:cNvSpPr>
            <a:spLocks noGrp="1"/>
          </p:cNvSpPr>
          <p:nvPr>
            <p:ph sz="quarter" idx="19" hasCustomPrompt="1"/>
          </p:nvPr>
        </p:nvSpPr>
        <p:spPr>
          <a:xfrm>
            <a:off x="8753406" y="3203264"/>
            <a:ext cx="666772" cy="666772"/>
          </a:xfrm>
          <a:prstGeom prst="ellipse">
            <a:avLst/>
          </a:prstGeom>
          <a:solidFill>
            <a:schemeClr val="tx2"/>
          </a:solidFill>
        </p:spPr>
        <p:txBody>
          <a:bodyPr>
            <a:noAutofit/>
          </a:bodyPr>
          <a:lstStyle>
            <a:lvl1pPr marL="0" indent="0" algn="ctr">
              <a:buNone/>
              <a:defRPr sz="800">
                <a:solidFill>
                  <a:schemeClr val="bg1"/>
                </a:solidFill>
              </a:defRPr>
            </a:lvl1pPr>
          </a:lstStyle>
          <a:p>
            <a:pPr lvl="0"/>
            <a:r>
              <a:rPr lang="en-US"/>
              <a:t>Insert content here</a:t>
            </a:r>
            <a:endParaRPr lang="en-IN"/>
          </a:p>
        </p:txBody>
      </p:sp>
      <p:cxnSp>
        <p:nvCxnSpPr>
          <p:cNvPr id="52" name="Straight Connector 51">
            <a:extLst>
              <a:ext uri="{FF2B5EF4-FFF2-40B4-BE49-F238E27FC236}">
                <a16:creationId xmlns:a16="http://schemas.microsoft.com/office/drawing/2014/main" id="{8A38320C-F110-9684-9406-5E2809B585C7}"/>
              </a:ext>
            </a:extLst>
          </p:cNvPr>
          <p:cNvCxnSpPr>
            <a:endCxn id="55" idx="0"/>
          </p:cNvCxnSpPr>
          <p:nvPr userDrawn="1"/>
        </p:nvCxnSpPr>
        <p:spPr>
          <a:xfrm flipH="1">
            <a:off x="3102197" y="3229353"/>
            <a:ext cx="2114" cy="259744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33" name="Content Placeholder 78">
            <a:extLst>
              <a:ext uri="{FF2B5EF4-FFF2-40B4-BE49-F238E27FC236}">
                <a16:creationId xmlns:a16="http://schemas.microsoft.com/office/drawing/2014/main" id="{C1477727-E5D9-6BEC-EA60-D6A9A850B22D}"/>
              </a:ext>
            </a:extLst>
          </p:cNvPr>
          <p:cNvSpPr>
            <a:spLocks noGrp="1"/>
          </p:cNvSpPr>
          <p:nvPr>
            <p:ph sz="quarter" idx="12" hasCustomPrompt="1"/>
          </p:nvPr>
        </p:nvSpPr>
        <p:spPr>
          <a:xfrm>
            <a:off x="1035237" y="3105945"/>
            <a:ext cx="901731" cy="869678"/>
          </a:xfrm>
          <a:prstGeom prst="ellipse">
            <a:avLst/>
          </a:prstGeom>
          <a:solidFill>
            <a:schemeClr val="tx2"/>
          </a:solidFill>
        </p:spPr>
        <p:txBody>
          <a:bodyPr>
            <a:noAutofit/>
          </a:bodyPr>
          <a:lstStyle>
            <a:lvl1pPr marL="0" indent="0" algn="ctr">
              <a:buNone/>
              <a:defRPr sz="1200">
                <a:solidFill>
                  <a:schemeClr val="bg1"/>
                </a:solidFill>
              </a:defRPr>
            </a:lvl1pPr>
          </a:lstStyle>
          <a:p>
            <a:pPr lvl="0"/>
            <a:r>
              <a:rPr lang="en-US"/>
              <a:t>Insert Icon here</a:t>
            </a:r>
            <a:endParaRPr lang="en-IN"/>
          </a:p>
        </p:txBody>
      </p:sp>
      <p:sp>
        <p:nvSpPr>
          <p:cNvPr id="34" name="Content Placeholder 78">
            <a:extLst>
              <a:ext uri="{FF2B5EF4-FFF2-40B4-BE49-F238E27FC236}">
                <a16:creationId xmlns:a16="http://schemas.microsoft.com/office/drawing/2014/main" id="{057351ED-E565-6A39-EE44-10DFFD5594E9}"/>
              </a:ext>
            </a:extLst>
          </p:cNvPr>
          <p:cNvSpPr>
            <a:spLocks noGrp="1"/>
          </p:cNvSpPr>
          <p:nvPr>
            <p:ph sz="quarter" idx="20" hasCustomPrompt="1"/>
          </p:nvPr>
        </p:nvSpPr>
        <p:spPr>
          <a:xfrm>
            <a:off x="10248802" y="3112141"/>
            <a:ext cx="901731" cy="869678"/>
          </a:xfrm>
          <a:prstGeom prst="ellipse">
            <a:avLst/>
          </a:prstGeom>
          <a:solidFill>
            <a:schemeClr val="tx2"/>
          </a:solidFill>
        </p:spPr>
        <p:txBody>
          <a:bodyPr>
            <a:noAutofit/>
          </a:bodyPr>
          <a:lstStyle>
            <a:lvl1pPr marL="0" indent="0" algn="ctr">
              <a:buNone/>
              <a:defRPr sz="1200">
                <a:solidFill>
                  <a:schemeClr val="bg1"/>
                </a:solidFill>
              </a:defRPr>
            </a:lvl1pPr>
          </a:lstStyle>
          <a:p>
            <a:pPr lvl="0"/>
            <a:r>
              <a:rPr lang="en-US"/>
              <a:t>Insert Icon here</a:t>
            </a:r>
            <a:endParaRPr lang="en-IN"/>
          </a:p>
        </p:txBody>
      </p:sp>
      <p:sp>
        <p:nvSpPr>
          <p:cNvPr id="53" name="Oval 52">
            <a:extLst>
              <a:ext uri="{FF2B5EF4-FFF2-40B4-BE49-F238E27FC236}">
                <a16:creationId xmlns:a16="http://schemas.microsoft.com/office/drawing/2014/main" id="{DDBF9905-9724-6A73-2983-2D9946968D62}"/>
              </a:ext>
            </a:extLst>
          </p:cNvPr>
          <p:cNvSpPr/>
          <p:nvPr userDrawn="1"/>
        </p:nvSpPr>
        <p:spPr>
          <a:xfrm>
            <a:off x="3005626" y="4555757"/>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54" name="Oval 53">
            <a:extLst>
              <a:ext uri="{FF2B5EF4-FFF2-40B4-BE49-F238E27FC236}">
                <a16:creationId xmlns:a16="http://schemas.microsoft.com/office/drawing/2014/main" id="{CC536F99-A16F-26BB-08EE-3BA641BC774E}"/>
              </a:ext>
            </a:extLst>
          </p:cNvPr>
          <p:cNvSpPr/>
          <p:nvPr userDrawn="1"/>
        </p:nvSpPr>
        <p:spPr>
          <a:xfrm>
            <a:off x="3006223" y="5188935"/>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55" name="Oval 54">
            <a:extLst>
              <a:ext uri="{FF2B5EF4-FFF2-40B4-BE49-F238E27FC236}">
                <a16:creationId xmlns:a16="http://schemas.microsoft.com/office/drawing/2014/main" id="{E3AA2B3B-B812-0A60-80E0-3C365048AB0F}"/>
              </a:ext>
            </a:extLst>
          </p:cNvPr>
          <p:cNvSpPr/>
          <p:nvPr userDrawn="1"/>
        </p:nvSpPr>
        <p:spPr>
          <a:xfrm>
            <a:off x="3005626" y="5826801"/>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25" name="Content Placeholder 23">
            <a:extLst>
              <a:ext uri="{FF2B5EF4-FFF2-40B4-BE49-F238E27FC236}">
                <a16:creationId xmlns:a16="http://schemas.microsoft.com/office/drawing/2014/main" id="{5DA08EBD-1415-06BB-16F9-EA4E52107F1F}"/>
              </a:ext>
            </a:extLst>
          </p:cNvPr>
          <p:cNvSpPr>
            <a:spLocks noGrp="1"/>
          </p:cNvSpPr>
          <p:nvPr>
            <p:ph sz="quarter" idx="15" hasCustomPrompt="1"/>
          </p:nvPr>
        </p:nvSpPr>
        <p:spPr>
          <a:xfrm>
            <a:off x="2763972" y="3213594"/>
            <a:ext cx="666772" cy="666772"/>
          </a:xfrm>
          <a:prstGeom prst="ellipse">
            <a:avLst/>
          </a:prstGeom>
          <a:solidFill>
            <a:schemeClr val="tx2"/>
          </a:solidFill>
        </p:spPr>
        <p:txBody>
          <a:bodyPr>
            <a:noAutofit/>
          </a:bodyPr>
          <a:lstStyle>
            <a:lvl1pPr marL="0" indent="0" algn="ctr">
              <a:buNone/>
              <a:defRPr sz="800">
                <a:solidFill>
                  <a:schemeClr val="bg1"/>
                </a:solidFill>
              </a:defRPr>
            </a:lvl1pPr>
          </a:lstStyle>
          <a:p>
            <a:pPr lvl="0"/>
            <a:r>
              <a:rPr lang="en-US"/>
              <a:t>Insert content here</a:t>
            </a:r>
            <a:endParaRPr lang="en-IN"/>
          </a:p>
        </p:txBody>
      </p:sp>
      <p:cxnSp>
        <p:nvCxnSpPr>
          <p:cNvPr id="69" name="Straight Connector 68">
            <a:extLst>
              <a:ext uri="{FF2B5EF4-FFF2-40B4-BE49-F238E27FC236}">
                <a16:creationId xmlns:a16="http://schemas.microsoft.com/office/drawing/2014/main" id="{8D3CAE58-3A86-801C-2271-DF1B97FC05B6}"/>
              </a:ext>
            </a:extLst>
          </p:cNvPr>
          <p:cNvCxnSpPr/>
          <p:nvPr userDrawn="1"/>
        </p:nvCxnSpPr>
        <p:spPr>
          <a:xfrm flipH="1">
            <a:off x="4592970" y="1136809"/>
            <a:ext cx="2114" cy="259744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7" name="Content Placeholder 23">
            <a:extLst>
              <a:ext uri="{FF2B5EF4-FFF2-40B4-BE49-F238E27FC236}">
                <a16:creationId xmlns:a16="http://schemas.microsoft.com/office/drawing/2014/main" id="{0D37C339-6F45-DF3F-6280-27820D5DC21F}"/>
              </a:ext>
            </a:extLst>
          </p:cNvPr>
          <p:cNvSpPr>
            <a:spLocks noGrp="1"/>
          </p:cNvSpPr>
          <p:nvPr>
            <p:ph sz="quarter" idx="16" hasCustomPrompt="1"/>
          </p:nvPr>
        </p:nvSpPr>
        <p:spPr>
          <a:xfrm>
            <a:off x="4263293" y="3213594"/>
            <a:ext cx="666772" cy="666772"/>
          </a:xfrm>
          <a:prstGeom prst="ellipse">
            <a:avLst/>
          </a:prstGeom>
          <a:solidFill>
            <a:schemeClr val="tx2"/>
          </a:solidFill>
        </p:spPr>
        <p:txBody>
          <a:bodyPr>
            <a:noAutofit/>
          </a:bodyPr>
          <a:lstStyle>
            <a:lvl1pPr marL="0" indent="0" algn="ctr">
              <a:buNone/>
              <a:defRPr sz="800">
                <a:solidFill>
                  <a:schemeClr val="bg1"/>
                </a:solidFill>
              </a:defRPr>
            </a:lvl1pPr>
          </a:lstStyle>
          <a:p>
            <a:pPr lvl="0"/>
            <a:r>
              <a:rPr lang="en-US"/>
              <a:t>Insert content here</a:t>
            </a:r>
            <a:endParaRPr lang="en-IN"/>
          </a:p>
        </p:txBody>
      </p:sp>
      <p:sp>
        <p:nvSpPr>
          <p:cNvPr id="80" name="Text Placeholder 74">
            <a:extLst>
              <a:ext uri="{FF2B5EF4-FFF2-40B4-BE49-F238E27FC236}">
                <a16:creationId xmlns:a16="http://schemas.microsoft.com/office/drawing/2014/main" id="{77DFB414-EEEA-C09F-F1EA-CD2368080A59}"/>
              </a:ext>
            </a:extLst>
          </p:cNvPr>
          <p:cNvSpPr>
            <a:spLocks noGrp="1"/>
          </p:cNvSpPr>
          <p:nvPr>
            <p:ph type="body" sz="quarter" idx="33" hasCustomPrompt="1"/>
          </p:nvPr>
        </p:nvSpPr>
        <p:spPr>
          <a:xfrm>
            <a:off x="3248322" y="4090313"/>
            <a:ext cx="1992015" cy="317463"/>
          </a:xfrm>
        </p:spPr>
        <p:txBody>
          <a:bodyPr/>
          <a:lstStyle>
            <a:lvl1pPr marL="0" indent="0">
              <a:buNone/>
              <a:defRPr sz="2000" b="1">
                <a:latin typeface="Barlow" panose="00000500000000000000" pitchFamily="2" charset="0"/>
              </a:defRPr>
            </a:lvl1pPr>
            <a:lvl2pPr>
              <a:defRPr sz="1800"/>
            </a:lvl2pPr>
            <a:lvl3pPr>
              <a:defRPr sz="1600"/>
            </a:lvl3pPr>
          </a:lstStyle>
          <a:p>
            <a:pPr lvl="0"/>
            <a:r>
              <a:rPr lang="en-US"/>
              <a:t>Subheading</a:t>
            </a:r>
          </a:p>
        </p:txBody>
      </p:sp>
      <p:sp>
        <p:nvSpPr>
          <p:cNvPr id="81" name="Text Placeholder 74">
            <a:extLst>
              <a:ext uri="{FF2B5EF4-FFF2-40B4-BE49-F238E27FC236}">
                <a16:creationId xmlns:a16="http://schemas.microsoft.com/office/drawing/2014/main" id="{268C71BB-89FF-D7F5-5394-EABBA9A330E9}"/>
              </a:ext>
            </a:extLst>
          </p:cNvPr>
          <p:cNvSpPr>
            <a:spLocks noGrp="1"/>
          </p:cNvSpPr>
          <p:nvPr>
            <p:ph type="body" sz="quarter" idx="34" hasCustomPrompt="1"/>
          </p:nvPr>
        </p:nvSpPr>
        <p:spPr>
          <a:xfrm>
            <a:off x="3248321" y="4482368"/>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1</a:t>
            </a:r>
          </a:p>
        </p:txBody>
      </p:sp>
      <p:sp>
        <p:nvSpPr>
          <p:cNvPr id="82" name="Text Placeholder 74">
            <a:extLst>
              <a:ext uri="{FF2B5EF4-FFF2-40B4-BE49-F238E27FC236}">
                <a16:creationId xmlns:a16="http://schemas.microsoft.com/office/drawing/2014/main" id="{A7C9ED1D-FE93-D946-F8E8-4A2E4F10D197}"/>
              </a:ext>
            </a:extLst>
          </p:cNvPr>
          <p:cNvSpPr>
            <a:spLocks noGrp="1"/>
          </p:cNvSpPr>
          <p:nvPr>
            <p:ph type="body" sz="quarter" idx="35" hasCustomPrompt="1"/>
          </p:nvPr>
        </p:nvSpPr>
        <p:spPr>
          <a:xfrm>
            <a:off x="3248321" y="5134240"/>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2</a:t>
            </a:r>
          </a:p>
        </p:txBody>
      </p:sp>
      <p:sp>
        <p:nvSpPr>
          <p:cNvPr id="83" name="Text Placeholder 74">
            <a:extLst>
              <a:ext uri="{FF2B5EF4-FFF2-40B4-BE49-F238E27FC236}">
                <a16:creationId xmlns:a16="http://schemas.microsoft.com/office/drawing/2014/main" id="{30C250FE-3B2F-8E64-F74F-43A2ADEBB404}"/>
              </a:ext>
            </a:extLst>
          </p:cNvPr>
          <p:cNvSpPr>
            <a:spLocks noGrp="1"/>
          </p:cNvSpPr>
          <p:nvPr>
            <p:ph type="body" sz="quarter" idx="36" hasCustomPrompt="1"/>
          </p:nvPr>
        </p:nvSpPr>
        <p:spPr>
          <a:xfrm>
            <a:off x="3250236" y="5749256"/>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3</a:t>
            </a:r>
          </a:p>
        </p:txBody>
      </p:sp>
      <p:sp>
        <p:nvSpPr>
          <p:cNvPr id="84" name="Title 1">
            <a:extLst>
              <a:ext uri="{FF2B5EF4-FFF2-40B4-BE49-F238E27FC236}">
                <a16:creationId xmlns:a16="http://schemas.microsoft.com/office/drawing/2014/main" id="{187BD3FF-2BF4-D0F0-BC40-2AD164FC4035}"/>
              </a:ext>
            </a:extLst>
          </p:cNvPr>
          <p:cNvSpPr>
            <a:spLocks noGrp="1"/>
          </p:cNvSpPr>
          <p:nvPr>
            <p:ph type="title"/>
          </p:nvPr>
        </p:nvSpPr>
        <p:spPr>
          <a:xfrm>
            <a:off x="396663" y="471246"/>
            <a:ext cx="3663459" cy="1798429"/>
          </a:xfrm>
        </p:spPr>
        <p:txBody>
          <a:bodyPr/>
          <a:lstStyle/>
          <a:p>
            <a:r>
              <a:rPr lang="en-US"/>
              <a:t>Click to edit Master title style</a:t>
            </a:r>
            <a:endParaRPr lang="en-IN"/>
          </a:p>
        </p:txBody>
      </p:sp>
      <p:sp>
        <p:nvSpPr>
          <p:cNvPr id="141" name="Oval 140">
            <a:extLst>
              <a:ext uri="{FF2B5EF4-FFF2-40B4-BE49-F238E27FC236}">
                <a16:creationId xmlns:a16="http://schemas.microsoft.com/office/drawing/2014/main" id="{512C8301-9675-1ABE-32F5-2E991021C977}"/>
              </a:ext>
            </a:extLst>
          </p:cNvPr>
          <p:cNvSpPr/>
          <p:nvPr userDrawn="1"/>
        </p:nvSpPr>
        <p:spPr>
          <a:xfrm>
            <a:off x="4504545" y="1132495"/>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142" name="Oval 141">
            <a:extLst>
              <a:ext uri="{FF2B5EF4-FFF2-40B4-BE49-F238E27FC236}">
                <a16:creationId xmlns:a16="http://schemas.microsoft.com/office/drawing/2014/main" id="{4261A292-8F83-A379-4280-D58A80AAEC53}"/>
              </a:ext>
            </a:extLst>
          </p:cNvPr>
          <p:cNvSpPr/>
          <p:nvPr userDrawn="1"/>
        </p:nvSpPr>
        <p:spPr>
          <a:xfrm>
            <a:off x="4505142" y="1765673"/>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143" name="Oval 142">
            <a:extLst>
              <a:ext uri="{FF2B5EF4-FFF2-40B4-BE49-F238E27FC236}">
                <a16:creationId xmlns:a16="http://schemas.microsoft.com/office/drawing/2014/main" id="{1F5CCAB9-00A8-13E3-D61A-52AB81A5F65C}"/>
              </a:ext>
            </a:extLst>
          </p:cNvPr>
          <p:cNvSpPr/>
          <p:nvPr userDrawn="1"/>
        </p:nvSpPr>
        <p:spPr>
          <a:xfrm>
            <a:off x="4504545" y="2403539"/>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144" name="Text Placeholder 74">
            <a:extLst>
              <a:ext uri="{FF2B5EF4-FFF2-40B4-BE49-F238E27FC236}">
                <a16:creationId xmlns:a16="http://schemas.microsoft.com/office/drawing/2014/main" id="{1385A779-53A7-E703-C71F-6F867C0018EB}"/>
              </a:ext>
            </a:extLst>
          </p:cNvPr>
          <p:cNvSpPr>
            <a:spLocks noGrp="1"/>
          </p:cNvSpPr>
          <p:nvPr>
            <p:ph type="body" sz="quarter" idx="49" hasCustomPrompt="1"/>
          </p:nvPr>
        </p:nvSpPr>
        <p:spPr>
          <a:xfrm>
            <a:off x="4747240" y="1059106"/>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1</a:t>
            </a:r>
          </a:p>
        </p:txBody>
      </p:sp>
      <p:sp>
        <p:nvSpPr>
          <p:cNvPr id="145" name="Text Placeholder 74">
            <a:extLst>
              <a:ext uri="{FF2B5EF4-FFF2-40B4-BE49-F238E27FC236}">
                <a16:creationId xmlns:a16="http://schemas.microsoft.com/office/drawing/2014/main" id="{B073D01E-9BBD-B1EE-24ED-979DF9215425}"/>
              </a:ext>
            </a:extLst>
          </p:cNvPr>
          <p:cNvSpPr>
            <a:spLocks noGrp="1"/>
          </p:cNvSpPr>
          <p:nvPr>
            <p:ph type="body" sz="quarter" idx="50" hasCustomPrompt="1"/>
          </p:nvPr>
        </p:nvSpPr>
        <p:spPr>
          <a:xfrm>
            <a:off x="4747240" y="1710978"/>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2</a:t>
            </a:r>
          </a:p>
        </p:txBody>
      </p:sp>
      <p:sp>
        <p:nvSpPr>
          <p:cNvPr id="146" name="Text Placeholder 74">
            <a:extLst>
              <a:ext uri="{FF2B5EF4-FFF2-40B4-BE49-F238E27FC236}">
                <a16:creationId xmlns:a16="http://schemas.microsoft.com/office/drawing/2014/main" id="{E3757DA5-6829-5E7E-5CB5-B9BD84D7F22C}"/>
              </a:ext>
            </a:extLst>
          </p:cNvPr>
          <p:cNvSpPr>
            <a:spLocks noGrp="1"/>
          </p:cNvSpPr>
          <p:nvPr>
            <p:ph type="body" sz="quarter" idx="51" hasCustomPrompt="1"/>
          </p:nvPr>
        </p:nvSpPr>
        <p:spPr>
          <a:xfrm>
            <a:off x="4749155" y="2325994"/>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3</a:t>
            </a:r>
          </a:p>
        </p:txBody>
      </p:sp>
      <p:sp>
        <p:nvSpPr>
          <p:cNvPr id="147" name="Text Placeholder 74">
            <a:extLst>
              <a:ext uri="{FF2B5EF4-FFF2-40B4-BE49-F238E27FC236}">
                <a16:creationId xmlns:a16="http://schemas.microsoft.com/office/drawing/2014/main" id="{0AD34D85-629E-8436-265B-D2E04C221617}"/>
              </a:ext>
            </a:extLst>
          </p:cNvPr>
          <p:cNvSpPr>
            <a:spLocks noGrp="1"/>
          </p:cNvSpPr>
          <p:nvPr>
            <p:ph type="body" sz="quarter" idx="52" hasCustomPrompt="1"/>
          </p:nvPr>
        </p:nvSpPr>
        <p:spPr>
          <a:xfrm>
            <a:off x="4747241" y="665173"/>
            <a:ext cx="1992015" cy="317463"/>
          </a:xfrm>
        </p:spPr>
        <p:txBody>
          <a:bodyPr/>
          <a:lstStyle>
            <a:lvl1pPr marL="0" indent="0">
              <a:buNone/>
              <a:defRPr sz="2000" b="1">
                <a:latin typeface="Barlow" panose="00000500000000000000" pitchFamily="2" charset="0"/>
              </a:defRPr>
            </a:lvl1pPr>
            <a:lvl2pPr>
              <a:defRPr sz="1800"/>
            </a:lvl2pPr>
            <a:lvl3pPr>
              <a:defRPr sz="1600"/>
            </a:lvl3pPr>
          </a:lstStyle>
          <a:p>
            <a:pPr lvl="0"/>
            <a:r>
              <a:rPr lang="en-US"/>
              <a:t>Subheading</a:t>
            </a:r>
          </a:p>
        </p:txBody>
      </p:sp>
      <p:cxnSp>
        <p:nvCxnSpPr>
          <p:cNvPr id="149" name="Straight Connector 148">
            <a:extLst>
              <a:ext uri="{FF2B5EF4-FFF2-40B4-BE49-F238E27FC236}">
                <a16:creationId xmlns:a16="http://schemas.microsoft.com/office/drawing/2014/main" id="{74A355D3-A901-47CF-8C15-080D98FC2BBB}"/>
              </a:ext>
            </a:extLst>
          </p:cNvPr>
          <p:cNvCxnSpPr>
            <a:endCxn id="152" idx="0"/>
          </p:cNvCxnSpPr>
          <p:nvPr userDrawn="1"/>
        </p:nvCxnSpPr>
        <p:spPr>
          <a:xfrm flipH="1">
            <a:off x="6067903" y="3229551"/>
            <a:ext cx="2114" cy="259744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50" name="Oval 149">
            <a:extLst>
              <a:ext uri="{FF2B5EF4-FFF2-40B4-BE49-F238E27FC236}">
                <a16:creationId xmlns:a16="http://schemas.microsoft.com/office/drawing/2014/main" id="{876FDBF6-6AC9-7ACD-278D-68C81C04C689}"/>
              </a:ext>
            </a:extLst>
          </p:cNvPr>
          <p:cNvSpPr/>
          <p:nvPr userDrawn="1"/>
        </p:nvSpPr>
        <p:spPr>
          <a:xfrm>
            <a:off x="5971332" y="4555955"/>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151" name="Oval 150">
            <a:extLst>
              <a:ext uri="{FF2B5EF4-FFF2-40B4-BE49-F238E27FC236}">
                <a16:creationId xmlns:a16="http://schemas.microsoft.com/office/drawing/2014/main" id="{8956EE46-A1BA-464A-678C-A99185FB71DF}"/>
              </a:ext>
            </a:extLst>
          </p:cNvPr>
          <p:cNvSpPr/>
          <p:nvPr userDrawn="1"/>
        </p:nvSpPr>
        <p:spPr>
          <a:xfrm>
            <a:off x="5971929" y="5189133"/>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152" name="Oval 151">
            <a:extLst>
              <a:ext uri="{FF2B5EF4-FFF2-40B4-BE49-F238E27FC236}">
                <a16:creationId xmlns:a16="http://schemas.microsoft.com/office/drawing/2014/main" id="{C78D0618-A5F4-D898-8249-5CAC95AF56E3}"/>
              </a:ext>
            </a:extLst>
          </p:cNvPr>
          <p:cNvSpPr/>
          <p:nvPr userDrawn="1"/>
        </p:nvSpPr>
        <p:spPr>
          <a:xfrm>
            <a:off x="5971332" y="5826999"/>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153" name="Text Placeholder 74">
            <a:extLst>
              <a:ext uri="{FF2B5EF4-FFF2-40B4-BE49-F238E27FC236}">
                <a16:creationId xmlns:a16="http://schemas.microsoft.com/office/drawing/2014/main" id="{AD9238F5-D397-5AD3-1DBD-4D5661D2C433}"/>
              </a:ext>
            </a:extLst>
          </p:cNvPr>
          <p:cNvSpPr>
            <a:spLocks noGrp="1"/>
          </p:cNvSpPr>
          <p:nvPr>
            <p:ph type="body" sz="quarter" idx="53" hasCustomPrompt="1"/>
          </p:nvPr>
        </p:nvSpPr>
        <p:spPr>
          <a:xfrm>
            <a:off x="6214028" y="4090511"/>
            <a:ext cx="1992015" cy="317463"/>
          </a:xfrm>
        </p:spPr>
        <p:txBody>
          <a:bodyPr/>
          <a:lstStyle>
            <a:lvl1pPr marL="0" indent="0">
              <a:buNone/>
              <a:defRPr sz="2000" b="1">
                <a:latin typeface="Barlow" panose="00000500000000000000" pitchFamily="2" charset="0"/>
              </a:defRPr>
            </a:lvl1pPr>
            <a:lvl2pPr>
              <a:defRPr sz="1800"/>
            </a:lvl2pPr>
            <a:lvl3pPr>
              <a:defRPr sz="1600"/>
            </a:lvl3pPr>
          </a:lstStyle>
          <a:p>
            <a:pPr lvl="0"/>
            <a:r>
              <a:rPr lang="en-US"/>
              <a:t>Subheading</a:t>
            </a:r>
          </a:p>
        </p:txBody>
      </p:sp>
      <p:sp>
        <p:nvSpPr>
          <p:cNvPr id="154" name="Text Placeholder 74">
            <a:extLst>
              <a:ext uri="{FF2B5EF4-FFF2-40B4-BE49-F238E27FC236}">
                <a16:creationId xmlns:a16="http://schemas.microsoft.com/office/drawing/2014/main" id="{266B5D54-3114-EB59-6784-24075C4F8721}"/>
              </a:ext>
            </a:extLst>
          </p:cNvPr>
          <p:cNvSpPr>
            <a:spLocks noGrp="1"/>
          </p:cNvSpPr>
          <p:nvPr>
            <p:ph type="body" sz="quarter" idx="54" hasCustomPrompt="1"/>
          </p:nvPr>
        </p:nvSpPr>
        <p:spPr>
          <a:xfrm>
            <a:off x="6214027" y="4482566"/>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1</a:t>
            </a:r>
          </a:p>
        </p:txBody>
      </p:sp>
      <p:sp>
        <p:nvSpPr>
          <p:cNvPr id="155" name="Text Placeholder 74">
            <a:extLst>
              <a:ext uri="{FF2B5EF4-FFF2-40B4-BE49-F238E27FC236}">
                <a16:creationId xmlns:a16="http://schemas.microsoft.com/office/drawing/2014/main" id="{AF7A92CD-FDF0-43E2-54C4-353F99E86073}"/>
              </a:ext>
            </a:extLst>
          </p:cNvPr>
          <p:cNvSpPr>
            <a:spLocks noGrp="1"/>
          </p:cNvSpPr>
          <p:nvPr>
            <p:ph type="body" sz="quarter" idx="55" hasCustomPrompt="1"/>
          </p:nvPr>
        </p:nvSpPr>
        <p:spPr>
          <a:xfrm>
            <a:off x="6214027" y="5134438"/>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2</a:t>
            </a:r>
          </a:p>
        </p:txBody>
      </p:sp>
      <p:sp>
        <p:nvSpPr>
          <p:cNvPr id="156" name="Text Placeholder 74">
            <a:extLst>
              <a:ext uri="{FF2B5EF4-FFF2-40B4-BE49-F238E27FC236}">
                <a16:creationId xmlns:a16="http://schemas.microsoft.com/office/drawing/2014/main" id="{F8CD8510-A813-102D-2FAD-280C3EB19A06}"/>
              </a:ext>
            </a:extLst>
          </p:cNvPr>
          <p:cNvSpPr>
            <a:spLocks noGrp="1"/>
          </p:cNvSpPr>
          <p:nvPr>
            <p:ph type="body" sz="quarter" idx="56" hasCustomPrompt="1"/>
          </p:nvPr>
        </p:nvSpPr>
        <p:spPr>
          <a:xfrm>
            <a:off x="6215942" y="5749454"/>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3</a:t>
            </a:r>
          </a:p>
        </p:txBody>
      </p:sp>
      <p:cxnSp>
        <p:nvCxnSpPr>
          <p:cNvPr id="157" name="Straight Connector 156">
            <a:extLst>
              <a:ext uri="{FF2B5EF4-FFF2-40B4-BE49-F238E27FC236}">
                <a16:creationId xmlns:a16="http://schemas.microsoft.com/office/drawing/2014/main" id="{C720AB1A-E64E-667F-D30E-45A8C246C9DA}"/>
              </a:ext>
            </a:extLst>
          </p:cNvPr>
          <p:cNvCxnSpPr>
            <a:endCxn id="160" idx="0"/>
          </p:cNvCxnSpPr>
          <p:nvPr userDrawn="1"/>
        </p:nvCxnSpPr>
        <p:spPr>
          <a:xfrm flipH="1">
            <a:off x="9064484" y="3231153"/>
            <a:ext cx="2114" cy="259744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58" name="Oval 157">
            <a:extLst>
              <a:ext uri="{FF2B5EF4-FFF2-40B4-BE49-F238E27FC236}">
                <a16:creationId xmlns:a16="http://schemas.microsoft.com/office/drawing/2014/main" id="{CEEED0BC-940B-1C92-1DDE-33C6F18C2726}"/>
              </a:ext>
            </a:extLst>
          </p:cNvPr>
          <p:cNvSpPr/>
          <p:nvPr userDrawn="1"/>
        </p:nvSpPr>
        <p:spPr>
          <a:xfrm>
            <a:off x="8967913" y="4557557"/>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159" name="Oval 158">
            <a:extLst>
              <a:ext uri="{FF2B5EF4-FFF2-40B4-BE49-F238E27FC236}">
                <a16:creationId xmlns:a16="http://schemas.microsoft.com/office/drawing/2014/main" id="{0D60993E-C550-CA3B-62B9-162F7F6CEF7F}"/>
              </a:ext>
            </a:extLst>
          </p:cNvPr>
          <p:cNvSpPr/>
          <p:nvPr userDrawn="1"/>
        </p:nvSpPr>
        <p:spPr>
          <a:xfrm>
            <a:off x="8968510" y="5190735"/>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160" name="Oval 159">
            <a:extLst>
              <a:ext uri="{FF2B5EF4-FFF2-40B4-BE49-F238E27FC236}">
                <a16:creationId xmlns:a16="http://schemas.microsoft.com/office/drawing/2014/main" id="{8312B568-E88C-6D68-58E1-8670D9552806}"/>
              </a:ext>
            </a:extLst>
          </p:cNvPr>
          <p:cNvSpPr/>
          <p:nvPr userDrawn="1"/>
        </p:nvSpPr>
        <p:spPr>
          <a:xfrm>
            <a:off x="8967913" y="5828601"/>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161" name="Text Placeholder 74">
            <a:extLst>
              <a:ext uri="{FF2B5EF4-FFF2-40B4-BE49-F238E27FC236}">
                <a16:creationId xmlns:a16="http://schemas.microsoft.com/office/drawing/2014/main" id="{DA7EADC4-3437-3B71-694D-09E02CDA9F8E}"/>
              </a:ext>
            </a:extLst>
          </p:cNvPr>
          <p:cNvSpPr>
            <a:spLocks noGrp="1"/>
          </p:cNvSpPr>
          <p:nvPr>
            <p:ph type="body" sz="quarter" idx="57" hasCustomPrompt="1"/>
          </p:nvPr>
        </p:nvSpPr>
        <p:spPr>
          <a:xfrm>
            <a:off x="9210609" y="4092113"/>
            <a:ext cx="1992015" cy="317463"/>
          </a:xfrm>
        </p:spPr>
        <p:txBody>
          <a:bodyPr/>
          <a:lstStyle>
            <a:lvl1pPr marL="0" indent="0">
              <a:buNone/>
              <a:defRPr sz="2000" b="1">
                <a:latin typeface="Barlow" panose="00000500000000000000" pitchFamily="2" charset="0"/>
              </a:defRPr>
            </a:lvl1pPr>
            <a:lvl2pPr>
              <a:defRPr sz="1800"/>
            </a:lvl2pPr>
            <a:lvl3pPr>
              <a:defRPr sz="1600"/>
            </a:lvl3pPr>
          </a:lstStyle>
          <a:p>
            <a:pPr lvl="0"/>
            <a:r>
              <a:rPr lang="en-US"/>
              <a:t>Subheading</a:t>
            </a:r>
          </a:p>
        </p:txBody>
      </p:sp>
      <p:sp>
        <p:nvSpPr>
          <p:cNvPr id="162" name="Text Placeholder 74">
            <a:extLst>
              <a:ext uri="{FF2B5EF4-FFF2-40B4-BE49-F238E27FC236}">
                <a16:creationId xmlns:a16="http://schemas.microsoft.com/office/drawing/2014/main" id="{032A2C98-DBFB-C03F-70E6-30CDC76C8E70}"/>
              </a:ext>
            </a:extLst>
          </p:cNvPr>
          <p:cNvSpPr>
            <a:spLocks noGrp="1"/>
          </p:cNvSpPr>
          <p:nvPr>
            <p:ph type="body" sz="quarter" idx="58" hasCustomPrompt="1"/>
          </p:nvPr>
        </p:nvSpPr>
        <p:spPr>
          <a:xfrm>
            <a:off x="9210608" y="4484168"/>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1</a:t>
            </a:r>
          </a:p>
        </p:txBody>
      </p:sp>
      <p:sp>
        <p:nvSpPr>
          <p:cNvPr id="163" name="Text Placeholder 74">
            <a:extLst>
              <a:ext uri="{FF2B5EF4-FFF2-40B4-BE49-F238E27FC236}">
                <a16:creationId xmlns:a16="http://schemas.microsoft.com/office/drawing/2014/main" id="{985D4A03-2CDC-31F6-B192-369356C61ABC}"/>
              </a:ext>
            </a:extLst>
          </p:cNvPr>
          <p:cNvSpPr>
            <a:spLocks noGrp="1"/>
          </p:cNvSpPr>
          <p:nvPr>
            <p:ph type="body" sz="quarter" idx="59" hasCustomPrompt="1"/>
          </p:nvPr>
        </p:nvSpPr>
        <p:spPr>
          <a:xfrm>
            <a:off x="9210608" y="5136040"/>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2</a:t>
            </a:r>
          </a:p>
        </p:txBody>
      </p:sp>
      <p:sp>
        <p:nvSpPr>
          <p:cNvPr id="164" name="Text Placeholder 74">
            <a:extLst>
              <a:ext uri="{FF2B5EF4-FFF2-40B4-BE49-F238E27FC236}">
                <a16:creationId xmlns:a16="http://schemas.microsoft.com/office/drawing/2014/main" id="{32CECDC3-E565-A0C4-7A4E-5D6972CC978A}"/>
              </a:ext>
            </a:extLst>
          </p:cNvPr>
          <p:cNvSpPr>
            <a:spLocks noGrp="1"/>
          </p:cNvSpPr>
          <p:nvPr>
            <p:ph type="body" sz="quarter" idx="60" hasCustomPrompt="1"/>
          </p:nvPr>
        </p:nvSpPr>
        <p:spPr>
          <a:xfrm>
            <a:off x="9212523" y="5751056"/>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3</a:t>
            </a:r>
          </a:p>
        </p:txBody>
      </p:sp>
      <p:cxnSp>
        <p:nvCxnSpPr>
          <p:cNvPr id="172" name="Straight Connector 171">
            <a:extLst>
              <a:ext uri="{FF2B5EF4-FFF2-40B4-BE49-F238E27FC236}">
                <a16:creationId xmlns:a16="http://schemas.microsoft.com/office/drawing/2014/main" id="{0F433108-739E-2887-1691-82249F920A3A}"/>
              </a:ext>
            </a:extLst>
          </p:cNvPr>
          <p:cNvCxnSpPr/>
          <p:nvPr userDrawn="1"/>
        </p:nvCxnSpPr>
        <p:spPr>
          <a:xfrm flipH="1">
            <a:off x="7565640" y="1136809"/>
            <a:ext cx="2114" cy="259744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73" name="Oval 172">
            <a:extLst>
              <a:ext uri="{FF2B5EF4-FFF2-40B4-BE49-F238E27FC236}">
                <a16:creationId xmlns:a16="http://schemas.microsoft.com/office/drawing/2014/main" id="{6059F916-3B01-A7D0-7D25-49418E03FB8F}"/>
              </a:ext>
            </a:extLst>
          </p:cNvPr>
          <p:cNvSpPr/>
          <p:nvPr userDrawn="1"/>
        </p:nvSpPr>
        <p:spPr>
          <a:xfrm>
            <a:off x="7477215" y="1132495"/>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174" name="Oval 173">
            <a:extLst>
              <a:ext uri="{FF2B5EF4-FFF2-40B4-BE49-F238E27FC236}">
                <a16:creationId xmlns:a16="http://schemas.microsoft.com/office/drawing/2014/main" id="{435312CA-7FA6-6F2E-5949-8EB5AA1EE2FD}"/>
              </a:ext>
            </a:extLst>
          </p:cNvPr>
          <p:cNvSpPr/>
          <p:nvPr userDrawn="1"/>
        </p:nvSpPr>
        <p:spPr>
          <a:xfrm>
            <a:off x="7477812" y="1765673"/>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175" name="Oval 174">
            <a:extLst>
              <a:ext uri="{FF2B5EF4-FFF2-40B4-BE49-F238E27FC236}">
                <a16:creationId xmlns:a16="http://schemas.microsoft.com/office/drawing/2014/main" id="{E3AA5E5C-67A9-4CD7-85A0-B493A3CE1C1B}"/>
              </a:ext>
            </a:extLst>
          </p:cNvPr>
          <p:cNvSpPr/>
          <p:nvPr userDrawn="1"/>
        </p:nvSpPr>
        <p:spPr>
          <a:xfrm>
            <a:off x="7477215" y="2403539"/>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176" name="Text Placeholder 74">
            <a:extLst>
              <a:ext uri="{FF2B5EF4-FFF2-40B4-BE49-F238E27FC236}">
                <a16:creationId xmlns:a16="http://schemas.microsoft.com/office/drawing/2014/main" id="{8C1E1BF6-12BC-FDD3-3E98-C017EED796F0}"/>
              </a:ext>
            </a:extLst>
          </p:cNvPr>
          <p:cNvSpPr>
            <a:spLocks noGrp="1"/>
          </p:cNvSpPr>
          <p:nvPr>
            <p:ph type="body" sz="quarter" idx="61" hasCustomPrompt="1"/>
          </p:nvPr>
        </p:nvSpPr>
        <p:spPr>
          <a:xfrm>
            <a:off x="7719910" y="1059106"/>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1</a:t>
            </a:r>
          </a:p>
        </p:txBody>
      </p:sp>
      <p:sp>
        <p:nvSpPr>
          <p:cNvPr id="177" name="Text Placeholder 74">
            <a:extLst>
              <a:ext uri="{FF2B5EF4-FFF2-40B4-BE49-F238E27FC236}">
                <a16:creationId xmlns:a16="http://schemas.microsoft.com/office/drawing/2014/main" id="{FD0E3C09-90D8-CE0C-2F09-5DC009D37759}"/>
              </a:ext>
            </a:extLst>
          </p:cNvPr>
          <p:cNvSpPr>
            <a:spLocks noGrp="1"/>
          </p:cNvSpPr>
          <p:nvPr>
            <p:ph type="body" sz="quarter" idx="62" hasCustomPrompt="1"/>
          </p:nvPr>
        </p:nvSpPr>
        <p:spPr>
          <a:xfrm>
            <a:off x="7719910" y="1710978"/>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2</a:t>
            </a:r>
          </a:p>
        </p:txBody>
      </p:sp>
      <p:sp>
        <p:nvSpPr>
          <p:cNvPr id="178" name="Text Placeholder 74">
            <a:extLst>
              <a:ext uri="{FF2B5EF4-FFF2-40B4-BE49-F238E27FC236}">
                <a16:creationId xmlns:a16="http://schemas.microsoft.com/office/drawing/2014/main" id="{ABF08054-C517-CE9B-D9DB-2DF3CBC0820D}"/>
              </a:ext>
            </a:extLst>
          </p:cNvPr>
          <p:cNvSpPr>
            <a:spLocks noGrp="1"/>
          </p:cNvSpPr>
          <p:nvPr>
            <p:ph type="body" sz="quarter" idx="63" hasCustomPrompt="1"/>
          </p:nvPr>
        </p:nvSpPr>
        <p:spPr>
          <a:xfrm>
            <a:off x="7721825" y="2325994"/>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3</a:t>
            </a:r>
          </a:p>
        </p:txBody>
      </p:sp>
      <p:sp>
        <p:nvSpPr>
          <p:cNvPr id="179" name="Text Placeholder 74">
            <a:extLst>
              <a:ext uri="{FF2B5EF4-FFF2-40B4-BE49-F238E27FC236}">
                <a16:creationId xmlns:a16="http://schemas.microsoft.com/office/drawing/2014/main" id="{DD80457C-31BE-46E7-8BED-90E6205E3CCA}"/>
              </a:ext>
            </a:extLst>
          </p:cNvPr>
          <p:cNvSpPr>
            <a:spLocks noGrp="1"/>
          </p:cNvSpPr>
          <p:nvPr>
            <p:ph type="body" sz="quarter" idx="64" hasCustomPrompt="1"/>
          </p:nvPr>
        </p:nvSpPr>
        <p:spPr>
          <a:xfrm>
            <a:off x="7719911" y="665173"/>
            <a:ext cx="1992015" cy="317463"/>
          </a:xfrm>
        </p:spPr>
        <p:txBody>
          <a:bodyPr/>
          <a:lstStyle>
            <a:lvl1pPr marL="0" indent="0">
              <a:buNone/>
              <a:defRPr sz="2000" b="1">
                <a:latin typeface="Barlow" panose="00000500000000000000" pitchFamily="2" charset="0"/>
              </a:defRPr>
            </a:lvl1pPr>
            <a:lvl2pPr>
              <a:defRPr sz="1800"/>
            </a:lvl2pPr>
            <a:lvl3pPr>
              <a:defRPr sz="1600"/>
            </a:lvl3pPr>
          </a:lstStyle>
          <a:p>
            <a:pPr lvl="0"/>
            <a:r>
              <a:rPr lang="en-US"/>
              <a:t>Subheading</a:t>
            </a:r>
          </a:p>
        </p:txBody>
      </p:sp>
    </p:spTree>
    <p:extLst>
      <p:ext uri="{BB962C8B-B14F-4D97-AF65-F5344CB8AC3E}">
        <p14:creationId xmlns:p14="http://schemas.microsoft.com/office/powerpoint/2010/main" val="11653158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meline/Roadmap">
    <p:spTree>
      <p:nvGrpSpPr>
        <p:cNvPr id="1" name=""/>
        <p:cNvGrpSpPr/>
        <p:nvPr/>
      </p:nvGrpSpPr>
      <p:grpSpPr>
        <a:xfrm>
          <a:off x="0" y="0"/>
          <a:ext cx="0" cy="0"/>
          <a:chOff x="0" y="0"/>
          <a:chExt cx="0" cy="0"/>
        </a:xfrm>
      </p:grpSpPr>
      <p:sp>
        <p:nvSpPr>
          <p:cNvPr id="20" name="Freeform 57">
            <a:extLst>
              <a:ext uri="{FF2B5EF4-FFF2-40B4-BE49-F238E27FC236}">
                <a16:creationId xmlns:a16="http://schemas.microsoft.com/office/drawing/2014/main" id="{CBCA779C-1E21-76D0-5006-06BD8371E8F1}"/>
              </a:ext>
            </a:extLst>
          </p:cNvPr>
          <p:cNvSpPr/>
          <p:nvPr userDrawn="1"/>
        </p:nvSpPr>
        <p:spPr>
          <a:xfrm rot="5400000">
            <a:off x="9388770" y="2242512"/>
            <a:ext cx="869679" cy="195531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1000">
                <a:schemeClr val="bg2"/>
              </a:gs>
              <a:gs pos="100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cxnSp>
        <p:nvCxnSpPr>
          <p:cNvPr id="23" name="Straight Connector 22">
            <a:extLst>
              <a:ext uri="{FF2B5EF4-FFF2-40B4-BE49-F238E27FC236}">
                <a16:creationId xmlns:a16="http://schemas.microsoft.com/office/drawing/2014/main" id="{484CCC9D-4F9E-9399-DF2E-250E50239B23}"/>
              </a:ext>
            </a:extLst>
          </p:cNvPr>
          <p:cNvCxnSpPr>
            <a:cxnSpLocks/>
          </p:cNvCxnSpPr>
          <p:nvPr userDrawn="1"/>
        </p:nvCxnSpPr>
        <p:spPr>
          <a:xfrm>
            <a:off x="9299800" y="3207198"/>
            <a:ext cx="18254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Freeform 56">
            <a:extLst>
              <a:ext uri="{FF2B5EF4-FFF2-40B4-BE49-F238E27FC236}">
                <a16:creationId xmlns:a16="http://schemas.microsoft.com/office/drawing/2014/main" id="{988FAECE-9B89-BF93-9A5E-AE7BB9F89896}"/>
              </a:ext>
            </a:extLst>
          </p:cNvPr>
          <p:cNvSpPr/>
          <p:nvPr userDrawn="1"/>
        </p:nvSpPr>
        <p:spPr>
          <a:xfrm rot="16200000">
            <a:off x="2038006" y="2342742"/>
            <a:ext cx="869677" cy="1754858"/>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1000">
                <a:schemeClr val="bg2"/>
              </a:gs>
              <a:gs pos="100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 name="Title 1">
            <a:extLst>
              <a:ext uri="{FF2B5EF4-FFF2-40B4-BE49-F238E27FC236}">
                <a16:creationId xmlns:a16="http://schemas.microsoft.com/office/drawing/2014/main" id="{63F5623A-97BF-0B7E-A4D8-9BCDBB23C8E4}"/>
              </a:ext>
            </a:extLst>
          </p:cNvPr>
          <p:cNvSpPr>
            <a:spLocks noGrp="1"/>
          </p:cNvSpPr>
          <p:nvPr>
            <p:ph type="ctrTitle"/>
          </p:nvPr>
        </p:nvSpPr>
        <p:spPr>
          <a:xfrm>
            <a:off x="360000" y="308292"/>
            <a:ext cx="3308889" cy="984885"/>
          </a:xfrm>
          <a:prstGeom prst="rect">
            <a:avLst/>
          </a:prstGeom>
        </p:spPr>
        <p:txBody>
          <a:bodyPr vert="horz" wrap="square"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cxnSp>
        <p:nvCxnSpPr>
          <p:cNvPr id="9" name="Straight Connector 8">
            <a:extLst>
              <a:ext uri="{FF2B5EF4-FFF2-40B4-BE49-F238E27FC236}">
                <a16:creationId xmlns:a16="http://schemas.microsoft.com/office/drawing/2014/main" id="{9B63439F-E37F-45DA-ED77-FA760FFDF6A3}"/>
              </a:ext>
            </a:extLst>
          </p:cNvPr>
          <p:cNvCxnSpPr>
            <a:cxnSpLocks/>
          </p:cNvCxnSpPr>
          <p:nvPr userDrawn="1"/>
        </p:nvCxnSpPr>
        <p:spPr>
          <a:xfrm>
            <a:off x="1154867" y="3226375"/>
            <a:ext cx="18254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Content Placeholder 78">
            <a:extLst>
              <a:ext uri="{FF2B5EF4-FFF2-40B4-BE49-F238E27FC236}">
                <a16:creationId xmlns:a16="http://schemas.microsoft.com/office/drawing/2014/main" id="{D79D512B-2E2C-CDFA-E6A0-50D61D038365}"/>
              </a:ext>
            </a:extLst>
          </p:cNvPr>
          <p:cNvSpPr>
            <a:spLocks noGrp="1"/>
          </p:cNvSpPr>
          <p:nvPr>
            <p:ph sz="quarter" idx="12" hasCustomPrompt="1"/>
          </p:nvPr>
        </p:nvSpPr>
        <p:spPr>
          <a:xfrm>
            <a:off x="1136838" y="2785339"/>
            <a:ext cx="901731" cy="869678"/>
          </a:xfrm>
          <a:prstGeom prst="ellipse">
            <a:avLst/>
          </a:prstGeom>
          <a:solidFill>
            <a:schemeClr val="tx1"/>
          </a:solidFill>
        </p:spPr>
        <p:txBody>
          <a:bodyPr>
            <a:noAutofit/>
          </a:bodyPr>
          <a:lstStyle>
            <a:lvl1pPr marL="0" indent="0" algn="ctr">
              <a:buNone/>
              <a:defRPr sz="1200">
                <a:solidFill>
                  <a:schemeClr val="bg1"/>
                </a:solidFill>
              </a:defRPr>
            </a:lvl1pPr>
          </a:lstStyle>
          <a:p>
            <a:pPr lvl="0"/>
            <a:r>
              <a:rPr lang="en-US"/>
              <a:t>Insert Icon here</a:t>
            </a:r>
            <a:endParaRPr lang="en-IN"/>
          </a:p>
        </p:txBody>
      </p:sp>
      <p:sp>
        <p:nvSpPr>
          <p:cNvPr id="11" name="Content Placeholder 78">
            <a:extLst>
              <a:ext uri="{FF2B5EF4-FFF2-40B4-BE49-F238E27FC236}">
                <a16:creationId xmlns:a16="http://schemas.microsoft.com/office/drawing/2014/main" id="{A145B88C-3836-704D-3821-763B152D410B}"/>
              </a:ext>
            </a:extLst>
          </p:cNvPr>
          <p:cNvSpPr>
            <a:spLocks noGrp="1"/>
          </p:cNvSpPr>
          <p:nvPr>
            <p:ph sz="quarter" idx="20" hasCustomPrompt="1"/>
          </p:nvPr>
        </p:nvSpPr>
        <p:spPr>
          <a:xfrm>
            <a:off x="10350403" y="2791535"/>
            <a:ext cx="901731" cy="869678"/>
          </a:xfrm>
          <a:prstGeom prst="ellipse">
            <a:avLst/>
          </a:prstGeom>
          <a:solidFill>
            <a:schemeClr val="tx1"/>
          </a:solidFill>
        </p:spPr>
        <p:txBody>
          <a:bodyPr>
            <a:noAutofit/>
          </a:bodyPr>
          <a:lstStyle>
            <a:lvl1pPr marL="0" indent="0" algn="ctr">
              <a:buNone/>
              <a:defRPr sz="1200">
                <a:solidFill>
                  <a:schemeClr val="bg1"/>
                </a:solidFill>
              </a:defRPr>
            </a:lvl1pPr>
          </a:lstStyle>
          <a:p>
            <a:pPr lvl="0"/>
            <a:r>
              <a:rPr lang="en-US"/>
              <a:t>Insert Icon here</a:t>
            </a:r>
            <a:endParaRPr lang="en-IN"/>
          </a:p>
        </p:txBody>
      </p:sp>
      <p:sp>
        <p:nvSpPr>
          <p:cNvPr id="12" name="Freeform 23">
            <a:extLst>
              <a:ext uri="{FF2B5EF4-FFF2-40B4-BE49-F238E27FC236}">
                <a16:creationId xmlns:a16="http://schemas.microsoft.com/office/drawing/2014/main" id="{3D9DFBA3-AF9A-06A6-3199-5CEFCC1772E7}"/>
              </a:ext>
            </a:extLst>
          </p:cNvPr>
          <p:cNvSpPr/>
          <p:nvPr userDrawn="1"/>
        </p:nvSpPr>
        <p:spPr>
          <a:xfrm>
            <a:off x="2741300" y="3237314"/>
            <a:ext cx="1986094" cy="3278882"/>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tx2"/>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3" name="Freeform 30">
            <a:extLst>
              <a:ext uri="{FF2B5EF4-FFF2-40B4-BE49-F238E27FC236}">
                <a16:creationId xmlns:a16="http://schemas.microsoft.com/office/drawing/2014/main" id="{69B5B8DD-07D6-C202-9B21-C13839BDB6EB}"/>
              </a:ext>
            </a:extLst>
          </p:cNvPr>
          <p:cNvSpPr/>
          <p:nvPr userDrawn="1"/>
        </p:nvSpPr>
        <p:spPr>
          <a:xfrm>
            <a:off x="5869327" y="3246800"/>
            <a:ext cx="1986094" cy="326939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tx2"/>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4" name="Donut 34">
            <a:extLst>
              <a:ext uri="{FF2B5EF4-FFF2-40B4-BE49-F238E27FC236}">
                <a16:creationId xmlns:a16="http://schemas.microsoft.com/office/drawing/2014/main" id="{AB732627-BD7E-C009-630A-0D29FC28BA69}"/>
              </a:ext>
            </a:extLst>
          </p:cNvPr>
          <p:cNvSpPr/>
          <p:nvPr userDrawn="1"/>
        </p:nvSpPr>
        <p:spPr>
          <a:xfrm>
            <a:off x="2739923" y="2235072"/>
            <a:ext cx="1986094" cy="1986094"/>
          </a:xfrm>
          <a:prstGeom prst="donut">
            <a:avLst>
              <a:gd name="adj" fmla="val 21670"/>
            </a:avLst>
          </a:prstGeom>
          <a:gradFill flip="none" rotWithShape="1">
            <a:gsLst>
              <a:gs pos="0">
                <a:srgbClr val="C00000"/>
              </a:gs>
              <a:gs pos="100000">
                <a:schemeClr val="accent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Freeform 29">
            <a:extLst>
              <a:ext uri="{FF2B5EF4-FFF2-40B4-BE49-F238E27FC236}">
                <a16:creationId xmlns:a16="http://schemas.microsoft.com/office/drawing/2014/main" id="{978907E7-C322-F06F-C558-814901D25623}"/>
              </a:ext>
            </a:extLst>
          </p:cNvPr>
          <p:cNvSpPr/>
          <p:nvPr userDrawn="1"/>
        </p:nvSpPr>
        <p:spPr>
          <a:xfrm rot="10800000">
            <a:off x="4307914" y="364382"/>
            <a:ext cx="1986094" cy="2872931"/>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tx2"/>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6" name="Donut 37">
            <a:extLst>
              <a:ext uri="{FF2B5EF4-FFF2-40B4-BE49-F238E27FC236}">
                <a16:creationId xmlns:a16="http://schemas.microsoft.com/office/drawing/2014/main" id="{42DF2E53-9066-1457-A0D9-81A0AB7D03DC}"/>
              </a:ext>
            </a:extLst>
          </p:cNvPr>
          <p:cNvSpPr/>
          <p:nvPr userDrawn="1"/>
        </p:nvSpPr>
        <p:spPr>
          <a:xfrm>
            <a:off x="4299531" y="2235072"/>
            <a:ext cx="1986094" cy="1986094"/>
          </a:xfrm>
          <a:prstGeom prst="donut">
            <a:avLst>
              <a:gd name="adj" fmla="val 21670"/>
            </a:avLst>
          </a:prstGeom>
          <a:gradFill flip="none" rotWithShape="1">
            <a:gsLst>
              <a:gs pos="0">
                <a:srgbClr val="C00000"/>
              </a:gs>
              <a:gs pos="100000">
                <a:schemeClr val="accent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17" name="Donut 41">
            <a:extLst>
              <a:ext uri="{FF2B5EF4-FFF2-40B4-BE49-F238E27FC236}">
                <a16:creationId xmlns:a16="http://schemas.microsoft.com/office/drawing/2014/main" id="{0B0BCAF6-D003-1B01-246F-80A9F5C235F4}"/>
              </a:ext>
            </a:extLst>
          </p:cNvPr>
          <p:cNvSpPr/>
          <p:nvPr userDrawn="1"/>
        </p:nvSpPr>
        <p:spPr>
          <a:xfrm>
            <a:off x="5865157" y="2235072"/>
            <a:ext cx="1986094" cy="1986094"/>
          </a:xfrm>
          <a:prstGeom prst="donut">
            <a:avLst>
              <a:gd name="adj" fmla="val 21670"/>
            </a:avLst>
          </a:prstGeom>
          <a:gradFill flip="none" rotWithShape="1">
            <a:gsLst>
              <a:gs pos="0">
                <a:srgbClr val="C00000"/>
              </a:gs>
              <a:gs pos="100000">
                <a:schemeClr val="accent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18" name="Freeform 31">
            <a:extLst>
              <a:ext uri="{FF2B5EF4-FFF2-40B4-BE49-F238E27FC236}">
                <a16:creationId xmlns:a16="http://schemas.microsoft.com/office/drawing/2014/main" id="{9FC13F5C-1AF7-E2CF-66D4-D409CF8E59AF}"/>
              </a:ext>
            </a:extLst>
          </p:cNvPr>
          <p:cNvSpPr/>
          <p:nvPr userDrawn="1"/>
        </p:nvSpPr>
        <p:spPr>
          <a:xfrm rot="10800000">
            <a:off x="7428956" y="364381"/>
            <a:ext cx="1986094" cy="2882264"/>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tx2"/>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9" name="Donut 42">
            <a:extLst>
              <a:ext uri="{FF2B5EF4-FFF2-40B4-BE49-F238E27FC236}">
                <a16:creationId xmlns:a16="http://schemas.microsoft.com/office/drawing/2014/main" id="{8B2F838E-615F-22BF-E216-81E4DC1DAD1E}"/>
              </a:ext>
            </a:extLst>
          </p:cNvPr>
          <p:cNvSpPr/>
          <p:nvPr userDrawn="1"/>
        </p:nvSpPr>
        <p:spPr>
          <a:xfrm>
            <a:off x="7428958" y="2235072"/>
            <a:ext cx="1986094" cy="1986094"/>
          </a:xfrm>
          <a:prstGeom prst="donut">
            <a:avLst>
              <a:gd name="adj" fmla="val 21670"/>
            </a:avLst>
          </a:prstGeom>
          <a:gradFill flip="none" rotWithShape="1">
            <a:gsLst>
              <a:gs pos="0">
                <a:srgbClr val="C00000"/>
              </a:gs>
              <a:gs pos="100000">
                <a:schemeClr val="accent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24" name="Content Placeholder 78">
            <a:extLst>
              <a:ext uri="{FF2B5EF4-FFF2-40B4-BE49-F238E27FC236}">
                <a16:creationId xmlns:a16="http://schemas.microsoft.com/office/drawing/2014/main" id="{6045BCB6-087E-6217-FBDA-0821A50B8209}"/>
              </a:ext>
            </a:extLst>
          </p:cNvPr>
          <p:cNvSpPr>
            <a:spLocks noGrp="1"/>
          </p:cNvSpPr>
          <p:nvPr>
            <p:ph sz="quarter" idx="21" hasCustomPrompt="1"/>
          </p:nvPr>
        </p:nvSpPr>
        <p:spPr>
          <a:xfrm>
            <a:off x="3285061" y="2790230"/>
            <a:ext cx="901731" cy="869678"/>
          </a:xfrm>
          <a:prstGeom prst="ellipse">
            <a:avLst/>
          </a:prstGeom>
          <a:noFill/>
        </p:spPr>
        <p:txBody>
          <a:bodyPr>
            <a:noAutofit/>
          </a:bodyPr>
          <a:lstStyle>
            <a:lvl1pPr marL="0" indent="0" algn="ctr">
              <a:buNone/>
              <a:defRPr sz="1200" b="1">
                <a:solidFill>
                  <a:schemeClr val="tx1"/>
                </a:solidFill>
              </a:defRPr>
            </a:lvl1pPr>
          </a:lstStyle>
          <a:p>
            <a:pPr lvl="0"/>
            <a:r>
              <a:rPr lang="en-US"/>
              <a:t>Insert Icon here</a:t>
            </a:r>
            <a:endParaRPr lang="en-IN"/>
          </a:p>
        </p:txBody>
      </p:sp>
      <p:sp>
        <p:nvSpPr>
          <p:cNvPr id="25" name="Content Placeholder 78">
            <a:extLst>
              <a:ext uri="{FF2B5EF4-FFF2-40B4-BE49-F238E27FC236}">
                <a16:creationId xmlns:a16="http://schemas.microsoft.com/office/drawing/2014/main" id="{6E54BB1D-F2BE-BF56-BE4C-FCC948FE2383}"/>
              </a:ext>
            </a:extLst>
          </p:cNvPr>
          <p:cNvSpPr>
            <a:spLocks noGrp="1"/>
          </p:cNvSpPr>
          <p:nvPr>
            <p:ph sz="quarter" idx="22" hasCustomPrompt="1"/>
          </p:nvPr>
        </p:nvSpPr>
        <p:spPr>
          <a:xfrm>
            <a:off x="4840249" y="2793280"/>
            <a:ext cx="901731" cy="869678"/>
          </a:xfrm>
          <a:prstGeom prst="ellipse">
            <a:avLst/>
          </a:prstGeom>
          <a:noFill/>
        </p:spPr>
        <p:txBody>
          <a:bodyPr>
            <a:noAutofit/>
          </a:bodyPr>
          <a:lstStyle>
            <a:lvl1pPr marL="0" indent="0" algn="ctr">
              <a:buNone/>
              <a:defRPr lang="en-US" sz="1200" b="1" kern="1200" dirty="0">
                <a:solidFill>
                  <a:schemeClr val="tx1"/>
                </a:solidFill>
                <a:latin typeface="Open Sans" pitchFamily="2" charset="0"/>
                <a:ea typeface="Open Sans" pitchFamily="2" charset="0"/>
                <a:cs typeface="Open Sans" pitchFamily="2" charset="0"/>
              </a:defRPr>
            </a:lvl1pPr>
          </a:lstStyle>
          <a:p>
            <a:pPr lvl="0"/>
            <a:r>
              <a:rPr lang="en-US"/>
              <a:t>Insert Icon here</a:t>
            </a:r>
            <a:endParaRPr lang="en-IN"/>
          </a:p>
        </p:txBody>
      </p:sp>
      <p:sp>
        <p:nvSpPr>
          <p:cNvPr id="26" name="Content Placeholder 78">
            <a:extLst>
              <a:ext uri="{FF2B5EF4-FFF2-40B4-BE49-F238E27FC236}">
                <a16:creationId xmlns:a16="http://schemas.microsoft.com/office/drawing/2014/main" id="{526E25CD-638F-D44D-0CF0-A8C37F30C455}"/>
              </a:ext>
            </a:extLst>
          </p:cNvPr>
          <p:cNvSpPr>
            <a:spLocks noGrp="1"/>
          </p:cNvSpPr>
          <p:nvPr>
            <p:ph sz="quarter" idx="23" hasCustomPrompt="1"/>
          </p:nvPr>
        </p:nvSpPr>
        <p:spPr>
          <a:xfrm>
            <a:off x="6406424" y="2796620"/>
            <a:ext cx="901731" cy="869678"/>
          </a:xfrm>
          <a:prstGeom prst="ellipse">
            <a:avLst/>
          </a:prstGeom>
          <a:noFill/>
        </p:spPr>
        <p:txBody>
          <a:bodyPr>
            <a:noAutofit/>
          </a:bodyPr>
          <a:lstStyle>
            <a:lvl1pPr marL="0" indent="0" algn="ctr">
              <a:buNone/>
              <a:defRPr lang="en-US" sz="1200" b="1" kern="1200" dirty="0">
                <a:solidFill>
                  <a:schemeClr val="tx1"/>
                </a:solidFill>
                <a:latin typeface="Open Sans" pitchFamily="2" charset="0"/>
                <a:ea typeface="Open Sans" pitchFamily="2" charset="0"/>
                <a:cs typeface="Open Sans" pitchFamily="2" charset="0"/>
              </a:defRPr>
            </a:lvl1pPr>
          </a:lstStyle>
          <a:p>
            <a:pPr lvl="0"/>
            <a:r>
              <a:rPr lang="en-US"/>
              <a:t>Insert Icon here</a:t>
            </a:r>
            <a:endParaRPr lang="en-IN"/>
          </a:p>
        </p:txBody>
      </p:sp>
      <p:sp>
        <p:nvSpPr>
          <p:cNvPr id="27" name="Content Placeholder 78">
            <a:extLst>
              <a:ext uri="{FF2B5EF4-FFF2-40B4-BE49-F238E27FC236}">
                <a16:creationId xmlns:a16="http://schemas.microsoft.com/office/drawing/2014/main" id="{85CEDCD5-C71E-759A-7C6D-E4CBE4F75B64}"/>
              </a:ext>
            </a:extLst>
          </p:cNvPr>
          <p:cNvSpPr>
            <a:spLocks noGrp="1"/>
          </p:cNvSpPr>
          <p:nvPr>
            <p:ph sz="quarter" idx="24" hasCustomPrompt="1"/>
          </p:nvPr>
        </p:nvSpPr>
        <p:spPr>
          <a:xfrm>
            <a:off x="7971137" y="2793280"/>
            <a:ext cx="901731" cy="869678"/>
          </a:xfrm>
          <a:prstGeom prst="ellipse">
            <a:avLst/>
          </a:prstGeom>
          <a:noFill/>
        </p:spPr>
        <p:txBody>
          <a:bodyPr>
            <a:noAutofit/>
          </a:bodyPr>
          <a:lstStyle>
            <a:lvl1pPr marL="0" indent="0" algn="ctr">
              <a:buNone/>
              <a:defRPr lang="en-US" sz="1200" b="1" kern="1200" dirty="0">
                <a:solidFill>
                  <a:schemeClr val="tx1"/>
                </a:solidFill>
                <a:latin typeface="Open Sans" pitchFamily="2" charset="0"/>
                <a:ea typeface="Open Sans" pitchFamily="2" charset="0"/>
                <a:cs typeface="Open Sans" pitchFamily="2" charset="0"/>
              </a:defRPr>
            </a:lvl1pPr>
          </a:lstStyle>
          <a:p>
            <a:pPr lvl="0"/>
            <a:r>
              <a:rPr lang="en-US"/>
              <a:t>Insert Icon here</a:t>
            </a:r>
            <a:endParaRPr lang="en-IN"/>
          </a:p>
        </p:txBody>
      </p:sp>
      <p:sp>
        <p:nvSpPr>
          <p:cNvPr id="53" name="Text Placeholder 37">
            <a:extLst>
              <a:ext uri="{FF2B5EF4-FFF2-40B4-BE49-F238E27FC236}">
                <a16:creationId xmlns:a16="http://schemas.microsoft.com/office/drawing/2014/main" id="{71AB040B-597C-A5C7-F1F1-909D63030316}"/>
              </a:ext>
            </a:extLst>
          </p:cNvPr>
          <p:cNvSpPr>
            <a:spLocks noGrp="1"/>
          </p:cNvSpPr>
          <p:nvPr>
            <p:ph type="body" sz="quarter" idx="25" hasCustomPrompt="1"/>
          </p:nvPr>
        </p:nvSpPr>
        <p:spPr>
          <a:xfrm>
            <a:off x="2855049" y="4801305"/>
            <a:ext cx="1766902" cy="469070"/>
          </a:xfrm>
        </p:spPr>
        <p:txBody>
          <a:bodyPr>
            <a:normAutofit/>
          </a:bodyPr>
          <a:lstStyle>
            <a:lvl1pPr marL="0" indent="0" algn="ctr">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57" name="Text Placeholder 37">
            <a:extLst>
              <a:ext uri="{FF2B5EF4-FFF2-40B4-BE49-F238E27FC236}">
                <a16:creationId xmlns:a16="http://schemas.microsoft.com/office/drawing/2014/main" id="{A8120741-3EAF-7630-BC5E-64C1B432D41F}"/>
              </a:ext>
            </a:extLst>
          </p:cNvPr>
          <p:cNvSpPr>
            <a:spLocks noGrp="1"/>
          </p:cNvSpPr>
          <p:nvPr>
            <p:ph type="body" sz="quarter" idx="26" hasCustomPrompt="1"/>
          </p:nvPr>
        </p:nvSpPr>
        <p:spPr>
          <a:xfrm>
            <a:off x="2855050" y="4311177"/>
            <a:ext cx="1766901" cy="285646"/>
          </a:xfrm>
        </p:spPr>
        <p:txBody>
          <a:bodyPr>
            <a:noAutofit/>
          </a:bodyPr>
          <a:lstStyle>
            <a:lvl1pPr marL="0" indent="0" algn="ctr">
              <a:buNone/>
              <a:defRPr sz="1600" b="1">
                <a:solidFill>
                  <a:schemeClr val="bg1"/>
                </a:solidFill>
                <a:latin typeface="Barlow" panose="00000500000000000000" pitchFamily="2" charset="0"/>
              </a:defRPr>
            </a:lvl1pPr>
          </a:lstStyle>
          <a:p>
            <a:pPr lvl="0"/>
            <a:r>
              <a:rPr lang="en-US"/>
              <a:t>Click to add text</a:t>
            </a:r>
            <a:endParaRPr lang="en-IN"/>
          </a:p>
        </p:txBody>
      </p:sp>
      <p:sp>
        <p:nvSpPr>
          <p:cNvPr id="58" name="Text Placeholder 37">
            <a:extLst>
              <a:ext uri="{FF2B5EF4-FFF2-40B4-BE49-F238E27FC236}">
                <a16:creationId xmlns:a16="http://schemas.microsoft.com/office/drawing/2014/main" id="{BB488A77-4B23-0D6E-D5E2-DC0755954378}"/>
              </a:ext>
            </a:extLst>
          </p:cNvPr>
          <p:cNvSpPr>
            <a:spLocks noGrp="1"/>
          </p:cNvSpPr>
          <p:nvPr>
            <p:ph type="body" sz="quarter" idx="27" hasCustomPrompt="1"/>
          </p:nvPr>
        </p:nvSpPr>
        <p:spPr>
          <a:xfrm>
            <a:off x="4439522" y="1844267"/>
            <a:ext cx="1766901" cy="285646"/>
          </a:xfrm>
        </p:spPr>
        <p:txBody>
          <a:bodyPr>
            <a:noAutofit/>
          </a:bodyPr>
          <a:lstStyle>
            <a:lvl1pPr marL="0" indent="0" algn="ctr">
              <a:buNone/>
              <a:defRPr sz="1600" b="1">
                <a:solidFill>
                  <a:schemeClr val="bg1"/>
                </a:solidFill>
                <a:latin typeface="Barlow" panose="00000500000000000000" pitchFamily="2" charset="0"/>
              </a:defRPr>
            </a:lvl1pPr>
          </a:lstStyle>
          <a:p>
            <a:pPr lvl="0"/>
            <a:r>
              <a:rPr lang="en-US"/>
              <a:t>Click to add text</a:t>
            </a:r>
            <a:endParaRPr lang="en-IN"/>
          </a:p>
        </p:txBody>
      </p:sp>
      <p:sp>
        <p:nvSpPr>
          <p:cNvPr id="59" name="Text Placeholder 37">
            <a:extLst>
              <a:ext uri="{FF2B5EF4-FFF2-40B4-BE49-F238E27FC236}">
                <a16:creationId xmlns:a16="http://schemas.microsoft.com/office/drawing/2014/main" id="{E8658DEB-F265-558A-005C-27F637A03007}"/>
              </a:ext>
            </a:extLst>
          </p:cNvPr>
          <p:cNvSpPr>
            <a:spLocks noGrp="1"/>
          </p:cNvSpPr>
          <p:nvPr>
            <p:ph type="body" sz="quarter" idx="28" hasCustomPrompt="1"/>
          </p:nvPr>
        </p:nvSpPr>
        <p:spPr>
          <a:xfrm>
            <a:off x="4439522" y="1215893"/>
            <a:ext cx="1766902" cy="469070"/>
          </a:xfrm>
        </p:spPr>
        <p:txBody>
          <a:bodyPr>
            <a:normAutofit/>
          </a:bodyPr>
          <a:lstStyle>
            <a:lvl1pPr marL="0" indent="0" algn="ctr">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30" name="Text Placeholder 37">
            <a:extLst>
              <a:ext uri="{FF2B5EF4-FFF2-40B4-BE49-F238E27FC236}">
                <a16:creationId xmlns:a16="http://schemas.microsoft.com/office/drawing/2014/main" id="{EE7D17B4-7F3B-027E-CB0C-CFCCCBBA5E3E}"/>
              </a:ext>
            </a:extLst>
          </p:cNvPr>
          <p:cNvSpPr>
            <a:spLocks noGrp="1"/>
          </p:cNvSpPr>
          <p:nvPr>
            <p:ph type="body" sz="quarter" idx="29" hasCustomPrompt="1"/>
          </p:nvPr>
        </p:nvSpPr>
        <p:spPr>
          <a:xfrm>
            <a:off x="5983753" y="4802605"/>
            <a:ext cx="1766902" cy="469070"/>
          </a:xfrm>
        </p:spPr>
        <p:txBody>
          <a:bodyPr>
            <a:normAutofit/>
          </a:bodyPr>
          <a:lstStyle>
            <a:lvl1pPr marL="0" indent="0" algn="ctr">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31" name="Text Placeholder 37">
            <a:extLst>
              <a:ext uri="{FF2B5EF4-FFF2-40B4-BE49-F238E27FC236}">
                <a16:creationId xmlns:a16="http://schemas.microsoft.com/office/drawing/2014/main" id="{1A94115C-516D-2E90-3E57-5E23B68D414B}"/>
              </a:ext>
            </a:extLst>
          </p:cNvPr>
          <p:cNvSpPr>
            <a:spLocks noGrp="1"/>
          </p:cNvSpPr>
          <p:nvPr>
            <p:ph type="body" sz="quarter" idx="30" hasCustomPrompt="1"/>
          </p:nvPr>
        </p:nvSpPr>
        <p:spPr>
          <a:xfrm>
            <a:off x="5983754" y="4312477"/>
            <a:ext cx="1766901" cy="285646"/>
          </a:xfrm>
        </p:spPr>
        <p:txBody>
          <a:bodyPr>
            <a:noAutofit/>
          </a:bodyPr>
          <a:lstStyle>
            <a:lvl1pPr marL="0" indent="0" algn="ctr">
              <a:buNone/>
              <a:defRPr sz="1600" b="1">
                <a:solidFill>
                  <a:schemeClr val="bg1"/>
                </a:solidFill>
                <a:latin typeface="Barlow" panose="00000500000000000000" pitchFamily="2" charset="0"/>
              </a:defRPr>
            </a:lvl1pPr>
          </a:lstStyle>
          <a:p>
            <a:pPr lvl="0"/>
            <a:r>
              <a:rPr lang="en-US"/>
              <a:t>Click to add text</a:t>
            </a:r>
            <a:endParaRPr lang="en-IN"/>
          </a:p>
        </p:txBody>
      </p:sp>
      <p:sp>
        <p:nvSpPr>
          <p:cNvPr id="32" name="Text Placeholder 37">
            <a:extLst>
              <a:ext uri="{FF2B5EF4-FFF2-40B4-BE49-F238E27FC236}">
                <a16:creationId xmlns:a16="http://schemas.microsoft.com/office/drawing/2014/main" id="{1DAA1A3B-355B-36F3-7924-6976B2E8CE9C}"/>
              </a:ext>
            </a:extLst>
          </p:cNvPr>
          <p:cNvSpPr>
            <a:spLocks noGrp="1"/>
          </p:cNvSpPr>
          <p:nvPr>
            <p:ph type="body" sz="quarter" idx="31" hasCustomPrompt="1"/>
          </p:nvPr>
        </p:nvSpPr>
        <p:spPr>
          <a:xfrm>
            <a:off x="7532899" y="1826707"/>
            <a:ext cx="1766901" cy="285646"/>
          </a:xfrm>
        </p:spPr>
        <p:txBody>
          <a:bodyPr>
            <a:noAutofit/>
          </a:bodyPr>
          <a:lstStyle>
            <a:lvl1pPr marL="0" indent="0" algn="ctr">
              <a:buNone/>
              <a:defRPr sz="1600" b="1">
                <a:solidFill>
                  <a:schemeClr val="bg1"/>
                </a:solidFill>
                <a:latin typeface="Barlow" panose="00000500000000000000" pitchFamily="2" charset="0"/>
              </a:defRPr>
            </a:lvl1pPr>
          </a:lstStyle>
          <a:p>
            <a:pPr lvl="0"/>
            <a:r>
              <a:rPr lang="en-US"/>
              <a:t>Click to add text</a:t>
            </a:r>
            <a:endParaRPr lang="en-IN"/>
          </a:p>
        </p:txBody>
      </p:sp>
      <p:sp>
        <p:nvSpPr>
          <p:cNvPr id="33" name="Text Placeholder 37">
            <a:extLst>
              <a:ext uri="{FF2B5EF4-FFF2-40B4-BE49-F238E27FC236}">
                <a16:creationId xmlns:a16="http://schemas.microsoft.com/office/drawing/2014/main" id="{B3D87676-9AFC-06DD-9F65-958976B64EFC}"/>
              </a:ext>
            </a:extLst>
          </p:cNvPr>
          <p:cNvSpPr>
            <a:spLocks noGrp="1"/>
          </p:cNvSpPr>
          <p:nvPr>
            <p:ph type="body" sz="quarter" idx="32" hasCustomPrompt="1"/>
          </p:nvPr>
        </p:nvSpPr>
        <p:spPr>
          <a:xfrm>
            <a:off x="7532899" y="1198333"/>
            <a:ext cx="1766902" cy="469070"/>
          </a:xfrm>
        </p:spPr>
        <p:txBody>
          <a:bodyPr>
            <a:normAutofit/>
          </a:bodyPr>
          <a:lstStyle>
            <a:lvl1pPr marL="0" indent="0" algn="ctr">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Tree>
    <p:extLst>
      <p:ext uri="{BB962C8B-B14F-4D97-AF65-F5344CB8AC3E}">
        <p14:creationId xmlns:p14="http://schemas.microsoft.com/office/powerpoint/2010/main" val="139191209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Timeline/Roadmap">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19C9B7E9-FB89-1F1B-9254-6A23D8DBE79B}"/>
              </a:ext>
            </a:extLst>
          </p:cNvPr>
          <p:cNvCxnSpPr>
            <a:cxnSpLocks/>
          </p:cNvCxnSpPr>
          <p:nvPr userDrawn="1"/>
        </p:nvCxnSpPr>
        <p:spPr>
          <a:xfrm>
            <a:off x="1708220" y="787627"/>
            <a:ext cx="9029449" cy="0"/>
          </a:xfrm>
          <a:prstGeom prst="line">
            <a:avLst/>
          </a:prstGeom>
          <a:ln w="5080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7" name="Arc 6">
            <a:extLst>
              <a:ext uri="{FF2B5EF4-FFF2-40B4-BE49-F238E27FC236}">
                <a16:creationId xmlns:a16="http://schemas.microsoft.com/office/drawing/2014/main" id="{832BF05A-518E-EB20-83EE-D005C623D4ED}"/>
              </a:ext>
            </a:extLst>
          </p:cNvPr>
          <p:cNvSpPr/>
          <p:nvPr userDrawn="1"/>
        </p:nvSpPr>
        <p:spPr>
          <a:xfrm>
            <a:off x="9912532" y="795247"/>
            <a:ext cx="1500051" cy="1500051"/>
          </a:xfrm>
          <a:prstGeom prst="arc">
            <a:avLst>
              <a:gd name="adj1" fmla="val 16200000"/>
              <a:gd name="adj2" fmla="val 4601008"/>
            </a:avLst>
          </a:prstGeom>
          <a:ln w="508000">
            <a:solidFill>
              <a:schemeClr val="bg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3121169A-6BB1-D41B-3F80-38B4F767754D}"/>
              </a:ext>
            </a:extLst>
          </p:cNvPr>
          <p:cNvCxnSpPr>
            <a:cxnSpLocks/>
          </p:cNvCxnSpPr>
          <p:nvPr userDrawn="1"/>
        </p:nvCxnSpPr>
        <p:spPr>
          <a:xfrm>
            <a:off x="1436914" y="2263730"/>
            <a:ext cx="9470572" cy="0"/>
          </a:xfrm>
          <a:prstGeom prst="line">
            <a:avLst/>
          </a:prstGeom>
          <a:ln w="5080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9" name="Arc 8">
            <a:extLst>
              <a:ext uri="{FF2B5EF4-FFF2-40B4-BE49-F238E27FC236}">
                <a16:creationId xmlns:a16="http://schemas.microsoft.com/office/drawing/2014/main" id="{74E2AEF6-B3A1-D58E-4171-AB2204CC4B59}"/>
              </a:ext>
            </a:extLst>
          </p:cNvPr>
          <p:cNvSpPr/>
          <p:nvPr userDrawn="1"/>
        </p:nvSpPr>
        <p:spPr>
          <a:xfrm flipH="1">
            <a:off x="703217" y="2263730"/>
            <a:ext cx="1500051" cy="1500051"/>
          </a:xfrm>
          <a:prstGeom prst="arc">
            <a:avLst>
              <a:gd name="adj1" fmla="val 16058938"/>
              <a:gd name="adj2" fmla="val 5382642"/>
            </a:avLst>
          </a:prstGeom>
          <a:ln w="508000">
            <a:solidFill>
              <a:schemeClr val="bg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88AF7056-6B5A-AE62-6555-153C2AB5B25C}"/>
              </a:ext>
            </a:extLst>
          </p:cNvPr>
          <p:cNvCxnSpPr>
            <a:cxnSpLocks/>
            <a:stCxn id="9" idx="2"/>
          </p:cNvCxnSpPr>
          <p:nvPr userDrawn="1"/>
        </p:nvCxnSpPr>
        <p:spPr>
          <a:xfrm flipV="1">
            <a:off x="1449455" y="3724592"/>
            <a:ext cx="9288214" cy="39179"/>
          </a:xfrm>
          <a:prstGeom prst="line">
            <a:avLst/>
          </a:prstGeom>
          <a:ln w="5080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11" name="Arc 10">
            <a:extLst>
              <a:ext uri="{FF2B5EF4-FFF2-40B4-BE49-F238E27FC236}">
                <a16:creationId xmlns:a16="http://schemas.microsoft.com/office/drawing/2014/main" id="{3456D1FE-029A-B4CE-A05B-E3AD4E9403D7}"/>
              </a:ext>
            </a:extLst>
          </p:cNvPr>
          <p:cNvSpPr/>
          <p:nvPr userDrawn="1"/>
        </p:nvSpPr>
        <p:spPr>
          <a:xfrm>
            <a:off x="9912532" y="3726770"/>
            <a:ext cx="1500051" cy="1500051"/>
          </a:xfrm>
          <a:prstGeom prst="arc">
            <a:avLst>
              <a:gd name="adj1" fmla="val 16200000"/>
              <a:gd name="adj2" fmla="val 5341256"/>
            </a:avLst>
          </a:prstGeom>
          <a:ln w="508000">
            <a:solidFill>
              <a:schemeClr val="bg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38D68D3A-EA91-20A1-9C99-099C528D78EA}"/>
              </a:ext>
            </a:extLst>
          </p:cNvPr>
          <p:cNvCxnSpPr>
            <a:cxnSpLocks/>
          </p:cNvCxnSpPr>
          <p:nvPr userDrawn="1"/>
        </p:nvCxnSpPr>
        <p:spPr>
          <a:xfrm>
            <a:off x="1817393" y="5226602"/>
            <a:ext cx="8995387" cy="0"/>
          </a:xfrm>
          <a:prstGeom prst="line">
            <a:avLst/>
          </a:prstGeom>
          <a:ln w="5080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EDE3C33-5102-DD91-B910-2373B00D9632}"/>
              </a:ext>
            </a:extLst>
          </p:cNvPr>
          <p:cNvCxnSpPr>
            <a:cxnSpLocks/>
          </p:cNvCxnSpPr>
          <p:nvPr userDrawn="1"/>
        </p:nvCxnSpPr>
        <p:spPr>
          <a:xfrm>
            <a:off x="1817393" y="774564"/>
            <a:ext cx="8920276" cy="0"/>
          </a:xfrm>
          <a:prstGeom prst="line">
            <a:avLst/>
          </a:prstGeom>
          <a:ln w="1270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Arc 13">
            <a:extLst>
              <a:ext uri="{FF2B5EF4-FFF2-40B4-BE49-F238E27FC236}">
                <a16:creationId xmlns:a16="http://schemas.microsoft.com/office/drawing/2014/main" id="{C0D06F49-D796-A871-C373-24DDD6B5DF29}"/>
              </a:ext>
            </a:extLst>
          </p:cNvPr>
          <p:cNvSpPr/>
          <p:nvPr userDrawn="1"/>
        </p:nvSpPr>
        <p:spPr>
          <a:xfrm>
            <a:off x="9912532" y="774564"/>
            <a:ext cx="1500051" cy="1500051"/>
          </a:xfrm>
          <a:prstGeom prst="arc">
            <a:avLst>
              <a:gd name="adj1" fmla="val 16200000"/>
              <a:gd name="adj2" fmla="val 5503193"/>
            </a:avLst>
          </a:prstGeom>
          <a:ln w="12700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AFD4568D-E665-D741-D129-946C6555BF7E}"/>
              </a:ext>
            </a:extLst>
          </p:cNvPr>
          <p:cNvCxnSpPr>
            <a:cxnSpLocks/>
            <a:endCxn id="14" idx="2"/>
          </p:cNvCxnSpPr>
          <p:nvPr userDrawn="1"/>
        </p:nvCxnSpPr>
        <p:spPr>
          <a:xfrm>
            <a:off x="1436914" y="2250667"/>
            <a:ext cx="9203133" cy="23610"/>
          </a:xfrm>
          <a:prstGeom prst="line">
            <a:avLst/>
          </a:prstGeom>
          <a:ln w="12700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Arc 15">
            <a:extLst>
              <a:ext uri="{FF2B5EF4-FFF2-40B4-BE49-F238E27FC236}">
                <a16:creationId xmlns:a16="http://schemas.microsoft.com/office/drawing/2014/main" id="{15DF3449-B601-C4FD-798F-89409F09746E}"/>
              </a:ext>
            </a:extLst>
          </p:cNvPr>
          <p:cNvSpPr/>
          <p:nvPr userDrawn="1"/>
        </p:nvSpPr>
        <p:spPr>
          <a:xfrm flipH="1">
            <a:off x="703217" y="2250667"/>
            <a:ext cx="1500051" cy="1500051"/>
          </a:xfrm>
          <a:prstGeom prst="arc">
            <a:avLst>
              <a:gd name="adj1" fmla="val 16200000"/>
              <a:gd name="adj2" fmla="val 5481035"/>
            </a:avLst>
          </a:prstGeom>
          <a:ln w="12700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A71555A8-4664-9CD4-65D3-172657A69E01}"/>
              </a:ext>
            </a:extLst>
          </p:cNvPr>
          <p:cNvCxnSpPr>
            <a:cxnSpLocks/>
            <a:stCxn id="16" idx="2"/>
          </p:cNvCxnSpPr>
          <p:nvPr userDrawn="1"/>
        </p:nvCxnSpPr>
        <p:spPr>
          <a:xfrm flipV="1">
            <a:off x="1470921" y="3726043"/>
            <a:ext cx="9266748" cy="24467"/>
          </a:xfrm>
          <a:prstGeom prst="line">
            <a:avLst/>
          </a:prstGeom>
          <a:ln w="127000">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Arc 17">
            <a:extLst>
              <a:ext uri="{FF2B5EF4-FFF2-40B4-BE49-F238E27FC236}">
                <a16:creationId xmlns:a16="http://schemas.microsoft.com/office/drawing/2014/main" id="{DA4684CD-072C-ACC1-A628-496592A819ED}"/>
              </a:ext>
            </a:extLst>
          </p:cNvPr>
          <p:cNvSpPr/>
          <p:nvPr userDrawn="1"/>
        </p:nvSpPr>
        <p:spPr>
          <a:xfrm>
            <a:off x="9912532" y="3726770"/>
            <a:ext cx="1500051" cy="1500051"/>
          </a:xfrm>
          <a:prstGeom prst="arc">
            <a:avLst>
              <a:gd name="adj1" fmla="val 16200000"/>
              <a:gd name="adj2" fmla="val 5696084"/>
            </a:avLst>
          </a:prstGeom>
          <a:ln w="12700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2DD749B2-9BC5-D80D-B171-8171853EFDB9}"/>
              </a:ext>
            </a:extLst>
          </p:cNvPr>
          <p:cNvCxnSpPr>
            <a:cxnSpLocks/>
          </p:cNvCxnSpPr>
          <p:nvPr userDrawn="1"/>
        </p:nvCxnSpPr>
        <p:spPr>
          <a:xfrm>
            <a:off x="1898091" y="5215804"/>
            <a:ext cx="8839578" cy="8828"/>
          </a:xfrm>
          <a:prstGeom prst="line">
            <a:avLst/>
          </a:prstGeom>
          <a:ln w="127000">
            <a:solidFill>
              <a:schemeClr val="tx2"/>
            </a:solidFill>
          </a:ln>
        </p:spPr>
        <p:style>
          <a:lnRef idx="1">
            <a:schemeClr val="accent1"/>
          </a:lnRef>
          <a:fillRef idx="0">
            <a:schemeClr val="accent1"/>
          </a:fillRef>
          <a:effectRef idx="0">
            <a:schemeClr val="accent1"/>
          </a:effectRef>
          <a:fontRef idx="minor">
            <a:schemeClr val="tx1"/>
          </a:fontRef>
        </p:style>
      </p:cxnSp>
      <p:sp>
        <p:nvSpPr>
          <p:cNvPr id="78" name="Content Placeholder 50">
            <a:extLst>
              <a:ext uri="{FF2B5EF4-FFF2-40B4-BE49-F238E27FC236}">
                <a16:creationId xmlns:a16="http://schemas.microsoft.com/office/drawing/2014/main" id="{FC20027F-612B-4349-1712-D764804590FE}"/>
              </a:ext>
            </a:extLst>
          </p:cNvPr>
          <p:cNvSpPr>
            <a:spLocks noGrp="1"/>
          </p:cNvSpPr>
          <p:nvPr>
            <p:ph sz="quarter" idx="14" hasCustomPrompt="1"/>
          </p:nvPr>
        </p:nvSpPr>
        <p:spPr>
          <a:xfrm>
            <a:off x="1449455" y="406822"/>
            <a:ext cx="760960" cy="760960"/>
          </a:xfrm>
          <a:prstGeom prst="ellipse">
            <a:avLst/>
          </a:prstGeom>
          <a:solidFill>
            <a:schemeClr val="tx2"/>
          </a:solidFill>
          <a:ln w="76200">
            <a:solidFill>
              <a:schemeClr val="bg2"/>
            </a:solidFill>
          </a:ln>
        </p:spPr>
        <p:txBody>
          <a:bodyPr vert="horz" lIns="91440" tIns="91440" rIns="91440" bIns="91440" rtlCol="0" anchor="ctr">
            <a:noAutofit/>
          </a:bodyPr>
          <a:lstStyle>
            <a:lvl1pPr>
              <a:defRPr lang="en-IN" sz="2000" b="1" dirty="0">
                <a:solidFill>
                  <a:schemeClr val="bg1"/>
                </a:solidFill>
                <a:latin typeface="Barlow" panose="00000500000000000000" pitchFamily="2" charset="0"/>
              </a:defRPr>
            </a:lvl1pPr>
          </a:lstStyle>
          <a:p>
            <a:pPr marL="0" lvl="0" indent="0" algn="ctr">
              <a:buNone/>
            </a:pPr>
            <a:r>
              <a:rPr lang="en-US"/>
              <a:t>01</a:t>
            </a:r>
            <a:endParaRPr lang="en-IN"/>
          </a:p>
        </p:txBody>
      </p:sp>
      <p:sp>
        <p:nvSpPr>
          <p:cNvPr id="79" name="Content Placeholder 50">
            <a:extLst>
              <a:ext uri="{FF2B5EF4-FFF2-40B4-BE49-F238E27FC236}">
                <a16:creationId xmlns:a16="http://schemas.microsoft.com/office/drawing/2014/main" id="{2EF26B25-D3D9-65C3-CA17-9CE195B2D629}"/>
              </a:ext>
            </a:extLst>
          </p:cNvPr>
          <p:cNvSpPr>
            <a:spLocks noGrp="1"/>
          </p:cNvSpPr>
          <p:nvPr>
            <p:ph sz="quarter" idx="15" hasCustomPrompt="1"/>
          </p:nvPr>
        </p:nvSpPr>
        <p:spPr>
          <a:xfrm>
            <a:off x="5020621" y="406822"/>
            <a:ext cx="760960" cy="760960"/>
          </a:xfrm>
          <a:prstGeom prst="ellipse">
            <a:avLst/>
          </a:prstGeom>
          <a:solidFill>
            <a:schemeClr val="tx2"/>
          </a:solidFill>
          <a:ln w="76200">
            <a:solidFill>
              <a:schemeClr val="bg2"/>
            </a:solidFill>
          </a:ln>
        </p:spPr>
        <p:txBody>
          <a:bodyPr tIns="91440" bIns="91440" anchor="ctr">
            <a:noAutofit/>
          </a:bodyPr>
          <a:lstStyle>
            <a:lvl1pPr marL="0" indent="0" algn="ctr">
              <a:buNone/>
              <a:defRPr lang="en-IN" sz="2000" b="1" kern="1200" dirty="0">
                <a:solidFill>
                  <a:schemeClr val="bg1"/>
                </a:solidFill>
                <a:latin typeface="Barlow" panose="00000500000000000000" pitchFamily="2" charset="0"/>
                <a:ea typeface="Open Sans" pitchFamily="2" charset="0"/>
                <a:cs typeface="Open Sans" pitchFamily="2" charset="0"/>
              </a:defRPr>
            </a:lvl1pPr>
          </a:lstStyle>
          <a:p>
            <a:pPr lvl="0"/>
            <a:r>
              <a:rPr lang="en-US"/>
              <a:t>02</a:t>
            </a:r>
            <a:endParaRPr lang="en-IN"/>
          </a:p>
        </p:txBody>
      </p:sp>
      <p:sp>
        <p:nvSpPr>
          <p:cNvPr id="80" name="Content Placeholder 50">
            <a:extLst>
              <a:ext uri="{FF2B5EF4-FFF2-40B4-BE49-F238E27FC236}">
                <a16:creationId xmlns:a16="http://schemas.microsoft.com/office/drawing/2014/main" id="{ED169606-3BF2-0717-5600-A633B533506D}"/>
              </a:ext>
            </a:extLst>
          </p:cNvPr>
          <p:cNvSpPr>
            <a:spLocks noGrp="1"/>
          </p:cNvSpPr>
          <p:nvPr>
            <p:ph sz="quarter" idx="16" hasCustomPrompt="1"/>
          </p:nvPr>
        </p:nvSpPr>
        <p:spPr>
          <a:xfrm>
            <a:off x="6316431" y="1914818"/>
            <a:ext cx="760960" cy="760960"/>
          </a:xfrm>
          <a:prstGeom prst="ellipse">
            <a:avLst/>
          </a:prstGeom>
          <a:solidFill>
            <a:schemeClr val="tx2"/>
          </a:solidFill>
          <a:ln w="76200">
            <a:solidFill>
              <a:schemeClr val="bg2"/>
            </a:solidFill>
          </a:ln>
        </p:spPr>
        <p:txBody>
          <a:bodyPr vert="horz" lIns="91440" tIns="91440" rIns="91440" bIns="91440" rtlCol="0" anchor="ctr">
            <a:noAutofit/>
          </a:bodyPr>
          <a:lstStyle>
            <a:lvl1pPr>
              <a:defRPr lang="en-IN" sz="2000" b="1" dirty="0">
                <a:solidFill>
                  <a:schemeClr val="bg1"/>
                </a:solidFill>
                <a:latin typeface="Barlow" panose="00000500000000000000" pitchFamily="2" charset="0"/>
              </a:defRPr>
            </a:lvl1pPr>
          </a:lstStyle>
          <a:p>
            <a:pPr marL="0" lvl="0" indent="0" algn="ctr">
              <a:buNone/>
            </a:pPr>
            <a:r>
              <a:rPr lang="en-US"/>
              <a:t>05</a:t>
            </a:r>
            <a:endParaRPr lang="en-IN"/>
          </a:p>
        </p:txBody>
      </p:sp>
      <p:sp>
        <p:nvSpPr>
          <p:cNvPr id="81" name="Content Placeholder 50">
            <a:extLst>
              <a:ext uri="{FF2B5EF4-FFF2-40B4-BE49-F238E27FC236}">
                <a16:creationId xmlns:a16="http://schemas.microsoft.com/office/drawing/2014/main" id="{5D4638D9-9C1D-5220-DC1F-57BEB178AE33}"/>
              </a:ext>
            </a:extLst>
          </p:cNvPr>
          <p:cNvSpPr>
            <a:spLocks noGrp="1"/>
          </p:cNvSpPr>
          <p:nvPr>
            <p:ph sz="quarter" idx="17" hasCustomPrompt="1"/>
          </p:nvPr>
        </p:nvSpPr>
        <p:spPr>
          <a:xfrm>
            <a:off x="9974679" y="1906980"/>
            <a:ext cx="760960" cy="760960"/>
          </a:xfrm>
          <a:prstGeom prst="ellipse">
            <a:avLst/>
          </a:prstGeom>
          <a:solidFill>
            <a:schemeClr val="tx2"/>
          </a:solidFill>
          <a:ln w="76200">
            <a:solidFill>
              <a:schemeClr val="bg2"/>
            </a:solidFill>
          </a:ln>
        </p:spPr>
        <p:txBody>
          <a:bodyPr tIns="91440" bIns="91440" anchor="ctr">
            <a:noAutofit/>
          </a:bodyPr>
          <a:lstStyle>
            <a:lvl1pPr marL="0" indent="0" algn="ctr">
              <a:buNone/>
              <a:defRPr sz="2000" b="1">
                <a:solidFill>
                  <a:schemeClr val="bg1"/>
                </a:solidFill>
                <a:latin typeface="Barlow" panose="00000500000000000000" pitchFamily="2" charset="0"/>
              </a:defRPr>
            </a:lvl1pPr>
          </a:lstStyle>
          <a:p>
            <a:pPr lvl="0"/>
            <a:r>
              <a:rPr lang="en-US"/>
              <a:t>04</a:t>
            </a:r>
            <a:endParaRPr lang="en-IN"/>
          </a:p>
        </p:txBody>
      </p:sp>
      <p:sp>
        <p:nvSpPr>
          <p:cNvPr id="83" name="Content Placeholder 50">
            <a:extLst>
              <a:ext uri="{FF2B5EF4-FFF2-40B4-BE49-F238E27FC236}">
                <a16:creationId xmlns:a16="http://schemas.microsoft.com/office/drawing/2014/main" id="{50645EBC-1FF7-8BF3-5BB7-7B78F857C84C}"/>
              </a:ext>
            </a:extLst>
          </p:cNvPr>
          <p:cNvSpPr>
            <a:spLocks noGrp="1"/>
          </p:cNvSpPr>
          <p:nvPr>
            <p:ph sz="quarter" idx="19" hasCustomPrompt="1"/>
          </p:nvPr>
        </p:nvSpPr>
        <p:spPr>
          <a:xfrm>
            <a:off x="9040538" y="3383083"/>
            <a:ext cx="760960" cy="760960"/>
          </a:xfrm>
          <a:prstGeom prst="ellipse">
            <a:avLst/>
          </a:prstGeom>
          <a:solidFill>
            <a:schemeClr val="tx2"/>
          </a:solidFill>
          <a:ln w="76200">
            <a:solidFill>
              <a:schemeClr val="bg2"/>
            </a:solidFill>
          </a:ln>
        </p:spPr>
        <p:txBody>
          <a:bodyPr tIns="91440" bIns="91440" anchor="ctr">
            <a:noAutofit/>
          </a:bodyPr>
          <a:lstStyle>
            <a:lvl1pPr marL="0" indent="0" algn="ctr">
              <a:buNone/>
              <a:defRPr sz="2000" b="1">
                <a:solidFill>
                  <a:schemeClr val="bg1"/>
                </a:solidFill>
                <a:latin typeface="Barlow" panose="00000500000000000000" pitchFamily="2" charset="0"/>
              </a:defRPr>
            </a:lvl1pPr>
          </a:lstStyle>
          <a:p>
            <a:pPr lvl="0"/>
            <a:r>
              <a:rPr lang="en-US"/>
              <a:t>09</a:t>
            </a:r>
            <a:endParaRPr lang="en-IN"/>
          </a:p>
        </p:txBody>
      </p:sp>
      <p:sp>
        <p:nvSpPr>
          <p:cNvPr id="84" name="Content Placeholder 50">
            <a:extLst>
              <a:ext uri="{FF2B5EF4-FFF2-40B4-BE49-F238E27FC236}">
                <a16:creationId xmlns:a16="http://schemas.microsoft.com/office/drawing/2014/main" id="{12F5A052-E631-1F24-1762-E6676FD03218}"/>
              </a:ext>
            </a:extLst>
          </p:cNvPr>
          <p:cNvSpPr>
            <a:spLocks noGrp="1"/>
          </p:cNvSpPr>
          <p:nvPr>
            <p:ph sz="quarter" idx="20" hasCustomPrompt="1"/>
          </p:nvPr>
        </p:nvSpPr>
        <p:spPr>
          <a:xfrm>
            <a:off x="2658183" y="1891640"/>
            <a:ext cx="760960" cy="760960"/>
          </a:xfrm>
          <a:prstGeom prst="ellipse">
            <a:avLst/>
          </a:prstGeom>
          <a:solidFill>
            <a:schemeClr val="tx2"/>
          </a:solidFill>
          <a:ln w="76200">
            <a:solidFill>
              <a:schemeClr val="bg2"/>
            </a:solidFill>
          </a:ln>
        </p:spPr>
        <p:txBody>
          <a:bodyPr tIns="91440" bIns="91440" anchor="ctr">
            <a:noAutofit/>
          </a:bodyPr>
          <a:lstStyle>
            <a:lvl1pPr marL="0" indent="0" algn="ctr">
              <a:buNone/>
              <a:defRPr sz="2000" b="1">
                <a:solidFill>
                  <a:schemeClr val="bg1"/>
                </a:solidFill>
                <a:latin typeface="Barlow" panose="00000500000000000000" pitchFamily="2" charset="0"/>
              </a:defRPr>
            </a:lvl1pPr>
          </a:lstStyle>
          <a:p>
            <a:pPr lvl="0"/>
            <a:r>
              <a:rPr lang="en-US"/>
              <a:t>06</a:t>
            </a:r>
            <a:endParaRPr lang="en-IN"/>
          </a:p>
        </p:txBody>
      </p:sp>
      <p:sp>
        <p:nvSpPr>
          <p:cNvPr id="85" name="Content Placeholder 50">
            <a:extLst>
              <a:ext uri="{FF2B5EF4-FFF2-40B4-BE49-F238E27FC236}">
                <a16:creationId xmlns:a16="http://schemas.microsoft.com/office/drawing/2014/main" id="{11758FA9-0D18-8326-1972-2FBDB30BEB42}"/>
              </a:ext>
            </a:extLst>
          </p:cNvPr>
          <p:cNvSpPr>
            <a:spLocks noGrp="1"/>
          </p:cNvSpPr>
          <p:nvPr>
            <p:ph sz="quarter" idx="21" hasCustomPrompt="1"/>
          </p:nvPr>
        </p:nvSpPr>
        <p:spPr>
          <a:xfrm>
            <a:off x="2175730" y="3344112"/>
            <a:ext cx="760960" cy="760960"/>
          </a:xfrm>
          <a:prstGeom prst="ellipse">
            <a:avLst/>
          </a:prstGeom>
          <a:solidFill>
            <a:schemeClr val="tx2"/>
          </a:solidFill>
          <a:ln w="76200">
            <a:solidFill>
              <a:schemeClr val="bg2"/>
            </a:solidFill>
          </a:ln>
        </p:spPr>
        <p:txBody>
          <a:bodyPr vert="horz" lIns="91440" tIns="91440" rIns="91440" bIns="91440" rtlCol="0">
            <a:noAutofit/>
          </a:bodyPr>
          <a:lstStyle>
            <a:lvl1pPr>
              <a:defRPr lang="en-IN" sz="2000" b="1" dirty="0">
                <a:solidFill>
                  <a:schemeClr val="bg1"/>
                </a:solidFill>
                <a:latin typeface="Barlow" panose="00000500000000000000" pitchFamily="2" charset="0"/>
              </a:defRPr>
            </a:lvl1pPr>
          </a:lstStyle>
          <a:p>
            <a:pPr marL="0" lvl="0" indent="0" algn="ctr">
              <a:buNone/>
            </a:pPr>
            <a:r>
              <a:rPr lang="en-US"/>
              <a:t>07</a:t>
            </a:r>
            <a:endParaRPr lang="en-IN"/>
          </a:p>
        </p:txBody>
      </p:sp>
      <p:sp>
        <p:nvSpPr>
          <p:cNvPr id="86" name="Content Placeholder 50">
            <a:extLst>
              <a:ext uri="{FF2B5EF4-FFF2-40B4-BE49-F238E27FC236}">
                <a16:creationId xmlns:a16="http://schemas.microsoft.com/office/drawing/2014/main" id="{F5CAD0D1-3B56-853B-912E-DD33A50C76DA}"/>
              </a:ext>
            </a:extLst>
          </p:cNvPr>
          <p:cNvSpPr>
            <a:spLocks noGrp="1"/>
          </p:cNvSpPr>
          <p:nvPr>
            <p:ph sz="quarter" idx="22" hasCustomPrompt="1"/>
          </p:nvPr>
        </p:nvSpPr>
        <p:spPr>
          <a:xfrm>
            <a:off x="5621903" y="3369889"/>
            <a:ext cx="760960" cy="760960"/>
          </a:xfrm>
          <a:prstGeom prst="ellipse">
            <a:avLst/>
          </a:prstGeom>
          <a:solidFill>
            <a:schemeClr val="tx2"/>
          </a:solidFill>
          <a:ln w="76200">
            <a:solidFill>
              <a:schemeClr val="bg2"/>
            </a:solidFill>
          </a:ln>
        </p:spPr>
        <p:txBody>
          <a:bodyPr tIns="91440" bIns="91440">
            <a:noAutofit/>
          </a:bodyPr>
          <a:lstStyle>
            <a:lvl1pPr marL="0" indent="0" algn="ctr">
              <a:buNone/>
              <a:defRPr lang="en-IN" sz="2000" b="1" kern="1200" dirty="0">
                <a:solidFill>
                  <a:schemeClr val="bg1"/>
                </a:solidFill>
                <a:latin typeface="Barlow" panose="00000500000000000000" pitchFamily="2" charset="0"/>
                <a:ea typeface="Open Sans" pitchFamily="2" charset="0"/>
                <a:cs typeface="Open Sans" pitchFamily="2" charset="0"/>
              </a:defRPr>
            </a:lvl1pPr>
          </a:lstStyle>
          <a:p>
            <a:pPr lvl="0"/>
            <a:r>
              <a:rPr lang="en-US"/>
              <a:t>08</a:t>
            </a:r>
            <a:endParaRPr lang="en-IN"/>
          </a:p>
        </p:txBody>
      </p:sp>
      <p:sp>
        <p:nvSpPr>
          <p:cNvPr id="87" name="Content Placeholder 50">
            <a:extLst>
              <a:ext uri="{FF2B5EF4-FFF2-40B4-BE49-F238E27FC236}">
                <a16:creationId xmlns:a16="http://schemas.microsoft.com/office/drawing/2014/main" id="{AB6D3CC3-B577-59E2-851C-FAF65AE0A58E}"/>
              </a:ext>
            </a:extLst>
          </p:cNvPr>
          <p:cNvSpPr>
            <a:spLocks noGrp="1"/>
          </p:cNvSpPr>
          <p:nvPr>
            <p:ph sz="quarter" idx="23" hasCustomPrompt="1"/>
          </p:nvPr>
        </p:nvSpPr>
        <p:spPr>
          <a:xfrm>
            <a:off x="8591787" y="406822"/>
            <a:ext cx="760960" cy="760960"/>
          </a:xfrm>
          <a:prstGeom prst="ellipse">
            <a:avLst/>
          </a:prstGeom>
          <a:solidFill>
            <a:schemeClr val="tx2"/>
          </a:solidFill>
          <a:ln w="76200">
            <a:solidFill>
              <a:schemeClr val="bg2"/>
            </a:solidFill>
          </a:ln>
        </p:spPr>
        <p:txBody>
          <a:bodyPr vert="horz" lIns="91440" tIns="91440" rIns="91440" bIns="91440" rtlCol="0" anchor="ctr">
            <a:noAutofit/>
          </a:bodyPr>
          <a:lstStyle>
            <a:lvl1pPr>
              <a:defRPr lang="en-IN" sz="2000" b="1" dirty="0">
                <a:solidFill>
                  <a:schemeClr val="bg1"/>
                </a:solidFill>
                <a:latin typeface="Barlow" panose="00000500000000000000" pitchFamily="2" charset="0"/>
              </a:defRPr>
            </a:lvl1pPr>
          </a:lstStyle>
          <a:p>
            <a:pPr marL="0" lvl="0" indent="0" algn="ctr">
              <a:buNone/>
            </a:pPr>
            <a:r>
              <a:rPr lang="en-US"/>
              <a:t>04</a:t>
            </a:r>
            <a:endParaRPr lang="en-IN"/>
          </a:p>
        </p:txBody>
      </p:sp>
      <p:sp>
        <p:nvSpPr>
          <p:cNvPr id="88" name="Content Placeholder 50">
            <a:extLst>
              <a:ext uri="{FF2B5EF4-FFF2-40B4-BE49-F238E27FC236}">
                <a16:creationId xmlns:a16="http://schemas.microsoft.com/office/drawing/2014/main" id="{BF653D63-A095-1492-3077-9AECBA457078}"/>
              </a:ext>
            </a:extLst>
          </p:cNvPr>
          <p:cNvSpPr>
            <a:spLocks noGrp="1"/>
          </p:cNvSpPr>
          <p:nvPr>
            <p:ph sz="quarter" idx="24" hasCustomPrompt="1"/>
          </p:nvPr>
        </p:nvSpPr>
        <p:spPr>
          <a:xfrm>
            <a:off x="5020621" y="4814228"/>
            <a:ext cx="760960" cy="760960"/>
          </a:xfrm>
          <a:prstGeom prst="ellipse">
            <a:avLst/>
          </a:prstGeom>
          <a:solidFill>
            <a:schemeClr val="tx2"/>
          </a:solidFill>
          <a:ln w="76200">
            <a:solidFill>
              <a:schemeClr val="bg2"/>
            </a:solidFill>
          </a:ln>
        </p:spPr>
        <p:txBody>
          <a:bodyPr vert="horz" lIns="91440" tIns="91440" rIns="91440" bIns="91440" rtlCol="0" anchor="ctr">
            <a:noAutofit/>
          </a:bodyPr>
          <a:lstStyle>
            <a:lvl1pPr>
              <a:defRPr lang="en-IN" sz="2000" b="1" dirty="0">
                <a:solidFill>
                  <a:schemeClr val="bg1"/>
                </a:solidFill>
                <a:latin typeface="Barlow" panose="00000500000000000000" pitchFamily="2" charset="0"/>
              </a:defRPr>
            </a:lvl1pPr>
          </a:lstStyle>
          <a:p>
            <a:pPr marL="0" lvl="0" indent="0" algn="ctr">
              <a:buNone/>
            </a:pPr>
            <a:r>
              <a:rPr lang="en-US"/>
              <a:t>11</a:t>
            </a:r>
            <a:endParaRPr lang="en-IN"/>
          </a:p>
        </p:txBody>
      </p:sp>
      <p:sp>
        <p:nvSpPr>
          <p:cNvPr id="89" name="Content Placeholder 50">
            <a:extLst>
              <a:ext uri="{FF2B5EF4-FFF2-40B4-BE49-F238E27FC236}">
                <a16:creationId xmlns:a16="http://schemas.microsoft.com/office/drawing/2014/main" id="{52AF807D-C4F4-ECAE-C08B-D33BC123C39D}"/>
              </a:ext>
            </a:extLst>
          </p:cNvPr>
          <p:cNvSpPr>
            <a:spLocks noGrp="1"/>
          </p:cNvSpPr>
          <p:nvPr>
            <p:ph sz="quarter" idx="25" hasCustomPrompt="1"/>
          </p:nvPr>
        </p:nvSpPr>
        <p:spPr>
          <a:xfrm>
            <a:off x="8584638" y="4833398"/>
            <a:ext cx="760960" cy="760960"/>
          </a:xfrm>
          <a:prstGeom prst="ellipse">
            <a:avLst/>
          </a:prstGeom>
          <a:solidFill>
            <a:schemeClr val="tx2"/>
          </a:solidFill>
          <a:ln w="76200">
            <a:solidFill>
              <a:schemeClr val="bg2"/>
            </a:solidFill>
          </a:ln>
        </p:spPr>
        <p:txBody>
          <a:bodyPr tIns="91440" bIns="91440" anchor="ctr">
            <a:noAutofit/>
          </a:bodyPr>
          <a:lstStyle>
            <a:lvl1pPr marL="0" indent="0" algn="ctr">
              <a:buNone/>
              <a:defRPr sz="2000" b="1">
                <a:solidFill>
                  <a:schemeClr val="bg1"/>
                </a:solidFill>
                <a:latin typeface="Barlow" panose="00000500000000000000" pitchFamily="2" charset="0"/>
              </a:defRPr>
            </a:lvl1pPr>
          </a:lstStyle>
          <a:p>
            <a:pPr lvl="0"/>
            <a:r>
              <a:rPr lang="en-US"/>
              <a:t>10</a:t>
            </a:r>
            <a:endParaRPr lang="en-IN"/>
          </a:p>
        </p:txBody>
      </p:sp>
      <p:sp>
        <p:nvSpPr>
          <p:cNvPr id="91" name="Content Placeholder 50">
            <a:extLst>
              <a:ext uri="{FF2B5EF4-FFF2-40B4-BE49-F238E27FC236}">
                <a16:creationId xmlns:a16="http://schemas.microsoft.com/office/drawing/2014/main" id="{CD059482-EBA5-A35C-7937-5A2B40CB3707}"/>
              </a:ext>
            </a:extLst>
          </p:cNvPr>
          <p:cNvSpPr>
            <a:spLocks noGrp="1"/>
          </p:cNvSpPr>
          <p:nvPr>
            <p:ph sz="quarter" idx="26" hasCustomPrompt="1"/>
          </p:nvPr>
        </p:nvSpPr>
        <p:spPr>
          <a:xfrm>
            <a:off x="330941" y="4679277"/>
            <a:ext cx="1030862" cy="1030862"/>
          </a:xfrm>
          <a:prstGeom prst="ellipse">
            <a:avLst/>
          </a:prstGeom>
          <a:noFill/>
          <a:ln w="76200">
            <a:noFill/>
          </a:ln>
        </p:spPr>
        <p:txBody>
          <a:bodyPr vert="horz" lIns="91440" tIns="91440" rIns="91440" bIns="91440" rtlCol="0" anchor="ctr">
            <a:noAutofit/>
          </a:bodyPr>
          <a:lstStyle>
            <a:lvl1pPr>
              <a:defRPr lang="en-IN" sz="1400" b="0" dirty="0">
                <a:solidFill>
                  <a:schemeClr val="tx2"/>
                </a:solidFill>
                <a:latin typeface="Barlow" panose="00000500000000000000" pitchFamily="2" charset="0"/>
              </a:defRPr>
            </a:lvl1pPr>
          </a:lstStyle>
          <a:p>
            <a:pPr marL="0" lvl="0" indent="0" algn="ctr">
              <a:buNone/>
            </a:pPr>
            <a:r>
              <a:rPr lang="en-US"/>
              <a:t>Insert Icon Here</a:t>
            </a:r>
            <a:endParaRPr lang="en-IN"/>
          </a:p>
        </p:txBody>
      </p:sp>
      <p:sp>
        <p:nvSpPr>
          <p:cNvPr id="92" name="Text Placeholder 37">
            <a:extLst>
              <a:ext uri="{FF2B5EF4-FFF2-40B4-BE49-F238E27FC236}">
                <a16:creationId xmlns:a16="http://schemas.microsoft.com/office/drawing/2014/main" id="{F3D3EE0B-3F65-C3E3-E520-5439C4055450}"/>
              </a:ext>
            </a:extLst>
          </p:cNvPr>
          <p:cNvSpPr>
            <a:spLocks noGrp="1"/>
          </p:cNvSpPr>
          <p:nvPr>
            <p:ph type="body" sz="quarter" idx="36" hasCustomPrompt="1"/>
          </p:nvPr>
        </p:nvSpPr>
        <p:spPr>
          <a:xfrm>
            <a:off x="689363" y="1251754"/>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3" name="Text Placeholder 37">
            <a:extLst>
              <a:ext uri="{FF2B5EF4-FFF2-40B4-BE49-F238E27FC236}">
                <a16:creationId xmlns:a16="http://schemas.microsoft.com/office/drawing/2014/main" id="{5175113E-7DFE-4862-6F71-815DA10E95AB}"/>
              </a:ext>
            </a:extLst>
          </p:cNvPr>
          <p:cNvSpPr>
            <a:spLocks noGrp="1"/>
          </p:cNvSpPr>
          <p:nvPr>
            <p:ph type="body" sz="quarter" idx="37" hasCustomPrompt="1"/>
          </p:nvPr>
        </p:nvSpPr>
        <p:spPr>
          <a:xfrm>
            <a:off x="4256955" y="1243381"/>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4" name="Text Placeholder 37">
            <a:extLst>
              <a:ext uri="{FF2B5EF4-FFF2-40B4-BE49-F238E27FC236}">
                <a16:creationId xmlns:a16="http://schemas.microsoft.com/office/drawing/2014/main" id="{418E5980-45CC-9DC8-BB36-9BD8051D75C7}"/>
              </a:ext>
            </a:extLst>
          </p:cNvPr>
          <p:cNvSpPr>
            <a:spLocks noGrp="1"/>
          </p:cNvSpPr>
          <p:nvPr>
            <p:ph type="body" sz="quarter" idx="38" hasCustomPrompt="1"/>
          </p:nvPr>
        </p:nvSpPr>
        <p:spPr>
          <a:xfrm>
            <a:off x="7824547" y="1244222"/>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5" name="Text Placeholder 37">
            <a:extLst>
              <a:ext uri="{FF2B5EF4-FFF2-40B4-BE49-F238E27FC236}">
                <a16:creationId xmlns:a16="http://schemas.microsoft.com/office/drawing/2014/main" id="{D1546AC0-0B93-45D2-34FB-ABCE06A01E42}"/>
              </a:ext>
            </a:extLst>
          </p:cNvPr>
          <p:cNvSpPr>
            <a:spLocks noGrp="1"/>
          </p:cNvSpPr>
          <p:nvPr>
            <p:ph type="body" sz="quarter" idx="39" hasCustomPrompt="1"/>
          </p:nvPr>
        </p:nvSpPr>
        <p:spPr>
          <a:xfrm>
            <a:off x="5556339" y="2712705"/>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6" name="Text Placeholder 37">
            <a:extLst>
              <a:ext uri="{FF2B5EF4-FFF2-40B4-BE49-F238E27FC236}">
                <a16:creationId xmlns:a16="http://schemas.microsoft.com/office/drawing/2014/main" id="{20E4F732-F314-617C-6E12-542FD120025E}"/>
              </a:ext>
            </a:extLst>
          </p:cNvPr>
          <p:cNvSpPr>
            <a:spLocks noGrp="1"/>
          </p:cNvSpPr>
          <p:nvPr>
            <p:ph type="body" sz="quarter" idx="40" hasCustomPrompt="1"/>
          </p:nvPr>
        </p:nvSpPr>
        <p:spPr>
          <a:xfrm>
            <a:off x="9214587" y="2723147"/>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7" name="Text Placeholder 37">
            <a:extLst>
              <a:ext uri="{FF2B5EF4-FFF2-40B4-BE49-F238E27FC236}">
                <a16:creationId xmlns:a16="http://schemas.microsoft.com/office/drawing/2014/main" id="{E2A654D5-C917-1105-3952-150FDE39BD2E}"/>
              </a:ext>
            </a:extLst>
          </p:cNvPr>
          <p:cNvSpPr>
            <a:spLocks noGrp="1"/>
          </p:cNvSpPr>
          <p:nvPr>
            <p:ph type="body" sz="quarter" idx="41" hasCustomPrompt="1"/>
          </p:nvPr>
        </p:nvSpPr>
        <p:spPr>
          <a:xfrm>
            <a:off x="1898091" y="2712705"/>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8" name="Text Placeholder 37">
            <a:extLst>
              <a:ext uri="{FF2B5EF4-FFF2-40B4-BE49-F238E27FC236}">
                <a16:creationId xmlns:a16="http://schemas.microsoft.com/office/drawing/2014/main" id="{709C953B-8B9B-EE3B-A0C6-FDA649749300}"/>
              </a:ext>
            </a:extLst>
          </p:cNvPr>
          <p:cNvSpPr>
            <a:spLocks noGrp="1"/>
          </p:cNvSpPr>
          <p:nvPr>
            <p:ph type="body" sz="quarter" idx="42" hasCustomPrompt="1"/>
          </p:nvPr>
        </p:nvSpPr>
        <p:spPr>
          <a:xfrm>
            <a:off x="1436914" y="4162927"/>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9" name="Text Placeholder 37">
            <a:extLst>
              <a:ext uri="{FF2B5EF4-FFF2-40B4-BE49-F238E27FC236}">
                <a16:creationId xmlns:a16="http://schemas.microsoft.com/office/drawing/2014/main" id="{E54B5282-6556-B135-D3AA-0C8E2065E727}"/>
              </a:ext>
            </a:extLst>
          </p:cNvPr>
          <p:cNvSpPr>
            <a:spLocks noGrp="1"/>
          </p:cNvSpPr>
          <p:nvPr>
            <p:ph type="body" sz="quarter" idx="43" hasCustomPrompt="1"/>
          </p:nvPr>
        </p:nvSpPr>
        <p:spPr>
          <a:xfrm>
            <a:off x="4861811" y="4165415"/>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00" name="Text Placeholder 37">
            <a:extLst>
              <a:ext uri="{FF2B5EF4-FFF2-40B4-BE49-F238E27FC236}">
                <a16:creationId xmlns:a16="http://schemas.microsoft.com/office/drawing/2014/main" id="{AC85B1F9-F1F4-95BD-1CA4-B61F5C0A0531}"/>
              </a:ext>
            </a:extLst>
          </p:cNvPr>
          <p:cNvSpPr>
            <a:spLocks noGrp="1"/>
          </p:cNvSpPr>
          <p:nvPr>
            <p:ph type="body" sz="quarter" idx="44" hasCustomPrompt="1"/>
          </p:nvPr>
        </p:nvSpPr>
        <p:spPr>
          <a:xfrm>
            <a:off x="8286708" y="4165051"/>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01" name="Text Placeholder 37">
            <a:extLst>
              <a:ext uri="{FF2B5EF4-FFF2-40B4-BE49-F238E27FC236}">
                <a16:creationId xmlns:a16="http://schemas.microsoft.com/office/drawing/2014/main" id="{2FE681A2-F6EC-1711-D174-E643B3F083A0}"/>
              </a:ext>
            </a:extLst>
          </p:cNvPr>
          <p:cNvSpPr>
            <a:spLocks noGrp="1"/>
          </p:cNvSpPr>
          <p:nvPr>
            <p:ph type="body" sz="quarter" idx="45" hasCustomPrompt="1"/>
          </p:nvPr>
        </p:nvSpPr>
        <p:spPr>
          <a:xfrm>
            <a:off x="7843195" y="5600905"/>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02" name="Content Placeholder 50">
            <a:extLst>
              <a:ext uri="{FF2B5EF4-FFF2-40B4-BE49-F238E27FC236}">
                <a16:creationId xmlns:a16="http://schemas.microsoft.com/office/drawing/2014/main" id="{26F14AC0-FE75-621F-87E1-90482F5D4B06}"/>
              </a:ext>
            </a:extLst>
          </p:cNvPr>
          <p:cNvSpPr>
            <a:spLocks noGrp="1"/>
          </p:cNvSpPr>
          <p:nvPr>
            <p:ph sz="quarter" idx="46" hasCustomPrompt="1"/>
          </p:nvPr>
        </p:nvSpPr>
        <p:spPr>
          <a:xfrm>
            <a:off x="1436914" y="4794427"/>
            <a:ext cx="760960" cy="760960"/>
          </a:xfrm>
          <a:prstGeom prst="ellipse">
            <a:avLst/>
          </a:prstGeom>
          <a:solidFill>
            <a:schemeClr val="tx2"/>
          </a:solidFill>
          <a:ln w="76200">
            <a:solidFill>
              <a:schemeClr val="bg2"/>
            </a:solidFill>
          </a:ln>
        </p:spPr>
        <p:txBody>
          <a:bodyPr vert="horz" lIns="91440" tIns="91440" rIns="91440" bIns="91440" rtlCol="0" anchor="ctr">
            <a:noAutofit/>
          </a:bodyPr>
          <a:lstStyle>
            <a:lvl1pPr>
              <a:defRPr lang="en-IN" sz="2000" b="1" dirty="0">
                <a:solidFill>
                  <a:schemeClr val="bg1"/>
                </a:solidFill>
                <a:latin typeface="Barlow" panose="00000500000000000000" pitchFamily="2" charset="0"/>
              </a:defRPr>
            </a:lvl1pPr>
          </a:lstStyle>
          <a:p>
            <a:pPr marL="0" lvl="0" indent="0" algn="ctr">
              <a:buNone/>
            </a:pPr>
            <a:r>
              <a:rPr lang="en-US"/>
              <a:t>12</a:t>
            </a:r>
            <a:endParaRPr lang="en-IN"/>
          </a:p>
        </p:txBody>
      </p:sp>
      <p:sp>
        <p:nvSpPr>
          <p:cNvPr id="103" name="Text Placeholder 37">
            <a:extLst>
              <a:ext uri="{FF2B5EF4-FFF2-40B4-BE49-F238E27FC236}">
                <a16:creationId xmlns:a16="http://schemas.microsoft.com/office/drawing/2014/main" id="{E4677AE7-013A-3D70-3DC7-37EA2F939328}"/>
              </a:ext>
            </a:extLst>
          </p:cNvPr>
          <p:cNvSpPr>
            <a:spLocks noGrp="1"/>
          </p:cNvSpPr>
          <p:nvPr>
            <p:ph type="body" sz="quarter" idx="47" hasCustomPrompt="1"/>
          </p:nvPr>
        </p:nvSpPr>
        <p:spPr>
          <a:xfrm>
            <a:off x="4256955" y="5600905"/>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04" name="Text Placeholder 37">
            <a:extLst>
              <a:ext uri="{FF2B5EF4-FFF2-40B4-BE49-F238E27FC236}">
                <a16:creationId xmlns:a16="http://schemas.microsoft.com/office/drawing/2014/main" id="{7E943531-4F9E-D05F-7096-46011B27DEEE}"/>
              </a:ext>
            </a:extLst>
          </p:cNvPr>
          <p:cNvSpPr>
            <a:spLocks noGrp="1"/>
          </p:cNvSpPr>
          <p:nvPr>
            <p:ph type="body" sz="quarter" idx="48" hasCustomPrompt="1"/>
          </p:nvPr>
        </p:nvSpPr>
        <p:spPr>
          <a:xfrm>
            <a:off x="676822" y="5600905"/>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11" name="Isosceles Triangle 110">
            <a:extLst>
              <a:ext uri="{FF2B5EF4-FFF2-40B4-BE49-F238E27FC236}">
                <a16:creationId xmlns:a16="http://schemas.microsoft.com/office/drawing/2014/main" id="{24910E83-DEEB-F7EE-EF42-3FB3801ACA29}"/>
              </a:ext>
            </a:extLst>
          </p:cNvPr>
          <p:cNvSpPr/>
          <p:nvPr userDrawn="1"/>
        </p:nvSpPr>
        <p:spPr>
          <a:xfrm rot="5400000">
            <a:off x="3622542" y="589590"/>
            <a:ext cx="338901" cy="369271"/>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 name="Isosceles Triangle 111">
            <a:extLst>
              <a:ext uri="{FF2B5EF4-FFF2-40B4-BE49-F238E27FC236}">
                <a16:creationId xmlns:a16="http://schemas.microsoft.com/office/drawing/2014/main" id="{7E5E0CF2-E878-328A-1D5E-83664160472E}"/>
              </a:ext>
            </a:extLst>
          </p:cNvPr>
          <p:cNvSpPr/>
          <p:nvPr userDrawn="1"/>
        </p:nvSpPr>
        <p:spPr>
          <a:xfrm rot="5400000">
            <a:off x="7654601" y="3555187"/>
            <a:ext cx="338901" cy="369271"/>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3" name="Isosceles Triangle 112">
            <a:extLst>
              <a:ext uri="{FF2B5EF4-FFF2-40B4-BE49-F238E27FC236}">
                <a16:creationId xmlns:a16="http://schemas.microsoft.com/office/drawing/2014/main" id="{30ECA77B-A46D-35ED-D3FE-E3F1F7759055}"/>
              </a:ext>
            </a:extLst>
          </p:cNvPr>
          <p:cNvSpPr/>
          <p:nvPr userDrawn="1"/>
        </p:nvSpPr>
        <p:spPr>
          <a:xfrm rot="16200000">
            <a:off x="4645990" y="2087484"/>
            <a:ext cx="338901" cy="369271"/>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4" name="Isosceles Triangle 113">
            <a:extLst>
              <a:ext uri="{FF2B5EF4-FFF2-40B4-BE49-F238E27FC236}">
                <a16:creationId xmlns:a16="http://schemas.microsoft.com/office/drawing/2014/main" id="{2E22167D-407C-FB57-9EB3-2253F585F9D5}"/>
              </a:ext>
            </a:extLst>
          </p:cNvPr>
          <p:cNvSpPr/>
          <p:nvPr userDrawn="1"/>
        </p:nvSpPr>
        <p:spPr>
          <a:xfrm rot="16200000">
            <a:off x="3477514" y="5031607"/>
            <a:ext cx="338901" cy="369271"/>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607029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6_Roadmap Zoom-In">
    <p:spTree>
      <p:nvGrpSpPr>
        <p:cNvPr id="1" name=""/>
        <p:cNvGrpSpPr/>
        <p:nvPr/>
      </p:nvGrpSpPr>
      <p:grpSpPr>
        <a:xfrm>
          <a:off x="0" y="0"/>
          <a:ext cx="0" cy="0"/>
          <a:chOff x="0" y="0"/>
          <a:chExt cx="0" cy="0"/>
        </a:xfrm>
      </p:grpSpPr>
      <p:sp>
        <p:nvSpPr>
          <p:cNvPr id="14" name="Picture Placeholder 40">
            <a:extLst>
              <a:ext uri="{FF2B5EF4-FFF2-40B4-BE49-F238E27FC236}">
                <a16:creationId xmlns:a16="http://schemas.microsoft.com/office/drawing/2014/main" id="{A040DD3E-1F33-EF46-7DD8-E703F936E47B}"/>
              </a:ext>
            </a:extLst>
          </p:cNvPr>
          <p:cNvSpPr>
            <a:spLocks noGrp="1"/>
          </p:cNvSpPr>
          <p:nvPr>
            <p:ph type="pic" sz="quarter" idx="13"/>
          </p:nvPr>
        </p:nvSpPr>
        <p:spPr>
          <a:xfrm>
            <a:off x="-2223246" y="-12411263"/>
            <a:ext cx="16566776" cy="14544863"/>
          </a:xfrm>
          <a:prstGeom prst="ellipse">
            <a:avLst/>
          </a:prstGeom>
          <a:noFill/>
        </p:spPr>
        <p:txBody>
          <a:bodyPr/>
          <a:lstStyle/>
          <a:p>
            <a:endParaRPr lang="en-IN"/>
          </a:p>
        </p:txBody>
      </p:sp>
      <p:sp>
        <p:nvSpPr>
          <p:cNvPr id="6" name="Content Placeholder 50">
            <a:extLst>
              <a:ext uri="{FF2B5EF4-FFF2-40B4-BE49-F238E27FC236}">
                <a16:creationId xmlns:a16="http://schemas.microsoft.com/office/drawing/2014/main" id="{CB4594AB-A699-B43B-6D62-86C246FB699D}"/>
              </a:ext>
            </a:extLst>
          </p:cNvPr>
          <p:cNvSpPr>
            <a:spLocks noGrp="1"/>
          </p:cNvSpPr>
          <p:nvPr>
            <p:ph sz="quarter" idx="15" hasCustomPrompt="1"/>
          </p:nvPr>
        </p:nvSpPr>
        <p:spPr>
          <a:xfrm>
            <a:off x="5337261" y="1302417"/>
            <a:ext cx="1517477" cy="1517477"/>
          </a:xfrm>
          <a:prstGeom prst="ellipse">
            <a:avLst/>
          </a:prstGeom>
          <a:solidFill>
            <a:schemeClr val="tx2"/>
          </a:solidFill>
          <a:ln w="76200">
            <a:solidFill>
              <a:schemeClr val="bg2"/>
            </a:solidFill>
          </a:ln>
        </p:spPr>
        <p:txBody>
          <a:bodyPr tIns="91440" bIns="91440" anchor="ctr">
            <a:noAutofit/>
          </a:bodyPr>
          <a:lstStyle>
            <a:lvl1pPr marL="0" indent="0" algn="ctr">
              <a:buNone/>
              <a:defRPr lang="en-IN" sz="3600" b="1" kern="1200" dirty="0">
                <a:solidFill>
                  <a:schemeClr val="bg1"/>
                </a:solidFill>
                <a:latin typeface="Barlow" panose="00000500000000000000" pitchFamily="2" charset="0"/>
                <a:ea typeface="Open Sans" pitchFamily="2" charset="0"/>
                <a:cs typeface="Open Sans" pitchFamily="2" charset="0"/>
              </a:defRPr>
            </a:lvl1pPr>
          </a:lstStyle>
          <a:p>
            <a:pPr lvl="0"/>
            <a:r>
              <a:rPr lang="en-US"/>
              <a:t>01</a:t>
            </a:r>
            <a:endParaRPr lang="en-IN"/>
          </a:p>
        </p:txBody>
      </p:sp>
      <p:sp>
        <p:nvSpPr>
          <p:cNvPr id="7" name="Text Placeholder 37">
            <a:extLst>
              <a:ext uri="{FF2B5EF4-FFF2-40B4-BE49-F238E27FC236}">
                <a16:creationId xmlns:a16="http://schemas.microsoft.com/office/drawing/2014/main" id="{034A5FC7-E079-EC58-476C-0A4F9B151211}"/>
              </a:ext>
            </a:extLst>
          </p:cNvPr>
          <p:cNvSpPr>
            <a:spLocks noGrp="1"/>
          </p:cNvSpPr>
          <p:nvPr>
            <p:ph type="body" sz="quarter" idx="37" hasCustomPrompt="1"/>
          </p:nvPr>
        </p:nvSpPr>
        <p:spPr>
          <a:xfrm>
            <a:off x="3940628" y="2978363"/>
            <a:ext cx="4310742" cy="539871"/>
          </a:xfrm>
        </p:spPr>
        <p:txBody>
          <a:bodyPr>
            <a:noAutofit/>
          </a:bodyPr>
          <a:lstStyle>
            <a:lvl1pPr marL="0" indent="0" algn="ctr">
              <a:buNone/>
              <a:defRPr lang="en-IN" sz="3200" b="1" kern="1200" dirty="0">
                <a:solidFill>
                  <a:schemeClr val="tx2"/>
                </a:solidFill>
                <a:latin typeface="Barlow Medium" panose="00000600000000000000" pitchFamily="2" charset="0"/>
                <a:ea typeface="+mj-ea"/>
                <a:cs typeface="+mj-cs"/>
              </a:defRPr>
            </a:lvl1pPr>
          </a:lstStyle>
          <a:p>
            <a:pPr lvl="0"/>
            <a:r>
              <a:rPr lang="en-US"/>
              <a:t>Click to add text</a:t>
            </a:r>
            <a:endParaRPr lang="en-IN"/>
          </a:p>
        </p:txBody>
      </p:sp>
      <p:sp>
        <p:nvSpPr>
          <p:cNvPr id="9" name="Text Placeholder 2">
            <a:extLst>
              <a:ext uri="{FF2B5EF4-FFF2-40B4-BE49-F238E27FC236}">
                <a16:creationId xmlns:a16="http://schemas.microsoft.com/office/drawing/2014/main" id="{81293E63-5803-F9A5-C6BB-D8C8AA4856B0}"/>
              </a:ext>
            </a:extLst>
          </p:cNvPr>
          <p:cNvSpPr>
            <a:spLocks noGrp="1"/>
          </p:cNvSpPr>
          <p:nvPr>
            <p:ph idx="1"/>
          </p:nvPr>
        </p:nvSpPr>
        <p:spPr>
          <a:xfrm>
            <a:off x="838200" y="3783033"/>
            <a:ext cx="10515600" cy="19523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8491600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Agenda/Topics">
    <p:spTree>
      <p:nvGrpSpPr>
        <p:cNvPr id="1" name=""/>
        <p:cNvGrpSpPr/>
        <p:nvPr/>
      </p:nvGrpSpPr>
      <p:grpSpPr>
        <a:xfrm>
          <a:off x="0" y="0"/>
          <a:ext cx="0" cy="0"/>
          <a:chOff x="0" y="0"/>
          <a:chExt cx="0" cy="0"/>
        </a:xfrm>
      </p:grpSpPr>
      <p:sp>
        <p:nvSpPr>
          <p:cNvPr id="8" name="Picture Placeholder 33">
            <a:extLst>
              <a:ext uri="{FF2B5EF4-FFF2-40B4-BE49-F238E27FC236}">
                <a16:creationId xmlns:a16="http://schemas.microsoft.com/office/drawing/2014/main" id="{6EE604FD-48EE-A084-5146-0B4279C892DF}"/>
              </a:ext>
            </a:extLst>
          </p:cNvPr>
          <p:cNvSpPr>
            <a:spLocks noGrp="1"/>
          </p:cNvSpPr>
          <p:nvPr>
            <p:ph type="pic" sz="quarter" idx="11"/>
          </p:nvPr>
        </p:nvSpPr>
        <p:spPr>
          <a:xfrm>
            <a:off x="4598435" y="3203575"/>
            <a:ext cx="2462213" cy="2851150"/>
          </a:xfrm>
          <a:solidFill>
            <a:schemeClr val="bg1">
              <a:lumMod val="95000"/>
            </a:schemeClr>
          </a:solidFill>
        </p:spPr>
        <p:txBody>
          <a:bodyPr/>
          <a:lstStyle>
            <a:lvl1pPr>
              <a:defRPr>
                <a:solidFill>
                  <a:schemeClr val="tx1"/>
                </a:solidFill>
              </a:defRPr>
            </a:lvl1pPr>
          </a:lstStyle>
          <a:p>
            <a:endParaRPr lang="en-IN"/>
          </a:p>
        </p:txBody>
      </p:sp>
      <p:sp>
        <p:nvSpPr>
          <p:cNvPr id="11" name="Title 1">
            <a:extLst>
              <a:ext uri="{FF2B5EF4-FFF2-40B4-BE49-F238E27FC236}">
                <a16:creationId xmlns:a16="http://schemas.microsoft.com/office/drawing/2014/main" id="{AAEFD626-0FB9-90A7-A837-3804FC6AF928}"/>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12" name="Rectangle 11">
            <a:extLst>
              <a:ext uri="{FF2B5EF4-FFF2-40B4-BE49-F238E27FC236}">
                <a16:creationId xmlns:a16="http://schemas.microsoft.com/office/drawing/2014/main" id="{09F2BF07-3F11-9B42-B30B-E4BD79323828}"/>
              </a:ext>
            </a:extLst>
          </p:cNvPr>
          <p:cNvSpPr/>
          <p:nvPr userDrawn="1"/>
        </p:nvSpPr>
        <p:spPr>
          <a:xfrm>
            <a:off x="359998" y="1488586"/>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ubtitle 2">
            <a:extLst>
              <a:ext uri="{FF2B5EF4-FFF2-40B4-BE49-F238E27FC236}">
                <a16:creationId xmlns:a16="http://schemas.microsoft.com/office/drawing/2014/main" id="{9841068F-C9A4-D43E-E643-C4C8D5EAF260}"/>
              </a:ext>
            </a:extLst>
          </p:cNvPr>
          <p:cNvSpPr>
            <a:spLocks noGrp="1"/>
          </p:cNvSpPr>
          <p:nvPr>
            <p:ph type="subTitle" idx="1"/>
          </p:nvPr>
        </p:nvSpPr>
        <p:spPr>
          <a:xfrm>
            <a:off x="285135" y="854284"/>
            <a:ext cx="11558865" cy="461665"/>
          </a:xfrm>
        </p:spPr>
        <p:txBody>
          <a:bodyPr wrap="square">
            <a:spAutoFit/>
          </a:bodyPr>
          <a:lstStyle>
            <a:lvl1pPr marL="0" indent="0" algn="l">
              <a:lnSpc>
                <a:spcPct val="100000"/>
              </a:lnSpc>
              <a:spcBef>
                <a:spcPts val="0"/>
              </a:spcBef>
              <a:buNone/>
              <a:defRPr lang="en-US" sz="2400" b="1" kern="1200" dirty="0">
                <a:solidFill>
                  <a:schemeClr val="accent1"/>
                </a:solidFill>
                <a:latin typeface="Barlow Medium" panose="00000600000000000000"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4" name="Text Placeholder 37">
            <a:extLst>
              <a:ext uri="{FF2B5EF4-FFF2-40B4-BE49-F238E27FC236}">
                <a16:creationId xmlns:a16="http://schemas.microsoft.com/office/drawing/2014/main" id="{5EE45784-96AF-F9D2-8B67-013732EC8A19}"/>
              </a:ext>
            </a:extLst>
          </p:cNvPr>
          <p:cNvSpPr>
            <a:spLocks noGrp="1"/>
          </p:cNvSpPr>
          <p:nvPr>
            <p:ph type="body" sz="quarter" idx="12" hasCustomPrompt="1"/>
          </p:nvPr>
        </p:nvSpPr>
        <p:spPr>
          <a:xfrm>
            <a:off x="4803866" y="4628513"/>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a:t>Click to add text</a:t>
            </a:r>
            <a:endParaRPr lang="en-IN"/>
          </a:p>
        </p:txBody>
      </p:sp>
      <p:sp>
        <p:nvSpPr>
          <p:cNvPr id="15" name="Text Placeholder 37">
            <a:extLst>
              <a:ext uri="{FF2B5EF4-FFF2-40B4-BE49-F238E27FC236}">
                <a16:creationId xmlns:a16="http://schemas.microsoft.com/office/drawing/2014/main" id="{016DBCDF-C1B4-EA55-E10A-65BA8CA1A213}"/>
              </a:ext>
            </a:extLst>
          </p:cNvPr>
          <p:cNvSpPr>
            <a:spLocks noGrp="1"/>
          </p:cNvSpPr>
          <p:nvPr>
            <p:ph type="body" sz="quarter" idx="13" hasCustomPrompt="1"/>
          </p:nvPr>
        </p:nvSpPr>
        <p:spPr>
          <a:xfrm>
            <a:off x="4803866" y="3791269"/>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a:t>02</a:t>
            </a:r>
            <a:endParaRPr lang="en-IN"/>
          </a:p>
        </p:txBody>
      </p:sp>
      <p:sp>
        <p:nvSpPr>
          <p:cNvPr id="16" name="Text Placeholder 37">
            <a:extLst>
              <a:ext uri="{FF2B5EF4-FFF2-40B4-BE49-F238E27FC236}">
                <a16:creationId xmlns:a16="http://schemas.microsoft.com/office/drawing/2014/main" id="{3B8417F7-E2A6-7B5C-6B0F-CB5DF4D65B5A}"/>
              </a:ext>
            </a:extLst>
          </p:cNvPr>
          <p:cNvSpPr>
            <a:spLocks noGrp="1"/>
          </p:cNvSpPr>
          <p:nvPr>
            <p:ph type="body" sz="quarter" idx="14" hasCustomPrompt="1"/>
          </p:nvPr>
        </p:nvSpPr>
        <p:spPr>
          <a:xfrm>
            <a:off x="4803866" y="5449410"/>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22" name="Picture Placeholder 33">
            <a:extLst>
              <a:ext uri="{FF2B5EF4-FFF2-40B4-BE49-F238E27FC236}">
                <a16:creationId xmlns:a16="http://schemas.microsoft.com/office/drawing/2014/main" id="{099FC05D-3DE2-F66A-8653-2AA71D0F3F59}"/>
              </a:ext>
            </a:extLst>
          </p:cNvPr>
          <p:cNvSpPr>
            <a:spLocks noGrp="1"/>
          </p:cNvSpPr>
          <p:nvPr>
            <p:ph type="pic" sz="quarter" idx="20"/>
          </p:nvPr>
        </p:nvSpPr>
        <p:spPr>
          <a:xfrm>
            <a:off x="7162373" y="3203575"/>
            <a:ext cx="2462213" cy="2851150"/>
          </a:xfrm>
          <a:solidFill>
            <a:schemeClr val="bg1">
              <a:lumMod val="95000"/>
            </a:schemeClr>
          </a:solidFill>
        </p:spPr>
        <p:txBody>
          <a:bodyPr vert="horz" lIns="91440" tIns="45720" rIns="91440" bIns="45720" rtlCol="0">
            <a:normAutofit/>
          </a:bodyPr>
          <a:lstStyle>
            <a:lvl1pPr>
              <a:defRPr lang="en-IN" dirty="0"/>
            </a:lvl1pPr>
          </a:lstStyle>
          <a:p>
            <a:pPr lvl="0"/>
            <a:endParaRPr lang="en-IN"/>
          </a:p>
        </p:txBody>
      </p:sp>
      <p:sp>
        <p:nvSpPr>
          <p:cNvPr id="23" name="Text Placeholder 37">
            <a:extLst>
              <a:ext uri="{FF2B5EF4-FFF2-40B4-BE49-F238E27FC236}">
                <a16:creationId xmlns:a16="http://schemas.microsoft.com/office/drawing/2014/main" id="{E7F92616-B01E-082C-1AE0-83915486A083}"/>
              </a:ext>
            </a:extLst>
          </p:cNvPr>
          <p:cNvSpPr>
            <a:spLocks noGrp="1"/>
          </p:cNvSpPr>
          <p:nvPr>
            <p:ph type="body" sz="quarter" idx="21" hasCustomPrompt="1"/>
          </p:nvPr>
        </p:nvSpPr>
        <p:spPr>
          <a:xfrm>
            <a:off x="7368124" y="4612735"/>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a:t>Click to add text</a:t>
            </a:r>
            <a:endParaRPr lang="en-IN"/>
          </a:p>
        </p:txBody>
      </p:sp>
      <p:sp>
        <p:nvSpPr>
          <p:cNvPr id="24" name="Text Placeholder 37">
            <a:extLst>
              <a:ext uri="{FF2B5EF4-FFF2-40B4-BE49-F238E27FC236}">
                <a16:creationId xmlns:a16="http://schemas.microsoft.com/office/drawing/2014/main" id="{8B5ECCAE-2FD0-9E06-DD59-F13F42208326}"/>
              </a:ext>
            </a:extLst>
          </p:cNvPr>
          <p:cNvSpPr>
            <a:spLocks noGrp="1"/>
          </p:cNvSpPr>
          <p:nvPr>
            <p:ph type="body" sz="quarter" idx="22" hasCustomPrompt="1"/>
          </p:nvPr>
        </p:nvSpPr>
        <p:spPr>
          <a:xfrm>
            <a:off x="7368124" y="3775491"/>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a:t>03</a:t>
            </a:r>
            <a:endParaRPr lang="en-IN"/>
          </a:p>
        </p:txBody>
      </p:sp>
      <p:sp>
        <p:nvSpPr>
          <p:cNvPr id="25" name="Text Placeholder 37">
            <a:extLst>
              <a:ext uri="{FF2B5EF4-FFF2-40B4-BE49-F238E27FC236}">
                <a16:creationId xmlns:a16="http://schemas.microsoft.com/office/drawing/2014/main" id="{096380EB-20FA-DCCE-3E3E-E0D01E08A0BA}"/>
              </a:ext>
            </a:extLst>
          </p:cNvPr>
          <p:cNvSpPr>
            <a:spLocks noGrp="1"/>
          </p:cNvSpPr>
          <p:nvPr>
            <p:ph type="body" sz="quarter" idx="23" hasCustomPrompt="1"/>
          </p:nvPr>
        </p:nvSpPr>
        <p:spPr>
          <a:xfrm>
            <a:off x="7368124" y="5433632"/>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26" name="Picture Placeholder 33">
            <a:extLst>
              <a:ext uri="{FF2B5EF4-FFF2-40B4-BE49-F238E27FC236}">
                <a16:creationId xmlns:a16="http://schemas.microsoft.com/office/drawing/2014/main" id="{E1D78B23-AC99-415E-F5A8-F4EC89B576F3}"/>
              </a:ext>
            </a:extLst>
          </p:cNvPr>
          <p:cNvSpPr>
            <a:spLocks noGrp="1"/>
          </p:cNvSpPr>
          <p:nvPr>
            <p:ph type="pic" sz="quarter" idx="24"/>
          </p:nvPr>
        </p:nvSpPr>
        <p:spPr>
          <a:xfrm>
            <a:off x="9729787" y="3203575"/>
            <a:ext cx="2462213" cy="2851150"/>
          </a:xfrm>
          <a:solidFill>
            <a:schemeClr val="bg1">
              <a:lumMod val="95000"/>
            </a:schemeClr>
          </a:solidFill>
        </p:spPr>
        <p:txBody>
          <a:bodyPr vert="horz" lIns="91440" tIns="45720" rIns="91440" bIns="45720" rtlCol="0">
            <a:normAutofit/>
          </a:bodyPr>
          <a:lstStyle>
            <a:lvl1pPr>
              <a:defRPr lang="en-IN" dirty="0"/>
            </a:lvl1pPr>
          </a:lstStyle>
          <a:p>
            <a:pPr lvl="0"/>
            <a:endParaRPr lang="en-IN"/>
          </a:p>
        </p:txBody>
      </p:sp>
      <p:sp>
        <p:nvSpPr>
          <p:cNvPr id="27" name="Text Placeholder 37">
            <a:extLst>
              <a:ext uri="{FF2B5EF4-FFF2-40B4-BE49-F238E27FC236}">
                <a16:creationId xmlns:a16="http://schemas.microsoft.com/office/drawing/2014/main" id="{B21BF39C-5380-3F53-7510-E1B958B5AE40}"/>
              </a:ext>
            </a:extLst>
          </p:cNvPr>
          <p:cNvSpPr>
            <a:spLocks noGrp="1"/>
          </p:cNvSpPr>
          <p:nvPr>
            <p:ph type="body" sz="quarter" idx="25" hasCustomPrompt="1"/>
          </p:nvPr>
        </p:nvSpPr>
        <p:spPr>
          <a:xfrm>
            <a:off x="9935538" y="4612735"/>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a:t>Click to add text</a:t>
            </a:r>
            <a:endParaRPr lang="en-IN"/>
          </a:p>
        </p:txBody>
      </p:sp>
      <p:sp>
        <p:nvSpPr>
          <p:cNvPr id="28" name="Text Placeholder 37">
            <a:extLst>
              <a:ext uri="{FF2B5EF4-FFF2-40B4-BE49-F238E27FC236}">
                <a16:creationId xmlns:a16="http://schemas.microsoft.com/office/drawing/2014/main" id="{DAC7C0CE-6BF4-09A2-9B2C-46692B60BBEE}"/>
              </a:ext>
            </a:extLst>
          </p:cNvPr>
          <p:cNvSpPr>
            <a:spLocks noGrp="1"/>
          </p:cNvSpPr>
          <p:nvPr>
            <p:ph type="body" sz="quarter" idx="26" hasCustomPrompt="1"/>
          </p:nvPr>
        </p:nvSpPr>
        <p:spPr>
          <a:xfrm>
            <a:off x="9935538" y="3775491"/>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a:t>04</a:t>
            </a:r>
            <a:endParaRPr lang="en-IN"/>
          </a:p>
        </p:txBody>
      </p:sp>
      <p:sp>
        <p:nvSpPr>
          <p:cNvPr id="29" name="Text Placeholder 37">
            <a:extLst>
              <a:ext uri="{FF2B5EF4-FFF2-40B4-BE49-F238E27FC236}">
                <a16:creationId xmlns:a16="http://schemas.microsoft.com/office/drawing/2014/main" id="{3755B927-A0C6-9B95-8975-78E5814C7405}"/>
              </a:ext>
            </a:extLst>
          </p:cNvPr>
          <p:cNvSpPr>
            <a:spLocks noGrp="1"/>
          </p:cNvSpPr>
          <p:nvPr>
            <p:ph type="body" sz="quarter" idx="27" hasCustomPrompt="1"/>
          </p:nvPr>
        </p:nvSpPr>
        <p:spPr>
          <a:xfrm>
            <a:off x="9935538" y="5433632"/>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41" name="Rectangle 40">
            <a:extLst>
              <a:ext uri="{FF2B5EF4-FFF2-40B4-BE49-F238E27FC236}">
                <a16:creationId xmlns:a16="http://schemas.microsoft.com/office/drawing/2014/main" id="{0D269521-AB6F-FEB8-6646-124213ABB645}"/>
              </a:ext>
            </a:extLst>
          </p:cNvPr>
          <p:cNvSpPr/>
          <p:nvPr userDrawn="1"/>
        </p:nvSpPr>
        <p:spPr>
          <a:xfrm>
            <a:off x="2320714" y="2949672"/>
            <a:ext cx="647613" cy="769441"/>
          </a:xfrm>
          <a:prstGeom prst="rect">
            <a:avLst/>
          </a:prstGeom>
        </p:spPr>
        <p:txBody>
          <a:bodyPr wrap="none" lIns="0" rIns="0">
            <a:spAutoFit/>
          </a:bodyPr>
          <a:lstStyle/>
          <a:p>
            <a:pPr algn="ctr">
              <a:spcBef>
                <a:spcPts val="2400"/>
              </a:spcBef>
            </a:pPr>
            <a:r>
              <a:rPr lang="en-US" sz="4400" b="1">
                <a:solidFill>
                  <a:srgbClr val="FFFFFF"/>
                </a:solidFill>
                <a:latin typeface="Segoe UI" panose="020B0502040204020203" pitchFamily="34" charset="0"/>
                <a:ea typeface="Open Sans" charset="0"/>
                <a:cs typeface="Segoe UI" panose="020B0502040204020203" pitchFamily="34" charset="0"/>
              </a:rPr>
              <a:t>02</a:t>
            </a:r>
          </a:p>
        </p:txBody>
      </p:sp>
      <p:pic>
        <p:nvPicPr>
          <p:cNvPr id="42" name="Graphic 41">
            <a:extLst>
              <a:ext uri="{FF2B5EF4-FFF2-40B4-BE49-F238E27FC236}">
                <a16:creationId xmlns:a16="http://schemas.microsoft.com/office/drawing/2014/main" id="{9DD6BC2F-9246-6E82-4BE9-97CEC0EB3FC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25610" y="2638523"/>
            <a:ext cx="391390" cy="358774"/>
          </a:xfrm>
          <a:prstGeom prst="rect">
            <a:avLst/>
          </a:prstGeom>
        </p:spPr>
      </p:pic>
      <p:sp>
        <p:nvSpPr>
          <p:cNvPr id="43" name="Picture Placeholder 33">
            <a:extLst>
              <a:ext uri="{FF2B5EF4-FFF2-40B4-BE49-F238E27FC236}">
                <a16:creationId xmlns:a16="http://schemas.microsoft.com/office/drawing/2014/main" id="{6CD5EFDA-C31A-8467-87AB-E90970975248}"/>
              </a:ext>
            </a:extLst>
          </p:cNvPr>
          <p:cNvSpPr>
            <a:spLocks noGrp="1"/>
          </p:cNvSpPr>
          <p:nvPr>
            <p:ph type="pic" sz="quarter" idx="31"/>
          </p:nvPr>
        </p:nvSpPr>
        <p:spPr>
          <a:xfrm>
            <a:off x="2030510" y="2372361"/>
            <a:ext cx="2462213" cy="3682364"/>
          </a:xfrm>
          <a:solidFill>
            <a:schemeClr val="tx2"/>
          </a:solidFill>
        </p:spPr>
        <p:txBody>
          <a:bodyPr/>
          <a:lstStyle>
            <a:lvl1pPr>
              <a:defRPr>
                <a:solidFill>
                  <a:schemeClr val="bg1"/>
                </a:solidFill>
              </a:defRPr>
            </a:lvl1pPr>
          </a:lstStyle>
          <a:p>
            <a:endParaRPr lang="en-IN"/>
          </a:p>
        </p:txBody>
      </p:sp>
      <p:sp>
        <p:nvSpPr>
          <p:cNvPr id="44" name="Text Placeholder 37">
            <a:extLst>
              <a:ext uri="{FF2B5EF4-FFF2-40B4-BE49-F238E27FC236}">
                <a16:creationId xmlns:a16="http://schemas.microsoft.com/office/drawing/2014/main" id="{5C1A8521-9DB1-494E-8742-5D6AA3C721DA}"/>
              </a:ext>
            </a:extLst>
          </p:cNvPr>
          <p:cNvSpPr>
            <a:spLocks noGrp="1"/>
          </p:cNvSpPr>
          <p:nvPr>
            <p:ph type="body" sz="quarter" idx="32" hasCustomPrompt="1"/>
          </p:nvPr>
        </p:nvSpPr>
        <p:spPr>
          <a:xfrm>
            <a:off x="2235941" y="4613372"/>
            <a:ext cx="2051032" cy="682625"/>
          </a:xfrm>
        </p:spPr>
        <p:txBody>
          <a:bodyPr>
            <a:normAutofit/>
          </a:bodyPr>
          <a:lstStyle>
            <a:lvl1pPr marL="0" indent="0">
              <a:buNone/>
              <a:defRPr sz="1800" b="1">
                <a:solidFill>
                  <a:schemeClr val="bg1"/>
                </a:solidFill>
                <a:latin typeface="Barlow" panose="00000500000000000000" pitchFamily="2" charset="0"/>
              </a:defRPr>
            </a:lvl1pPr>
          </a:lstStyle>
          <a:p>
            <a:pPr lvl="0"/>
            <a:r>
              <a:rPr lang="en-US"/>
              <a:t>Click to add text</a:t>
            </a:r>
            <a:endParaRPr lang="en-IN"/>
          </a:p>
        </p:txBody>
      </p:sp>
      <p:sp>
        <p:nvSpPr>
          <p:cNvPr id="45" name="Text Placeholder 37">
            <a:extLst>
              <a:ext uri="{FF2B5EF4-FFF2-40B4-BE49-F238E27FC236}">
                <a16:creationId xmlns:a16="http://schemas.microsoft.com/office/drawing/2014/main" id="{F6AAC11A-094F-312F-AD68-2CB1547DCAE7}"/>
              </a:ext>
            </a:extLst>
          </p:cNvPr>
          <p:cNvSpPr>
            <a:spLocks noGrp="1"/>
          </p:cNvSpPr>
          <p:nvPr>
            <p:ph type="body" sz="quarter" idx="33" hasCustomPrompt="1"/>
          </p:nvPr>
        </p:nvSpPr>
        <p:spPr>
          <a:xfrm>
            <a:off x="2235941" y="3776128"/>
            <a:ext cx="2051032" cy="682625"/>
          </a:xfrm>
        </p:spPr>
        <p:txBody>
          <a:bodyPr>
            <a:normAutofit/>
          </a:bodyPr>
          <a:lstStyle>
            <a:lvl1pPr marL="0" indent="0">
              <a:buNone/>
              <a:defRPr sz="3600" b="1">
                <a:solidFill>
                  <a:schemeClr val="bg1"/>
                </a:solidFill>
                <a:latin typeface="Barlow" panose="00000500000000000000" pitchFamily="2" charset="0"/>
              </a:defRPr>
            </a:lvl1pPr>
          </a:lstStyle>
          <a:p>
            <a:pPr lvl="0"/>
            <a:r>
              <a:rPr lang="en-US"/>
              <a:t>01</a:t>
            </a:r>
            <a:endParaRPr lang="en-IN"/>
          </a:p>
        </p:txBody>
      </p:sp>
      <p:sp>
        <p:nvSpPr>
          <p:cNvPr id="46" name="Text Placeholder 37">
            <a:extLst>
              <a:ext uri="{FF2B5EF4-FFF2-40B4-BE49-F238E27FC236}">
                <a16:creationId xmlns:a16="http://schemas.microsoft.com/office/drawing/2014/main" id="{F175CA0C-22C5-684C-D4CC-3356CD3E6F71}"/>
              </a:ext>
            </a:extLst>
          </p:cNvPr>
          <p:cNvSpPr>
            <a:spLocks noGrp="1"/>
          </p:cNvSpPr>
          <p:nvPr>
            <p:ph type="body" sz="quarter" idx="34" hasCustomPrompt="1"/>
          </p:nvPr>
        </p:nvSpPr>
        <p:spPr>
          <a:xfrm>
            <a:off x="2235941" y="5434269"/>
            <a:ext cx="2051032" cy="469070"/>
          </a:xfrm>
        </p:spPr>
        <p:txBody>
          <a:bodyPr>
            <a:normAutofit/>
          </a:bodyPr>
          <a:lstStyle>
            <a:lvl1pPr marL="0" indent="0">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47" name="Content Placeholder 51">
            <a:extLst>
              <a:ext uri="{FF2B5EF4-FFF2-40B4-BE49-F238E27FC236}">
                <a16:creationId xmlns:a16="http://schemas.microsoft.com/office/drawing/2014/main" id="{A8BB0185-BC07-CD65-FEEF-D82A6104BE23}"/>
              </a:ext>
            </a:extLst>
          </p:cNvPr>
          <p:cNvSpPr>
            <a:spLocks noGrp="1"/>
          </p:cNvSpPr>
          <p:nvPr>
            <p:ph sz="quarter" idx="35" hasCustomPrompt="1"/>
          </p:nvPr>
        </p:nvSpPr>
        <p:spPr>
          <a:xfrm>
            <a:off x="3826186" y="2501900"/>
            <a:ext cx="460375" cy="579438"/>
          </a:xfrm>
        </p:spPr>
        <p:txBody>
          <a:bodyPr>
            <a:noAutofit/>
          </a:bodyPr>
          <a:lstStyle>
            <a:lvl1pPr marL="0" indent="0" algn="ctr">
              <a:buNone/>
              <a:defRPr sz="800">
                <a:solidFill>
                  <a:schemeClr val="bg1"/>
                </a:solidFill>
              </a:defRPr>
            </a:lvl1pPr>
          </a:lstStyle>
          <a:p>
            <a:pPr lvl="0"/>
            <a:r>
              <a:rPr lang="en-US"/>
              <a:t>Insert Icon here</a:t>
            </a:r>
            <a:endParaRPr lang="en-IN"/>
          </a:p>
        </p:txBody>
      </p:sp>
    </p:spTree>
    <p:extLst>
      <p:ext uri="{BB962C8B-B14F-4D97-AF65-F5344CB8AC3E}">
        <p14:creationId xmlns:p14="http://schemas.microsoft.com/office/powerpoint/2010/main" val="24937578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Agenda/Topics">
    <p:spTree>
      <p:nvGrpSpPr>
        <p:cNvPr id="1" name=""/>
        <p:cNvGrpSpPr/>
        <p:nvPr/>
      </p:nvGrpSpPr>
      <p:grpSpPr>
        <a:xfrm>
          <a:off x="0" y="0"/>
          <a:ext cx="0" cy="0"/>
          <a:chOff x="0" y="0"/>
          <a:chExt cx="0" cy="0"/>
        </a:xfrm>
      </p:grpSpPr>
      <p:sp>
        <p:nvSpPr>
          <p:cNvPr id="34" name="Picture Placeholder 33">
            <a:extLst>
              <a:ext uri="{FF2B5EF4-FFF2-40B4-BE49-F238E27FC236}">
                <a16:creationId xmlns:a16="http://schemas.microsoft.com/office/drawing/2014/main" id="{1FF237B7-8015-09EF-7990-429E9F9D024D}"/>
              </a:ext>
            </a:extLst>
          </p:cNvPr>
          <p:cNvSpPr>
            <a:spLocks noGrp="1"/>
          </p:cNvSpPr>
          <p:nvPr>
            <p:ph type="pic" sz="quarter" idx="11"/>
          </p:nvPr>
        </p:nvSpPr>
        <p:spPr>
          <a:xfrm>
            <a:off x="2028825" y="3203575"/>
            <a:ext cx="2462213" cy="2851150"/>
          </a:xfrm>
          <a:solidFill>
            <a:schemeClr val="bg1">
              <a:lumMod val="95000"/>
            </a:schemeClr>
          </a:solidFill>
        </p:spPr>
        <p:txBody>
          <a:bodyPr/>
          <a:lstStyle>
            <a:lvl1pPr>
              <a:defRPr>
                <a:solidFill>
                  <a:schemeClr val="tx1"/>
                </a:solidFill>
              </a:defRPr>
            </a:lvl1pPr>
          </a:lstStyle>
          <a:p>
            <a:endParaRPr lang="en-IN"/>
          </a:p>
        </p:txBody>
      </p:sp>
      <p:sp>
        <p:nvSpPr>
          <p:cNvPr id="15" name="Rectangle 14">
            <a:extLst>
              <a:ext uri="{FF2B5EF4-FFF2-40B4-BE49-F238E27FC236}">
                <a16:creationId xmlns:a16="http://schemas.microsoft.com/office/drawing/2014/main" id="{ABB0DFD5-EC03-7C13-92D3-95C263B60051}"/>
              </a:ext>
            </a:extLst>
          </p:cNvPr>
          <p:cNvSpPr/>
          <p:nvPr userDrawn="1"/>
        </p:nvSpPr>
        <p:spPr>
          <a:xfrm>
            <a:off x="4885803" y="2949672"/>
            <a:ext cx="647613" cy="769441"/>
          </a:xfrm>
          <a:prstGeom prst="rect">
            <a:avLst/>
          </a:prstGeom>
        </p:spPr>
        <p:txBody>
          <a:bodyPr wrap="none" lIns="0" rIns="0">
            <a:spAutoFit/>
          </a:bodyPr>
          <a:lstStyle/>
          <a:p>
            <a:pPr algn="ctr">
              <a:spcBef>
                <a:spcPts val="2400"/>
              </a:spcBef>
            </a:pPr>
            <a:r>
              <a:rPr lang="en-US" sz="4400" b="1">
                <a:solidFill>
                  <a:srgbClr val="FFFFFF"/>
                </a:solidFill>
                <a:latin typeface="Segoe UI" panose="020B0502040204020203" pitchFamily="34" charset="0"/>
                <a:ea typeface="Open Sans" charset="0"/>
                <a:cs typeface="Segoe UI" panose="020B0502040204020203" pitchFamily="34" charset="0"/>
              </a:rPr>
              <a:t>02</a:t>
            </a:r>
          </a:p>
        </p:txBody>
      </p:sp>
      <p:pic>
        <p:nvPicPr>
          <p:cNvPr id="16" name="Graphic 15">
            <a:extLst>
              <a:ext uri="{FF2B5EF4-FFF2-40B4-BE49-F238E27FC236}">
                <a16:creationId xmlns:a16="http://schemas.microsoft.com/office/drawing/2014/main" id="{68D3135B-BDB6-3302-3AE9-132C215975E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390699" y="2638523"/>
            <a:ext cx="391390" cy="358774"/>
          </a:xfrm>
          <a:prstGeom prst="rect">
            <a:avLst/>
          </a:prstGeom>
        </p:spPr>
      </p:pic>
      <p:sp>
        <p:nvSpPr>
          <p:cNvPr id="28" name="Title 1">
            <a:extLst>
              <a:ext uri="{FF2B5EF4-FFF2-40B4-BE49-F238E27FC236}">
                <a16:creationId xmlns:a16="http://schemas.microsoft.com/office/drawing/2014/main" id="{56D72B48-86E0-A19C-BF54-0ACCD30C0972}"/>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29" name="Rectangle 28">
            <a:extLst>
              <a:ext uri="{FF2B5EF4-FFF2-40B4-BE49-F238E27FC236}">
                <a16:creationId xmlns:a16="http://schemas.microsoft.com/office/drawing/2014/main" id="{A9C97C2A-1F40-D32B-B31B-182B25DB6D53}"/>
              </a:ext>
            </a:extLst>
          </p:cNvPr>
          <p:cNvSpPr/>
          <p:nvPr userDrawn="1"/>
        </p:nvSpPr>
        <p:spPr>
          <a:xfrm>
            <a:off x="359998" y="1488586"/>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ubtitle 2">
            <a:extLst>
              <a:ext uri="{FF2B5EF4-FFF2-40B4-BE49-F238E27FC236}">
                <a16:creationId xmlns:a16="http://schemas.microsoft.com/office/drawing/2014/main" id="{02D1EE33-E415-6645-7776-9CF2A96766DB}"/>
              </a:ext>
            </a:extLst>
          </p:cNvPr>
          <p:cNvSpPr>
            <a:spLocks noGrp="1"/>
          </p:cNvSpPr>
          <p:nvPr>
            <p:ph type="subTitle" idx="1"/>
          </p:nvPr>
        </p:nvSpPr>
        <p:spPr>
          <a:xfrm>
            <a:off x="285135" y="854284"/>
            <a:ext cx="11558865" cy="461665"/>
          </a:xfrm>
        </p:spPr>
        <p:txBody>
          <a:bodyPr wrap="square">
            <a:spAutoFit/>
          </a:bodyPr>
          <a:lstStyle>
            <a:lvl1pPr marL="0" indent="0" algn="l">
              <a:lnSpc>
                <a:spcPct val="100000"/>
              </a:lnSpc>
              <a:spcBef>
                <a:spcPts val="0"/>
              </a:spcBef>
              <a:buNone/>
              <a:defRPr lang="en-US" sz="2400" b="1" kern="1200" dirty="0">
                <a:solidFill>
                  <a:schemeClr val="accent1"/>
                </a:solidFill>
                <a:latin typeface="Barlow Medium" panose="00000600000000000000"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39" name="Text Placeholder 37">
            <a:extLst>
              <a:ext uri="{FF2B5EF4-FFF2-40B4-BE49-F238E27FC236}">
                <a16:creationId xmlns:a16="http://schemas.microsoft.com/office/drawing/2014/main" id="{A67E9280-7AA6-D4DE-CFBB-C9EBC909F982}"/>
              </a:ext>
            </a:extLst>
          </p:cNvPr>
          <p:cNvSpPr>
            <a:spLocks noGrp="1"/>
          </p:cNvSpPr>
          <p:nvPr>
            <p:ph type="body" sz="quarter" idx="12" hasCustomPrompt="1"/>
          </p:nvPr>
        </p:nvSpPr>
        <p:spPr>
          <a:xfrm>
            <a:off x="2234256" y="4628513"/>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a:t>Click to add text</a:t>
            </a:r>
            <a:endParaRPr lang="en-IN"/>
          </a:p>
        </p:txBody>
      </p:sp>
      <p:sp>
        <p:nvSpPr>
          <p:cNvPr id="41" name="Text Placeholder 37">
            <a:extLst>
              <a:ext uri="{FF2B5EF4-FFF2-40B4-BE49-F238E27FC236}">
                <a16:creationId xmlns:a16="http://schemas.microsoft.com/office/drawing/2014/main" id="{44E83B8C-F811-EB6C-D697-F9018EDB3CB5}"/>
              </a:ext>
            </a:extLst>
          </p:cNvPr>
          <p:cNvSpPr>
            <a:spLocks noGrp="1"/>
          </p:cNvSpPr>
          <p:nvPr>
            <p:ph type="body" sz="quarter" idx="13" hasCustomPrompt="1"/>
          </p:nvPr>
        </p:nvSpPr>
        <p:spPr>
          <a:xfrm>
            <a:off x="2234256" y="3791269"/>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a:t>01</a:t>
            </a:r>
            <a:endParaRPr lang="en-IN"/>
          </a:p>
        </p:txBody>
      </p:sp>
      <p:sp>
        <p:nvSpPr>
          <p:cNvPr id="42" name="Text Placeholder 37">
            <a:extLst>
              <a:ext uri="{FF2B5EF4-FFF2-40B4-BE49-F238E27FC236}">
                <a16:creationId xmlns:a16="http://schemas.microsoft.com/office/drawing/2014/main" id="{F27E5D43-A6C5-BE43-C80C-5C13A01F082E}"/>
              </a:ext>
            </a:extLst>
          </p:cNvPr>
          <p:cNvSpPr>
            <a:spLocks noGrp="1"/>
          </p:cNvSpPr>
          <p:nvPr>
            <p:ph type="body" sz="quarter" idx="14" hasCustomPrompt="1"/>
          </p:nvPr>
        </p:nvSpPr>
        <p:spPr>
          <a:xfrm>
            <a:off x="2234256" y="5449410"/>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47" name="Picture Placeholder 33">
            <a:extLst>
              <a:ext uri="{FF2B5EF4-FFF2-40B4-BE49-F238E27FC236}">
                <a16:creationId xmlns:a16="http://schemas.microsoft.com/office/drawing/2014/main" id="{ED88EBC0-C2F3-2E75-B989-C84F8E7E12BA}"/>
              </a:ext>
            </a:extLst>
          </p:cNvPr>
          <p:cNvSpPr>
            <a:spLocks noGrp="1"/>
          </p:cNvSpPr>
          <p:nvPr>
            <p:ph type="pic" sz="quarter" idx="15"/>
          </p:nvPr>
        </p:nvSpPr>
        <p:spPr>
          <a:xfrm>
            <a:off x="4595599" y="2372361"/>
            <a:ext cx="2462213" cy="3682364"/>
          </a:xfrm>
          <a:solidFill>
            <a:schemeClr val="tx2"/>
          </a:solidFill>
        </p:spPr>
        <p:txBody>
          <a:bodyPr/>
          <a:lstStyle>
            <a:lvl1pPr>
              <a:defRPr>
                <a:solidFill>
                  <a:schemeClr val="bg1"/>
                </a:solidFill>
              </a:defRPr>
            </a:lvl1pPr>
          </a:lstStyle>
          <a:p>
            <a:endParaRPr lang="en-IN"/>
          </a:p>
        </p:txBody>
      </p:sp>
      <p:sp>
        <p:nvSpPr>
          <p:cNvPr id="48" name="Text Placeholder 37">
            <a:extLst>
              <a:ext uri="{FF2B5EF4-FFF2-40B4-BE49-F238E27FC236}">
                <a16:creationId xmlns:a16="http://schemas.microsoft.com/office/drawing/2014/main" id="{B570BA34-9423-2566-1B19-46CB414C9866}"/>
              </a:ext>
            </a:extLst>
          </p:cNvPr>
          <p:cNvSpPr>
            <a:spLocks noGrp="1"/>
          </p:cNvSpPr>
          <p:nvPr>
            <p:ph type="body" sz="quarter" idx="16" hasCustomPrompt="1"/>
          </p:nvPr>
        </p:nvSpPr>
        <p:spPr>
          <a:xfrm>
            <a:off x="4801030" y="4613372"/>
            <a:ext cx="2051032" cy="682625"/>
          </a:xfrm>
        </p:spPr>
        <p:txBody>
          <a:bodyPr>
            <a:normAutofit/>
          </a:bodyPr>
          <a:lstStyle>
            <a:lvl1pPr marL="0" indent="0">
              <a:buNone/>
              <a:defRPr sz="1800" b="1">
                <a:solidFill>
                  <a:schemeClr val="bg1"/>
                </a:solidFill>
                <a:latin typeface="Barlow" panose="00000500000000000000" pitchFamily="2" charset="0"/>
              </a:defRPr>
            </a:lvl1pPr>
          </a:lstStyle>
          <a:p>
            <a:pPr lvl="0"/>
            <a:r>
              <a:rPr lang="en-US"/>
              <a:t>Click to add text</a:t>
            </a:r>
            <a:endParaRPr lang="en-IN"/>
          </a:p>
        </p:txBody>
      </p:sp>
      <p:sp>
        <p:nvSpPr>
          <p:cNvPr id="49" name="Text Placeholder 37">
            <a:extLst>
              <a:ext uri="{FF2B5EF4-FFF2-40B4-BE49-F238E27FC236}">
                <a16:creationId xmlns:a16="http://schemas.microsoft.com/office/drawing/2014/main" id="{E381F9F2-CB0F-FD6E-7419-6E930F54D993}"/>
              </a:ext>
            </a:extLst>
          </p:cNvPr>
          <p:cNvSpPr>
            <a:spLocks noGrp="1"/>
          </p:cNvSpPr>
          <p:nvPr>
            <p:ph type="body" sz="quarter" idx="17" hasCustomPrompt="1"/>
          </p:nvPr>
        </p:nvSpPr>
        <p:spPr>
          <a:xfrm>
            <a:off x="4801030" y="3776128"/>
            <a:ext cx="2051032" cy="682625"/>
          </a:xfrm>
        </p:spPr>
        <p:txBody>
          <a:bodyPr>
            <a:normAutofit/>
          </a:bodyPr>
          <a:lstStyle>
            <a:lvl1pPr marL="0" indent="0">
              <a:buNone/>
              <a:defRPr sz="3600" b="1">
                <a:solidFill>
                  <a:schemeClr val="bg1"/>
                </a:solidFill>
                <a:latin typeface="Barlow" panose="00000500000000000000" pitchFamily="2" charset="0"/>
              </a:defRPr>
            </a:lvl1pPr>
          </a:lstStyle>
          <a:p>
            <a:pPr lvl="0"/>
            <a:r>
              <a:rPr lang="en-US"/>
              <a:t>02</a:t>
            </a:r>
            <a:endParaRPr lang="en-IN"/>
          </a:p>
        </p:txBody>
      </p:sp>
      <p:sp>
        <p:nvSpPr>
          <p:cNvPr id="50" name="Text Placeholder 37">
            <a:extLst>
              <a:ext uri="{FF2B5EF4-FFF2-40B4-BE49-F238E27FC236}">
                <a16:creationId xmlns:a16="http://schemas.microsoft.com/office/drawing/2014/main" id="{525B970E-AF3A-4EDB-A48B-631F3063BB1D}"/>
              </a:ext>
            </a:extLst>
          </p:cNvPr>
          <p:cNvSpPr>
            <a:spLocks noGrp="1"/>
          </p:cNvSpPr>
          <p:nvPr>
            <p:ph type="body" sz="quarter" idx="18" hasCustomPrompt="1"/>
          </p:nvPr>
        </p:nvSpPr>
        <p:spPr>
          <a:xfrm>
            <a:off x="4801030" y="5434269"/>
            <a:ext cx="2051032" cy="469070"/>
          </a:xfrm>
        </p:spPr>
        <p:txBody>
          <a:bodyPr>
            <a:normAutofit/>
          </a:bodyPr>
          <a:lstStyle>
            <a:lvl1pPr marL="0" indent="0">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52" name="Content Placeholder 51">
            <a:extLst>
              <a:ext uri="{FF2B5EF4-FFF2-40B4-BE49-F238E27FC236}">
                <a16:creationId xmlns:a16="http://schemas.microsoft.com/office/drawing/2014/main" id="{9A32F8C6-F543-86A4-411B-F7A82CBAD1DF}"/>
              </a:ext>
            </a:extLst>
          </p:cNvPr>
          <p:cNvSpPr>
            <a:spLocks noGrp="1"/>
          </p:cNvSpPr>
          <p:nvPr>
            <p:ph sz="quarter" idx="19" hasCustomPrompt="1"/>
          </p:nvPr>
        </p:nvSpPr>
        <p:spPr>
          <a:xfrm>
            <a:off x="6391275" y="2501900"/>
            <a:ext cx="460375" cy="579438"/>
          </a:xfrm>
        </p:spPr>
        <p:txBody>
          <a:bodyPr>
            <a:noAutofit/>
          </a:bodyPr>
          <a:lstStyle>
            <a:lvl1pPr marL="0" indent="0" algn="ctr">
              <a:buNone/>
              <a:defRPr sz="800">
                <a:solidFill>
                  <a:schemeClr val="bg1"/>
                </a:solidFill>
              </a:defRPr>
            </a:lvl1pPr>
          </a:lstStyle>
          <a:p>
            <a:pPr lvl="0"/>
            <a:r>
              <a:rPr lang="en-US"/>
              <a:t>Insert Icon here</a:t>
            </a:r>
            <a:endParaRPr lang="en-IN"/>
          </a:p>
        </p:txBody>
      </p:sp>
      <p:sp>
        <p:nvSpPr>
          <p:cNvPr id="57" name="Picture Placeholder 33">
            <a:extLst>
              <a:ext uri="{FF2B5EF4-FFF2-40B4-BE49-F238E27FC236}">
                <a16:creationId xmlns:a16="http://schemas.microsoft.com/office/drawing/2014/main" id="{93E8929C-F85C-4BC7-DD77-D40DCD3B5CFF}"/>
              </a:ext>
            </a:extLst>
          </p:cNvPr>
          <p:cNvSpPr>
            <a:spLocks noGrp="1"/>
          </p:cNvSpPr>
          <p:nvPr>
            <p:ph type="pic" sz="quarter" idx="20"/>
          </p:nvPr>
        </p:nvSpPr>
        <p:spPr>
          <a:xfrm>
            <a:off x="7162373" y="3203575"/>
            <a:ext cx="2462213" cy="2851150"/>
          </a:xfrm>
          <a:solidFill>
            <a:schemeClr val="bg1">
              <a:lumMod val="95000"/>
            </a:schemeClr>
          </a:solidFill>
        </p:spPr>
        <p:txBody>
          <a:bodyPr vert="horz" lIns="91440" tIns="45720" rIns="91440" bIns="45720" rtlCol="0">
            <a:normAutofit/>
          </a:bodyPr>
          <a:lstStyle>
            <a:lvl1pPr>
              <a:defRPr lang="en-IN" dirty="0"/>
            </a:lvl1pPr>
          </a:lstStyle>
          <a:p>
            <a:pPr lvl="0"/>
            <a:endParaRPr lang="en-IN"/>
          </a:p>
        </p:txBody>
      </p:sp>
      <p:sp>
        <p:nvSpPr>
          <p:cNvPr id="58" name="Text Placeholder 37">
            <a:extLst>
              <a:ext uri="{FF2B5EF4-FFF2-40B4-BE49-F238E27FC236}">
                <a16:creationId xmlns:a16="http://schemas.microsoft.com/office/drawing/2014/main" id="{A9E36D95-5EC6-B080-1302-2F2D4E3D0B0E}"/>
              </a:ext>
            </a:extLst>
          </p:cNvPr>
          <p:cNvSpPr>
            <a:spLocks noGrp="1"/>
          </p:cNvSpPr>
          <p:nvPr>
            <p:ph type="body" sz="quarter" idx="21" hasCustomPrompt="1"/>
          </p:nvPr>
        </p:nvSpPr>
        <p:spPr>
          <a:xfrm>
            <a:off x="7368124" y="4612735"/>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a:t>Click to add text</a:t>
            </a:r>
            <a:endParaRPr lang="en-IN"/>
          </a:p>
        </p:txBody>
      </p:sp>
      <p:sp>
        <p:nvSpPr>
          <p:cNvPr id="59" name="Text Placeholder 37">
            <a:extLst>
              <a:ext uri="{FF2B5EF4-FFF2-40B4-BE49-F238E27FC236}">
                <a16:creationId xmlns:a16="http://schemas.microsoft.com/office/drawing/2014/main" id="{E145F5B3-FB2E-ABC1-6FBE-3F6038A18A9D}"/>
              </a:ext>
            </a:extLst>
          </p:cNvPr>
          <p:cNvSpPr>
            <a:spLocks noGrp="1"/>
          </p:cNvSpPr>
          <p:nvPr>
            <p:ph type="body" sz="quarter" idx="22" hasCustomPrompt="1"/>
          </p:nvPr>
        </p:nvSpPr>
        <p:spPr>
          <a:xfrm>
            <a:off x="7368124" y="3775491"/>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a:t>03</a:t>
            </a:r>
            <a:endParaRPr lang="en-IN"/>
          </a:p>
        </p:txBody>
      </p:sp>
      <p:sp>
        <p:nvSpPr>
          <p:cNvPr id="60" name="Text Placeholder 37">
            <a:extLst>
              <a:ext uri="{FF2B5EF4-FFF2-40B4-BE49-F238E27FC236}">
                <a16:creationId xmlns:a16="http://schemas.microsoft.com/office/drawing/2014/main" id="{027554F2-F7AB-485D-0B21-5BA8D6A414FD}"/>
              </a:ext>
            </a:extLst>
          </p:cNvPr>
          <p:cNvSpPr>
            <a:spLocks noGrp="1"/>
          </p:cNvSpPr>
          <p:nvPr>
            <p:ph type="body" sz="quarter" idx="23" hasCustomPrompt="1"/>
          </p:nvPr>
        </p:nvSpPr>
        <p:spPr>
          <a:xfrm>
            <a:off x="7368124" y="5433632"/>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62" name="Picture Placeholder 33">
            <a:extLst>
              <a:ext uri="{FF2B5EF4-FFF2-40B4-BE49-F238E27FC236}">
                <a16:creationId xmlns:a16="http://schemas.microsoft.com/office/drawing/2014/main" id="{1D1F2AE2-3567-99CC-824D-6ECB840E5412}"/>
              </a:ext>
            </a:extLst>
          </p:cNvPr>
          <p:cNvSpPr>
            <a:spLocks noGrp="1"/>
          </p:cNvSpPr>
          <p:nvPr>
            <p:ph type="pic" sz="quarter" idx="24"/>
          </p:nvPr>
        </p:nvSpPr>
        <p:spPr>
          <a:xfrm>
            <a:off x="9729787" y="3203575"/>
            <a:ext cx="2462213" cy="2851150"/>
          </a:xfrm>
          <a:solidFill>
            <a:schemeClr val="bg1">
              <a:lumMod val="95000"/>
            </a:schemeClr>
          </a:solidFill>
        </p:spPr>
        <p:txBody>
          <a:bodyPr vert="horz" lIns="91440" tIns="45720" rIns="91440" bIns="45720" rtlCol="0">
            <a:normAutofit/>
          </a:bodyPr>
          <a:lstStyle>
            <a:lvl1pPr>
              <a:defRPr lang="en-IN" dirty="0"/>
            </a:lvl1pPr>
          </a:lstStyle>
          <a:p>
            <a:pPr lvl="0"/>
            <a:endParaRPr lang="en-IN"/>
          </a:p>
        </p:txBody>
      </p:sp>
      <p:sp>
        <p:nvSpPr>
          <p:cNvPr id="63" name="Text Placeholder 37">
            <a:extLst>
              <a:ext uri="{FF2B5EF4-FFF2-40B4-BE49-F238E27FC236}">
                <a16:creationId xmlns:a16="http://schemas.microsoft.com/office/drawing/2014/main" id="{7F4005D5-65DA-FEE5-6036-5FA19C1D2344}"/>
              </a:ext>
            </a:extLst>
          </p:cNvPr>
          <p:cNvSpPr>
            <a:spLocks noGrp="1"/>
          </p:cNvSpPr>
          <p:nvPr>
            <p:ph type="body" sz="quarter" idx="25" hasCustomPrompt="1"/>
          </p:nvPr>
        </p:nvSpPr>
        <p:spPr>
          <a:xfrm>
            <a:off x="9935538" y="4612735"/>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a:t>Click to add text</a:t>
            </a:r>
            <a:endParaRPr lang="en-IN"/>
          </a:p>
        </p:txBody>
      </p:sp>
      <p:sp>
        <p:nvSpPr>
          <p:cNvPr id="64" name="Text Placeholder 37">
            <a:extLst>
              <a:ext uri="{FF2B5EF4-FFF2-40B4-BE49-F238E27FC236}">
                <a16:creationId xmlns:a16="http://schemas.microsoft.com/office/drawing/2014/main" id="{B3E3E185-0A2C-4367-520F-2EAD931BCA39}"/>
              </a:ext>
            </a:extLst>
          </p:cNvPr>
          <p:cNvSpPr>
            <a:spLocks noGrp="1"/>
          </p:cNvSpPr>
          <p:nvPr>
            <p:ph type="body" sz="quarter" idx="26" hasCustomPrompt="1"/>
          </p:nvPr>
        </p:nvSpPr>
        <p:spPr>
          <a:xfrm>
            <a:off x="9935538" y="3775491"/>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a:t>04</a:t>
            </a:r>
            <a:endParaRPr lang="en-IN"/>
          </a:p>
        </p:txBody>
      </p:sp>
      <p:sp>
        <p:nvSpPr>
          <p:cNvPr id="65" name="Text Placeholder 37">
            <a:extLst>
              <a:ext uri="{FF2B5EF4-FFF2-40B4-BE49-F238E27FC236}">
                <a16:creationId xmlns:a16="http://schemas.microsoft.com/office/drawing/2014/main" id="{4A8ADF34-7962-3E2D-0885-D8DA7EB104F3}"/>
              </a:ext>
            </a:extLst>
          </p:cNvPr>
          <p:cNvSpPr>
            <a:spLocks noGrp="1"/>
          </p:cNvSpPr>
          <p:nvPr>
            <p:ph type="body" sz="quarter" idx="27" hasCustomPrompt="1"/>
          </p:nvPr>
        </p:nvSpPr>
        <p:spPr>
          <a:xfrm>
            <a:off x="9935538" y="5433632"/>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Tree>
    <p:extLst>
      <p:ext uri="{BB962C8B-B14F-4D97-AF65-F5344CB8AC3E}">
        <p14:creationId xmlns:p14="http://schemas.microsoft.com/office/powerpoint/2010/main" val="42326929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Agenda/Topics">
    <p:spTree>
      <p:nvGrpSpPr>
        <p:cNvPr id="1" name=""/>
        <p:cNvGrpSpPr/>
        <p:nvPr/>
      </p:nvGrpSpPr>
      <p:grpSpPr>
        <a:xfrm>
          <a:off x="0" y="0"/>
          <a:ext cx="0" cy="0"/>
          <a:chOff x="0" y="0"/>
          <a:chExt cx="0" cy="0"/>
        </a:xfrm>
      </p:grpSpPr>
      <p:sp>
        <p:nvSpPr>
          <p:cNvPr id="9" name="Picture Placeholder 33">
            <a:extLst>
              <a:ext uri="{FF2B5EF4-FFF2-40B4-BE49-F238E27FC236}">
                <a16:creationId xmlns:a16="http://schemas.microsoft.com/office/drawing/2014/main" id="{9E220401-C279-5A75-E79E-B3C2F3E61281}"/>
              </a:ext>
            </a:extLst>
          </p:cNvPr>
          <p:cNvSpPr>
            <a:spLocks noGrp="1"/>
          </p:cNvSpPr>
          <p:nvPr>
            <p:ph type="pic" sz="quarter" idx="11"/>
          </p:nvPr>
        </p:nvSpPr>
        <p:spPr>
          <a:xfrm>
            <a:off x="2028825" y="3203575"/>
            <a:ext cx="2462213" cy="2851150"/>
          </a:xfrm>
          <a:solidFill>
            <a:schemeClr val="bg1">
              <a:lumMod val="95000"/>
            </a:schemeClr>
          </a:solidFill>
        </p:spPr>
        <p:txBody>
          <a:bodyPr/>
          <a:lstStyle>
            <a:lvl1pPr>
              <a:defRPr>
                <a:solidFill>
                  <a:schemeClr val="tx1"/>
                </a:solidFill>
              </a:defRPr>
            </a:lvl1pPr>
          </a:lstStyle>
          <a:p>
            <a:endParaRPr lang="en-IN"/>
          </a:p>
        </p:txBody>
      </p:sp>
      <p:sp>
        <p:nvSpPr>
          <p:cNvPr id="10" name="Rectangle 9">
            <a:extLst>
              <a:ext uri="{FF2B5EF4-FFF2-40B4-BE49-F238E27FC236}">
                <a16:creationId xmlns:a16="http://schemas.microsoft.com/office/drawing/2014/main" id="{1E8B928E-4924-E3AA-E6DD-4902C66312FC}"/>
              </a:ext>
            </a:extLst>
          </p:cNvPr>
          <p:cNvSpPr/>
          <p:nvPr userDrawn="1"/>
        </p:nvSpPr>
        <p:spPr>
          <a:xfrm>
            <a:off x="7452577" y="2949672"/>
            <a:ext cx="647613" cy="769441"/>
          </a:xfrm>
          <a:prstGeom prst="rect">
            <a:avLst/>
          </a:prstGeom>
        </p:spPr>
        <p:txBody>
          <a:bodyPr wrap="none" lIns="0" rIns="0">
            <a:spAutoFit/>
          </a:bodyPr>
          <a:lstStyle/>
          <a:p>
            <a:pPr algn="ctr">
              <a:spcBef>
                <a:spcPts val="2400"/>
              </a:spcBef>
            </a:pPr>
            <a:r>
              <a:rPr lang="en-US" sz="4400" b="1">
                <a:solidFill>
                  <a:srgbClr val="FFFFFF"/>
                </a:solidFill>
                <a:latin typeface="Segoe UI" panose="020B0502040204020203" pitchFamily="34" charset="0"/>
                <a:ea typeface="Open Sans" charset="0"/>
                <a:cs typeface="Segoe UI" panose="020B0502040204020203" pitchFamily="34" charset="0"/>
              </a:rPr>
              <a:t>02</a:t>
            </a:r>
          </a:p>
        </p:txBody>
      </p:sp>
      <p:pic>
        <p:nvPicPr>
          <p:cNvPr id="11" name="Graphic 10">
            <a:extLst>
              <a:ext uri="{FF2B5EF4-FFF2-40B4-BE49-F238E27FC236}">
                <a16:creationId xmlns:a16="http://schemas.microsoft.com/office/drawing/2014/main" id="{741C4B56-D91C-EAE6-E14A-F7EF02A4C3C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957473" y="2638523"/>
            <a:ext cx="391390" cy="358774"/>
          </a:xfrm>
          <a:prstGeom prst="rect">
            <a:avLst/>
          </a:prstGeom>
        </p:spPr>
      </p:pic>
      <p:sp>
        <p:nvSpPr>
          <p:cNvPr id="12" name="Title 1">
            <a:extLst>
              <a:ext uri="{FF2B5EF4-FFF2-40B4-BE49-F238E27FC236}">
                <a16:creationId xmlns:a16="http://schemas.microsoft.com/office/drawing/2014/main" id="{4E83683A-8FAE-ECFE-858C-40B7194D37DB}"/>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13" name="Rectangle 12">
            <a:extLst>
              <a:ext uri="{FF2B5EF4-FFF2-40B4-BE49-F238E27FC236}">
                <a16:creationId xmlns:a16="http://schemas.microsoft.com/office/drawing/2014/main" id="{73824315-B5DE-36AE-2DCE-E7BE9BA7B476}"/>
              </a:ext>
            </a:extLst>
          </p:cNvPr>
          <p:cNvSpPr/>
          <p:nvPr userDrawn="1"/>
        </p:nvSpPr>
        <p:spPr>
          <a:xfrm>
            <a:off x="359998" y="1488586"/>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ubtitle 2">
            <a:extLst>
              <a:ext uri="{FF2B5EF4-FFF2-40B4-BE49-F238E27FC236}">
                <a16:creationId xmlns:a16="http://schemas.microsoft.com/office/drawing/2014/main" id="{C653E87C-C30B-A55C-CAE4-4ED8F963495A}"/>
              </a:ext>
            </a:extLst>
          </p:cNvPr>
          <p:cNvSpPr>
            <a:spLocks noGrp="1"/>
          </p:cNvSpPr>
          <p:nvPr>
            <p:ph type="subTitle" idx="1"/>
          </p:nvPr>
        </p:nvSpPr>
        <p:spPr>
          <a:xfrm>
            <a:off x="285135" y="854284"/>
            <a:ext cx="11558865" cy="461665"/>
          </a:xfrm>
        </p:spPr>
        <p:txBody>
          <a:bodyPr wrap="square">
            <a:spAutoFit/>
          </a:bodyPr>
          <a:lstStyle>
            <a:lvl1pPr marL="0" indent="0" algn="l">
              <a:lnSpc>
                <a:spcPct val="100000"/>
              </a:lnSpc>
              <a:spcBef>
                <a:spcPts val="0"/>
              </a:spcBef>
              <a:buNone/>
              <a:defRPr lang="en-US" sz="2400" b="1" kern="1200" dirty="0">
                <a:solidFill>
                  <a:schemeClr val="accent1"/>
                </a:solidFill>
                <a:latin typeface="Barlow Medium" panose="00000600000000000000"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5" name="Text Placeholder 37">
            <a:extLst>
              <a:ext uri="{FF2B5EF4-FFF2-40B4-BE49-F238E27FC236}">
                <a16:creationId xmlns:a16="http://schemas.microsoft.com/office/drawing/2014/main" id="{A616F389-7FB4-9BCF-8361-CC6F70CC23CD}"/>
              </a:ext>
            </a:extLst>
          </p:cNvPr>
          <p:cNvSpPr>
            <a:spLocks noGrp="1"/>
          </p:cNvSpPr>
          <p:nvPr>
            <p:ph type="body" sz="quarter" idx="12" hasCustomPrompt="1"/>
          </p:nvPr>
        </p:nvSpPr>
        <p:spPr>
          <a:xfrm>
            <a:off x="2234256" y="4628513"/>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a:t>Click to add text</a:t>
            </a:r>
            <a:endParaRPr lang="en-IN"/>
          </a:p>
        </p:txBody>
      </p:sp>
      <p:sp>
        <p:nvSpPr>
          <p:cNvPr id="16" name="Text Placeholder 37">
            <a:extLst>
              <a:ext uri="{FF2B5EF4-FFF2-40B4-BE49-F238E27FC236}">
                <a16:creationId xmlns:a16="http://schemas.microsoft.com/office/drawing/2014/main" id="{AFD49B92-BC62-5115-308D-6E75E1F720F9}"/>
              </a:ext>
            </a:extLst>
          </p:cNvPr>
          <p:cNvSpPr>
            <a:spLocks noGrp="1"/>
          </p:cNvSpPr>
          <p:nvPr>
            <p:ph type="body" sz="quarter" idx="13" hasCustomPrompt="1"/>
          </p:nvPr>
        </p:nvSpPr>
        <p:spPr>
          <a:xfrm>
            <a:off x="2234256" y="3791269"/>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a:t>01</a:t>
            </a:r>
            <a:endParaRPr lang="en-IN"/>
          </a:p>
        </p:txBody>
      </p:sp>
      <p:sp>
        <p:nvSpPr>
          <p:cNvPr id="17" name="Text Placeholder 37">
            <a:extLst>
              <a:ext uri="{FF2B5EF4-FFF2-40B4-BE49-F238E27FC236}">
                <a16:creationId xmlns:a16="http://schemas.microsoft.com/office/drawing/2014/main" id="{96984DB0-633B-BF3C-B959-37D6EAB545A8}"/>
              </a:ext>
            </a:extLst>
          </p:cNvPr>
          <p:cNvSpPr>
            <a:spLocks noGrp="1"/>
          </p:cNvSpPr>
          <p:nvPr>
            <p:ph type="body" sz="quarter" idx="14" hasCustomPrompt="1"/>
          </p:nvPr>
        </p:nvSpPr>
        <p:spPr>
          <a:xfrm>
            <a:off x="2234256" y="5449410"/>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8" name="Picture Placeholder 33">
            <a:extLst>
              <a:ext uri="{FF2B5EF4-FFF2-40B4-BE49-F238E27FC236}">
                <a16:creationId xmlns:a16="http://schemas.microsoft.com/office/drawing/2014/main" id="{D228BC18-0A5B-2E96-B64C-0B9E8100D38F}"/>
              </a:ext>
            </a:extLst>
          </p:cNvPr>
          <p:cNvSpPr>
            <a:spLocks noGrp="1"/>
          </p:cNvSpPr>
          <p:nvPr>
            <p:ph type="pic" sz="quarter" idx="15"/>
          </p:nvPr>
        </p:nvSpPr>
        <p:spPr>
          <a:xfrm>
            <a:off x="7162373" y="2372361"/>
            <a:ext cx="2462213" cy="3682364"/>
          </a:xfrm>
          <a:solidFill>
            <a:schemeClr val="tx2"/>
          </a:solidFill>
        </p:spPr>
        <p:txBody>
          <a:bodyPr/>
          <a:lstStyle>
            <a:lvl1pPr>
              <a:defRPr>
                <a:solidFill>
                  <a:schemeClr val="bg1"/>
                </a:solidFill>
              </a:defRPr>
            </a:lvl1pPr>
          </a:lstStyle>
          <a:p>
            <a:endParaRPr lang="en-IN"/>
          </a:p>
        </p:txBody>
      </p:sp>
      <p:sp>
        <p:nvSpPr>
          <p:cNvPr id="19" name="Text Placeholder 37">
            <a:extLst>
              <a:ext uri="{FF2B5EF4-FFF2-40B4-BE49-F238E27FC236}">
                <a16:creationId xmlns:a16="http://schemas.microsoft.com/office/drawing/2014/main" id="{AFEBBBC7-C356-A790-292A-24FF23304DBF}"/>
              </a:ext>
            </a:extLst>
          </p:cNvPr>
          <p:cNvSpPr>
            <a:spLocks noGrp="1"/>
          </p:cNvSpPr>
          <p:nvPr>
            <p:ph type="body" sz="quarter" idx="16" hasCustomPrompt="1"/>
          </p:nvPr>
        </p:nvSpPr>
        <p:spPr>
          <a:xfrm>
            <a:off x="7367804" y="4613372"/>
            <a:ext cx="2051032" cy="682625"/>
          </a:xfrm>
        </p:spPr>
        <p:txBody>
          <a:bodyPr>
            <a:normAutofit/>
          </a:bodyPr>
          <a:lstStyle>
            <a:lvl1pPr marL="0" indent="0">
              <a:buNone/>
              <a:defRPr sz="1800" b="1">
                <a:solidFill>
                  <a:schemeClr val="bg1"/>
                </a:solidFill>
                <a:latin typeface="Barlow" panose="00000500000000000000" pitchFamily="2" charset="0"/>
              </a:defRPr>
            </a:lvl1pPr>
          </a:lstStyle>
          <a:p>
            <a:pPr lvl="0"/>
            <a:r>
              <a:rPr lang="en-US"/>
              <a:t>Click to add text</a:t>
            </a:r>
            <a:endParaRPr lang="en-IN"/>
          </a:p>
        </p:txBody>
      </p:sp>
      <p:sp>
        <p:nvSpPr>
          <p:cNvPr id="20" name="Text Placeholder 37">
            <a:extLst>
              <a:ext uri="{FF2B5EF4-FFF2-40B4-BE49-F238E27FC236}">
                <a16:creationId xmlns:a16="http://schemas.microsoft.com/office/drawing/2014/main" id="{652678D2-DE38-5B75-ECCE-29A45AF00A7D}"/>
              </a:ext>
            </a:extLst>
          </p:cNvPr>
          <p:cNvSpPr>
            <a:spLocks noGrp="1"/>
          </p:cNvSpPr>
          <p:nvPr>
            <p:ph type="body" sz="quarter" idx="17" hasCustomPrompt="1"/>
          </p:nvPr>
        </p:nvSpPr>
        <p:spPr>
          <a:xfrm>
            <a:off x="7367804" y="3776128"/>
            <a:ext cx="2051032" cy="682625"/>
          </a:xfrm>
        </p:spPr>
        <p:txBody>
          <a:bodyPr>
            <a:normAutofit/>
          </a:bodyPr>
          <a:lstStyle>
            <a:lvl1pPr marL="0" indent="0">
              <a:buNone/>
              <a:defRPr sz="3600" b="1">
                <a:solidFill>
                  <a:schemeClr val="bg1"/>
                </a:solidFill>
                <a:latin typeface="Barlow" panose="00000500000000000000" pitchFamily="2" charset="0"/>
              </a:defRPr>
            </a:lvl1pPr>
          </a:lstStyle>
          <a:p>
            <a:pPr lvl="0"/>
            <a:r>
              <a:rPr lang="en-US"/>
              <a:t>03</a:t>
            </a:r>
            <a:endParaRPr lang="en-IN"/>
          </a:p>
        </p:txBody>
      </p:sp>
      <p:sp>
        <p:nvSpPr>
          <p:cNvPr id="21" name="Text Placeholder 37">
            <a:extLst>
              <a:ext uri="{FF2B5EF4-FFF2-40B4-BE49-F238E27FC236}">
                <a16:creationId xmlns:a16="http://schemas.microsoft.com/office/drawing/2014/main" id="{232F0683-D529-40D7-2787-AB0BD35DAD0E}"/>
              </a:ext>
            </a:extLst>
          </p:cNvPr>
          <p:cNvSpPr>
            <a:spLocks noGrp="1"/>
          </p:cNvSpPr>
          <p:nvPr>
            <p:ph type="body" sz="quarter" idx="18" hasCustomPrompt="1"/>
          </p:nvPr>
        </p:nvSpPr>
        <p:spPr>
          <a:xfrm>
            <a:off x="7367804" y="5434269"/>
            <a:ext cx="2051032" cy="469070"/>
          </a:xfrm>
        </p:spPr>
        <p:txBody>
          <a:bodyPr>
            <a:normAutofit/>
          </a:bodyPr>
          <a:lstStyle>
            <a:lvl1pPr marL="0" indent="0">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22" name="Content Placeholder 51">
            <a:extLst>
              <a:ext uri="{FF2B5EF4-FFF2-40B4-BE49-F238E27FC236}">
                <a16:creationId xmlns:a16="http://schemas.microsoft.com/office/drawing/2014/main" id="{67A0953E-13D1-8A22-1241-8F0375527332}"/>
              </a:ext>
            </a:extLst>
          </p:cNvPr>
          <p:cNvSpPr>
            <a:spLocks noGrp="1"/>
          </p:cNvSpPr>
          <p:nvPr>
            <p:ph sz="quarter" idx="19" hasCustomPrompt="1"/>
          </p:nvPr>
        </p:nvSpPr>
        <p:spPr>
          <a:xfrm>
            <a:off x="8958049" y="2501900"/>
            <a:ext cx="460375" cy="579438"/>
          </a:xfrm>
        </p:spPr>
        <p:txBody>
          <a:bodyPr>
            <a:noAutofit/>
          </a:bodyPr>
          <a:lstStyle>
            <a:lvl1pPr marL="0" indent="0" algn="ctr">
              <a:buNone/>
              <a:defRPr sz="800">
                <a:solidFill>
                  <a:schemeClr val="bg1"/>
                </a:solidFill>
              </a:defRPr>
            </a:lvl1pPr>
          </a:lstStyle>
          <a:p>
            <a:pPr lvl="0"/>
            <a:r>
              <a:rPr lang="en-US"/>
              <a:t>Insert Icon here</a:t>
            </a:r>
            <a:endParaRPr lang="en-IN"/>
          </a:p>
        </p:txBody>
      </p:sp>
      <p:sp>
        <p:nvSpPr>
          <p:cNvPr id="23" name="Picture Placeholder 33">
            <a:extLst>
              <a:ext uri="{FF2B5EF4-FFF2-40B4-BE49-F238E27FC236}">
                <a16:creationId xmlns:a16="http://schemas.microsoft.com/office/drawing/2014/main" id="{01D40387-DD15-16AB-923A-1B2DFA9B3046}"/>
              </a:ext>
            </a:extLst>
          </p:cNvPr>
          <p:cNvSpPr>
            <a:spLocks noGrp="1"/>
          </p:cNvSpPr>
          <p:nvPr>
            <p:ph type="pic" sz="quarter" idx="20"/>
          </p:nvPr>
        </p:nvSpPr>
        <p:spPr>
          <a:xfrm>
            <a:off x="4597124" y="3203575"/>
            <a:ext cx="2462213" cy="2851150"/>
          </a:xfrm>
          <a:solidFill>
            <a:schemeClr val="bg1">
              <a:lumMod val="95000"/>
            </a:schemeClr>
          </a:solidFill>
        </p:spPr>
        <p:txBody>
          <a:bodyPr vert="horz" lIns="91440" tIns="45720" rIns="91440" bIns="45720" rtlCol="0">
            <a:normAutofit/>
          </a:bodyPr>
          <a:lstStyle>
            <a:lvl1pPr>
              <a:defRPr lang="en-IN" dirty="0"/>
            </a:lvl1pPr>
          </a:lstStyle>
          <a:p>
            <a:pPr lvl="0"/>
            <a:endParaRPr lang="en-IN"/>
          </a:p>
        </p:txBody>
      </p:sp>
      <p:sp>
        <p:nvSpPr>
          <p:cNvPr id="24" name="Text Placeholder 37">
            <a:extLst>
              <a:ext uri="{FF2B5EF4-FFF2-40B4-BE49-F238E27FC236}">
                <a16:creationId xmlns:a16="http://schemas.microsoft.com/office/drawing/2014/main" id="{234B3329-0B9A-1C64-8837-BF867B5E44A4}"/>
              </a:ext>
            </a:extLst>
          </p:cNvPr>
          <p:cNvSpPr>
            <a:spLocks noGrp="1"/>
          </p:cNvSpPr>
          <p:nvPr>
            <p:ph type="body" sz="quarter" idx="21" hasCustomPrompt="1"/>
          </p:nvPr>
        </p:nvSpPr>
        <p:spPr>
          <a:xfrm>
            <a:off x="4802875" y="4612735"/>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a:t>Click to add text</a:t>
            </a:r>
            <a:endParaRPr lang="en-IN"/>
          </a:p>
        </p:txBody>
      </p:sp>
      <p:sp>
        <p:nvSpPr>
          <p:cNvPr id="25" name="Text Placeholder 37">
            <a:extLst>
              <a:ext uri="{FF2B5EF4-FFF2-40B4-BE49-F238E27FC236}">
                <a16:creationId xmlns:a16="http://schemas.microsoft.com/office/drawing/2014/main" id="{FBBB7DE2-7E10-89F2-78ED-C2DB6D709DC8}"/>
              </a:ext>
            </a:extLst>
          </p:cNvPr>
          <p:cNvSpPr>
            <a:spLocks noGrp="1"/>
          </p:cNvSpPr>
          <p:nvPr>
            <p:ph type="body" sz="quarter" idx="22" hasCustomPrompt="1"/>
          </p:nvPr>
        </p:nvSpPr>
        <p:spPr>
          <a:xfrm>
            <a:off x="4802875" y="3775491"/>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a:t>02</a:t>
            </a:r>
            <a:endParaRPr lang="en-IN"/>
          </a:p>
        </p:txBody>
      </p:sp>
      <p:sp>
        <p:nvSpPr>
          <p:cNvPr id="26" name="Text Placeholder 37">
            <a:extLst>
              <a:ext uri="{FF2B5EF4-FFF2-40B4-BE49-F238E27FC236}">
                <a16:creationId xmlns:a16="http://schemas.microsoft.com/office/drawing/2014/main" id="{6B41F9FC-7377-A91B-EFEE-6DD1B0368755}"/>
              </a:ext>
            </a:extLst>
          </p:cNvPr>
          <p:cNvSpPr>
            <a:spLocks noGrp="1"/>
          </p:cNvSpPr>
          <p:nvPr>
            <p:ph type="body" sz="quarter" idx="23" hasCustomPrompt="1"/>
          </p:nvPr>
        </p:nvSpPr>
        <p:spPr>
          <a:xfrm>
            <a:off x="4802875" y="5433632"/>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27" name="Picture Placeholder 33">
            <a:extLst>
              <a:ext uri="{FF2B5EF4-FFF2-40B4-BE49-F238E27FC236}">
                <a16:creationId xmlns:a16="http://schemas.microsoft.com/office/drawing/2014/main" id="{EFA566A5-3E4E-D157-D0DE-67352B32FC58}"/>
              </a:ext>
            </a:extLst>
          </p:cNvPr>
          <p:cNvSpPr>
            <a:spLocks noGrp="1"/>
          </p:cNvSpPr>
          <p:nvPr>
            <p:ph type="pic" sz="quarter" idx="24"/>
          </p:nvPr>
        </p:nvSpPr>
        <p:spPr>
          <a:xfrm>
            <a:off x="9729787" y="3203575"/>
            <a:ext cx="2462213" cy="2851150"/>
          </a:xfrm>
          <a:solidFill>
            <a:schemeClr val="bg1">
              <a:lumMod val="95000"/>
            </a:schemeClr>
          </a:solidFill>
        </p:spPr>
        <p:txBody>
          <a:bodyPr vert="horz" lIns="91440" tIns="45720" rIns="91440" bIns="45720" rtlCol="0">
            <a:normAutofit/>
          </a:bodyPr>
          <a:lstStyle>
            <a:lvl1pPr>
              <a:defRPr lang="en-IN" dirty="0"/>
            </a:lvl1pPr>
          </a:lstStyle>
          <a:p>
            <a:pPr lvl="0"/>
            <a:endParaRPr lang="en-IN"/>
          </a:p>
        </p:txBody>
      </p:sp>
      <p:sp>
        <p:nvSpPr>
          <p:cNvPr id="28" name="Text Placeholder 37">
            <a:extLst>
              <a:ext uri="{FF2B5EF4-FFF2-40B4-BE49-F238E27FC236}">
                <a16:creationId xmlns:a16="http://schemas.microsoft.com/office/drawing/2014/main" id="{A0A8CFF2-957B-2AF0-E32F-D0E9C6415592}"/>
              </a:ext>
            </a:extLst>
          </p:cNvPr>
          <p:cNvSpPr>
            <a:spLocks noGrp="1"/>
          </p:cNvSpPr>
          <p:nvPr>
            <p:ph type="body" sz="quarter" idx="25" hasCustomPrompt="1"/>
          </p:nvPr>
        </p:nvSpPr>
        <p:spPr>
          <a:xfrm>
            <a:off x="9935538" y="4612735"/>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a:t>Click to add text</a:t>
            </a:r>
            <a:endParaRPr lang="en-IN"/>
          </a:p>
        </p:txBody>
      </p:sp>
      <p:sp>
        <p:nvSpPr>
          <p:cNvPr id="29" name="Text Placeholder 37">
            <a:extLst>
              <a:ext uri="{FF2B5EF4-FFF2-40B4-BE49-F238E27FC236}">
                <a16:creationId xmlns:a16="http://schemas.microsoft.com/office/drawing/2014/main" id="{15C50F6E-7085-66AC-D639-7F51591B9E92}"/>
              </a:ext>
            </a:extLst>
          </p:cNvPr>
          <p:cNvSpPr>
            <a:spLocks noGrp="1"/>
          </p:cNvSpPr>
          <p:nvPr>
            <p:ph type="body" sz="quarter" idx="26" hasCustomPrompt="1"/>
          </p:nvPr>
        </p:nvSpPr>
        <p:spPr>
          <a:xfrm>
            <a:off x="9935538" y="3775491"/>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a:t>04</a:t>
            </a:r>
            <a:endParaRPr lang="en-IN"/>
          </a:p>
        </p:txBody>
      </p:sp>
      <p:sp>
        <p:nvSpPr>
          <p:cNvPr id="30" name="Text Placeholder 37">
            <a:extLst>
              <a:ext uri="{FF2B5EF4-FFF2-40B4-BE49-F238E27FC236}">
                <a16:creationId xmlns:a16="http://schemas.microsoft.com/office/drawing/2014/main" id="{714361A5-C069-C8AB-1C70-CC4B528EECEF}"/>
              </a:ext>
            </a:extLst>
          </p:cNvPr>
          <p:cNvSpPr>
            <a:spLocks noGrp="1"/>
          </p:cNvSpPr>
          <p:nvPr>
            <p:ph type="body" sz="quarter" idx="27" hasCustomPrompt="1"/>
          </p:nvPr>
        </p:nvSpPr>
        <p:spPr>
          <a:xfrm>
            <a:off x="9935538" y="5433632"/>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Tree>
    <p:extLst>
      <p:ext uri="{BB962C8B-B14F-4D97-AF65-F5344CB8AC3E}">
        <p14:creationId xmlns:p14="http://schemas.microsoft.com/office/powerpoint/2010/main" val="35281016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_Agenda/Topics">
    <p:spTree>
      <p:nvGrpSpPr>
        <p:cNvPr id="1" name=""/>
        <p:cNvGrpSpPr/>
        <p:nvPr/>
      </p:nvGrpSpPr>
      <p:grpSpPr>
        <a:xfrm>
          <a:off x="0" y="0"/>
          <a:ext cx="0" cy="0"/>
          <a:chOff x="0" y="0"/>
          <a:chExt cx="0" cy="0"/>
        </a:xfrm>
      </p:grpSpPr>
      <p:sp>
        <p:nvSpPr>
          <p:cNvPr id="9" name="Picture Placeholder 33">
            <a:extLst>
              <a:ext uri="{FF2B5EF4-FFF2-40B4-BE49-F238E27FC236}">
                <a16:creationId xmlns:a16="http://schemas.microsoft.com/office/drawing/2014/main" id="{9E220401-C279-5A75-E79E-B3C2F3E61281}"/>
              </a:ext>
            </a:extLst>
          </p:cNvPr>
          <p:cNvSpPr>
            <a:spLocks noGrp="1"/>
          </p:cNvSpPr>
          <p:nvPr>
            <p:ph type="pic" sz="quarter" idx="11"/>
          </p:nvPr>
        </p:nvSpPr>
        <p:spPr>
          <a:xfrm>
            <a:off x="2028825" y="3203575"/>
            <a:ext cx="2462213" cy="2851150"/>
          </a:xfrm>
          <a:solidFill>
            <a:schemeClr val="bg1">
              <a:lumMod val="95000"/>
            </a:schemeClr>
          </a:solidFill>
        </p:spPr>
        <p:txBody>
          <a:bodyPr/>
          <a:lstStyle>
            <a:lvl1pPr>
              <a:defRPr>
                <a:solidFill>
                  <a:schemeClr val="tx1"/>
                </a:solidFill>
              </a:defRPr>
            </a:lvl1pPr>
          </a:lstStyle>
          <a:p>
            <a:endParaRPr lang="en-IN"/>
          </a:p>
        </p:txBody>
      </p:sp>
      <p:sp>
        <p:nvSpPr>
          <p:cNvPr id="10" name="Rectangle 9">
            <a:extLst>
              <a:ext uri="{FF2B5EF4-FFF2-40B4-BE49-F238E27FC236}">
                <a16:creationId xmlns:a16="http://schemas.microsoft.com/office/drawing/2014/main" id="{1E8B928E-4924-E3AA-E6DD-4902C66312FC}"/>
              </a:ext>
            </a:extLst>
          </p:cNvPr>
          <p:cNvSpPr/>
          <p:nvPr userDrawn="1"/>
        </p:nvSpPr>
        <p:spPr>
          <a:xfrm>
            <a:off x="10019991" y="2949672"/>
            <a:ext cx="647613" cy="769441"/>
          </a:xfrm>
          <a:prstGeom prst="rect">
            <a:avLst/>
          </a:prstGeom>
        </p:spPr>
        <p:txBody>
          <a:bodyPr wrap="none" lIns="0" rIns="0">
            <a:spAutoFit/>
          </a:bodyPr>
          <a:lstStyle/>
          <a:p>
            <a:pPr algn="ctr">
              <a:spcBef>
                <a:spcPts val="2400"/>
              </a:spcBef>
            </a:pPr>
            <a:r>
              <a:rPr lang="en-US" sz="4400" b="1">
                <a:solidFill>
                  <a:srgbClr val="FFFFFF"/>
                </a:solidFill>
                <a:latin typeface="Segoe UI" panose="020B0502040204020203" pitchFamily="34" charset="0"/>
                <a:ea typeface="Open Sans" charset="0"/>
                <a:cs typeface="Segoe UI" panose="020B0502040204020203" pitchFamily="34" charset="0"/>
              </a:rPr>
              <a:t>02</a:t>
            </a:r>
          </a:p>
        </p:txBody>
      </p:sp>
      <p:pic>
        <p:nvPicPr>
          <p:cNvPr id="11" name="Graphic 10">
            <a:extLst>
              <a:ext uri="{FF2B5EF4-FFF2-40B4-BE49-F238E27FC236}">
                <a16:creationId xmlns:a16="http://schemas.microsoft.com/office/drawing/2014/main" id="{741C4B56-D91C-EAE6-E14A-F7EF02A4C3C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524887" y="2638523"/>
            <a:ext cx="391390" cy="358774"/>
          </a:xfrm>
          <a:prstGeom prst="rect">
            <a:avLst/>
          </a:prstGeom>
        </p:spPr>
      </p:pic>
      <p:sp>
        <p:nvSpPr>
          <p:cNvPr id="12" name="Title 1">
            <a:extLst>
              <a:ext uri="{FF2B5EF4-FFF2-40B4-BE49-F238E27FC236}">
                <a16:creationId xmlns:a16="http://schemas.microsoft.com/office/drawing/2014/main" id="{4E83683A-8FAE-ECFE-858C-40B7194D37DB}"/>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13" name="Rectangle 12">
            <a:extLst>
              <a:ext uri="{FF2B5EF4-FFF2-40B4-BE49-F238E27FC236}">
                <a16:creationId xmlns:a16="http://schemas.microsoft.com/office/drawing/2014/main" id="{73824315-B5DE-36AE-2DCE-E7BE9BA7B476}"/>
              </a:ext>
            </a:extLst>
          </p:cNvPr>
          <p:cNvSpPr/>
          <p:nvPr userDrawn="1"/>
        </p:nvSpPr>
        <p:spPr>
          <a:xfrm>
            <a:off x="359998" y="1488586"/>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ubtitle 2">
            <a:extLst>
              <a:ext uri="{FF2B5EF4-FFF2-40B4-BE49-F238E27FC236}">
                <a16:creationId xmlns:a16="http://schemas.microsoft.com/office/drawing/2014/main" id="{C653E87C-C30B-A55C-CAE4-4ED8F963495A}"/>
              </a:ext>
            </a:extLst>
          </p:cNvPr>
          <p:cNvSpPr>
            <a:spLocks noGrp="1"/>
          </p:cNvSpPr>
          <p:nvPr>
            <p:ph type="subTitle" idx="1"/>
          </p:nvPr>
        </p:nvSpPr>
        <p:spPr>
          <a:xfrm>
            <a:off x="285135" y="854284"/>
            <a:ext cx="11558865" cy="461665"/>
          </a:xfrm>
        </p:spPr>
        <p:txBody>
          <a:bodyPr wrap="square">
            <a:spAutoFit/>
          </a:bodyPr>
          <a:lstStyle>
            <a:lvl1pPr marL="0" indent="0" algn="l">
              <a:lnSpc>
                <a:spcPct val="100000"/>
              </a:lnSpc>
              <a:spcBef>
                <a:spcPts val="0"/>
              </a:spcBef>
              <a:buNone/>
              <a:defRPr lang="en-US" sz="2400" b="1" kern="1200" dirty="0">
                <a:solidFill>
                  <a:schemeClr val="accent1"/>
                </a:solidFill>
                <a:latin typeface="Barlow Medium" panose="00000600000000000000"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5" name="Text Placeholder 37">
            <a:extLst>
              <a:ext uri="{FF2B5EF4-FFF2-40B4-BE49-F238E27FC236}">
                <a16:creationId xmlns:a16="http://schemas.microsoft.com/office/drawing/2014/main" id="{A616F389-7FB4-9BCF-8361-CC6F70CC23CD}"/>
              </a:ext>
            </a:extLst>
          </p:cNvPr>
          <p:cNvSpPr>
            <a:spLocks noGrp="1"/>
          </p:cNvSpPr>
          <p:nvPr>
            <p:ph type="body" sz="quarter" idx="12" hasCustomPrompt="1"/>
          </p:nvPr>
        </p:nvSpPr>
        <p:spPr>
          <a:xfrm>
            <a:off x="2234256" y="4628513"/>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a:t>Click to add text</a:t>
            </a:r>
            <a:endParaRPr lang="en-IN"/>
          </a:p>
        </p:txBody>
      </p:sp>
      <p:sp>
        <p:nvSpPr>
          <p:cNvPr id="16" name="Text Placeholder 37">
            <a:extLst>
              <a:ext uri="{FF2B5EF4-FFF2-40B4-BE49-F238E27FC236}">
                <a16:creationId xmlns:a16="http://schemas.microsoft.com/office/drawing/2014/main" id="{AFD49B92-BC62-5115-308D-6E75E1F720F9}"/>
              </a:ext>
            </a:extLst>
          </p:cNvPr>
          <p:cNvSpPr>
            <a:spLocks noGrp="1"/>
          </p:cNvSpPr>
          <p:nvPr>
            <p:ph type="body" sz="quarter" idx="13" hasCustomPrompt="1"/>
          </p:nvPr>
        </p:nvSpPr>
        <p:spPr>
          <a:xfrm>
            <a:off x="2234256" y="3791269"/>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a:t>01</a:t>
            </a:r>
            <a:endParaRPr lang="en-IN"/>
          </a:p>
        </p:txBody>
      </p:sp>
      <p:sp>
        <p:nvSpPr>
          <p:cNvPr id="17" name="Text Placeholder 37">
            <a:extLst>
              <a:ext uri="{FF2B5EF4-FFF2-40B4-BE49-F238E27FC236}">
                <a16:creationId xmlns:a16="http://schemas.microsoft.com/office/drawing/2014/main" id="{96984DB0-633B-BF3C-B959-37D6EAB545A8}"/>
              </a:ext>
            </a:extLst>
          </p:cNvPr>
          <p:cNvSpPr>
            <a:spLocks noGrp="1"/>
          </p:cNvSpPr>
          <p:nvPr>
            <p:ph type="body" sz="quarter" idx="14" hasCustomPrompt="1"/>
          </p:nvPr>
        </p:nvSpPr>
        <p:spPr>
          <a:xfrm>
            <a:off x="2234256" y="5449410"/>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8" name="Picture Placeholder 33">
            <a:extLst>
              <a:ext uri="{FF2B5EF4-FFF2-40B4-BE49-F238E27FC236}">
                <a16:creationId xmlns:a16="http://schemas.microsoft.com/office/drawing/2014/main" id="{D228BC18-0A5B-2E96-B64C-0B9E8100D38F}"/>
              </a:ext>
            </a:extLst>
          </p:cNvPr>
          <p:cNvSpPr>
            <a:spLocks noGrp="1"/>
          </p:cNvSpPr>
          <p:nvPr>
            <p:ph type="pic" sz="quarter" idx="15"/>
          </p:nvPr>
        </p:nvSpPr>
        <p:spPr>
          <a:xfrm>
            <a:off x="9729787" y="2372361"/>
            <a:ext cx="2462213" cy="3682364"/>
          </a:xfrm>
          <a:solidFill>
            <a:schemeClr val="tx2"/>
          </a:solidFill>
        </p:spPr>
        <p:txBody>
          <a:bodyPr/>
          <a:lstStyle>
            <a:lvl1pPr>
              <a:defRPr>
                <a:solidFill>
                  <a:schemeClr val="bg1"/>
                </a:solidFill>
              </a:defRPr>
            </a:lvl1pPr>
          </a:lstStyle>
          <a:p>
            <a:endParaRPr lang="en-IN"/>
          </a:p>
        </p:txBody>
      </p:sp>
      <p:sp>
        <p:nvSpPr>
          <p:cNvPr id="19" name="Text Placeholder 37">
            <a:extLst>
              <a:ext uri="{FF2B5EF4-FFF2-40B4-BE49-F238E27FC236}">
                <a16:creationId xmlns:a16="http://schemas.microsoft.com/office/drawing/2014/main" id="{AFEBBBC7-C356-A790-292A-24FF23304DBF}"/>
              </a:ext>
            </a:extLst>
          </p:cNvPr>
          <p:cNvSpPr>
            <a:spLocks noGrp="1"/>
          </p:cNvSpPr>
          <p:nvPr>
            <p:ph type="body" sz="quarter" idx="16" hasCustomPrompt="1"/>
          </p:nvPr>
        </p:nvSpPr>
        <p:spPr>
          <a:xfrm>
            <a:off x="9935218" y="4613372"/>
            <a:ext cx="2051032" cy="682625"/>
          </a:xfrm>
        </p:spPr>
        <p:txBody>
          <a:bodyPr>
            <a:normAutofit/>
          </a:bodyPr>
          <a:lstStyle>
            <a:lvl1pPr marL="0" indent="0">
              <a:buNone/>
              <a:defRPr sz="1800" b="1">
                <a:solidFill>
                  <a:schemeClr val="bg1"/>
                </a:solidFill>
                <a:latin typeface="Barlow" panose="00000500000000000000" pitchFamily="2" charset="0"/>
              </a:defRPr>
            </a:lvl1pPr>
          </a:lstStyle>
          <a:p>
            <a:pPr lvl="0"/>
            <a:r>
              <a:rPr lang="en-US"/>
              <a:t>Click to add text</a:t>
            </a:r>
            <a:endParaRPr lang="en-IN"/>
          </a:p>
        </p:txBody>
      </p:sp>
      <p:sp>
        <p:nvSpPr>
          <p:cNvPr id="20" name="Text Placeholder 37">
            <a:extLst>
              <a:ext uri="{FF2B5EF4-FFF2-40B4-BE49-F238E27FC236}">
                <a16:creationId xmlns:a16="http://schemas.microsoft.com/office/drawing/2014/main" id="{652678D2-DE38-5B75-ECCE-29A45AF00A7D}"/>
              </a:ext>
            </a:extLst>
          </p:cNvPr>
          <p:cNvSpPr>
            <a:spLocks noGrp="1"/>
          </p:cNvSpPr>
          <p:nvPr>
            <p:ph type="body" sz="quarter" idx="17" hasCustomPrompt="1"/>
          </p:nvPr>
        </p:nvSpPr>
        <p:spPr>
          <a:xfrm>
            <a:off x="9935218" y="3776128"/>
            <a:ext cx="2051032" cy="682625"/>
          </a:xfrm>
        </p:spPr>
        <p:txBody>
          <a:bodyPr>
            <a:normAutofit/>
          </a:bodyPr>
          <a:lstStyle>
            <a:lvl1pPr marL="0" indent="0">
              <a:buNone/>
              <a:defRPr sz="3600" b="1">
                <a:solidFill>
                  <a:schemeClr val="bg1"/>
                </a:solidFill>
                <a:latin typeface="Barlow" panose="00000500000000000000" pitchFamily="2" charset="0"/>
              </a:defRPr>
            </a:lvl1pPr>
          </a:lstStyle>
          <a:p>
            <a:pPr lvl="0"/>
            <a:r>
              <a:rPr lang="en-US"/>
              <a:t>04</a:t>
            </a:r>
            <a:endParaRPr lang="en-IN"/>
          </a:p>
        </p:txBody>
      </p:sp>
      <p:sp>
        <p:nvSpPr>
          <p:cNvPr id="21" name="Text Placeholder 37">
            <a:extLst>
              <a:ext uri="{FF2B5EF4-FFF2-40B4-BE49-F238E27FC236}">
                <a16:creationId xmlns:a16="http://schemas.microsoft.com/office/drawing/2014/main" id="{232F0683-D529-40D7-2787-AB0BD35DAD0E}"/>
              </a:ext>
            </a:extLst>
          </p:cNvPr>
          <p:cNvSpPr>
            <a:spLocks noGrp="1"/>
          </p:cNvSpPr>
          <p:nvPr>
            <p:ph type="body" sz="quarter" idx="18" hasCustomPrompt="1"/>
          </p:nvPr>
        </p:nvSpPr>
        <p:spPr>
          <a:xfrm>
            <a:off x="9935218" y="5434269"/>
            <a:ext cx="2051032" cy="469070"/>
          </a:xfrm>
        </p:spPr>
        <p:txBody>
          <a:bodyPr>
            <a:normAutofit/>
          </a:bodyPr>
          <a:lstStyle>
            <a:lvl1pPr marL="0" indent="0">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22" name="Content Placeholder 51">
            <a:extLst>
              <a:ext uri="{FF2B5EF4-FFF2-40B4-BE49-F238E27FC236}">
                <a16:creationId xmlns:a16="http://schemas.microsoft.com/office/drawing/2014/main" id="{67A0953E-13D1-8A22-1241-8F0375527332}"/>
              </a:ext>
            </a:extLst>
          </p:cNvPr>
          <p:cNvSpPr>
            <a:spLocks noGrp="1"/>
          </p:cNvSpPr>
          <p:nvPr>
            <p:ph sz="quarter" idx="19" hasCustomPrompt="1"/>
          </p:nvPr>
        </p:nvSpPr>
        <p:spPr>
          <a:xfrm>
            <a:off x="11525463" y="2501900"/>
            <a:ext cx="460375" cy="579438"/>
          </a:xfrm>
        </p:spPr>
        <p:txBody>
          <a:bodyPr>
            <a:noAutofit/>
          </a:bodyPr>
          <a:lstStyle>
            <a:lvl1pPr marL="0" indent="0" algn="ctr">
              <a:buNone/>
              <a:defRPr sz="800">
                <a:solidFill>
                  <a:schemeClr val="bg1"/>
                </a:solidFill>
              </a:defRPr>
            </a:lvl1pPr>
          </a:lstStyle>
          <a:p>
            <a:pPr lvl="0"/>
            <a:r>
              <a:rPr lang="en-US"/>
              <a:t>Insert Icon here</a:t>
            </a:r>
            <a:endParaRPr lang="en-IN"/>
          </a:p>
        </p:txBody>
      </p:sp>
      <p:sp>
        <p:nvSpPr>
          <p:cNvPr id="23" name="Picture Placeholder 33">
            <a:extLst>
              <a:ext uri="{FF2B5EF4-FFF2-40B4-BE49-F238E27FC236}">
                <a16:creationId xmlns:a16="http://schemas.microsoft.com/office/drawing/2014/main" id="{01D40387-DD15-16AB-923A-1B2DFA9B3046}"/>
              </a:ext>
            </a:extLst>
          </p:cNvPr>
          <p:cNvSpPr>
            <a:spLocks noGrp="1"/>
          </p:cNvSpPr>
          <p:nvPr>
            <p:ph type="pic" sz="quarter" idx="20"/>
          </p:nvPr>
        </p:nvSpPr>
        <p:spPr>
          <a:xfrm>
            <a:off x="4597124" y="3203575"/>
            <a:ext cx="2462213" cy="2851150"/>
          </a:xfrm>
          <a:solidFill>
            <a:schemeClr val="bg1">
              <a:lumMod val="95000"/>
            </a:schemeClr>
          </a:solidFill>
        </p:spPr>
        <p:txBody>
          <a:bodyPr vert="horz" lIns="91440" tIns="45720" rIns="91440" bIns="45720" rtlCol="0">
            <a:normAutofit/>
          </a:bodyPr>
          <a:lstStyle>
            <a:lvl1pPr>
              <a:defRPr lang="en-IN" dirty="0"/>
            </a:lvl1pPr>
          </a:lstStyle>
          <a:p>
            <a:pPr lvl="0"/>
            <a:endParaRPr lang="en-IN"/>
          </a:p>
        </p:txBody>
      </p:sp>
      <p:sp>
        <p:nvSpPr>
          <p:cNvPr id="24" name="Text Placeholder 37">
            <a:extLst>
              <a:ext uri="{FF2B5EF4-FFF2-40B4-BE49-F238E27FC236}">
                <a16:creationId xmlns:a16="http://schemas.microsoft.com/office/drawing/2014/main" id="{234B3329-0B9A-1C64-8837-BF867B5E44A4}"/>
              </a:ext>
            </a:extLst>
          </p:cNvPr>
          <p:cNvSpPr>
            <a:spLocks noGrp="1"/>
          </p:cNvSpPr>
          <p:nvPr>
            <p:ph type="body" sz="quarter" idx="21" hasCustomPrompt="1"/>
          </p:nvPr>
        </p:nvSpPr>
        <p:spPr>
          <a:xfrm>
            <a:off x="4802875" y="4612735"/>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a:t>Click to add text</a:t>
            </a:r>
            <a:endParaRPr lang="en-IN"/>
          </a:p>
        </p:txBody>
      </p:sp>
      <p:sp>
        <p:nvSpPr>
          <p:cNvPr id="25" name="Text Placeholder 37">
            <a:extLst>
              <a:ext uri="{FF2B5EF4-FFF2-40B4-BE49-F238E27FC236}">
                <a16:creationId xmlns:a16="http://schemas.microsoft.com/office/drawing/2014/main" id="{FBBB7DE2-7E10-89F2-78ED-C2DB6D709DC8}"/>
              </a:ext>
            </a:extLst>
          </p:cNvPr>
          <p:cNvSpPr>
            <a:spLocks noGrp="1"/>
          </p:cNvSpPr>
          <p:nvPr>
            <p:ph type="body" sz="quarter" idx="22" hasCustomPrompt="1"/>
          </p:nvPr>
        </p:nvSpPr>
        <p:spPr>
          <a:xfrm>
            <a:off x="4802875" y="3775491"/>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a:t>02</a:t>
            </a:r>
            <a:endParaRPr lang="en-IN"/>
          </a:p>
        </p:txBody>
      </p:sp>
      <p:sp>
        <p:nvSpPr>
          <p:cNvPr id="26" name="Text Placeholder 37">
            <a:extLst>
              <a:ext uri="{FF2B5EF4-FFF2-40B4-BE49-F238E27FC236}">
                <a16:creationId xmlns:a16="http://schemas.microsoft.com/office/drawing/2014/main" id="{6B41F9FC-7377-A91B-EFEE-6DD1B0368755}"/>
              </a:ext>
            </a:extLst>
          </p:cNvPr>
          <p:cNvSpPr>
            <a:spLocks noGrp="1"/>
          </p:cNvSpPr>
          <p:nvPr>
            <p:ph type="body" sz="quarter" idx="23" hasCustomPrompt="1"/>
          </p:nvPr>
        </p:nvSpPr>
        <p:spPr>
          <a:xfrm>
            <a:off x="4802875" y="5433632"/>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27" name="Picture Placeholder 33">
            <a:extLst>
              <a:ext uri="{FF2B5EF4-FFF2-40B4-BE49-F238E27FC236}">
                <a16:creationId xmlns:a16="http://schemas.microsoft.com/office/drawing/2014/main" id="{EFA566A5-3E4E-D157-D0DE-67352B32FC58}"/>
              </a:ext>
            </a:extLst>
          </p:cNvPr>
          <p:cNvSpPr>
            <a:spLocks noGrp="1"/>
          </p:cNvSpPr>
          <p:nvPr>
            <p:ph type="pic" sz="quarter" idx="24"/>
          </p:nvPr>
        </p:nvSpPr>
        <p:spPr>
          <a:xfrm>
            <a:off x="7164858" y="3203575"/>
            <a:ext cx="2462213" cy="2851150"/>
          </a:xfrm>
          <a:solidFill>
            <a:schemeClr val="bg1">
              <a:lumMod val="95000"/>
            </a:schemeClr>
          </a:solidFill>
        </p:spPr>
        <p:txBody>
          <a:bodyPr vert="horz" lIns="91440" tIns="45720" rIns="91440" bIns="45720" rtlCol="0">
            <a:normAutofit/>
          </a:bodyPr>
          <a:lstStyle>
            <a:lvl1pPr>
              <a:defRPr lang="en-IN" dirty="0"/>
            </a:lvl1pPr>
          </a:lstStyle>
          <a:p>
            <a:pPr lvl="0"/>
            <a:endParaRPr lang="en-IN"/>
          </a:p>
        </p:txBody>
      </p:sp>
      <p:sp>
        <p:nvSpPr>
          <p:cNvPr id="28" name="Text Placeholder 37">
            <a:extLst>
              <a:ext uri="{FF2B5EF4-FFF2-40B4-BE49-F238E27FC236}">
                <a16:creationId xmlns:a16="http://schemas.microsoft.com/office/drawing/2014/main" id="{A0A8CFF2-957B-2AF0-E32F-D0E9C6415592}"/>
              </a:ext>
            </a:extLst>
          </p:cNvPr>
          <p:cNvSpPr>
            <a:spLocks noGrp="1"/>
          </p:cNvSpPr>
          <p:nvPr>
            <p:ph type="body" sz="quarter" idx="25" hasCustomPrompt="1"/>
          </p:nvPr>
        </p:nvSpPr>
        <p:spPr>
          <a:xfrm>
            <a:off x="7370609" y="4612735"/>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a:t>Click to add text</a:t>
            </a:r>
            <a:endParaRPr lang="en-IN"/>
          </a:p>
        </p:txBody>
      </p:sp>
      <p:sp>
        <p:nvSpPr>
          <p:cNvPr id="29" name="Text Placeholder 37">
            <a:extLst>
              <a:ext uri="{FF2B5EF4-FFF2-40B4-BE49-F238E27FC236}">
                <a16:creationId xmlns:a16="http://schemas.microsoft.com/office/drawing/2014/main" id="{15C50F6E-7085-66AC-D639-7F51591B9E92}"/>
              </a:ext>
            </a:extLst>
          </p:cNvPr>
          <p:cNvSpPr>
            <a:spLocks noGrp="1"/>
          </p:cNvSpPr>
          <p:nvPr>
            <p:ph type="body" sz="quarter" idx="26" hasCustomPrompt="1"/>
          </p:nvPr>
        </p:nvSpPr>
        <p:spPr>
          <a:xfrm>
            <a:off x="7370609" y="3775491"/>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a:t>03</a:t>
            </a:r>
            <a:endParaRPr lang="en-IN"/>
          </a:p>
        </p:txBody>
      </p:sp>
      <p:sp>
        <p:nvSpPr>
          <p:cNvPr id="30" name="Text Placeholder 37">
            <a:extLst>
              <a:ext uri="{FF2B5EF4-FFF2-40B4-BE49-F238E27FC236}">
                <a16:creationId xmlns:a16="http://schemas.microsoft.com/office/drawing/2014/main" id="{714361A5-C069-C8AB-1C70-CC4B528EECEF}"/>
              </a:ext>
            </a:extLst>
          </p:cNvPr>
          <p:cNvSpPr>
            <a:spLocks noGrp="1"/>
          </p:cNvSpPr>
          <p:nvPr>
            <p:ph type="body" sz="quarter" idx="27" hasCustomPrompt="1"/>
          </p:nvPr>
        </p:nvSpPr>
        <p:spPr>
          <a:xfrm>
            <a:off x="7370609" y="5433632"/>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Tree>
    <p:extLst>
      <p:ext uri="{BB962C8B-B14F-4D97-AF65-F5344CB8AC3E}">
        <p14:creationId xmlns:p14="http://schemas.microsoft.com/office/powerpoint/2010/main" val="16430838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Image + Content">
    <p:spTree>
      <p:nvGrpSpPr>
        <p:cNvPr id="1" name=""/>
        <p:cNvGrpSpPr/>
        <p:nvPr/>
      </p:nvGrpSpPr>
      <p:grpSpPr>
        <a:xfrm>
          <a:off x="0" y="0"/>
          <a:ext cx="0" cy="0"/>
          <a:chOff x="0" y="0"/>
          <a:chExt cx="0" cy="0"/>
        </a:xfrm>
      </p:grpSpPr>
      <p:sp>
        <p:nvSpPr>
          <p:cNvPr id="3" name="Parallelogram 2">
            <a:extLst>
              <a:ext uri="{FF2B5EF4-FFF2-40B4-BE49-F238E27FC236}">
                <a16:creationId xmlns:a16="http://schemas.microsoft.com/office/drawing/2014/main" id="{06681D1E-CCB4-8F17-75CC-7BB8D076C27A}"/>
              </a:ext>
            </a:extLst>
          </p:cNvPr>
          <p:cNvSpPr/>
          <p:nvPr userDrawn="1"/>
        </p:nvSpPr>
        <p:spPr>
          <a:xfrm>
            <a:off x="8921623" y="4626433"/>
            <a:ext cx="1592758" cy="1555292"/>
          </a:xfrm>
          <a:prstGeom prst="parallelogram">
            <a:avLst>
              <a:gd name="adj" fmla="val 32821"/>
            </a:avLst>
          </a:prstGeom>
          <a:solidFill>
            <a:schemeClr val="tx2">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74320" tIns="1828800" rIns="274320" bIns="0" rtlCol="0" anchor="t" anchorCtr="0"/>
          <a:lstStyle/>
          <a:p>
            <a:pPr>
              <a:spcBef>
                <a:spcPts val="2400"/>
              </a:spcBef>
            </a:pPr>
            <a:endParaRPr lang="en-ID" sz="1600" b="1">
              <a:solidFill>
                <a:srgbClr val="FFFFFF"/>
              </a:solidFill>
              <a:latin typeface="Segoe UI" panose="020B0502040204020203" pitchFamily="34" charset="0"/>
              <a:ea typeface="Open Sans" charset="0"/>
              <a:cs typeface="Segoe UI" panose="020B0502040204020203" pitchFamily="34" charset="0"/>
            </a:endParaRPr>
          </a:p>
        </p:txBody>
      </p:sp>
      <p:sp>
        <p:nvSpPr>
          <p:cNvPr id="7" name="Picture Placeholder 6">
            <a:extLst>
              <a:ext uri="{FF2B5EF4-FFF2-40B4-BE49-F238E27FC236}">
                <a16:creationId xmlns:a16="http://schemas.microsoft.com/office/drawing/2014/main" id="{A7AE8C84-3C26-4742-1E75-3369D8085788}"/>
              </a:ext>
            </a:extLst>
          </p:cNvPr>
          <p:cNvSpPr>
            <a:spLocks noGrp="1"/>
          </p:cNvSpPr>
          <p:nvPr>
            <p:ph type="pic" sz="quarter" idx="10"/>
          </p:nvPr>
        </p:nvSpPr>
        <p:spPr>
          <a:xfrm>
            <a:off x="4469157" y="-1"/>
            <a:ext cx="7114233" cy="6868049"/>
          </a:xfrm>
          <a:custGeom>
            <a:avLst/>
            <a:gdLst>
              <a:gd name="connsiteX0" fmla="*/ 0 w 5858189"/>
              <a:gd name="connsiteY0" fmla="*/ 6858000 h 6858000"/>
              <a:gd name="connsiteX1" fmla="*/ 1464547 w 5858189"/>
              <a:gd name="connsiteY1" fmla="*/ 0 h 6858000"/>
              <a:gd name="connsiteX2" fmla="*/ 5858189 w 5858189"/>
              <a:gd name="connsiteY2" fmla="*/ 0 h 6858000"/>
              <a:gd name="connsiteX3" fmla="*/ 4393642 w 5858189"/>
              <a:gd name="connsiteY3" fmla="*/ 6858000 h 6858000"/>
              <a:gd name="connsiteX4" fmla="*/ 0 w 5858189"/>
              <a:gd name="connsiteY4" fmla="*/ 6858000 h 6858000"/>
              <a:gd name="connsiteX0" fmla="*/ 0 w 5858189"/>
              <a:gd name="connsiteY0" fmla="*/ 6858000 h 6858000"/>
              <a:gd name="connsiteX1" fmla="*/ 1786094 w 5858189"/>
              <a:gd name="connsiteY1" fmla="*/ 20097 h 6858000"/>
              <a:gd name="connsiteX2" fmla="*/ 5858189 w 5858189"/>
              <a:gd name="connsiteY2" fmla="*/ 0 h 6858000"/>
              <a:gd name="connsiteX3" fmla="*/ 4393642 w 5858189"/>
              <a:gd name="connsiteY3" fmla="*/ 6858000 h 6858000"/>
              <a:gd name="connsiteX4" fmla="*/ 0 w 5858189"/>
              <a:gd name="connsiteY4" fmla="*/ 6858000 h 6858000"/>
              <a:gd name="connsiteX0" fmla="*/ 0 w 6320414"/>
              <a:gd name="connsiteY0" fmla="*/ 6878097 h 6878097"/>
              <a:gd name="connsiteX1" fmla="*/ 2248319 w 6320414"/>
              <a:gd name="connsiteY1" fmla="*/ 20097 h 6878097"/>
              <a:gd name="connsiteX2" fmla="*/ 6320414 w 6320414"/>
              <a:gd name="connsiteY2" fmla="*/ 0 h 6878097"/>
              <a:gd name="connsiteX3" fmla="*/ 4855867 w 6320414"/>
              <a:gd name="connsiteY3" fmla="*/ 6858000 h 6878097"/>
              <a:gd name="connsiteX4" fmla="*/ 0 w 6320414"/>
              <a:gd name="connsiteY4" fmla="*/ 6878097 h 6878097"/>
              <a:gd name="connsiteX0" fmla="*/ 0 w 6320414"/>
              <a:gd name="connsiteY0" fmla="*/ 6878097 h 6878097"/>
              <a:gd name="connsiteX1" fmla="*/ 2248319 w 6320414"/>
              <a:gd name="connsiteY1" fmla="*/ 20097 h 6878097"/>
              <a:gd name="connsiteX2" fmla="*/ 6320414 w 6320414"/>
              <a:gd name="connsiteY2" fmla="*/ 0 h 6878097"/>
              <a:gd name="connsiteX3" fmla="*/ 4886012 w 6320414"/>
              <a:gd name="connsiteY3" fmla="*/ 6868048 h 6878097"/>
              <a:gd name="connsiteX4" fmla="*/ 0 w 6320414"/>
              <a:gd name="connsiteY4" fmla="*/ 6878097 h 6878097"/>
              <a:gd name="connsiteX0" fmla="*/ 0 w 7114233"/>
              <a:gd name="connsiteY0" fmla="*/ 6868049 h 6868049"/>
              <a:gd name="connsiteX1" fmla="*/ 2248319 w 7114233"/>
              <a:gd name="connsiteY1" fmla="*/ 10049 h 6868049"/>
              <a:gd name="connsiteX2" fmla="*/ 7114233 w 7114233"/>
              <a:gd name="connsiteY2" fmla="*/ 0 h 6868049"/>
              <a:gd name="connsiteX3" fmla="*/ 4886012 w 7114233"/>
              <a:gd name="connsiteY3" fmla="*/ 6858000 h 6868049"/>
              <a:gd name="connsiteX4" fmla="*/ 0 w 7114233"/>
              <a:gd name="connsiteY4" fmla="*/ 6868049 h 6868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4233" h="6868049">
                <a:moveTo>
                  <a:pt x="0" y="6868049"/>
                </a:moveTo>
                <a:lnTo>
                  <a:pt x="2248319" y="10049"/>
                </a:lnTo>
                <a:lnTo>
                  <a:pt x="7114233" y="0"/>
                </a:lnTo>
                <a:lnTo>
                  <a:pt x="4886012" y="6858000"/>
                </a:lnTo>
                <a:lnTo>
                  <a:pt x="0" y="6868049"/>
                </a:lnTo>
                <a:close/>
              </a:path>
            </a:pathLst>
          </a:custGeom>
        </p:spPr>
        <p:txBody>
          <a:bodyPr/>
          <a:lstStyle/>
          <a:p>
            <a:endParaRPr lang="en-IN"/>
          </a:p>
        </p:txBody>
      </p:sp>
      <p:sp>
        <p:nvSpPr>
          <p:cNvPr id="4" name="Picture Placeholder 3">
            <a:extLst>
              <a:ext uri="{FF2B5EF4-FFF2-40B4-BE49-F238E27FC236}">
                <a16:creationId xmlns:a16="http://schemas.microsoft.com/office/drawing/2014/main" id="{8E91C17B-E488-B7FE-8F79-EE3741D683B0}"/>
              </a:ext>
            </a:extLst>
          </p:cNvPr>
          <p:cNvSpPr>
            <a:spLocks noGrp="1"/>
          </p:cNvSpPr>
          <p:nvPr>
            <p:ph type="pic" sz="quarter" idx="32"/>
          </p:nvPr>
        </p:nvSpPr>
        <p:spPr>
          <a:xfrm>
            <a:off x="6621458" y="4188053"/>
            <a:ext cx="4032071" cy="1773425"/>
          </a:xfrm>
          <a:custGeom>
            <a:avLst/>
            <a:gdLst>
              <a:gd name="connsiteX0" fmla="*/ 0 w 3793532"/>
              <a:gd name="connsiteY0" fmla="*/ 1763486 h 1763486"/>
              <a:gd name="connsiteX1" fmla="*/ 440872 w 3793532"/>
              <a:gd name="connsiteY1" fmla="*/ 0 h 1763486"/>
              <a:gd name="connsiteX2" fmla="*/ 3793532 w 3793532"/>
              <a:gd name="connsiteY2" fmla="*/ 0 h 1763486"/>
              <a:gd name="connsiteX3" fmla="*/ 3352661 w 3793532"/>
              <a:gd name="connsiteY3" fmla="*/ 1763486 h 1763486"/>
              <a:gd name="connsiteX4" fmla="*/ 0 w 3793532"/>
              <a:gd name="connsiteY4" fmla="*/ 1763486 h 1763486"/>
              <a:gd name="connsiteX0" fmla="*/ 0 w 3892923"/>
              <a:gd name="connsiteY0" fmla="*/ 1773425 h 1773425"/>
              <a:gd name="connsiteX1" fmla="*/ 540263 w 3892923"/>
              <a:gd name="connsiteY1" fmla="*/ 0 h 1773425"/>
              <a:gd name="connsiteX2" fmla="*/ 3892923 w 3892923"/>
              <a:gd name="connsiteY2" fmla="*/ 0 h 1773425"/>
              <a:gd name="connsiteX3" fmla="*/ 3452052 w 3892923"/>
              <a:gd name="connsiteY3" fmla="*/ 1763486 h 1773425"/>
              <a:gd name="connsiteX4" fmla="*/ 0 w 3892923"/>
              <a:gd name="connsiteY4" fmla="*/ 1773425 h 1773425"/>
              <a:gd name="connsiteX0" fmla="*/ 0 w 3892923"/>
              <a:gd name="connsiteY0" fmla="*/ 1773425 h 1773425"/>
              <a:gd name="connsiteX1" fmla="*/ 580019 w 3892923"/>
              <a:gd name="connsiteY1" fmla="*/ 0 h 1773425"/>
              <a:gd name="connsiteX2" fmla="*/ 3892923 w 3892923"/>
              <a:gd name="connsiteY2" fmla="*/ 0 h 1773425"/>
              <a:gd name="connsiteX3" fmla="*/ 3452052 w 3892923"/>
              <a:gd name="connsiteY3" fmla="*/ 1763486 h 1773425"/>
              <a:gd name="connsiteX4" fmla="*/ 0 w 3892923"/>
              <a:gd name="connsiteY4" fmla="*/ 1773425 h 1773425"/>
              <a:gd name="connsiteX0" fmla="*/ 0 w 4022132"/>
              <a:gd name="connsiteY0" fmla="*/ 1773425 h 1773425"/>
              <a:gd name="connsiteX1" fmla="*/ 580019 w 4022132"/>
              <a:gd name="connsiteY1" fmla="*/ 0 h 1773425"/>
              <a:gd name="connsiteX2" fmla="*/ 4022132 w 4022132"/>
              <a:gd name="connsiteY2" fmla="*/ 0 h 1773425"/>
              <a:gd name="connsiteX3" fmla="*/ 3452052 w 4022132"/>
              <a:gd name="connsiteY3" fmla="*/ 1763486 h 1773425"/>
              <a:gd name="connsiteX4" fmla="*/ 0 w 4022132"/>
              <a:gd name="connsiteY4" fmla="*/ 1773425 h 1773425"/>
              <a:gd name="connsiteX0" fmla="*/ 0 w 4032071"/>
              <a:gd name="connsiteY0" fmla="*/ 1773425 h 1773425"/>
              <a:gd name="connsiteX1" fmla="*/ 580019 w 4032071"/>
              <a:gd name="connsiteY1" fmla="*/ 0 h 1773425"/>
              <a:gd name="connsiteX2" fmla="*/ 4032071 w 4032071"/>
              <a:gd name="connsiteY2" fmla="*/ 0 h 1773425"/>
              <a:gd name="connsiteX3" fmla="*/ 3452052 w 4032071"/>
              <a:gd name="connsiteY3" fmla="*/ 1763486 h 1773425"/>
              <a:gd name="connsiteX4" fmla="*/ 0 w 4032071"/>
              <a:gd name="connsiteY4" fmla="*/ 1773425 h 1773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2071" h="1773425">
                <a:moveTo>
                  <a:pt x="0" y="1773425"/>
                </a:moveTo>
                <a:lnTo>
                  <a:pt x="580019" y="0"/>
                </a:lnTo>
                <a:lnTo>
                  <a:pt x="4032071" y="0"/>
                </a:lnTo>
                <a:lnTo>
                  <a:pt x="3452052" y="1763486"/>
                </a:lnTo>
                <a:lnTo>
                  <a:pt x="0" y="1773425"/>
                </a:lnTo>
                <a:close/>
              </a:path>
            </a:pathLst>
          </a:custGeom>
          <a:solidFill>
            <a:schemeClr val="tx2"/>
          </a:solidFill>
        </p:spPr>
        <p:txBody>
          <a:bodyPr/>
          <a:lstStyle/>
          <a:p>
            <a:endParaRPr lang="en-IN"/>
          </a:p>
        </p:txBody>
      </p:sp>
      <p:sp>
        <p:nvSpPr>
          <p:cNvPr id="43" name="Content Placeholder 41">
            <a:extLst>
              <a:ext uri="{FF2B5EF4-FFF2-40B4-BE49-F238E27FC236}">
                <a16:creationId xmlns:a16="http://schemas.microsoft.com/office/drawing/2014/main" id="{20D7B730-6FA5-64AF-0FE0-C7EEF4DAC668}"/>
              </a:ext>
            </a:extLst>
          </p:cNvPr>
          <p:cNvSpPr>
            <a:spLocks noGrp="1"/>
          </p:cNvSpPr>
          <p:nvPr>
            <p:ph sz="quarter" idx="11" hasCustomPrompt="1"/>
          </p:nvPr>
        </p:nvSpPr>
        <p:spPr>
          <a:xfrm>
            <a:off x="9304338" y="4775200"/>
            <a:ext cx="642937" cy="642938"/>
          </a:xfrm>
        </p:spPr>
        <p:txBody>
          <a:bodyPr>
            <a:noAutofit/>
          </a:bodyPr>
          <a:lstStyle>
            <a:lvl1pPr marL="0" indent="0" algn="ctr">
              <a:buNone/>
              <a:defRPr sz="1100">
                <a:solidFill>
                  <a:schemeClr val="bg1"/>
                </a:solidFill>
              </a:defRPr>
            </a:lvl1pPr>
          </a:lstStyle>
          <a:p>
            <a:pPr lvl="0"/>
            <a:r>
              <a:rPr lang="en-US"/>
              <a:t>Insert Icon here</a:t>
            </a:r>
            <a:endParaRPr lang="en-IN"/>
          </a:p>
        </p:txBody>
      </p:sp>
      <p:sp>
        <p:nvSpPr>
          <p:cNvPr id="44" name="Title 1">
            <a:extLst>
              <a:ext uri="{FF2B5EF4-FFF2-40B4-BE49-F238E27FC236}">
                <a16:creationId xmlns:a16="http://schemas.microsoft.com/office/drawing/2014/main" id="{186DB59D-D7F8-7931-5348-66DA644969D0}"/>
              </a:ext>
            </a:extLst>
          </p:cNvPr>
          <p:cNvSpPr>
            <a:spLocks noGrp="1"/>
          </p:cNvSpPr>
          <p:nvPr>
            <p:ph type="ctrTitle" hasCustomPrompt="1"/>
          </p:nvPr>
        </p:nvSpPr>
        <p:spPr>
          <a:xfrm>
            <a:off x="7224766" y="4681675"/>
            <a:ext cx="1863426" cy="276999"/>
          </a:xfrm>
          <a:prstGeom prst="rect">
            <a:avLst/>
          </a:prstGeom>
        </p:spPr>
        <p:txBody>
          <a:bodyPr vert="horz" wrap="square" lIns="0" tIns="0" rIns="0" bIns="0" rtlCol="0" anchor="t" anchorCtr="0">
            <a:spAutoFit/>
          </a:bodyPr>
          <a:lstStyle>
            <a:lvl1pPr algn="ctr">
              <a:lnSpc>
                <a:spcPct val="100000"/>
              </a:lnSpc>
              <a:defRPr lang="en-US" sz="2000" b="1" kern="1200" dirty="0">
                <a:solidFill>
                  <a:schemeClr val="bg1"/>
                </a:solidFill>
                <a:latin typeface="Barlow" panose="00000500000000000000" pitchFamily="2" charset="0"/>
                <a:ea typeface="Open Sans" pitchFamily="2" charset="0"/>
                <a:cs typeface="Open Sans" pitchFamily="2" charset="0"/>
              </a:defRPr>
            </a:lvl1pPr>
          </a:lstStyle>
          <a:p>
            <a:pPr marL="0" lvl="0" indent="0" algn="ctr" defTabSz="914400" rtl="0" eaLnBrk="1" latinLnBrk="0" hangingPunct="1">
              <a:lnSpc>
                <a:spcPct val="90000"/>
              </a:lnSpc>
              <a:spcBef>
                <a:spcPts val="1000"/>
              </a:spcBef>
              <a:buFont typeface="Arial" panose="020B0604020202020204" pitchFamily="34" charset="0"/>
              <a:buNone/>
            </a:pPr>
            <a:r>
              <a:rPr lang="en-GB"/>
              <a:t>Heading</a:t>
            </a:r>
            <a:endParaRPr lang="en-US"/>
          </a:p>
        </p:txBody>
      </p:sp>
      <p:sp>
        <p:nvSpPr>
          <p:cNvPr id="52" name="Content Placeholder 50">
            <a:extLst>
              <a:ext uri="{FF2B5EF4-FFF2-40B4-BE49-F238E27FC236}">
                <a16:creationId xmlns:a16="http://schemas.microsoft.com/office/drawing/2014/main" id="{FB17CE1D-2011-C199-3294-9C2263A2A3F6}"/>
              </a:ext>
            </a:extLst>
          </p:cNvPr>
          <p:cNvSpPr>
            <a:spLocks noGrp="1"/>
          </p:cNvSpPr>
          <p:nvPr>
            <p:ph sz="quarter" idx="12" hasCustomPrompt="1"/>
          </p:nvPr>
        </p:nvSpPr>
        <p:spPr>
          <a:xfrm>
            <a:off x="5868315" y="465138"/>
            <a:ext cx="981075" cy="981075"/>
          </a:xfrm>
          <a:prstGeom prst="ellipse">
            <a:avLst/>
          </a:prstGeom>
          <a:solidFill>
            <a:schemeClr val="tx1">
              <a:lumMod val="20000"/>
              <a:lumOff val="80000"/>
            </a:schemeClr>
          </a:solidFill>
        </p:spPr>
        <p:txBody>
          <a:bodyPr vert="horz" lIns="91440" tIns="91440" rIns="91440" bIns="91440" rtlCol="0">
            <a:normAutofit/>
          </a:bodyPr>
          <a:lstStyle>
            <a:lvl1pPr>
              <a:defRPr lang="en-IN" sz="3200" b="1" dirty="0">
                <a:solidFill>
                  <a:schemeClr val="tx1"/>
                </a:solidFill>
                <a:latin typeface="Barlow" panose="00000500000000000000" pitchFamily="2" charset="0"/>
              </a:defRPr>
            </a:lvl1pPr>
          </a:lstStyle>
          <a:p>
            <a:pPr marL="0" lvl="0" indent="0" algn="ctr">
              <a:buNone/>
            </a:pPr>
            <a:r>
              <a:rPr lang="en-US"/>
              <a:t>01</a:t>
            </a:r>
            <a:endParaRPr lang="en-IN"/>
          </a:p>
        </p:txBody>
      </p:sp>
      <p:sp>
        <p:nvSpPr>
          <p:cNvPr id="56" name="Content Placeholder 50">
            <a:extLst>
              <a:ext uri="{FF2B5EF4-FFF2-40B4-BE49-F238E27FC236}">
                <a16:creationId xmlns:a16="http://schemas.microsoft.com/office/drawing/2014/main" id="{346788EE-266F-DA82-577A-286D92FF7143}"/>
              </a:ext>
            </a:extLst>
          </p:cNvPr>
          <p:cNvSpPr>
            <a:spLocks noGrp="1"/>
          </p:cNvSpPr>
          <p:nvPr>
            <p:ph sz="quarter" idx="15" hasCustomPrompt="1"/>
          </p:nvPr>
        </p:nvSpPr>
        <p:spPr>
          <a:xfrm>
            <a:off x="4396703" y="4970463"/>
            <a:ext cx="981075" cy="981075"/>
          </a:xfrm>
          <a:prstGeom prst="ellipse">
            <a:avLst/>
          </a:prstGeom>
          <a:solidFill>
            <a:schemeClr val="tx1">
              <a:lumMod val="20000"/>
              <a:lumOff val="80000"/>
            </a:schemeClr>
          </a:solidFill>
        </p:spPr>
        <p:txBody>
          <a:bodyPr vert="horz" lIns="91440" tIns="91440" rIns="91440" bIns="91440" rtlCol="0">
            <a:normAutofit/>
          </a:bodyPr>
          <a:lstStyle>
            <a:lvl1pPr>
              <a:defRPr lang="en-IN" sz="3200" b="1" dirty="0">
                <a:latin typeface="Barlow" panose="00000500000000000000" pitchFamily="2" charset="0"/>
              </a:defRPr>
            </a:lvl1pPr>
          </a:lstStyle>
          <a:p>
            <a:pPr marL="0" lvl="0" indent="0" algn="ctr">
              <a:buNone/>
            </a:pPr>
            <a:r>
              <a:rPr lang="en-US"/>
              <a:t>04</a:t>
            </a:r>
            <a:endParaRPr lang="en-IN"/>
          </a:p>
        </p:txBody>
      </p:sp>
      <p:sp>
        <p:nvSpPr>
          <p:cNvPr id="57" name="Content Placeholder 50">
            <a:extLst>
              <a:ext uri="{FF2B5EF4-FFF2-40B4-BE49-F238E27FC236}">
                <a16:creationId xmlns:a16="http://schemas.microsoft.com/office/drawing/2014/main" id="{992F6B07-ED0B-B633-8864-3BB1D8CAE1D5}"/>
              </a:ext>
            </a:extLst>
          </p:cNvPr>
          <p:cNvSpPr>
            <a:spLocks noGrp="1"/>
          </p:cNvSpPr>
          <p:nvPr>
            <p:ph sz="quarter" idx="14" hasCustomPrompt="1"/>
          </p:nvPr>
        </p:nvSpPr>
        <p:spPr>
          <a:xfrm>
            <a:off x="4877715" y="3468689"/>
            <a:ext cx="981075" cy="981075"/>
          </a:xfrm>
          <a:prstGeom prst="ellipse">
            <a:avLst/>
          </a:prstGeom>
          <a:solidFill>
            <a:schemeClr val="tx2"/>
          </a:solidFill>
        </p:spPr>
        <p:txBody>
          <a:bodyPr tIns="91440" bIns="91440">
            <a:normAutofit/>
          </a:bodyPr>
          <a:lstStyle>
            <a:lvl1pPr marL="0" indent="0" algn="ctr">
              <a:buNone/>
              <a:defRPr sz="3200" b="1">
                <a:solidFill>
                  <a:schemeClr val="bg1"/>
                </a:solidFill>
                <a:latin typeface="Barlow" panose="00000500000000000000" pitchFamily="2" charset="0"/>
              </a:defRPr>
            </a:lvl1pPr>
          </a:lstStyle>
          <a:p>
            <a:pPr lvl="0"/>
            <a:r>
              <a:rPr lang="en-US"/>
              <a:t>03</a:t>
            </a:r>
            <a:endParaRPr lang="en-IN"/>
          </a:p>
        </p:txBody>
      </p:sp>
      <p:sp>
        <p:nvSpPr>
          <p:cNvPr id="58" name="Content Placeholder 50">
            <a:extLst>
              <a:ext uri="{FF2B5EF4-FFF2-40B4-BE49-F238E27FC236}">
                <a16:creationId xmlns:a16="http://schemas.microsoft.com/office/drawing/2014/main" id="{4281D770-A3E8-4015-3D1F-786BFD3B177A}"/>
              </a:ext>
            </a:extLst>
          </p:cNvPr>
          <p:cNvSpPr>
            <a:spLocks noGrp="1"/>
          </p:cNvSpPr>
          <p:nvPr>
            <p:ph sz="quarter" idx="13" hasCustomPrompt="1"/>
          </p:nvPr>
        </p:nvSpPr>
        <p:spPr>
          <a:xfrm>
            <a:off x="5379743" y="1966914"/>
            <a:ext cx="981075" cy="981075"/>
          </a:xfrm>
          <a:prstGeom prst="ellipse">
            <a:avLst/>
          </a:prstGeom>
          <a:solidFill>
            <a:schemeClr val="tx1">
              <a:lumMod val="20000"/>
              <a:lumOff val="80000"/>
            </a:schemeClr>
          </a:solidFill>
        </p:spPr>
        <p:txBody>
          <a:bodyPr vert="horz" lIns="91440" tIns="91440" rIns="91440" bIns="91440" rtlCol="0">
            <a:normAutofit/>
          </a:bodyPr>
          <a:lstStyle>
            <a:lvl1pPr>
              <a:defRPr lang="en-IN" sz="3200" b="1" dirty="0">
                <a:latin typeface="Barlow" panose="00000500000000000000" pitchFamily="2" charset="0"/>
              </a:defRPr>
            </a:lvl1pPr>
          </a:lstStyle>
          <a:p>
            <a:pPr marL="0" lvl="0" indent="0" algn="ctr">
              <a:buNone/>
            </a:pPr>
            <a:r>
              <a:rPr lang="en-US"/>
              <a:t>02</a:t>
            </a:r>
            <a:endParaRPr lang="en-IN"/>
          </a:p>
        </p:txBody>
      </p:sp>
      <p:cxnSp>
        <p:nvCxnSpPr>
          <p:cNvPr id="59" name="Straight Connector 58">
            <a:extLst>
              <a:ext uri="{FF2B5EF4-FFF2-40B4-BE49-F238E27FC236}">
                <a16:creationId xmlns:a16="http://schemas.microsoft.com/office/drawing/2014/main" id="{4BAF6FA9-9849-7360-E3AA-A7BAA5F5B4FC}"/>
              </a:ext>
            </a:extLst>
          </p:cNvPr>
          <p:cNvCxnSpPr/>
          <p:nvPr userDrawn="1"/>
        </p:nvCxnSpPr>
        <p:spPr>
          <a:xfrm flipH="1">
            <a:off x="678825" y="1714352"/>
            <a:ext cx="4597400"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D28D7415-2587-02DB-DF53-18E83F018695}"/>
              </a:ext>
            </a:extLst>
          </p:cNvPr>
          <p:cNvCxnSpPr>
            <a:cxnSpLocks/>
          </p:cNvCxnSpPr>
          <p:nvPr userDrawn="1"/>
        </p:nvCxnSpPr>
        <p:spPr>
          <a:xfrm flipH="1">
            <a:off x="678825" y="3216128"/>
            <a:ext cx="4089400"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D18A602E-2958-3079-40BA-275EEE47304B}"/>
              </a:ext>
            </a:extLst>
          </p:cNvPr>
          <p:cNvCxnSpPr>
            <a:cxnSpLocks/>
          </p:cNvCxnSpPr>
          <p:nvPr userDrawn="1"/>
        </p:nvCxnSpPr>
        <p:spPr>
          <a:xfrm flipH="1">
            <a:off x="678825" y="4717902"/>
            <a:ext cx="3568700"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62" name="Text Placeholder 37">
            <a:extLst>
              <a:ext uri="{FF2B5EF4-FFF2-40B4-BE49-F238E27FC236}">
                <a16:creationId xmlns:a16="http://schemas.microsoft.com/office/drawing/2014/main" id="{706475DB-6D52-41D7-685D-D1BDE09BF73B}"/>
              </a:ext>
            </a:extLst>
          </p:cNvPr>
          <p:cNvSpPr>
            <a:spLocks noGrp="1"/>
          </p:cNvSpPr>
          <p:nvPr>
            <p:ph type="body" sz="quarter" idx="16" hasCustomPrompt="1"/>
          </p:nvPr>
        </p:nvSpPr>
        <p:spPr>
          <a:xfrm>
            <a:off x="678824" y="691497"/>
            <a:ext cx="4879179" cy="285646"/>
          </a:xfrm>
        </p:spPr>
        <p:txBody>
          <a:bodyPr>
            <a:normAutofit/>
          </a:bodyPr>
          <a:lstStyle>
            <a:lvl1pPr marL="0" indent="0" algn="r">
              <a:buNone/>
              <a:defRPr sz="1800" b="1">
                <a:solidFill>
                  <a:schemeClr val="tx1"/>
                </a:solidFill>
                <a:latin typeface="Barlow" panose="00000500000000000000" pitchFamily="2" charset="0"/>
              </a:defRPr>
            </a:lvl1pPr>
          </a:lstStyle>
          <a:p>
            <a:pPr lvl="0"/>
            <a:r>
              <a:rPr lang="en-US"/>
              <a:t>Click to add text</a:t>
            </a:r>
            <a:endParaRPr lang="en-IN"/>
          </a:p>
        </p:txBody>
      </p:sp>
      <p:sp>
        <p:nvSpPr>
          <p:cNvPr id="72" name="Text Placeholder 37">
            <a:extLst>
              <a:ext uri="{FF2B5EF4-FFF2-40B4-BE49-F238E27FC236}">
                <a16:creationId xmlns:a16="http://schemas.microsoft.com/office/drawing/2014/main" id="{15114829-AB75-D63C-02D3-823E159EF2E9}"/>
              </a:ext>
            </a:extLst>
          </p:cNvPr>
          <p:cNvSpPr>
            <a:spLocks noGrp="1"/>
          </p:cNvSpPr>
          <p:nvPr>
            <p:ph type="body" sz="quarter" idx="17" hasCustomPrompt="1"/>
          </p:nvPr>
        </p:nvSpPr>
        <p:spPr>
          <a:xfrm>
            <a:off x="678823" y="977143"/>
            <a:ext cx="4879180" cy="469070"/>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75" name="Text Placeholder 37">
            <a:extLst>
              <a:ext uri="{FF2B5EF4-FFF2-40B4-BE49-F238E27FC236}">
                <a16:creationId xmlns:a16="http://schemas.microsoft.com/office/drawing/2014/main" id="{8E221E9A-C8CC-27FC-AD39-A00E6087CDCF}"/>
              </a:ext>
            </a:extLst>
          </p:cNvPr>
          <p:cNvSpPr>
            <a:spLocks noGrp="1"/>
          </p:cNvSpPr>
          <p:nvPr>
            <p:ph type="body" sz="quarter" idx="18" hasCustomPrompt="1"/>
          </p:nvPr>
        </p:nvSpPr>
        <p:spPr>
          <a:xfrm>
            <a:off x="678824" y="2211296"/>
            <a:ext cx="4387417" cy="285646"/>
          </a:xfrm>
        </p:spPr>
        <p:txBody>
          <a:bodyPr>
            <a:normAutofit/>
          </a:bodyPr>
          <a:lstStyle>
            <a:lvl1pPr marL="0" indent="0" algn="r">
              <a:buNone/>
              <a:defRPr sz="1800" b="1">
                <a:solidFill>
                  <a:schemeClr val="tx1"/>
                </a:solidFill>
                <a:latin typeface="Barlow" panose="00000500000000000000" pitchFamily="2" charset="0"/>
              </a:defRPr>
            </a:lvl1pPr>
          </a:lstStyle>
          <a:p>
            <a:pPr lvl="0"/>
            <a:r>
              <a:rPr lang="en-US"/>
              <a:t>Click to add text</a:t>
            </a:r>
            <a:endParaRPr lang="en-IN"/>
          </a:p>
        </p:txBody>
      </p:sp>
      <p:sp>
        <p:nvSpPr>
          <p:cNvPr id="76" name="Text Placeholder 37">
            <a:extLst>
              <a:ext uri="{FF2B5EF4-FFF2-40B4-BE49-F238E27FC236}">
                <a16:creationId xmlns:a16="http://schemas.microsoft.com/office/drawing/2014/main" id="{B0A26A45-E5B0-871E-9BAD-C69DBDAF053F}"/>
              </a:ext>
            </a:extLst>
          </p:cNvPr>
          <p:cNvSpPr>
            <a:spLocks noGrp="1"/>
          </p:cNvSpPr>
          <p:nvPr>
            <p:ph type="body" sz="quarter" idx="19" hasCustomPrompt="1"/>
          </p:nvPr>
        </p:nvSpPr>
        <p:spPr>
          <a:xfrm>
            <a:off x="678823" y="2496942"/>
            <a:ext cx="4387418" cy="469070"/>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79" name="Text Placeholder 37">
            <a:extLst>
              <a:ext uri="{FF2B5EF4-FFF2-40B4-BE49-F238E27FC236}">
                <a16:creationId xmlns:a16="http://schemas.microsoft.com/office/drawing/2014/main" id="{6D7E3728-8D0D-D009-A046-34681F170E47}"/>
              </a:ext>
            </a:extLst>
          </p:cNvPr>
          <p:cNvSpPr>
            <a:spLocks noGrp="1"/>
          </p:cNvSpPr>
          <p:nvPr>
            <p:ph type="body" sz="quarter" idx="20" hasCustomPrompt="1"/>
          </p:nvPr>
        </p:nvSpPr>
        <p:spPr>
          <a:xfrm>
            <a:off x="678824" y="3713594"/>
            <a:ext cx="3887353" cy="285646"/>
          </a:xfrm>
        </p:spPr>
        <p:txBody>
          <a:bodyPr>
            <a:normAutofit/>
          </a:bodyPr>
          <a:lstStyle>
            <a:lvl1pPr marL="0" indent="0" algn="r">
              <a:buNone/>
              <a:defRPr sz="1800" b="1">
                <a:solidFill>
                  <a:schemeClr val="tx1"/>
                </a:solidFill>
                <a:latin typeface="Barlow" panose="00000500000000000000" pitchFamily="2" charset="0"/>
              </a:defRPr>
            </a:lvl1pPr>
          </a:lstStyle>
          <a:p>
            <a:pPr lvl="0"/>
            <a:r>
              <a:rPr lang="en-US"/>
              <a:t>Click to add text</a:t>
            </a:r>
            <a:endParaRPr lang="en-IN"/>
          </a:p>
        </p:txBody>
      </p:sp>
      <p:sp>
        <p:nvSpPr>
          <p:cNvPr id="80" name="Text Placeholder 37">
            <a:extLst>
              <a:ext uri="{FF2B5EF4-FFF2-40B4-BE49-F238E27FC236}">
                <a16:creationId xmlns:a16="http://schemas.microsoft.com/office/drawing/2014/main" id="{366D2E2B-E93A-7827-E869-A37A8A522EE9}"/>
              </a:ext>
            </a:extLst>
          </p:cNvPr>
          <p:cNvSpPr>
            <a:spLocks noGrp="1"/>
          </p:cNvSpPr>
          <p:nvPr>
            <p:ph type="body" sz="quarter" idx="21" hasCustomPrompt="1"/>
          </p:nvPr>
        </p:nvSpPr>
        <p:spPr>
          <a:xfrm>
            <a:off x="678823" y="3999240"/>
            <a:ext cx="3887354" cy="469070"/>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83" name="Text Placeholder 37">
            <a:extLst>
              <a:ext uri="{FF2B5EF4-FFF2-40B4-BE49-F238E27FC236}">
                <a16:creationId xmlns:a16="http://schemas.microsoft.com/office/drawing/2014/main" id="{3F5A52E8-9D57-660B-EB55-7DBE4CEF2EB5}"/>
              </a:ext>
            </a:extLst>
          </p:cNvPr>
          <p:cNvSpPr>
            <a:spLocks noGrp="1"/>
          </p:cNvSpPr>
          <p:nvPr>
            <p:ph type="body" sz="quarter" idx="22" hasCustomPrompt="1"/>
          </p:nvPr>
        </p:nvSpPr>
        <p:spPr>
          <a:xfrm>
            <a:off x="678825" y="5162048"/>
            <a:ext cx="3500694" cy="285646"/>
          </a:xfrm>
        </p:spPr>
        <p:txBody>
          <a:bodyPr>
            <a:normAutofit/>
          </a:bodyPr>
          <a:lstStyle>
            <a:lvl1pPr marL="0" indent="0" algn="r">
              <a:buNone/>
              <a:defRPr sz="1800" b="1">
                <a:solidFill>
                  <a:schemeClr val="tx1"/>
                </a:solidFill>
                <a:latin typeface="Barlow" panose="00000500000000000000" pitchFamily="2" charset="0"/>
              </a:defRPr>
            </a:lvl1pPr>
          </a:lstStyle>
          <a:p>
            <a:pPr lvl="0"/>
            <a:r>
              <a:rPr lang="en-US"/>
              <a:t>Click to add text</a:t>
            </a:r>
            <a:endParaRPr lang="en-IN"/>
          </a:p>
        </p:txBody>
      </p:sp>
      <p:sp>
        <p:nvSpPr>
          <p:cNvPr id="84" name="Text Placeholder 37">
            <a:extLst>
              <a:ext uri="{FF2B5EF4-FFF2-40B4-BE49-F238E27FC236}">
                <a16:creationId xmlns:a16="http://schemas.microsoft.com/office/drawing/2014/main" id="{51925A67-D207-7369-FBB0-70EE2A3BC4E8}"/>
              </a:ext>
            </a:extLst>
          </p:cNvPr>
          <p:cNvSpPr>
            <a:spLocks noGrp="1"/>
          </p:cNvSpPr>
          <p:nvPr>
            <p:ph type="body" sz="quarter" idx="23" hasCustomPrompt="1"/>
          </p:nvPr>
        </p:nvSpPr>
        <p:spPr>
          <a:xfrm>
            <a:off x="678823" y="5447694"/>
            <a:ext cx="3500695" cy="469070"/>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0" name="Text Placeholder 88">
            <a:extLst>
              <a:ext uri="{FF2B5EF4-FFF2-40B4-BE49-F238E27FC236}">
                <a16:creationId xmlns:a16="http://schemas.microsoft.com/office/drawing/2014/main" id="{2ADD3D66-3DFC-D491-E6D3-3248F45B9C93}"/>
              </a:ext>
            </a:extLst>
          </p:cNvPr>
          <p:cNvSpPr>
            <a:spLocks noGrp="1"/>
          </p:cNvSpPr>
          <p:nvPr>
            <p:ph type="body" sz="quarter" idx="31" hasCustomPrompt="1"/>
          </p:nvPr>
        </p:nvSpPr>
        <p:spPr>
          <a:xfrm>
            <a:off x="7222826" y="5125408"/>
            <a:ext cx="1863725" cy="290512"/>
          </a:xfrm>
        </p:spPr>
        <p:txBody>
          <a:bodyPr>
            <a:noAutofit/>
          </a:bodyPr>
          <a:lstStyle>
            <a:lvl1pPr marL="0" indent="0" algn="ctr">
              <a:buNone/>
              <a:defRPr sz="1400">
                <a:solidFill>
                  <a:schemeClr val="bg1"/>
                </a:solidFill>
              </a:defRPr>
            </a:lvl1pPr>
          </a:lstStyle>
          <a:p>
            <a:pPr lvl="0"/>
            <a:r>
              <a:rPr lang="en-US"/>
              <a:t>Description</a:t>
            </a:r>
            <a:endParaRPr lang="en-IN"/>
          </a:p>
        </p:txBody>
      </p:sp>
    </p:spTree>
    <p:extLst>
      <p:ext uri="{BB962C8B-B14F-4D97-AF65-F5344CB8AC3E}">
        <p14:creationId xmlns:p14="http://schemas.microsoft.com/office/powerpoint/2010/main" val="172905803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Image + Content">
    <p:spTree>
      <p:nvGrpSpPr>
        <p:cNvPr id="1" name=""/>
        <p:cNvGrpSpPr/>
        <p:nvPr/>
      </p:nvGrpSpPr>
      <p:grpSpPr>
        <a:xfrm>
          <a:off x="0" y="0"/>
          <a:ext cx="0" cy="0"/>
          <a:chOff x="0" y="0"/>
          <a:chExt cx="0" cy="0"/>
        </a:xfrm>
      </p:grpSpPr>
      <p:sp>
        <p:nvSpPr>
          <p:cNvPr id="3" name="Parallelogram 2">
            <a:extLst>
              <a:ext uri="{FF2B5EF4-FFF2-40B4-BE49-F238E27FC236}">
                <a16:creationId xmlns:a16="http://schemas.microsoft.com/office/drawing/2014/main" id="{06681D1E-CCB4-8F17-75CC-7BB8D076C27A}"/>
              </a:ext>
            </a:extLst>
          </p:cNvPr>
          <p:cNvSpPr/>
          <p:nvPr userDrawn="1"/>
        </p:nvSpPr>
        <p:spPr>
          <a:xfrm>
            <a:off x="8921623" y="4626433"/>
            <a:ext cx="1592758" cy="1555292"/>
          </a:xfrm>
          <a:prstGeom prst="parallelogram">
            <a:avLst>
              <a:gd name="adj" fmla="val 32821"/>
            </a:avLst>
          </a:prstGeom>
          <a:solidFill>
            <a:schemeClr val="tx2">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74320" tIns="1828800" rIns="274320" bIns="0" rtlCol="0" anchor="t" anchorCtr="0"/>
          <a:lstStyle/>
          <a:p>
            <a:pPr>
              <a:spcBef>
                <a:spcPts val="2400"/>
              </a:spcBef>
            </a:pPr>
            <a:endParaRPr lang="en-ID" sz="1600" b="1">
              <a:solidFill>
                <a:srgbClr val="FFFFFF"/>
              </a:solidFill>
              <a:latin typeface="Segoe UI" panose="020B0502040204020203" pitchFamily="34" charset="0"/>
              <a:ea typeface="Open Sans" charset="0"/>
              <a:cs typeface="Segoe UI" panose="020B0502040204020203" pitchFamily="34" charset="0"/>
            </a:endParaRPr>
          </a:p>
        </p:txBody>
      </p:sp>
      <p:sp>
        <p:nvSpPr>
          <p:cNvPr id="7" name="Picture Placeholder 6">
            <a:extLst>
              <a:ext uri="{FF2B5EF4-FFF2-40B4-BE49-F238E27FC236}">
                <a16:creationId xmlns:a16="http://schemas.microsoft.com/office/drawing/2014/main" id="{A7AE8C84-3C26-4742-1E75-3369D8085788}"/>
              </a:ext>
            </a:extLst>
          </p:cNvPr>
          <p:cNvSpPr>
            <a:spLocks noGrp="1"/>
          </p:cNvSpPr>
          <p:nvPr>
            <p:ph type="pic" sz="quarter" idx="10"/>
          </p:nvPr>
        </p:nvSpPr>
        <p:spPr>
          <a:xfrm>
            <a:off x="4469157" y="-1"/>
            <a:ext cx="7114233" cy="6868049"/>
          </a:xfrm>
          <a:custGeom>
            <a:avLst/>
            <a:gdLst>
              <a:gd name="connsiteX0" fmla="*/ 0 w 5858189"/>
              <a:gd name="connsiteY0" fmla="*/ 6858000 h 6858000"/>
              <a:gd name="connsiteX1" fmla="*/ 1464547 w 5858189"/>
              <a:gd name="connsiteY1" fmla="*/ 0 h 6858000"/>
              <a:gd name="connsiteX2" fmla="*/ 5858189 w 5858189"/>
              <a:gd name="connsiteY2" fmla="*/ 0 h 6858000"/>
              <a:gd name="connsiteX3" fmla="*/ 4393642 w 5858189"/>
              <a:gd name="connsiteY3" fmla="*/ 6858000 h 6858000"/>
              <a:gd name="connsiteX4" fmla="*/ 0 w 5858189"/>
              <a:gd name="connsiteY4" fmla="*/ 6858000 h 6858000"/>
              <a:gd name="connsiteX0" fmla="*/ 0 w 5858189"/>
              <a:gd name="connsiteY0" fmla="*/ 6858000 h 6858000"/>
              <a:gd name="connsiteX1" fmla="*/ 1786094 w 5858189"/>
              <a:gd name="connsiteY1" fmla="*/ 20097 h 6858000"/>
              <a:gd name="connsiteX2" fmla="*/ 5858189 w 5858189"/>
              <a:gd name="connsiteY2" fmla="*/ 0 h 6858000"/>
              <a:gd name="connsiteX3" fmla="*/ 4393642 w 5858189"/>
              <a:gd name="connsiteY3" fmla="*/ 6858000 h 6858000"/>
              <a:gd name="connsiteX4" fmla="*/ 0 w 5858189"/>
              <a:gd name="connsiteY4" fmla="*/ 6858000 h 6858000"/>
              <a:gd name="connsiteX0" fmla="*/ 0 w 6320414"/>
              <a:gd name="connsiteY0" fmla="*/ 6878097 h 6878097"/>
              <a:gd name="connsiteX1" fmla="*/ 2248319 w 6320414"/>
              <a:gd name="connsiteY1" fmla="*/ 20097 h 6878097"/>
              <a:gd name="connsiteX2" fmla="*/ 6320414 w 6320414"/>
              <a:gd name="connsiteY2" fmla="*/ 0 h 6878097"/>
              <a:gd name="connsiteX3" fmla="*/ 4855867 w 6320414"/>
              <a:gd name="connsiteY3" fmla="*/ 6858000 h 6878097"/>
              <a:gd name="connsiteX4" fmla="*/ 0 w 6320414"/>
              <a:gd name="connsiteY4" fmla="*/ 6878097 h 6878097"/>
              <a:gd name="connsiteX0" fmla="*/ 0 w 6320414"/>
              <a:gd name="connsiteY0" fmla="*/ 6878097 h 6878097"/>
              <a:gd name="connsiteX1" fmla="*/ 2248319 w 6320414"/>
              <a:gd name="connsiteY1" fmla="*/ 20097 h 6878097"/>
              <a:gd name="connsiteX2" fmla="*/ 6320414 w 6320414"/>
              <a:gd name="connsiteY2" fmla="*/ 0 h 6878097"/>
              <a:gd name="connsiteX3" fmla="*/ 4886012 w 6320414"/>
              <a:gd name="connsiteY3" fmla="*/ 6868048 h 6878097"/>
              <a:gd name="connsiteX4" fmla="*/ 0 w 6320414"/>
              <a:gd name="connsiteY4" fmla="*/ 6878097 h 6878097"/>
              <a:gd name="connsiteX0" fmla="*/ 0 w 7114233"/>
              <a:gd name="connsiteY0" fmla="*/ 6868049 h 6868049"/>
              <a:gd name="connsiteX1" fmla="*/ 2248319 w 7114233"/>
              <a:gd name="connsiteY1" fmla="*/ 10049 h 6868049"/>
              <a:gd name="connsiteX2" fmla="*/ 7114233 w 7114233"/>
              <a:gd name="connsiteY2" fmla="*/ 0 h 6868049"/>
              <a:gd name="connsiteX3" fmla="*/ 4886012 w 7114233"/>
              <a:gd name="connsiteY3" fmla="*/ 6858000 h 6868049"/>
              <a:gd name="connsiteX4" fmla="*/ 0 w 7114233"/>
              <a:gd name="connsiteY4" fmla="*/ 6868049 h 6868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4233" h="6868049">
                <a:moveTo>
                  <a:pt x="0" y="6868049"/>
                </a:moveTo>
                <a:lnTo>
                  <a:pt x="2248319" y="10049"/>
                </a:lnTo>
                <a:lnTo>
                  <a:pt x="7114233" y="0"/>
                </a:lnTo>
                <a:lnTo>
                  <a:pt x="4886012" y="6858000"/>
                </a:lnTo>
                <a:lnTo>
                  <a:pt x="0" y="6868049"/>
                </a:lnTo>
                <a:close/>
              </a:path>
            </a:pathLst>
          </a:custGeom>
        </p:spPr>
        <p:txBody>
          <a:bodyPr/>
          <a:lstStyle/>
          <a:p>
            <a:endParaRPr lang="en-IN"/>
          </a:p>
        </p:txBody>
      </p:sp>
      <p:sp>
        <p:nvSpPr>
          <p:cNvPr id="2" name="Title 1">
            <a:extLst>
              <a:ext uri="{FF2B5EF4-FFF2-40B4-BE49-F238E27FC236}">
                <a16:creationId xmlns:a16="http://schemas.microsoft.com/office/drawing/2014/main" id="{F4F918E0-D41A-17E7-5AE7-19226146F999}"/>
              </a:ext>
            </a:extLst>
          </p:cNvPr>
          <p:cNvSpPr txBox="1">
            <a:spLocks/>
          </p:cNvSpPr>
          <p:nvPr userDrawn="1"/>
        </p:nvSpPr>
        <p:spPr>
          <a:xfrm>
            <a:off x="707679" y="1980905"/>
            <a:ext cx="4484082" cy="984885"/>
          </a:xfrm>
          <a:prstGeom prst="rect">
            <a:avLst/>
          </a:prstGeom>
        </p:spPr>
        <p:txBody>
          <a:bodyPr vert="horz" wrap="square" lIns="0" tIns="0" rIns="0" bIns="0" rtlCol="0" anchor="ctr" anchorCtr="0">
            <a:spAutoFit/>
          </a:bodyPr>
          <a:lstStyle>
            <a:lvl1pPr algn="l" defTabSz="914400" rtl="0" eaLnBrk="1" latinLnBrk="0" hangingPunct="1">
              <a:lnSpc>
                <a:spcPct val="100000"/>
              </a:lnSpc>
              <a:spcBef>
                <a:spcPct val="0"/>
              </a:spcBef>
              <a:buNone/>
              <a:defRPr lang="en-US" sz="3200" b="1" kern="1200" dirty="0">
                <a:solidFill>
                  <a:schemeClr val="bg1"/>
                </a:solidFill>
                <a:latin typeface="Barlow Medium" panose="00000600000000000000" pitchFamily="2" charset="0"/>
                <a:ea typeface="+mj-ea"/>
                <a:cs typeface="+mj-cs"/>
              </a:defRPr>
            </a:lvl1pPr>
          </a:lstStyle>
          <a:p>
            <a:r>
              <a:rPr lang="en-US">
                <a:solidFill>
                  <a:schemeClr val="tx1"/>
                </a:solidFill>
              </a:rPr>
              <a:t>Click to edit </a:t>
            </a:r>
            <a:br>
              <a:rPr lang="en-US">
                <a:solidFill>
                  <a:schemeClr val="tx1"/>
                </a:solidFill>
              </a:rPr>
            </a:br>
            <a:r>
              <a:rPr lang="en-US">
                <a:solidFill>
                  <a:schemeClr val="tx1"/>
                </a:solidFill>
              </a:rPr>
              <a:t>Master title style</a:t>
            </a:r>
          </a:p>
        </p:txBody>
      </p:sp>
      <p:sp>
        <p:nvSpPr>
          <p:cNvPr id="4" name="Subtitle 2">
            <a:extLst>
              <a:ext uri="{FF2B5EF4-FFF2-40B4-BE49-F238E27FC236}">
                <a16:creationId xmlns:a16="http://schemas.microsoft.com/office/drawing/2014/main" id="{C7B10A87-351F-C852-4078-7A30074E9F75}"/>
              </a:ext>
            </a:extLst>
          </p:cNvPr>
          <p:cNvSpPr>
            <a:spLocks noGrp="1"/>
          </p:cNvSpPr>
          <p:nvPr>
            <p:ph type="subTitle" idx="1"/>
          </p:nvPr>
        </p:nvSpPr>
        <p:spPr>
          <a:xfrm>
            <a:off x="707679" y="3688881"/>
            <a:ext cx="3569682" cy="648126"/>
          </a:xfrm>
        </p:spPr>
        <p:txBody>
          <a:bodyPr wrap="square">
            <a:spAutoFit/>
          </a:bodyPr>
          <a:lstStyle>
            <a:lvl1pPr marL="270000" indent="-270000" algn="l">
              <a:spcBef>
                <a:spcPts val="600"/>
              </a:spcBef>
              <a:buFont typeface="Arial" panose="020B0604020202020204" pitchFamily="34" charset="0"/>
              <a:buChar char="•"/>
              <a:defRPr sz="20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5" name="Picture Placeholder 3">
            <a:extLst>
              <a:ext uri="{FF2B5EF4-FFF2-40B4-BE49-F238E27FC236}">
                <a16:creationId xmlns:a16="http://schemas.microsoft.com/office/drawing/2014/main" id="{CF6DA02F-DCAD-DC34-233F-A8B5B933619D}"/>
              </a:ext>
            </a:extLst>
          </p:cNvPr>
          <p:cNvSpPr>
            <a:spLocks noGrp="1"/>
          </p:cNvSpPr>
          <p:nvPr>
            <p:ph type="pic" sz="quarter" idx="32"/>
          </p:nvPr>
        </p:nvSpPr>
        <p:spPr>
          <a:xfrm>
            <a:off x="6621458" y="4188053"/>
            <a:ext cx="4032071" cy="1773425"/>
          </a:xfrm>
          <a:custGeom>
            <a:avLst/>
            <a:gdLst>
              <a:gd name="connsiteX0" fmla="*/ 0 w 3793532"/>
              <a:gd name="connsiteY0" fmla="*/ 1763486 h 1763486"/>
              <a:gd name="connsiteX1" fmla="*/ 440872 w 3793532"/>
              <a:gd name="connsiteY1" fmla="*/ 0 h 1763486"/>
              <a:gd name="connsiteX2" fmla="*/ 3793532 w 3793532"/>
              <a:gd name="connsiteY2" fmla="*/ 0 h 1763486"/>
              <a:gd name="connsiteX3" fmla="*/ 3352661 w 3793532"/>
              <a:gd name="connsiteY3" fmla="*/ 1763486 h 1763486"/>
              <a:gd name="connsiteX4" fmla="*/ 0 w 3793532"/>
              <a:gd name="connsiteY4" fmla="*/ 1763486 h 1763486"/>
              <a:gd name="connsiteX0" fmla="*/ 0 w 3892923"/>
              <a:gd name="connsiteY0" fmla="*/ 1773425 h 1773425"/>
              <a:gd name="connsiteX1" fmla="*/ 540263 w 3892923"/>
              <a:gd name="connsiteY1" fmla="*/ 0 h 1773425"/>
              <a:gd name="connsiteX2" fmla="*/ 3892923 w 3892923"/>
              <a:gd name="connsiteY2" fmla="*/ 0 h 1773425"/>
              <a:gd name="connsiteX3" fmla="*/ 3452052 w 3892923"/>
              <a:gd name="connsiteY3" fmla="*/ 1763486 h 1773425"/>
              <a:gd name="connsiteX4" fmla="*/ 0 w 3892923"/>
              <a:gd name="connsiteY4" fmla="*/ 1773425 h 1773425"/>
              <a:gd name="connsiteX0" fmla="*/ 0 w 3892923"/>
              <a:gd name="connsiteY0" fmla="*/ 1773425 h 1773425"/>
              <a:gd name="connsiteX1" fmla="*/ 580019 w 3892923"/>
              <a:gd name="connsiteY1" fmla="*/ 0 h 1773425"/>
              <a:gd name="connsiteX2" fmla="*/ 3892923 w 3892923"/>
              <a:gd name="connsiteY2" fmla="*/ 0 h 1773425"/>
              <a:gd name="connsiteX3" fmla="*/ 3452052 w 3892923"/>
              <a:gd name="connsiteY3" fmla="*/ 1763486 h 1773425"/>
              <a:gd name="connsiteX4" fmla="*/ 0 w 3892923"/>
              <a:gd name="connsiteY4" fmla="*/ 1773425 h 1773425"/>
              <a:gd name="connsiteX0" fmla="*/ 0 w 4022132"/>
              <a:gd name="connsiteY0" fmla="*/ 1773425 h 1773425"/>
              <a:gd name="connsiteX1" fmla="*/ 580019 w 4022132"/>
              <a:gd name="connsiteY1" fmla="*/ 0 h 1773425"/>
              <a:gd name="connsiteX2" fmla="*/ 4022132 w 4022132"/>
              <a:gd name="connsiteY2" fmla="*/ 0 h 1773425"/>
              <a:gd name="connsiteX3" fmla="*/ 3452052 w 4022132"/>
              <a:gd name="connsiteY3" fmla="*/ 1763486 h 1773425"/>
              <a:gd name="connsiteX4" fmla="*/ 0 w 4022132"/>
              <a:gd name="connsiteY4" fmla="*/ 1773425 h 1773425"/>
              <a:gd name="connsiteX0" fmla="*/ 0 w 4032071"/>
              <a:gd name="connsiteY0" fmla="*/ 1773425 h 1773425"/>
              <a:gd name="connsiteX1" fmla="*/ 580019 w 4032071"/>
              <a:gd name="connsiteY1" fmla="*/ 0 h 1773425"/>
              <a:gd name="connsiteX2" fmla="*/ 4032071 w 4032071"/>
              <a:gd name="connsiteY2" fmla="*/ 0 h 1773425"/>
              <a:gd name="connsiteX3" fmla="*/ 3452052 w 4032071"/>
              <a:gd name="connsiteY3" fmla="*/ 1763486 h 1773425"/>
              <a:gd name="connsiteX4" fmla="*/ 0 w 4032071"/>
              <a:gd name="connsiteY4" fmla="*/ 1773425 h 1773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2071" h="1773425">
                <a:moveTo>
                  <a:pt x="0" y="1773425"/>
                </a:moveTo>
                <a:lnTo>
                  <a:pt x="580019" y="0"/>
                </a:lnTo>
                <a:lnTo>
                  <a:pt x="4032071" y="0"/>
                </a:lnTo>
                <a:lnTo>
                  <a:pt x="3452052" y="1763486"/>
                </a:lnTo>
                <a:lnTo>
                  <a:pt x="0" y="1773425"/>
                </a:lnTo>
                <a:close/>
              </a:path>
            </a:pathLst>
          </a:custGeom>
          <a:solidFill>
            <a:schemeClr val="tx2"/>
          </a:solidFill>
        </p:spPr>
        <p:txBody>
          <a:bodyPr/>
          <a:lstStyle/>
          <a:p>
            <a:endParaRPr lang="en-IN"/>
          </a:p>
        </p:txBody>
      </p:sp>
      <p:sp>
        <p:nvSpPr>
          <p:cNvPr id="6" name="Content Placeholder 41">
            <a:extLst>
              <a:ext uri="{FF2B5EF4-FFF2-40B4-BE49-F238E27FC236}">
                <a16:creationId xmlns:a16="http://schemas.microsoft.com/office/drawing/2014/main" id="{3CC5A66C-91EE-7C8A-F453-80BDC9A0F6D6}"/>
              </a:ext>
            </a:extLst>
          </p:cNvPr>
          <p:cNvSpPr>
            <a:spLocks noGrp="1"/>
          </p:cNvSpPr>
          <p:nvPr>
            <p:ph sz="quarter" idx="11" hasCustomPrompt="1"/>
          </p:nvPr>
        </p:nvSpPr>
        <p:spPr>
          <a:xfrm>
            <a:off x="9304338" y="4775200"/>
            <a:ext cx="642937" cy="642938"/>
          </a:xfrm>
        </p:spPr>
        <p:txBody>
          <a:bodyPr>
            <a:noAutofit/>
          </a:bodyPr>
          <a:lstStyle>
            <a:lvl1pPr marL="0" indent="0" algn="ctr">
              <a:buNone/>
              <a:defRPr sz="1100">
                <a:solidFill>
                  <a:schemeClr val="bg1"/>
                </a:solidFill>
              </a:defRPr>
            </a:lvl1pPr>
          </a:lstStyle>
          <a:p>
            <a:pPr lvl="0"/>
            <a:r>
              <a:rPr lang="en-US"/>
              <a:t>Insert Icon here</a:t>
            </a:r>
            <a:endParaRPr lang="en-IN"/>
          </a:p>
        </p:txBody>
      </p:sp>
      <p:sp>
        <p:nvSpPr>
          <p:cNvPr id="8" name="Title 1">
            <a:extLst>
              <a:ext uri="{FF2B5EF4-FFF2-40B4-BE49-F238E27FC236}">
                <a16:creationId xmlns:a16="http://schemas.microsoft.com/office/drawing/2014/main" id="{44D90839-F5BF-9915-3E15-35E36DE98B1E}"/>
              </a:ext>
            </a:extLst>
          </p:cNvPr>
          <p:cNvSpPr>
            <a:spLocks noGrp="1"/>
          </p:cNvSpPr>
          <p:nvPr>
            <p:ph type="ctrTitle" hasCustomPrompt="1"/>
          </p:nvPr>
        </p:nvSpPr>
        <p:spPr>
          <a:xfrm>
            <a:off x="7224766" y="4681675"/>
            <a:ext cx="1863426" cy="276999"/>
          </a:xfrm>
          <a:prstGeom prst="rect">
            <a:avLst/>
          </a:prstGeom>
        </p:spPr>
        <p:txBody>
          <a:bodyPr vert="horz" wrap="square" lIns="0" tIns="0" rIns="0" bIns="0" rtlCol="0" anchor="t" anchorCtr="0">
            <a:spAutoFit/>
          </a:bodyPr>
          <a:lstStyle>
            <a:lvl1pPr algn="ctr">
              <a:lnSpc>
                <a:spcPct val="100000"/>
              </a:lnSpc>
              <a:defRPr lang="en-US" sz="2000" b="1" kern="1200" dirty="0">
                <a:solidFill>
                  <a:schemeClr val="bg1"/>
                </a:solidFill>
                <a:latin typeface="Barlow" panose="00000500000000000000" pitchFamily="2" charset="0"/>
                <a:ea typeface="Open Sans" pitchFamily="2" charset="0"/>
                <a:cs typeface="Open Sans" pitchFamily="2" charset="0"/>
              </a:defRPr>
            </a:lvl1pPr>
          </a:lstStyle>
          <a:p>
            <a:pPr marL="0" lvl="0" indent="0" algn="ctr" defTabSz="914400" rtl="0" eaLnBrk="1" latinLnBrk="0" hangingPunct="1">
              <a:lnSpc>
                <a:spcPct val="90000"/>
              </a:lnSpc>
              <a:spcBef>
                <a:spcPts val="1000"/>
              </a:spcBef>
              <a:buFont typeface="Arial" panose="020B0604020202020204" pitchFamily="34" charset="0"/>
              <a:buNone/>
            </a:pPr>
            <a:r>
              <a:rPr lang="en-GB"/>
              <a:t>Heading</a:t>
            </a:r>
            <a:endParaRPr lang="en-US"/>
          </a:p>
        </p:txBody>
      </p:sp>
      <p:sp>
        <p:nvSpPr>
          <p:cNvPr id="9" name="Text Placeholder 88">
            <a:extLst>
              <a:ext uri="{FF2B5EF4-FFF2-40B4-BE49-F238E27FC236}">
                <a16:creationId xmlns:a16="http://schemas.microsoft.com/office/drawing/2014/main" id="{483D2CC2-F18D-4036-A661-8DA661457BC7}"/>
              </a:ext>
            </a:extLst>
          </p:cNvPr>
          <p:cNvSpPr>
            <a:spLocks noGrp="1"/>
          </p:cNvSpPr>
          <p:nvPr>
            <p:ph type="body" sz="quarter" idx="31" hasCustomPrompt="1"/>
          </p:nvPr>
        </p:nvSpPr>
        <p:spPr>
          <a:xfrm>
            <a:off x="7222826" y="5125408"/>
            <a:ext cx="1863725" cy="290512"/>
          </a:xfrm>
        </p:spPr>
        <p:txBody>
          <a:bodyPr>
            <a:noAutofit/>
          </a:bodyPr>
          <a:lstStyle>
            <a:lvl1pPr marL="0" indent="0" algn="ctr">
              <a:buNone/>
              <a:defRPr sz="1400">
                <a:solidFill>
                  <a:schemeClr val="bg1"/>
                </a:solidFill>
              </a:defRPr>
            </a:lvl1pPr>
          </a:lstStyle>
          <a:p>
            <a:pPr lvl="0"/>
            <a:r>
              <a:rPr lang="en-US"/>
              <a:t>Description</a:t>
            </a:r>
            <a:endParaRPr lang="en-IN"/>
          </a:p>
        </p:txBody>
      </p:sp>
    </p:spTree>
    <p:extLst>
      <p:ext uri="{BB962C8B-B14F-4D97-AF65-F5344CB8AC3E}">
        <p14:creationId xmlns:p14="http://schemas.microsoft.com/office/powerpoint/2010/main" val="37076383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_Image + Content">
    <p:bg>
      <p:bgPr>
        <a:gradFill>
          <a:gsLst>
            <a:gs pos="100000">
              <a:schemeClr val="tx2"/>
            </a:gs>
            <a:gs pos="0">
              <a:schemeClr val="accent1"/>
            </a:gs>
          </a:gsLst>
          <a:lin ang="5400000" scaled="1"/>
        </a:gra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7AE8C84-3C26-4742-1E75-3369D8085788}"/>
              </a:ext>
            </a:extLst>
          </p:cNvPr>
          <p:cNvSpPr>
            <a:spLocks noGrp="1"/>
          </p:cNvSpPr>
          <p:nvPr>
            <p:ph type="pic" sz="quarter" idx="10"/>
          </p:nvPr>
        </p:nvSpPr>
        <p:spPr>
          <a:xfrm>
            <a:off x="4469157" y="-1"/>
            <a:ext cx="7114233" cy="6868049"/>
          </a:xfrm>
          <a:custGeom>
            <a:avLst/>
            <a:gdLst>
              <a:gd name="connsiteX0" fmla="*/ 0 w 5858189"/>
              <a:gd name="connsiteY0" fmla="*/ 6858000 h 6858000"/>
              <a:gd name="connsiteX1" fmla="*/ 1464547 w 5858189"/>
              <a:gd name="connsiteY1" fmla="*/ 0 h 6858000"/>
              <a:gd name="connsiteX2" fmla="*/ 5858189 w 5858189"/>
              <a:gd name="connsiteY2" fmla="*/ 0 h 6858000"/>
              <a:gd name="connsiteX3" fmla="*/ 4393642 w 5858189"/>
              <a:gd name="connsiteY3" fmla="*/ 6858000 h 6858000"/>
              <a:gd name="connsiteX4" fmla="*/ 0 w 5858189"/>
              <a:gd name="connsiteY4" fmla="*/ 6858000 h 6858000"/>
              <a:gd name="connsiteX0" fmla="*/ 0 w 5858189"/>
              <a:gd name="connsiteY0" fmla="*/ 6858000 h 6858000"/>
              <a:gd name="connsiteX1" fmla="*/ 1786094 w 5858189"/>
              <a:gd name="connsiteY1" fmla="*/ 20097 h 6858000"/>
              <a:gd name="connsiteX2" fmla="*/ 5858189 w 5858189"/>
              <a:gd name="connsiteY2" fmla="*/ 0 h 6858000"/>
              <a:gd name="connsiteX3" fmla="*/ 4393642 w 5858189"/>
              <a:gd name="connsiteY3" fmla="*/ 6858000 h 6858000"/>
              <a:gd name="connsiteX4" fmla="*/ 0 w 5858189"/>
              <a:gd name="connsiteY4" fmla="*/ 6858000 h 6858000"/>
              <a:gd name="connsiteX0" fmla="*/ 0 w 6320414"/>
              <a:gd name="connsiteY0" fmla="*/ 6878097 h 6878097"/>
              <a:gd name="connsiteX1" fmla="*/ 2248319 w 6320414"/>
              <a:gd name="connsiteY1" fmla="*/ 20097 h 6878097"/>
              <a:gd name="connsiteX2" fmla="*/ 6320414 w 6320414"/>
              <a:gd name="connsiteY2" fmla="*/ 0 h 6878097"/>
              <a:gd name="connsiteX3" fmla="*/ 4855867 w 6320414"/>
              <a:gd name="connsiteY3" fmla="*/ 6858000 h 6878097"/>
              <a:gd name="connsiteX4" fmla="*/ 0 w 6320414"/>
              <a:gd name="connsiteY4" fmla="*/ 6878097 h 6878097"/>
              <a:gd name="connsiteX0" fmla="*/ 0 w 6320414"/>
              <a:gd name="connsiteY0" fmla="*/ 6878097 h 6878097"/>
              <a:gd name="connsiteX1" fmla="*/ 2248319 w 6320414"/>
              <a:gd name="connsiteY1" fmla="*/ 20097 h 6878097"/>
              <a:gd name="connsiteX2" fmla="*/ 6320414 w 6320414"/>
              <a:gd name="connsiteY2" fmla="*/ 0 h 6878097"/>
              <a:gd name="connsiteX3" fmla="*/ 4886012 w 6320414"/>
              <a:gd name="connsiteY3" fmla="*/ 6868048 h 6878097"/>
              <a:gd name="connsiteX4" fmla="*/ 0 w 6320414"/>
              <a:gd name="connsiteY4" fmla="*/ 6878097 h 6878097"/>
              <a:gd name="connsiteX0" fmla="*/ 0 w 7114233"/>
              <a:gd name="connsiteY0" fmla="*/ 6868049 h 6868049"/>
              <a:gd name="connsiteX1" fmla="*/ 2248319 w 7114233"/>
              <a:gd name="connsiteY1" fmla="*/ 10049 h 6868049"/>
              <a:gd name="connsiteX2" fmla="*/ 7114233 w 7114233"/>
              <a:gd name="connsiteY2" fmla="*/ 0 h 6868049"/>
              <a:gd name="connsiteX3" fmla="*/ 4886012 w 7114233"/>
              <a:gd name="connsiteY3" fmla="*/ 6858000 h 6868049"/>
              <a:gd name="connsiteX4" fmla="*/ 0 w 7114233"/>
              <a:gd name="connsiteY4" fmla="*/ 6868049 h 6868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4233" h="6868049">
                <a:moveTo>
                  <a:pt x="0" y="6868049"/>
                </a:moveTo>
                <a:lnTo>
                  <a:pt x="2248319" y="10049"/>
                </a:lnTo>
                <a:lnTo>
                  <a:pt x="7114233" y="0"/>
                </a:lnTo>
                <a:lnTo>
                  <a:pt x="4886012" y="6858000"/>
                </a:lnTo>
                <a:lnTo>
                  <a:pt x="0" y="6868049"/>
                </a:lnTo>
                <a:close/>
              </a:path>
            </a:pathLst>
          </a:custGeom>
          <a:solidFill>
            <a:schemeClr val="bg1">
              <a:alpha val="20000"/>
            </a:schemeClr>
          </a:solidFill>
        </p:spPr>
        <p:txBody>
          <a:bodyPr/>
          <a:lstStyle/>
          <a:p>
            <a:endParaRPr lang="en-IN"/>
          </a:p>
        </p:txBody>
      </p:sp>
      <p:sp>
        <p:nvSpPr>
          <p:cNvPr id="2" name="Title 1">
            <a:extLst>
              <a:ext uri="{FF2B5EF4-FFF2-40B4-BE49-F238E27FC236}">
                <a16:creationId xmlns:a16="http://schemas.microsoft.com/office/drawing/2014/main" id="{31763772-1BB6-9FCE-D196-8B0635F8212F}"/>
              </a:ext>
            </a:extLst>
          </p:cNvPr>
          <p:cNvSpPr>
            <a:spLocks noGrp="1"/>
          </p:cNvSpPr>
          <p:nvPr>
            <p:ph type="ctrTitle" hasCustomPrompt="1"/>
          </p:nvPr>
        </p:nvSpPr>
        <p:spPr>
          <a:xfrm>
            <a:off x="707679" y="1980905"/>
            <a:ext cx="4484082" cy="984885"/>
          </a:xfrm>
          <a:prstGeom prst="rect">
            <a:avLst/>
          </a:prstGeom>
        </p:spPr>
        <p:txBody>
          <a:bodyPr vert="horz" wrap="square" lIns="0" tIns="0" rIns="0" bIns="0" rtlCol="0" anchor="ctr" anchorCtr="0">
            <a:spAutoFit/>
          </a:bodyPr>
          <a:lstStyle>
            <a:lvl1pPr algn="l">
              <a:lnSpc>
                <a:spcPct val="100000"/>
              </a:lnSpc>
              <a:defRPr lang="en-US" sz="3200" dirty="0">
                <a:solidFill>
                  <a:schemeClr val="bg1"/>
                </a:solidFill>
              </a:defRPr>
            </a:lvl1pPr>
          </a:lstStyle>
          <a:p>
            <a:pPr lvl="0"/>
            <a:r>
              <a:rPr lang="en-GB"/>
              <a:t>Click to edit </a:t>
            </a:r>
            <a:br>
              <a:rPr lang="en-GB"/>
            </a:br>
            <a:r>
              <a:rPr lang="en-GB"/>
              <a:t>Master title style</a:t>
            </a:r>
            <a:endParaRPr lang="en-US"/>
          </a:p>
        </p:txBody>
      </p:sp>
      <p:sp>
        <p:nvSpPr>
          <p:cNvPr id="4" name="Subtitle 2">
            <a:extLst>
              <a:ext uri="{FF2B5EF4-FFF2-40B4-BE49-F238E27FC236}">
                <a16:creationId xmlns:a16="http://schemas.microsoft.com/office/drawing/2014/main" id="{0D4EDA2E-020E-68F1-5959-A4717FEFC88E}"/>
              </a:ext>
            </a:extLst>
          </p:cNvPr>
          <p:cNvSpPr>
            <a:spLocks noGrp="1"/>
          </p:cNvSpPr>
          <p:nvPr>
            <p:ph type="subTitle" idx="1"/>
          </p:nvPr>
        </p:nvSpPr>
        <p:spPr>
          <a:xfrm>
            <a:off x="707679" y="3688881"/>
            <a:ext cx="3569682" cy="648126"/>
          </a:xfrm>
        </p:spPr>
        <p:txBody>
          <a:bodyPr wrap="square">
            <a:spAutoFit/>
          </a:bodyPr>
          <a:lstStyle>
            <a:lvl1pPr marL="270000" indent="-270000" algn="l">
              <a:spcBef>
                <a:spcPts val="600"/>
              </a:spcBef>
              <a:buFont typeface="Arial" panose="020B0604020202020204" pitchFamily="34" charset="0"/>
              <a:buChar char="•"/>
              <a:defRPr sz="20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14881992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_Image + Content">
    <p:spTree>
      <p:nvGrpSpPr>
        <p:cNvPr id="1" name=""/>
        <p:cNvGrpSpPr/>
        <p:nvPr/>
      </p:nvGrpSpPr>
      <p:grpSpPr>
        <a:xfrm>
          <a:off x="0" y="0"/>
          <a:ext cx="0" cy="0"/>
          <a:chOff x="0" y="0"/>
          <a:chExt cx="0" cy="0"/>
        </a:xfrm>
      </p:grpSpPr>
      <p:sp>
        <p:nvSpPr>
          <p:cNvPr id="50" name="Text Placeholder 48">
            <a:extLst>
              <a:ext uri="{FF2B5EF4-FFF2-40B4-BE49-F238E27FC236}">
                <a16:creationId xmlns:a16="http://schemas.microsoft.com/office/drawing/2014/main" id="{C734AFB7-B581-3529-B7EB-48FCDF40B44F}"/>
              </a:ext>
            </a:extLst>
          </p:cNvPr>
          <p:cNvSpPr>
            <a:spLocks noGrp="1"/>
          </p:cNvSpPr>
          <p:nvPr>
            <p:ph type="body" sz="quarter" idx="13" hasCustomPrompt="1"/>
          </p:nvPr>
        </p:nvSpPr>
        <p:spPr>
          <a:xfrm>
            <a:off x="2802996" y="5094168"/>
            <a:ext cx="5058303" cy="792162"/>
          </a:xfrm>
          <a:solidFill>
            <a:schemeClr val="tx2"/>
          </a:solidFill>
        </p:spPr>
        <p:txBody>
          <a:bodyPr lIns="182880" rIns="182880" anchor="ctr"/>
          <a:lstStyle>
            <a:lvl1pPr marL="0" indent="0" algn="r">
              <a:buNone/>
              <a:defRPr b="1">
                <a:solidFill>
                  <a:schemeClr val="bg1"/>
                </a:solidFill>
                <a:latin typeface="Barlow ExtraBold" panose="00000900000000000000" pitchFamily="2" charset="0"/>
                <a:ea typeface="Open Sans" pitchFamily="2" charset="0"/>
                <a:cs typeface="Open Sans" pitchFamily="2" charset="0"/>
              </a:defRPr>
            </a:lvl1pPr>
          </a:lstStyle>
          <a:p>
            <a:pPr lvl="0"/>
            <a:r>
              <a:rPr lang="en-US"/>
              <a:t>Insert Text</a:t>
            </a:r>
            <a:endParaRPr lang="en-IN"/>
          </a:p>
        </p:txBody>
      </p:sp>
      <p:sp>
        <p:nvSpPr>
          <p:cNvPr id="49" name="Text Placeholder 48">
            <a:extLst>
              <a:ext uri="{FF2B5EF4-FFF2-40B4-BE49-F238E27FC236}">
                <a16:creationId xmlns:a16="http://schemas.microsoft.com/office/drawing/2014/main" id="{F3326ED7-A903-6A67-0638-B7FF90EB0914}"/>
              </a:ext>
            </a:extLst>
          </p:cNvPr>
          <p:cNvSpPr>
            <a:spLocks noGrp="1"/>
          </p:cNvSpPr>
          <p:nvPr>
            <p:ph type="body" sz="quarter" idx="12" hasCustomPrompt="1"/>
          </p:nvPr>
        </p:nvSpPr>
        <p:spPr>
          <a:xfrm>
            <a:off x="2792413" y="4214813"/>
            <a:ext cx="3376612" cy="792162"/>
          </a:xfrm>
          <a:solidFill>
            <a:schemeClr val="tx2"/>
          </a:solidFill>
        </p:spPr>
        <p:txBody>
          <a:bodyPr lIns="182880" rIns="182880" anchor="ctr"/>
          <a:lstStyle>
            <a:lvl1pPr marL="0" indent="0" algn="r">
              <a:buNone/>
              <a:defRPr b="1">
                <a:solidFill>
                  <a:schemeClr val="bg1"/>
                </a:solidFill>
                <a:latin typeface="Barlow ExtraBold" panose="00000900000000000000" pitchFamily="2" charset="0"/>
                <a:ea typeface="Open Sans" pitchFamily="2" charset="0"/>
                <a:cs typeface="Open Sans" pitchFamily="2" charset="0"/>
              </a:defRPr>
            </a:lvl1pPr>
          </a:lstStyle>
          <a:p>
            <a:pPr lvl="0"/>
            <a:r>
              <a:rPr lang="en-US"/>
              <a:t>Insert Text</a:t>
            </a:r>
            <a:endParaRPr lang="en-IN"/>
          </a:p>
        </p:txBody>
      </p:sp>
      <p:pic>
        <p:nvPicPr>
          <p:cNvPr id="12" name="Picture 11">
            <a:extLst>
              <a:ext uri="{FF2B5EF4-FFF2-40B4-BE49-F238E27FC236}">
                <a16:creationId xmlns:a16="http://schemas.microsoft.com/office/drawing/2014/main" id="{41A03414-4F71-643D-9A35-F2220E3928A0}"/>
              </a:ext>
            </a:extLst>
          </p:cNvPr>
          <p:cNvPicPr>
            <a:picLocks noChangeAspect="1"/>
          </p:cNvPicPr>
          <p:nvPr userDrawn="1"/>
        </p:nvPicPr>
        <p:blipFill>
          <a:blip r:embed="rId2">
            <a:alphaModFix amt="49000"/>
            <a:extLst>
              <a:ext uri="{28A0092B-C50C-407E-A947-70E740481C1C}">
                <a14:useLocalDpi xmlns:a14="http://schemas.microsoft.com/office/drawing/2010/main"/>
              </a:ext>
            </a:extLst>
          </a:blip>
          <a:stretch>
            <a:fillRect/>
          </a:stretch>
        </p:blipFill>
        <p:spPr>
          <a:xfrm rot="1065417" flipH="1">
            <a:off x="4240470" y="-171291"/>
            <a:ext cx="1138782" cy="7518105"/>
          </a:xfrm>
          <a:prstGeom prst="rect">
            <a:avLst/>
          </a:prstGeom>
        </p:spPr>
      </p:pic>
      <p:cxnSp>
        <p:nvCxnSpPr>
          <p:cNvPr id="16" name="Straight Connector 15">
            <a:extLst>
              <a:ext uri="{FF2B5EF4-FFF2-40B4-BE49-F238E27FC236}">
                <a16:creationId xmlns:a16="http://schemas.microsoft.com/office/drawing/2014/main" id="{C223FFE5-2205-50B6-2299-2A987682DD7D}"/>
              </a:ext>
            </a:extLst>
          </p:cNvPr>
          <p:cNvCxnSpPr/>
          <p:nvPr userDrawn="1"/>
        </p:nvCxnSpPr>
        <p:spPr>
          <a:xfrm>
            <a:off x="8759295" y="1195253"/>
            <a:ext cx="323705"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30F463E-CCD1-B7E1-3B71-D978A28406FD}"/>
              </a:ext>
            </a:extLst>
          </p:cNvPr>
          <p:cNvCxnSpPr>
            <a:cxnSpLocks/>
          </p:cNvCxnSpPr>
          <p:nvPr userDrawn="1"/>
        </p:nvCxnSpPr>
        <p:spPr>
          <a:xfrm>
            <a:off x="9073621" y="1195253"/>
            <a:ext cx="31051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4" name="Picture Placeholder 42">
            <a:extLst>
              <a:ext uri="{FF2B5EF4-FFF2-40B4-BE49-F238E27FC236}">
                <a16:creationId xmlns:a16="http://schemas.microsoft.com/office/drawing/2014/main" id="{F86504EF-BFC7-9B0B-7F13-2DDC8689144D}"/>
              </a:ext>
            </a:extLst>
          </p:cNvPr>
          <p:cNvSpPr>
            <a:spLocks noGrp="1"/>
          </p:cNvSpPr>
          <p:nvPr>
            <p:ph type="pic" sz="quarter" idx="11"/>
          </p:nvPr>
        </p:nvSpPr>
        <p:spPr>
          <a:xfrm>
            <a:off x="0" y="0"/>
            <a:ext cx="5408613" cy="6866313"/>
          </a:xfrm>
          <a:custGeom>
            <a:avLst/>
            <a:gdLst>
              <a:gd name="connsiteX0" fmla="*/ 0 w 5408613"/>
              <a:gd name="connsiteY0" fmla="*/ 6858000 h 6858000"/>
              <a:gd name="connsiteX1" fmla="*/ 1352153 w 5408613"/>
              <a:gd name="connsiteY1" fmla="*/ 0 h 6858000"/>
              <a:gd name="connsiteX2" fmla="*/ 5408613 w 5408613"/>
              <a:gd name="connsiteY2" fmla="*/ 0 h 6858000"/>
              <a:gd name="connsiteX3" fmla="*/ 4056460 w 5408613"/>
              <a:gd name="connsiteY3" fmla="*/ 6858000 h 6858000"/>
              <a:gd name="connsiteX4" fmla="*/ 0 w 5408613"/>
              <a:gd name="connsiteY4" fmla="*/ 6858000 h 6858000"/>
              <a:gd name="connsiteX0" fmla="*/ 0 w 5408613"/>
              <a:gd name="connsiteY0" fmla="*/ 6858000 h 6858000"/>
              <a:gd name="connsiteX1" fmla="*/ 5491 w 5408613"/>
              <a:gd name="connsiteY1" fmla="*/ 0 h 6858000"/>
              <a:gd name="connsiteX2" fmla="*/ 5408613 w 5408613"/>
              <a:gd name="connsiteY2" fmla="*/ 0 h 6858000"/>
              <a:gd name="connsiteX3" fmla="*/ 4056460 w 5408613"/>
              <a:gd name="connsiteY3" fmla="*/ 6858000 h 6858000"/>
              <a:gd name="connsiteX4" fmla="*/ 0 w 5408613"/>
              <a:gd name="connsiteY4" fmla="*/ 6858000 h 6858000"/>
              <a:gd name="connsiteX0" fmla="*/ 0 w 5408613"/>
              <a:gd name="connsiteY0" fmla="*/ 6858000 h 6866313"/>
              <a:gd name="connsiteX1" fmla="*/ 5491 w 5408613"/>
              <a:gd name="connsiteY1" fmla="*/ 0 h 6866313"/>
              <a:gd name="connsiteX2" fmla="*/ 5408613 w 5408613"/>
              <a:gd name="connsiteY2" fmla="*/ 0 h 6866313"/>
              <a:gd name="connsiteX3" fmla="*/ 3216875 w 5408613"/>
              <a:gd name="connsiteY3" fmla="*/ 6866313 h 6866313"/>
              <a:gd name="connsiteX4" fmla="*/ 0 w 5408613"/>
              <a:gd name="connsiteY4" fmla="*/ 6858000 h 68663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8613" h="6866313">
                <a:moveTo>
                  <a:pt x="0" y="6858000"/>
                </a:moveTo>
                <a:cubicBezTo>
                  <a:pt x="1830" y="4572000"/>
                  <a:pt x="3661" y="2286000"/>
                  <a:pt x="5491" y="0"/>
                </a:cubicBezTo>
                <a:lnTo>
                  <a:pt x="5408613" y="0"/>
                </a:lnTo>
                <a:lnTo>
                  <a:pt x="3216875" y="6866313"/>
                </a:lnTo>
                <a:lnTo>
                  <a:pt x="0" y="6858000"/>
                </a:lnTo>
                <a:close/>
              </a:path>
            </a:pathLst>
          </a:custGeom>
          <a:effectLst>
            <a:outerShdw blurRad="50800" dist="38100" dir="2700000" algn="tl" rotWithShape="0">
              <a:prstClr val="black">
                <a:alpha val="40000"/>
              </a:prstClr>
            </a:outerShdw>
          </a:effectLst>
        </p:spPr>
        <p:txBody>
          <a:bodyPr/>
          <a:lstStyle/>
          <a:p>
            <a:endParaRPr lang="en-IN"/>
          </a:p>
        </p:txBody>
      </p:sp>
      <p:sp>
        <p:nvSpPr>
          <p:cNvPr id="54" name="Text Placeholder 37">
            <a:extLst>
              <a:ext uri="{FF2B5EF4-FFF2-40B4-BE49-F238E27FC236}">
                <a16:creationId xmlns:a16="http://schemas.microsoft.com/office/drawing/2014/main" id="{98976037-0E5F-034D-7CE2-A1BC24444D7C}"/>
              </a:ext>
            </a:extLst>
          </p:cNvPr>
          <p:cNvSpPr>
            <a:spLocks noGrp="1"/>
          </p:cNvSpPr>
          <p:nvPr>
            <p:ph type="body" sz="quarter" idx="21" hasCustomPrompt="1"/>
          </p:nvPr>
        </p:nvSpPr>
        <p:spPr>
          <a:xfrm>
            <a:off x="8633394" y="1316647"/>
            <a:ext cx="2902459" cy="469070"/>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6" name="Text Placeholder 37">
            <a:extLst>
              <a:ext uri="{FF2B5EF4-FFF2-40B4-BE49-F238E27FC236}">
                <a16:creationId xmlns:a16="http://schemas.microsoft.com/office/drawing/2014/main" id="{D888971C-B70A-072E-DF4A-D269998AE2BA}"/>
              </a:ext>
            </a:extLst>
          </p:cNvPr>
          <p:cNvSpPr>
            <a:spLocks noGrp="1"/>
          </p:cNvSpPr>
          <p:nvPr>
            <p:ph type="body" sz="quarter" idx="20" hasCustomPrompt="1"/>
          </p:nvPr>
        </p:nvSpPr>
        <p:spPr>
          <a:xfrm>
            <a:off x="8633396" y="803941"/>
            <a:ext cx="2902458" cy="285646"/>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Click to add text</a:t>
            </a:r>
            <a:endParaRPr lang="en-IN"/>
          </a:p>
        </p:txBody>
      </p:sp>
      <p:sp>
        <p:nvSpPr>
          <p:cNvPr id="97" name="Content Placeholder 51">
            <a:extLst>
              <a:ext uri="{FF2B5EF4-FFF2-40B4-BE49-F238E27FC236}">
                <a16:creationId xmlns:a16="http://schemas.microsoft.com/office/drawing/2014/main" id="{8E457D21-E349-1874-2B98-7061AEACC60E}"/>
              </a:ext>
            </a:extLst>
          </p:cNvPr>
          <p:cNvSpPr>
            <a:spLocks noGrp="1"/>
          </p:cNvSpPr>
          <p:nvPr>
            <p:ph sz="quarter" idx="14" hasCustomPrompt="1"/>
          </p:nvPr>
        </p:nvSpPr>
        <p:spPr>
          <a:xfrm>
            <a:off x="8763694" y="303959"/>
            <a:ext cx="467451" cy="467451"/>
          </a:xfrm>
          <a:noFill/>
        </p:spPr>
        <p:txBody>
          <a:bodyPr anchor="ctr">
            <a:noAutofit/>
          </a:bodyPr>
          <a:lstStyle>
            <a:lvl1pPr marL="0" indent="0" algn="ctr">
              <a:buNone/>
              <a:defRPr sz="700" b="1">
                <a:solidFill>
                  <a:schemeClr val="tx2"/>
                </a:solidFill>
              </a:defRPr>
            </a:lvl1pPr>
          </a:lstStyle>
          <a:p>
            <a:pPr lvl="0"/>
            <a:r>
              <a:rPr lang="en-US"/>
              <a:t>Insert Icon Here</a:t>
            </a:r>
            <a:endParaRPr lang="en-IN"/>
          </a:p>
        </p:txBody>
      </p:sp>
      <p:cxnSp>
        <p:nvCxnSpPr>
          <p:cNvPr id="103" name="Straight Connector 102">
            <a:extLst>
              <a:ext uri="{FF2B5EF4-FFF2-40B4-BE49-F238E27FC236}">
                <a16:creationId xmlns:a16="http://schemas.microsoft.com/office/drawing/2014/main" id="{EFE67893-4E6D-CAA6-D921-D97B29CA14C6}"/>
              </a:ext>
            </a:extLst>
          </p:cNvPr>
          <p:cNvCxnSpPr/>
          <p:nvPr userDrawn="1"/>
        </p:nvCxnSpPr>
        <p:spPr>
          <a:xfrm>
            <a:off x="7774400" y="3280818"/>
            <a:ext cx="323705"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848EFCE4-3350-C777-9AB0-2BE4740EE3F5}"/>
              </a:ext>
            </a:extLst>
          </p:cNvPr>
          <p:cNvCxnSpPr>
            <a:cxnSpLocks/>
          </p:cNvCxnSpPr>
          <p:nvPr userDrawn="1"/>
        </p:nvCxnSpPr>
        <p:spPr>
          <a:xfrm>
            <a:off x="8088726" y="3280818"/>
            <a:ext cx="4103274"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5" name="Text Placeholder 37">
            <a:extLst>
              <a:ext uri="{FF2B5EF4-FFF2-40B4-BE49-F238E27FC236}">
                <a16:creationId xmlns:a16="http://schemas.microsoft.com/office/drawing/2014/main" id="{88182724-374F-9051-FD51-3A35FFDE6F0C}"/>
              </a:ext>
            </a:extLst>
          </p:cNvPr>
          <p:cNvSpPr>
            <a:spLocks noGrp="1"/>
          </p:cNvSpPr>
          <p:nvPr>
            <p:ph type="body" sz="quarter" idx="22" hasCustomPrompt="1"/>
          </p:nvPr>
        </p:nvSpPr>
        <p:spPr>
          <a:xfrm>
            <a:off x="7648499" y="3402212"/>
            <a:ext cx="3887354" cy="469070"/>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06" name="Text Placeholder 37">
            <a:extLst>
              <a:ext uri="{FF2B5EF4-FFF2-40B4-BE49-F238E27FC236}">
                <a16:creationId xmlns:a16="http://schemas.microsoft.com/office/drawing/2014/main" id="{5C43D540-A593-5E80-A23E-1B552236A280}"/>
              </a:ext>
            </a:extLst>
          </p:cNvPr>
          <p:cNvSpPr>
            <a:spLocks noGrp="1"/>
          </p:cNvSpPr>
          <p:nvPr>
            <p:ph type="body" sz="quarter" idx="23" hasCustomPrompt="1"/>
          </p:nvPr>
        </p:nvSpPr>
        <p:spPr>
          <a:xfrm>
            <a:off x="7648500" y="2889506"/>
            <a:ext cx="3887353" cy="285646"/>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Click to add text</a:t>
            </a:r>
            <a:endParaRPr lang="en-IN"/>
          </a:p>
        </p:txBody>
      </p:sp>
      <p:sp>
        <p:nvSpPr>
          <p:cNvPr id="107" name="Content Placeholder 51">
            <a:extLst>
              <a:ext uri="{FF2B5EF4-FFF2-40B4-BE49-F238E27FC236}">
                <a16:creationId xmlns:a16="http://schemas.microsoft.com/office/drawing/2014/main" id="{D49E74EE-8BC2-B565-7BC1-81B81B3977DB}"/>
              </a:ext>
            </a:extLst>
          </p:cNvPr>
          <p:cNvSpPr>
            <a:spLocks noGrp="1"/>
          </p:cNvSpPr>
          <p:nvPr>
            <p:ph sz="quarter" idx="24" hasCustomPrompt="1"/>
          </p:nvPr>
        </p:nvSpPr>
        <p:spPr>
          <a:xfrm>
            <a:off x="7778799" y="2389524"/>
            <a:ext cx="467451" cy="467451"/>
          </a:xfrm>
          <a:noFill/>
        </p:spPr>
        <p:txBody>
          <a:bodyPr anchor="ctr">
            <a:noAutofit/>
          </a:bodyPr>
          <a:lstStyle>
            <a:lvl1pPr marL="0" indent="0" algn="ctr">
              <a:buNone/>
              <a:defRPr sz="700" b="1">
                <a:solidFill>
                  <a:schemeClr val="tx2"/>
                </a:solidFill>
              </a:defRPr>
            </a:lvl1pPr>
          </a:lstStyle>
          <a:p>
            <a:pPr lvl="0"/>
            <a:r>
              <a:rPr lang="en-US"/>
              <a:t>Insert Icon Here</a:t>
            </a:r>
            <a:endParaRPr lang="en-IN"/>
          </a:p>
        </p:txBody>
      </p:sp>
      <p:cxnSp>
        <p:nvCxnSpPr>
          <p:cNvPr id="114" name="Straight Connector 113">
            <a:extLst>
              <a:ext uri="{FF2B5EF4-FFF2-40B4-BE49-F238E27FC236}">
                <a16:creationId xmlns:a16="http://schemas.microsoft.com/office/drawing/2014/main" id="{F4194E6A-BCE5-9821-D670-4B656F6E0BB7}"/>
              </a:ext>
            </a:extLst>
          </p:cNvPr>
          <p:cNvCxnSpPr/>
          <p:nvPr userDrawn="1"/>
        </p:nvCxnSpPr>
        <p:spPr>
          <a:xfrm>
            <a:off x="8759295" y="5370844"/>
            <a:ext cx="323705"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4C133F6C-9B15-F3F7-DE55-C9045873C3E2}"/>
              </a:ext>
            </a:extLst>
          </p:cNvPr>
          <p:cNvCxnSpPr>
            <a:cxnSpLocks/>
          </p:cNvCxnSpPr>
          <p:nvPr userDrawn="1"/>
        </p:nvCxnSpPr>
        <p:spPr>
          <a:xfrm>
            <a:off x="9073621" y="5370844"/>
            <a:ext cx="31051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16" name="Text Placeholder 37">
            <a:extLst>
              <a:ext uri="{FF2B5EF4-FFF2-40B4-BE49-F238E27FC236}">
                <a16:creationId xmlns:a16="http://schemas.microsoft.com/office/drawing/2014/main" id="{8C7F83C8-B74B-6E6D-F81D-3F808356EE2E}"/>
              </a:ext>
            </a:extLst>
          </p:cNvPr>
          <p:cNvSpPr>
            <a:spLocks noGrp="1"/>
          </p:cNvSpPr>
          <p:nvPr>
            <p:ph type="body" sz="quarter" idx="25" hasCustomPrompt="1"/>
          </p:nvPr>
        </p:nvSpPr>
        <p:spPr>
          <a:xfrm>
            <a:off x="8633394" y="5492238"/>
            <a:ext cx="2902459" cy="469070"/>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17" name="Text Placeholder 37">
            <a:extLst>
              <a:ext uri="{FF2B5EF4-FFF2-40B4-BE49-F238E27FC236}">
                <a16:creationId xmlns:a16="http://schemas.microsoft.com/office/drawing/2014/main" id="{9DE693B2-DD8F-2828-8EAB-10DF780CB39E}"/>
              </a:ext>
            </a:extLst>
          </p:cNvPr>
          <p:cNvSpPr>
            <a:spLocks noGrp="1"/>
          </p:cNvSpPr>
          <p:nvPr>
            <p:ph type="body" sz="quarter" idx="26" hasCustomPrompt="1"/>
          </p:nvPr>
        </p:nvSpPr>
        <p:spPr>
          <a:xfrm>
            <a:off x="8633396" y="4979532"/>
            <a:ext cx="2902458" cy="285646"/>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Click to add text</a:t>
            </a:r>
            <a:endParaRPr lang="en-IN"/>
          </a:p>
        </p:txBody>
      </p:sp>
      <p:sp>
        <p:nvSpPr>
          <p:cNvPr id="118" name="Content Placeholder 51">
            <a:extLst>
              <a:ext uri="{FF2B5EF4-FFF2-40B4-BE49-F238E27FC236}">
                <a16:creationId xmlns:a16="http://schemas.microsoft.com/office/drawing/2014/main" id="{92F61B63-2DDB-71BD-5A0A-837AED51FA6B}"/>
              </a:ext>
            </a:extLst>
          </p:cNvPr>
          <p:cNvSpPr>
            <a:spLocks noGrp="1"/>
          </p:cNvSpPr>
          <p:nvPr>
            <p:ph sz="quarter" idx="27" hasCustomPrompt="1"/>
          </p:nvPr>
        </p:nvSpPr>
        <p:spPr>
          <a:xfrm>
            <a:off x="8763694" y="4479550"/>
            <a:ext cx="467451" cy="467451"/>
          </a:xfrm>
          <a:noFill/>
        </p:spPr>
        <p:txBody>
          <a:bodyPr anchor="ctr">
            <a:noAutofit/>
          </a:bodyPr>
          <a:lstStyle>
            <a:lvl1pPr marL="0" indent="0" algn="ctr">
              <a:buNone/>
              <a:defRPr sz="700" b="1">
                <a:solidFill>
                  <a:schemeClr val="tx2"/>
                </a:solidFill>
              </a:defRPr>
            </a:lvl1pPr>
          </a:lstStyle>
          <a:p>
            <a:pPr lvl="0"/>
            <a:r>
              <a:rPr lang="en-US"/>
              <a:t>Insert Icon Here</a:t>
            </a:r>
            <a:endParaRPr lang="en-IN"/>
          </a:p>
        </p:txBody>
      </p:sp>
    </p:spTree>
    <p:extLst>
      <p:ext uri="{BB962C8B-B14F-4D97-AF65-F5344CB8AC3E}">
        <p14:creationId xmlns:p14="http://schemas.microsoft.com/office/powerpoint/2010/main" val="381155896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7_Image + Content">
    <p:spTree>
      <p:nvGrpSpPr>
        <p:cNvPr id="1" name=""/>
        <p:cNvGrpSpPr/>
        <p:nvPr/>
      </p:nvGrpSpPr>
      <p:grpSpPr>
        <a:xfrm>
          <a:off x="0" y="0"/>
          <a:ext cx="0" cy="0"/>
          <a:chOff x="0" y="0"/>
          <a:chExt cx="0" cy="0"/>
        </a:xfrm>
      </p:grpSpPr>
      <p:sp>
        <p:nvSpPr>
          <p:cNvPr id="50" name="Text Placeholder 48">
            <a:extLst>
              <a:ext uri="{FF2B5EF4-FFF2-40B4-BE49-F238E27FC236}">
                <a16:creationId xmlns:a16="http://schemas.microsoft.com/office/drawing/2014/main" id="{C734AFB7-B581-3529-B7EB-48FCDF40B44F}"/>
              </a:ext>
            </a:extLst>
          </p:cNvPr>
          <p:cNvSpPr>
            <a:spLocks noGrp="1"/>
          </p:cNvSpPr>
          <p:nvPr>
            <p:ph type="body" sz="quarter" idx="13" hasCustomPrompt="1"/>
          </p:nvPr>
        </p:nvSpPr>
        <p:spPr>
          <a:xfrm>
            <a:off x="2802996" y="5493558"/>
            <a:ext cx="5058303" cy="792162"/>
          </a:xfrm>
          <a:solidFill>
            <a:schemeClr val="tx2"/>
          </a:solidFill>
        </p:spPr>
        <p:txBody>
          <a:bodyPr lIns="182880" rIns="182880" anchor="ctr"/>
          <a:lstStyle>
            <a:lvl1pPr marL="0" indent="0" algn="r">
              <a:buNone/>
              <a:defRPr b="1">
                <a:solidFill>
                  <a:schemeClr val="bg1"/>
                </a:solidFill>
                <a:latin typeface="Barlow ExtraBold" panose="00000900000000000000" pitchFamily="2" charset="0"/>
                <a:ea typeface="Open Sans" pitchFamily="2" charset="0"/>
                <a:cs typeface="Open Sans" pitchFamily="2" charset="0"/>
              </a:defRPr>
            </a:lvl1pPr>
          </a:lstStyle>
          <a:p>
            <a:pPr lvl="0"/>
            <a:r>
              <a:rPr lang="en-US"/>
              <a:t>Insert Text</a:t>
            </a:r>
            <a:endParaRPr lang="en-IN"/>
          </a:p>
        </p:txBody>
      </p:sp>
      <p:sp>
        <p:nvSpPr>
          <p:cNvPr id="49" name="Text Placeholder 48">
            <a:extLst>
              <a:ext uri="{FF2B5EF4-FFF2-40B4-BE49-F238E27FC236}">
                <a16:creationId xmlns:a16="http://schemas.microsoft.com/office/drawing/2014/main" id="{F3326ED7-A903-6A67-0638-B7FF90EB0914}"/>
              </a:ext>
            </a:extLst>
          </p:cNvPr>
          <p:cNvSpPr>
            <a:spLocks noGrp="1"/>
          </p:cNvSpPr>
          <p:nvPr>
            <p:ph type="body" sz="quarter" idx="12" hasCustomPrompt="1"/>
          </p:nvPr>
        </p:nvSpPr>
        <p:spPr>
          <a:xfrm>
            <a:off x="2792413" y="4614203"/>
            <a:ext cx="3376612" cy="792162"/>
          </a:xfrm>
          <a:solidFill>
            <a:schemeClr val="tx2"/>
          </a:solidFill>
        </p:spPr>
        <p:txBody>
          <a:bodyPr lIns="182880" rIns="182880" anchor="ctr"/>
          <a:lstStyle>
            <a:lvl1pPr marL="0" indent="0" algn="r">
              <a:buNone/>
              <a:defRPr b="1">
                <a:solidFill>
                  <a:schemeClr val="bg1"/>
                </a:solidFill>
                <a:latin typeface="Barlow ExtraBold" panose="00000900000000000000" pitchFamily="2" charset="0"/>
                <a:ea typeface="Open Sans" pitchFamily="2" charset="0"/>
                <a:cs typeface="Open Sans" pitchFamily="2" charset="0"/>
              </a:defRPr>
            </a:lvl1pPr>
          </a:lstStyle>
          <a:p>
            <a:pPr lvl="0"/>
            <a:r>
              <a:rPr lang="en-US"/>
              <a:t>Insert Text</a:t>
            </a:r>
            <a:endParaRPr lang="en-IN"/>
          </a:p>
        </p:txBody>
      </p:sp>
      <p:pic>
        <p:nvPicPr>
          <p:cNvPr id="12" name="Picture 11">
            <a:extLst>
              <a:ext uri="{FF2B5EF4-FFF2-40B4-BE49-F238E27FC236}">
                <a16:creationId xmlns:a16="http://schemas.microsoft.com/office/drawing/2014/main" id="{41A03414-4F71-643D-9A35-F2220E3928A0}"/>
              </a:ext>
            </a:extLst>
          </p:cNvPr>
          <p:cNvPicPr>
            <a:picLocks noChangeAspect="1"/>
          </p:cNvPicPr>
          <p:nvPr userDrawn="1"/>
        </p:nvPicPr>
        <p:blipFill>
          <a:blip r:embed="rId2">
            <a:alphaModFix amt="49000"/>
            <a:extLst>
              <a:ext uri="{28A0092B-C50C-407E-A947-70E740481C1C}">
                <a14:useLocalDpi xmlns:a14="http://schemas.microsoft.com/office/drawing/2010/main"/>
              </a:ext>
            </a:extLst>
          </a:blip>
          <a:stretch>
            <a:fillRect/>
          </a:stretch>
        </p:blipFill>
        <p:spPr>
          <a:xfrm rot="1065417" flipH="1">
            <a:off x="4240470" y="-171291"/>
            <a:ext cx="1138782" cy="7518105"/>
          </a:xfrm>
          <a:prstGeom prst="rect">
            <a:avLst/>
          </a:prstGeom>
        </p:spPr>
      </p:pic>
      <p:sp>
        <p:nvSpPr>
          <p:cNvPr id="44" name="Picture Placeholder 42">
            <a:extLst>
              <a:ext uri="{FF2B5EF4-FFF2-40B4-BE49-F238E27FC236}">
                <a16:creationId xmlns:a16="http://schemas.microsoft.com/office/drawing/2014/main" id="{F86504EF-BFC7-9B0B-7F13-2DDC8689144D}"/>
              </a:ext>
            </a:extLst>
          </p:cNvPr>
          <p:cNvSpPr>
            <a:spLocks noGrp="1"/>
          </p:cNvSpPr>
          <p:nvPr>
            <p:ph type="pic" sz="quarter" idx="11"/>
          </p:nvPr>
        </p:nvSpPr>
        <p:spPr>
          <a:xfrm>
            <a:off x="0" y="0"/>
            <a:ext cx="5408613" cy="6866313"/>
          </a:xfrm>
          <a:custGeom>
            <a:avLst/>
            <a:gdLst>
              <a:gd name="connsiteX0" fmla="*/ 0 w 5408613"/>
              <a:gd name="connsiteY0" fmla="*/ 6858000 h 6858000"/>
              <a:gd name="connsiteX1" fmla="*/ 1352153 w 5408613"/>
              <a:gd name="connsiteY1" fmla="*/ 0 h 6858000"/>
              <a:gd name="connsiteX2" fmla="*/ 5408613 w 5408613"/>
              <a:gd name="connsiteY2" fmla="*/ 0 h 6858000"/>
              <a:gd name="connsiteX3" fmla="*/ 4056460 w 5408613"/>
              <a:gd name="connsiteY3" fmla="*/ 6858000 h 6858000"/>
              <a:gd name="connsiteX4" fmla="*/ 0 w 5408613"/>
              <a:gd name="connsiteY4" fmla="*/ 6858000 h 6858000"/>
              <a:gd name="connsiteX0" fmla="*/ 0 w 5408613"/>
              <a:gd name="connsiteY0" fmla="*/ 6858000 h 6858000"/>
              <a:gd name="connsiteX1" fmla="*/ 5491 w 5408613"/>
              <a:gd name="connsiteY1" fmla="*/ 0 h 6858000"/>
              <a:gd name="connsiteX2" fmla="*/ 5408613 w 5408613"/>
              <a:gd name="connsiteY2" fmla="*/ 0 h 6858000"/>
              <a:gd name="connsiteX3" fmla="*/ 4056460 w 5408613"/>
              <a:gd name="connsiteY3" fmla="*/ 6858000 h 6858000"/>
              <a:gd name="connsiteX4" fmla="*/ 0 w 5408613"/>
              <a:gd name="connsiteY4" fmla="*/ 6858000 h 6858000"/>
              <a:gd name="connsiteX0" fmla="*/ 0 w 5408613"/>
              <a:gd name="connsiteY0" fmla="*/ 6858000 h 6866313"/>
              <a:gd name="connsiteX1" fmla="*/ 5491 w 5408613"/>
              <a:gd name="connsiteY1" fmla="*/ 0 h 6866313"/>
              <a:gd name="connsiteX2" fmla="*/ 5408613 w 5408613"/>
              <a:gd name="connsiteY2" fmla="*/ 0 h 6866313"/>
              <a:gd name="connsiteX3" fmla="*/ 3216875 w 5408613"/>
              <a:gd name="connsiteY3" fmla="*/ 6866313 h 6866313"/>
              <a:gd name="connsiteX4" fmla="*/ 0 w 5408613"/>
              <a:gd name="connsiteY4" fmla="*/ 6858000 h 68663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8613" h="6866313">
                <a:moveTo>
                  <a:pt x="0" y="6858000"/>
                </a:moveTo>
                <a:cubicBezTo>
                  <a:pt x="1830" y="4572000"/>
                  <a:pt x="3661" y="2286000"/>
                  <a:pt x="5491" y="0"/>
                </a:cubicBezTo>
                <a:lnTo>
                  <a:pt x="5408613" y="0"/>
                </a:lnTo>
                <a:lnTo>
                  <a:pt x="3216875" y="6866313"/>
                </a:lnTo>
                <a:lnTo>
                  <a:pt x="0" y="6858000"/>
                </a:lnTo>
                <a:close/>
              </a:path>
            </a:pathLst>
          </a:custGeom>
          <a:effectLst>
            <a:outerShdw blurRad="50800" dist="38100" dir="2700000" algn="tl" rotWithShape="0">
              <a:prstClr val="black">
                <a:alpha val="40000"/>
              </a:prstClr>
            </a:outerShdw>
          </a:effectLst>
        </p:spPr>
        <p:txBody>
          <a:bodyPr/>
          <a:lstStyle/>
          <a:p>
            <a:endParaRPr lang="en-IN"/>
          </a:p>
        </p:txBody>
      </p:sp>
      <p:sp>
        <p:nvSpPr>
          <p:cNvPr id="54" name="Text Placeholder 37">
            <a:extLst>
              <a:ext uri="{FF2B5EF4-FFF2-40B4-BE49-F238E27FC236}">
                <a16:creationId xmlns:a16="http://schemas.microsoft.com/office/drawing/2014/main" id="{98976037-0E5F-034D-7CE2-A1BC24444D7C}"/>
              </a:ext>
            </a:extLst>
          </p:cNvPr>
          <p:cNvSpPr>
            <a:spLocks noGrp="1"/>
          </p:cNvSpPr>
          <p:nvPr>
            <p:ph type="body" sz="quarter" idx="21" hasCustomPrompt="1"/>
          </p:nvPr>
        </p:nvSpPr>
        <p:spPr>
          <a:xfrm>
            <a:off x="6816726" y="2229619"/>
            <a:ext cx="4702611" cy="284687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6" name="Text Placeholder 37">
            <a:extLst>
              <a:ext uri="{FF2B5EF4-FFF2-40B4-BE49-F238E27FC236}">
                <a16:creationId xmlns:a16="http://schemas.microsoft.com/office/drawing/2014/main" id="{D888971C-B70A-072E-DF4A-D269998AE2BA}"/>
              </a:ext>
            </a:extLst>
          </p:cNvPr>
          <p:cNvSpPr>
            <a:spLocks noGrp="1"/>
          </p:cNvSpPr>
          <p:nvPr>
            <p:ph type="body" sz="quarter" idx="20" hasCustomPrompt="1"/>
          </p:nvPr>
        </p:nvSpPr>
        <p:spPr>
          <a:xfrm>
            <a:off x="6816726" y="782055"/>
            <a:ext cx="4702611" cy="1334419"/>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Click to add text</a:t>
            </a:r>
            <a:endParaRPr lang="en-IN"/>
          </a:p>
        </p:txBody>
      </p:sp>
    </p:spTree>
    <p:extLst>
      <p:ext uri="{BB962C8B-B14F-4D97-AF65-F5344CB8AC3E}">
        <p14:creationId xmlns:p14="http://schemas.microsoft.com/office/powerpoint/2010/main" val="9474823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List">
    <p:spTree>
      <p:nvGrpSpPr>
        <p:cNvPr id="1" name=""/>
        <p:cNvGrpSpPr/>
        <p:nvPr/>
      </p:nvGrpSpPr>
      <p:grpSpPr>
        <a:xfrm>
          <a:off x="0" y="0"/>
          <a:ext cx="0" cy="0"/>
          <a:chOff x="0" y="0"/>
          <a:chExt cx="0" cy="0"/>
        </a:xfrm>
      </p:grpSpPr>
      <p:sp>
        <p:nvSpPr>
          <p:cNvPr id="9" name="Picture Placeholder 76">
            <a:extLst>
              <a:ext uri="{FF2B5EF4-FFF2-40B4-BE49-F238E27FC236}">
                <a16:creationId xmlns:a16="http://schemas.microsoft.com/office/drawing/2014/main" id="{00B0AF21-F1B5-6741-D232-B58803B006E0}"/>
              </a:ext>
            </a:extLst>
          </p:cNvPr>
          <p:cNvSpPr>
            <a:spLocks noGrp="1"/>
          </p:cNvSpPr>
          <p:nvPr>
            <p:ph type="pic" sz="quarter" idx="13"/>
          </p:nvPr>
        </p:nvSpPr>
        <p:spPr>
          <a:xfrm>
            <a:off x="0" y="0"/>
            <a:ext cx="6295968" cy="6489229"/>
          </a:xfrm>
          <a:custGeom>
            <a:avLst/>
            <a:gdLst>
              <a:gd name="connsiteX0" fmla="*/ 0 w 6245225"/>
              <a:gd name="connsiteY0" fmla="*/ 0 h 6469063"/>
              <a:gd name="connsiteX1" fmla="*/ 3122613 w 6245225"/>
              <a:gd name="connsiteY1" fmla="*/ 0 h 6469063"/>
              <a:gd name="connsiteX2" fmla="*/ 6245226 w 6245225"/>
              <a:gd name="connsiteY2" fmla="*/ 3234532 h 6469063"/>
              <a:gd name="connsiteX3" fmla="*/ 3122613 w 6245225"/>
              <a:gd name="connsiteY3" fmla="*/ 6469064 h 6469063"/>
              <a:gd name="connsiteX4" fmla="*/ 0 w 6245225"/>
              <a:gd name="connsiteY4" fmla="*/ 6469063 h 6469063"/>
              <a:gd name="connsiteX5" fmla="*/ 0 w 6245225"/>
              <a:gd name="connsiteY5" fmla="*/ 0 h 6469063"/>
              <a:gd name="connsiteX0" fmla="*/ 0 w 6391825"/>
              <a:gd name="connsiteY0" fmla="*/ 16933 h 6485997"/>
              <a:gd name="connsiteX1" fmla="*/ 4832880 w 6391825"/>
              <a:gd name="connsiteY1" fmla="*/ 0 h 6485997"/>
              <a:gd name="connsiteX2" fmla="*/ 6245226 w 6391825"/>
              <a:gd name="connsiteY2" fmla="*/ 3251465 h 6485997"/>
              <a:gd name="connsiteX3" fmla="*/ 3122613 w 6391825"/>
              <a:gd name="connsiteY3" fmla="*/ 6485997 h 6485997"/>
              <a:gd name="connsiteX4" fmla="*/ 0 w 6391825"/>
              <a:gd name="connsiteY4" fmla="*/ 6485996 h 6485997"/>
              <a:gd name="connsiteX5" fmla="*/ 0 w 6391825"/>
              <a:gd name="connsiteY5" fmla="*/ 16933 h 6485997"/>
              <a:gd name="connsiteX0" fmla="*/ 0 w 6424168"/>
              <a:gd name="connsiteY0" fmla="*/ 16933 h 6485997"/>
              <a:gd name="connsiteX1" fmla="*/ 4832880 w 6424168"/>
              <a:gd name="connsiteY1" fmla="*/ 0 h 6485997"/>
              <a:gd name="connsiteX2" fmla="*/ 6245226 w 6424168"/>
              <a:gd name="connsiteY2" fmla="*/ 3251465 h 6485997"/>
              <a:gd name="connsiteX3" fmla="*/ 2682346 w 6424168"/>
              <a:gd name="connsiteY3" fmla="*/ 6485997 h 6485997"/>
              <a:gd name="connsiteX4" fmla="*/ 0 w 6424168"/>
              <a:gd name="connsiteY4" fmla="*/ 6485996 h 6485997"/>
              <a:gd name="connsiteX5" fmla="*/ 0 w 6424168"/>
              <a:gd name="connsiteY5" fmla="*/ 16933 h 6485997"/>
              <a:gd name="connsiteX0" fmla="*/ 0 w 6169168"/>
              <a:gd name="connsiteY0" fmla="*/ 16933 h 6485997"/>
              <a:gd name="connsiteX1" fmla="*/ 4832880 w 6169168"/>
              <a:gd name="connsiteY1" fmla="*/ 0 h 6485997"/>
              <a:gd name="connsiteX2" fmla="*/ 5889626 w 6169168"/>
              <a:gd name="connsiteY2" fmla="*/ 4318265 h 6485997"/>
              <a:gd name="connsiteX3" fmla="*/ 2682346 w 6169168"/>
              <a:gd name="connsiteY3" fmla="*/ 6485997 h 6485997"/>
              <a:gd name="connsiteX4" fmla="*/ 0 w 6169168"/>
              <a:gd name="connsiteY4" fmla="*/ 6485996 h 6485997"/>
              <a:gd name="connsiteX5" fmla="*/ 0 w 6169168"/>
              <a:gd name="connsiteY5" fmla="*/ 16933 h 6485997"/>
              <a:gd name="connsiteX0" fmla="*/ 0 w 6132723"/>
              <a:gd name="connsiteY0" fmla="*/ 16933 h 6485997"/>
              <a:gd name="connsiteX1" fmla="*/ 4832880 w 6132723"/>
              <a:gd name="connsiteY1" fmla="*/ 0 h 6485997"/>
              <a:gd name="connsiteX2" fmla="*/ 5889626 w 6132723"/>
              <a:gd name="connsiteY2" fmla="*/ 4318265 h 6485997"/>
              <a:gd name="connsiteX3" fmla="*/ 2682346 w 6132723"/>
              <a:gd name="connsiteY3" fmla="*/ 6485997 h 6485997"/>
              <a:gd name="connsiteX4" fmla="*/ 0 w 6132723"/>
              <a:gd name="connsiteY4" fmla="*/ 6485996 h 6485997"/>
              <a:gd name="connsiteX5" fmla="*/ 0 w 6132723"/>
              <a:gd name="connsiteY5" fmla="*/ 16933 h 6485997"/>
              <a:gd name="connsiteX0" fmla="*/ 0 w 6321497"/>
              <a:gd name="connsiteY0" fmla="*/ 16933 h 6485997"/>
              <a:gd name="connsiteX1" fmla="*/ 4832880 w 6321497"/>
              <a:gd name="connsiteY1" fmla="*/ 0 h 6485997"/>
              <a:gd name="connsiteX2" fmla="*/ 6160559 w 6321497"/>
              <a:gd name="connsiteY2" fmla="*/ 4199732 h 6485997"/>
              <a:gd name="connsiteX3" fmla="*/ 2682346 w 6321497"/>
              <a:gd name="connsiteY3" fmla="*/ 6485997 h 6485997"/>
              <a:gd name="connsiteX4" fmla="*/ 0 w 6321497"/>
              <a:gd name="connsiteY4" fmla="*/ 6485996 h 6485997"/>
              <a:gd name="connsiteX5" fmla="*/ 0 w 6321497"/>
              <a:gd name="connsiteY5" fmla="*/ 16933 h 6485997"/>
              <a:gd name="connsiteX0" fmla="*/ 0 w 6374144"/>
              <a:gd name="connsiteY0" fmla="*/ 16933 h 6485997"/>
              <a:gd name="connsiteX1" fmla="*/ 4832880 w 6374144"/>
              <a:gd name="connsiteY1" fmla="*/ 0 h 6485997"/>
              <a:gd name="connsiteX2" fmla="*/ 6160559 w 6374144"/>
              <a:gd name="connsiteY2" fmla="*/ 4199732 h 6485997"/>
              <a:gd name="connsiteX3" fmla="*/ 2682346 w 6374144"/>
              <a:gd name="connsiteY3" fmla="*/ 6485997 h 6485997"/>
              <a:gd name="connsiteX4" fmla="*/ 0 w 6374144"/>
              <a:gd name="connsiteY4" fmla="*/ 6485996 h 6485997"/>
              <a:gd name="connsiteX5" fmla="*/ 0 w 6374144"/>
              <a:gd name="connsiteY5" fmla="*/ 16933 h 6485997"/>
              <a:gd name="connsiteX0" fmla="*/ 0 w 6374144"/>
              <a:gd name="connsiteY0" fmla="*/ 0 h 7569730"/>
              <a:gd name="connsiteX1" fmla="*/ 4832880 w 6374144"/>
              <a:gd name="connsiteY1" fmla="*/ 1083733 h 7569730"/>
              <a:gd name="connsiteX2" fmla="*/ 6160559 w 6374144"/>
              <a:gd name="connsiteY2" fmla="*/ 5283465 h 7569730"/>
              <a:gd name="connsiteX3" fmla="*/ 2682346 w 6374144"/>
              <a:gd name="connsiteY3" fmla="*/ 7569730 h 7569730"/>
              <a:gd name="connsiteX4" fmla="*/ 0 w 6374144"/>
              <a:gd name="connsiteY4" fmla="*/ 7569729 h 7569730"/>
              <a:gd name="connsiteX5" fmla="*/ 0 w 6374144"/>
              <a:gd name="connsiteY5" fmla="*/ 0 h 7569730"/>
              <a:gd name="connsiteX0" fmla="*/ 0 w 6297316"/>
              <a:gd name="connsiteY0" fmla="*/ 84667 h 7654397"/>
              <a:gd name="connsiteX1" fmla="*/ 4612747 w 6297316"/>
              <a:gd name="connsiteY1" fmla="*/ 0 h 7654397"/>
              <a:gd name="connsiteX2" fmla="*/ 6160559 w 6297316"/>
              <a:gd name="connsiteY2" fmla="*/ 5368132 h 7654397"/>
              <a:gd name="connsiteX3" fmla="*/ 2682346 w 6297316"/>
              <a:gd name="connsiteY3" fmla="*/ 7654397 h 7654397"/>
              <a:gd name="connsiteX4" fmla="*/ 0 w 6297316"/>
              <a:gd name="connsiteY4" fmla="*/ 7654396 h 7654397"/>
              <a:gd name="connsiteX5" fmla="*/ 0 w 6297316"/>
              <a:gd name="connsiteY5" fmla="*/ 84667 h 7654397"/>
              <a:gd name="connsiteX0" fmla="*/ 0 w 6326070"/>
              <a:gd name="connsiteY0" fmla="*/ 84667 h 7654397"/>
              <a:gd name="connsiteX1" fmla="*/ 4612747 w 6326070"/>
              <a:gd name="connsiteY1" fmla="*/ 0 h 7654397"/>
              <a:gd name="connsiteX2" fmla="*/ 6160559 w 6326070"/>
              <a:gd name="connsiteY2" fmla="*/ 5368132 h 7654397"/>
              <a:gd name="connsiteX3" fmla="*/ 2682346 w 6326070"/>
              <a:gd name="connsiteY3" fmla="*/ 7654397 h 7654397"/>
              <a:gd name="connsiteX4" fmla="*/ 0 w 6326070"/>
              <a:gd name="connsiteY4" fmla="*/ 7654396 h 7654397"/>
              <a:gd name="connsiteX5" fmla="*/ 0 w 6326070"/>
              <a:gd name="connsiteY5" fmla="*/ 84667 h 7654397"/>
              <a:gd name="connsiteX0" fmla="*/ 0 w 6444076"/>
              <a:gd name="connsiteY0" fmla="*/ 0 h 7569730"/>
              <a:gd name="connsiteX1" fmla="*/ 4951414 w 6444076"/>
              <a:gd name="connsiteY1" fmla="*/ 1117599 h 7569730"/>
              <a:gd name="connsiteX2" fmla="*/ 6160559 w 6444076"/>
              <a:gd name="connsiteY2" fmla="*/ 5283465 h 7569730"/>
              <a:gd name="connsiteX3" fmla="*/ 2682346 w 6444076"/>
              <a:gd name="connsiteY3" fmla="*/ 7569730 h 7569730"/>
              <a:gd name="connsiteX4" fmla="*/ 0 w 6444076"/>
              <a:gd name="connsiteY4" fmla="*/ 7569729 h 7569730"/>
              <a:gd name="connsiteX5" fmla="*/ 0 w 6444076"/>
              <a:gd name="connsiteY5" fmla="*/ 0 h 7569730"/>
              <a:gd name="connsiteX0" fmla="*/ 0 w 6444076"/>
              <a:gd name="connsiteY0" fmla="*/ 1 h 6452131"/>
              <a:gd name="connsiteX1" fmla="*/ 4951414 w 6444076"/>
              <a:gd name="connsiteY1" fmla="*/ 0 h 6452131"/>
              <a:gd name="connsiteX2" fmla="*/ 6160559 w 6444076"/>
              <a:gd name="connsiteY2" fmla="*/ 4165866 h 6452131"/>
              <a:gd name="connsiteX3" fmla="*/ 2682346 w 6444076"/>
              <a:gd name="connsiteY3" fmla="*/ 6452131 h 6452131"/>
              <a:gd name="connsiteX4" fmla="*/ 0 w 6444076"/>
              <a:gd name="connsiteY4" fmla="*/ 6452130 h 6452131"/>
              <a:gd name="connsiteX5" fmla="*/ 0 w 6444076"/>
              <a:gd name="connsiteY5" fmla="*/ 1 h 6452131"/>
              <a:gd name="connsiteX0" fmla="*/ 0 w 6347339"/>
              <a:gd name="connsiteY0" fmla="*/ 1 h 6452131"/>
              <a:gd name="connsiteX1" fmla="*/ 4951414 w 6347339"/>
              <a:gd name="connsiteY1" fmla="*/ 0 h 6452131"/>
              <a:gd name="connsiteX2" fmla="*/ 6008159 w 6347339"/>
              <a:gd name="connsiteY2" fmla="*/ 4182799 h 6452131"/>
              <a:gd name="connsiteX3" fmla="*/ 2682346 w 6347339"/>
              <a:gd name="connsiteY3" fmla="*/ 6452131 h 6452131"/>
              <a:gd name="connsiteX4" fmla="*/ 0 w 6347339"/>
              <a:gd name="connsiteY4" fmla="*/ 6452130 h 6452131"/>
              <a:gd name="connsiteX5" fmla="*/ 0 w 6347339"/>
              <a:gd name="connsiteY5" fmla="*/ 1 h 6452131"/>
              <a:gd name="connsiteX0" fmla="*/ 0 w 6368712"/>
              <a:gd name="connsiteY0" fmla="*/ 1 h 6452131"/>
              <a:gd name="connsiteX1" fmla="*/ 4951414 w 6368712"/>
              <a:gd name="connsiteY1" fmla="*/ 0 h 6452131"/>
              <a:gd name="connsiteX2" fmla="*/ 6008159 w 6368712"/>
              <a:gd name="connsiteY2" fmla="*/ 4182799 h 6452131"/>
              <a:gd name="connsiteX3" fmla="*/ 2682346 w 6368712"/>
              <a:gd name="connsiteY3" fmla="*/ 6452131 h 6452131"/>
              <a:gd name="connsiteX4" fmla="*/ 0 w 6368712"/>
              <a:gd name="connsiteY4" fmla="*/ 6452130 h 6452131"/>
              <a:gd name="connsiteX5" fmla="*/ 0 w 6368712"/>
              <a:gd name="connsiteY5" fmla="*/ 1 h 6452131"/>
              <a:gd name="connsiteX0" fmla="*/ 0 w 6290901"/>
              <a:gd name="connsiteY0" fmla="*/ 1 h 6452131"/>
              <a:gd name="connsiteX1" fmla="*/ 4951414 w 6290901"/>
              <a:gd name="connsiteY1" fmla="*/ 0 h 6452131"/>
              <a:gd name="connsiteX2" fmla="*/ 6008159 w 6290901"/>
              <a:gd name="connsiteY2" fmla="*/ 4182799 h 6452131"/>
              <a:gd name="connsiteX3" fmla="*/ 2682346 w 6290901"/>
              <a:gd name="connsiteY3" fmla="*/ 6452131 h 6452131"/>
              <a:gd name="connsiteX4" fmla="*/ 0 w 6290901"/>
              <a:gd name="connsiteY4" fmla="*/ 6452130 h 6452131"/>
              <a:gd name="connsiteX5" fmla="*/ 0 w 6290901"/>
              <a:gd name="connsiteY5" fmla="*/ 1 h 6452131"/>
              <a:gd name="connsiteX0" fmla="*/ 0 w 6243018"/>
              <a:gd name="connsiteY0" fmla="*/ 1 h 6452131"/>
              <a:gd name="connsiteX1" fmla="*/ 4951414 w 6243018"/>
              <a:gd name="connsiteY1" fmla="*/ 0 h 6452131"/>
              <a:gd name="connsiteX2" fmla="*/ 6008159 w 6243018"/>
              <a:gd name="connsiteY2" fmla="*/ 4182799 h 6452131"/>
              <a:gd name="connsiteX3" fmla="*/ 2682346 w 6243018"/>
              <a:gd name="connsiteY3" fmla="*/ 6452131 h 6452131"/>
              <a:gd name="connsiteX4" fmla="*/ 0 w 6243018"/>
              <a:gd name="connsiteY4" fmla="*/ 6452130 h 6452131"/>
              <a:gd name="connsiteX5" fmla="*/ 0 w 6243018"/>
              <a:gd name="connsiteY5" fmla="*/ 1 h 6452131"/>
              <a:gd name="connsiteX0" fmla="*/ 0 w 6275519"/>
              <a:gd name="connsiteY0" fmla="*/ 1 h 6452131"/>
              <a:gd name="connsiteX1" fmla="*/ 4951414 w 6275519"/>
              <a:gd name="connsiteY1" fmla="*/ 0 h 6452131"/>
              <a:gd name="connsiteX2" fmla="*/ 6058959 w 6275519"/>
              <a:gd name="connsiteY2" fmla="*/ 4115066 h 6452131"/>
              <a:gd name="connsiteX3" fmla="*/ 2682346 w 6275519"/>
              <a:gd name="connsiteY3" fmla="*/ 6452131 h 6452131"/>
              <a:gd name="connsiteX4" fmla="*/ 0 w 6275519"/>
              <a:gd name="connsiteY4" fmla="*/ 6452130 h 6452131"/>
              <a:gd name="connsiteX5" fmla="*/ 0 w 6275519"/>
              <a:gd name="connsiteY5" fmla="*/ 1 h 6452131"/>
              <a:gd name="connsiteX0" fmla="*/ 0 w 6312252"/>
              <a:gd name="connsiteY0" fmla="*/ 1 h 6452131"/>
              <a:gd name="connsiteX1" fmla="*/ 4951414 w 6312252"/>
              <a:gd name="connsiteY1" fmla="*/ 0 h 6452131"/>
              <a:gd name="connsiteX2" fmla="*/ 6058959 w 6312252"/>
              <a:gd name="connsiteY2" fmla="*/ 4115066 h 6452131"/>
              <a:gd name="connsiteX3" fmla="*/ 2682346 w 6312252"/>
              <a:gd name="connsiteY3" fmla="*/ 6452131 h 6452131"/>
              <a:gd name="connsiteX4" fmla="*/ 0 w 6312252"/>
              <a:gd name="connsiteY4" fmla="*/ 6452130 h 6452131"/>
              <a:gd name="connsiteX5" fmla="*/ 0 w 6312252"/>
              <a:gd name="connsiteY5" fmla="*/ 1 h 6452131"/>
              <a:gd name="connsiteX0" fmla="*/ 0 w 6236971"/>
              <a:gd name="connsiteY0" fmla="*/ 1 h 6452131"/>
              <a:gd name="connsiteX1" fmla="*/ 4951414 w 6236971"/>
              <a:gd name="connsiteY1" fmla="*/ 0 h 6452131"/>
              <a:gd name="connsiteX2" fmla="*/ 5940426 w 6236971"/>
              <a:gd name="connsiteY2" fmla="*/ 4250532 h 6452131"/>
              <a:gd name="connsiteX3" fmla="*/ 2682346 w 6236971"/>
              <a:gd name="connsiteY3" fmla="*/ 6452131 h 6452131"/>
              <a:gd name="connsiteX4" fmla="*/ 0 w 6236971"/>
              <a:gd name="connsiteY4" fmla="*/ 6452130 h 6452131"/>
              <a:gd name="connsiteX5" fmla="*/ 0 w 6236971"/>
              <a:gd name="connsiteY5" fmla="*/ 1 h 6452131"/>
              <a:gd name="connsiteX0" fmla="*/ 0 w 6229846"/>
              <a:gd name="connsiteY0" fmla="*/ 1 h 6452131"/>
              <a:gd name="connsiteX1" fmla="*/ 4951414 w 6229846"/>
              <a:gd name="connsiteY1" fmla="*/ 0 h 6452131"/>
              <a:gd name="connsiteX2" fmla="*/ 5940426 w 6229846"/>
              <a:gd name="connsiteY2" fmla="*/ 4250532 h 6452131"/>
              <a:gd name="connsiteX3" fmla="*/ 2682346 w 6229846"/>
              <a:gd name="connsiteY3" fmla="*/ 6452131 h 6452131"/>
              <a:gd name="connsiteX4" fmla="*/ 0 w 6229846"/>
              <a:gd name="connsiteY4" fmla="*/ 6452130 h 6452131"/>
              <a:gd name="connsiteX5" fmla="*/ 0 w 6229846"/>
              <a:gd name="connsiteY5" fmla="*/ 1 h 6452131"/>
              <a:gd name="connsiteX0" fmla="*/ 0 w 6208551"/>
              <a:gd name="connsiteY0" fmla="*/ 1 h 6452131"/>
              <a:gd name="connsiteX1" fmla="*/ 4951414 w 6208551"/>
              <a:gd name="connsiteY1" fmla="*/ 0 h 6452131"/>
              <a:gd name="connsiteX2" fmla="*/ 5940426 w 6208551"/>
              <a:gd name="connsiteY2" fmla="*/ 4250532 h 6452131"/>
              <a:gd name="connsiteX3" fmla="*/ 2682346 w 6208551"/>
              <a:gd name="connsiteY3" fmla="*/ 6452131 h 6452131"/>
              <a:gd name="connsiteX4" fmla="*/ 0 w 6208551"/>
              <a:gd name="connsiteY4" fmla="*/ 6452130 h 6452131"/>
              <a:gd name="connsiteX5" fmla="*/ 0 w 6208551"/>
              <a:gd name="connsiteY5" fmla="*/ 1 h 6452131"/>
              <a:gd name="connsiteX0" fmla="*/ 0 w 6213966"/>
              <a:gd name="connsiteY0" fmla="*/ 1 h 6452131"/>
              <a:gd name="connsiteX1" fmla="*/ 4951414 w 6213966"/>
              <a:gd name="connsiteY1" fmla="*/ 0 h 6452131"/>
              <a:gd name="connsiteX2" fmla="*/ 5940426 w 6213966"/>
              <a:gd name="connsiteY2" fmla="*/ 4250532 h 6452131"/>
              <a:gd name="connsiteX3" fmla="*/ 2682346 w 6213966"/>
              <a:gd name="connsiteY3" fmla="*/ 6452131 h 6452131"/>
              <a:gd name="connsiteX4" fmla="*/ 0 w 6213966"/>
              <a:gd name="connsiteY4" fmla="*/ 6452130 h 6452131"/>
              <a:gd name="connsiteX5" fmla="*/ 0 w 6213966"/>
              <a:gd name="connsiteY5" fmla="*/ 1 h 6452131"/>
              <a:gd name="connsiteX0" fmla="*/ 0 w 6321194"/>
              <a:gd name="connsiteY0" fmla="*/ 1 h 6452131"/>
              <a:gd name="connsiteX1" fmla="*/ 4951414 w 6321194"/>
              <a:gd name="connsiteY1" fmla="*/ 0 h 6452131"/>
              <a:gd name="connsiteX2" fmla="*/ 6109759 w 6321194"/>
              <a:gd name="connsiteY2" fmla="*/ 4098132 h 6452131"/>
              <a:gd name="connsiteX3" fmla="*/ 2682346 w 6321194"/>
              <a:gd name="connsiteY3" fmla="*/ 6452131 h 6452131"/>
              <a:gd name="connsiteX4" fmla="*/ 0 w 6321194"/>
              <a:gd name="connsiteY4" fmla="*/ 6452130 h 6452131"/>
              <a:gd name="connsiteX5" fmla="*/ 0 w 6321194"/>
              <a:gd name="connsiteY5" fmla="*/ 1 h 6452131"/>
              <a:gd name="connsiteX0" fmla="*/ 0 w 6266005"/>
              <a:gd name="connsiteY0" fmla="*/ 1 h 6452131"/>
              <a:gd name="connsiteX1" fmla="*/ 4951414 w 6266005"/>
              <a:gd name="connsiteY1" fmla="*/ 0 h 6452131"/>
              <a:gd name="connsiteX2" fmla="*/ 6025092 w 6266005"/>
              <a:gd name="connsiteY2" fmla="*/ 4216665 h 6452131"/>
              <a:gd name="connsiteX3" fmla="*/ 2682346 w 6266005"/>
              <a:gd name="connsiteY3" fmla="*/ 6452131 h 6452131"/>
              <a:gd name="connsiteX4" fmla="*/ 0 w 6266005"/>
              <a:gd name="connsiteY4" fmla="*/ 6452130 h 6452131"/>
              <a:gd name="connsiteX5" fmla="*/ 0 w 6266005"/>
              <a:gd name="connsiteY5" fmla="*/ 1 h 6452131"/>
              <a:gd name="connsiteX0" fmla="*/ 0 w 6266005"/>
              <a:gd name="connsiteY0" fmla="*/ 0 h 6472450"/>
              <a:gd name="connsiteX1" fmla="*/ 4951414 w 6266005"/>
              <a:gd name="connsiteY1" fmla="*/ 20319 h 6472450"/>
              <a:gd name="connsiteX2" fmla="*/ 6025092 w 6266005"/>
              <a:gd name="connsiteY2" fmla="*/ 4236984 h 6472450"/>
              <a:gd name="connsiteX3" fmla="*/ 2682346 w 6266005"/>
              <a:gd name="connsiteY3" fmla="*/ 6472450 h 6472450"/>
              <a:gd name="connsiteX4" fmla="*/ 0 w 6266005"/>
              <a:gd name="connsiteY4" fmla="*/ 6472449 h 6472450"/>
              <a:gd name="connsiteX5" fmla="*/ 0 w 6266005"/>
              <a:gd name="connsiteY5" fmla="*/ 0 h 6472450"/>
              <a:gd name="connsiteX0" fmla="*/ 0 w 6321305"/>
              <a:gd name="connsiteY0" fmla="*/ 10161 h 6482611"/>
              <a:gd name="connsiteX1" fmla="*/ 4961574 w 6321305"/>
              <a:gd name="connsiteY1" fmla="*/ 0 h 6482611"/>
              <a:gd name="connsiteX2" fmla="*/ 6025092 w 6321305"/>
              <a:gd name="connsiteY2" fmla="*/ 4247145 h 6482611"/>
              <a:gd name="connsiteX3" fmla="*/ 2682346 w 6321305"/>
              <a:gd name="connsiteY3" fmla="*/ 6482611 h 6482611"/>
              <a:gd name="connsiteX4" fmla="*/ 0 w 6321305"/>
              <a:gd name="connsiteY4" fmla="*/ 6482610 h 6482611"/>
              <a:gd name="connsiteX5" fmla="*/ 0 w 6321305"/>
              <a:gd name="connsiteY5" fmla="*/ 10161 h 6482611"/>
              <a:gd name="connsiteX0" fmla="*/ 0 w 6281673"/>
              <a:gd name="connsiteY0" fmla="*/ 10161 h 6482611"/>
              <a:gd name="connsiteX1" fmla="*/ 4961574 w 6281673"/>
              <a:gd name="connsiteY1" fmla="*/ 0 h 6482611"/>
              <a:gd name="connsiteX2" fmla="*/ 6025092 w 6281673"/>
              <a:gd name="connsiteY2" fmla="*/ 4247145 h 6482611"/>
              <a:gd name="connsiteX3" fmla="*/ 2682346 w 6281673"/>
              <a:gd name="connsiteY3" fmla="*/ 6482611 h 6482611"/>
              <a:gd name="connsiteX4" fmla="*/ 0 w 6281673"/>
              <a:gd name="connsiteY4" fmla="*/ 6482610 h 6482611"/>
              <a:gd name="connsiteX5" fmla="*/ 0 w 6281673"/>
              <a:gd name="connsiteY5" fmla="*/ 10161 h 6482611"/>
              <a:gd name="connsiteX0" fmla="*/ 0 w 6263095"/>
              <a:gd name="connsiteY0" fmla="*/ 10161 h 6482610"/>
              <a:gd name="connsiteX1" fmla="*/ 4961574 w 6263095"/>
              <a:gd name="connsiteY1" fmla="*/ 0 h 6482610"/>
              <a:gd name="connsiteX2" fmla="*/ 6025092 w 6263095"/>
              <a:gd name="connsiteY2" fmla="*/ 4247145 h 6482610"/>
              <a:gd name="connsiteX3" fmla="*/ 2936346 w 6263095"/>
              <a:gd name="connsiteY3" fmla="*/ 6472451 h 6482610"/>
              <a:gd name="connsiteX4" fmla="*/ 0 w 6263095"/>
              <a:gd name="connsiteY4" fmla="*/ 6482610 h 6482610"/>
              <a:gd name="connsiteX5" fmla="*/ 0 w 6263095"/>
              <a:gd name="connsiteY5" fmla="*/ 10161 h 6482610"/>
              <a:gd name="connsiteX0" fmla="*/ 0 w 6263095"/>
              <a:gd name="connsiteY0" fmla="*/ 10161 h 6482610"/>
              <a:gd name="connsiteX1" fmla="*/ 4961574 w 6263095"/>
              <a:gd name="connsiteY1" fmla="*/ 0 h 6482610"/>
              <a:gd name="connsiteX2" fmla="*/ 6025092 w 6263095"/>
              <a:gd name="connsiteY2" fmla="*/ 4247145 h 6482610"/>
              <a:gd name="connsiteX3" fmla="*/ 2936346 w 6263095"/>
              <a:gd name="connsiteY3" fmla="*/ 6472451 h 6482610"/>
              <a:gd name="connsiteX4" fmla="*/ 0 w 6263095"/>
              <a:gd name="connsiteY4" fmla="*/ 6482610 h 6482610"/>
              <a:gd name="connsiteX5" fmla="*/ 0 w 6263095"/>
              <a:gd name="connsiteY5" fmla="*/ 10161 h 6482610"/>
              <a:gd name="connsiteX0" fmla="*/ 0 w 6289855"/>
              <a:gd name="connsiteY0" fmla="*/ 10161 h 6482610"/>
              <a:gd name="connsiteX1" fmla="*/ 4961574 w 6289855"/>
              <a:gd name="connsiteY1" fmla="*/ 0 h 6482610"/>
              <a:gd name="connsiteX2" fmla="*/ 6025092 w 6289855"/>
              <a:gd name="connsiteY2" fmla="*/ 4247145 h 6482610"/>
              <a:gd name="connsiteX3" fmla="*/ 2936346 w 6289855"/>
              <a:gd name="connsiteY3" fmla="*/ 6472451 h 6482610"/>
              <a:gd name="connsiteX4" fmla="*/ 0 w 6289855"/>
              <a:gd name="connsiteY4" fmla="*/ 6482610 h 6482610"/>
              <a:gd name="connsiteX5" fmla="*/ 0 w 6289855"/>
              <a:gd name="connsiteY5" fmla="*/ 10161 h 6482610"/>
              <a:gd name="connsiteX0" fmla="*/ 0 w 6276060"/>
              <a:gd name="connsiteY0" fmla="*/ 10161 h 6482610"/>
              <a:gd name="connsiteX1" fmla="*/ 4961574 w 6276060"/>
              <a:gd name="connsiteY1" fmla="*/ 0 h 6482610"/>
              <a:gd name="connsiteX2" fmla="*/ 6004772 w 6276060"/>
              <a:gd name="connsiteY2" fmla="*/ 4206505 h 6482610"/>
              <a:gd name="connsiteX3" fmla="*/ 2936346 w 6276060"/>
              <a:gd name="connsiteY3" fmla="*/ 6472451 h 6482610"/>
              <a:gd name="connsiteX4" fmla="*/ 0 w 6276060"/>
              <a:gd name="connsiteY4" fmla="*/ 6482610 h 6482610"/>
              <a:gd name="connsiteX5" fmla="*/ 0 w 6276060"/>
              <a:gd name="connsiteY5" fmla="*/ 10161 h 6482610"/>
              <a:gd name="connsiteX0" fmla="*/ 0 w 6303818"/>
              <a:gd name="connsiteY0" fmla="*/ 10161 h 6482610"/>
              <a:gd name="connsiteX1" fmla="*/ 4961574 w 6303818"/>
              <a:gd name="connsiteY1" fmla="*/ 0 h 6482610"/>
              <a:gd name="connsiteX2" fmla="*/ 6045412 w 6303818"/>
              <a:gd name="connsiteY2" fmla="*/ 4216665 h 6482610"/>
              <a:gd name="connsiteX3" fmla="*/ 2936346 w 6303818"/>
              <a:gd name="connsiteY3" fmla="*/ 6472451 h 6482610"/>
              <a:gd name="connsiteX4" fmla="*/ 0 w 6303818"/>
              <a:gd name="connsiteY4" fmla="*/ 6482610 h 6482610"/>
              <a:gd name="connsiteX5" fmla="*/ 0 w 6303818"/>
              <a:gd name="connsiteY5" fmla="*/ 10161 h 6482610"/>
              <a:gd name="connsiteX0" fmla="*/ 0 w 6317252"/>
              <a:gd name="connsiteY0" fmla="*/ 10161 h 6482610"/>
              <a:gd name="connsiteX1" fmla="*/ 4961574 w 6317252"/>
              <a:gd name="connsiteY1" fmla="*/ 0 h 6482610"/>
              <a:gd name="connsiteX2" fmla="*/ 6045412 w 6317252"/>
              <a:gd name="connsiteY2" fmla="*/ 4216665 h 6482610"/>
              <a:gd name="connsiteX3" fmla="*/ 2936346 w 6317252"/>
              <a:gd name="connsiteY3" fmla="*/ 6472451 h 6482610"/>
              <a:gd name="connsiteX4" fmla="*/ 0 w 6317252"/>
              <a:gd name="connsiteY4" fmla="*/ 6482610 h 6482610"/>
              <a:gd name="connsiteX5" fmla="*/ 0 w 6317252"/>
              <a:gd name="connsiteY5" fmla="*/ 10161 h 6482610"/>
              <a:gd name="connsiteX0" fmla="*/ 0 w 6303818"/>
              <a:gd name="connsiteY0" fmla="*/ 10161 h 6482610"/>
              <a:gd name="connsiteX1" fmla="*/ 4961574 w 6303818"/>
              <a:gd name="connsiteY1" fmla="*/ 0 h 6482610"/>
              <a:gd name="connsiteX2" fmla="*/ 6045412 w 6303818"/>
              <a:gd name="connsiteY2" fmla="*/ 4216665 h 6482610"/>
              <a:gd name="connsiteX3" fmla="*/ 2936346 w 6303818"/>
              <a:gd name="connsiteY3" fmla="*/ 6472451 h 6482610"/>
              <a:gd name="connsiteX4" fmla="*/ 0 w 6303818"/>
              <a:gd name="connsiteY4" fmla="*/ 6482610 h 6482610"/>
              <a:gd name="connsiteX5" fmla="*/ 0 w 6303818"/>
              <a:gd name="connsiteY5" fmla="*/ 10161 h 6482610"/>
              <a:gd name="connsiteX0" fmla="*/ 0 w 6317252"/>
              <a:gd name="connsiteY0" fmla="*/ 10161 h 6482610"/>
              <a:gd name="connsiteX1" fmla="*/ 4961574 w 6317252"/>
              <a:gd name="connsiteY1" fmla="*/ 0 h 6482610"/>
              <a:gd name="connsiteX2" fmla="*/ 6045412 w 6317252"/>
              <a:gd name="connsiteY2" fmla="*/ 4216665 h 6482610"/>
              <a:gd name="connsiteX3" fmla="*/ 2936346 w 6317252"/>
              <a:gd name="connsiteY3" fmla="*/ 6472451 h 6482610"/>
              <a:gd name="connsiteX4" fmla="*/ 0 w 6317252"/>
              <a:gd name="connsiteY4" fmla="*/ 6482610 h 6482610"/>
              <a:gd name="connsiteX5" fmla="*/ 0 w 6317252"/>
              <a:gd name="connsiteY5" fmla="*/ 10161 h 6482610"/>
              <a:gd name="connsiteX0" fmla="*/ 0 w 6299936"/>
              <a:gd name="connsiteY0" fmla="*/ 10161 h 6482610"/>
              <a:gd name="connsiteX1" fmla="*/ 4961574 w 6299936"/>
              <a:gd name="connsiteY1" fmla="*/ 0 h 6482610"/>
              <a:gd name="connsiteX2" fmla="*/ 6020245 w 6299936"/>
              <a:gd name="connsiteY2" fmla="*/ 4216665 h 6482610"/>
              <a:gd name="connsiteX3" fmla="*/ 2936346 w 6299936"/>
              <a:gd name="connsiteY3" fmla="*/ 6472451 h 6482610"/>
              <a:gd name="connsiteX4" fmla="*/ 0 w 6299936"/>
              <a:gd name="connsiteY4" fmla="*/ 6482610 h 6482610"/>
              <a:gd name="connsiteX5" fmla="*/ 0 w 6299936"/>
              <a:gd name="connsiteY5" fmla="*/ 10161 h 6482610"/>
              <a:gd name="connsiteX0" fmla="*/ 0 w 6267165"/>
              <a:gd name="connsiteY0" fmla="*/ 10161 h 6489229"/>
              <a:gd name="connsiteX1" fmla="*/ 4961574 w 6267165"/>
              <a:gd name="connsiteY1" fmla="*/ 0 h 6489229"/>
              <a:gd name="connsiteX2" fmla="*/ 6020245 w 6267165"/>
              <a:gd name="connsiteY2" fmla="*/ 4216665 h 6489229"/>
              <a:gd name="connsiteX3" fmla="*/ 2835678 w 6267165"/>
              <a:gd name="connsiteY3" fmla="*/ 6489229 h 6489229"/>
              <a:gd name="connsiteX4" fmla="*/ 0 w 6267165"/>
              <a:gd name="connsiteY4" fmla="*/ 6482610 h 6489229"/>
              <a:gd name="connsiteX5" fmla="*/ 0 w 6267165"/>
              <a:gd name="connsiteY5" fmla="*/ 10161 h 6489229"/>
              <a:gd name="connsiteX0" fmla="*/ 0 w 6295968"/>
              <a:gd name="connsiteY0" fmla="*/ 10161 h 6489229"/>
              <a:gd name="connsiteX1" fmla="*/ 4961574 w 6295968"/>
              <a:gd name="connsiteY1" fmla="*/ 0 h 6489229"/>
              <a:gd name="connsiteX2" fmla="*/ 6062190 w 6295968"/>
              <a:gd name="connsiteY2" fmla="*/ 4107608 h 6489229"/>
              <a:gd name="connsiteX3" fmla="*/ 2835678 w 6295968"/>
              <a:gd name="connsiteY3" fmla="*/ 6489229 h 6489229"/>
              <a:gd name="connsiteX4" fmla="*/ 0 w 6295968"/>
              <a:gd name="connsiteY4" fmla="*/ 6482610 h 6489229"/>
              <a:gd name="connsiteX5" fmla="*/ 0 w 6295968"/>
              <a:gd name="connsiteY5" fmla="*/ 10161 h 6489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95968" h="6489229">
                <a:moveTo>
                  <a:pt x="0" y="10161"/>
                </a:moveTo>
                <a:lnTo>
                  <a:pt x="4961574" y="0"/>
                </a:lnTo>
                <a:cubicBezTo>
                  <a:pt x="6577772" y="1459654"/>
                  <a:pt x="6416506" y="3026070"/>
                  <a:pt x="6062190" y="4107608"/>
                </a:cubicBezTo>
                <a:cubicBezTo>
                  <a:pt x="5707874" y="5189146"/>
                  <a:pt x="4550090" y="6306349"/>
                  <a:pt x="2835678" y="6489229"/>
                </a:cubicBezTo>
                <a:lnTo>
                  <a:pt x="0" y="6482610"/>
                </a:lnTo>
                <a:lnTo>
                  <a:pt x="0" y="10161"/>
                </a:lnTo>
                <a:close/>
              </a:path>
            </a:pathLst>
          </a:custGeom>
        </p:spPr>
        <p:txBody>
          <a:bodyPr/>
          <a:lstStyle/>
          <a:p>
            <a:endParaRPr lang="en-IN"/>
          </a:p>
        </p:txBody>
      </p:sp>
      <p:sp>
        <p:nvSpPr>
          <p:cNvPr id="6" name="Title 1">
            <a:extLst>
              <a:ext uri="{FF2B5EF4-FFF2-40B4-BE49-F238E27FC236}">
                <a16:creationId xmlns:a16="http://schemas.microsoft.com/office/drawing/2014/main" id="{7B6A8123-506A-0865-AB94-A2207641AC8C}"/>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7" name="Rectangle 6">
            <a:extLst>
              <a:ext uri="{FF2B5EF4-FFF2-40B4-BE49-F238E27FC236}">
                <a16:creationId xmlns:a16="http://schemas.microsoft.com/office/drawing/2014/main" id="{D60AFFB5-3AED-8612-37BC-EAB3C6E0800F}"/>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4BBCE8C8-8FF1-ABEF-884F-7F80F4D743E4}"/>
              </a:ext>
            </a:extLst>
          </p:cNvPr>
          <p:cNvSpPr/>
          <p:nvPr userDrawn="1"/>
        </p:nvSpPr>
        <p:spPr>
          <a:xfrm>
            <a:off x="2133600" y="1548789"/>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3279B870-F6B4-628E-51FC-C98DD95C444D}"/>
              </a:ext>
            </a:extLst>
          </p:cNvPr>
          <p:cNvSpPr/>
          <p:nvPr userDrawn="1"/>
        </p:nvSpPr>
        <p:spPr>
          <a:xfrm>
            <a:off x="2133600" y="2496552"/>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4F6F51E1-0D27-5751-5AE0-EEA5852C34FE}"/>
              </a:ext>
            </a:extLst>
          </p:cNvPr>
          <p:cNvSpPr/>
          <p:nvPr userDrawn="1"/>
        </p:nvSpPr>
        <p:spPr>
          <a:xfrm>
            <a:off x="2133600" y="3444315"/>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922D180F-CDD9-9E6F-F4DC-1D36559C7FE7}"/>
              </a:ext>
            </a:extLst>
          </p:cNvPr>
          <p:cNvSpPr/>
          <p:nvPr userDrawn="1"/>
        </p:nvSpPr>
        <p:spPr>
          <a:xfrm>
            <a:off x="2133600" y="4392077"/>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B78E1E1B-6B22-2275-1DEC-E2497CE4C981}"/>
              </a:ext>
            </a:extLst>
          </p:cNvPr>
          <p:cNvSpPr/>
          <p:nvPr userDrawn="1"/>
        </p:nvSpPr>
        <p:spPr>
          <a:xfrm>
            <a:off x="2133600" y="5360440"/>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Content Placeholder 50">
            <a:extLst>
              <a:ext uri="{FF2B5EF4-FFF2-40B4-BE49-F238E27FC236}">
                <a16:creationId xmlns:a16="http://schemas.microsoft.com/office/drawing/2014/main" id="{FDCAE5CE-F9E8-D464-306C-C73CA8A9B1B5}"/>
              </a:ext>
            </a:extLst>
          </p:cNvPr>
          <p:cNvSpPr>
            <a:spLocks noGrp="1"/>
          </p:cNvSpPr>
          <p:nvPr>
            <p:ph sz="quarter" idx="14" hasCustomPrompt="1"/>
          </p:nvPr>
        </p:nvSpPr>
        <p:spPr>
          <a:xfrm>
            <a:off x="4536599" y="1480628"/>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a:t>01</a:t>
            </a:r>
            <a:endParaRPr lang="en-IN"/>
          </a:p>
        </p:txBody>
      </p:sp>
      <p:sp>
        <p:nvSpPr>
          <p:cNvPr id="79" name="Content Placeholder 50">
            <a:extLst>
              <a:ext uri="{FF2B5EF4-FFF2-40B4-BE49-F238E27FC236}">
                <a16:creationId xmlns:a16="http://schemas.microsoft.com/office/drawing/2014/main" id="{A97061D2-4941-91EE-E837-F1043807B992}"/>
              </a:ext>
            </a:extLst>
          </p:cNvPr>
          <p:cNvSpPr>
            <a:spLocks noGrp="1"/>
          </p:cNvSpPr>
          <p:nvPr>
            <p:ph sz="quarter" idx="15" hasCustomPrompt="1"/>
          </p:nvPr>
        </p:nvSpPr>
        <p:spPr>
          <a:xfrm>
            <a:off x="4544561" y="2428670"/>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a:t>02</a:t>
            </a:r>
            <a:endParaRPr lang="en-IN"/>
          </a:p>
        </p:txBody>
      </p:sp>
      <p:sp>
        <p:nvSpPr>
          <p:cNvPr id="80" name="Content Placeholder 50">
            <a:extLst>
              <a:ext uri="{FF2B5EF4-FFF2-40B4-BE49-F238E27FC236}">
                <a16:creationId xmlns:a16="http://schemas.microsoft.com/office/drawing/2014/main" id="{32BFEA47-006D-C0B3-955B-EA46F126A4B5}"/>
              </a:ext>
            </a:extLst>
          </p:cNvPr>
          <p:cNvSpPr>
            <a:spLocks noGrp="1"/>
          </p:cNvSpPr>
          <p:nvPr>
            <p:ph sz="quarter" idx="16" hasCustomPrompt="1"/>
          </p:nvPr>
        </p:nvSpPr>
        <p:spPr>
          <a:xfrm>
            <a:off x="4511669" y="3378453"/>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a:t>03</a:t>
            </a:r>
            <a:endParaRPr lang="en-IN"/>
          </a:p>
        </p:txBody>
      </p:sp>
      <p:sp>
        <p:nvSpPr>
          <p:cNvPr id="81" name="Content Placeholder 50">
            <a:extLst>
              <a:ext uri="{FF2B5EF4-FFF2-40B4-BE49-F238E27FC236}">
                <a16:creationId xmlns:a16="http://schemas.microsoft.com/office/drawing/2014/main" id="{FEE7EDF9-F39F-9CE3-B606-01ED62D0220C}"/>
              </a:ext>
            </a:extLst>
          </p:cNvPr>
          <p:cNvSpPr>
            <a:spLocks noGrp="1"/>
          </p:cNvSpPr>
          <p:nvPr>
            <p:ph sz="quarter" idx="17" hasCustomPrompt="1"/>
          </p:nvPr>
        </p:nvSpPr>
        <p:spPr>
          <a:xfrm>
            <a:off x="4530481" y="4341722"/>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a:t>04</a:t>
            </a:r>
            <a:endParaRPr lang="en-IN"/>
          </a:p>
        </p:txBody>
      </p:sp>
      <p:sp>
        <p:nvSpPr>
          <p:cNvPr id="82" name="Content Placeholder 50">
            <a:extLst>
              <a:ext uri="{FF2B5EF4-FFF2-40B4-BE49-F238E27FC236}">
                <a16:creationId xmlns:a16="http://schemas.microsoft.com/office/drawing/2014/main" id="{F5A9671E-0D3D-4BAC-C7FF-F65B784C1823}"/>
              </a:ext>
            </a:extLst>
          </p:cNvPr>
          <p:cNvSpPr>
            <a:spLocks noGrp="1"/>
          </p:cNvSpPr>
          <p:nvPr>
            <p:ph sz="quarter" idx="18" hasCustomPrompt="1"/>
          </p:nvPr>
        </p:nvSpPr>
        <p:spPr>
          <a:xfrm>
            <a:off x="4530480" y="5274877"/>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a:t>05</a:t>
            </a:r>
            <a:endParaRPr lang="en-IN"/>
          </a:p>
        </p:txBody>
      </p:sp>
      <p:sp>
        <p:nvSpPr>
          <p:cNvPr id="83" name="Text Placeholder 37">
            <a:extLst>
              <a:ext uri="{FF2B5EF4-FFF2-40B4-BE49-F238E27FC236}">
                <a16:creationId xmlns:a16="http://schemas.microsoft.com/office/drawing/2014/main" id="{BC19F703-56FB-2261-A61F-F258FEF22B05}"/>
              </a:ext>
            </a:extLst>
          </p:cNvPr>
          <p:cNvSpPr>
            <a:spLocks noGrp="1"/>
          </p:cNvSpPr>
          <p:nvPr>
            <p:ph type="body" sz="quarter" idx="21" hasCustomPrompt="1"/>
          </p:nvPr>
        </p:nvSpPr>
        <p:spPr>
          <a:xfrm>
            <a:off x="5500426" y="1691896"/>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84" name="Text Placeholder 37">
            <a:extLst>
              <a:ext uri="{FF2B5EF4-FFF2-40B4-BE49-F238E27FC236}">
                <a16:creationId xmlns:a16="http://schemas.microsoft.com/office/drawing/2014/main" id="{298392FB-6B4D-EA43-EAC9-9078A913EC52}"/>
              </a:ext>
            </a:extLst>
          </p:cNvPr>
          <p:cNvSpPr>
            <a:spLocks noGrp="1"/>
          </p:cNvSpPr>
          <p:nvPr>
            <p:ph type="body" sz="quarter" idx="22" hasCustomPrompt="1"/>
          </p:nvPr>
        </p:nvSpPr>
        <p:spPr>
          <a:xfrm>
            <a:off x="5500425" y="2664887"/>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6" name="Text Placeholder 37">
            <a:extLst>
              <a:ext uri="{FF2B5EF4-FFF2-40B4-BE49-F238E27FC236}">
                <a16:creationId xmlns:a16="http://schemas.microsoft.com/office/drawing/2014/main" id="{8F55CB87-18A7-DC73-05FF-DD116AE8E48B}"/>
              </a:ext>
            </a:extLst>
          </p:cNvPr>
          <p:cNvSpPr>
            <a:spLocks noGrp="1"/>
          </p:cNvSpPr>
          <p:nvPr>
            <p:ph type="body" sz="quarter" idx="23" hasCustomPrompt="1"/>
          </p:nvPr>
        </p:nvSpPr>
        <p:spPr>
          <a:xfrm>
            <a:off x="5500426" y="3590697"/>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7" name="Text Placeholder 37">
            <a:extLst>
              <a:ext uri="{FF2B5EF4-FFF2-40B4-BE49-F238E27FC236}">
                <a16:creationId xmlns:a16="http://schemas.microsoft.com/office/drawing/2014/main" id="{9AC48981-1831-177D-E35E-A52CECE6685E}"/>
              </a:ext>
            </a:extLst>
          </p:cNvPr>
          <p:cNvSpPr>
            <a:spLocks noGrp="1"/>
          </p:cNvSpPr>
          <p:nvPr>
            <p:ph type="body" sz="quarter" idx="24" hasCustomPrompt="1"/>
          </p:nvPr>
        </p:nvSpPr>
        <p:spPr>
          <a:xfrm>
            <a:off x="5500425" y="4563688"/>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20" name="Text Placeholder 37">
            <a:extLst>
              <a:ext uri="{FF2B5EF4-FFF2-40B4-BE49-F238E27FC236}">
                <a16:creationId xmlns:a16="http://schemas.microsoft.com/office/drawing/2014/main" id="{4AAE85F7-BC33-0D17-39C6-A0BB171F5C63}"/>
              </a:ext>
            </a:extLst>
          </p:cNvPr>
          <p:cNvSpPr>
            <a:spLocks noGrp="1"/>
          </p:cNvSpPr>
          <p:nvPr>
            <p:ph type="body" sz="quarter" idx="25" hasCustomPrompt="1"/>
          </p:nvPr>
        </p:nvSpPr>
        <p:spPr>
          <a:xfrm>
            <a:off x="5500425" y="5508033"/>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85" name="Text Placeholder 37">
            <a:extLst>
              <a:ext uri="{FF2B5EF4-FFF2-40B4-BE49-F238E27FC236}">
                <a16:creationId xmlns:a16="http://schemas.microsoft.com/office/drawing/2014/main" id="{DB4417A2-59BE-E1EA-191B-F8A6C4EE8E38}"/>
              </a:ext>
            </a:extLst>
          </p:cNvPr>
          <p:cNvSpPr>
            <a:spLocks noGrp="1"/>
          </p:cNvSpPr>
          <p:nvPr>
            <p:ph type="body" sz="quarter" idx="20" hasCustomPrompt="1"/>
          </p:nvPr>
        </p:nvSpPr>
        <p:spPr>
          <a:xfrm>
            <a:off x="2812026" y="1703976"/>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Heading 1</a:t>
            </a:r>
            <a:endParaRPr lang="en-IN"/>
          </a:p>
        </p:txBody>
      </p:sp>
      <p:sp>
        <p:nvSpPr>
          <p:cNvPr id="22" name="Text Placeholder 37">
            <a:extLst>
              <a:ext uri="{FF2B5EF4-FFF2-40B4-BE49-F238E27FC236}">
                <a16:creationId xmlns:a16="http://schemas.microsoft.com/office/drawing/2014/main" id="{F9B33DDC-B06D-9DE9-0E02-B12036AE88A3}"/>
              </a:ext>
            </a:extLst>
          </p:cNvPr>
          <p:cNvSpPr>
            <a:spLocks noGrp="1"/>
          </p:cNvSpPr>
          <p:nvPr>
            <p:ph type="body" sz="quarter" idx="26" hasCustomPrompt="1"/>
          </p:nvPr>
        </p:nvSpPr>
        <p:spPr>
          <a:xfrm>
            <a:off x="2812025" y="2671195"/>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Heading 2</a:t>
            </a:r>
            <a:endParaRPr lang="en-IN"/>
          </a:p>
        </p:txBody>
      </p:sp>
      <p:sp>
        <p:nvSpPr>
          <p:cNvPr id="23" name="Text Placeholder 37">
            <a:extLst>
              <a:ext uri="{FF2B5EF4-FFF2-40B4-BE49-F238E27FC236}">
                <a16:creationId xmlns:a16="http://schemas.microsoft.com/office/drawing/2014/main" id="{E631A40E-2E83-ABBE-2268-0292550C3DCC}"/>
              </a:ext>
            </a:extLst>
          </p:cNvPr>
          <p:cNvSpPr>
            <a:spLocks noGrp="1"/>
          </p:cNvSpPr>
          <p:nvPr>
            <p:ph type="body" sz="quarter" idx="27" hasCustomPrompt="1"/>
          </p:nvPr>
        </p:nvSpPr>
        <p:spPr>
          <a:xfrm>
            <a:off x="2804550" y="3608549"/>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Heading 3</a:t>
            </a:r>
            <a:endParaRPr lang="en-IN"/>
          </a:p>
        </p:txBody>
      </p:sp>
      <p:sp>
        <p:nvSpPr>
          <p:cNvPr id="24" name="Text Placeholder 37">
            <a:extLst>
              <a:ext uri="{FF2B5EF4-FFF2-40B4-BE49-F238E27FC236}">
                <a16:creationId xmlns:a16="http://schemas.microsoft.com/office/drawing/2014/main" id="{245D9F7D-BC32-4224-3B60-1D70794453B3}"/>
              </a:ext>
            </a:extLst>
          </p:cNvPr>
          <p:cNvSpPr>
            <a:spLocks noGrp="1"/>
          </p:cNvSpPr>
          <p:nvPr>
            <p:ph type="body" sz="quarter" idx="28" hasCustomPrompt="1"/>
          </p:nvPr>
        </p:nvSpPr>
        <p:spPr>
          <a:xfrm>
            <a:off x="2804549" y="4575768"/>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Heading 4</a:t>
            </a:r>
            <a:endParaRPr lang="en-IN"/>
          </a:p>
        </p:txBody>
      </p:sp>
      <p:sp>
        <p:nvSpPr>
          <p:cNvPr id="25" name="Text Placeholder 37">
            <a:extLst>
              <a:ext uri="{FF2B5EF4-FFF2-40B4-BE49-F238E27FC236}">
                <a16:creationId xmlns:a16="http://schemas.microsoft.com/office/drawing/2014/main" id="{D514F02C-D35E-BF40-1C7B-5C8037A0DEBD}"/>
              </a:ext>
            </a:extLst>
          </p:cNvPr>
          <p:cNvSpPr>
            <a:spLocks noGrp="1"/>
          </p:cNvSpPr>
          <p:nvPr>
            <p:ph type="body" sz="quarter" idx="29" hasCustomPrompt="1"/>
          </p:nvPr>
        </p:nvSpPr>
        <p:spPr>
          <a:xfrm>
            <a:off x="2812025" y="5514073"/>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Heading 5</a:t>
            </a:r>
            <a:endParaRPr lang="en-IN"/>
          </a:p>
        </p:txBody>
      </p:sp>
      <p:sp>
        <p:nvSpPr>
          <p:cNvPr id="88" name="Content Placeholder 78">
            <a:extLst>
              <a:ext uri="{FF2B5EF4-FFF2-40B4-BE49-F238E27FC236}">
                <a16:creationId xmlns:a16="http://schemas.microsoft.com/office/drawing/2014/main" id="{EDA7EE76-DC14-3403-AADB-553132E2EF20}"/>
              </a:ext>
            </a:extLst>
          </p:cNvPr>
          <p:cNvSpPr>
            <a:spLocks noGrp="1"/>
          </p:cNvSpPr>
          <p:nvPr>
            <p:ph sz="quarter" idx="30" hasCustomPrompt="1"/>
          </p:nvPr>
        </p:nvSpPr>
        <p:spPr>
          <a:xfrm>
            <a:off x="2241083" y="1639759"/>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a:t>Icon</a:t>
            </a:r>
            <a:endParaRPr lang="en-IN"/>
          </a:p>
        </p:txBody>
      </p:sp>
      <p:sp>
        <p:nvSpPr>
          <p:cNvPr id="89" name="Content Placeholder 78">
            <a:extLst>
              <a:ext uri="{FF2B5EF4-FFF2-40B4-BE49-F238E27FC236}">
                <a16:creationId xmlns:a16="http://schemas.microsoft.com/office/drawing/2014/main" id="{7B0E5D52-75D1-A6B9-AF3E-B1FF53A23079}"/>
              </a:ext>
            </a:extLst>
          </p:cNvPr>
          <p:cNvSpPr>
            <a:spLocks noGrp="1"/>
          </p:cNvSpPr>
          <p:nvPr>
            <p:ph sz="quarter" idx="31" hasCustomPrompt="1"/>
          </p:nvPr>
        </p:nvSpPr>
        <p:spPr>
          <a:xfrm>
            <a:off x="2241083" y="2590425"/>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a:t>Icon</a:t>
            </a:r>
            <a:endParaRPr lang="en-IN"/>
          </a:p>
        </p:txBody>
      </p:sp>
      <p:sp>
        <p:nvSpPr>
          <p:cNvPr id="26" name="Content Placeholder 78">
            <a:extLst>
              <a:ext uri="{FF2B5EF4-FFF2-40B4-BE49-F238E27FC236}">
                <a16:creationId xmlns:a16="http://schemas.microsoft.com/office/drawing/2014/main" id="{F607488F-018D-7346-4C74-5BC24BD9E5BD}"/>
              </a:ext>
            </a:extLst>
          </p:cNvPr>
          <p:cNvSpPr>
            <a:spLocks noGrp="1"/>
          </p:cNvSpPr>
          <p:nvPr>
            <p:ph sz="quarter" idx="32" hasCustomPrompt="1"/>
          </p:nvPr>
        </p:nvSpPr>
        <p:spPr>
          <a:xfrm>
            <a:off x="2241083" y="3545041"/>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a:t>Icon</a:t>
            </a:r>
            <a:endParaRPr lang="en-IN"/>
          </a:p>
        </p:txBody>
      </p:sp>
      <p:sp>
        <p:nvSpPr>
          <p:cNvPr id="27" name="Content Placeholder 78">
            <a:extLst>
              <a:ext uri="{FF2B5EF4-FFF2-40B4-BE49-F238E27FC236}">
                <a16:creationId xmlns:a16="http://schemas.microsoft.com/office/drawing/2014/main" id="{EA33B7F1-7263-8A3A-206E-03E63D199724}"/>
              </a:ext>
            </a:extLst>
          </p:cNvPr>
          <p:cNvSpPr>
            <a:spLocks noGrp="1"/>
          </p:cNvSpPr>
          <p:nvPr>
            <p:ph sz="quarter" idx="33" hasCustomPrompt="1"/>
          </p:nvPr>
        </p:nvSpPr>
        <p:spPr>
          <a:xfrm>
            <a:off x="2241083" y="4495707"/>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a:t>Icon</a:t>
            </a:r>
            <a:endParaRPr lang="en-IN"/>
          </a:p>
        </p:txBody>
      </p:sp>
      <p:sp>
        <p:nvSpPr>
          <p:cNvPr id="28" name="Content Placeholder 78">
            <a:extLst>
              <a:ext uri="{FF2B5EF4-FFF2-40B4-BE49-F238E27FC236}">
                <a16:creationId xmlns:a16="http://schemas.microsoft.com/office/drawing/2014/main" id="{1737F89D-F7DA-88FE-E212-BCFD996D78C3}"/>
              </a:ext>
            </a:extLst>
          </p:cNvPr>
          <p:cNvSpPr>
            <a:spLocks noGrp="1"/>
          </p:cNvSpPr>
          <p:nvPr>
            <p:ph sz="quarter" idx="34" hasCustomPrompt="1"/>
          </p:nvPr>
        </p:nvSpPr>
        <p:spPr>
          <a:xfrm>
            <a:off x="2241083" y="5441875"/>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a:t>Icon</a:t>
            </a:r>
            <a:endParaRPr lang="en-IN"/>
          </a:p>
        </p:txBody>
      </p:sp>
    </p:spTree>
    <p:extLst>
      <p:ext uri="{BB962C8B-B14F-4D97-AF65-F5344CB8AC3E}">
        <p14:creationId xmlns:p14="http://schemas.microsoft.com/office/powerpoint/2010/main" val="173241179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List">
    <p:spTree>
      <p:nvGrpSpPr>
        <p:cNvPr id="1" name=""/>
        <p:cNvGrpSpPr/>
        <p:nvPr/>
      </p:nvGrpSpPr>
      <p:grpSpPr>
        <a:xfrm>
          <a:off x="0" y="0"/>
          <a:ext cx="0" cy="0"/>
          <a:chOff x="0" y="0"/>
          <a:chExt cx="0" cy="0"/>
        </a:xfrm>
      </p:grpSpPr>
      <p:sp>
        <p:nvSpPr>
          <p:cNvPr id="9" name="Picture Placeholder 76">
            <a:extLst>
              <a:ext uri="{FF2B5EF4-FFF2-40B4-BE49-F238E27FC236}">
                <a16:creationId xmlns:a16="http://schemas.microsoft.com/office/drawing/2014/main" id="{00B0AF21-F1B5-6741-D232-B58803B006E0}"/>
              </a:ext>
            </a:extLst>
          </p:cNvPr>
          <p:cNvSpPr>
            <a:spLocks noGrp="1"/>
          </p:cNvSpPr>
          <p:nvPr>
            <p:ph type="pic" sz="quarter" idx="13"/>
          </p:nvPr>
        </p:nvSpPr>
        <p:spPr>
          <a:xfrm>
            <a:off x="0" y="0"/>
            <a:ext cx="6295968" cy="6489229"/>
          </a:xfrm>
          <a:custGeom>
            <a:avLst/>
            <a:gdLst>
              <a:gd name="connsiteX0" fmla="*/ 0 w 6245225"/>
              <a:gd name="connsiteY0" fmla="*/ 0 h 6469063"/>
              <a:gd name="connsiteX1" fmla="*/ 3122613 w 6245225"/>
              <a:gd name="connsiteY1" fmla="*/ 0 h 6469063"/>
              <a:gd name="connsiteX2" fmla="*/ 6245226 w 6245225"/>
              <a:gd name="connsiteY2" fmla="*/ 3234532 h 6469063"/>
              <a:gd name="connsiteX3" fmla="*/ 3122613 w 6245225"/>
              <a:gd name="connsiteY3" fmla="*/ 6469064 h 6469063"/>
              <a:gd name="connsiteX4" fmla="*/ 0 w 6245225"/>
              <a:gd name="connsiteY4" fmla="*/ 6469063 h 6469063"/>
              <a:gd name="connsiteX5" fmla="*/ 0 w 6245225"/>
              <a:gd name="connsiteY5" fmla="*/ 0 h 6469063"/>
              <a:gd name="connsiteX0" fmla="*/ 0 w 6391825"/>
              <a:gd name="connsiteY0" fmla="*/ 16933 h 6485997"/>
              <a:gd name="connsiteX1" fmla="*/ 4832880 w 6391825"/>
              <a:gd name="connsiteY1" fmla="*/ 0 h 6485997"/>
              <a:gd name="connsiteX2" fmla="*/ 6245226 w 6391825"/>
              <a:gd name="connsiteY2" fmla="*/ 3251465 h 6485997"/>
              <a:gd name="connsiteX3" fmla="*/ 3122613 w 6391825"/>
              <a:gd name="connsiteY3" fmla="*/ 6485997 h 6485997"/>
              <a:gd name="connsiteX4" fmla="*/ 0 w 6391825"/>
              <a:gd name="connsiteY4" fmla="*/ 6485996 h 6485997"/>
              <a:gd name="connsiteX5" fmla="*/ 0 w 6391825"/>
              <a:gd name="connsiteY5" fmla="*/ 16933 h 6485997"/>
              <a:gd name="connsiteX0" fmla="*/ 0 w 6424168"/>
              <a:gd name="connsiteY0" fmla="*/ 16933 h 6485997"/>
              <a:gd name="connsiteX1" fmla="*/ 4832880 w 6424168"/>
              <a:gd name="connsiteY1" fmla="*/ 0 h 6485997"/>
              <a:gd name="connsiteX2" fmla="*/ 6245226 w 6424168"/>
              <a:gd name="connsiteY2" fmla="*/ 3251465 h 6485997"/>
              <a:gd name="connsiteX3" fmla="*/ 2682346 w 6424168"/>
              <a:gd name="connsiteY3" fmla="*/ 6485997 h 6485997"/>
              <a:gd name="connsiteX4" fmla="*/ 0 w 6424168"/>
              <a:gd name="connsiteY4" fmla="*/ 6485996 h 6485997"/>
              <a:gd name="connsiteX5" fmla="*/ 0 w 6424168"/>
              <a:gd name="connsiteY5" fmla="*/ 16933 h 6485997"/>
              <a:gd name="connsiteX0" fmla="*/ 0 w 6169168"/>
              <a:gd name="connsiteY0" fmla="*/ 16933 h 6485997"/>
              <a:gd name="connsiteX1" fmla="*/ 4832880 w 6169168"/>
              <a:gd name="connsiteY1" fmla="*/ 0 h 6485997"/>
              <a:gd name="connsiteX2" fmla="*/ 5889626 w 6169168"/>
              <a:gd name="connsiteY2" fmla="*/ 4318265 h 6485997"/>
              <a:gd name="connsiteX3" fmla="*/ 2682346 w 6169168"/>
              <a:gd name="connsiteY3" fmla="*/ 6485997 h 6485997"/>
              <a:gd name="connsiteX4" fmla="*/ 0 w 6169168"/>
              <a:gd name="connsiteY4" fmla="*/ 6485996 h 6485997"/>
              <a:gd name="connsiteX5" fmla="*/ 0 w 6169168"/>
              <a:gd name="connsiteY5" fmla="*/ 16933 h 6485997"/>
              <a:gd name="connsiteX0" fmla="*/ 0 w 6132723"/>
              <a:gd name="connsiteY0" fmla="*/ 16933 h 6485997"/>
              <a:gd name="connsiteX1" fmla="*/ 4832880 w 6132723"/>
              <a:gd name="connsiteY1" fmla="*/ 0 h 6485997"/>
              <a:gd name="connsiteX2" fmla="*/ 5889626 w 6132723"/>
              <a:gd name="connsiteY2" fmla="*/ 4318265 h 6485997"/>
              <a:gd name="connsiteX3" fmla="*/ 2682346 w 6132723"/>
              <a:gd name="connsiteY3" fmla="*/ 6485997 h 6485997"/>
              <a:gd name="connsiteX4" fmla="*/ 0 w 6132723"/>
              <a:gd name="connsiteY4" fmla="*/ 6485996 h 6485997"/>
              <a:gd name="connsiteX5" fmla="*/ 0 w 6132723"/>
              <a:gd name="connsiteY5" fmla="*/ 16933 h 6485997"/>
              <a:gd name="connsiteX0" fmla="*/ 0 w 6321497"/>
              <a:gd name="connsiteY0" fmla="*/ 16933 h 6485997"/>
              <a:gd name="connsiteX1" fmla="*/ 4832880 w 6321497"/>
              <a:gd name="connsiteY1" fmla="*/ 0 h 6485997"/>
              <a:gd name="connsiteX2" fmla="*/ 6160559 w 6321497"/>
              <a:gd name="connsiteY2" fmla="*/ 4199732 h 6485997"/>
              <a:gd name="connsiteX3" fmla="*/ 2682346 w 6321497"/>
              <a:gd name="connsiteY3" fmla="*/ 6485997 h 6485997"/>
              <a:gd name="connsiteX4" fmla="*/ 0 w 6321497"/>
              <a:gd name="connsiteY4" fmla="*/ 6485996 h 6485997"/>
              <a:gd name="connsiteX5" fmla="*/ 0 w 6321497"/>
              <a:gd name="connsiteY5" fmla="*/ 16933 h 6485997"/>
              <a:gd name="connsiteX0" fmla="*/ 0 w 6374144"/>
              <a:gd name="connsiteY0" fmla="*/ 16933 h 6485997"/>
              <a:gd name="connsiteX1" fmla="*/ 4832880 w 6374144"/>
              <a:gd name="connsiteY1" fmla="*/ 0 h 6485997"/>
              <a:gd name="connsiteX2" fmla="*/ 6160559 w 6374144"/>
              <a:gd name="connsiteY2" fmla="*/ 4199732 h 6485997"/>
              <a:gd name="connsiteX3" fmla="*/ 2682346 w 6374144"/>
              <a:gd name="connsiteY3" fmla="*/ 6485997 h 6485997"/>
              <a:gd name="connsiteX4" fmla="*/ 0 w 6374144"/>
              <a:gd name="connsiteY4" fmla="*/ 6485996 h 6485997"/>
              <a:gd name="connsiteX5" fmla="*/ 0 w 6374144"/>
              <a:gd name="connsiteY5" fmla="*/ 16933 h 6485997"/>
              <a:gd name="connsiteX0" fmla="*/ 0 w 6374144"/>
              <a:gd name="connsiteY0" fmla="*/ 0 h 7569730"/>
              <a:gd name="connsiteX1" fmla="*/ 4832880 w 6374144"/>
              <a:gd name="connsiteY1" fmla="*/ 1083733 h 7569730"/>
              <a:gd name="connsiteX2" fmla="*/ 6160559 w 6374144"/>
              <a:gd name="connsiteY2" fmla="*/ 5283465 h 7569730"/>
              <a:gd name="connsiteX3" fmla="*/ 2682346 w 6374144"/>
              <a:gd name="connsiteY3" fmla="*/ 7569730 h 7569730"/>
              <a:gd name="connsiteX4" fmla="*/ 0 w 6374144"/>
              <a:gd name="connsiteY4" fmla="*/ 7569729 h 7569730"/>
              <a:gd name="connsiteX5" fmla="*/ 0 w 6374144"/>
              <a:gd name="connsiteY5" fmla="*/ 0 h 7569730"/>
              <a:gd name="connsiteX0" fmla="*/ 0 w 6297316"/>
              <a:gd name="connsiteY0" fmla="*/ 84667 h 7654397"/>
              <a:gd name="connsiteX1" fmla="*/ 4612747 w 6297316"/>
              <a:gd name="connsiteY1" fmla="*/ 0 h 7654397"/>
              <a:gd name="connsiteX2" fmla="*/ 6160559 w 6297316"/>
              <a:gd name="connsiteY2" fmla="*/ 5368132 h 7654397"/>
              <a:gd name="connsiteX3" fmla="*/ 2682346 w 6297316"/>
              <a:gd name="connsiteY3" fmla="*/ 7654397 h 7654397"/>
              <a:gd name="connsiteX4" fmla="*/ 0 w 6297316"/>
              <a:gd name="connsiteY4" fmla="*/ 7654396 h 7654397"/>
              <a:gd name="connsiteX5" fmla="*/ 0 w 6297316"/>
              <a:gd name="connsiteY5" fmla="*/ 84667 h 7654397"/>
              <a:gd name="connsiteX0" fmla="*/ 0 w 6326070"/>
              <a:gd name="connsiteY0" fmla="*/ 84667 h 7654397"/>
              <a:gd name="connsiteX1" fmla="*/ 4612747 w 6326070"/>
              <a:gd name="connsiteY1" fmla="*/ 0 h 7654397"/>
              <a:gd name="connsiteX2" fmla="*/ 6160559 w 6326070"/>
              <a:gd name="connsiteY2" fmla="*/ 5368132 h 7654397"/>
              <a:gd name="connsiteX3" fmla="*/ 2682346 w 6326070"/>
              <a:gd name="connsiteY3" fmla="*/ 7654397 h 7654397"/>
              <a:gd name="connsiteX4" fmla="*/ 0 w 6326070"/>
              <a:gd name="connsiteY4" fmla="*/ 7654396 h 7654397"/>
              <a:gd name="connsiteX5" fmla="*/ 0 w 6326070"/>
              <a:gd name="connsiteY5" fmla="*/ 84667 h 7654397"/>
              <a:gd name="connsiteX0" fmla="*/ 0 w 6444076"/>
              <a:gd name="connsiteY0" fmla="*/ 0 h 7569730"/>
              <a:gd name="connsiteX1" fmla="*/ 4951414 w 6444076"/>
              <a:gd name="connsiteY1" fmla="*/ 1117599 h 7569730"/>
              <a:gd name="connsiteX2" fmla="*/ 6160559 w 6444076"/>
              <a:gd name="connsiteY2" fmla="*/ 5283465 h 7569730"/>
              <a:gd name="connsiteX3" fmla="*/ 2682346 w 6444076"/>
              <a:gd name="connsiteY3" fmla="*/ 7569730 h 7569730"/>
              <a:gd name="connsiteX4" fmla="*/ 0 w 6444076"/>
              <a:gd name="connsiteY4" fmla="*/ 7569729 h 7569730"/>
              <a:gd name="connsiteX5" fmla="*/ 0 w 6444076"/>
              <a:gd name="connsiteY5" fmla="*/ 0 h 7569730"/>
              <a:gd name="connsiteX0" fmla="*/ 0 w 6444076"/>
              <a:gd name="connsiteY0" fmla="*/ 1 h 6452131"/>
              <a:gd name="connsiteX1" fmla="*/ 4951414 w 6444076"/>
              <a:gd name="connsiteY1" fmla="*/ 0 h 6452131"/>
              <a:gd name="connsiteX2" fmla="*/ 6160559 w 6444076"/>
              <a:gd name="connsiteY2" fmla="*/ 4165866 h 6452131"/>
              <a:gd name="connsiteX3" fmla="*/ 2682346 w 6444076"/>
              <a:gd name="connsiteY3" fmla="*/ 6452131 h 6452131"/>
              <a:gd name="connsiteX4" fmla="*/ 0 w 6444076"/>
              <a:gd name="connsiteY4" fmla="*/ 6452130 h 6452131"/>
              <a:gd name="connsiteX5" fmla="*/ 0 w 6444076"/>
              <a:gd name="connsiteY5" fmla="*/ 1 h 6452131"/>
              <a:gd name="connsiteX0" fmla="*/ 0 w 6347339"/>
              <a:gd name="connsiteY0" fmla="*/ 1 h 6452131"/>
              <a:gd name="connsiteX1" fmla="*/ 4951414 w 6347339"/>
              <a:gd name="connsiteY1" fmla="*/ 0 h 6452131"/>
              <a:gd name="connsiteX2" fmla="*/ 6008159 w 6347339"/>
              <a:gd name="connsiteY2" fmla="*/ 4182799 h 6452131"/>
              <a:gd name="connsiteX3" fmla="*/ 2682346 w 6347339"/>
              <a:gd name="connsiteY3" fmla="*/ 6452131 h 6452131"/>
              <a:gd name="connsiteX4" fmla="*/ 0 w 6347339"/>
              <a:gd name="connsiteY4" fmla="*/ 6452130 h 6452131"/>
              <a:gd name="connsiteX5" fmla="*/ 0 w 6347339"/>
              <a:gd name="connsiteY5" fmla="*/ 1 h 6452131"/>
              <a:gd name="connsiteX0" fmla="*/ 0 w 6368712"/>
              <a:gd name="connsiteY0" fmla="*/ 1 h 6452131"/>
              <a:gd name="connsiteX1" fmla="*/ 4951414 w 6368712"/>
              <a:gd name="connsiteY1" fmla="*/ 0 h 6452131"/>
              <a:gd name="connsiteX2" fmla="*/ 6008159 w 6368712"/>
              <a:gd name="connsiteY2" fmla="*/ 4182799 h 6452131"/>
              <a:gd name="connsiteX3" fmla="*/ 2682346 w 6368712"/>
              <a:gd name="connsiteY3" fmla="*/ 6452131 h 6452131"/>
              <a:gd name="connsiteX4" fmla="*/ 0 w 6368712"/>
              <a:gd name="connsiteY4" fmla="*/ 6452130 h 6452131"/>
              <a:gd name="connsiteX5" fmla="*/ 0 w 6368712"/>
              <a:gd name="connsiteY5" fmla="*/ 1 h 6452131"/>
              <a:gd name="connsiteX0" fmla="*/ 0 w 6290901"/>
              <a:gd name="connsiteY0" fmla="*/ 1 h 6452131"/>
              <a:gd name="connsiteX1" fmla="*/ 4951414 w 6290901"/>
              <a:gd name="connsiteY1" fmla="*/ 0 h 6452131"/>
              <a:gd name="connsiteX2" fmla="*/ 6008159 w 6290901"/>
              <a:gd name="connsiteY2" fmla="*/ 4182799 h 6452131"/>
              <a:gd name="connsiteX3" fmla="*/ 2682346 w 6290901"/>
              <a:gd name="connsiteY3" fmla="*/ 6452131 h 6452131"/>
              <a:gd name="connsiteX4" fmla="*/ 0 w 6290901"/>
              <a:gd name="connsiteY4" fmla="*/ 6452130 h 6452131"/>
              <a:gd name="connsiteX5" fmla="*/ 0 w 6290901"/>
              <a:gd name="connsiteY5" fmla="*/ 1 h 6452131"/>
              <a:gd name="connsiteX0" fmla="*/ 0 w 6243018"/>
              <a:gd name="connsiteY0" fmla="*/ 1 h 6452131"/>
              <a:gd name="connsiteX1" fmla="*/ 4951414 w 6243018"/>
              <a:gd name="connsiteY1" fmla="*/ 0 h 6452131"/>
              <a:gd name="connsiteX2" fmla="*/ 6008159 w 6243018"/>
              <a:gd name="connsiteY2" fmla="*/ 4182799 h 6452131"/>
              <a:gd name="connsiteX3" fmla="*/ 2682346 w 6243018"/>
              <a:gd name="connsiteY3" fmla="*/ 6452131 h 6452131"/>
              <a:gd name="connsiteX4" fmla="*/ 0 w 6243018"/>
              <a:gd name="connsiteY4" fmla="*/ 6452130 h 6452131"/>
              <a:gd name="connsiteX5" fmla="*/ 0 w 6243018"/>
              <a:gd name="connsiteY5" fmla="*/ 1 h 6452131"/>
              <a:gd name="connsiteX0" fmla="*/ 0 w 6275519"/>
              <a:gd name="connsiteY0" fmla="*/ 1 h 6452131"/>
              <a:gd name="connsiteX1" fmla="*/ 4951414 w 6275519"/>
              <a:gd name="connsiteY1" fmla="*/ 0 h 6452131"/>
              <a:gd name="connsiteX2" fmla="*/ 6058959 w 6275519"/>
              <a:gd name="connsiteY2" fmla="*/ 4115066 h 6452131"/>
              <a:gd name="connsiteX3" fmla="*/ 2682346 w 6275519"/>
              <a:gd name="connsiteY3" fmla="*/ 6452131 h 6452131"/>
              <a:gd name="connsiteX4" fmla="*/ 0 w 6275519"/>
              <a:gd name="connsiteY4" fmla="*/ 6452130 h 6452131"/>
              <a:gd name="connsiteX5" fmla="*/ 0 w 6275519"/>
              <a:gd name="connsiteY5" fmla="*/ 1 h 6452131"/>
              <a:gd name="connsiteX0" fmla="*/ 0 w 6312252"/>
              <a:gd name="connsiteY0" fmla="*/ 1 h 6452131"/>
              <a:gd name="connsiteX1" fmla="*/ 4951414 w 6312252"/>
              <a:gd name="connsiteY1" fmla="*/ 0 h 6452131"/>
              <a:gd name="connsiteX2" fmla="*/ 6058959 w 6312252"/>
              <a:gd name="connsiteY2" fmla="*/ 4115066 h 6452131"/>
              <a:gd name="connsiteX3" fmla="*/ 2682346 w 6312252"/>
              <a:gd name="connsiteY3" fmla="*/ 6452131 h 6452131"/>
              <a:gd name="connsiteX4" fmla="*/ 0 w 6312252"/>
              <a:gd name="connsiteY4" fmla="*/ 6452130 h 6452131"/>
              <a:gd name="connsiteX5" fmla="*/ 0 w 6312252"/>
              <a:gd name="connsiteY5" fmla="*/ 1 h 6452131"/>
              <a:gd name="connsiteX0" fmla="*/ 0 w 6236971"/>
              <a:gd name="connsiteY0" fmla="*/ 1 h 6452131"/>
              <a:gd name="connsiteX1" fmla="*/ 4951414 w 6236971"/>
              <a:gd name="connsiteY1" fmla="*/ 0 h 6452131"/>
              <a:gd name="connsiteX2" fmla="*/ 5940426 w 6236971"/>
              <a:gd name="connsiteY2" fmla="*/ 4250532 h 6452131"/>
              <a:gd name="connsiteX3" fmla="*/ 2682346 w 6236971"/>
              <a:gd name="connsiteY3" fmla="*/ 6452131 h 6452131"/>
              <a:gd name="connsiteX4" fmla="*/ 0 w 6236971"/>
              <a:gd name="connsiteY4" fmla="*/ 6452130 h 6452131"/>
              <a:gd name="connsiteX5" fmla="*/ 0 w 6236971"/>
              <a:gd name="connsiteY5" fmla="*/ 1 h 6452131"/>
              <a:gd name="connsiteX0" fmla="*/ 0 w 6229846"/>
              <a:gd name="connsiteY0" fmla="*/ 1 h 6452131"/>
              <a:gd name="connsiteX1" fmla="*/ 4951414 w 6229846"/>
              <a:gd name="connsiteY1" fmla="*/ 0 h 6452131"/>
              <a:gd name="connsiteX2" fmla="*/ 5940426 w 6229846"/>
              <a:gd name="connsiteY2" fmla="*/ 4250532 h 6452131"/>
              <a:gd name="connsiteX3" fmla="*/ 2682346 w 6229846"/>
              <a:gd name="connsiteY3" fmla="*/ 6452131 h 6452131"/>
              <a:gd name="connsiteX4" fmla="*/ 0 w 6229846"/>
              <a:gd name="connsiteY4" fmla="*/ 6452130 h 6452131"/>
              <a:gd name="connsiteX5" fmla="*/ 0 w 6229846"/>
              <a:gd name="connsiteY5" fmla="*/ 1 h 6452131"/>
              <a:gd name="connsiteX0" fmla="*/ 0 w 6208551"/>
              <a:gd name="connsiteY0" fmla="*/ 1 h 6452131"/>
              <a:gd name="connsiteX1" fmla="*/ 4951414 w 6208551"/>
              <a:gd name="connsiteY1" fmla="*/ 0 h 6452131"/>
              <a:gd name="connsiteX2" fmla="*/ 5940426 w 6208551"/>
              <a:gd name="connsiteY2" fmla="*/ 4250532 h 6452131"/>
              <a:gd name="connsiteX3" fmla="*/ 2682346 w 6208551"/>
              <a:gd name="connsiteY3" fmla="*/ 6452131 h 6452131"/>
              <a:gd name="connsiteX4" fmla="*/ 0 w 6208551"/>
              <a:gd name="connsiteY4" fmla="*/ 6452130 h 6452131"/>
              <a:gd name="connsiteX5" fmla="*/ 0 w 6208551"/>
              <a:gd name="connsiteY5" fmla="*/ 1 h 6452131"/>
              <a:gd name="connsiteX0" fmla="*/ 0 w 6213966"/>
              <a:gd name="connsiteY0" fmla="*/ 1 h 6452131"/>
              <a:gd name="connsiteX1" fmla="*/ 4951414 w 6213966"/>
              <a:gd name="connsiteY1" fmla="*/ 0 h 6452131"/>
              <a:gd name="connsiteX2" fmla="*/ 5940426 w 6213966"/>
              <a:gd name="connsiteY2" fmla="*/ 4250532 h 6452131"/>
              <a:gd name="connsiteX3" fmla="*/ 2682346 w 6213966"/>
              <a:gd name="connsiteY3" fmla="*/ 6452131 h 6452131"/>
              <a:gd name="connsiteX4" fmla="*/ 0 w 6213966"/>
              <a:gd name="connsiteY4" fmla="*/ 6452130 h 6452131"/>
              <a:gd name="connsiteX5" fmla="*/ 0 w 6213966"/>
              <a:gd name="connsiteY5" fmla="*/ 1 h 6452131"/>
              <a:gd name="connsiteX0" fmla="*/ 0 w 6321194"/>
              <a:gd name="connsiteY0" fmla="*/ 1 h 6452131"/>
              <a:gd name="connsiteX1" fmla="*/ 4951414 w 6321194"/>
              <a:gd name="connsiteY1" fmla="*/ 0 h 6452131"/>
              <a:gd name="connsiteX2" fmla="*/ 6109759 w 6321194"/>
              <a:gd name="connsiteY2" fmla="*/ 4098132 h 6452131"/>
              <a:gd name="connsiteX3" fmla="*/ 2682346 w 6321194"/>
              <a:gd name="connsiteY3" fmla="*/ 6452131 h 6452131"/>
              <a:gd name="connsiteX4" fmla="*/ 0 w 6321194"/>
              <a:gd name="connsiteY4" fmla="*/ 6452130 h 6452131"/>
              <a:gd name="connsiteX5" fmla="*/ 0 w 6321194"/>
              <a:gd name="connsiteY5" fmla="*/ 1 h 6452131"/>
              <a:gd name="connsiteX0" fmla="*/ 0 w 6266005"/>
              <a:gd name="connsiteY0" fmla="*/ 1 h 6452131"/>
              <a:gd name="connsiteX1" fmla="*/ 4951414 w 6266005"/>
              <a:gd name="connsiteY1" fmla="*/ 0 h 6452131"/>
              <a:gd name="connsiteX2" fmla="*/ 6025092 w 6266005"/>
              <a:gd name="connsiteY2" fmla="*/ 4216665 h 6452131"/>
              <a:gd name="connsiteX3" fmla="*/ 2682346 w 6266005"/>
              <a:gd name="connsiteY3" fmla="*/ 6452131 h 6452131"/>
              <a:gd name="connsiteX4" fmla="*/ 0 w 6266005"/>
              <a:gd name="connsiteY4" fmla="*/ 6452130 h 6452131"/>
              <a:gd name="connsiteX5" fmla="*/ 0 w 6266005"/>
              <a:gd name="connsiteY5" fmla="*/ 1 h 6452131"/>
              <a:gd name="connsiteX0" fmla="*/ 0 w 6266005"/>
              <a:gd name="connsiteY0" fmla="*/ 0 h 6472450"/>
              <a:gd name="connsiteX1" fmla="*/ 4951414 w 6266005"/>
              <a:gd name="connsiteY1" fmla="*/ 20319 h 6472450"/>
              <a:gd name="connsiteX2" fmla="*/ 6025092 w 6266005"/>
              <a:gd name="connsiteY2" fmla="*/ 4236984 h 6472450"/>
              <a:gd name="connsiteX3" fmla="*/ 2682346 w 6266005"/>
              <a:gd name="connsiteY3" fmla="*/ 6472450 h 6472450"/>
              <a:gd name="connsiteX4" fmla="*/ 0 w 6266005"/>
              <a:gd name="connsiteY4" fmla="*/ 6472449 h 6472450"/>
              <a:gd name="connsiteX5" fmla="*/ 0 w 6266005"/>
              <a:gd name="connsiteY5" fmla="*/ 0 h 6472450"/>
              <a:gd name="connsiteX0" fmla="*/ 0 w 6321305"/>
              <a:gd name="connsiteY0" fmla="*/ 10161 h 6482611"/>
              <a:gd name="connsiteX1" fmla="*/ 4961574 w 6321305"/>
              <a:gd name="connsiteY1" fmla="*/ 0 h 6482611"/>
              <a:gd name="connsiteX2" fmla="*/ 6025092 w 6321305"/>
              <a:gd name="connsiteY2" fmla="*/ 4247145 h 6482611"/>
              <a:gd name="connsiteX3" fmla="*/ 2682346 w 6321305"/>
              <a:gd name="connsiteY3" fmla="*/ 6482611 h 6482611"/>
              <a:gd name="connsiteX4" fmla="*/ 0 w 6321305"/>
              <a:gd name="connsiteY4" fmla="*/ 6482610 h 6482611"/>
              <a:gd name="connsiteX5" fmla="*/ 0 w 6321305"/>
              <a:gd name="connsiteY5" fmla="*/ 10161 h 6482611"/>
              <a:gd name="connsiteX0" fmla="*/ 0 w 6281673"/>
              <a:gd name="connsiteY0" fmla="*/ 10161 h 6482611"/>
              <a:gd name="connsiteX1" fmla="*/ 4961574 w 6281673"/>
              <a:gd name="connsiteY1" fmla="*/ 0 h 6482611"/>
              <a:gd name="connsiteX2" fmla="*/ 6025092 w 6281673"/>
              <a:gd name="connsiteY2" fmla="*/ 4247145 h 6482611"/>
              <a:gd name="connsiteX3" fmla="*/ 2682346 w 6281673"/>
              <a:gd name="connsiteY3" fmla="*/ 6482611 h 6482611"/>
              <a:gd name="connsiteX4" fmla="*/ 0 w 6281673"/>
              <a:gd name="connsiteY4" fmla="*/ 6482610 h 6482611"/>
              <a:gd name="connsiteX5" fmla="*/ 0 w 6281673"/>
              <a:gd name="connsiteY5" fmla="*/ 10161 h 6482611"/>
              <a:gd name="connsiteX0" fmla="*/ 0 w 6263095"/>
              <a:gd name="connsiteY0" fmla="*/ 10161 h 6482610"/>
              <a:gd name="connsiteX1" fmla="*/ 4961574 w 6263095"/>
              <a:gd name="connsiteY1" fmla="*/ 0 h 6482610"/>
              <a:gd name="connsiteX2" fmla="*/ 6025092 w 6263095"/>
              <a:gd name="connsiteY2" fmla="*/ 4247145 h 6482610"/>
              <a:gd name="connsiteX3" fmla="*/ 2936346 w 6263095"/>
              <a:gd name="connsiteY3" fmla="*/ 6472451 h 6482610"/>
              <a:gd name="connsiteX4" fmla="*/ 0 w 6263095"/>
              <a:gd name="connsiteY4" fmla="*/ 6482610 h 6482610"/>
              <a:gd name="connsiteX5" fmla="*/ 0 w 6263095"/>
              <a:gd name="connsiteY5" fmla="*/ 10161 h 6482610"/>
              <a:gd name="connsiteX0" fmla="*/ 0 w 6263095"/>
              <a:gd name="connsiteY0" fmla="*/ 10161 h 6482610"/>
              <a:gd name="connsiteX1" fmla="*/ 4961574 w 6263095"/>
              <a:gd name="connsiteY1" fmla="*/ 0 h 6482610"/>
              <a:gd name="connsiteX2" fmla="*/ 6025092 w 6263095"/>
              <a:gd name="connsiteY2" fmla="*/ 4247145 h 6482610"/>
              <a:gd name="connsiteX3" fmla="*/ 2936346 w 6263095"/>
              <a:gd name="connsiteY3" fmla="*/ 6472451 h 6482610"/>
              <a:gd name="connsiteX4" fmla="*/ 0 w 6263095"/>
              <a:gd name="connsiteY4" fmla="*/ 6482610 h 6482610"/>
              <a:gd name="connsiteX5" fmla="*/ 0 w 6263095"/>
              <a:gd name="connsiteY5" fmla="*/ 10161 h 6482610"/>
              <a:gd name="connsiteX0" fmla="*/ 0 w 6289855"/>
              <a:gd name="connsiteY0" fmla="*/ 10161 h 6482610"/>
              <a:gd name="connsiteX1" fmla="*/ 4961574 w 6289855"/>
              <a:gd name="connsiteY1" fmla="*/ 0 h 6482610"/>
              <a:gd name="connsiteX2" fmla="*/ 6025092 w 6289855"/>
              <a:gd name="connsiteY2" fmla="*/ 4247145 h 6482610"/>
              <a:gd name="connsiteX3" fmla="*/ 2936346 w 6289855"/>
              <a:gd name="connsiteY3" fmla="*/ 6472451 h 6482610"/>
              <a:gd name="connsiteX4" fmla="*/ 0 w 6289855"/>
              <a:gd name="connsiteY4" fmla="*/ 6482610 h 6482610"/>
              <a:gd name="connsiteX5" fmla="*/ 0 w 6289855"/>
              <a:gd name="connsiteY5" fmla="*/ 10161 h 6482610"/>
              <a:gd name="connsiteX0" fmla="*/ 0 w 6276060"/>
              <a:gd name="connsiteY0" fmla="*/ 10161 h 6482610"/>
              <a:gd name="connsiteX1" fmla="*/ 4961574 w 6276060"/>
              <a:gd name="connsiteY1" fmla="*/ 0 h 6482610"/>
              <a:gd name="connsiteX2" fmla="*/ 6004772 w 6276060"/>
              <a:gd name="connsiteY2" fmla="*/ 4206505 h 6482610"/>
              <a:gd name="connsiteX3" fmla="*/ 2936346 w 6276060"/>
              <a:gd name="connsiteY3" fmla="*/ 6472451 h 6482610"/>
              <a:gd name="connsiteX4" fmla="*/ 0 w 6276060"/>
              <a:gd name="connsiteY4" fmla="*/ 6482610 h 6482610"/>
              <a:gd name="connsiteX5" fmla="*/ 0 w 6276060"/>
              <a:gd name="connsiteY5" fmla="*/ 10161 h 6482610"/>
              <a:gd name="connsiteX0" fmla="*/ 0 w 6303818"/>
              <a:gd name="connsiteY0" fmla="*/ 10161 h 6482610"/>
              <a:gd name="connsiteX1" fmla="*/ 4961574 w 6303818"/>
              <a:gd name="connsiteY1" fmla="*/ 0 h 6482610"/>
              <a:gd name="connsiteX2" fmla="*/ 6045412 w 6303818"/>
              <a:gd name="connsiteY2" fmla="*/ 4216665 h 6482610"/>
              <a:gd name="connsiteX3" fmla="*/ 2936346 w 6303818"/>
              <a:gd name="connsiteY3" fmla="*/ 6472451 h 6482610"/>
              <a:gd name="connsiteX4" fmla="*/ 0 w 6303818"/>
              <a:gd name="connsiteY4" fmla="*/ 6482610 h 6482610"/>
              <a:gd name="connsiteX5" fmla="*/ 0 w 6303818"/>
              <a:gd name="connsiteY5" fmla="*/ 10161 h 6482610"/>
              <a:gd name="connsiteX0" fmla="*/ 0 w 6317252"/>
              <a:gd name="connsiteY0" fmla="*/ 10161 h 6482610"/>
              <a:gd name="connsiteX1" fmla="*/ 4961574 w 6317252"/>
              <a:gd name="connsiteY1" fmla="*/ 0 h 6482610"/>
              <a:gd name="connsiteX2" fmla="*/ 6045412 w 6317252"/>
              <a:gd name="connsiteY2" fmla="*/ 4216665 h 6482610"/>
              <a:gd name="connsiteX3" fmla="*/ 2936346 w 6317252"/>
              <a:gd name="connsiteY3" fmla="*/ 6472451 h 6482610"/>
              <a:gd name="connsiteX4" fmla="*/ 0 w 6317252"/>
              <a:gd name="connsiteY4" fmla="*/ 6482610 h 6482610"/>
              <a:gd name="connsiteX5" fmla="*/ 0 w 6317252"/>
              <a:gd name="connsiteY5" fmla="*/ 10161 h 6482610"/>
              <a:gd name="connsiteX0" fmla="*/ 0 w 6303818"/>
              <a:gd name="connsiteY0" fmla="*/ 10161 h 6482610"/>
              <a:gd name="connsiteX1" fmla="*/ 4961574 w 6303818"/>
              <a:gd name="connsiteY1" fmla="*/ 0 h 6482610"/>
              <a:gd name="connsiteX2" fmla="*/ 6045412 w 6303818"/>
              <a:gd name="connsiteY2" fmla="*/ 4216665 h 6482610"/>
              <a:gd name="connsiteX3" fmla="*/ 2936346 w 6303818"/>
              <a:gd name="connsiteY3" fmla="*/ 6472451 h 6482610"/>
              <a:gd name="connsiteX4" fmla="*/ 0 w 6303818"/>
              <a:gd name="connsiteY4" fmla="*/ 6482610 h 6482610"/>
              <a:gd name="connsiteX5" fmla="*/ 0 w 6303818"/>
              <a:gd name="connsiteY5" fmla="*/ 10161 h 6482610"/>
              <a:gd name="connsiteX0" fmla="*/ 0 w 6317252"/>
              <a:gd name="connsiteY0" fmla="*/ 10161 h 6482610"/>
              <a:gd name="connsiteX1" fmla="*/ 4961574 w 6317252"/>
              <a:gd name="connsiteY1" fmla="*/ 0 h 6482610"/>
              <a:gd name="connsiteX2" fmla="*/ 6045412 w 6317252"/>
              <a:gd name="connsiteY2" fmla="*/ 4216665 h 6482610"/>
              <a:gd name="connsiteX3" fmla="*/ 2936346 w 6317252"/>
              <a:gd name="connsiteY3" fmla="*/ 6472451 h 6482610"/>
              <a:gd name="connsiteX4" fmla="*/ 0 w 6317252"/>
              <a:gd name="connsiteY4" fmla="*/ 6482610 h 6482610"/>
              <a:gd name="connsiteX5" fmla="*/ 0 w 6317252"/>
              <a:gd name="connsiteY5" fmla="*/ 10161 h 6482610"/>
              <a:gd name="connsiteX0" fmla="*/ 0 w 6299936"/>
              <a:gd name="connsiteY0" fmla="*/ 10161 h 6482610"/>
              <a:gd name="connsiteX1" fmla="*/ 4961574 w 6299936"/>
              <a:gd name="connsiteY1" fmla="*/ 0 h 6482610"/>
              <a:gd name="connsiteX2" fmla="*/ 6020245 w 6299936"/>
              <a:gd name="connsiteY2" fmla="*/ 4216665 h 6482610"/>
              <a:gd name="connsiteX3" fmla="*/ 2936346 w 6299936"/>
              <a:gd name="connsiteY3" fmla="*/ 6472451 h 6482610"/>
              <a:gd name="connsiteX4" fmla="*/ 0 w 6299936"/>
              <a:gd name="connsiteY4" fmla="*/ 6482610 h 6482610"/>
              <a:gd name="connsiteX5" fmla="*/ 0 w 6299936"/>
              <a:gd name="connsiteY5" fmla="*/ 10161 h 6482610"/>
              <a:gd name="connsiteX0" fmla="*/ 0 w 6267165"/>
              <a:gd name="connsiteY0" fmla="*/ 10161 h 6489229"/>
              <a:gd name="connsiteX1" fmla="*/ 4961574 w 6267165"/>
              <a:gd name="connsiteY1" fmla="*/ 0 h 6489229"/>
              <a:gd name="connsiteX2" fmla="*/ 6020245 w 6267165"/>
              <a:gd name="connsiteY2" fmla="*/ 4216665 h 6489229"/>
              <a:gd name="connsiteX3" fmla="*/ 2835678 w 6267165"/>
              <a:gd name="connsiteY3" fmla="*/ 6489229 h 6489229"/>
              <a:gd name="connsiteX4" fmla="*/ 0 w 6267165"/>
              <a:gd name="connsiteY4" fmla="*/ 6482610 h 6489229"/>
              <a:gd name="connsiteX5" fmla="*/ 0 w 6267165"/>
              <a:gd name="connsiteY5" fmla="*/ 10161 h 6489229"/>
              <a:gd name="connsiteX0" fmla="*/ 0 w 6295968"/>
              <a:gd name="connsiteY0" fmla="*/ 10161 h 6489229"/>
              <a:gd name="connsiteX1" fmla="*/ 4961574 w 6295968"/>
              <a:gd name="connsiteY1" fmla="*/ 0 h 6489229"/>
              <a:gd name="connsiteX2" fmla="*/ 6062190 w 6295968"/>
              <a:gd name="connsiteY2" fmla="*/ 4107608 h 6489229"/>
              <a:gd name="connsiteX3" fmla="*/ 2835678 w 6295968"/>
              <a:gd name="connsiteY3" fmla="*/ 6489229 h 6489229"/>
              <a:gd name="connsiteX4" fmla="*/ 0 w 6295968"/>
              <a:gd name="connsiteY4" fmla="*/ 6482610 h 6489229"/>
              <a:gd name="connsiteX5" fmla="*/ 0 w 6295968"/>
              <a:gd name="connsiteY5" fmla="*/ 10161 h 6489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95968" h="6489229">
                <a:moveTo>
                  <a:pt x="0" y="10161"/>
                </a:moveTo>
                <a:lnTo>
                  <a:pt x="4961574" y="0"/>
                </a:lnTo>
                <a:cubicBezTo>
                  <a:pt x="6577772" y="1459654"/>
                  <a:pt x="6416506" y="3026070"/>
                  <a:pt x="6062190" y="4107608"/>
                </a:cubicBezTo>
                <a:cubicBezTo>
                  <a:pt x="5707874" y="5189146"/>
                  <a:pt x="4550090" y="6306349"/>
                  <a:pt x="2835678" y="6489229"/>
                </a:cubicBezTo>
                <a:lnTo>
                  <a:pt x="0" y="6482610"/>
                </a:lnTo>
                <a:lnTo>
                  <a:pt x="0" y="10161"/>
                </a:lnTo>
                <a:close/>
              </a:path>
            </a:pathLst>
          </a:custGeom>
        </p:spPr>
        <p:txBody>
          <a:bodyPr/>
          <a:lstStyle/>
          <a:p>
            <a:endParaRPr lang="en-IN"/>
          </a:p>
        </p:txBody>
      </p:sp>
      <p:sp>
        <p:nvSpPr>
          <p:cNvPr id="6" name="Title 1">
            <a:extLst>
              <a:ext uri="{FF2B5EF4-FFF2-40B4-BE49-F238E27FC236}">
                <a16:creationId xmlns:a16="http://schemas.microsoft.com/office/drawing/2014/main" id="{7B6A8123-506A-0865-AB94-A2207641AC8C}"/>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7" name="Rectangle 6">
            <a:extLst>
              <a:ext uri="{FF2B5EF4-FFF2-40B4-BE49-F238E27FC236}">
                <a16:creationId xmlns:a16="http://schemas.microsoft.com/office/drawing/2014/main" id="{D60AFFB5-3AED-8612-37BC-EAB3C6E0800F}"/>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4BBCE8C8-8FF1-ABEF-884F-7F80F4D743E4}"/>
              </a:ext>
            </a:extLst>
          </p:cNvPr>
          <p:cNvSpPr/>
          <p:nvPr userDrawn="1"/>
        </p:nvSpPr>
        <p:spPr>
          <a:xfrm>
            <a:off x="2133600" y="1958697"/>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3279B870-F6B4-628E-51FC-C98DD95C444D}"/>
              </a:ext>
            </a:extLst>
          </p:cNvPr>
          <p:cNvSpPr/>
          <p:nvPr userDrawn="1"/>
        </p:nvSpPr>
        <p:spPr>
          <a:xfrm>
            <a:off x="2133600" y="2906460"/>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4F6F51E1-0D27-5751-5AE0-EEA5852C34FE}"/>
              </a:ext>
            </a:extLst>
          </p:cNvPr>
          <p:cNvSpPr/>
          <p:nvPr userDrawn="1"/>
        </p:nvSpPr>
        <p:spPr>
          <a:xfrm>
            <a:off x="2133600" y="3854223"/>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922D180F-CDD9-9E6F-F4DC-1D36559C7FE7}"/>
              </a:ext>
            </a:extLst>
          </p:cNvPr>
          <p:cNvSpPr/>
          <p:nvPr userDrawn="1"/>
        </p:nvSpPr>
        <p:spPr>
          <a:xfrm>
            <a:off x="2133600" y="4801985"/>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Content Placeholder 50">
            <a:extLst>
              <a:ext uri="{FF2B5EF4-FFF2-40B4-BE49-F238E27FC236}">
                <a16:creationId xmlns:a16="http://schemas.microsoft.com/office/drawing/2014/main" id="{FDCAE5CE-F9E8-D464-306C-C73CA8A9B1B5}"/>
              </a:ext>
            </a:extLst>
          </p:cNvPr>
          <p:cNvSpPr>
            <a:spLocks noGrp="1"/>
          </p:cNvSpPr>
          <p:nvPr>
            <p:ph sz="quarter" idx="14" hasCustomPrompt="1"/>
          </p:nvPr>
        </p:nvSpPr>
        <p:spPr>
          <a:xfrm>
            <a:off x="4536599" y="1890536"/>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a:t>01</a:t>
            </a:r>
            <a:endParaRPr lang="en-IN"/>
          </a:p>
        </p:txBody>
      </p:sp>
      <p:sp>
        <p:nvSpPr>
          <p:cNvPr id="79" name="Content Placeholder 50">
            <a:extLst>
              <a:ext uri="{FF2B5EF4-FFF2-40B4-BE49-F238E27FC236}">
                <a16:creationId xmlns:a16="http://schemas.microsoft.com/office/drawing/2014/main" id="{A97061D2-4941-91EE-E837-F1043807B992}"/>
              </a:ext>
            </a:extLst>
          </p:cNvPr>
          <p:cNvSpPr>
            <a:spLocks noGrp="1"/>
          </p:cNvSpPr>
          <p:nvPr>
            <p:ph sz="quarter" idx="15" hasCustomPrompt="1"/>
          </p:nvPr>
        </p:nvSpPr>
        <p:spPr>
          <a:xfrm>
            <a:off x="4544561" y="2838578"/>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a:t>02</a:t>
            </a:r>
            <a:endParaRPr lang="en-IN"/>
          </a:p>
        </p:txBody>
      </p:sp>
      <p:sp>
        <p:nvSpPr>
          <p:cNvPr id="80" name="Content Placeholder 50">
            <a:extLst>
              <a:ext uri="{FF2B5EF4-FFF2-40B4-BE49-F238E27FC236}">
                <a16:creationId xmlns:a16="http://schemas.microsoft.com/office/drawing/2014/main" id="{32BFEA47-006D-C0B3-955B-EA46F126A4B5}"/>
              </a:ext>
            </a:extLst>
          </p:cNvPr>
          <p:cNvSpPr>
            <a:spLocks noGrp="1"/>
          </p:cNvSpPr>
          <p:nvPr>
            <p:ph sz="quarter" idx="16" hasCustomPrompt="1"/>
          </p:nvPr>
        </p:nvSpPr>
        <p:spPr>
          <a:xfrm>
            <a:off x="4511669" y="3788361"/>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a:t>03</a:t>
            </a:r>
            <a:endParaRPr lang="en-IN"/>
          </a:p>
        </p:txBody>
      </p:sp>
      <p:sp>
        <p:nvSpPr>
          <p:cNvPr id="81" name="Content Placeholder 50">
            <a:extLst>
              <a:ext uri="{FF2B5EF4-FFF2-40B4-BE49-F238E27FC236}">
                <a16:creationId xmlns:a16="http://schemas.microsoft.com/office/drawing/2014/main" id="{FEE7EDF9-F39F-9CE3-B606-01ED62D0220C}"/>
              </a:ext>
            </a:extLst>
          </p:cNvPr>
          <p:cNvSpPr>
            <a:spLocks noGrp="1"/>
          </p:cNvSpPr>
          <p:nvPr>
            <p:ph sz="quarter" idx="17" hasCustomPrompt="1"/>
          </p:nvPr>
        </p:nvSpPr>
        <p:spPr>
          <a:xfrm>
            <a:off x="4530481" y="4751630"/>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a:t>04</a:t>
            </a:r>
            <a:endParaRPr lang="en-IN"/>
          </a:p>
        </p:txBody>
      </p:sp>
      <p:sp>
        <p:nvSpPr>
          <p:cNvPr id="83" name="Text Placeholder 37">
            <a:extLst>
              <a:ext uri="{FF2B5EF4-FFF2-40B4-BE49-F238E27FC236}">
                <a16:creationId xmlns:a16="http://schemas.microsoft.com/office/drawing/2014/main" id="{BC19F703-56FB-2261-A61F-F258FEF22B05}"/>
              </a:ext>
            </a:extLst>
          </p:cNvPr>
          <p:cNvSpPr>
            <a:spLocks noGrp="1"/>
          </p:cNvSpPr>
          <p:nvPr>
            <p:ph type="body" sz="quarter" idx="21" hasCustomPrompt="1"/>
          </p:nvPr>
        </p:nvSpPr>
        <p:spPr>
          <a:xfrm>
            <a:off x="5500426" y="2101804"/>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84" name="Text Placeholder 37">
            <a:extLst>
              <a:ext uri="{FF2B5EF4-FFF2-40B4-BE49-F238E27FC236}">
                <a16:creationId xmlns:a16="http://schemas.microsoft.com/office/drawing/2014/main" id="{298392FB-6B4D-EA43-EAC9-9078A913EC52}"/>
              </a:ext>
            </a:extLst>
          </p:cNvPr>
          <p:cNvSpPr>
            <a:spLocks noGrp="1"/>
          </p:cNvSpPr>
          <p:nvPr>
            <p:ph type="body" sz="quarter" idx="22" hasCustomPrompt="1"/>
          </p:nvPr>
        </p:nvSpPr>
        <p:spPr>
          <a:xfrm>
            <a:off x="5500425" y="3074795"/>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6" name="Text Placeholder 37">
            <a:extLst>
              <a:ext uri="{FF2B5EF4-FFF2-40B4-BE49-F238E27FC236}">
                <a16:creationId xmlns:a16="http://schemas.microsoft.com/office/drawing/2014/main" id="{8F55CB87-18A7-DC73-05FF-DD116AE8E48B}"/>
              </a:ext>
            </a:extLst>
          </p:cNvPr>
          <p:cNvSpPr>
            <a:spLocks noGrp="1"/>
          </p:cNvSpPr>
          <p:nvPr>
            <p:ph type="body" sz="quarter" idx="23" hasCustomPrompt="1"/>
          </p:nvPr>
        </p:nvSpPr>
        <p:spPr>
          <a:xfrm>
            <a:off x="5500426" y="4000605"/>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7" name="Text Placeholder 37">
            <a:extLst>
              <a:ext uri="{FF2B5EF4-FFF2-40B4-BE49-F238E27FC236}">
                <a16:creationId xmlns:a16="http://schemas.microsoft.com/office/drawing/2014/main" id="{9AC48981-1831-177D-E35E-A52CECE6685E}"/>
              </a:ext>
            </a:extLst>
          </p:cNvPr>
          <p:cNvSpPr>
            <a:spLocks noGrp="1"/>
          </p:cNvSpPr>
          <p:nvPr>
            <p:ph type="body" sz="quarter" idx="24" hasCustomPrompt="1"/>
          </p:nvPr>
        </p:nvSpPr>
        <p:spPr>
          <a:xfrm>
            <a:off x="5500425" y="4973596"/>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85" name="Text Placeholder 37">
            <a:extLst>
              <a:ext uri="{FF2B5EF4-FFF2-40B4-BE49-F238E27FC236}">
                <a16:creationId xmlns:a16="http://schemas.microsoft.com/office/drawing/2014/main" id="{DB4417A2-59BE-E1EA-191B-F8A6C4EE8E38}"/>
              </a:ext>
            </a:extLst>
          </p:cNvPr>
          <p:cNvSpPr>
            <a:spLocks noGrp="1"/>
          </p:cNvSpPr>
          <p:nvPr>
            <p:ph type="body" sz="quarter" idx="20" hasCustomPrompt="1"/>
          </p:nvPr>
        </p:nvSpPr>
        <p:spPr>
          <a:xfrm>
            <a:off x="2812026" y="2113884"/>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Heading 1</a:t>
            </a:r>
            <a:endParaRPr lang="en-IN"/>
          </a:p>
        </p:txBody>
      </p:sp>
      <p:sp>
        <p:nvSpPr>
          <p:cNvPr id="22" name="Text Placeholder 37">
            <a:extLst>
              <a:ext uri="{FF2B5EF4-FFF2-40B4-BE49-F238E27FC236}">
                <a16:creationId xmlns:a16="http://schemas.microsoft.com/office/drawing/2014/main" id="{F9B33DDC-B06D-9DE9-0E02-B12036AE88A3}"/>
              </a:ext>
            </a:extLst>
          </p:cNvPr>
          <p:cNvSpPr>
            <a:spLocks noGrp="1"/>
          </p:cNvSpPr>
          <p:nvPr>
            <p:ph type="body" sz="quarter" idx="26" hasCustomPrompt="1"/>
          </p:nvPr>
        </p:nvSpPr>
        <p:spPr>
          <a:xfrm>
            <a:off x="2812025" y="3081103"/>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Heading 2</a:t>
            </a:r>
            <a:endParaRPr lang="en-IN"/>
          </a:p>
        </p:txBody>
      </p:sp>
      <p:sp>
        <p:nvSpPr>
          <p:cNvPr id="23" name="Text Placeholder 37">
            <a:extLst>
              <a:ext uri="{FF2B5EF4-FFF2-40B4-BE49-F238E27FC236}">
                <a16:creationId xmlns:a16="http://schemas.microsoft.com/office/drawing/2014/main" id="{E631A40E-2E83-ABBE-2268-0292550C3DCC}"/>
              </a:ext>
            </a:extLst>
          </p:cNvPr>
          <p:cNvSpPr>
            <a:spLocks noGrp="1"/>
          </p:cNvSpPr>
          <p:nvPr>
            <p:ph type="body" sz="quarter" idx="27" hasCustomPrompt="1"/>
          </p:nvPr>
        </p:nvSpPr>
        <p:spPr>
          <a:xfrm>
            <a:off x="2804550" y="4018457"/>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Heading 3</a:t>
            </a:r>
            <a:endParaRPr lang="en-IN"/>
          </a:p>
        </p:txBody>
      </p:sp>
      <p:sp>
        <p:nvSpPr>
          <p:cNvPr id="24" name="Text Placeholder 37">
            <a:extLst>
              <a:ext uri="{FF2B5EF4-FFF2-40B4-BE49-F238E27FC236}">
                <a16:creationId xmlns:a16="http://schemas.microsoft.com/office/drawing/2014/main" id="{245D9F7D-BC32-4224-3B60-1D70794453B3}"/>
              </a:ext>
            </a:extLst>
          </p:cNvPr>
          <p:cNvSpPr>
            <a:spLocks noGrp="1"/>
          </p:cNvSpPr>
          <p:nvPr>
            <p:ph type="body" sz="quarter" idx="28" hasCustomPrompt="1"/>
          </p:nvPr>
        </p:nvSpPr>
        <p:spPr>
          <a:xfrm>
            <a:off x="2804549" y="4985676"/>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Heading 4</a:t>
            </a:r>
            <a:endParaRPr lang="en-IN"/>
          </a:p>
        </p:txBody>
      </p:sp>
      <p:sp>
        <p:nvSpPr>
          <p:cNvPr id="88" name="Content Placeholder 78">
            <a:extLst>
              <a:ext uri="{FF2B5EF4-FFF2-40B4-BE49-F238E27FC236}">
                <a16:creationId xmlns:a16="http://schemas.microsoft.com/office/drawing/2014/main" id="{EDA7EE76-DC14-3403-AADB-553132E2EF20}"/>
              </a:ext>
            </a:extLst>
          </p:cNvPr>
          <p:cNvSpPr>
            <a:spLocks noGrp="1"/>
          </p:cNvSpPr>
          <p:nvPr>
            <p:ph sz="quarter" idx="30" hasCustomPrompt="1"/>
          </p:nvPr>
        </p:nvSpPr>
        <p:spPr>
          <a:xfrm>
            <a:off x="2241083" y="2049667"/>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a:t>Icon</a:t>
            </a:r>
            <a:endParaRPr lang="en-IN"/>
          </a:p>
        </p:txBody>
      </p:sp>
      <p:sp>
        <p:nvSpPr>
          <p:cNvPr id="89" name="Content Placeholder 78">
            <a:extLst>
              <a:ext uri="{FF2B5EF4-FFF2-40B4-BE49-F238E27FC236}">
                <a16:creationId xmlns:a16="http://schemas.microsoft.com/office/drawing/2014/main" id="{7B0E5D52-75D1-A6B9-AF3E-B1FF53A23079}"/>
              </a:ext>
            </a:extLst>
          </p:cNvPr>
          <p:cNvSpPr>
            <a:spLocks noGrp="1"/>
          </p:cNvSpPr>
          <p:nvPr>
            <p:ph sz="quarter" idx="31" hasCustomPrompt="1"/>
          </p:nvPr>
        </p:nvSpPr>
        <p:spPr>
          <a:xfrm>
            <a:off x="2241083" y="3000333"/>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a:t>Icon</a:t>
            </a:r>
            <a:endParaRPr lang="en-IN"/>
          </a:p>
        </p:txBody>
      </p:sp>
      <p:sp>
        <p:nvSpPr>
          <p:cNvPr id="26" name="Content Placeholder 78">
            <a:extLst>
              <a:ext uri="{FF2B5EF4-FFF2-40B4-BE49-F238E27FC236}">
                <a16:creationId xmlns:a16="http://schemas.microsoft.com/office/drawing/2014/main" id="{F607488F-018D-7346-4C74-5BC24BD9E5BD}"/>
              </a:ext>
            </a:extLst>
          </p:cNvPr>
          <p:cNvSpPr>
            <a:spLocks noGrp="1"/>
          </p:cNvSpPr>
          <p:nvPr>
            <p:ph sz="quarter" idx="32" hasCustomPrompt="1"/>
          </p:nvPr>
        </p:nvSpPr>
        <p:spPr>
          <a:xfrm>
            <a:off x="2241083" y="3954949"/>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a:t>Icon</a:t>
            </a:r>
            <a:endParaRPr lang="en-IN"/>
          </a:p>
        </p:txBody>
      </p:sp>
      <p:sp>
        <p:nvSpPr>
          <p:cNvPr id="27" name="Content Placeholder 78">
            <a:extLst>
              <a:ext uri="{FF2B5EF4-FFF2-40B4-BE49-F238E27FC236}">
                <a16:creationId xmlns:a16="http://schemas.microsoft.com/office/drawing/2014/main" id="{EA33B7F1-7263-8A3A-206E-03E63D199724}"/>
              </a:ext>
            </a:extLst>
          </p:cNvPr>
          <p:cNvSpPr>
            <a:spLocks noGrp="1"/>
          </p:cNvSpPr>
          <p:nvPr>
            <p:ph sz="quarter" idx="33" hasCustomPrompt="1"/>
          </p:nvPr>
        </p:nvSpPr>
        <p:spPr>
          <a:xfrm>
            <a:off x="2241083" y="4905615"/>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a:t>Icon</a:t>
            </a:r>
            <a:endParaRPr lang="en-IN"/>
          </a:p>
        </p:txBody>
      </p:sp>
    </p:spTree>
    <p:extLst>
      <p:ext uri="{BB962C8B-B14F-4D97-AF65-F5344CB8AC3E}">
        <p14:creationId xmlns:p14="http://schemas.microsoft.com/office/powerpoint/2010/main" val="347850600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Objective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FEFD0C3-9018-32A5-E7A1-5CA1E3CD9FC5}"/>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7" name="Rectangle 6">
            <a:extLst>
              <a:ext uri="{FF2B5EF4-FFF2-40B4-BE49-F238E27FC236}">
                <a16:creationId xmlns:a16="http://schemas.microsoft.com/office/drawing/2014/main" id="{46307A03-750A-7422-8C8B-F4FCFF4D22ED}"/>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71EEE1AB-0FB0-4BE4-0920-C095C792A366}"/>
              </a:ext>
            </a:extLst>
          </p:cNvPr>
          <p:cNvSpPr/>
          <p:nvPr userDrawn="1"/>
        </p:nvSpPr>
        <p:spPr>
          <a:xfrm>
            <a:off x="4063908" y="3314102"/>
            <a:ext cx="3872616" cy="808305"/>
          </a:xfrm>
          <a:prstGeom prst="roundRect">
            <a:avLst>
              <a:gd name="adj" fmla="val 50000"/>
            </a:avLst>
          </a:prstGeom>
          <a:solidFill>
            <a:schemeClr val="tx2"/>
          </a:solidFill>
          <a:effectLst/>
        </p:spPr>
        <p:txBody>
          <a:bodyPr wrap="square" lIns="1440000" tIns="0" rIns="0" bIns="0" anchor="ctr" anchorCtr="0">
            <a:noAutofit/>
          </a:bodyPr>
          <a:lstStyle/>
          <a:p>
            <a:endParaRPr lang="en-US" sz="2000" b="1">
              <a:solidFill>
                <a:schemeClr val="bg1"/>
              </a:solidFill>
              <a:latin typeface="Segoe UI" panose="020B0502040204020203" pitchFamily="34" charset="0"/>
              <a:cs typeface="Segoe UI" panose="020B0502040204020203" pitchFamily="34" charset="0"/>
            </a:endParaRPr>
          </a:p>
        </p:txBody>
      </p:sp>
      <p:sp>
        <p:nvSpPr>
          <p:cNvPr id="18" name="Rectangle: Rounded Corners 17">
            <a:extLst>
              <a:ext uri="{FF2B5EF4-FFF2-40B4-BE49-F238E27FC236}">
                <a16:creationId xmlns:a16="http://schemas.microsoft.com/office/drawing/2014/main" id="{0CF8D045-EC67-3A42-DF00-773E470DE925}"/>
              </a:ext>
            </a:extLst>
          </p:cNvPr>
          <p:cNvSpPr/>
          <p:nvPr userDrawn="1"/>
        </p:nvSpPr>
        <p:spPr>
          <a:xfrm>
            <a:off x="3319858" y="5089531"/>
            <a:ext cx="4630341" cy="808305"/>
          </a:xfrm>
          <a:prstGeom prst="roundRect">
            <a:avLst>
              <a:gd name="adj" fmla="val 50000"/>
            </a:avLst>
          </a:prstGeom>
          <a:solidFill>
            <a:schemeClr val="accent1"/>
          </a:solidFill>
          <a:effectLst/>
        </p:spPr>
        <p:txBody>
          <a:bodyPr wrap="square" lIns="1440000" tIns="0" rIns="0" bIns="0" anchor="ctr" anchorCtr="0">
            <a:noAutofit/>
          </a:bodyPr>
          <a:lstStyle/>
          <a:p>
            <a:endParaRPr lang="en-US" sz="2000" b="1">
              <a:solidFill>
                <a:schemeClr val="bg1"/>
              </a:solidFill>
              <a:latin typeface="Segoe UI" panose="020B0502040204020203" pitchFamily="34" charset="0"/>
              <a:cs typeface="Segoe UI" panose="020B0502040204020203" pitchFamily="34" charset="0"/>
            </a:endParaRPr>
          </a:p>
        </p:txBody>
      </p:sp>
      <p:sp>
        <p:nvSpPr>
          <p:cNvPr id="19" name="Rectangle: Rounded Corners 18">
            <a:extLst>
              <a:ext uri="{FF2B5EF4-FFF2-40B4-BE49-F238E27FC236}">
                <a16:creationId xmlns:a16="http://schemas.microsoft.com/office/drawing/2014/main" id="{D4EC984A-88CB-374B-254E-79EDBD342641}"/>
              </a:ext>
            </a:extLst>
          </p:cNvPr>
          <p:cNvSpPr/>
          <p:nvPr userDrawn="1"/>
        </p:nvSpPr>
        <p:spPr>
          <a:xfrm>
            <a:off x="3319858" y="1536102"/>
            <a:ext cx="4630341" cy="808305"/>
          </a:xfrm>
          <a:prstGeom prst="roundRect">
            <a:avLst>
              <a:gd name="adj" fmla="val 50000"/>
            </a:avLst>
          </a:prstGeom>
          <a:solidFill>
            <a:schemeClr val="accent2"/>
          </a:solidFill>
          <a:effectLst/>
        </p:spPr>
        <p:txBody>
          <a:bodyPr wrap="square" lIns="1440000" tIns="0" rIns="0" bIns="0" anchor="ctr" anchorCtr="0">
            <a:noAutofit/>
          </a:bodyPr>
          <a:lstStyle/>
          <a:p>
            <a:endParaRPr lang="en-US" sz="2000" b="1">
              <a:solidFill>
                <a:schemeClr val="bg1"/>
              </a:solidFill>
              <a:latin typeface="Segoe UI" panose="020B0502040204020203" pitchFamily="34" charset="0"/>
              <a:cs typeface="Segoe UI" panose="020B0502040204020203" pitchFamily="34" charset="0"/>
            </a:endParaRPr>
          </a:p>
        </p:txBody>
      </p:sp>
      <p:sp>
        <p:nvSpPr>
          <p:cNvPr id="20" name="Oval 19">
            <a:extLst>
              <a:ext uri="{FF2B5EF4-FFF2-40B4-BE49-F238E27FC236}">
                <a16:creationId xmlns:a16="http://schemas.microsoft.com/office/drawing/2014/main" id="{0D39F2EB-70C5-C952-B5F4-5AC6B7BD34EE}"/>
              </a:ext>
            </a:extLst>
          </p:cNvPr>
          <p:cNvSpPr>
            <a:spLocks noChangeArrowheads="1"/>
          </p:cNvSpPr>
          <p:nvPr userDrawn="1"/>
        </p:nvSpPr>
        <p:spPr bwMode="auto">
          <a:xfrm>
            <a:off x="3122973" y="1256124"/>
            <a:ext cx="1583409" cy="1583409"/>
          </a:xfrm>
          <a:prstGeom prst="ellipse">
            <a:avLst/>
          </a:prstGeom>
          <a:solidFill>
            <a:schemeClr val="bg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1" name="Oval 20">
            <a:extLst>
              <a:ext uri="{FF2B5EF4-FFF2-40B4-BE49-F238E27FC236}">
                <a16:creationId xmlns:a16="http://schemas.microsoft.com/office/drawing/2014/main" id="{3DA05484-BAFF-578C-162D-ACC73CD4FC22}"/>
              </a:ext>
            </a:extLst>
          </p:cNvPr>
          <p:cNvSpPr>
            <a:spLocks noChangeArrowheads="1"/>
          </p:cNvSpPr>
          <p:nvPr userDrawn="1"/>
        </p:nvSpPr>
        <p:spPr bwMode="auto">
          <a:xfrm>
            <a:off x="3852041" y="2923714"/>
            <a:ext cx="1583409" cy="1583409"/>
          </a:xfrm>
          <a:prstGeom prst="ellipse">
            <a:avLst/>
          </a:prstGeom>
          <a:solidFill>
            <a:schemeClr val="bg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2" name="Oval 21">
            <a:extLst>
              <a:ext uri="{FF2B5EF4-FFF2-40B4-BE49-F238E27FC236}">
                <a16:creationId xmlns:a16="http://schemas.microsoft.com/office/drawing/2014/main" id="{8CE99E17-476C-F159-EDFD-9218E84F8310}"/>
              </a:ext>
            </a:extLst>
          </p:cNvPr>
          <p:cNvSpPr>
            <a:spLocks noChangeArrowheads="1"/>
          </p:cNvSpPr>
          <p:nvPr userDrawn="1"/>
        </p:nvSpPr>
        <p:spPr bwMode="auto">
          <a:xfrm>
            <a:off x="3115053" y="4794814"/>
            <a:ext cx="1580659" cy="1583409"/>
          </a:xfrm>
          <a:prstGeom prst="ellipse">
            <a:avLst/>
          </a:prstGeom>
          <a:solidFill>
            <a:schemeClr val="bg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3" name="Oval 22">
            <a:extLst>
              <a:ext uri="{FF2B5EF4-FFF2-40B4-BE49-F238E27FC236}">
                <a16:creationId xmlns:a16="http://schemas.microsoft.com/office/drawing/2014/main" id="{2BE51A22-90F6-2E68-DEF6-39D3DC8EFC87}"/>
              </a:ext>
            </a:extLst>
          </p:cNvPr>
          <p:cNvSpPr>
            <a:spLocks noChangeArrowheads="1"/>
          </p:cNvSpPr>
          <p:nvPr userDrawn="1"/>
        </p:nvSpPr>
        <p:spPr bwMode="auto">
          <a:xfrm>
            <a:off x="546100" y="2133366"/>
            <a:ext cx="3166175" cy="3166176"/>
          </a:xfrm>
          <a:prstGeom prst="ellipse">
            <a:avLst/>
          </a:prstGeom>
          <a:solidFill>
            <a:schemeClr val="accent1"/>
          </a:solidFill>
          <a:ln w="15875" cap="flat">
            <a:noFill/>
            <a:prstDash val="solid"/>
            <a:miter lim="800000"/>
            <a:headEnd/>
            <a:tailEnd/>
          </a:ln>
          <a:effectLst>
            <a:outerShdw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4" name="Oval 23">
            <a:extLst>
              <a:ext uri="{FF2B5EF4-FFF2-40B4-BE49-F238E27FC236}">
                <a16:creationId xmlns:a16="http://schemas.microsoft.com/office/drawing/2014/main" id="{A7FE4D61-5471-89BE-6360-3E15DAD22A8F}"/>
              </a:ext>
            </a:extLst>
          </p:cNvPr>
          <p:cNvSpPr>
            <a:spLocks noChangeArrowheads="1"/>
          </p:cNvSpPr>
          <p:nvPr userDrawn="1"/>
        </p:nvSpPr>
        <p:spPr bwMode="auto">
          <a:xfrm>
            <a:off x="806334" y="2391534"/>
            <a:ext cx="2645708" cy="2649839"/>
          </a:xfrm>
          <a:prstGeom prst="ellipse">
            <a:avLst/>
          </a:prstGeom>
          <a:solidFill>
            <a:schemeClr val="tx2"/>
          </a:solidFill>
          <a:ln w="38100" cap="flat">
            <a:noFill/>
            <a:prstDash val="solid"/>
            <a:miter lim="800000"/>
            <a:headEnd/>
            <a:tailEnd/>
          </a:ln>
          <a:effectLst>
            <a:outerShdw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5" name="Oval 24">
            <a:extLst>
              <a:ext uri="{FF2B5EF4-FFF2-40B4-BE49-F238E27FC236}">
                <a16:creationId xmlns:a16="http://schemas.microsoft.com/office/drawing/2014/main" id="{39BFFB99-D941-1CF4-DC56-89A2F4BCB43E}"/>
              </a:ext>
            </a:extLst>
          </p:cNvPr>
          <p:cNvSpPr>
            <a:spLocks noChangeArrowheads="1"/>
          </p:cNvSpPr>
          <p:nvPr userDrawn="1"/>
        </p:nvSpPr>
        <p:spPr bwMode="auto">
          <a:xfrm>
            <a:off x="1064502" y="2651767"/>
            <a:ext cx="2129371" cy="2129372"/>
          </a:xfrm>
          <a:prstGeom prst="ellipse">
            <a:avLst/>
          </a:prstGeom>
          <a:solidFill>
            <a:schemeClr val="accent2"/>
          </a:solidFill>
          <a:ln w="38100" cap="flat">
            <a:noFill/>
            <a:prstDash val="solid"/>
            <a:miter lim="800000"/>
            <a:headEnd/>
            <a:tailEnd/>
          </a:ln>
          <a:effectLst>
            <a:outerShdw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6" name="Oval 25">
            <a:extLst>
              <a:ext uri="{FF2B5EF4-FFF2-40B4-BE49-F238E27FC236}">
                <a16:creationId xmlns:a16="http://schemas.microsoft.com/office/drawing/2014/main" id="{E7F1134B-5CC6-4514-273E-8DC8F06AC2A5}"/>
              </a:ext>
            </a:extLst>
          </p:cNvPr>
          <p:cNvSpPr>
            <a:spLocks noChangeArrowheads="1"/>
          </p:cNvSpPr>
          <p:nvPr userDrawn="1"/>
        </p:nvSpPr>
        <p:spPr bwMode="auto">
          <a:xfrm>
            <a:off x="1328865" y="2916132"/>
            <a:ext cx="1600643" cy="1600644"/>
          </a:xfrm>
          <a:prstGeom prst="ellipse">
            <a:avLst/>
          </a:prstGeom>
          <a:solidFill>
            <a:sysClr val="window" lastClr="FFFFFF"/>
          </a:solidFill>
          <a:ln w="15875" cap="flat">
            <a:noFill/>
            <a:prstDash val="solid"/>
            <a:miter lim="800000"/>
            <a:headEnd/>
            <a:tailEnd/>
          </a:ln>
          <a:effectLst>
            <a:outerShdw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7" name="Oval 26">
            <a:extLst>
              <a:ext uri="{FF2B5EF4-FFF2-40B4-BE49-F238E27FC236}">
                <a16:creationId xmlns:a16="http://schemas.microsoft.com/office/drawing/2014/main" id="{B8C34AD5-83F2-B428-A926-370252CE99CB}"/>
              </a:ext>
            </a:extLst>
          </p:cNvPr>
          <p:cNvSpPr>
            <a:spLocks noChangeArrowheads="1"/>
          </p:cNvSpPr>
          <p:nvPr userDrawn="1"/>
        </p:nvSpPr>
        <p:spPr bwMode="auto">
          <a:xfrm>
            <a:off x="3319859" y="1348534"/>
            <a:ext cx="1189639" cy="1189639"/>
          </a:xfrm>
          <a:prstGeom prst="ellipse">
            <a:avLst/>
          </a:prstGeom>
          <a:solidFill>
            <a:schemeClr val="accent2"/>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8" name="Oval 27">
            <a:extLst>
              <a:ext uri="{FF2B5EF4-FFF2-40B4-BE49-F238E27FC236}">
                <a16:creationId xmlns:a16="http://schemas.microsoft.com/office/drawing/2014/main" id="{ECE97C07-6EF1-199D-6943-60B285D74707}"/>
              </a:ext>
            </a:extLst>
          </p:cNvPr>
          <p:cNvSpPr>
            <a:spLocks noChangeArrowheads="1"/>
          </p:cNvSpPr>
          <p:nvPr userDrawn="1"/>
        </p:nvSpPr>
        <p:spPr bwMode="auto">
          <a:xfrm>
            <a:off x="4048927" y="3120600"/>
            <a:ext cx="1189639" cy="1189639"/>
          </a:xfrm>
          <a:prstGeom prst="ellipse">
            <a:avLst/>
          </a:prstGeom>
          <a:solidFill>
            <a:schemeClr val="tx2"/>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9" name="Oval 28">
            <a:extLst>
              <a:ext uri="{FF2B5EF4-FFF2-40B4-BE49-F238E27FC236}">
                <a16:creationId xmlns:a16="http://schemas.microsoft.com/office/drawing/2014/main" id="{F026070F-C3BE-EC57-0093-991CA0A0FAD2}"/>
              </a:ext>
            </a:extLst>
          </p:cNvPr>
          <p:cNvSpPr>
            <a:spLocks noChangeArrowheads="1"/>
          </p:cNvSpPr>
          <p:nvPr userDrawn="1"/>
        </p:nvSpPr>
        <p:spPr bwMode="auto">
          <a:xfrm>
            <a:off x="3311597" y="4973295"/>
            <a:ext cx="1187573" cy="1189639"/>
          </a:xfrm>
          <a:prstGeom prst="ellipse">
            <a:avLst/>
          </a:prstGeom>
          <a:solidFill>
            <a:schemeClr val="accent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0" name="Freeform 22">
            <a:extLst>
              <a:ext uri="{FF2B5EF4-FFF2-40B4-BE49-F238E27FC236}">
                <a16:creationId xmlns:a16="http://schemas.microsoft.com/office/drawing/2014/main" id="{54B75B26-9BDF-BD1F-BB21-DCDA8B1A6B67}"/>
              </a:ext>
            </a:extLst>
          </p:cNvPr>
          <p:cNvSpPr>
            <a:spLocks/>
          </p:cNvSpPr>
          <p:nvPr userDrawn="1"/>
        </p:nvSpPr>
        <p:spPr bwMode="auto">
          <a:xfrm>
            <a:off x="2762216" y="2255222"/>
            <a:ext cx="828203" cy="826138"/>
          </a:xfrm>
          <a:custGeom>
            <a:avLst/>
            <a:gdLst>
              <a:gd name="T0" fmla="*/ 0 w 401"/>
              <a:gd name="T1" fmla="*/ 310 h 400"/>
              <a:gd name="T2" fmla="*/ 313 w 401"/>
              <a:gd name="T3" fmla="*/ 0 h 400"/>
              <a:gd name="T4" fmla="*/ 391 w 401"/>
              <a:gd name="T5" fmla="*/ 5 h 400"/>
              <a:gd name="T6" fmla="*/ 401 w 401"/>
              <a:gd name="T7" fmla="*/ 90 h 400"/>
              <a:gd name="T8" fmla="*/ 90 w 401"/>
              <a:gd name="T9" fmla="*/ 400 h 400"/>
              <a:gd name="T10" fmla="*/ 24 w 401"/>
              <a:gd name="T11" fmla="*/ 377 h 400"/>
              <a:gd name="T12" fmla="*/ 0 w 401"/>
              <a:gd name="T13" fmla="*/ 310 h 400"/>
            </a:gdLst>
            <a:ahLst/>
            <a:cxnLst>
              <a:cxn ang="0">
                <a:pos x="T0" y="T1"/>
              </a:cxn>
              <a:cxn ang="0">
                <a:pos x="T2" y="T3"/>
              </a:cxn>
              <a:cxn ang="0">
                <a:pos x="T4" y="T5"/>
              </a:cxn>
              <a:cxn ang="0">
                <a:pos x="T6" y="T7"/>
              </a:cxn>
              <a:cxn ang="0">
                <a:pos x="T8" y="T9"/>
              </a:cxn>
              <a:cxn ang="0">
                <a:pos x="T10" y="T11"/>
              </a:cxn>
              <a:cxn ang="0">
                <a:pos x="T12" y="T13"/>
              </a:cxn>
            </a:cxnLst>
            <a:rect l="0" t="0" r="r" b="b"/>
            <a:pathLst>
              <a:path w="401" h="400">
                <a:moveTo>
                  <a:pt x="0" y="310"/>
                </a:moveTo>
                <a:lnTo>
                  <a:pt x="313" y="0"/>
                </a:lnTo>
                <a:lnTo>
                  <a:pt x="391" y="5"/>
                </a:lnTo>
                <a:lnTo>
                  <a:pt x="401" y="90"/>
                </a:lnTo>
                <a:lnTo>
                  <a:pt x="90" y="400"/>
                </a:lnTo>
                <a:lnTo>
                  <a:pt x="24" y="377"/>
                </a:lnTo>
                <a:lnTo>
                  <a:pt x="0" y="310"/>
                </a:lnTo>
                <a:close/>
              </a:path>
            </a:pathLst>
          </a:custGeom>
          <a:solidFill>
            <a:schemeClr val="accent2"/>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1" name="Freeform 23">
            <a:extLst>
              <a:ext uri="{FF2B5EF4-FFF2-40B4-BE49-F238E27FC236}">
                <a16:creationId xmlns:a16="http://schemas.microsoft.com/office/drawing/2014/main" id="{B4EC27A8-EBD4-5713-65E5-AE7B0C60CA46}"/>
              </a:ext>
            </a:extLst>
          </p:cNvPr>
          <p:cNvSpPr>
            <a:spLocks/>
          </p:cNvSpPr>
          <p:nvPr userDrawn="1"/>
        </p:nvSpPr>
        <p:spPr bwMode="auto">
          <a:xfrm>
            <a:off x="3315728" y="3587369"/>
            <a:ext cx="811680" cy="258169"/>
          </a:xfrm>
          <a:custGeom>
            <a:avLst/>
            <a:gdLst>
              <a:gd name="T0" fmla="*/ 38 w 393"/>
              <a:gd name="T1" fmla="*/ 0 h 125"/>
              <a:gd name="T2" fmla="*/ 362 w 393"/>
              <a:gd name="T3" fmla="*/ 0 h 125"/>
              <a:gd name="T4" fmla="*/ 393 w 393"/>
              <a:gd name="T5" fmla="*/ 35 h 125"/>
              <a:gd name="T6" fmla="*/ 362 w 393"/>
              <a:gd name="T7" fmla="*/ 125 h 125"/>
              <a:gd name="T8" fmla="*/ 40 w 393"/>
              <a:gd name="T9" fmla="*/ 125 h 125"/>
              <a:gd name="T10" fmla="*/ 0 w 393"/>
              <a:gd name="T11" fmla="*/ 38 h 125"/>
              <a:gd name="T12" fmla="*/ 38 w 393"/>
              <a:gd name="T13" fmla="*/ 0 h 125"/>
            </a:gdLst>
            <a:ahLst/>
            <a:cxnLst>
              <a:cxn ang="0">
                <a:pos x="T0" y="T1"/>
              </a:cxn>
              <a:cxn ang="0">
                <a:pos x="T2" y="T3"/>
              </a:cxn>
              <a:cxn ang="0">
                <a:pos x="T4" y="T5"/>
              </a:cxn>
              <a:cxn ang="0">
                <a:pos x="T6" y="T7"/>
              </a:cxn>
              <a:cxn ang="0">
                <a:pos x="T8" y="T9"/>
              </a:cxn>
              <a:cxn ang="0">
                <a:pos x="T10" y="T11"/>
              </a:cxn>
              <a:cxn ang="0">
                <a:pos x="T12" y="T13"/>
              </a:cxn>
            </a:cxnLst>
            <a:rect l="0" t="0" r="r" b="b"/>
            <a:pathLst>
              <a:path w="393" h="125">
                <a:moveTo>
                  <a:pt x="38" y="0"/>
                </a:moveTo>
                <a:lnTo>
                  <a:pt x="362" y="0"/>
                </a:lnTo>
                <a:lnTo>
                  <a:pt x="393" y="35"/>
                </a:lnTo>
                <a:lnTo>
                  <a:pt x="362" y="125"/>
                </a:lnTo>
                <a:lnTo>
                  <a:pt x="40" y="125"/>
                </a:lnTo>
                <a:lnTo>
                  <a:pt x="0" y="38"/>
                </a:lnTo>
                <a:lnTo>
                  <a:pt x="38" y="0"/>
                </a:lnTo>
                <a:close/>
              </a:path>
            </a:pathLst>
          </a:custGeom>
          <a:solidFill>
            <a:schemeClr val="tx2"/>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2" name="Freeform 24">
            <a:extLst>
              <a:ext uri="{FF2B5EF4-FFF2-40B4-BE49-F238E27FC236}">
                <a16:creationId xmlns:a16="http://schemas.microsoft.com/office/drawing/2014/main" id="{3A9D2B57-3025-B3F7-6D86-8D2E7D2F654A}"/>
              </a:ext>
            </a:extLst>
          </p:cNvPr>
          <p:cNvSpPr>
            <a:spLocks/>
          </p:cNvSpPr>
          <p:nvPr userDrawn="1"/>
        </p:nvSpPr>
        <p:spPr bwMode="auto">
          <a:xfrm>
            <a:off x="3086475" y="4684068"/>
            <a:ext cx="620008" cy="559681"/>
          </a:xfrm>
          <a:custGeom>
            <a:avLst/>
            <a:gdLst>
              <a:gd name="T0" fmla="*/ 99 w 251"/>
              <a:gd name="T1" fmla="*/ 0 h 239"/>
              <a:gd name="T2" fmla="*/ 246 w 251"/>
              <a:gd name="T3" fmla="*/ 147 h 239"/>
              <a:gd name="T4" fmla="*/ 251 w 251"/>
              <a:gd name="T5" fmla="*/ 222 h 239"/>
              <a:gd name="T6" fmla="*/ 151 w 251"/>
              <a:gd name="T7" fmla="*/ 239 h 239"/>
              <a:gd name="T8" fmla="*/ 0 w 251"/>
              <a:gd name="T9" fmla="*/ 85 h 239"/>
              <a:gd name="T10" fmla="*/ 12 w 251"/>
              <a:gd name="T11" fmla="*/ 42 h 239"/>
              <a:gd name="T12" fmla="*/ 99 w 251"/>
              <a:gd name="T13" fmla="*/ 0 h 239"/>
            </a:gdLst>
            <a:ahLst/>
            <a:cxnLst>
              <a:cxn ang="0">
                <a:pos x="T0" y="T1"/>
              </a:cxn>
              <a:cxn ang="0">
                <a:pos x="T2" y="T3"/>
              </a:cxn>
              <a:cxn ang="0">
                <a:pos x="T4" y="T5"/>
              </a:cxn>
              <a:cxn ang="0">
                <a:pos x="T6" y="T7"/>
              </a:cxn>
              <a:cxn ang="0">
                <a:pos x="T8" y="T9"/>
              </a:cxn>
              <a:cxn ang="0">
                <a:pos x="T10" y="T11"/>
              </a:cxn>
              <a:cxn ang="0">
                <a:pos x="T12" y="T13"/>
              </a:cxn>
            </a:cxnLst>
            <a:rect l="0" t="0" r="r" b="b"/>
            <a:pathLst>
              <a:path w="251" h="239">
                <a:moveTo>
                  <a:pt x="99" y="0"/>
                </a:moveTo>
                <a:lnTo>
                  <a:pt x="246" y="147"/>
                </a:lnTo>
                <a:lnTo>
                  <a:pt x="251" y="222"/>
                </a:lnTo>
                <a:lnTo>
                  <a:pt x="151" y="239"/>
                </a:lnTo>
                <a:lnTo>
                  <a:pt x="0" y="85"/>
                </a:lnTo>
                <a:lnTo>
                  <a:pt x="12" y="42"/>
                </a:lnTo>
                <a:lnTo>
                  <a:pt x="99" y="0"/>
                </a:lnTo>
                <a:close/>
              </a:path>
            </a:pathLst>
          </a:custGeom>
          <a:solidFill>
            <a:schemeClr val="accent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3" name="Oval 18">
            <a:extLst>
              <a:ext uri="{FF2B5EF4-FFF2-40B4-BE49-F238E27FC236}">
                <a16:creationId xmlns:a16="http://schemas.microsoft.com/office/drawing/2014/main" id="{11F77542-95EE-97FF-1D04-E03B4E7599AD}"/>
              </a:ext>
            </a:extLst>
          </p:cNvPr>
          <p:cNvSpPr>
            <a:spLocks noChangeArrowheads="1"/>
          </p:cNvSpPr>
          <p:nvPr userDrawn="1"/>
        </p:nvSpPr>
        <p:spPr bwMode="auto">
          <a:xfrm>
            <a:off x="3503987" y="1532662"/>
            <a:ext cx="821384" cy="821383"/>
          </a:xfrm>
          <a:prstGeom prst="ellipse">
            <a:avLst/>
          </a:prstGeom>
          <a:solidFill>
            <a:sysClr val="window" lastClr="FFFFFF"/>
          </a:solidFill>
          <a:ln w="15875" cap="flat">
            <a:noFill/>
            <a:prstDash val="solid"/>
            <a:miter lim="800000"/>
            <a:headEnd/>
            <a:tailEnd/>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4" name="Oval 18">
            <a:extLst>
              <a:ext uri="{FF2B5EF4-FFF2-40B4-BE49-F238E27FC236}">
                <a16:creationId xmlns:a16="http://schemas.microsoft.com/office/drawing/2014/main" id="{33010B02-6EE5-4E47-3118-C9EBAFCADA43}"/>
              </a:ext>
            </a:extLst>
          </p:cNvPr>
          <p:cNvSpPr>
            <a:spLocks noChangeArrowheads="1"/>
          </p:cNvSpPr>
          <p:nvPr userDrawn="1"/>
        </p:nvSpPr>
        <p:spPr bwMode="auto">
          <a:xfrm>
            <a:off x="4233055" y="3304728"/>
            <a:ext cx="821384" cy="821383"/>
          </a:xfrm>
          <a:prstGeom prst="ellipse">
            <a:avLst/>
          </a:prstGeom>
          <a:solidFill>
            <a:sysClr val="window" lastClr="FFFFFF"/>
          </a:solidFill>
          <a:ln w="15875" cap="flat">
            <a:noFill/>
            <a:prstDash val="solid"/>
            <a:miter lim="800000"/>
            <a:headEnd/>
            <a:tailEnd/>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5" name="Oval 18">
            <a:extLst>
              <a:ext uri="{FF2B5EF4-FFF2-40B4-BE49-F238E27FC236}">
                <a16:creationId xmlns:a16="http://schemas.microsoft.com/office/drawing/2014/main" id="{F3D5716C-1FC1-A63A-0E71-A110CD002AAE}"/>
              </a:ext>
            </a:extLst>
          </p:cNvPr>
          <p:cNvSpPr>
            <a:spLocks noChangeArrowheads="1"/>
          </p:cNvSpPr>
          <p:nvPr userDrawn="1"/>
        </p:nvSpPr>
        <p:spPr bwMode="auto">
          <a:xfrm>
            <a:off x="3494692" y="5178689"/>
            <a:ext cx="821384" cy="821383"/>
          </a:xfrm>
          <a:prstGeom prst="ellipse">
            <a:avLst/>
          </a:prstGeom>
          <a:solidFill>
            <a:sysClr val="window" lastClr="FFFFFF"/>
          </a:solidFill>
          <a:ln w="15875" cap="flat">
            <a:noFill/>
            <a:prstDash val="solid"/>
            <a:miter lim="800000"/>
            <a:headEnd/>
            <a:tailEnd/>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6" name="Freeform 55">
            <a:extLst>
              <a:ext uri="{FF2B5EF4-FFF2-40B4-BE49-F238E27FC236}">
                <a16:creationId xmlns:a16="http://schemas.microsoft.com/office/drawing/2014/main" id="{6D85A67C-7A56-DE2B-22A3-ED2B40C80C8F}"/>
              </a:ext>
            </a:extLst>
          </p:cNvPr>
          <p:cNvSpPr>
            <a:spLocks noEditPoints="1"/>
          </p:cNvSpPr>
          <p:nvPr userDrawn="1"/>
        </p:nvSpPr>
        <p:spPr bwMode="auto">
          <a:xfrm>
            <a:off x="7355515" y="1745733"/>
            <a:ext cx="387340" cy="389043"/>
          </a:xfrm>
          <a:custGeom>
            <a:avLst/>
            <a:gdLst>
              <a:gd name="T0" fmla="*/ 48 w 96"/>
              <a:gd name="T1" fmla="*/ 0 h 96"/>
              <a:gd name="T2" fmla="*/ 0 w 96"/>
              <a:gd name="T3" fmla="*/ 48 h 96"/>
              <a:gd name="T4" fmla="*/ 48 w 96"/>
              <a:gd name="T5" fmla="*/ 96 h 96"/>
              <a:gd name="T6" fmla="*/ 96 w 96"/>
              <a:gd name="T7" fmla="*/ 48 h 96"/>
              <a:gd name="T8" fmla="*/ 48 w 96"/>
              <a:gd name="T9" fmla="*/ 0 h 96"/>
              <a:gd name="T10" fmla="*/ 75 w 96"/>
              <a:gd name="T11" fmla="*/ 50 h 96"/>
              <a:gd name="T12" fmla="*/ 39 w 96"/>
              <a:gd name="T13" fmla="*/ 80 h 96"/>
              <a:gd name="T14" fmla="*/ 38 w 96"/>
              <a:gd name="T15" fmla="*/ 80 h 96"/>
              <a:gd name="T16" fmla="*/ 37 w 96"/>
              <a:gd name="T17" fmla="*/ 80 h 96"/>
              <a:gd name="T18" fmla="*/ 36 w 96"/>
              <a:gd name="T19" fmla="*/ 78 h 96"/>
              <a:gd name="T20" fmla="*/ 36 w 96"/>
              <a:gd name="T21" fmla="*/ 62 h 96"/>
              <a:gd name="T22" fmla="*/ 37 w 96"/>
              <a:gd name="T23" fmla="*/ 60 h 96"/>
              <a:gd name="T24" fmla="*/ 53 w 96"/>
              <a:gd name="T25" fmla="*/ 48 h 96"/>
              <a:gd name="T26" fmla="*/ 37 w 96"/>
              <a:gd name="T27" fmla="*/ 36 h 96"/>
              <a:gd name="T28" fmla="*/ 36 w 96"/>
              <a:gd name="T29" fmla="*/ 34 h 96"/>
              <a:gd name="T30" fmla="*/ 36 w 96"/>
              <a:gd name="T31" fmla="*/ 18 h 96"/>
              <a:gd name="T32" fmla="*/ 37 w 96"/>
              <a:gd name="T33" fmla="*/ 16 h 96"/>
              <a:gd name="T34" fmla="*/ 39 w 96"/>
              <a:gd name="T35" fmla="*/ 16 h 96"/>
              <a:gd name="T36" fmla="*/ 75 w 96"/>
              <a:gd name="T37" fmla="*/ 46 h 96"/>
              <a:gd name="T38" fmla="*/ 76 w 96"/>
              <a:gd name="T39" fmla="*/ 48 h 96"/>
              <a:gd name="T40" fmla="*/ 75 w 96"/>
              <a:gd name="T41" fmla="*/ 5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 h="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p>
        </p:txBody>
      </p:sp>
      <p:sp>
        <p:nvSpPr>
          <p:cNvPr id="37" name="Freeform 55">
            <a:extLst>
              <a:ext uri="{FF2B5EF4-FFF2-40B4-BE49-F238E27FC236}">
                <a16:creationId xmlns:a16="http://schemas.microsoft.com/office/drawing/2014/main" id="{271FD54B-823D-1391-2FD1-60C75B0D6A71}"/>
              </a:ext>
            </a:extLst>
          </p:cNvPr>
          <p:cNvSpPr>
            <a:spLocks noEditPoints="1"/>
          </p:cNvSpPr>
          <p:nvPr userDrawn="1"/>
        </p:nvSpPr>
        <p:spPr bwMode="auto">
          <a:xfrm>
            <a:off x="7355515" y="3523733"/>
            <a:ext cx="387340" cy="389043"/>
          </a:xfrm>
          <a:custGeom>
            <a:avLst/>
            <a:gdLst>
              <a:gd name="T0" fmla="*/ 48 w 96"/>
              <a:gd name="T1" fmla="*/ 0 h 96"/>
              <a:gd name="T2" fmla="*/ 0 w 96"/>
              <a:gd name="T3" fmla="*/ 48 h 96"/>
              <a:gd name="T4" fmla="*/ 48 w 96"/>
              <a:gd name="T5" fmla="*/ 96 h 96"/>
              <a:gd name="T6" fmla="*/ 96 w 96"/>
              <a:gd name="T7" fmla="*/ 48 h 96"/>
              <a:gd name="T8" fmla="*/ 48 w 96"/>
              <a:gd name="T9" fmla="*/ 0 h 96"/>
              <a:gd name="T10" fmla="*/ 75 w 96"/>
              <a:gd name="T11" fmla="*/ 50 h 96"/>
              <a:gd name="T12" fmla="*/ 39 w 96"/>
              <a:gd name="T13" fmla="*/ 80 h 96"/>
              <a:gd name="T14" fmla="*/ 38 w 96"/>
              <a:gd name="T15" fmla="*/ 80 h 96"/>
              <a:gd name="T16" fmla="*/ 37 w 96"/>
              <a:gd name="T17" fmla="*/ 80 h 96"/>
              <a:gd name="T18" fmla="*/ 36 w 96"/>
              <a:gd name="T19" fmla="*/ 78 h 96"/>
              <a:gd name="T20" fmla="*/ 36 w 96"/>
              <a:gd name="T21" fmla="*/ 62 h 96"/>
              <a:gd name="T22" fmla="*/ 37 w 96"/>
              <a:gd name="T23" fmla="*/ 60 h 96"/>
              <a:gd name="T24" fmla="*/ 53 w 96"/>
              <a:gd name="T25" fmla="*/ 48 h 96"/>
              <a:gd name="T26" fmla="*/ 37 w 96"/>
              <a:gd name="T27" fmla="*/ 36 h 96"/>
              <a:gd name="T28" fmla="*/ 36 w 96"/>
              <a:gd name="T29" fmla="*/ 34 h 96"/>
              <a:gd name="T30" fmla="*/ 36 w 96"/>
              <a:gd name="T31" fmla="*/ 18 h 96"/>
              <a:gd name="T32" fmla="*/ 37 w 96"/>
              <a:gd name="T33" fmla="*/ 16 h 96"/>
              <a:gd name="T34" fmla="*/ 39 w 96"/>
              <a:gd name="T35" fmla="*/ 16 h 96"/>
              <a:gd name="T36" fmla="*/ 75 w 96"/>
              <a:gd name="T37" fmla="*/ 46 h 96"/>
              <a:gd name="T38" fmla="*/ 76 w 96"/>
              <a:gd name="T39" fmla="*/ 48 h 96"/>
              <a:gd name="T40" fmla="*/ 75 w 96"/>
              <a:gd name="T41" fmla="*/ 5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 h="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p>
        </p:txBody>
      </p:sp>
      <p:sp>
        <p:nvSpPr>
          <p:cNvPr id="38" name="Freeform 55">
            <a:extLst>
              <a:ext uri="{FF2B5EF4-FFF2-40B4-BE49-F238E27FC236}">
                <a16:creationId xmlns:a16="http://schemas.microsoft.com/office/drawing/2014/main" id="{1F0FBAA0-C49C-F9A3-DB93-FACD5F8C8063}"/>
              </a:ext>
            </a:extLst>
          </p:cNvPr>
          <p:cNvSpPr>
            <a:spLocks noEditPoints="1"/>
          </p:cNvSpPr>
          <p:nvPr userDrawn="1"/>
        </p:nvSpPr>
        <p:spPr bwMode="auto">
          <a:xfrm>
            <a:off x="7355515" y="5299162"/>
            <a:ext cx="387340" cy="389043"/>
          </a:xfrm>
          <a:custGeom>
            <a:avLst/>
            <a:gdLst>
              <a:gd name="T0" fmla="*/ 48 w 96"/>
              <a:gd name="T1" fmla="*/ 0 h 96"/>
              <a:gd name="T2" fmla="*/ 0 w 96"/>
              <a:gd name="T3" fmla="*/ 48 h 96"/>
              <a:gd name="T4" fmla="*/ 48 w 96"/>
              <a:gd name="T5" fmla="*/ 96 h 96"/>
              <a:gd name="T6" fmla="*/ 96 w 96"/>
              <a:gd name="T7" fmla="*/ 48 h 96"/>
              <a:gd name="T8" fmla="*/ 48 w 96"/>
              <a:gd name="T9" fmla="*/ 0 h 96"/>
              <a:gd name="T10" fmla="*/ 75 w 96"/>
              <a:gd name="T11" fmla="*/ 50 h 96"/>
              <a:gd name="T12" fmla="*/ 39 w 96"/>
              <a:gd name="T13" fmla="*/ 80 h 96"/>
              <a:gd name="T14" fmla="*/ 38 w 96"/>
              <a:gd name="T15" fmla="*/ 80 h 96"/>
              <a:gd name="T16" fmla="*/ 37 w 96"/>
              <a:gd name="T17" fmla="*/ 80 h 96"/>
              <a:gd name="T18" fmla="*/ 36 w 96"/>
              <a:gd name="T19" fmla="*/ 78 h 96"/>
              <a:gd name="T20" fmla="*/ 36 w 96"/>
              <a:gd name="T21" fmla="*/ 62 h 96"/>
              <a:gd name="T22" fmla="*/ 37 w 96"/>
              <a:gd name="T23" fmla="*/ 60 h 96"/>
              <a:gd name="T24" fmla="*/ 53 w 96"/>
              <a:gd name="T25" fmla="*/ 48 h 96"/>
              <a:gd name="T26" fmla="*/ 37 w 96"/>
              <a:gd name="T27" fmla="*/ 36 h 96"/>
              <a:gd name="T28" fmla="*/ 36 w 96"/>
              <a:gd name="T29" fmla="*/ 34 h 96"/>
              <a:gd name="T30" fmla="*/ 36 w 96"/>
              <a:gd name="T31" fmla="*/ 18 h 96"/>
              <a:gd name="T32" fmla="*/ 37 w 96"/>
              <a:gd name="T33" fmla="*/ 16 h 96"/>
              <a:gd name="T34" fmla="*/ 39 w 96"/>
              <a:gd name="T35" fmla="*/ 16 h 96"/>
              <a:gd name="T36" fmla="*/ 75 w 96"/>
              <a:gd name="T37" fmla="*/ 46 h 96"/>
              <a:gd name="T38" fmla="*/ 76 w 96"/>
              <a:gd name="T39" fmla="*/ 48 h 96"/>
              <a:gd name="T40" fmla="*/ 75 w 96"/>
              <a:gd name="T41" fmla="*/ 5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 h="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p>
        </p:txBody>
      </p:sp>
      <p:cxnSp>
        <p:nvCxnSpPr>
          <p:cNvPr id="42" name="Straight Connector 41">
            <a:extLst>
              <a:ext uri="{FF2B5EF4-FFF2-40B4-BE49-F238E27FC236}">
                <a16:creationId xmlns:a16="http://schemas.microsoft.com/office/drawing/2014/main" id="{43469BD5-DD37-4B4A-A76F-41DBCCB5DF20}"/>
              </a:ext>
            </a:extLst>
          </p:cNvPr>
          <p:cNvCxnSpPr>
            <a:cxnSpLocks/>
          </p:cNvCxnSpPr>
          <p:nvPr userDrawn="1"/>
        </p:nvCxnSpPr>
        <p:spPr>
          <a:xfrm>
            <a:off x="8229600" y="2806682"/>
            <a:ext cx="3962399" cy="0"/>
          </a:xfrm>
          <a:prstGeom prst="line">
            <a:avLst/>
          </a:prstGeom>
          <a:ln w="19050">
            <a:solidFill>
              <a:schemeClr val="tx1">
                <a:lumMod val="20000"/>
                <a:lumOff val="8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5D531E9-1A0A-DBC7-18BB-ABC9BEBC389B}"/>
              </a:ext>
            </a:extLst>
          </p:cNvPr>
          <p:cNvCxnSpPr>
            <a:cxnSpLocks/>
          </p:cNvCxnSpPr>
          <p:nvPr userDrawn="1"/>
        </p:nvCxnSpPr>
        <p:spPr>
          <a:xfrm>
            <a:off x="8229600" y="4618217"/>
            <a:ext cx="3962399" cy="0"/>
          </a:xfrm>
          <a:prstGeom prst="line">
            <a:avLst/>
          </a:prstGeom>
          <a:ln w="19050">
            <a:solidFill>
              <a:schemeClr val="tx1">
                <a:lumMod val="20000"/>
                <a:lumOff val="80000"/>
              </a:schemeClr>
            </a:solidFill>
            <a:prstDash val="solid"/>
          </a:ln>
        </p:spPr>
        <p:style>
          <a:lnRef idx="1">
            <a:schemeClr val="accent1"/>
          </a:lnRef>
          <a:fillRef idx="0">
            <a:schemeClr val="accent1"/>
          </a:fillRef>
          <a:effectRef idx="0">
            <a:schemeClr val="accent1"/>
          </a:effectRef>
          <a:fontRef idx="minor">
            <a:schemeClr val="tx1"/>
          </a:fontRef>
        </p:style>
      </p:cxnSp>
      <p:sp>
        <p:nvSpPr>
          <p:cNvPr id="50" name="Content Placeholder 48">
            <a:extLst>
              <a:ext uri="{FF2B5EF4-FFF2-40B4-BE49-F238E27FC236}">
                <a16:creationId xmlns:a16="http://schemas.microsoft.com/office/drawing/2014/main" id="{FF5A177C-03B8-06A2-809E-D1AB7CE7C0C0}"/>
              </a:ext>
            </a:extLst>
          </p:cNvPr>
          <p:cNvSpPr>
            <a:spLocks noGrp="1"/>
          </p:cNvSpPr>
          <p:nvPr>
            <p:ph sz="quarter" idx="13" hasCustomPrompt="1"/>
          </p:nvPr>
        </p:nvSpPr>
        <p:spPr>
          <a:xfrm>
            <a:off x="1695450" y="3282983"/>
            <a:ext cx="866775" cy="866775"/>
          </a:xfrm>
          <a:prstGeom prst="ellipse">
            <a:avLst/>
          </a:prstGeom>
          <a:noFill/>
        </p:spPr>
        <p:txBody>
          <a:bodyPr anchor="ctr">
            <a:noAutofit/>
          </a:bodyPr>
          <a:lstStyle>
            <a:lvl1pPr marL="0" indent="0" algn="ctr">
              <a:buNone/>
              <a:defRPr sz="1200" b="0">
                <a:solidFill>
                  <a:schemeClr val="tx1"/>
                </a:solidFill>
              </a:defRPr>
            </a:lvl1pPr>
          </a:lstStyle>
          <a:p>
            <a:pPr lvl="0"/>
            <a:r>
              <a:rPr lang="en-US"/>
              <a:t>Insert Icon here</a:t>
            </a:r>
            <a:endParaRPr lang="en-IN"/>
          </a:p>
        </p:txBody>
      </p:sp>
      <p:sp>
        <p:nvSpPr>
          <p:cNvPr id="52" name="Content Placeholder 48">
            <a:extLst>
              <a:ext uri="{FF2B5EF4-FFF2-40B4-BE49-F238E27FC236}">
                <a16:creationId xmlns:a16="http://schemas.microsoft.com/office/drawing/2014/main" id="{05F77255-05C0-9A74-DD40-A5916AAD5B0C}"/>
              </a:ext>
            </a:extLst>
          </p:cNvPr>
          <p:cNvSpPr>
            <a:spLocks noGrp="1"/>
          </p:cNvSpPr>
          <p:nvPr>
            <p:ph sz="quarter" idx="14" hasCustomPrompt="1"/>
          </p:nvPr>
        </p:nvSpPr>
        <p:spPr>
          <a:xfrm>
            <a:off x="3591617" y="1628048"/>
            <a:ext cx="646119" cy="646119"/>
          </a:xfrm>
          <a:prstGeom prst="ellipse">
            <a:avLst/>
          </a:prstGeom>
          <a:noFill/>
        </p:spPr>
        <p:txBody>
          <a:bodyPr lIns="0" rIns="0" anchor="ctr">
            <a:noAutofit/>
          </a:bodyPr>
          <a:lstStyle>
            <a:lvl1pPr marL="0" indent="0" algn="ctr">
              <a:buNone/>
              <a:defRPr sz="1050" b="0">
                <a:solidFill>
                  <a:schemeClr val="tx1"/>
                </a:solidFill>
              </a:defRPr>
            </a:lvl1pPr>
          </a:lstStyle>
          <a:p>
            <a:pPr lvl="0"/>
            <a:r>
              <a:rPr lang="en-US"/>
              <a:t>Insert Icon here</a:t>
            </a:r>
            <a:endParaRPr lang="en-IN"/>
          </a:p>
        </p:txBody>
      </p:sp>
      <p:sp>
        <p:nvSpPr>
          <p:cNvPr id="53" name="Content Placeholder 48">
            <a:extLst>
              <a:ext uri="{FF2B5EF4-FFF2-40B4-BE49-F238E27FC236}">
                <a16:creationId xmlns:a16="http://schemas.microsoft.com/office/drawing/2014/main" id="{77F5205B-9112-EE4B-620A-91B4E4B97C98}"/>
              </a:ext>
            </a:extLst>
          </p:cNvPr>
          <p:cNvSpPr>
            <a:spLocks noGrp="1"/>
          </p:cNvSpPr>
          <p:nvPr>
            <p:ph sz="quarter" idx="15" hasCustomPrompt="1"/>
          </p:nvPr>
        </p:nvSpPr>
        <p:spPr>
          <a:xfrm>
            <a:off x="4316692" y="3384869"/>
            <a:ext cx="646119" cy="646119"/>
          </a:xfrm>
          <a:prstGeom prst="ellipse">
            <a:avLst/>
          </a:prstGeom>
          <a:noFill/>
        </p:spPr>
        <p:txBody>
          <a:bodyPr lIns="0" rIns="0" anchor="ctr">
            <a:noAutofit/>
          </a:bodyPr>
          <a:lstStyle>
            <a:lvl1pPr marL="0" indent="0" algn="ctr">
              <a:buNone/>
              <a:defRPr sz="1050" b="0">
                <a:solidFill>
                  <a:schemeClr val="tx1"/>
                </a:solidFill>
              </a:defRPr>
            </a:lvl1pPr>
          </a:lstStyle>
          <a:p>
            <a:pPr lvl="0"/>
            <a:r>
              <a:rPr lang="en-US"/>
              <a:t>Insert Icon here</a:t>
            </a:r>
            <a:endParaRPr lang="en-IN"/>
          </a:p>
        </p:txBody>
      </p:sp>
      <p:sp>
        <p:nvSpPr>
          <p:cNvPr id="54" name="Content Placeholder 48">
            <a:extLst>
              <a:ext uri="{FF2B5EF4-FFF2-40B4-BE49-F238E27FC236}">
                <a16:creationId xmlns:a16="http://schemas.microsoft.com/office/drawing/2014/main" id="{3858EDFE-7F0B-98AF-BF6E-4F3225FE588A}"/>
              </a:ext>
            </a:extLst>
          </p:cNvPr>
          <p:cNvSpPr>
            <a:spLocks noGrp="1"/>
          </p:cNvSpPr>
          <p:nvPr>
            <p:ph sz="quarter" idx="16" hasCustomPrompt="1"/>
          </p:nvPr>
        </p:nvSpPr>
        <p:spPr>
          <a:xfrm>
            <a:off x="3582495" y="5267687"/>
            <a:ext cx="646119" cy="646119"/>
          </a:xfrm>
          <a:prstGeom prst="ellipse">
            <a:avLst/>
          </a:prstGeom>
          <a:noFill/>
        </p:spPr>
        <p:txBody>
          <a:bodyPr lIns="0" rIns="0" anchor="ctr">
            <a:noAutofit/>
          </a:bodyPr>
          <a:lstStyle>
            <a:lvl1pPr marL="0" indent="0" algn="ctr">
              <a:buNone/>
              <a:defRPr sz="1050" b="0">
                <a:solidFill>
                  <a:schemeClr val="tx1"/>
                </a:solidFill>
              </a:defRPr>
            </a:lvl1pPr>
          </a:lstStyle>
          <a:p>
            <a:pPr lvl="0"/>
            <a:r>
              <a:rPr lang="en-US"/>
              <a:t>Insert Icon here</a:t>
            </a:r>
            <a:endParaRPr lang="en-IN"/>
          </a:p>
        </p:txBody>
      </p:sp>
      <p:sp>
        <p:nvSpPr>
          <p:cNvPr id="58" name="Text Placeholder 37">
            <a:extLst>
              <a:ext uri="{FF2B5EF4-FFF2-40B4-BE49-F238E27FC236}">
                <a16:creationId xmlns:a16="http://schemas.microsoft.com/office/drawing/2014/main" id="{B593B476-5837-8062-5891-DAC6F0B8ADB9}"/>
              </a:ext>
            </a:extLst>
          </p:cNvPr>
          <p:cNvSpPr>
            <a:spLocks noGrp="1"/>
          </p:cNvSpPr>
          <p:nvPr>
            <p:ph type="body" sz="quarter" idx="17" hasCustomPrompt="1"/>
          </p:nvPr>
        </p:nvSpPr>
        <p:spPr>
          <a:xfrm>
            <a:off x="4779296" y="1760224"/>
            <a:ext cx="2321778" cy="373142"/>
          </a:xfrm>
        </p:spPr>
        <p:txBody>
          <a:bodyPr>
            <a:normAutofit/>
          </a:bodyPr>
          <a:lstStyle>
            <a:lvl1pPr marL="0" indent="0">
              <a:buNone/>
              <a:defRPr sz="1800" b="1">
                <a:solidFill>
                  <a:schemeClr val="bg1"/>
                </a:solidFill>
                <a:latin typeface="Barlow" panose="00000500000000000000" pitchFamily="2" charset="0"/>
              </a:defRPr>
            </a:lvl1pPr>
          </a:lstStyle>
          <a:p>
            <a:pPr lvl="0"/>
            <a:r>
              <a:rPr lang="en-US"/>
              <a:t>Click to add text</a:t>
            </a:r>
            <a:endParaRPr lang="en-IN"/>
          </a:p>
        </p:txBody>
      </p:sp>
      <p:sp>
        <p:nvSpPr>
          <p:cNvPr id="60" name="Text Placeholder 37">
            <a:extLst>
              <a:ext uri="{FF2B5EF4-FFF2-40B4-BE49-F238E27FC236}">
                <a16:creationId xmlns:a16="http://schemas.microsoft.com/office/drawing/2014/main" id="{3F5D3575-335B-A44B-13A3-674D27F0BFCF}"/>
              </a:ext>
            </a:extLst>
          </p:cNvPr>
          <p:cNvSpPr>
            <a:spLocks noGrp="1"/>
          </p:cNvSpPr>
          <p:nvPr>
            <p:ph type="body" sz="quarter" idx="19" hasCustomPrompt="1"/>
          </p:nvPr>
        </p:nvSpPr>
        <p:spPr>
          <a:xfrm>
            <a:off x="5506682" y="3564546"/>
            <a:ext cx="2321778" cy="373142"/>
          </a:xfrm>
        </p:spPr>
        <p:txBody>
          <a:bodyPr>
            <a:normAutofit/>
          </a:bodyPr>
          <a:lstStyle>
            <a:lvl1pPr marL="0" indent="0">
              <a:buNone/>
              <a:defRPr sz="1800" b="1">
                <a:solidFill>
                  <a:schemeClr val="bg1"/>
                </a:solidFill>
                <a:latin typeface="Barlow" panose="00000500000000000000" pitchFamily="2" charset="0"/>
              </a:defRPr>
            </a:lvl1pPr>
          </a:lstStyle>
          <a:p>
            <a:pPr lvl="0"/>
            <a:r>
              <a:rPr lang="en-US"/>
              <a:t>Click to add text</a:t>
            </a:r>
            <a:endParaRPr lang="en-IN"/>
          </a:p>
        </p:txBody>
      </p:sp>
      <p:sp>
        <p:nvSpPr>
          <p:cNvPr id="62" name="Text Placeholder 37">
            <a:extLst>
              <a:ext uri="{FF2B5EF4-FFF2-40B4-BE49-F238E27FC236}">
                <a16:creationId xmlns:a16="http://schemas.microsoft.com/office/drawing/2014/main" id="{B1D4934E-1083-3A67-D325-D1F4D254CC8D}"/>
              </a:ext>
            </a:extLst>
          </p:cNvPr>
          <p:cNvSpPr>
            <a:spLocks noGrp="1"/>
          </p:cNvSpPr>
          <p:nvPr>
            <p:ph type="body" sz="quarter" idx="20" hasCustomPrompt="1"/>
          </p:nvPr>
        </p:nvSpPr>
        <p:spPr>
          <a:xfrm>
            <a:off x="4779296" y="5353719"/>
            <a:ext cx="2321778" cy="373142"/>
          </a:xfrm>
        </p:spPr>
        <p:txBody>
          <a:bodyPr>
            <a:normAutofit/>
          </a:bodyPr>
          <a:lstStyle>
            <a:lvl1pPr marL="0" indent="0">
              <a:buNone/>
              <a:defRPr sz="1800" b="1">
                <a:solidFill>
                  <a:schemeClr val="bg1"/>
                </a:solidFill>
                <a:latin typeface="Barlow" panose="00000500000000000000" pitchFamily="2" charset="0"/>
              </a:defRPr>
            </a:lvl1pPr>
          </a:lstStyle>
          <a:p>
            <a:pPr lvl="0"/>
            <a:r>
              <a:rPr lang="en-US"/>
              <a:t>Click to add text</a:t>
            </a:r>
            <a:endParaRPr lang="en-IN"/>
          </a:p>
        </p:txBody>
      </p:sp>
      <p:sp>
        <p:nvSpPr>
          <p:cNvPr id="63" name="Text Placeholder 37">
            <a:extLst>
              <a:ext uri="{FF2B5EF4-FFF2-40B4-BE49-F238E27FC236}">
                <a16:creationId xmlns:a16="http://schemas.microsoft.com/office/drawing/2014/main" id="{936A35AC-9CB7-807A-A8F9-16D71A589A95}"/>
              </a:ext>
            </a:extLst>
          </p:cNvPr>
          <p:cNvSpPr>
            <a:spLocks noGrp="1"/>
          </p:cNvSpPr>
          <p:nvPr>
            <p:ph type="body" sz="quarter" idx="18" hasCustomPrompt="1"/>
          </p:nvPr>
        </p:nvSpPr>
        <p:spPr>
          <a:xfrm>
            <a:off x="8195944" y="1571162"/>
            <a:ext cx="3648056" cy="68406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65" name="Text Placeholder 37">
            <a:extLst>
              <a:ext uri="{FF2B5EF4-FFF2-40B4-BE49-F238E27FC236}">
                <a16:creationId xmlns:a16="http://schemas.microsoft.com/office/drawing/2014/main" id="{5F6B095A-1098-0FC1-A1C5-34223CB04D6D}"/>
              </a:ext>
            </a:extLst>
          </p:cNvPr>
          <p:cNvSpPr>
            <a:spLocks noGrp="1"/>
          </p:cNvSpPr>
          <p:nvPr>
            <p:ph type="body" sz="quarter" idx="21" hasCustomPrompt="1"/>
          </p:nvPr>
        </p:nvSpPr>
        <p:spPr>
          <a:xfrm>
            <a:off x="8195944" y="3373388"/>
            <a:ext cx="3648056" cy="68406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67" name="Text Placeholder 37">
            <a:extLst>
              <a:ext uri="{FF2B5EF4-FFF2-40B4-BE49-F238E27FC236}">
                <a16:creationId xmlns:a16="http://schemas.microsoft.com/office/drawing/2014/main" id="{F6A5C0E3-76BF-4BA6-E071-47CE251478C4}"/>
              </a:ext>
            </a:extLst>
          </p:cNvPr>
          <p:cNvSpPr>
            <a:spLocks noGrp="1"/>
          </p:cNvSpPr>
          <p:nvPr>
            <p:ph type="body" sz="quarter" idx="22" hasCustomPrompt="1"/>
          </p:nvPr>
        </p:nvSpPr>
        <p:spPr>
          <a:xfrm>
            <a:off x="8195944" y="5198260"/>
            <a:ext cx="3648056" cy="68406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Tree>
    <p:extLst>
      <p:ext uri="{BB962C8B-B14F-4D97-AF65-F5344CB8AC3E}">
        <p14:creationId xmlns:p14="http://schemas.microsoft.com/office/powerpoint/2010/main" val="109930075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Objective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5B70706-665F-D233-927E-7E77D2E88119}"/>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7" name="Rectangle 6">
            <a:extLst>
              <a:ext uri="{FF2B5EF4-FFF2-40B4-BE49-F238E27FC236}">
                <a16:creationId xmlns:a16="http://schemas.microsoft.com/office/drawing/2014/main" id="{01C507B7-A66D-F0AD-7032-3DC6DCBA8BCA}"/>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72491EB-A06E-9980-2FDB-4D51DF8F522E}"/>
              </a:ext>
            </a:extLst>
          </p:cNvPr>
          <p:cNvSpPr/>
          <p:nvPr userDrawn="1"/>
        </p:nvSpPr>
        <p:spPr>
          <a:xfrm>
            <a:off x="1670127" y="3161760"/>
            <a:ext cx="921774" cy="9217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ircle: Hollow 12">
            <a:extLst>
              <a:ext uri="{FF2B5EF4-FFF2-40B4-BE49-F238E27FC236}">
                <a16:creationId xmlns:a16="http://schemas.microsoft.com/office/drawing/2014/main" id="{28C64CAD-DDF0-5A97-A7CA-7E4B4EE036FC}"/>
              </a:ext>
            </a:extLst>
          </p:cNvPr>
          <p:cNvSpPr/>
          <p:nvPr userDrawn="1"/>
        </p:nvSpPr>
        <p:spPr>
          <a:xfrm>
            <a:off x="983098" y="2474731"/>
            <a:ext cx="2295832" cy="2295832"/>
          </a:xfrm>
          <a:prstGeom prst="donut">
            <a:avLst>
              <a:gd name="adj" fmla="val 104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ircle: Hollow 13">
            <a:extLst>
              <a:ext uri="{FF2B5EF4-FFF2-40B4-BE49-F238E27FC236}">
                <a16:creationId xmlns:a16="http://schemas.microsoft.com/office/drawing/2014/main" id="{82C2629D-D253-6650-BDF7-34936B0CCC64}"/>
              </a:ext>
            </a:extLst>
          </p:cNvPr>
          <p:cNvSpPr/>
          <p:nvPr userDrawn="1"/>
        </p:nvSpPr>
        <p:spPr>
          <a:xfrm>
            <a:off x="1325491" y="2817124"/>
            <a:ext cx="1611046" cy="1611046"/>
          </a:xfrm>
          <a:prstGeom prst="donut">
            <a:avLst>
              <a:gd name="adj" fmla="val 12789"/>
            </a:avLst>
          </a:prstGeom>
          <a:solidFill>
            <a:schemeClr val="tx2"/>
          </a:solidFill>
          <a:ln>
            <a:noFill/>
          </a:ln>
          <a:effectLst>
            <a:outerShdw blurRad="1524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D6D6733-293C-169D-1343-B7AA221AFDA0}"/>
              </a:ext>
            </a:extLst>
          </p:cNvPr>
          <p:cNvSpPr/>
          <p:nvPr userDrawn="1"/>
        </p:nvSpPr>
        <p:spPr>
          <a:xfrm>
            <a:off x="4241244" y="1474242"/>
            <a:ext cx="853762" cy="853762"/>
          </a:xfrm>
          <a:prstGeom prst="ellipse">
            <a:avLst/>
          </a:prstGeom>
          <a:solidFill>
            <a:schemeClr val="accent1"/>
          </a:solidFill>
          <a:ln>
            <a:noFill/>
          </a:ln>
          <a:effectLst>
            <a:outerShdw blurRad="1524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9FDE78F-686F-FE71-67A0-4CAAE2054F7A}"/>
              </a:ext>
            </a:extLst>
          </p:cNvPr>
          <p:cNvSpPr/>
          <p:nvPr userDrawn="1"/>
        </p:nvSpPr>
        <p:spPr>
          <a:xfrm>
            <a:off x="4241244" y="3195766"/>
            <a:ext cx="853762" cy="853762"/>
          </a:xfrm>
          <a:prstGeom prst="ellipse">
            <a:avLst/>
          </a:prstGeom>
          <a:solidFill>
            <a:schemeClr val="tx2"/>
          </a:solidFill>
          <a:ln>
            <a:noFill/>
          </a:ln>
          <a:effectLst>
            <a:outerShdw blurRad="1524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CD3A2BD4-7029-0ADC-6E6C-557C9E2ED926}"/>
              </a:ext>
            </a:extLst>
          </p:cNvPr>
          <p:cNvSpPr/>
          <p:nvPr userDrawn="1"/>
        </p:nvSpPr>
        <p:spPr>
          <a:xfrm>
            <a:off x="4241244" y="4917290"/>
            <a:ext cx="853762" cy="853762"/>
          </a:xfrm>
          <a:prstGeom prst="ellipse">
            <a:avLst/>
          </a:prstGeom>
          <a:solidFill>
            <a:schemeClr val="accent2"/>
          </a:solidFill>
          <a:ln>
            <a:noFill/>
          </a:ln>
          <a:effectLst>
            <a:outerShdw blurRad="1524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E40917F2-D105-B262-24B4-612AB9BA4C7C}"/>
              </a:ext>
            </a:extLst>
          </p:cNvPr>
          <p:cNvCxnSpPr>
            <a:cxnSpLocks/>
            <a:stCxn id="13" idx="7"/>
            <a:endCxn id="16" idx="2"/>
          </p:cNvCxnSpPr>
          <p:nvPr userDrawn="1"/>
        </p:nvCxnSpPr>
        <p:spPr>
          <a:xfrm flipV="1">
            <a:off x="2942713" y="1901123"/>
            <a:ext cx="1298531" cy="909825"/>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5F856E4-94A5-2A18-E908-01D719F37849}"/>
              </a:ext>
            </a:extLst>
          </p:cNvPr>
          <p:cNvCxnSpPr>
            <a:cxnSpLocks/>
            <a:stCxn id="14" idx="6"/>
            <a:endCxn id="17" idx="2"/>
          </p:cNvCxnSpPr>
          <p:nvPr userDrawn="1"/>
        </p:nvCxnSpPr>
        <p:spPr>
          <a:xfrm>
            <a:off x="2936537" y="3622647"/>
            <a:ext cx="1304707"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4257B5D-566B-DEB5-AAC3-8744847BD2E9}"/>
              </a:ext>
            </a:extLst>
          </p:cNvPr>
          <p:cNvCxnSpPr>
            <a:cxnSpLocks/>
            <a:stCxn id="12" idx="5"/>
            <a:endCxn id="18" idx="2"/>
          </p:cNvCxnSpPr>
          <p:nvPr userDrawn="1"/>
        </p:nvCxnSpPr>
        <p:spPr>
          <a:xfrm>
            <a:off x="2456910" y="3948543"/>
            <a:ext cx="1784334" cy="1395628"/>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68E07A1E-7547-E365-0AFF-0AB1AD229B6D}"/>
              </a:ext>
            </a:extLst>
          </p:cNvPr>
          <p:cNvGrpSpPr/>
          <p:nvPr userDrawn="1"/>
        </p:nvGrpSpPr>
        <p:grpSpPr>
          <a:xfrm>
            <a:off x="5341666" y="2761885"/>
            <a:ext cx="6334396" cy="1721524"/>
            <a:chOff x="4668125" y="3006439"/>
            <a:chExt cx="7007937" cy="1721524"/>
          </a:xfrm>
        </p:grpSpPr>
        <p:cxnSp>
          <p:nvCxnSpPr>
            <p:cNvPr id="26" name="Straight Connector 25">
              <a:extLst>
                <a:ext uri="{FF2B5EF4-FFF2-40B4-BE49-F238E27FC236}">
                  <a16:creationId xmlns:a16="http://schemas.microsoft.com/office/drawing/2014/main" id="{276C1A8B-EFE3-2BC1-84CD-C1E37827BA76}"/>
                </a:ext>
              </a:extLst>
            </p:cNvPr>
            <p:cNvCxnSpPr/>
            <p:nvPr/>
          </p:nvCxnSpPr>
          <p:spPr>
            <a:xfrm>
              <a:off x="4668125" y="3006439"/>
              <a:ext cx="7007937" cy="0"/>
            </a:xfrm>
            <a:prstGeom prst="line">
              <a:avLst/>
            </a:prstGeom>
            <a:ln w="19050">
              <a:solidFill>
                <a:schemeClr val="tx1">
                  <a:lumMod val="20000"/>
                  <a:lumOff val="8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F3AF28A-61CA-C34B-46C9-1EC1A93462D7}"/>
                </a:ext>
              </a:extLst>
            </p:cNvPr>
            <p:cNvCxnSpPr/>
            <p:nvPr/>
          </p:nvCxnSpPr>
          <p:spPr>
            <a:xfrm>
              <a:off x="4668125" y="4727963"/>
              <a:ext cx="7007937" cy="0"/>
            </a:xfrm>
            <a:prstGeom prst="line">
              <a:avLst/>
            </a:prstGeom>
            <a:ln w="19050">
              <a:solidFill>
                <a:schemeClr val="tx1">
                  <a:lumMod val="20000"/>
                  <a:lumOff val="8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31" name="Title 1">
            <a:extLst>
              <a:ext uri="{FF2B5EF4-FFF2-40B4-BE49-F238E27FC236}">
                <a16:creationId xmlns:a16="http://schemas.microsoft.com/office/drawing/2014/main" id="{E0F5C361-A437-A52A-FA93-EC7C046758C6}"/>
              </a:ext>
            </a:extLst>
          </p:cNvPr>
          <p:cNvSpPr txBox="1">
            <a:spLocks/>
          </p:cNvSpPr>
          <p:nvPr userDrawn="1"/>
        </p:nvSpPr>
        <p:spPr>
          <a:xfrm>
            <a:off x="8948107" y="1181122"/>
            <a:ext cx="2727955" cy="1440000"/>
          </a:xfrm>
          <a:prstGeom prst="rect">
            <a:avLst/>
          </a:prstGeom>
          <a:solidFill>
            <a:schemeClr val="accent1"/>
          </a:solidFill>
        </p:spPr>
        <p:txBody>
          <a:bodyPr vert="horz" wrap="square" lIns="108000" tIns="108000" rIns="108000" bIns="10800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00000"/>
              </a:lnSpc>
            </a:pPr>
            <a:endParaRPr lang="en-US" sz="1400">
              <a:solidFill>
                <a:schemeClr val="bg2"/>
              </a:solidFill>
              <a:latin typeface="Segoe UI" panose="020B0502040204020203" pitchFamily="34" charset="0"/>
              <a:ea typeface="Segoe UI Black" panose="020B0A02040204020203" pitchFamily="34" charset="0"/>
              <a:cs typeface="Segoe UI" panose="020B0502040204020203" pitchFamily="34" charset="0"/>
            </a:endParaRPr>
          </a:p>
        </p:txBody>
      </p:sp>
      <p:sp>
        <p:nvSpPr>
          <p:cNvPr id="32" name="Title 1">
            <a:extLst>
              <a:ext uri="{FF2B5EF4-FFF2-40B4-BE49-F238E27FC236}">
                <a16:creationId xmlns:a16="http://schemas.microsoft.com/office/drawing/2014/main" id="{721DE227-155D-2984-CAF6-C85A1B2220DE}"/>
              </a:ext>
            </a:extLst>
          </p:cNvPr>
          <p:cNvSpPr txBox="1">
            <a:spLocks/>
          </p:cNvSpPr>
          <p:nvPr userDrawn="1"/>
        </p:nvSpPr>
        <p:spPr>
          <a:xfrm>
            <a:off x="8948107" y="2902646"/>
            <a:ext cx="2727955" cy="1439998"/>
          </a:xfrm>
          <a:prstGeom prst="rect">
            <a:avLst/>
          </a:prstGeom>
          <a:solidFill>
            <a:schemeClr val="tx2"/>
          </a:solidFill>
        </p:spPr>
        <p:txBody>
          <a:bodyPr vert="horz" wrap="square" lIns="108000" tIns="108000" rIns="108000" bIns="10800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00000"/>
              </a:lnSpc>
            </a:pPr>
            <a:endParaRPr lang="en-US" sz="1400">
              <a:solidFill>
                <a:srgbClr val="00144F"/>
              </a:solidFill>
              <a:latin typeface="Segoe UI" panose="020B0502040204020203" pitchFamily="34" charset="0"/>
              <a:ea typeface="Segoe UI Black" panose="020B0A02040204020203" pitchFamily="34" charset="0"/>
              <a:cs typeface="Segoe UI" panose="020B0502040204020203" pitchFamily="34" charset="0"/>
            </a:endParaRPr>
          </a:p>
        </p:txBody>
      </p:sp>
      <p:sp>
        <p:nvSpPr>
          <p:cNvPr id="33" name="Title 1">
            <a:extLst>
              <a:ext uri="{FF2B5EF4-FFF2-40B4-BE49-F238E27FC236}">
                <a16:creationId xmlns:a16="http://schemas.microsoft.com/office/drawing/2014/main" id="{E4867A67-1B64-CC00-33FE-3D5F826A4DD3}"/>
              </a:ext>
            </a:extLst>
          </p:cNvPr>
          <p:cNvSpPr txBox="1">
            <a:spLocks/>
          </p:cNvSpPr>
          <p:nvPr userDrawn="1"/>
        </p:nvSpPr>
        <p:spPr>
          <a:xfrm>
            <a:off x="8948107" y="4624170"/>
            <a:ext cx="2727955" cy="1439997"/>
          </a:xfrm>
          <a:prstGeom prst="rect">
            <a:avLst/>
          </a:prstGeom>
          <a:solidFill>
            <a:schemeClr val="accent2"/>
          </a:solidFill>
        </p:spPr>
        <p:txBody>
          <a:bodyPr vert="horz" wrap="square" lIns="108000" tIns="108000" rIns="108000" bIns="10800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00000"/>
              </a:lnSpc>
            </a:pPr>
            <a:endParaRPr lang="en-US" sz="1400">
              <a:solidFill>
                <a:srgbClr val="00144F"/>
              </a:solidFill>
              <a:latin typeface="Segoe UI" panose="020B0502040204020203" pitchFamily="34" charset="0"/>
              <a:ea typeface="Segoe UI Black" panose="020B0A02040204020203" pitchFamily="34" charset="0"/>
              <a:cs typeface="Segoe UI" panose="020B0502040204020203" pitchFamily="34" charset="0"/>
            </a:endParaRPr>
          </a:p>
        </p:txBody>
      </p:sp>
      <p:sp>
        <p:nvSpPr>
          <p:cNvPr id="147" name="Content Placeholder 48">
            <a:extLst>
              <a:ext uri="{FF2B5EF4-FFF2-40B4-BE49-F238E27FC236}">
                <a16:creationId xmlns:a16="http://schemas.microsoft.com/office/drawing/2014/main" id="{C4263C6C-B123-303E-D5A8-DDB6BFEF38D0}"/>
              </a:ext>
            </a:extLst>
          </p:cNvPr>
          <p:cNvSpPr>
            <a:spLocks noGrp="1"/>
          </p:cNvSpPr>
          <p:nvPr>
            <p:ph sz="quarter" idx="13" hasCustomPrompt="1"/>
          </p:nvPr>
        </p:nvSpPr>
        <p:spPr>
          <a:xfrm>
            <a:off x="1791624" y="3289230"/>
            <a:ext cx="683166" cy="683166"/>
          </a:xfrm>
          <a:prstGeom prst="ellipse">
            <a:avLst/>
          </a:prstGeom>
          <a:noFill/>
        </p:spPr>
        <p:txBody>
          <a:bodyPr anchor="ctr">
            <a:noAutofit/>
          </a:bodyPr>
          <a:lstStyle>
            <a:lvl1pPr marL="0" indent="0" algn="ctr">
              <a:buNone/>
              <a:defRPr sz="1100" b="0">
                <a:solidFill>
                  <a:schemeClr val="tx1"/>
                </a:solidFill>
              </a:defRPr>
            </a:lvl1pPr>
          </a:lstStyle>
          <a:p>
            <a:pPr lvl="0"/>
            <a:r>
              <a:rPr lang="en-US"/>
              <a:t>Icon</a:t>
            </a:r>
            <a:endParaRPr lang="en-IN"/>
          </a:p>
        </p:txBody>
      </p:sp>
      <p:sp>
        <p:nvSpPr>
          <p:cNvPr id="150" name="Content Placeholder 50">
            <a:extLst>
              <a:ext uri="{FF2B5EF4-FFF2-40B4-BE49-F238E27FC236}">
                <a16:creationId xmlns:a16="http://schemas.microsoft.com/office/drawing/2014/main" id="{E8827325-34B0-0964-CD9C-2E5FE604F49C}"/>
              </a:ext>
            </a:extLst>
          </p:cNvPr>
          <p:cNvSpPr>
            <a:spLocks noGrp="1"/>
          </p:cNvSpPr>
          <p:nvPr>
            <p:ph sz="quarter" idx="14" hasCustomPrompt="1"/>
          </p:nvPr>
        </p:nvSpPr>
        <p:spPr>
          <a:xfrm>
            <a:off x="4355457" y="1590666"/>
            <a:ext cx="629962" cy="629962"/>
          </a:xfrm>
          <a:prstGeom prst="ellipse">
            <a:avLst/>
          </a:prstGeom>
          <a:solidFill>
            <a:schemeClr val="bg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01</a:t>
            </a:r>
            <a:endParaRPr lang="en-IN"/>
          </a:p>
        </p:txBody>
      </p:sp>
      <p:sp>
        <p:nvSpPr>
          <p:cNvPr id="152" name="Content Placeholder 50">
            <a:extLst>
              <a:ext uri="{FF2B5EF4-FFF2-40B4-BE49-F238E27FC236}">
                <a16:creationId xmlns:a16="http://schemas.microsoft.com/office/drawing/2014/main" id="{7E0F1F70-D974-03EE-826E-9C32F8F4B6C8}"/>
              </a:ext>
            </a:extLst>
          </p:cNvPr>
          <p:cNvSpPr>
            <a:spLocks noGrp="1"/>
          </p:cNvSpPr>
          <p:nvPr>
            <p:ph sz="quarter" idx="15" hasCustomPrompt="1"/>
          </p:nvPr>
        </p:nvSpPr>
        <p:spPr>
          <a:xfrm>
            <a:off x="4349802" y="3307167"/>
            <a:ext cx="629962" cy="629962"/>
          </a:xfrm>
          <a:prstGeom prst="ellipse">
            <a:avLst/>
          </a:prstGeom>
          <a:solidFill>
            <a:schemeClr val="bg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02</a:t>
            </a:r>
            <a:endParaRPr lang="en-IN"/>
          </a:p>
        </p:txBody>
      </p:sp>
      <p:sp>
        <p:nvSpPr>
          <p:cNvPr id="154" name="Content Placeholder 50">
            <a:extLst>
              <a:ext uri="{FF2B5EF4-FFF2-40B4-BE49-F238E27FC236}">
                <a16:creationId xmlns:a16="http://schemas.microsoft.com/office/drawing/2014/main" id="{FCCF1862-E649-649A-6E50-0154871E9516}"/>
              </a:ext>
            </a:extLst>
          </p:cNvPr>
          <p:cNvSpPr>
            <a:spLocks noGrp="1"/>
          </p:cNvSpPr>
          <p:nvPr>
            <p:ph sz="quarter" idx="16" hasCustomPrompt="1"/>
          </p:nvPr>
        </p:nvSpPr>
        <p:spPr>
          <a:xfrm>
            <a:off x="4349802" y="5033195"/>
            <a:ext cx="629962" cy="629962"/>
          </a:xfrm>
          <a:prstGeom prst="ellipse">
            <a:avLst/>
          </a:prstGeom>
          <a:solidFill>
            <a:schemeClr val="bg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03</a:t>
            </a:r>
            <a:endParaRPr lang="en-IN"/>
          </a:p>
        </p:txBody>
      </p:sp>
      <p:sp>
        <p:nvSpPr>
          <p:cNvPr id="155" name="Text Placeholder 37">
            <a:extLst>
              <a:ext uri="{FF2B5EF4-FFF2-40B4-BE49-F238E27FC236}">
                <a16:creationId xmlns:a16="http://schemas.microsoft.com/office/drawing/2014/main" id="{F0498DDA-7E44-3523-F943-CDA41C134E24}"/>
              </a:ext>
            </a:extLst>
          </p:cNvPr>
          <p:cNvSpPr>
            <a:spLocks noGrp="1"/>
          </p:cNvSpPr>
          <p:nvPr>
            <p:ph type="body" sz="quarter" idx="18" hasCustomPrompt="1"/>
          </p:nvPr>
        </p:nvSpPr>
        <p:spPr>
          <a:xfrm>
            <a:off x="5220205" y="1461114"/>
            <a:ext cx="3304363" cy="877521"/>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56" name="Text Placeholder 37">
            <a:extLst>
              <a:ext uri="{FF2B5EF4-FFF2-40B4-BE49-F238E27FC236}">
                <a16:creationId xmlns:a16="http://schemas.microsoft.com/office/drawing/2014/main" id="{340B35E3-575F-DDA8-EC88-43C1DBAB5331}"/>
              </a:ext>
            </a:extLst>
          </p:cNvPr>
          <p:cNvSpPr>
            <a:spLocks noGrp="1"/>
          </p:cNvSpPr>
          <p:nvPr>
            <p:ph type="body" sz="quarter" idx="19" hasCustomPrompt="1"/>
          </p:nvPr>
        </p:nvSpPr>
        <p:spPr>
          <a:xfrm>
            <a:off x="5222482" y="3187031"/>
            <a:ext cx="3304363" cy="877521"/>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57" name="Text Placeholder 37">
            <a:extLst>
              <a:ext uri="{FF2B5EF4-FFF2-40B4-BE49-F238E27FC236}">
                <a16:creationId xmlns:a16="http://schemas.microsoft.com/office/drawing/2014/main" id="{5AB6CBB4-FBB8-E26F-589D-63C8ADF1076C}"/>
              </a:ext>
            </a:extLst>
          </p:cNvPr>
          <p:cNvSpPr>
            <a:spLocks noGrp="1"/>
          </p:cNvSpPr>
          <p:nvPr>
            <p:ph type="body" sz="quarter" idx="20" hasCustomPrompt="1"/>
          </p:nvPr>
        </p:nvSpPr>
        <p:spPr>
          <a:xfrm>
            <a:off x="5220204" y="4904162"/>
            <a:ext cx="3304363" cy="877521"/>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59" name="Text Placeholder 37">
            <a:extLst>
              <a:ext uri="{FF2B5EF4-FFF2-40B4-BE49-F238E27FC236}">
                <a16:creationId xmlns:a16="http://schemas.microsoft.com/office/drawing/2014/main" id="{2FE499D0-899F-94C0-8F9F-AD0805A0B64F}"/>
              </a:ext>
            </a:extLst>
          </p:cNvPr>
          <p:cNvSpPr>
            <a:spLocks noGrp="1"/>
          </p:cNvSpPr>
          <p:nvPr>
            <p:ph type="body" sz="quarter" idx="21" hasCustomPrompt="1"/>
          </p:nvPr>
        </p:nvSpPr>
        <p:spPr>
          <a:xfrm>
            <a:off x="8948107" y="1847629"/>
            <a:ext cx="2556321" cy="674630"/>
          </a:xfrm>
        </p:spPr>
        <p:txBody>
          <a:bodyPr>
            <a:normAutofit/>
          </a:bodyPr>
          <a:lstStyle>
            <a:lvl1pPr marL="0" indent="0">
              <a:buNone/>
              <a:defRPr sz="1400" b="0">
                <a:solidFill>
                  <a:schemeClr val="bg2"/>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61" name="Text Placeholder 37">
            <a:extLst>
              <a:ext uri="{FF2B5EF4-FFF2-40B4-BE49-F238E27FC236}">
                <a16:creationId xmlns:a16="http://schemas.microsoft.com/office/drawing/2014/main" id="{5095DA80-723D-46D7-0C63-E8B5C98AE5D0}"/>
              </a:ext>
            </a:extLst>
          </p:cNvPr>
          <p:cNvSpPr>
            <a:spLocks noGrp="1"/>
          </p:cNvSpPr>
          <p:nvPr>
            <p:ph type="body" sz="quarter" idx="22" hasCustomPrompt="1"/>
          </p:nvPr>
        </p:nvSpPr>
        <p:spPr>
          <a:xfrm>
            <a:off x="8948106" y="3531362"/>
            <a:ext cx="2556321" cy="674630"/>
          </a:xfrm>
        </p:spPr>
        <p:txBody>
          <a:bodyPr>
            <a:normAutofit/>
          </a:bodyPr>
          <a:lstStyle>
            <a:lvl1pPr marL="0" indent="0">
              <a:buNone/>
              <a:defRPr sz="1400" b="0">
                <a:solidFill>
                  <a:schemeClr val="bg2"/>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63" name="Text Placeholder 37">
            <a:extLst>
              <a:ext uri="{FF2B5EF4-FFF2-40B4-BE49-F238E27FC236}">
                <a16:creationId xmlns:a16="http://schemas.microsoft.com/office/drawing/2014/main" id="{5BFDC6FA-396A-E049-22C1-CF9E942A8E2E}"/>
              </a:ext>
            </a:extLst>
          </p:cNvPr>
          <p:cNvSpPr>
            <a:spLocks noGrp="1"/>
          </p:cNvSpPr>
          <p:nvPr>
            <p:ph type="body" sz="quarter" idx="23" hasCustomPrompt="1"/>
          </p:nvPr>
        </p:nvSpPr>
        <p:spPr>
          <a:xfrm>
            <a:off x="8948105" y="5314934"/>
            <a:ext cx="2556321" cy="674630"/>
          </a:xfrm>
        </p:spPr>
        <p:txBody>
          <a:bodyPr>
            <a:normAutofit/>
          </a:bodyPr>
          <a:lstStyle>
            <a:lvl1pPr marL="0" indent="0">
              <a:buNone/>
              <a:defRPr sz="1400" b="0">
                <a:solidFill>
                  <a:schemeClr val="bg2"/>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65" name="Content Placeholder 78">
            <a:extLst>
              <a:ext uri="{FF2B5EF4-FFF2-40B4-BE49-F238E27FC236}">
                <a16:creationId xmlns:a16="http://schemas.microsoft.com/office/drawing/2014/main" id="{A9FF4C4C-89EC-6F7C-2D3E-763926983887}"/>
              </a:ext>
            </a:extLst>
          </p:cNvPr>
          <p:cNvSpPr>
            <a:spLocks noGrp="1"/>
          </p:cNvSpPr>
          <p:nvPr>
            <p:ph sz="quarter" idx="30" hasCustomPrompt="1"/>
          </p:nvPr>
        </p:nvSpPr>
        <p:spPr>
          <a:xfrm>
            <a:off x="9058332" y="1318259"/>
            <a:ext cx="458418" cy="442123"/>
          </a:xfrm>
          <a:prstGeom prst="rect">
            <a:avLst/>
          </a:prstGeom>
          <a:noFill/>
        </p:spPr>
        <p:txBody>
          <a:bodyPr lIns="0" rIns="0" anchor="ctr">
            <a:noAutofit/>
          </a:bodyPr>
          <a:lstStyle>
            <a:lvl1pPr marL="0" indent="0" algn="ctr">
              <a:buNone/>
              <a:defRPr sz="900" b="1">
                <a:solidFill>
                  <a:schemeClr val="bg2"/>
                </a:solidFill>
              </a:defRPr>
            </a:lvl1pPr>
          </a:lstStyle>
          <a:p>
            <a:pPr lvl="0"/>
            <a:r>
              <a:rPr lang="en-US"/>
              <a:t>Icon</a:t>
            </a:r>
            <a:endParaRPr lang="en-IN"/>
          </a:p>
        </p:txBody>
      </p:sp>
      <p:sp>
        <p:nvSpPr>
          <p:cNvPr id="167" name="Content Placeholder 78">
            <a:extLst>
              <a:ext uri="{FF2B5EF4-FFF2-40B4-BE49-F238E27FC236}">
                <a16:creationId xmlns:a16="http://schemas.microsoft.com/office/drawing/2014/main" id="{5B546DF5-E573-5EDF-7934-9FFB73E74FC4}"/>
              </a:ext>
            </a:extLst>
          </p:cNvPr>
          <p:cNvSpPr>
            <a:spLocks noGrp="1"/>
          </p:cNvSpPr>
          <p:nvPr>
            <p:ph sz="quarter" idx="31" hasCustomPrompt="1"/>
          </p:nvPr>
        </p:nvSpPr>
        <p:spPr>
          <a:xfrm>
            <a:off x="9058332" y="2992816"/>
            <a:ext cx="458418" cy="442123"/>
          </a:xfrm>
          <a:prstGeom prst="rect">
            <a:avLst/>
          </a:prstGeom>
          <a:noFill/>
        </p:spPr>
        <p:txBody>
          <a:bodyPr lIns="0" rIns="0" anchor="ctr">
            <a:noAutofit/>
          </a:bodyPr>
          <a:lstStyle>
            <a:lvl1pPr marL="0" indent="0" algn="ctr">
              <a:buNone/>
              <a:defRPr sz="900" b="1">
                <a:solidFill>
                  <a:schemeClr val="bg2"/>
                </a:solidFill>
              </a:defRPr>
            </a:lvl1pPr>
          </a:lstStyle>
          <a:p>
            <a:pPr lvl="0"/>
            <a:r>
              <a:rPr lang="en-US"/>
              <a:t>Icon</a:t>
            </a:r>
            <a:endParaRPr lang="en-IN"/>
          </a:p>
        </p:txBody>
      </p:sp>
      <p:sp>
        <p:nvSpPr>
          <p:cNvPr id="169" name="Content Placeholder 78">
            <a:extLst>
              <a:ext uri="{FF2B5EF4-FFF2-40B4-BE49-F238E27FC236}">
                <a16:creationId xmlns:a16="http://schemas.microsoft.com/office/drawing/2014/main" id="{FF88B4C8-1997-E4B8-340A-22ECD454DC0B}"/>
              </a:ext>
            </a:extLst>
          </p:cNvPr>
          <p:cNvSpPr>
            <a:spLocks noGrp="1"/>
          </p:cNvSpPr>
          <p:nvPr>
            <p:ph sz="quarter" idx="32" hasCustomPrompt="1"/>
          </p:nvPr>
        </p:nvSpPr>
        <p:spPr>
          <a:xfrm>
            <a:off x="9058332" y="4770563"/>
            <a:ext cx="458418" cy="442123"/>
          </a:xfrm>
          <a:prstGeom prst="rect">
            <a:avLst/>
          </a:prstGeom>
          <a:noFill/>
        </p:spPr>
        <p:txBody>
          <a:bodyPr lIns="0" rIns="0" anchor="ctr">
            <a:noAutofit/>
          </a:bodyPr>
          <a:lstStyle>
            <a:lvl1pPr marL="0" indent="0" algn="ctr">
              <a:buNone/>
              <a:defRPr sz="900" b="1">
                <a:solidFill>
                  <a:schemeClr val="bg2"/>
                </a:solidFill>
              </a:defRPr>
            </a:lvl1pPr>
          </a:lstStyle>
          <a:p>
            <a:pPr lvl="0"/>
            <a:r>
              <a:rPr lang="en-US"/>
              <a:t>Icon</a:t>
            </a:r>
            <a:endParaRPr lang="en-IN"/>
          </a:p>
        </p:txBody>
      </p:sp>
    </p:spTree>
    <p:extLst>
      <p:ext uri="{BB962C8B-B14F-4D97-AF65-F5344CB8AC3E}">
        <p14:creationId xmlns:p14="http://schemas.microsoft.com/office/powerpoint/2010/main" val="148491614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_Objectives">
    <p:spTree>
      <p:nvGrpSpPr>
        <p:cNvPr id="1" name=""/>
        <p:cNvGrpSpPr/>
        <p:nvPr/>
      </p:nvGrpSpPr>
      <p:grpSpPr>
        <a:xfrm>
          <a:off x="0" y="0"/>
          <a:ext cx="0" cy="0"/>
          <a:chOff x="0" y="0"/>
          <a:chExt cx="0" cy="0"/>
        </a:xfrm>
      </p:grpSpPr>
      <p:sp>
        <p:nvSpPr>
          <p:cNvPr id="61" name="Freeform: Shape 60">
            <a:extLst>
              <a:ext uri="{FF2B5EF4-FFF2-40B4-BE49-F238E27FC236}">
                <a16:creationId xmlns:a16="http://schemas.microsoft.com/office/drawing/2014/main" id="{EF464E36-3D58-E289-8BB4-A3980CFE8361}"/>
              </a:ext>
            </a:extLst>
          </p:cNvPr>
          <p:cNvSpPr/>
          <p:nvPr userDrawn="1"/>
        </p:nvSpPr>
        <p:spPr>
          <a:xfrm>
            <a:off x="703512" y="1539576"/>
            <a:ext cx="2345826" cy="2649945"/>
          </a:xfrm>
          <a:custGeom>
            <a:avLst/>
            <a:gdLst>
              <a:gd name="connsiteX0" fmla="*/ 1172913 w 2345826"/>
              <a:gd name="connsiteY0" fmla="*/ 0 h 2649945"/>
              <a:gd name="connsiteX1" fmla="*/ 2345826 w 2345826"/>
              <a:gd name="connsiteY1" fmla="*/ 1172913 h 2649945"/>
              <a:gd name="connsiteX2" fmla="*/ 1521702 w 2345826"/>
              <a:gd name="connsiteY2" fmla="*/ 2293094 h 2649945"/>
              <a:gd name="connsiteX3" fmla="*/ 1520205 w 2345826"/>
              <a:gd name="connsiteY3" fmla="*/ 2293479 h 2649945"/>
              <a:gd name="connsiteX4" fmla="*/ 1172914 w 2345826"/>
              <a:gd name="connsiteY4" fmla="*/ 2649945 h 2649945"/>
              <a:gd name="connsiteX5" fmla="*/ 825623 w 2345826"/>
              <a:gd name="connsiteY5" fmla="*/ 2293480 h 2649945"/>
              <a:gd name="connsiteX6" fmla="*/ 824125 w 2345826"/>
              <a:gd name="connsiteY6" fmla="*/ 2293094 h 2649945"/>
              <a:gd name="connsiteX7" fmla="*/ 0 w 2345826"/>
              <a:gd name="connsiteY7" fmla="*/ 1172913 h 2649945"/>
              <a:gd name="connsiteX8" fmla="*/ 1172913 w 2345826"/>
              <a:gd name="connsiteY8" fmla="*/ 0 h 2649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5826" h="2649945">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Shape 61">
            <a:extLst>
              <a:ext uri="{FF2B5EF4-FFF2-40B4-BE49-F238E27FC236}">
                <a16:creationId xmlns:a16="http://schemas.microsoft.com/office/drawing/2014/main" id="{AD398410-E365-6F19-18A5-49537316D865}"/>
              </a:ext>
            </a:extLst>
          </p:cNvPr>
          <p:cNvSpPr/>
          <p:nvPr userDrawn="1"/>
        </p:nvSpPr>
        <p:spPr>
          <a:xfrm>
            <a:off x="3516562" y="1539576"/>
            <a:ext cx="2345826" cy="2649945"/>
          </a:xfrm>
          <a:custGeom>
            <a:avLst/>
            <a:gdLst>
              <a:gd name="connsiteX0" fmla="*/ 1172913 w 2345826"/>
              <a:gd name="connsiteY0" fmla="*/ 0 h 2649945"/>
              <a:gd name="connsiteX1" fmla="*/ 2345826 w 2345826"/>
              <a:gd name="connsiteY1" fmla="*/ 1172913 h 2649945"/>
              <a:gd name="connsiteX2" fmla="*/ 1521702 w 2345826"/>
              <a:gd name="connsiteY2" fmla="*/ 2293094 h 2649945"/>
              <a:gd name="connsiteX3" fmla="*/ 1520205 w 2345826"/>
              <a:gd name="connsiteY3" fmla="*/ 2293479 h 2649945"/>
              <a:gd name="connsiteX4" fmla="*/ 1172914 w 2345826"/>
              <a:gd name="connsiteY4" fmla="*/ 2649945 h 2649945"/>
              <a:gd name="connsiteX5" fmla="*/ 825623 w 2345826"/>
              <a:gd name="connsiteY5" fmla="*/ 2293480 h 2649945"/>
              <a:gd name="connsiteX6" fmla="*/ 824125 w 2345826"/>
              <a:gd name="connsiteY6" fmla="*/ 2293094 h 2649945"/>
              <a:gd name="connsiteX7" fmla="*/ 0 w 2345826"/>
              <a:gd name="connsiteY7" fmla="*/ 1172913 h 2649945"/>
              <a:gd name="connsiteX8" fmla="*/ 1172913 w 2345826"/>
              <a:gd name="connsiteY8" fmla="*/ 0 h 2649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5826" h="2649945">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3" name="Freeform: Shape 62">
            <a:extLst>
              <a:ext uri="{FF2B5EF4-FFF2-40B4-BE49-F238E27FC236}">
                <a16:creationId xmlns:a16="http://schemas.microsoft.com/office/drawing/2014/main" id="{CC473D90-11D2-B60E-C89A-F8F597AB7353}"/>
              </a:ext>
            </a:extLst>
          </p:cNvPr>
          <p:cNvSpPr/>
          <p:nvPr userDrawn="1"/>
        </p:nvSpPr>
        <p:spPr>
          <a:xfrm>
            <a:off x="6329612" y="1539576"/>
            <a:ext cx="2345826" cy="2649945"/>
          </a:xfrm>
          <a:custGeom>
            <a:avLst/>
            <a:gdLst>
              <a:gd name="connsiteX0" fmla="*/ 1172913 w 2345826"/>
              <a:gd name="connsiteY0" fmla="*/ 0 h 2649945"/>
              <a:gd name="connsiteX1" fmla="*/ 2345826 w 2345826"/>
              <a:gd name="connsiteY1" fmla="*/ 1172913 h 2649945"/>
              <a:gd name="connsiteX2" fmla="*/ 1521702 w 2345826"/>
              <a:gd name="connsiteY2" fmla="*/ 2293094 h 2649945"/>
              <a:gd name="connsiteX3" fmla="*/ 1520205 w 2345826"/>
              <a:gd name="connsiteY3" fmla="*/ 2293479 h 2649945"/>
              <a:gd name="connsiteX4" fmla="*/ 1172914 w 2345826"/>
              <a:gd name="connsiteY4" fmla="*/ 2649945 h 2649945"/>
              <a:gd name="connsiteX5" fmla="*/ 825623 w 2345826"/>
              <a:gd name="connsiteY5" fmla="*/ 2293480 h 2649945"/>
              <a:gd name="connsiteX6" fmla="*/ 824125 w 2345826"/>
              <a:gd name="connsiteY6" fmla="*/ 2293094 h 2649945"/>
              <a:gd name="connsiteX7" fmla="*/ 0 w 2345826"/>
              <a:gd name="connsiteY7" fmla="*/ 1172913 h 2649945"/>
              <a:gd name="connsiteX8" fmla="*/ 1172913 w 2345826"/>
              <a:gd name="connsiteY8" fmla="*/ 0 h 2649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5826" h="2649945">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4" name="Freeform: Shape 63">
            <a:extLst>
              <a:ext uri="{FF2B5EF4-FFF2-40B4-BE49-F238E27FC236}">
                <a16:creationId xmlns:a16="http://schemas.microsoft.com/office/drawing/2014/main" id="{2955A60B-5C68-2796-76D9-9896E459AE46}"/>
              </a:ext>
            </a:extLst>
          </p:cNvPr>
          <p:cNvSpPr/>
          <p:nvPr userDrawn="1"/>
        </p:nvSpPr>
        <p:spPr>
          <a:xfrm>
            <a:off x="9142662" y="1539576"/>
            <a:ext cx="2345826" cy="2649945"/>
          </a:xfrm>
          <a:custGeom>
            <a:avLst/>
            <a:gdLst>
              <a:gd name="connsiteX0" fmla="*/ 1172913 w 2345826"/>
              <a:gd name="connsiteY0" fmla="*/ 0 h 2649945"/>
              <a:gd name="connsiteX1" fmla="*/ 2345826 w 2345826"/>
              <a:gd name="connsiteY1" fmla="*/ 1172913 h 2649945"/>
              <a:gd name="connsiteX2" fmla="*/ 1521701 w 2345826"/>
              <a:gd name="connsiteY2" fmla="*/ 2293094 h 2649945"/>
              <a:gd name="connsiteX3" fmla="*/ 1520205 w 2345826"/>
              <a:gd name="connsiteY3" fmla="*/ 2293479 h 2649945"/>
              <a:gd name="connsiteX4" fmla="*/ 1172914 w 2345826"/>
              <a:gd name="connsiteY4" fmla="*/ 2649945 h 2649945"/>
              <a:gd name="connsiteX5" fmla="*/ 825623 w 2345826"/>
              <a:gd name="connsiteY5" fmla="*/ 2293480 h 2649945"/>
              <a:gd name="connsiteX6" fmla="*/ 824125 w 2345826"/>
              <a:gd name="connsiteY6" fmla="*/ 2293094 h 2649945"/>
              <a:gd name="connsiteX7" fmla="*/ 0 w 2345826"/>
              <a:gd name="connsiteY7" fmla="*/ 1172913 h 2649945"/>
              <a:gd name="connsiteX8" fmla="*/ 1172913 w 2345826"/>
              <a:gd name="connsiteY8" fmla="*/ 0 h 2649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5826" h="2649945">
                <a:moveTo>
                  <a:pt x="1172913" y="0"/>
                </a:moveTo>
                <a:cubicBezTo>
                  <a:pt x="1820695" y="0"/>
                  <a:pt x="2345826" y="525131"/>
                  <a:pt x="2345826" y="1172913"/>
                </a:cubicBezTo>
                <a:cubicBezTo>
                  <a:pt x="2345826" y="1699236"/>
                  <a:pt x="1999157" y="2144590"/>
                  <a:pt x="1521701"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Title 1">
            <a:extLst>
              <a:ext uri="{FF2B5EF4-FFF2-40B4-BE49-F238E27FC236}">
                <a16:creationId xmlns:a16="http://schemas.microsoft.com/office/drawing/2014/main" id="{4CD54FF0-DEF8-BE93-EDF5-3C288B911428}"/>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7" name="Rectangle 6">
            <a:extLst>
              <a:ext uri="{FF2B5EF4-FFF2-40B4-BE49-F238E27FC236}">
                <a16:creationId xmlns:a16="http://schemas.microsoft.com/office/drawing/2014/main" id="{146F0990-3B8E-D6A5-89E4-A147C65EE9F1}"/>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Content Placeholder 50">
            <a:extLst>
              <a:ext uri="{FF2B5EF4-FFF2-40B4-BE49-F238E27FC236}">
                <a16:creationId xmlns:a16="http://schemas.microsoft.com/office/drawing/2014/main" id="{A934CBA5-1275-47B8-79BD-1F97697E3559}"/>
              </a:ext>
            </a:extLst>
          </p:cNvPr>
          <p:cNvSpPr>
            <a:spLocks noGrp="1"/>
          </p:cNvSpPr>
          <p:nvPr>
            <p:ph sz="quarter" idx="19" hasCustomPrompt="1"/>
          </p:nvPr>
        </p:nvSpPr>
        <p:spPr>
          <a:xfrm>
            <a:off x="3885203" y="1911373"/>
            <a:ext cx="1602232" cy="1602232"/>
          </a:xfrm>
          <a:prstGeom prst="ellipse">
            <a:avLst/>
          </a:prstGeom>
          <a:solidFill>
            <a:schemeClr val="tx2"/>
          </a:solidFill>
        </p:spPr>
        <p:txBody>
          <a:bodyPr tIns="91440" bIns="91440" anchor="ctr">
            <a:noAutofit/>
          </a:bodyPr>
          <a:lstStyle>
            <a:lvl1pPr marL="0" indent="0" algn="ctr">
              <a:buNone/>
              <a:defRPr sz="1800" b="1">
                <a:solidFill>
                  <a:schemeClr val="bg2"/>
                </a:solidFill>
                <a:latin typeface="Barlow" panose="00000500000000000000" pitchFamily="2" charset="0"/>
              </a:defRPr>
            </a:lvl1pPr>
          </a:lstStyle>
          <a:p>
            <a:pPr lvl="0"/>
            <a:r>
              <a:rPr lang="en-US"/>
              <a:t>Insert Icon Here</a:t>
            </a:r>
            <a:endParaRPr lang="en-IN"/>
          </a:p>
        </p:txBody>
      </p:sp>
      <p:sp>
        <p:nvSpPr>
          <p:cNvPr id="78" name="Content Placeholder 50">
            <a:extLst>
              <a:ext uri="{FF2B5EF4-FFF2-40B4-BE49-F238E27FC236}">
                <a16:creationId xmlns:a16="http://schemas.microsoft.com/office/drawing/2014/main" id="{9F787AD2-DBB6-7DA1-B325-AE95FC699DF7}"/>
              </a:ext>
            </a:extLst>
          </p:cNvPr>
          <p:cNvSpPr>
            <a:spLocks noGrp="1"/>
          </p:cNvSpPr>
          <p:nvPr>
            <p:ph sz="quarter" idx="20" hasCustomPrompt="1"/>
          </p:nvPr>
        </p:nvSpPr>
        <p:spPr>
          <a:xfrm>
            <a:off x="3782988" y="1960672"/>
            <a:ext cx="561545" cy="561545"/>
          </a:xfrm>
          <a:prstGeom prst="ellipse">
            <a:avLst/>
          </a:prstGeom>
          <a:solidFill>
            <a:schemeClr val="accent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01</a:t>
            </a:r>
            <a:endParaRPr lang="en-IN"/>
          </a:p>
        </p:txBody>
      </p:sp>
      <p:sp>
        <p:nvSpPr>
          <p:cNvPr id="79" name="Content Placeholder 50">
            <a:extLst>
              <a:ext uri="{FF2B5EF4-FFF2-40B4-BE49-F238E27FC236}">
                <a16:creationId xmlns:a16="http://schemas.microsoft.com/office/drawing/2014/main" id="{308A84F9-3130-7762-7F4E-A849EAB4F551}"/>
              </a:ext>
            </a:extLst>
          </p:cNvPr>
          <p:cNvSpPr>
            <a:spLocks noGrp="1"/>
          </p:cNvSpPr>
          <p:nvPr>
            <p:ph sz="quarter" idx="18" hasCustomPrompt="1"/>
          </p:nvPr>
        </p:nvSpPr>
        <p:spPr>
          <a:xfrm>
            <a:off x="1075309" y="1911373"/>
            <a:ext cx="1602232" cy="1602232"/>
          </a:xfrm>
          <a:prstGeom prst="ellipse">
            <a:avLst/>
          </a:prstGeom>
          <a:solidFill>
            <a:schemeClr val="tx2"/>
          </a:solidFill>
        </p:spPr>
        <p:txBody>
          <a:bodyPr tIns="91440" bIns="91440" anchor="ctr">
            <a:noAutofit/>
          </a:bodyPr>
          <a:lstStyle>
            <a:lvl1pPr marL="0" indent="0" algn="ctr">
              <a:buNone/>
              <a:defRPr sz="1800" b="1">
                <a:solidFill>
                  <a:schemeClr val="bg2"/>
                </a:solidFill>
                <a:latin typeface="Barlow" panose="00000500000000000000" pitchFamily="2" charset="0"/>
              </a:defRPr>
            </a:lvl1pPr>
          </a:lstStyle>
          <a:p>
            <a:pPr lvl="0"/>
            <a:r>
              <a:rPr lang="en-US"/>
              <a:t>Insert Icon Here</a:t>
            </a:r>
            <a:endParaRPr lang="en-IN"/>
          </a:p>
        </p:txBody>
      </p:sp>
      <p:sp>
        <p:nvSpPr>
          <p:cNvPr id="80" name="Content Placeholder 50">
            <a:extLst>
              <a:ext uri="{FF2B5EF4-FFF2-40B4-BE49-F238E27FC236}">
                <a16:creationId xmlns:a16="http://schemas.microsoft.com/office/drawing/2014/main" id="{7A614E02-7FDC-9EB0-DAAF-AB9D0A033435}"/>
              </a:ext>
            </a:extLst>
          </p:cNvPr>
          <p:cNvSpPr>
            <a:spLocks noGrp="1"/>
          </p:cNvSpPr>
          <p:nvPr>
            <p:ph sz="quarter" idx="14" hasCustomPrompt="1"/>
          </p:nvPr>
        </p:nvSpPr>
        <p:spPr>
          <a:xfrm>
            <a:off x="973094" y="1960672"/>
            <a:ext cx="561545" cy="561545"/>
          </a:xfrm>
          <a:prstGeom prst="ellipse">
            <a:avLst/>
          </a:prstGeom>
          <a:solidFill>
            <a:schemeClr val="accent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01</a:t>
            </a:r>
            <a:endParaRPr lang="en-IN"/>
          </a:p>
        </p:txBody>
      </p:sp>
      <p:sp>
        <p:nvSpPr>
          <p:cNvPr id="83" name="Content Placeholder 50">
            <a:extLst>
              <a:ext uri="{FF2B5EF4-FFF2-40B4-BE49-F238E27FC236}">
                <a16:creationId xmlns:a16="http://schemas.microsoft.com/office/drawing/2014/main" id="{8B057DCB-73A2-773E-1E1A-B95C1C709519}"/>
              </a:ext>
            </a:extLst>
          </p:cNvPr>
          <p:cNvSpPr>
            <a:spLocks noGrp="1"/>
          </p:cNvSpPr>
          <p:nvPr>
            <p:ph sz="quarter" idx="21" hasCustomPrompt="1"/>
          </p:nvPr>
        </p:nvSpPr>
        <p:spPr>
          <a:xfrm>
            <a:off x="6704306" y="1920087"/>
            <a:ext cx="1602232" cy="1602232"/>
          </a:xfrm>
          <a:prstGeom prst="ellipse">
            <a:avLst/>
          </a:prstGeom>
          <a:solidFill>
            <a:schemeClr val="tx2"/>
          </a:solidFill>
        </p:spPr>
        <p:txBody>
          <a:bodyPr tIns="91440" bIns="91440" anchor="ctr">
            <a:noAutofit/>
          </a:bodyPr>
          <a:lstStyle>
            <a:lvl1pPr marL="0" indent="0" algn="ctr">
              <a:buNone/>
              <a:defRPr sz="1800" b="1">
                <a:solidFill>
                  <a:schemeClr val="bg2"/>
                </a:solidFill>
                <a:latin typeface="Barlow" panose="00000500000000000000" pitchFamily="2" charset="0"/>
              </a:defRPr>
            </a:lvl1pPr>
          </a:lstStyle>
          <a:p>
            <a:pPr lvl="0"/>
            <a:r>
              <a:rPr lang="en-US"/>
              <a:t>Insert Icon Here</a:t>
            </a:r>
            <a:endParaRPr lang="en-IN"/>
          </a:p>
        </p:txBody>
      </p:sp>
      <p:sp>
        <p:nvSpPr>
          <p:cNvPr id="84" name="Content Placeholder 50">
            <a:extLst>
              <a:ext uri="{FF2B5EF4-FFF2-40B4-BE49-F238E27FC236}">
                <a16:creationId xmlns:a16="http://schemas.microsoft.com/office/drawing/2014/main" id="{34BFB755-45DF-82D0-6F5A-122A81A7D5C8}"/>
              </a:ext>
            </a:extLst>
          </p:cNvPr>
          <p:cNvSpPr>
            <a:spLocks noGrp="1"/>
          </p:cNvSpPr>
          <p:nvPr>
            <p:ph sz="quarter" idx="22" hasCustomPrompt="1"/>
          </p:nvPr>
        </p:nvSpPr>
        <p:spPr>
          <a:xfrm>
            <a:off x="6602091" y="1969386"/>
            <a:ext cx="561545" cy="561545"/>
          </a:xfrm>
          <a:prstGeom prst="ellipse">
            <a:avLst/>
          </a:prstGeom>
          <a:solidFill>
            <a:schemeClr val="accent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01</a:t>
            </a:r>
            <a:endParaRPr lang="en-IN"/>
          </a:p>
        </p:txBody>
      </p:sp>
      <p:sp>
        <p:nvSpPr>
          <p:cNvPr id="87" name="Content Placeholder 50">
            <a:extLst>
              <a:ext uri="{FF2B5EF4-FFF2-40B4-BE49-F238E27FC236}">
                <a16:creationId xmlns:a16="http://schemas.microsoft.com/office/drawing/2014/main" id="{EF565687-58F5-DE5B-196A-90B3E2D4140D}"/>
              </a:ext>
            </a:extLst>
          </p:cNvPr>
          <p:cNvSpPr>
            <a:spLocks noGrp="1"/>
          </p:cNvSpPr>
          <p:nvPr>
            <p:ph sz="quarter" idx="23" hasCustomPrompt="1"/>
          </p:nvPr>
        </p:nvSpPr>
        <p:spPr>
          <a:xfrm>
            <a:off x="9514460" y="1902641"/>
            <a:ext cx="1602232" cy="1602232"/>
          </a:xfrm>
          <a:prstGeom prst="ellipse">
            <a:avLst/>
          </a:prstGeom>
          <a:solidFill>
            <a:schemeClr val="tx2"/>
          </a:solidFill>
        </p:spPr>
        <p:txBody>
          <a:bodyPr tIns="91440" bIns="91440" anchor="ctr">
            <a:noAutofit/>
          </a:bodyPr>
          <a:lstStyle>
            <a:lvl1pPr marL="0" indent="0" algn="ctr">
              <a:buNone/>
              <a:defRPr sz="1800" b="1">
                <a:solidFill>
                  <a:schemeClr val="bg2"/>
                </a:solidFill>
                <a:latin typeface="Barlow" panose="00000500000000000000" pitchFamily="2" charset="0"/>
              </a:defRPr>
            </a:lvl1pPr>
          </a:lstStyle>
          <a:p>
            <a:pPr lvl="0"/>
            <a:r>
              <a:rPr lang="en-US"/>
              <a:t>Insert Icon Here</a:t>
            </a:r>
            <a:endParaRPr lang="en-IN"/>
          </a:p>
        </p:txBody>
      </p:sp>
      <p:sp>
        <p:nvSpPr>
          <p:cNvPr id="88" name="Content Placeholder 50">
            <a:extLst>
              <a:ext uri="{FF2B5EF4-FFF2-40B4-BE49-F238E27FC236}">
                <a16:creationId xmlns:a16="http://schemas.microsoft.com/office/drawing/2014/main" id="{40D3559D-C107-E78F-6CA3-BCD630758B40}"/>
              </a:ext>
            </a:extLst>
          </p:cNvPr>
          <p:cNvSpPr>
            <a:spLocks noGrp="1"/>
          </p:cNvSpPr>
          <p:nvPr>
            <p:ph sz="quarter" idx="24" hasCustomPrompt="1"/>
          </p:nvPr>
        </p:nvSpPr>
        <p:spPr>
          <a:xfrm>
            <a:off x="9412245" y="1951940"/>
            <a:ext cx="561545" cy="561545"/>
          </a:xfrm>
          <a:prstGeom prst="ellipse">
            <a:avLst/>
          </a:prstGeom>
          <a:solidFill>
            <a:schemeClr val="accent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01</a:t>
            </a:r>
            <a:endParaRPr lang="en-IN"/>
          </a:p>
        </p:txBody>
      </p:sp>
      <p:sp>
        <p:nvSpPr>
          <p:cNvPr id="91" name="Text Placeholder 37">
            <a:extLst>
              <a:ext uri="{FF2B5EF4-FFF2-40B4-BE49-F238E27FC236}">
                <a16:creationId xmlns:a16="http://schemas.microsoft.com/office/drawing/2014/main" id="{F29A4B6A-6930-5284-6604-ECCA46CCB6BA}"/>
              </a:ext>
            </a:extLst>
          </p:cNvPr>
          <p:cNvSpPr>
            <a:spLocks noGrp="1"/>
          </p:cNvSpPr>
          <p:nvPr>
            <p:ph type="body" sz="quarter" idx="25" hasCustomPrompt="1"/>
          </p:nvPr>
        </p:nvSpPr>
        <p:spPr>
          <a:xfrm>
            <a:off x="585355" y="4402172"/>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a:t>Click to add text</a:t>
            </a:r>
            <a:endParaRPr lang="en-IN"/>
          </a:p>
        </p:txBody>
      </p:sp>
      <p:sp>
        <p:nvSpPr>
          <p:cNvPr id="92" name="Text Placeholder 37">
            <a:extLst>
              <a:ext uri="{FF2B5EF4-FFF2-40B4-BE49-F238E27FC236}">
                <a16:creationId xmlns:a16="http://schemas.microsoft.com/office/drawing/2014/main" id="{E01784C6-C40B-9FF2-9B79-BF4AAB93DDB0}"/>
              </a:ext>
            </a:extLst>
          </p:cNvPr>
          <p:cNvSpPr>
            <a:spLocks noGrp="1"/>
          </p:cNvSpPr>
          <p:nvPr>
            <p:ph type="body" sz="quarter" idx="26" hasCustomPrompt="1"/>
          </p:nvPr>
        </p:nvSpPr>
        <p:spPr>
          <a:xfrm>
            <a:off x="585355" y="5004638"/>
            <a:ext cx="2563091" cy="928537"/>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6" name="Text Placeholder 37">
            <a:extLst>
              <a:ext uri="{FF2B5EF4-FFF2-40B4-BE49-F238E27FC236}">
                <a16:creationId xmlns:a16="http://schemas.microsoft.com/office/drawing/2014/main" id="{97C8140E-8A63-7FB1-567D-7B1CD6484449}"/>
              </a:ext>
            </a:extLst>
          </p:cNvPr>
          <p:cNvSpPr>
            <a:spLocks noGrp="1"/>
          </p:cNvSpPr>
          <p:nvPr>
            <p:ph type="body" sz="quarter" idx="27" hasCustomPrompt="1"/>
          </p:nvPr>
        </p:nvSpPr>
        <p:spPr>
          <a:xfrm>
            <a:off x="3412720" y="4402172"/>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a:t>Click to add text</a:t>
            </a:r>
            <a:endParaRPr lang="en-IN"/>
          </a:p>
        </p:txBody>
      </p:sp>
      <p:sp>
        <p:nvSpPr>
          <p:cNvPr id="97" name="Text Placeholder 37">
            <a:extLst>
              <a:ext uri="{FF2B5EF4-FFF2-40B4-BE49-F238E27FC236}">
                <a16:creationId xmlns:a16="http://schemas.microsoft.com/office/drawing/2014/main" id="{21F1BD80-AE7E-A1A5-A53E-2CEB3E481406}"/>
              </a:ext>
            </a:extLst>
          </p:cNvPr>
          <p:cNvSpPr>
            <a:spLocks noGrp="1"/>
          </p:cNvSpPr>
          <p:nvPr>
            <p:ph type="body" sz="quarter" idx="28" hasCustomPrompt="1"/>
          </p:nvPr>
        </p:nvSpPr>
        <p:spPr>
          <a:xfrm>
            <a:off x="3412720" y="5004638"/>
            <a:ext cx="2563091" cy="928537"/>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8" name="Text Placeholder 37">
            <a:extLst>
              <a:ext uri="{FF2B5EF4-FFF2-40B4-BE49-F238E27FC236}">
                <a16:creationId xmlns:a16="http://schemas.microsoft.com/office/drawing/2014/main" id="{EA8E4E55-A1E9-8934-99AC-44BA4642ACC5}"/>
              </a:ext>
            </a:extLst>
          </p:cNvPr>
          <p:cNvSpPr>
            <a:spLocks noGrp="1"/>
          </p:cNvSpPr>
          <p:nvPr>
            <p:ph type="body" sz="quarter" idx="29" hasCustomPrompt="1"/>
          </p:nvPr>
        </p:nvSpPr>
        <p:spPr>
          <a:xfrm>
            <a:off x="6240085" y="4397370"/>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a:t>Click to add text</a:t>
            </a:r>
            <a:endParaRPr lang="en-IN"/>
          </a:p>
        </p:txBody>
      </p:sp>
      <p:sp>
        <p:nvSpPr>
          <p:cNvPr id="99" name="Text Placeholder 37">
            <a:extLst>
              <a:ext uri="{FF2B5EF4-FFF2-40B4-BE49-F238E27FC236}">
                <a16:creationId xmlns:a16="http://schemas.microsoft.com/office/drawing/2014/main" id="{DB31ED58-3AF7-CC66-6C12-C258A5C0F7A7}"/>
              </a:ext>
            </a:extLst>
          </p:cNvPr>
          <p:cNvSpPr>
            <a:spLocks noGrp="1"/>
          </p:cNvSpPr>
          <p:nvPr>
            <p:ph type="body" sz="quarter" idx="30" hasCustomPrompt="1"/>
          </p:nvPr>
        </p:nvSpPr>
        <p:spPr>
          <a:xfrm>
            <a:off x="6240085" y="4999836"/>
            <a:ext cx="2563091" cy="928537"/>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00" name="Text Placeholder 37">
            <a:extLst>
              <a:ext uri="{FF2B5EF4-FFF2-40B4-BE49-F238E27FC236}">
                <a16:creationId xmlns:a16="http://schemas.microsoft.com/office/drawing/2014/main" id="{AD22421A-7B7E-546F-41BF-0B095C5FAD02}"/>
              </a:ext>
            </a:extLst>
          </p:cNvPr>
          <p:cNvSpPr>
            <a:spLocks noGrp="1"/>
          </p:cNvSpPr>
          <p:nvPr>
            <p:ph type="body" sz="quarter" idx="31" hasCustomPrompt="1"/>
          </p:nvPr>
        </p:nvSpPr>
        <p:spPr>
          <a:xfrm>
            <a:off x="9067450" y="4397370"/>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a:t>Click to add text</a:t>
            </a:r>
            <a:endParaRPr lang="en-IN"/>
          </a:p>
        </p:txBody>
      </p:sp>
      <p:sp>
        <p:nvSpPr>
          <p:cNvPr id="101" name="Text Placeholder 37">
            <a:extLst>
              <a:ext uri="{FF2B5EF4-FFF2-40B4-BE49-F238E27FC236}">
                <a16:creationId xmlns:a16="http://schemas.microsoft.com/office/drawing/2014/main" id="{72E9D0E6-3143-70EE-C2D7-10D8026F6E5B}"/>
              </a:ext>
            </a:extLst>
          </p:cNvPr>
          <p:cNvSpPr>
            <a:spLocks noGrp="1"/>
          </p:cNvSpPr>
          <p:nvPr>
            <p:ph type="body" sz="quarter" idx="32" hasCustomPrompt="1"/>
          </p:nvPr>
        </p:nvSpPr>
        <p:spPr>
          <a:xfrm>
            <a:off x="9067450" y="4999836"/>
            <a:ext cx="2563091" cy="928537"/>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Tree>
    <p:extLst>
      <p:ext uri="{BB962C8B-B14F-4D97-AF65-F5344CB8AC3E}">
        <p14:creationId xmlns:p14="http://schemas.microsoft.com/office/powerpoint/2010/main" val="270559151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4_Objectives">
    <p:spTree>
      <p:nvGrpSpPr>
        <p:cNvPr id="1" name=""/>
        <p:cNvGrpSpPr/>
        <p:nvPr/>
      </p:nvGrpSpPr>
      <p:grpSpPr>
        <a:xfrm>
          <a:off x="0" y="0"/>
          <a:ext cx="0" cy="0"/>
          <a:chOff x="0" y="0"/>
          <a:chExt cx="0" cy="0"/>
        </a:xfrm>
      </p:grpSpPr>
      <p:sp>
        <p:nvSpPr>
          <p:cNvPr id="61" name="Freeform: Shape 60">
            <a:extLst>
              <a:ext uri="{FF2B5EF4-FFF2-40B4-BE49-F238E27FC236}">
                <a16:creationId xmlns:a16="http://schemas.microsoft.com/office/drawing/2014/main" id="{EF464E36-3D58-E289-8BB4-A3980CFE8361}"/>
              </a:ext>
            </a:extLst>
          </p:cNvPr>
          <p:cNvSpPr/>
          <p:nvPr userDrawn="1"/>
        </p:nvSpPr>
        <p:spPr>
          <a:xfrm>
            <a:off x="703512" y="2463501"/>
            <a:ext cx="2345826" cy="2649945"/>
          </a:xfrm>
          <a:custGeom>
            <a:avLst/>
            <a:gdLst>
              <a:gd name="connsiteX0" fmla="*/ 1172913 w 2345826"/>
              <a:gd name="connsiteY0" fmla="*/ 0 h 2649945"/>
              <a:gd name="connsiteX1" fmla="*/ 2345826 w 2345826"/>
              <a:gd name="connsiteY1" fmla="*/ 1172913 h 2649945"/>
              <a:gd name="connsiteX2" fmla="*/ 1521702 w 2345826"/>
              <a:gd name="connsiteY2" fmla="*/ 2293094 h 2649945"/>
              <a:gd name="connsiteX3" fmla="*/ 1520205 w 2345826"/>
              <a:gd name="connsiteY3" fmla="*/ 2293479 h 2649945"/>
              <a:gd name="connsiteX4" fmla="*/ 1172914 w 2345826"/>
              <a:gd name="connsiteY4" fmla="*/ 2649945 h 2649945"/>
              <a:gd name="connsiteX5" fmla="*/ 825623 w 2345826"/>
              <a:gd name="connsiteY5" fmla="*/ 2293480 h 2649945"/>
              <a:gd name="connsiteX6" fmla="*/ 824125 w 2345826"/>
              <a:gd name="connsiteY6" fmla="*/ 2293094 h 2649945"/>
              <a:gd name="connsiteX7" fmla="*/ 0 w 2345826"/>
              <a:gd name="connsiteY7" fmla="*/ 1172913 h 2649945"/>
              <a:gd name="connsiteX8" fmla="*/ 1172913 w 2345826"/>
              <a:gd name="connsiteY8" fmla="*/ 0 h 2649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5826" h="2649945">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Shape 61">
            <a:extLst>
              <a:ext uri="{FF2B5EF4-FFF2-40B4-BE49-F238E27FC236}">
                <a16:creationId xmlns:a16="http://schemas.microsoft.com/office/drawing/2014/main" id="{AD398410-E365-6F19-18A5-49537316D865}"/>
              </a:ext>
            </a:extLst>
          </p:cNvPr>
          <p:cNvSpPr/>
          <p:nvPr userDrawn="1"/>
        </p:nvSpPr>
        <p:spPr>
          <a:xfrm>
            <a:off x="3516562" y="2463501"/>
            <a:ext cx="2345826" cy="2649945"/>
          </a:xfrm>
          <a:custGeom>
            <a:avLst/>
            <a:gdLst>
              <a:gd name="connsiteX0" fmla="*/ 1172913 w 2345826"/>
              <a:gd name="connsiteY0" fmla="*/ 0 h 2649945"/>
              <a:gd name="connsiteX1" fmla="*/ 2345826 w 2345826"/>
              <a:gd name="connsiteY1" fmla="*/ 1172913 h 2649945"/>
              <a:gd name="connsiteX2" fmla="*/ 1521702 w 2345826"/>
              <a:gd name="connsiteY2" fmla="*/ 2293094 h 2649945"/>
              <a:gd name="connsiteX3" fmla="*/ 1520205 w 2345826"/>
              <a:gd name="connsiteY3" fmla="*/ 2293479 h 2649945"/>
              <a:gd name="connsiteX4" fmla="*/ 1172914 w 2345826"/>
              <a:gd name="connsiteY4" fmla="*/ 2649945 h 2649945"/>
              <a:gd name="connsiteX5" fmla="*/ 825623 w 2345826"/>
              <a:gd name="connsiteY5" fmla="*/ 2293480 h 2649945"/>
              <a:gd name="connsiteX6" fmla="*/ 824125 w 2345826"/>
              <a:gd name="connsiteY6" fmla="*/ 2293094 h 2649945"/>
              <a:gd name="connsiteX7" fmla="*/ 0 w 2345826"/>
              <a:gd name="connsiteY7" fmla="*/ 1172913 h 2649945"/>
              <a:gd name="connsiteX8" fmla="*/ 1172913 w 2345826"/>
              <a:gd name="connsiteY8" fmla="*/ 0 h 2649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5826" h="2649945">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3" name="Freeform: Shape 62">
            <a:extLst>
              <a:ext uri="{FF2B5EF4-FFF2-40B4-BE49-F238E27FC236}">
                <a16:creationId xmlns:a16="http://schemas.microsoft.com/office/drawing/2014/main" id="{CC473D90-11D2-B60E-C89A-F8F597AB7353}"/>
              </a:ext>
            </a:extLst>
          </p:cNvPr>
          <p:cNvSpPr/>
          <p:nvPr userDrawn="1"/>
        </p:nvSpPr>
        <p:spPr>
          <a:xfrm>
            <a:off x="6329612" y="2463501"/>
            <a:ext cx="2345826" cy="2649945"/>
          </a:xfrm>
          <a:custGeom>
            <a:avLst/>
            <a:gdLst>
              <a:gd name="connsiteX0" fmla="*/ 1172913 w 2345826"/>
              <a:gd name="connsiteY0" fmla="*/ 0 h 2649945"/>
              <a:gd name="connsiteX1" fmla="*/ 2345826 w 2345826"/>
              <a:gd name="connsiteY1" fmla="*/ 1172913 h 2649945"/>
              <a:gd name="connsiteX2" fmla="*/ 1521702 w 2345826"/>
              <a:gd name="connsiteY2" fmla="*/ 2293094 h 2649945"/>
              <a:gd name="connsiteX3" fmla="*/ 1520205 w 2345826"/>
              <a:gd name="connsiteY3" fmla="*/ 2293479 h 2649945"/>
              <a:gd name="connsiteX4" fmla="*/ 1172914 w 2345826"/>
              <a:gd name="connsiteY4" fmla="*/ 2649945 h 2649945"/>
              <a:gd name="connsiteX5" fmla="*/ 825623 w 2345826"/>
              <a:gd name="connsiteY5" fmla="*/ 2293480 h 2649945"/>
              <a:gd name="connsiteX6" fmla="*/ 824125 w 2345826"/>
              <a:gd name="connsiteY6" fmla="*/ 2293094 h 2649945"/>
              <a:gd name="connsiteX7" fmla="*/ 0 w 2345826"/>
              <a:gd name="connsiteY7" fmla="*/ 1172913 h 2649945"/>
              <a:gd name="connsiteX8" fmla="*/ 1172913 w 2345826"/>
              <a:gd name="connsiteY8" fmla="*/ 0 h 2649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5826" h="2649945">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4" name="Freeform: Shape 63">
            <a:extLst>
              <a:ext uri="{FF2B5EF4-FFF2-40B4-BE49-F238E27FC236}">
                <a16:creationId xmlns:a16="http://schemas.microsoft.com/office/drawing/2014/main" id="{2955A60B-5C68-2796-76D9-9896E459AE46}"/>
              </a:ext>
            </a:extLst>
          </p:cNvPr>
          <p:cNvSpPr/>
          <p:nvPr userDrawn="1"/>
        </p:nvSpPr>
        <p:spPr>
          <a:xfrm>
            <a:off x="9142662" y="2463501"/>
            <a:ext cx="2345826" cy="2649945"/>
          </a:xfrm>
          <a:custGeom>
            <a:avLst/>
            <a:gdLst>
              <a:gd name="connsiteX0" fmla="*/ 1172913 w 2345826"/>
              <a:gd name="connsiteY0" fmla="*/ 0 h 2649945"/>
              <a:gd name="connsiteX1" fmla="*/ 2345826 w 2345826"/>
              <a:gd name="connsiteY1" fmla="*/ 1172913 h 2649945"/>
              <a:gd name="connsiteX2" fmla="*/ 1521701 w 2345826"/>
              <a:gd name="connsiteY2" fmla="*/ 2293094 h 2649945"/>
              <a:gd name="connsiteX3" fmla="*/ 1520205 w 2345826"/>
              <a:gd name="connsiteY3" fmla="*/ 2293479 h 2649945"/>
              <a:gd name="connsiteX4" fmla="*/ 1172914 w 2345826"/>
              <a:gd name="connsiteY4" fmla="*/ 2649945 h 2649945"/>
              <a:gd name="connsiteX5" fmla="*/ 825623 w 2345826"/>
              <a:gd name="connsiteY5" fmla="*/ 2293480 h 2649945"/>
              <a:gd name="connsiteX6" fmla="*/ 824125 w 2345826"/>
              <a:gd name="connsiteY6" fmla="*/ 2293094 h 2649945"/>
              <a:gd name="connsiteX7" fmla="*/ 0 w 2345826"/>
              <a:gd name="connsiteY7" fmla="*/ 1172913 h 2649945"/>
              <a:gd name="connsiteX8" fmla="*/ 1172913 w 2345826"/>
              <a:gd name="connsiteY8" fmla="*/ 0 h 2649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5826" h="2649945">
                <a:moveTo>
                  <a:pt x="1172913" y="0"/>
                </a:moveTo>
                <a:cubicBezTo>
                  <a:pt x="1820695" y="0"/>
                  <a:pt x="2345826" y="525131"/>
                  <a:pt x="2345826" y="1172913"/>
                </a:cubicBezTo>
                <a:cubicBezTo>
                  <a:pt x="2345826" y="1699236"/>
                  <a:pt x="1999157" y="2144590"/>
                  <a:pt x="1521701"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Content Placeholder 50">
            <a:extLst>
              <a:ext uri="{FF2B5EF4-FFF2-40B4-BE49-F238E27FC236}">
                <a16:creationId xmlns:a16="http://schemas.microsoft.com/office/drawing/2014/main" id="{A934CBA5-1275-47B8-79BD-1F97697E3559}"/>
              </a:ext>
            </a:extLst>
          </p:cNvPr>
          <p:cNvSpPr>
            <a:spLocks noGrp="1"/>
          </p:cNvSpPr>
          <p:nvPr>
            <p:ph sz="quarter" idx="19" hasCustomPrompt="1"/>
          </p:nvPr>
        </p:nvSpPr>
        <p:spPr>
          <a:xfrm>
            <a:off x="3885203" y="2835298"/>
            <a:ext cx="1602232" cy="1602232"/>
          </a:xfrm>
          <a:prstGeom prst="ellipse">
            <a:avLst/>
          </a:prstGeom>
          <a:solidFill>
            <a:schemeClr val="tx2"/>
          </a:solidFill>
        </p:spPr>
        <p:txBody>
          <a:bodyPr tIns="91440" bIns="91440" anchor="ctr">
            <a:noAutofit/>
          </a:bodyPr>
          <a:lstStyle>
            <a:lvl1pPr marL="0" indent="0" algn="ctr">
              <a:buNone/>
              <a:defRPr sz="1800" b="1">
                <a:solidFill>
                  <a:schemeClr val="bg2"/>
                </a:solidFill>
                <a:latin typeface="Barlow" panose="00000500000000000000" pitchFamily="2" charset="0"/>
              </a:defRPr>
            </a:lvl1pPr>
          </a:lstStyle>
          <a:p>
            <a:pPr lvl="0"/>
            <a:r>
              <a:rPr lang="en-US"/>
              <a:t>Insert Icon Here</a:t>
            </a:r>
            <a:endParaRPr lang="en-IN"/>
          </a:p>
        </p:txBody>
      </p:sp>
      <p:sp>
        <p:nvSpPr>
          <p:cNvPr id="78" name="Content Placeholder 50">
            <a:extLst>
              <a:ext uri="{FF2B5EF4-FFF2-40B4-BE49-F238E27FC236}">
                <a16:creationId xmlns:a16="http://schemas.microsoft.com/office/drawing/2014/main" id="{9F787AD2-DBB6-7DA1-B325-AE95FC699DF7}"/>
              </a:ext>
            </a:extLst>
          </p:cNvPr>
          <p:cNvSpPr>
            <a:spLocks noGrp="1"/>
          </p:cNvSpPr>
          <p:nvPr>
            <p:ph sz="quarter" idx="20" hasCustomPrompt="1"/>
          </p:nvPr>
        </p:nvSpPr>
        <p:spPr>
          <a:xfrm>
            <a:off x="3782988" y="2884597"/>
            <a:ext cx="561545" cy="561545"/>
          </a:xfrm>
          <a:prstGeom prst="ellipse">
            <a:avLst/>
          </a:prstGeom>
          <a:solidFill>
            <a:schemeClr val="accent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01</a:t>
            </a:r>
            <a:endParaRPr lang="en-IN"/>
          </a:p>
        </p:txBody>
      </p:sp>
      <p:sp>
        <p:nvSpPr>
          <p:cNvPr id="79" name="Content Placeholder 50">
            <a:extLst>
              <a:ext uri="{FF2B5EF4-FFF2-40B4-BE49-F238E27FC236}">
                <a16:creationId xmlns:a16="http://schemas.microsoft.com/office/drawing/2014/main" id="{308A84F9-3130-7762-7F4E-A849EAB4F551}"/>
              </a:ext>
            </a:extLst>
          </p:cNvPr>
          <p:cNvSpPr>
            <a:spLocks noGrp="1"/>
          </p:cNvSpPr>
          <p:nvPr>
            <p:ph sz="quarter" idx="18" hasCustomPrompt="1"/>
          </p:nvPr>
        </p:nvSpPr>
        <p:spPr>
          <a:xfrm>
            <a:off x="1075309" y="2835298"/>
            <a:ext cx="1602232" cy="1602232"/>
          </a:xfrm>
          <a:prstGeom prst="ellipse">
            <a:avLst/>
          </a:prstGeom>
          <a:solidFill>
            <a:schemeClr val="tx2"/>
          </a:solidFill>
        </p:spPr>
        <p:txBody>
          <a:bodyPr tIns="91440" bIns="91440" anchor="ctr">
            <a:noAutofit/>
          </a:bodyPr>
          <a:lstStyle>
            <a:lvl1pPr marL="0" indent="0" algn="ctr">
              <a:buNone/>
              <a:defRPr sz="1800" b="1">
                <a:solidFill>
                  <a:schemeClr val="bg2"/>
                </a:solidFill>
                <a:latin typeface="Barlow" panose="00000500000000000000" pitchFamily="2" charset="0"/>
              </a:defRPr>
            </a:lvl1pPr>
          </a:lstStyle>
          <a:p>
            <a:pPr lvl="0"/>
            <a:r>
              <a:rPr lang="en-US"/>
              <a:t>Insert Icon Here</a:t>
            </a:r>
            <a:endParaRPr lang="en-IN"/>
          </a:p>
        </p:txBody>
      </p:sp>
      <p:sp>
        <p:nvSpPr>
          <p:cNvPr id="80" name="Content Placeholder 50">
            <a:extLst>
              <a:ext uri="{FF2B5EF4-FFF2-40B4-BE49-F238E27FC236}">
                <a16:creationId xmlns:a16="http://schemas.microsoft.com/office/drawing/2014/main" id="{7A614E02-7FDC-9EB0-DAAF-AB9D0A033435}"/>
              </a:ext>
            </a:extLst>
          </p:cNvPr>
          <p:cNvSpPr>
            <a:spLocks noGrp="1"/>
          </p:cNvSpPr>
          <p:nvPr>
            <p:ph sz="quarter" idx="14" hasCustomPrompt="1"/>
          </p:nvPr>
        </p:nvSpPr>
        <p:spPr>
          <a:xfrm>
            <a:off x="973094" y="2884597"/>
            <a:ext cx="561545" cy="561545"/>
          </a:xfrm>
          <a:prstGeom prst="ellipse">
            <a:avLst/>
          </a:prstGeom>
          <a:solidFill>
            <a:schemeClr val="accent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01</a:t>
            </a:r>
            <a:endParaRPr lang="en-IN"/>
          </a:p>
        </p:txBody>
      </p:sp>
      <p:sp>
        <p:nvSpPr>
          <p:cNvPr id="83" name="Content Placeholder 50">
            <a:extLst>
              <a:ext uri="{FF2B5EF4-FFF2-40B4-BE49-F238E27FC236}">
                <a16:creationId xmlns:a16="http://schemas.microsoft.com/office/drawing/2014/main" id="{8B057DCB-73A2-773E-1E1A-B95C1C709519}"/>
              </a:ext>
            </a:extLst>
          </p:cNvPr>
          <p:cNvSpPr>
            <a:spLocks noGrp="1"/>
          </p:cNvSpPr>
          <p:nvPr>
            <p:ph sz="quarter" idx="21" hasCustomPrompt="1"/>
          </p:nvPr>
        </p:nvSpPr>
        <p:spPr>
          <a:xfrm>
            <a:off x="6704306" y="2844012"/>
            <a:ext cx="1602232" cy="1602232"/>
          </a:xfrm>
          <a:prstGeom prst="ellipse">
            <a:avLst/>
          </a:prstGeom>
          <a:solidFill>
            <a:schemeClr val="tx2"/>
          </a:solidFill>
        </p:spPr>
        <p:txBody>
          <a:bodyPr tIns="91440" bIns="91440" anchor="ctr">
            <a:noAutofit/>
          </a:bodyPr>
          <a:lstStyle>
            <a:lvl1pPr marL="0" indent="0" algn="ctr">
              <a:buNone/>
              <a:defRPr sz="1800" b="1">
                <a:solidFill>
                  <a:schemeClr val="bg2"/>
                </a:solidFill>
                <a:latin typeface="Barlow" panose="00000500000000000000" pitchFamily="2" charset="0"/>
              </a:defRPr>
            </a:lvl1pPr>
          </a:lstStyle>
          <a:p>
            <a:pPr lvl="0"/>
            <a:r>
              <a:rPr lang="en-US"/>
              <a:t>Insert Icon Here</a:t>
            </a:r>
            <a:endParaRPr lang="en-IN"/>
          </a:p>
        </p:txBody>
      </p:sp>
      <p:sp>
        <p:nvSpPr>
          <p:cNvPr id="84" name="Content Placeholder 50">
            <a:extLst>
              <a:ext uri="{FF2B5EF4-FFF2-40B4-BE49-F238E27FC236}">
                <a16:creationId xmlns:a16="http://schemas.microsoft.com/office/drawing/2014/main" id="{34BFB755-45DF-82D0-6F5A-122A81A7D5C8}"/>
              </a:ext>
            </a:extLst>
          </p:cNvPr>
          <p:cNvSpPr>
            <a:spLocks noGrp="1"/>
          </p:cNvSpPr>
          <p:nvPr>
            <p:ph sz="quarter" idx="22" hasCustomPrompt="1"/>
          </p:nvPr>
        </p:nvSpPr>
        <p:spPr>
          <a:xfrm>
            <a:off x="6602091" y="2893311"/>
            <a:ext cx="561545" cy="561545"/>
          </a:xfrm>
          <a:prstGeom prst="ellipse">
            <a:avLst/>
          </a:prstGeom>
          <a:solidFill>
            <a:schemeClr val="accent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01</a:t>
            </a:r>
            <a:endParaRPr lang="en-IN"/>
          </a:p>
        </p:txBody>
      </p:sp>
      <p:sp>
        <p:nvSpPr>
          <p:cNvPr id="87" name="Content Placeholder 50">
            <a:extLst>
              <a:ext uri="{FF2B5EF4-FFF2-40B4-BE49-F238E27FC236}">
                <a16:creationId xmlns:a16="http://schemas.microsoft.com/office/drawing/2014/main" id="{EF565687-58F5-DE5B-196A-90B3E2D4140D}"/>
              </a:ext>
            </a:extLst>
          </p:cNvPr>
          <p:cNvSpPr>
            <a:spLocks noGrp="1"/>
          </p:cNvSpPr>
          <p:nvPr>
            <p:ph sz="quarter" idx="23" hasCustomPrompt="1"/>
          </p:nvPr>
        </p:nvSpPr>
        <p:spPr>
          <a:xfrm>
            <a:off x="9514460" y="2826566"/>
            <a:ext cx="1602232" cy="1602232"/>
          </a:xfrm>
          <a:prstGeom prst="ellipse">
            <a:avLst/>
          </a:prstGeom>
          <a:solidFill>
            <a:schemeClr val="tx2"/>
          </a:solidFill>
        </p:spPr>
        <p:txBody>
          <a:bodyPr tIns="91440" bIns="91440" anchor="ctr">
            <a:noAutofit/>
          </a:bodyPr>
          <a:lstStyle>
            <a:lvl1pPr marL="0" indent="0" algn="ctr">
              <a:buNone/>
              <a:defRPr sz="1800" b="1">
                <a:solidFill>
                  <a:schemeClr val="bg2"/>
                </a:solidFill>
                <a:latin typeface="Barlow" panose="00000500000000000000" pitchFamily="2" charset="0"/>
              </a:defRPr>
            </a:lvl1pPr>
          </a:lstStyle>
          <a:p>
            <a:pPr lvl="0"/>
            <a:r>
              <a:rPr lang="en-US"/>
              <a:t>Insert Icon Here</a:t>
            </a:r>
            <a:endParaRPr lang="en-IN"/>
          </a:p>
        </p:txBody>
      </p:sp>
      <p:sp>
        <p:nvSpPr>
          <p:cNvPr id="88" name="Content Placeholder 50">
            <a:extLst>
              <a:ext uri="{FF2B5EF4-FFF2-40B4-BE49-F238E27FC236}">
                <a16:creationId xmlns:a16="http://schemas.microsoft.com/office/drawing/2014/main" id="{40D3559D-C107-E78F-6CA3-BCD630758B40}"/>
              </a:ext>
            </a:extLst>
          </p:cNvPr>
          <p:cNvSpPr>
            <a:spLocks noGrp="1"/>
          </p:cNvSpPr>
          <p:nvPr>
            <p:ph sz="quarter" idx="24" hasCustomPrompt="1"/>
          </p:nvPr>
        </p:nvSpPr>
        <p:spPr>
          <a:xfrm>
            <a:off x="9412245" y="2875865"/>
            <a:ext cx="561545" cy="561545"/>
          </a:xfrm>
          <a:prstGeom prst="ellipse">
            <a:avLst/>
          </a:prstGeom>
          <a:solidFill>
            <a:schemeClr val="accent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01</a:t>
            </a:r>
            <a:endParaRPr lang="en-IN"/>
          </a:p>
        </p:txBody>
      </p:sp>
      <p:sp>
        <p:nvSpPr>
          <p:cNvPr id="91" name="Text Placeholder 37">
            <a:extLst>
              <a:ext uri="{FF2B5EF4-FFF2-40B4-BE49-F238E27FC236}">
                <a16:creationId xmlns:a16="http://schemas.microsoft.com/office/drawing/2014/main" id="{F29A4B6A-6930-5284-6604-ECCA46CCB6BA}"/>
              </a:ext>
            </a:extLst>
          </p:cNvPr>
          <p:cNvSpPr>
            <a:spLocks noGrp="1"/>
          </p:cNvSpPr>
          <p:nvPr>
            <p:ph type="body" sz="quarter" idx="25" hasCustomPrompt="1"/>
          </p:nvPr>
        </p:nvSpPr>
        <p:spPr>
          <a:xfrm>
            <a:off x="585355" y="5326097"/>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a:t>Click to add text</a:t>
            </a:r>
            <a:endParaRPr lang="en-IN"/>
          </a:p>
        </p:txBody>
      </p:sp>
      <p:sp>
        <p:nvSpPr>
          <p:cNvPr id="96" name="Text Placeholder 37">
            <a:extLst>
              <a:ext uri="{FF2B5EF4-FFF2-40B4-BE49-F238E27FC236}">
                <a16:creationId xmlns:a16="http://schemas.microsoft.com/office/drawing/2014/main" id="{97C8140E-8A63-7FB1-567D-7B1CD6484449}"/>
              </a:ext>
            </a:extLst>
          </p:cNvPr>
          <p:cNvSpPr>
            <a:spLocks noGrp="1"/>
          </p:cNvSpPr>
          <p:nvPr>
            <p:ph type="body" sz="quarter" idx="27" hasCustomPrompt="1"/>
          </p:nvPr>
        </p:nvSpPr>
        <p:spPr>
          <a:xfrm>
            <a:off x="3412720" y="5326097"/>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a:t>Click to add text</a:t>
            </a:r>
            <a:endParaRPr lang="en-IN"/>
          </a:p>
        </p:txBody>
      </p:sp>
      <p:sp>
        <p:nvSpPr>
          <p:cNvPr id="98" name="Text Placeholder 37">
            <a:extLst>
              <a:ext uri="{FF2B5EF4-FFF2-40B4-BE49-F238E27FC236}">
                <a16:creationId xmlns:a16="http://schemas.microsoft.com/office/drawing/2014/main" id="{EA8E4E55-A1E9-8934-99AC-44BA4642ACC5}"/>
              </a:ext>
            </a:extLst>
          </p:cNvPr>
          <p:cNvSpPr>
            <a:spLocks noGrp="1"/>
          </p:cNvSpPr>
          <p:nvPr>
            <p:ph type="body" sz="quarter" idx="29" hasCustomPrompt="1"/>
          </p:nvPr>
        </p:nvSpPr>
        <p:spPr>
          <a:xfrm>
            <a:off x="6240085" y="5321295"/>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a:t>Click to add text</a:t>
            </a:r>
            <a:endParaRPr lang="en-IN"/>
          </a:p>
        </p:txBody>
      </p:sp>
      <p:sp>
        <p:nvSpPr>
          <p:cNvPr id="100" name="Text Placeholder 37">
            <a:extLst>
              <a:ext uri="{FF2B5EF4-FFF2-40B4-BE49-F238E27FC236}">
                <a16:creationId xmlns:a16="http://schemas.microsoft.com/office/drawing/2014/main" id="{AD22421A-7B7E-546F-41BF-0B095C5FAD02}"/>
              </a:ext>
            </a:extLst>
          </p:cNvPr>
          <p:cNvSpPr>
            <a:spLocks noGrp="1"/>
          </p:cNvSpPr>
          <p:nvPr>
            <p:ph type="body" sz="quarter" idx="31" hasCustomPrompt="1"/>
          </p:nvPr>
        </p:nvSpPr>
        <p:spPr>
          <a:xfrm>
            <a:off x="9067450" y="5321295"/>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a:t>Click to add text</a:t>
            </a:r>
            <a:endParaRPr lang="en-IN"/>
          </a:p>
        </p:txBody>
      </p:sp>
      <p:sp>
        <p:nvSpPr>
          <p:cNvPr id="2" name="Title 1">
            <a:extLst>
              <a:ext uri="{FF2B5EF4-FFF2-40B4-BE49-F238E27FC236}">
                <a16:creationId xmlns:a16="http://schemas.microsoft.com/office/drawing/2014/main" id="{C70F0129-1E78-00AA-6C32-D62668C5D65D}"/>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3" name="Rectangle 2">
            <a:extLst>
              <a:ext uri="{FF2B5EF4-FFF2-40B4-BE49-F238E27FC236}">
                <a16:creationId xmlns:a16="http://schemas.microsoft.com/office/drawing/2014/main" id="{E99410F8-9AF4-4EFC-B402-7AA87BFDC94F}"/>
              </a:ext>
            </a:extLst>
          </p:cNvPr>
          <p:cNvSpPr/>
          <p:nvPr userDrawn="1"/>
        </p:nvSpPr>
        <p:spPr>
          <a:xfrm>
            <a:off x="359998" y="1488586"/>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ubtitle 2">
            <a:extLst>
              <a:ext uri="{FF2B5EF4-FFF2-40B4-BE49-F238E27FC236}">
                <a16:creationId xmlns:a16="http://schemas.microsoft.com/office/drawing/2014/main" id="{0F85C12F-D032-CE0C-6CAF-2C49CB7B448F}"/>
              </a:ext>
            </a:extLst>
          </p:cNvPr>
          <p:cNvSpPr>
            <a:spLocks noGrp="1"/>
          </p:cNvSpPr>
          <p:nvPr>
            <p:ph type="subTitle" idx="1"/>
          </p:nvPr>
        </p:nvSpPr>
        <p:spPr>
          <a:xfrm>
            <a:off x="285135" y="854284"/>
            <a:ext cx="11558865" cy="461665"/>
          </a:xfrm>
        </p:spPr>
        <p:txBody>
          <a:bodyPr wrap="square">
            <a:spAutoFit/>
          </a:bodyPr>
          <a:lstStyle>
            <a:lvl1pPr marL="0" indent="0" algn="l">
              <a:lnSpc>
                <a:spcPct val="100000"/>
              </a:lnSpc>
              <a:spcBef>
                <a:spcPts val="0"/>
              </a:spcBef>
              <a:buNone/>
              <a:defRPr lang="en-US" sz="2400" b="1" kern="1200" dirty="0">
                <a:solidFill>
                  <a:schemeClr val="accent1"/>
                </a:solidFill>
                <a:latin typeface="Barlow Medium" panose="00000600000000000000"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233145196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Match the followin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B6A8123-506A-0865-AB94-A2207641AC8C}"/>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7" name="Rectangle 6">
            <a:extLst>
              <a:ext uri="{FF2B5EF4-FFF2-40B4-BE49-F238E27FC236}">
                <a16:creationId xmlns:a16="http://schemas.microsoft.com/office/drawing/2014/main" id="{D60AFFB5-3AED-8612-37BC-EAB3C6E0800F}"/>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Content Placeholder 50">
            <a:extLst>
              <a:ext uri="{FF2B5EF4-FFF2-40B4-BE49-F238E27FC236}">
                <a16:creationId xmlns:a16="http://schemas.microsoft.com/office/drawing/2014/main" id="{FDCAE5CE-F9E8-D464-306C-C73CA8A9B1B5}"/>
              </a:ext>
            </a:extLst>
          </p:cNvPr>
          <p:cNvSpPr>
            <a:spLocks noGrp="1"/>
          </p:cNvSpPr>
          <p:nvPr>
            <p:ph sz="quarter" idx="14" hasCustomPrompt="1"/>
          </p:nvPr>
        </p:nvSpPr>
        <p:spPr>
          <a:xfrm>
            <a:off x="1576999" y="1419668"/>
            <a:ext cx="1937402" cy="776121"/>
          </a:xfrm>
          <a:prstGeom prst="rect">
            <a:avLst/>
          </a:prstGeom>
          <a:solidFill>
            <a:schemeClr val="bg2"/>
          </a:solidFill>
          <a:effectLst>
            <a:outerShdw blurRad="50800" dist="38100" dir="2700000" algn="tl" rotWithShape="0">
              <a:prstClr val="black">
                <a:alpha val="40000"/>
              </a:prstClr>
            </a:outerShdw>
          </a:effectLst>
        </p:spPr>
        <p:txBody>
          <a:bodyPr vert="horz" lIns="0" tIns="91440" rIns="0" bIns="91440" rtlCol="0" anchor="ctr">
            <a:noAutofit/>
          </a:bodyPr>
          <a:lstStyle>
            <a:lvl1pPr>
              <a:defRPr lang="en-IN" sz="1800" b="0" dirty="0">
                <a:solidFill>
                  <a:schemeClr val="tx2"/>
                </a:solidFill>
                <a:latin typeface="Barlow" panose="00000500000000000000" pitchFamily="2" charset="0"/>
              </a:defRPr>
            </a:lvl1pPr>
          </a:lstStyle>
          <a:p>
            <a:pPr marL="0" lvl="0" indent="0" algn="ctr">
              <a:buNone/>
            </a:pPr>
            <a:r>
              <a:rPr lang="en-US"/>
              <a:t>Insert logo here</a:t>
            </a:r>
            <a:endParaRPr lang="en-IN"/>
          </a:p>
        </p:txBody>
      </p:sp>
      <p:sp>
        <p:nvSpPr>
          <p:cNvPr id="79" name="Content Placeholder 50">
            <a:extLst>
              <a:ext uri="{FF2B5EF4-FFF2-40B4-BE49-F238E27FC236}">
                <a16:creationId xmlns:a16="http://schemas.microsoft.com/office/drawing/2014/main" id="{A97061D2-4941-91EE-E837-F1043807B992}"/>
              </a:ext>
            </a:extLst>
          </p:cNvPr>
          <p:cNvSpPr>
            <a:spLocks noGrp="1"/>
          </p:cNvSpPr>
          <p:nvPr>
            <p:ph sz="quarter" idx="15" hasCustomPrompt="1"/>
          </p:nvPr>
        </p:nvSpPr>
        <p:spPr>
          <a:xfrm>
            <a:off x="1584961" y="2367710"/>
            <a:ext cx="1937402" cy="776121"/>
          </a:xfrm>
          <a:prstGeom prst="rect">
            <a:avLst/>
          </a:prstGeom>
          <a:solidFill>
            <a:schemeClr val="bg2"/>
          </a:solidFill>
          <a:effectLst>
            <a:outerShdw blurRad="50800" dist="38100" dir="2700000" algn="tl" rotWithShape="0">
              <a:prstClr val="black">
                <a:alpha val="40000"/>
              </a:prstClr>
            </a:outerShdw>
          </a:effectLst>
        </p:spPr>
        <p:txBody>
          <a:bodyPr vert="horz" lIns="0" tIns="91440" rIns="0" bIns="91440" rtlCol="0" anchor="ctr">
            <a:noAutofit/>
          </a:bodyPr>
          <a:lstStyle>
            <a:lvl1pPr>
              <a:defRPr lang="en-US" sz="1800" b="0" kern="1200" dirty="0" smtClean="0">
                <a:solidFill>
                  <a:schemeClr val="tx2"/>
                </a:solidFill>
                <a:latin typeface="Barlow" panose="00000500000000000000" pitchFamily="2" charset="0"/>
                <a:ea typeface="Open Sans" pitchFamily="2" charset="0"/>
                <a:cs typeface="Open Sans" pitchFamily="2" charset="0"/>
              </a:defRPr>
            </a:lvl1pPr>
          </a:lstStyle>
          <a:p>
            <a:pPr marL="0" lvl="0" indent="0" algn="ctr">
              <a:buNone/>
            </a:pPr>
            <a:r>
              <a:rPr lang="en-US"/>
              <a:t>Insert logo here</a:t>
            </a:r>
          </a:p>
        </p:txBody>
      </p:sp>
      <p:sp>
        <p:nvSpPr>
          <p:cNvPr id="80" name="Content Placeholder 50">
            <a:extLst>
              <a:ext uri="{FF2B5EF4-FFF2-40B4-BE49-F238E27FC236}">
                <a16:creationId xmlns:a16="http://schemas.microsoft.com/office/drawing/2014/main" id="{32BFEA47-006D-C0B3-955B-EA46F126A4B5}"/>
              </a:ext>
            </a:extLst>
          </p:cNvPr>
          <p:cNvSpPr>
            <a:spLocks noGrp="1"/>
          </p:cNvSpPr>
          <p:nvPr>
            <p:ph sz="quarter" idx="16" hasCustomPrompt="1"/>
          </p:nvPr>
        </p:nvSpPr>
        <p:spPr>
          <a:xfrm>
            <a:off x="1552069" y="3317493"/>
            <a:ext cx="1937402" cy="776121"/>
          </a:xfrm>
          <a:prstGeom prst="rect">
            <a:avLst/>
          </a:prstGeom>
          <a:solidFill>
            <a:schemeClr val="bg2"/>
          </a:solidFill>
          <a:effectLst>
            <a:outerShdw blurRad="50800" dist="38100" dir="2700000" algn="tl" rotWithShape="0">
              <a:prstClr val="black">
                <a:alpha val="40000"/>
              </a:prstClr>
            </a:outerShdw>
          </a:effectLst>
        </p:spPr>
        <p:txBody>
          <a:bodyPr vert="horz" lIns="0" tIns="91440" rIns="0" bIns="91440" rtlCol="0" anchor="ctr">
            <a:noAutofit/>
          </a:bodyPr>
          <a:lstStyle>
            <a:lvl1pPr>
              <a:defRPr lang="en-IN" sz="1800" b="0" dirty="0">
                <a:solidFill>
                  <a:schemeClr val="tx2"/>
                </a:solidFill>
                <a:latin typeface="Barlow" panose="00000500000000000000" pitchFamily="2" charset="0"/>
              </a:defRPr>
            </a:lvl1pPr>
          </a:lstStyle>
          <a:p>
            <a:pPr marL="0" lvl="0" indent="0" algn="ctr">
              <a:buNone/>
            </a:pPr>
            <a:r>
              <a:rPr lang="en-US"/>
              <a:t>Insert logo here</a:t>
            </a:r>
          </a:p>
        </p:txBody>
      </p:sp>
      <p:sp>
        <p:nvSpPr>
          <p:cNvPr id="81" name="Content Placeholder 50">
            <a:extLst>
              <a:ext uri="{FF2B5EF4-FFF2-40B4-BE49-F238E27FC236}">
                <a16:creationId xmlns:a16="http://schemas.microsoft.com/office/drawing/2014/main" id="{FEE7EDF9-F39F-9CE3-B606-01ED62D0220C}"/>
              </a:ext>
            </a:extLst>
          </p:cNvPr>
          <p:cNvSpPr>
            <a:spLocks noGrp="1"/>
          </p:cNvSpPr>
          <p:nvPr>
            <p:ph sz="quarter" idx="17" hasCustomPrompt="1"/>
          </p:nvPr>
        </p:nvSpPr>
        <p:spPr>
          <a:xfrm>
            <a:off x="1570881" y="4280762"/>
            <a:ext cx="1937402" cy="776121"/>
          </a:xfrm>
          <a:prstGeom prst="rect">
            <a:avLst/>
          </a:prstGeom>
          <a:solidFill>
            <a:schemeClr val="bg2"/>
          </a:solidFill>
          <a:effectLst>
            <a:outerShdw blurRad="50800" dist="38100" dir="2700000" algn="tl" rotWithShape="0">
              <a:prstClr val="black">
                <a:alpha val="40000"/>
              </a:prstClr>
            </a:outerShdw>
          </a:effectLst>
        </p:spPr>
        <p:txBody>
          <a:bodyPr vert="horz" lIns="0" tIns="91440" rIns="0" bIns="91440" rtlCol="0" anchor="ctr">
            <a:noAutofit/>
          </a:bodyPr>
          <a:lstStyle>
            <a:lvl1pPr>
              <a:defRPr lang="en-IN" sz="1800" b="0" dirty="0">
                <a:solidFill>
                  <a:schemeClr val="tx2"/>
                </a:solidFill>
                <a:latin typeface="Barlow" panose="00000500000000000000" pitchFamily="2" charset="0"/>
              </a:defRPr>
            </a:lvl1pPr>
          </a:lstStyle>
          <a:p>
            <a:pPr marL="0" lvl="0" indent="0" algn="ctr">
              <a:buNone/>
            </a:pPr>
            <a:r>
              <a:rPr lang="en-US"/>
              <a:t>Insert logo here</a:t>
            </a:r>
          </a:p>
        </p:txBody>
      </p:sp>
      <p:sp>
        <p:nvSpPr>
          <p:cNvPr id="82" name="Content Placeholder 50">
            <a:extLst>
              <a:ext uri="{FF2B5EF4-FFF2-40B4-BE49-F238E27FC236}">
                <a16:creationId xmlns:a16="http://schemas.microsoft.com/office/drawing/2014/main" id="{F5A9671E-0D3D-4BAC-C7FF-F65B784C1823}"/>
              </a:ext>
            </a:extLst>
          </p:cNvPr>
          <p:cNvSpPr>
            <a:spLocks noGrp="1"/>
          </p:cNvSpPr>
          <p:nvPr>
            <p:ph sz="quarter" idx="18" hasCustomPrompt="1"/>
          </p:nvPr>
        </p:nvSpPr>
        <p:spPr>
          <a:xfrm>
            <a:off x="1570880" y="5213917"/>
            <a:ext cx="1937402" cy="776121"/>
          </a:xfrm>
          <a:prstGeom prst="rect">
            <a:avLst/>
          </a:prstGeom>
          <a:solidFill>
            <a:schemeClr val="bg2"/>
          </a:solidFill>
          <a:effectLst>
            <a:outerShdw blurRad="50800" dist="38100" dir="2700000" algn="tl" rotWithShape="0">
              <a:prstClr val="black">
                <a:alpha val="40000"/>
              </a:prstClr>
            </a:outerShdw>
          </a:effectLst>
        </p:spPr>
        <p:txBody>
          <a:bodyPr vert="horz" lIns="0" tIns="91440" rIns="0" bIns="91440" rtlCol="0" anchor="ctr">
            <a:noAutofit/>
          </a:bodyPr>
          <a:lstStyle>
            <a:lvl1pPr>
              <a:defRPr lang="en-IN" sz="1800" b="0" dirty="0">
                <a:solidFill>
                  <a:schemeClr val="tx2"/>
                </a:solidFill>
                <a:latin typeface="Barlow" panose="00000500000000000000" pitchFamily="2" charset="0"/>
              </a:defRPr>
            </a:lvl1pPr>
          </a:lstStyle>
          <a:p>
            <a:pPr marL="0" lvl="0" indent="0" algn="ctr">
              <a:buNone/>
            </a:pPr>
            <a:r>
              <a:rPr lang="en-US"/>
              <a:t>Insert logo here</a:t>
            </a:r>
          </a:p>
        </p:txBody>
      </p:sp>
      <p:sp>
        <p:nvSpPr>
          <p:cNvPr id="83" name="Text Placeholder 37">
            <a:extLst>
              <a:ext uri="{FF2B5EF4-FFF2-40B4-BE49-F238E27FC236}">
                <a16:creationId xmlns:a16="http://schemas.microsoft.com/office/drawing/2014/main" id="{BC19F703-56FB-2261-A61F-F258FEF22B05}"/>
              </a:ext>
            </a:extLst>
          </p:cNvPr>
          <p:cNvSpPr>
            <a:spLocks noGrp="1"/>
          </p:cNvSpPr>
          <p:nvPr>
            <p:ph type="body" sz="quarter" idx="21" hasCustomPrompt="1"/>
          </p:nvPr>
        </p:nvSpPr>
        <p:spPr>
          <a:xfrm>
            <a:off x="5033062" y="1496254"/>
            <a:ext cx="5716215" cy="626616"/>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84" name="Text Placeholder 37">
            <a:extLst>
              <a:ext uri="{FF2B5EF4-FFF2-40B4-BE49-F238E27FC236}">
                <a16:creationId xmlns:a16="http://schemas.microsoft.com/office/drawing/2014/main" id="{298392FB-6B4D-EA43-EAC9-9078A913EC52}"/>
              </a:ext>
            </a:extLst>
          </p:cNvPr>
          <p:cNvSpPr>
            <a:spLocks noGrp="1"/>
          </p:cNvSpPr>
          <p:nvPr>
            <p:ph type="body" sz="quarter" idx="22" hasCustomPrompt="1"/>
          </p:nvPr>
        </p:nvSpPr>
        <p:spPr>
          <a:xfrm>
            <a:off x="5033063" y="2425184"/>
            <a:ext cx="5716215" cy="626616"/>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6" name="Text Placeholder 37">
            <a:extLst>
              <a:ext uri="{FF2B5EF4-FFF2-40B4-BE49-F238E27FC236}">
                <a16:creationId xmlns:a16="http://schemas.microsoft.com/office/drawing/2014/main" id="{8F55CB87-18A7-DC73-05FF-DD116AE8E48B}"/>
              </a:ext>
            </a:extLst>
          </p:cNvPr>
          <p:cNvSpPr>
            <a:spLocks noGrp="1"/>
          </p:cNvSpPr>
          <p:nvPr>
            <p:ph type="body" sz="quarter" idx="23" hasCustomPrompt="1"/>
          </p:nvPr>
        </p:nvSpPr>
        <p:spPr>
          <a:xfrm>
            <a:off x="5033064" y="3389572"/>
            <a:ext cx="5716215" cy="626616"/>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7" name="Text Placeholder 37">
            <a:extLst>
              <a:ext uri="{FF2B5EF4-FFF2-40B4-BE49-F238E27FC236}">
                <a16:creationId xmlns:a16="http://schemas.microsoft.com/office/drawing/2014/main" id="{9AC48981-1831-177D-E35E-A52CECE6685E}"/>
              </a:ext>
            </a:extLst>
          </p:cNvPr>
          <p:cNvSpPr>
            <a:spLocks noGrp="1"/>
          </p:cNvSpPr>
          <p:nvPr>
            <p:ph type="body" sz="quarter" idx="24" hasCustomPrompt="1"/>
          </p:nvPr>
        </p:nvSpPr>
        <p:spPr>
          <a:xfrm>
            <a:off x="5033065" y="4353960"/>
            <a:ext cx="5716215" cy="626616"/>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20" name="Text Placeholder 37">
            <a:extLst>
              <a:ext uri="{FF2B5EF4-FFF2-40B4-BE49-F238E27FC236}">
                <a16:creationId xmlns:a16="http://schemas.microsoft.com/office/drawing/2014/main" id="{4AAE85F7-BC33-0D17-39C6-A0BB171F5C63}"/>
              </a:ext>
            </a:extLst>
          </p:cNvPr>
          <p:cNvSpPr>
            <a:spLocks noGrp="1"/>
          </p:cNvSpPr>
          <p:nvPr>
            <p:ph type="body" sz="quarter" idx="25" hasCustomPrompt="1"/>
          </p:nvPr>
        </p:nvSpPr>
        <p:spPr>
          <a:xfrm>
            <a:off x="5033065" y="5288669"/>
            <a:ext cx="5716215" cy="626616"/>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Tree>
    <p:extLst>
      <p:ext uri="{BB962C8B-B14F-4D97-AF65-F5344CB8AC3E}">
        <p14:creationId xmlns:p14="http://schemas.microsoft.com/office/powerpoint/2010/main" val="419774449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ros &amp; Cons">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D3206B09-0FAE-29ED-6A63-44AF836CBF54}"/>
              </a:ext>
            </a:extLst>
          </p:cNvPr>
          <p:cNvSpPr/>
          <p:nvPr userDrawn="1"/>
        </p:nvSpPr>
        <p:spPr>
          <a:xfrm>
            <a:off x="705717" y="570936"/>
            <a:ext cx="5230886" cy="1642106"/>
          </a:xfrm>
          <a:custGeom>
            <a:avLst/>
            <a:gdLst>
              <a:gd name="connsiteX0" fmla="*/ 464716 w 4183448"/>
              <a:gd name="connsiteY0" fmla="*/ 0 h 1313289"/>
              <a:gd name="connsiteX1" fmla="*/ 3718732 w 4183448"/>
              <a:gd name="connsiteY1" fmla="*/ 0 h 1313289"/>
              <a:gd name="connsiteX2" fmla="*/ 4183448 w 4183448"/>
              <a:gd name="connsiteY2" fmla="*/ 464716 h 1313289"/>
              <a:gd name="connsiteX3" fmla="*/ 3812389 w 4183448"/>
              <a:gd name="connsiteY3" fmla="*/ 919991 h 1313289"/>
              <a:gd name="connsiteX4" fmla="*/ 3784323 w 4183448"/>
              <a:gd name="connsiteY4" fmla="*/ 922820 h 1313289"/>
              <a:gd name="connsiteX5" fmla="*/ 3784323 w 4183448"/>
              <a:gd name="connsiteY5" fmla="*/ 1313289 h 1313289"/>
              <a:gd name="connsiteX6" fmla="*/ 3370070 w 4183448"/>
              <a:gd name="connsiteY6" fmla="*/ 929432 h 1313289"/>
              <a:gd name="connsiteX7" fmla="*/ 464716 w 4183448"/>
              <a:gd name="connsiteY7" fmla="*/ 929432 h 1313289"/>
              <a:gd name="connsiteX8" fmla="*/ 0 w 4183448"/>
              <a:gd name="connsiteY8" fmla="*/ 464716 h 1313289"/>
              <a:gd name="connsiteX9" fmla="*/ 464716 w 4183448"/>
              <a:gd name="connsiteY9" fmla="*/ 0 h 13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83448" h="1313289">
                <a:moveTo>
                  <a:pt x="464716" y="0"/>
                </a:moveTo>
                <a:lnTo>
                  <a:pt x="3718732" y="0"/>
                </a:lnTo>
                <a:cubicBezTo>
                  <a:pt x="3975388" y="0"/>
                  <a:pt x="4183448" y="208060"/>
                  <a:pt x="4183448" y="464716"/>
                </a:cubicBezTo>
                <a:cubicBezTo>
                  <a:pt x="4183448" y="689290"/>
                  <a:pt x="4024152" y="876658"/>
                  <a:pt x="3812389" y="919991"/>
                </a:cubicBezTo>
                <a:lnTo>
                  <a:pt x="3784323" y="922820"/>
                </a:lnTo>
                <a:lnTo>
                  <a:pt x="3784323" y="1313289"/>
                </a:lnTo>
                <a:lnTo>
                  <a:pt x="3370070" y="929432"/>
                </a:lnTo>
                <a:lnTo>
                  <a:pt x="464716" y="929432"/>
                </a:lnTo>
                <a:cubicBezTo>
                  <a:pt x="208060" y="929432"/>
                  <a:pt x="0" y="721372"/>
                  <a:pt x="0" y="464716"/>
                </a:cubicBezTo>
                <a:cubicBezTo>
                  <a:pt x="0" y="208060"/>
                  <a:pt x="208060" y="0"/>
                  <a:pt x="46471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8" name="Freeform: Shape 7">
            <a:extLst>
              <a:ext uri="{FF2B5EF4-FFF2-40B4-BE49-F238E27FC236}">
                <a16:creationId xmlns:a16="http://schemas.microsoft.com/office/drawing/2014/main" id="{0AD7EFDE-4AFF-5C66-B3EA-8DD6442FF60F}"/>
              </a:ext>
            </a:extLst>
          </p:cNvPr>
          <p:cNvSpPr/>
          <p:nvPr userDrawn="1"/>
        </p:nvSpPr>
        <p:spPr>
          <a:xfrm>
            <a:off x="6095999" y="796701"/>
            <a:ext cx="4979587" cy="1582256"/>
          </a:xfrm>
          <a:custGeom>
            <a:avLst/>
            <a:gdLst>
              <a:gd name="connsiteX0" fmla="*/ 464716 w 4183448"/>
              <a:gd name="connsiteY0" fmla="*/ 0 h 1329284"/>
              <a:gd name="connsiteX1" fmla="*/ 3718732 w 4183448"/>
              <a:gd name="connsiteY1" fmla="*/ 0 h 1329284"/>
              <a:gd name="connsiteX2" fmla="*/ 4183448 w 4183448"/>
              <a:gd name="connsiteY2" fmla="*/ 464716 h 1329284"/>
              <a:gd name="connsiteX3" fmla="*/ 3718732 w 4183448"/>
              <a:gd name="connsiteY3" fmla="*/ 929432 h 1329284"/>
              <a:gd name="connsiteX4" fmla="*/ 858958 w 4183448"/>
              <a:gd name="connsiteY4" fmla="*/ 929432 h 1329284"/>
              <a:gd name="connsiteX5" fmla="*/ 427445 w 4183448"/>
              <a:gd name="connsiteY5" fmla="*/ 1329284 h 1329284"/>
              <a:gd name="connsiteX6" fmla="*/ 427445 w 4183448"/>
              <a:gd name="connsiteY6" fmla="*/ 929432 h 1329284"/>
              <a:gd name="connsiteX7" fmla="*/ 464716 w 4183448"/>
              <a:gd name="connsiteY7" fmla="*/ 929432 h 1329284"/>
              <a:gd name="connsiteX8" fmla="*/ 0 w 4183448"/>
              <a:gd name="connsiteY8" fmla="*/ 464716 h 1329284"/>
              <a:gd name="connsiteX9" fmla="*/ 464716 w 4183448"/>
              <a:gd name="connsiteY9" fmla="*/ 0 h 1329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83448" h="1329284">
                <a:moveTo>
                  <a:pt x="464716" y="0"/>
                </a:moveTo>
                <a:lnTo>
                  <a:pt x="3718732" y="0"/>
                </a:lnTo>
                <a:cubicBezTo>
                  <a:pt x="3975388" y="0"/>
                  <a:pt x="4183448" y="208060"/>
                  <a:pt x="4183448" y="464716"/>
                </a:cubicBezTo>
                <a:cubicBezTo>
                  <a:pt x="4183448" y="721372"/>
                  <a:pt x="3975388" y="929432"/>
                  <a:pt x="3718732" y="929432"/>
                </a:cubicBezTo>
                <a:lnTo>
                  <a:pt x="858958" y="929432"/>
                </a:lnTo>
                <a:lnTo>
                  <a:pt x="427445" y="1329284"/>
                </a:lnTo>
                <a:lnTo>
                  <a:pt x="427445" y="929432"/>
                </a:lnTo>
                <a:lnTo>
                  <a:pt x="464716" y="929432"/>
                </a:lnTo>
                <a:cubicBezTo>
                  <a:pt x="208060" y="929432"/>
                  <a:pt x="0" y="721372"/>
                  <a:pt x="0" y="464716"/>
                </a:cubicBezTo>
                <a:cubicBezTo>
                  <a:pt x="0" y="208060"/>
                  <a:pt x="208060" y="0"/>
                  <a:pt x="464716"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12" name="Arrow: Pentagon 11">
            <a:extLst>
              <a:ext uri="{FF2B5EF4-FFF2-40B4-BE49-F238E27FC236}">
                <a16:creationId xmlns:a16="http://schemas.microsoft.com/office/drawing/2014/main" id="{E49AFB17-3E79-DDDD-BCFF-861BB2D9FEDF}"/>
              </a:ext>
            </a:extLst>
          </p:cNvPr>
          <p:cNvSpPr/>
          <p:nvPr userDrawn="1"/>
        </p:nvSpPr>
        <p:spPr>
          <a:xfrm>
            <a:off x="6884662" y="4958948"/>
            <a:ext cx="4770090" cy="935671"/>
          </a:xfrm>
          <a:prstGeom prst="homePlate">
            <a:avLst>
              <a:gd name="adj" fmla="val 4451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13" name="Group 12">
            <a:extLst>
              <a:ext uri="{FF2B5EF4-FFF2-40B4-BE49-F238E27FC236}">
                <a16:creationId xmlns:a16="http://schemas.microsoft.com/office/drawing/2014/main" id="{9823413E-9ADB-BD26-6B2C-76FE2FC71CE7}"/>
              </a:ext>
            </a:extLst>
          </p:cNvPr>
          <p:cNvGrpSpPr/>
          <p:nvPr userDrawn="1"/>
        </p:nvGrpSpPr>
        <p:grpSpPr>
          <a:xfrm>
            <a:off x="940561" y="2162360"/>
            <a:ext cx="4049937" cy="2542738"/>
            <a:chOff x="940561" y="1812131"/>
            <a:chExt cx="4049937" cy="2542738"/>
          </a:xfrm>
        </p:grpSpPr>
        <p:sp>
          <p:nvSpPr>
            <p:cNvPr id="14" name="Rectangle: Rounded Corners 13">
              <a:extLst>
                <a:ext uri="{FF2B5EF4-FFF2-40B4-BE49-F238E27FC236}">
                  <a16:creationId xmlns:a16="http://schemas.microsoft.com/office/drawing/2014/main" id="{D16E1A27-F279-431D-900D-55A76135A9B2}"/>
                </a:ext>
              </a:extLst>
            </p:cNvPr>
            <p:cNvSpPr/>
            <p:nvPr userDrawn="1"/>
          </p:nvSpPr>
          <p:spPr>
            <a:xfrm>
              <a:off x="940561" y="1812131"/>
              <a:ext cx="4049937" cy="739740"/>
            </a:xfrm>
            <a:prstGeom prst="roundRect">
              <a:avLst>
                <a:gd name="adj" fmla="val 50000"/>
              </a:avLst>
            </a:prstGeom>
            <a:solidFill>
              <a:schemeClr val="bg1"/>
            </a:solidFill>
            <a:ln>
              <a:noFill/>
            </a:ln>
            <a:effectLst>
              <a:outerShdw blurRad="127000" dist="38100" algn="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rIns="216000" rtlCol="0" anchor="ctr"/>
            <a:lstStyle/>
            <a:p>
              <a:pPr algn="ctr"/>
              <a:endParaRPr lang="en-ID" sz="1400"/>
            </a:p>
          </p:txBody>
        </p:sp>
        <p:sp>
          <p:nvSpPr>
            <p:cNvPr id="15" name="Rectangle: Rounded Corners 14">
              <a:extLst>
                <a:ext uri="{FF2B5EF4-FFF2-40B4-BE49-F238E27FC236}">
                  <a16:creationId xmlns:a16="http://schemas.microsoft.com/office/drawing/2014/main" id="{87AAC1C1-DFDB-FD87-756A-ED1F3BB8DBB9}"/>
                </a:ext>
              </a:extLst>
            </p:cNvPr>
            <p:cNvSpPr/>
            <p:nvPr/>
          </p:nvSpPr>
          <p:spPr>
            <a:xfrm>
              <a:off x="940561" y="2713630"/>
              <a:ext cx="4049937" cy="739740"/>
            </a:xfrm>
            <a:prstGeom prst="roundRect">
              <a:avLst>
                <a:gd name="adj" fmla="val 50000"/>
              </a:avLst>
            </a:prstGeom>
            <a:solidFill>
              <a:schemeClr val="bg1"/>
            </a:solidFill>
            <a:ln>
              <a:noFill/>
            </a:ln>
            <a:effectLst>
              <a:outerShdw blurRad="127000" dist="38100" algn="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rIns="216000" rtlCol="0" anchor="ctr"/>
            <a:lstStyle/>
            <a:p>
              <a:pPr algn="ctr"/>
              <a:endParaRPr lang="en-ID" sz="1400"/>
            </a:p>
          </p:txBody>
        </p:sp>
        <p:sp>
          <p:nvSpPr>
            <p:cNvPr id="16" name="Rectangle: Rounded Corners 15">
              <a:extLst>
                <a:ext uri="{FF2B5EF4-FFF2-40B4-BE49-F238E27FC236}">
                  <a16:creationId xmlns:a16="http://schemas.microsoft.com/office/drawing/2014/main" id="{245C8E87-08EB-7D7D-47F1-E6CBF63FAD36}"/>
                </a:ext>
              </a:extLst>
            </p:cNvPr>
            <p:cNvSpPr/>
            <p:nvPr/>
          </p:nvSpPr>
          <p:spPr>
            <a:xfrm>
              <a:off x="940561" y="3615129"/>
              <a:ext cx="4049937" cy="739740"/>
            </a:xfrm>
            <a:prstGeom prst="roundRect">
              <a:avLst>
                <a:gd name="adj" fmla="val 50000"/>
              </a:avLst>
            </a:prstGeom>
            <a:solidFill>
              <a:schemeClr val="bg1"/>
            </a:solidFill>
            <a:ln>
              <a:noFill/>
            </a:ln>
            <a:effectLst>
              <a:outerShdw blurRad="127000" dist="38100" algn="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rIns="216000" rtlCol="0" anchor="ctr"/>
            <a:lstStyle/>
            <a:p>
              <a:pPr algn="ctr"/>
              <a:endParaRPr lang="da-DK" sz="1400" b="0" i="0">
                <a:solidFill>
                  <a:srgbClr val="000000"/>
                </a:solidFill>
                <a:effectLst/>
                <a:latin typeface="Open Sans" pitchFamily="2" charset="0"/>
              </a:endParaRPr>
            </a:p>
          </p:txBody>
        </p:sp>
      </p:grpSp>
      <p:grpSp>
        <p:nvGrpSpPr>
          <p:cNvPr id="17" name="Group 16">
            <a:extLst>
              <a:ext uri="{FF2B5EF4-FFF2-40B4-BE49-F238E27FC236}">
                <a16:creationId xmlns:a16="http://schemas.microsoft.com/office/drawing/2014/main" id="{EDE858D0-C642-1337-995A-6E7BDE240A83}"/>
              </a:ext>
            </a:extLst>
          </p:cNvPr>
          <p:cNvGrpSpPr/>
          <p:nvPr userDrawn="1"/>
        </p:nvGrpSpPr>
        <p:grpSpPr>
          <a:xfrm>
            <a:off x="7204565" y="2162360"/>
            <a:ext cx="4049937" cy="2542738"/>
            <a:chOff x="7204565" y="2322318"/>
            <a:chExt cx="4049937" cy="2542738"/>
          </a:xfrm>
        </p:grpSpPr>
        <p:sp>
          <p:nvSpPr>
            <p:cNvPr id="18" name="Rectangle: Rounded Corners 17">
              <a:extLst>
                <a:ext uri="{FF2B5EF4-FFF2-40B4-BE49-F238E27FC236}">
                  <a16:creationId xmlns:a16="http://schemas.microsoft.com/office/drawing/2014/main" id="{DB1EE182-C645-726A-4D6D-ABD6EEE6A238}"/>
                </a:ext>
              </a:extLst>
            </p:cNvPr>
            <p:cNvSpPr/>
            <p:nvPr/>
          </p:nvSpPr>
          <p:spPr>
            <a:xfrm>
              <a:off x="7204565" y="2322318"/>
              <a:ext cx="4049937" cy="739740"/>
            </a:xfrm>
            <a:prstGeom prst="roundRect">
              <a:avLst>
                <a:gd name="adj" fmla="val 50000"/>
              </a:avLst>
            </a:prstGeom>
            <a:solidFill>
              <a:schemeClr val="bg1"/>
            </a:solidFill>
            <a:ln>
              <a:noFill/>
            </a:ln>
            <a:effectLst>
              <a:outerShdw blurRad="127000" dist="38100" algn="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rIns="21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400" b="0" i="0" u="none" strike="noStrike" kern="1200" cap="none" spc="0" normalizeH="0" baseline="0" noProof="0">
                <a:ln>
                  <a:noFill/>
                </a:ln>
                <a:solidFill>
                  <a:prstClr val="white"/>
                </a:solidFill>
                <a:effectLst/>
                <a:uLnTx/>
                <a:uFillTx/>
                <a:latin typeface="Segoe UI Light"/>
                <a:ea typeface="+mn-ea"/>
                <a:cs typeface="+mn-cs"/>
              </a:endParaRPr>
            </a:p>
          </p:txBody>
        </p:sp>
        <p:sp>
          <p:nvSpPr>
            <p:cNvPr id="19" name="Rectangle: Rounded Corners 18">
              <a:extLst>
                <a:ext uri="{FF2B5EF4-FFF2-40B4-BE49-F238E27FC236}">
                  <a16:creationId xmlns:a16="http://schemas.microsoft.com/office/drawing/2014/main" id="{3BA1541E-79E5-CC46-6D53-906C6A57C481}"/>
                </a:ext>
              </a:extLst>
            </p:cNvPr>
            <p:cNvSpPr/>
            <p:nvPr/>
          </p:nvSpPr>
          <p:spPr>
            <a:xfrm>
              <a:off x="7204565" y="3223817"/>
              <a:ext cx="4049937" cy="739740"/>
            </a:xfrm>
            <a:prstGeom prst="roundRect">
              <a:avLst>
                <a:gd name="adj" fmla="val 50000"/>
              </a:avLst>
            </a:prstGeom>
            <a:solidFill>
              <a:schemeClr val="bg1"/>
            </a:solidFill>
            <a:ln>
              <a:noFill/>
            </a:ln>
            <a:effectLst>
              <a:outerShdw blurRad="127000" dist="38100" algn="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rIns="21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400" b="0" i="0" u="none" strike="noStrike" kern="1200" cap="none" spc="0" normalizeH="0" baseline="0" noProof="0">
                <a:ln>
                  <a:noFill/>
                </a:ln>
                <a:solidFill>
                  <a:prstClr val="white"/>
                </a:solidFill>
                <a:effectLst/>
                <a:uLnTx/>
                <a:uFillTx/>
                <a:latin typeface="Segoe UI Light"/>
                <a:ea typeface="+mn-ea"/>
                <a:cs typeface="+mn-cs"/>
              </a:endParaRPr>
            </a:p>
          </p:txBody>
        </p:sp>
        <p:sp>
          <p:nvSpPr>
            <p:cNvPr id="20" name="Rectangle: Rounded Corners 19">
              <a:extLst>
                <a:ext uri="{FF2B5EF4-FFF2-40B4-BE49-F238E27FC236}">
                  <a16:creationId xmlns:a16="http://schemas.microsoft.com/office/drawing/2014/main" id="{E2445EDE-4CC0-9BE9-5BA1-166B6999F127}"/>
                </a:ext>
              </a:extLst>
            </p:cNvPr>
            <p:cNvSpPr/>
            <p:nvPr/>
          </p:nvSpPr>
          <p:spPr>
            <a:xfrm>
              <a:off x="7204565" y="4125316"/>
              <a:ext cx="4049937" cy="739740"/>
            </a:xfrm>
            <a:prstGeom prst="roundRect">
              <a:avLst>
                <a:gd name="adj" fmla="val 50000"/>
              </a:avLst>
            </a:prstGeom>
            <a:solidFill>
              <a:schemeClr val="bg1"/>
            </a:solidFill>
            <a:ln>
              <a:noFill/>
            </a:ln>
            <a:effectLst>
              <a:outerShdw blurRad="127000" dist="38100" algn="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rIns="21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400" b="0" i="0" u="none" strike="noStrike" kern="1200" cap="none" spc="0" normalizeH="0" baseline="0" noProof="0">
                <a:ln>
                  <a:noFill/>
                </a:ln>
                <a:solidFill>
                  <a:prstClr val="white"/>
                </a:solidFill>
                <a:effectLst/>
                <a:uLnTx/>
                <a:uFillTx/>
                <a:latin typeface="Segoe UI Light"/>
                <a:ea typeface="+mn-ea"/>
                <a:cs typeface="+mn-cs"/>
              </a:endParaRPr>
            </a:p>
          </p:txBody>
        </p:sp>
      </p:grpSp>
      <p:sp>
        <p:nvSpPr>
          <p:cNvPr id="21" name="TextBox 20">
            <a:extLst>
              <a:ext uri="{FF2B5EF4-FFF2-40B4-BE49-F238E27FC236}">
                <a16:creationId xmlns:a16="http://schemas.microsoft.com/office/drawing/2014/main" id="{9FED23E6-0F44-2B56-D842-C8F622C70E37}"/>
              </a:ext>
            </a:extLst>
          </p:cNvPr>
          <p:cNvSpPr txBox="1"/>
          <p:nvPr userDrawn="1"/>
        </p:nvSpPr>
        <p:spPr>
          <a:xfrm>
            <a:off x="2811854" y="818937"/>
            <a:ext cx="1136658" cy="646331"/>
          </a:xfrm>
          <a:prstGeom prst="rect">
            <a:avLst/>
          </a:prstGeom>
          <a:noFill/>
        </p:spPr>
        <p:txBody>
          <a:bodyPr wrap="none" rtlCol="0">
            <a:spAutoFit/>
          </a:bodyPr>
          <a:lstStyle/>
          <a:p>
            <a:r>
              <a:rPr lang="en-US" sz="3600" b="1">
                <a:solidFill>
                  <a:schemeClr val="bg1"/>
                </a:solidFill>
                <a:latin typeface="+mj-lt"/>
              </a:rPr>
              <a:t>Pros</a:t>
            </a:r>
            <a:endParaRPr lang="en-ID" sz="3600" b="1">
              <a:solidFill>
                <a:schemeClr val="bg1"/>
              </a:solidFill>
              <a:latin typeface="+mj-lt"/>
            </a:endParaRPr>
          </a:p>
        </p:txBody>
      </p:sp>
      <p:sp>
        <p:nvSpPr>
          <p:cNvPr id="22" name="TextBox 21">
            <a:extLst>
              <a:ext uri="{FF2B5EF4-FFF2-40B4-BE49-F238E27FC236}">
                <a16:creationId xmlns:a16="http://schemas.microsoft.com/office/drawing/2014/main" id="{3A9329AB-AD0A-7555-E0E9-DAABF0B24C7F}"/>
              </a:ext>
            </a:extLst>
          </p:cNvPr>
          <p:cNvSpPr txBox="1"/>
          <p:nvPr userDrawn="1"/>
        </p:nvSpPr>
        <p:spPr>
          <a:xfrm>
            <a:off x="8134146" y="992886"/>
            <a:ext cx="1237839" cy="646331"/>
          </a:xfrm>
          <a:prstGeom prst="rect">
            <a:avLst/>
          </a:prstGeom>
          <a:noFill/>
        </p:spPr>
        <p:txBody>
          <a:bodyPr wrap="none" rtlCol="0">
            <a:spAutoFit/>
          </a:bodyPr>
          <a:lstStyle/>
          <a:p>
            <a:r>
              <a:rPr lang="en-US" sz="3600" b="1">
                <a:solidFill>
                  <a:schemeClr val="bg1"/>
                </a:solidFill>
                <a:latin typeface="+mj-lt"/>
              </a:rPr>
              <a:t>Cons</a:t>
            </a:r>
            <a:endParaRPr lang="en-ID" sz="3600" b="1">
              <a:solidFill>
                <a:schemeClr val="bg1"/>
              </a:solidFill>
              <a:latin typeface="+mj-lt"/>
            </a:endParaRPr>
          </a:p>
        </p:txBody>
      </p:sp>
      <p:sp>
        <p:nvSpPr>
          <p:cNvPr id="23" name="Arrow: Pentagon 22">
            <a:extLst>
              <a:ext uri="{FF2B5EF4-FFF2-40B4-BE49-F238E27FC236}">
                <a16:creationId xmlns:a16="http://schemas.microsoft.com/office/drawing/2014/main" id="{E6886F20-8E1C-B3AA-80E5-80F24D9E83D8}"/>
              </a:ext>
            </a:extLst>
          </p:cNvPr>
          <p:cNvSpPr/>
          <p:nvPr userDrawn="1"/>
        </p:nvSpPr>
        <p:spPr>
          <a:xfrm rot="10800000">
            <a:off x="515938" y="4958947"/>
            <a:ext cx="4791401" cy="935671"/>
          </a:xfrm>
          <a:prstGeom prst="homePlate">
            <a:avLst>
              <a:gd name="adj" fmla="val 4451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27" name="Group 26">
            <a:extLst>
              <a:ext uri="{FF2B5EF4-FFF2-40B4-BE49-F238E27FC236}">
                <a16:creationId xmlns:a16="http://schemas.microsoft.com/office/drawing/2014/main" id="{40CC6F63-AAB5-FF15-F023-9A6A64887934}"/>
              </a:ext>
            </a:extLst>
          </p:cNvPr>
          <p:cNvGrpSpPr/>
          <p:nvPr userDrawn="1"/>
        </p:nvGrpSpPr>
        <p:grpSpPr>
          <a:xfrm>
            <a:off x="517952" y="2079340"/>
            <a:ext cx="839091" cy="839091"/>
            <a:chOff x="9277350" y="-850900"/>
            <a:chExt cx="1243118" cy="1243118"/>
          </a:xfrm>
        </p:grpSpPr>
        <p:sp>
          <p:nvSpPr>
            <p:cNvPr id="28" name="Oval 27">
              <a:extLst>
                <a:ext uri="{FF2B5EF4-FFF2-40B4-BE49-F238E27FC236}">
                  <a16:creationId xmlns:a16="http://schemas.microsoft.com/office/drawing/2014/main" id="{2435BAD9-43B0-E746-BA17-AFE8C390A5AA}"/>
                </a:ext>
              </a:extLst>
            </p:cNvPr>
            <p:cNvSpPr/>
            <p:nvPr/>
          </p:nvSpPr>
          <p:spPr>
            <a:xfrm>
              <a:off x="9277350" y="-850900"/>
              <a:ext cx="1243118" cy="1243118"/>
            </a:xfrm>
            <a:prstGeom prst="ellipse">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29" name="Group 28">
              <a:extLst>
                <a:ext uri="{FF2B5EF4-FFF2-40B4-BE49-F238E27FC236}">
                  <a16:creationId xmlns:a16="http://schemas.microsoft.com/office/drawing/2014/main" id="{C3BBD765-F4C0-2304-8D4D-6FB06326486D}"/>
                </a:ext>
              </a:extLst>
            </p:cNvPr>
            <p:cNvGrpSpPr/>
            <p:nvPr/>
          </p:nvGrpSpPr>
          <p:grpSpPr>
            <a:xfrm>
              <a:off x="9499624" y="-628626"/>
              <a:ext cx="798571" cy="798571"/>
              <a:chOff x="8559800" y="-698500"/>
              <a:chExt cx="558800" cy="558800"/>
            </a:xfrm>
          </p:grpSpPr>
          <p:sp>
            <p:nvSpPr>
              <p:cNvPr id="30" name="Oval 29">
                <a:extLst>
                  <a:ext uri="{FF2B5EF4-FFF2-40B4-BE49-F238E27FC236}">
                    <a16:creationId xmlns:a16="http://schemas.microsoft.com/office/drawing/2014/main" id="{A8EE5C71-3122-ED28-B0C2-7667C8C399FC}"/>
                  </a:ext>
                </a:extLst>
              </p:cNvPr>
              <p:cNvSpPr/>
              <p:nvPr/>
            </p:nvSpPr>
            <p:spPr>
              <a:xfrm>
                <a:off x="8559800" y="-698500"/>
                <a:ext cx="558800" cy="5588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1" name="Freeform 30">
                <a:extLst>
                  <a:ext uri="{FF2B5EF4-FFF2-40B4-BE49-F238E27FC236}">
                    <a16:creationId xmlns:a16="http://schemas.microsoft.com/office/drawing/2014/main" id="{0745507A-EBEB-80CE-59EB-11C25FDD50D7}"/>
                  </a:ext>
                </a:extLst>
              </p:cNvPr>
              <p:cNvSpPr>
                <a:spLocks/>
              </p:cNvSpPr>
              <p:nvPr/>
            </p:nvSpPr>
            <p:spPr bwMode="auto">
              <a:xfrm>
                <a:off x="8666162" y="-567532"/>
                <a:ext cx="346075" cy="296863"/>
              </a:xfrm>
              <a:custGeom>
                <a:avLst/>
                <a:gdLst>
                  <a:gd name="T0" fmla="*/ 185 w 218"/>
                  <a:gd name="T1" fmla="*/ 0 h 187"/>
                  <a:gd name="T2" fmla="*/ 66 w 218"/>
                  <a:gd name="T3" fmla="*/ 120 h 187"/>
                  <a:gd name="T4" fmla="*/ 33 w 218"/>
                  <a:gd name="T5" fmla="*/ 86 h 187"/>
                  <a:gd name="T6" fmla="*/ 0 w 218"/>
                  <a:gd name="T7" fmla="*/ 120 h 187"/>
                  <a:gd name="T8" fmla="*/ 66 w 218"/>
                  <a:gd name="T9" fmla="*/ 187 h 187"/>
                  <a:gd name="T10" fmla="*/ 218 w 218"/>
                  <a:gd name="T11" fmla="*/ 34 h 187"/>
                  <a:gd name="T12" fmla="*/ 185 w 218"/>
                  <a:gd name="T13" fmla="*/ 0 h 187"/>
                </a:gdLst>
                <a:ahLst/>
                <a:cxnLst>
                  <a:cxn ang="0">
                    <a:pos x="T0" y="T1"/>
                  </a:cxn>
                  <a:cxn ang="0">
                    <a:pos x="T2" y="T3"/>
                  </a:cxn>
                  <a:cxn ang="0">
                    <a:pos x="T4" y="T5"/>
                  </a:cxn>
                  <a:cxn ang="0">
                    <a:pos x="T6" y="T7"/>
                  </a:cxn>
                  <a:cxn ang="0">
                    <a:pos x="T8" y="T9"/>
                  </a:cxn>
                  <a:cxn ang="0">
                    <a:pos x="T10" y="T11"/>
                  </a:cxn>
                  <a:cxn ang="0">
                    <a:pos x="T12" y="T13"/>
                  </a:cxn>
                </a:cxnLst>
                <a:rect l="0" t="0" r="r" b="b"/>
                <a:pathLst>
                  <a:path w="218" h="187">
                    <a:moveTo>
                      <a:pt x="185" y="0"/>
                    </a:moveTo>
                    <a:lnTo>
                      <a:pt x="66" y="120"/>
                    </a:lnTo>
                    <a:lnTo>
                      <a:pt x="33" y="86"/>
                    </a:lnTo>
                    <a:lnTo>
                      <a:pt x="0" y="120"/>
                    </a:lnTo>
                    <a:lnTo>
                      <a:pt x="66" y="187"/>
                    </a:lnTo>
                    <a:lnTo>
                      <a:pt x="218" y="34"/>
                    </a:lnTo>
                    <a:lnTo>
                      <a:pt x="185" y="0"/>
                    </a:lnTo>
                    <a:close/>
                  </a:path>
                </a:pathLst>
              </a:custGeom>
              <a:noFill/>
              <a:ln w="15875"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grpSp>
      </p:grpSp>
      <p:grpSp>
        <p:nvGrpSpPr>
          <p:cNvPr id="32" name="Group 31">
            <a:extLst>
              <a:ext uri="{FF2B5EF4-FFF2-40B4-BE49-F238E27FC236}">
                <a16:creationId xmlns:a16="http://schemas.microsoft.com/office/drawing/2014/main" id="{4F45F94B-7617-8DD2-F06B-310D6EA0A192}"/>
              </a:ext>
            </a:extLst>
          </p:cNvPr>
          <p:cNvGrpSpPr/>
          <p:nvPr userDrawn="1"/>
        </p:nvGrpSpPr>
        <p:grpSpPr>
          <a:xfrm>
            <a:off x="517952" y="3001484"/>
            <a:ext cx="839091" cy="839091"/>
            <a:chOff x="9277350" y="-850900"/>
            <a:chExt cx="1243118" cy="1243118"/>
          </a:xfrm>
        </p:grpSpPr>
        <p:sp>
          <p:nvSpPr>
            <p:cNvPr id="33" name="Oval 32">
              <a:extLst>
                <a:ext uri="{FF2B5EF4-FFF2-40B4-BE49-F238E27FC236}">
                  <a16:creationId xmlns:a16="http://schemas.microsoft.com/office/drawing/2014/main" id="{B2C04B61-92A8-9F6D-4F7F-91C470AB1CE4}"/>
                </a:ext>
              </a:extLst>
            </p:cNvPr>
            <p:cNvSpPr/>
            <p:nvPr/>
          </p:nvSpPr>
          <p:spPr>
            <a:xfrm>
              <a:off x="9277350" y="-850900"/>
              <a:ext cx="1243118" cy="1243118"/>
            </a:xfrm>
            <a:prstGeom prst="ellipse">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34" name="Group 33">
              <a:extLst>
                <a:ext uri="{FF2B5EF4-FFF2-40B4-BE49-F238E27FC236}">
                  <a16:creationId xmlns:a16="http://schemas.microsoft.com/office/drawing/2014/main" id="{8A50A0D0-DBBA-E963-90CA-4473C1D535B5}"/>
                </a:ext>
              </a:extLst>
            </p:cNvPr>
            <p:cNvGrpSpPr/>
            <p:nvPr/>
          </p:nvGrpSpPr>
          <p:grpSpPr>
            <a:xfrm>
              <a:off x="9499624" y="-628626"/>
              <a:ext cx="798571" cy="798571"/>
              <a:chOff x="8559800" y="-698500"/>
              <a:chExt cx="558800" cy="558800"/>
            </a:xfrm>
          </p:grpSpPr>
          <p:sp>
            <p:nvSpPr>
              <p:cNvPr id="35" name="Oval 34">
                <a:extLst>
                  <a:ext uri="{FF2B5EF4-FFF2-40B4-BE49-F238E27FC236}">
                    <a16:creationId xmlns:a16="http://schemas.microsoft.com/office/drawing/2014/main" id="{29CAEDC6-CE39-2DAB-73B0-D2EEF7236BD3}"/>
                  </a:ext>
                </a:extLst>
              </p:cNvPr>
              <p:cNvSpPr/>
              <p:nvPr/>
            </p:nvSpPr>
            <p:spPr>
              <a:xfrm>
                <a:off x="8559800" y="-698500"/>
                <a:ext cx="558800" cy="5588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6" name="Freeform 30">
                <a:extLst>
                  <a:ext uri="{FF2B5EF4-FFF2-40B4-BE49-F238E27FC236}">
                    <a16:creationId xmlns:a16="http://schemas.microsoft.com/office/drawing/2014/main" id="{DA3683E8-AD3B-305D-B2F4-4DAA31B8B9A8}"/>
                  </a:ext>
                </a:extLst>
              </p:cNvPr>
              <p:cNvSpPr>
                <a:spLocks/>
              </p:cNvSpPr>
              <p:nvPr/>
            </p:nvSpPr>
            <p:spPr bwMode="auto">
              <a:xfrm>
                <a:off x="8666162" y="-567532"/>
                <a:ext cx="346075" cy="296863"/>
              </a:xfrm>
              <a:custGeom>
                <a:avLst/>
                <a:gdLst>
                  <a:gd name="T0" fmla="*/ 185 w 218"/>
                  <a:gd name="T1" fmla="*/ 0 h 187"/>
                  <a:gd name="T2" fmla="*/ 66 w 218"/>
                  <a:gd name="T3" fmla="*/ 120 h 187"/>
                  <a:gd name="T4" fmla="*/ 33 w 218"/>
                  <a:gd name="T5" fmla="*/ 86 h 187"/>
                  <a:gd name="T6" fmla="*/ 0 w 218"/>
                  <a:gd name="T7" fmla="*/ 120 h 187"/>
                  <a:gd name="T8" fmla="*/ 66 w 218"/>
                  <a:gd name="T9" fmla="*/ 187 h 187"/>
                  <a:gd name="T10" fmla="*/ 218 w 218"/>
                  <a:gd name="T11" fmla="*/ 34 h 187"/>
                  <a:gd name="T12" fmla="*/ 185 w 218"/>
                  <a:gd name="T13" fmla="*/ 0 h 187"/>
                </a:gdLst>
                <a:ahLst/>
                <a:cxnLst>
                  <a:cxn ang="0">
                    <a:pos x="T0" y="T1"/>
                  </a:cxn>
                  <a:cxn ang="0">
                    <a:pos x="T2" y="T3"/>
                  </a:cxn>
                  <a:cxn ang="0">
                    <a:pos x="T4" y="T5"/>
                  </a:cxn>
                  <a:cxn ang="0">
                    <a:pos x="T6" y="T7"/>
                  </a:cxn>
                  <a:cxn ang="0">
                    <a:pos x="T8" y="T9"/>
                  </a:cxn>
                  <a:cxn ang="0">
                    <a:pos x="T10" y="T11"/>
                  </a:cxn>
                  <a:cxn ang="0">
                    <a:pos x="T12" y="T13"/>
                  </a:cxn>
                </a:cxnLst>
                <a:rect l="0" t="0" r="r" b="b"/>
                <a:pathLst>
                  <a:path w="218" h="187">
                    <a:moveTo>
                      <a:pt x="185" y="0"/>
                    </a:moveTo>
                    <a:lnTo>
                      <a:pt x="66" y="120"/>
                    </a:lnTo>
                    <a:lnTo>
                      <a:pt x="33" y="86"/>
                    </a:lnTo>
                    <a:lnTo>
                      <a:pt x="0" y="120"/>
                    </a:lnTo>
                    <a:lnTo>
                      <a:pt x="66" y="187"/>
                    </a:lnTo>
                    <a:lnTo>
                      <a:pt x="218" y="34"/>
                    </a:lnTo>
                    <a:lnTo>
                      <a:pt x="185" y="0"/>
                    </a:lnTo>
                    <a:close/>
                  </a:path>
                </a:pathLst>
              </a:custGeom>
              <a:noFill/>
              <a:ln w="15875"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grpSp>
      </p:grpSp>
      <p:grpSp>
        <p:nvGrpSpPr>
          <p:cNvPr id="37" name="Group 36">
            <a:extLst>
              <a:ext uri="{FF2B5EF4-FFF2-40B4-BE49-F238E27FC236}">
                <a16:creationId xmlns:a16="http://schemas.microsoft.com/office/drawing/2014/main" id="{7E603E73-0312-BA61-86C3-45153E5CB10F}"/>
              </a:ext>
            </a:extLst>
          </p:cNvPr>
          <p:cNvGrpSpPr/>
          <p:nvPr userDrawn="1"/>
        </p:nvGrpSpPr>
        <p:grpSpPr>
          <a:xfrm>
            <a:off x="517952" y="3923628"/>
            <a:ext cx="839091" cy="839091"/>
            <a:chOff x="9277350" y="-850900"/>
            <a:chExt cx="1243118" cy="1243118"/>
          </a:xfrm>
        </p:grpSpPr>
        <p:sp>
          <p:nvSpPr>
            <p:cNvPr id="38" name="Oval 37">
              <a:extLst>
                <a:ext uri="{FF2B5EF4-FFF2-40B4-BE49-F238E27FC236}">
                  <a16:creationId xmlns:a16="http://schemas.microsoft.com/office/drawing/2014/main" id="{B8E4A87A-06CF-EEEA-E30B-7CD22FB20F7E}"/>
                </a:ext>
              </a:extLst>
            </p:cNvPr>
            <p:cNvSpPr/>
            <p:nvPr/>
          </p:nvSpPr>
          <p:spPr>
            <a:xfrm>
              <a:off x="9277350" y="-850900"/>
              <a:ext cx="1243118" cy="1243118"/>
            </a:xfrm>
            <a:prstGeom prst="ellipse">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39" name="Group 38">
              <a:extLst>
                <a:ext uri="{FF2B5EF4-FFF2-40B4-BE49-F238E27FC236}">
                  <a16:creationId xmlns:a16="http://schemas.microsoft.com/office/drawing/2014/main" id="{A951DBD0-2E79-AE6F-D16A-4A1A9B1425C0}"/>
                </a:ext>
              </a:extLst>
            </p:cNvPr>
            <p:cNvGrpSpPr/>
            <p:nvPr/>
          </p:nvGrpSpPr>
          <p:grpSpPr>
            <a:xfrm>
              <a:off x="9499624" y="-628626"/>
              <a:ext cx="798571" cy="798571"/>
              <a:chOff x="8559800" y="-698500"/>
              <a:chExt cx="558800" cy="558800"/>
            </a:xfrm>
          </p:grpSpPr>
          <p:sp>
            <p:nvSpPr>
              <p:cNvPr id="40" name="Oval 39">
                <a:extLst>
                  <a:ext uri="{FF2B5EF4-FFF2-40B4-BE49-F238E27FC236}">
                    <a16:creationId xmlns:a16="http://schemas.microsoft.com/office/drawing/2014/main" id="{309DF095-59FB-6B09-AFF6-3F2ADCBB380C}"/>
                  </a:ext>
                </a:extLst>
              </p:cNvPr>
              <p:cNvSpPr/>
              <p:nvPr/>
            </p:nvSpPr>
            <p:spPr>
              <a:xfrm>
                <a:off x="8559800" y="-698500"/>
                <a:ext cx="558800" cy="5588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1" name="Freeform 30">
                <a:extLst>
                  <a:ext uri="{FF2B5EF4-FFF2-40B4-BE49-F238E27FC236}">
                    <a16:creationId xmlns:a16="http://schemas.microsoft.com/office/drawing/2014/main" id="{3FF1F3E8-95F4-F16A-8BD2-31DA4B114745}"/>
                  </a:ext>
                </a:extLst>
              </p:cNvPr>
              <p:cNvSpPr>
                <a:spLocks/>
              </p:cNvSpPr>
              <p:nvPr/>
            </p:nvSpPr>
            <p:spPr bwMode="auto">
              <a:xfrm>
                <a:off x="8666162" y="-567532"/>
                <a:ext cx="346075" cy="296863"/>
              </a:xfrm>
              <a:custGeom>
                <a:avLst/>
                <a:gdLst>
                  <a:gd name="T0" fmla="*/ 185 w 218"/>
                  <a:gd name="T1" fmla="*/ 0 h 187"/>
                  <a:gd name="T2" fmla="*/ 66 w 218"/>
                  <a:gd name="T3" fmla="*/ 120 h 187"/>
                  <a:gd name="T4" fmla="*/ 33 w 218"/>
                  <a:gd name="T5" fmla="*/ 86 h 187"/>
                  <a:gd name="T6" fmla="*/ 0 w 218"/>
                  <a:gd name="T7" fmla="*/ 120 h 187"/>
                  <a:gd name="T8" fmla="*/ 66 w 218"/>
                  <a:gd name="T9" fmla="*/ 187 h 187"/>
                  <a:gd name="T10" fmla="*/ 218 w 218"/>
                  <a:gd name="T11" fmla="*/ 34 h 187"/>
                  <a:gd name="T12" fmla="*/ 185 w 218"/>
                  <a:gd name="T13" fmla="*/ 0 h 187"/>
                </a:gdLst>
                <a:ahLst/>
                <a:cxnLst>
                  <a:cxn ang="0">
                    <a:pos x="T0" y="T1"/>
                  </a:cxn>
                  <a:cxn ang="0">
                    <a:pos x="T2" y="T3"/>
                  </a:cxn>
                  <a:cxn ang="0">
                    <a:pos x="T4" y="T5"/>
                  </a:cxn>
                  <a:cxn ang="0">
                    <a:pos x="T6" y="T7"/>
                  </a:cxn>
                  <a:cxn ang="0">
                    <a:pos x="T8" y="T9"/>
                  </a:cxn>
                  <a:cxn ang="0">
                    <a:pos x="T10" y="T11"/>
                  </a:cxn>
                  <a:cxn ang="0">
                    <a:pos x="T12" y="T13"/>
                  </a:cxn>
                </a:cxnLst>
                <a:rect l="0" t="0" r="r" b="b"/>
                <a:pathLst>
                  <a:path w="218" h="187">
                    <a:moveTo>
                      <a:pt x="185" y="0"/>
                    </a:moveTo>
                    <a:lnTo>
                      <a:pt x="66" y="120"/>
                    </a:lnTo>
                    <a:lnTo>
                      <a:pt x="33" y="86"/>
                    </a:lnTo>
                    <a:lnTo>
                      <a:pt x="0" y="120"/>
                    </a:lnTo>
                    <a:lnTo>
                      <a:pt x="66" y="187"/>
                    </a:lnTo>
                    <a:lnTo>
                      <a:pt x="218" y="34"/>
                    </a:lnTo>
                    <a:lnTo>
                      <a:pt x="185" y="0"/>
                    </a:lnTo>
                    <a:close/>
                  </a:path>
                </a:pathLst>
              </a:custGeom>
              <a:noFill/>
              <a:ln w="15875"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grpSp>
      </p:grpSp>
      <p:grpSp>
        <p:nvGrpSpPr>
          <p:cNvPr id="42" name="Group 41">
            <a:extLst>
              <a:ext uri="{FF2B5EF4-FFF2-40B4-BE49-F238E27FC236}">
                <a16:creationId xmlns:a16="http://schemas.microsoft.com/office/drawing/2014/main" id="{EEE65412-5813-E15F-F78E-AAA45766AB55}"/>
              </a:ext>
            </a:extLst>
          </p:cNvPr>
          <p:cNvGrpSpPr/>
          <p:nvPr userDrawn="1"/>
        </p:nvGrpSpPr>
        <p:grpSpPr>
          <a:xfrm>
            <a:off x="4985717" y="764067"/>
            <a:ext cx="739740" cy="739740"/>
            <a:chOff x="4276786" y="1375502"/>
            <a:chExt cx="474283" cy="474283"/>
          </a:xfrm>
          <a:effectLst>
            <a:outerShdw blurRad="152400" dist="38100" algn="l" rotWithShape="0">
              <a:prstClr val="black">
                <a:alpha val="38000"/>
              </a:prstClr>
            </a:outerShdw>
          </a:effectLst>
        </p:grpSpPr>
        <p:sp>
          <p:nvSpPr>
            <p:cNvPr id="43" name="Oval 42">
              <a:extLst>
                <a:ext uri="{FF2B5EF4-FFF2-40B4-BE49-F238E27FC236}">
                  <a16:creationId xmlns:a16="http://schemas.microsoft.com/office/drawing/2014/main" id="{AA6DE401-E539-B810-9DFE-3A5F9EEC370B}"/>
                </a:ext>
              </a:extLst>
            </p:cNvPr>
            <p:cNvSpPr/>
            <p:nvPr/>
          </p:nvSpPr>
          <p:spPr>
            <a:xfrm>
              <a:off x="4276786" y="1375502"/>
              <a:ext cx="474283" cy="474283"/>
            </a:xfrm>
            <a:prstGeom prst="ellipse">
              <a:avLst/>
            </a:prstGeom>
            <a:solidFill>
              <a:schemeClr val="bg1"/>
            </a:solidFill>
            <a:ln>
              <a:noFill/>
            </a:ln>
            <a:effectLst>
              <a:outerShdw blurRad="127000" dist="635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a:extLst>
                <a:ext uri="{FF2B5EF4-FFF2-40B4-BE49-F238E27FC236}">
                  <a16:creationId xmlns:a16="http://schemas.microsoft.com/office/drawing/2014/main" id="{461F0600-A497-BD75-ACCC-CC99167DB925}"/>
                </a:ext>
              </a:extLst>
            </p:cNvPr>
            <p:cNvGrpSpPr/>
            <p:nvPr/>
          </p:nvGrpSpPr>
          <p:grpSpPr>
            <a:xfrm>
              <a:off x="4370921" y="1480133"/>
              <a:ext cx="286013" cy="265021"/>
              <a:chOff x="2982913" y="6350"/>
              <a:chExt cx="346075" cy="320675"/>
            </a:xfrm>
          </p:grpSpPr>
          <p:sp>
            <p:nvSpPr>
              <p:cNvPr id="45" name="Freeform 80">
                <a:extLst>
                  <a:ext uri="{FF2B5EF4-FFF2-40B4-BE49-F238E27FC236}">
                    <a16:creationId xmlns:a16="http://schemas.microsoft.com/office/drawing/2014/main" id="{6CBB4066-4E15-8C47-2108-14A4B61696CB}"/>
                  </a:ext>
                </a:extLst>
              </p:cNvPr>
              <p:cNvSpPr>
                <a:spLocks/>
              </p:cNvSpPr>
              <p:nvPr/>
            </p:nvSpPr>
            <p:spPr bwMode="auto">
              <a:xfrm>
                <a:off x="3059113" y="6350"/>
                <a:ext cx="269875" cy="304800"/>
              </a:xfrm>
              <a:custGeom>
                <a:avLst/>
                <a:gdLst>
                  <a:gd name="T0" fmla="*/ 58 w 72"/>
                  <a:gd name="T1" fmla="*/ 59 h 81"/>
                  <a:gd name="T2" fmla="*/ 58 w 72"/>
                  <a:gd name="T3" fmla="*/ 59 h 81"/>
                  <a:gd name="T4" fmla="*/ 64 w 72"/>
                  <a:gd name="T5" fmla="*/ 65 h 81"/>
                  <a:gd name="T6" fmla="*/ 58 w 72"/>
                  <a:gd name="T7" fmla="*/ 71 h 81"/>
                  <a:gd name="T8" fmla="*/ 54 w 72"/>
                  <a:gd name="T9" fmla="*/ 71 h 81"/>
                  <a:gd name="T10" fmla="*/ 60 w 72"/>
                  <a:gd name="T11" fmla="*/ 77 h 81"/>
                  <a:gd name="T12" fmla="*/ 54 w 72"/>
                  <a:gd name="T13" fmla="*/ 81 h 81"/>
                  <a:gd name="T14" fmla="*/ 28 w 72"/>
                  <a:gd name="T15" fmla="*/ 81 h 81"/>
                  <a:gd name="T16" fmla="*/ 0 w 72"/>
                  <a:gd name="T17" fmla="*/ 77 h 81"/>
                  <a:gd name="T18" fmla="*/ 0 w 72"/>
                  <a:gd name="T19" fmla="*/ 43 h 81"/>
                  <a:gd name="T20" fmla="*/ 26 w 72"/>
                  <a:gd name="T21" fmla="*/ 9 h 81"/>
                  <a:gd name="T22" fmla="*/ 38 w 72"/>
                  <a:gd name="T23" fmla="*/ 12 h 81"/>
                  <a:gd name="T24" fmla="*/ 34 w 72"/>
                  <a:gd name="T25" fmla="*/ 33 h 81"/>
                  <a:gd name="T26" fmla="*/ 66 w 72"/>
                  <a:gd name="T27" fmla="*/ 33 h 81"/>
                  <a:gd name="T28" fmla="*/ 72 w 72"/>
                  <a:gd name="T29" fmla="*/ 39 h 81"/>
                  <a:gd name="T30" fmla="*/ 66 w 72"/>
                  <a:gd name="T31" fmla="*/ 47 h 81"/>
                  <a:gd name="T32" fmla="*/ 62 w 72"/>
                  <a:gd name="T33" fmla="*/ 47 h 81"/>
                  <a:gd name="T34" fmla="*/ 68 w 72"/>
                  <a:gd name="T35" fmla="*/ 53 h 81"/>
                  <a:gd name="T36" fmla="*/ 62 w 72"/>
                  <a:gd name="T37" fmla="*/ 59 h 81"/>
                  <a:gd name="T38" fmla="*/ 58 w 72"/>
                  <a:gd name="T39" fmla="*/ 59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81">
                    <a:moveTo>
                      <a:pt x="58" y="59"/>
                    </a:moveTo>
                    <a:cubicBezTo>
                      <a:pt x="58" y="59"/>
                      <a:pt x="58" y="59"/>
                      <a:pt x="58" y="59"/>
                    </a:cubicBezTo>
                    <a:cubicBezTo>
                      <a:pt x="61" y="59"/>
                      <a:pt x="64" y="62"/>
                      <a:pt x="64" y="65"/>
                    </a:cubicBezTo>
                    <a:cubicBezTo>
                      <a:pt x="64" y="68"/>
                      <a:pt x="61" y="71"/>
                      <a:pt x="58" y="71"/>
                    </a:cubicBezTo>
                    <a:cubicBezTo>
                      <a:pt x="54" y="71"/>
                      <a:pt x="54" y="71"/>
                      <a:pt x="54" y="71"/>
                    </a:cubicBezTo>
                    <a:cubicBezTo>
                      <a:pt x="57" y="71"/>
                      <a:pt x="60" y="74"/>
                      <a:pt x="60" y="77"/>
                    </a:cubicBezTo>
                    <a:cubicBezTo>
                      <a:pt x="60" y="80"/>
                      <a:pt x="57" y="81"/>
                      <a:pt x="54" y="81"/>
                    </a:cubicBezTo>
                    <a:cubicBezTo>
                      <a:pt x="54" y="81"/>
                      <a:pt x="38" y="81"/>
                      <a:pt x="28" y="81"/>
                    </a:cubicBezTo>
                    <a:cubicBezTo>
                      <a:pt x="17" y="81"/>
                      <a:pt x="14" y="79"/>
                      <a:pt x="0" y="77"/>
                    </a:cubicBezTo>
                    <a:cubicBezTo>
                      <a:pt x="0" y="43"/>
                      <a:pt x="0" y="43"/>
                      <a:pt x="0" y="43"/>
                    </a:cubicBezTo>
                    <a:cubicBezTo>
                      <a:pt x="10" y="43"/>
                      <a:pt x="26" y="25"/>
                      <a:pt x="26" y="9"/>
                    </a:cubicBezTo>
                    <a:cubicBezTo>
                      <a:pt x="26" y="3"/>
                      <a:pt x="35" y="0"/>
                      <a:pt x="38" y="12"/>
                    </a:cubicBezTo>
                    <a:cubicBezTo>
                      <a:pt x="40" y="19"/>
                      <a:pt x="34" y="33"/>
                      <a:pt x="34" y="33"/>
                    </a:cubicBezTo>
                    <a:cubicBezTo>
                      <a:pt x="66" y="33"/>
                      <a:pt x="66" y="33"/>
                      <a:pt x="66" y="33"/>
                    </a:cubicBezTo>
                    <a:cubicBezTo>
                      <a:pt x="69" y="33"/>
                      <a:pt x="72" y="36"/>
                      <a:pt x="72" y="39"/>
                    </a:cubicBezTo>
                    <a:cubicBezTo>
                      <a:pt x="72" y="42"/>
                      <a:pt x="69" y="47"/>
                      <a:pt x="66" y="47"/>
                    </a:cubicBezTo>
                    <a:cubicBezTo>
                      <a:pt x="62" y="47"/>
                      <a:pt x="62" y="47"/>
                      <a:pt x="62" y="47"/>
                    </a:cubicBezTo>
                    <a:cubicBezTo>
                      <a:pt x="65" y="47"/>
                      <a:pt x="68" y="50"/>
                      <a:pt x="68" y="53"/>
                    </a:cubicBezTo>
                    <a:cubicBezTo>
                      <a:pt x="68" y="56"/>
                      <a:pt x="65" y="59"/>
                      <a:pt x="62" y="59"/>
                    </a:cubicBezTo>
                    <a:cubicBezTo>
                      <a:pt x="58" y="59"/>
                      <a:pt x="58" y="59"/>
                      <a:pt x="58" y="59"/>
                    </a:cubicBezTo>
                  </a:path>
                </a:pathLst>
              </a:custGeom>
              <a:solidFill>
                <a:srgbClr val="FFFFFF"/>
              </a:solidFill>
              <a:ln w="12700" cap="rnd">
                <a:solidFill>
                  <a:schemeClr val="accent2"/>
                </a:solidFill>
                <a:prstDash val="solid"/>
                <a:round/>
                <a:headEnd/>
                <a:tailEnd/>
              </a:ln>
            </p:spPr>
            <p:txBody>
              <a:bodyPr vert="horz" wrap="square" lIns="91440" tIns="45720" rIns="91440" bIns="45720" numCol="1" anchor="t" anchorCtr="0" compatLnSpc="1">
                <a:prstTxWarp prst="textNoShape">
                  <a:avLst/>
                </a:prstTxWarp>
              </a:bodyPr>
              <a:lstStyle/>
              <a:p>
                <a:endParaRPr lang="id-ID"/>
              </a:p>
            </p:txBody>
          </p:sp>
          <p:sp>
            <p:nvSpPr>
              <p:cNvPr id="46" name="Rectangle 81">
                <a:extLst>
                  <a:ext uri="{FF2B5EF4-FFF2-40B4-BE49-F238E27FC236}">
                    <a16:creationId xmlns:a16="http://schemas.microsoft.com/office/drawing/2014/main" id="{C390EA5A-40C5-0398-3B65-194D991A7AF5}"/>
                  </a:ext>
                </a:extLst>
              </p:cNvPr>
              <p:cNvSpPr>
                <a:spLocks noChangeArrowheads="1"/>
              </p:cNvSpPr>
              <p:nvPr/>
            </p:nvSpPr>
            <p:spPr bwMode="auto">
              <a:xfrm>
                <a:off x="2982913" y="146050"/>
                <a:ext cx="76200" cy="180975"/>
              </a:xfrm>
              <a:prstGeom prst="rect">
                <a:avLst/>
              </a:prstGeom>
              <a:solidFill>
                <a:srgbClr val="FFFFFF"/>
              </a:solidFill>
              <a:ln w="12700" cap="rnd">
                <a:solidFill>
                  <a:schemeClr val="accent2"/>
                </a:solidFill>
                <a:prstDash val="solid"/>
                <a:round/>
                <a:headEnd/>
                <a:tailEnd/>
              </a:ln>
            </p:spPr>
            <p:txBody>
              <a:bodyPr vert="horz" wrap="square" lIns="91440" tIns="45720" rIns="91440" bIns="45720" numCol="1" anchor="t" anchorCtr="0" compatLnSpc="1">
                <a:prstTxWarp prst="textNoShape">
                  <a:avLst/>
                </a:prstTxWarp>
              </a:bodyPr>
              <a:lstStyle/>
              <a:p>
                <a:endParaRPr lang="id-ID"/>
              </a:p>
            </p:txBody>
          </p:sp>
          <p:sp>
            <p:nvSpPr>
              <p:cNvPr id="47" name="Oval 82">
                <a:extLst>
                  <a:ext uri="{FF2B5EF4-FFF2-40B4-BE49-F238E27FC236}">
                    <a16:creationId xmlns:a16="http://schemas.microsoft.com/office/drawing/2014/main" id="{84C0452E-4A2D-A654-7937-9F7ACF5D3E76}"/>
                  </a:ext>
                </a:extLst>
              </p:cNvPr>
              <p:cNvSpPr>
                <a:spLocks noChangeArrowheads="1"/>
              </p:cNvSpPr>
              <p:nvPr/>
            </p:nvSpPr>
            <p:spPr bwMode="auto">
              <a:xfrm>
                <a:off x="3021013" y="288925"/>
                <a:ext cx="15875" cy="14288"/>
              </a:xfrm>
              <a:prstGeom prst="ellipse">
                <a:avLst/>
              </a:prstGeom>
              <a:solidFill>
                <a:schemeClr val="accent2"/>
              </a:solidFill>
              <a:ln w="9525">
                <a:solidFill>
                  <a:schemeClr val="accent2"/>
                </a:solidFill>
                <a:round/>
                <a:headEnd/>
                <a:tailEnd/>
              </a:ln>
            </p:spPr>
            <p:txBody>
              <a:bodyPr vert="horz" wrap="square" lIns="91440" tIns="45720" rIns="91440" bIns="45720" numCol="1" anchor="t" anchorCtr="0" compatLnSpc="1">
                <a:prstTxWarp prst="textNoShape">
                  <a:avLst/>
                </a:prstTxWarp>
              </a:bodyPr>
              <a:lstStyle/>
              <a:p>
                <a:endParaRPr lang="id-ID"/>
              </a:p>
            </p:txBody>
          </p:sp>
        </p:grpSp>
      </p:grpSp>
      <p:grpSp>
        <p:nvGrpSpPr>
          <p:cNvPr id="48" name="Group 47">
            <a:extLst>
              <a:ext uri="{FF2B5EF4-FFF2-40B4-BE49-F238E27FC236}">
                <a16:creationId xmlns:a16="http://schemas.microsoft.com/office/drawing/2014/main" id="{5CD7D976-6FE0-918D-A785-2A9D62EEB81A}"/>
              </a:ext>
            </a:extLst>
          </p:cNvPr>
          <p:cNvGrpSpPr/>
          <p:nvPr userDrawn="1"/>
        </p:nvGrpSpPr>
        <p:grpSpPr>
          <a:xfrm>
            <a:off x="6291402" y="970744"/>
            <a:ext cx="739740" cy="739740"/>
            <a:chOff x="7393577" y="1019186"/>
            <a:chExt cx="474283" cy="474283"/>
          </a:xfrm>
          <a:effectLst>
            <a:outerShdw blurRad="152400" dist="38100" algn="l" rotWithShape="0">
              <a:prstClr val="black">
                <a:alpha val="38000"/>
              </a:prstClr>
            </a:outerShdw>
          </a:effectLst>
        </p:grpSpPr>
        <p:sp>
          <p:nvSpPr>
            <p:cNvPr id="49" name="Oval 48">
              <a:extLst>
                <a:ext uri="{FF2B5EF4-FFF2-40B4-BE49-F238E27FC236}">
                  <a16:creationId xmlns:a16="http://schemas.microsoft.com/office/drawing/2014/main" id="{F9F8663B-4F1B-C233-BCA8-14CE90367E1D}"/>
                </a:ext>
              </a:extLst>
            </p:cNvPr>
            <p:cNvSpPr/>
            <p:nvPr/>
          </p:nvSpPr>
          <p:spPr>
            <a:xfrm>
              <a:off x="7393577" y="1019186"/>
              <a:ext cx="474283" cy="474283"/>
            </a:xfrm>
            <a:prstGeom prst="ellipse">
              <a:avLst/>
            </a:prstGeom>
            <a:solidFill>
              <a:schemeClr val="bg1"/>
            </a:solidFill>
            <a:ln>
              <a:noFill/>
            </a:ln>
            <a:effectLst>
              <a:outerShdw blurRad="127000" dist="635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0" name="Group 49">
              <a:extLst>
                <a:ext uri="{FF2B5EF4-FFF2-40B4-BE49-F238E27FC236}">
                  <a16:creationId xmlns:a16="http://schemas.microsoft.com/office/drawing/2014/main" id="{BD5C8B9D-65A3-EF00-2C7A-D2B553EFC000}"/>
                </a:ext>
              </a:extLst>
            </p:cNvPr>
            <p:cNvGrpSpPr/>
            <p:nvPr/>
          </p:nvGrpSpPr>
          <p:grpSpPr>
            <a:xfrm flipV="1">
              <a:off x="7487712" y="1123817"/>
              <a:ext cx="286013" cy="265021"/>
              <a:chOff x="2982913" y="6350"/>
              <a:chExt cx="346075" cy="320675"/>
            </a:xfrm>
          </p:grpSpPr>
          <p:sp>
            <p:nvSpPr>
              <p:cNvPr id="51" name="Freeform 80">
                <a:extLst>
                  <a:ext uri="{FF2B5EF4-FFF2-40B4-BE49-F238E27FC236}">
                    <a16:creationId xmlns:a16="http://schemas.microsoft.com/office/drawing/2014/main" id="{CFC261B7-FE2B-76C2-1F6B-9D62D61E5CC1}"/>
                  </a:ext>
                </a:extLst>
              </p:cNvPr>
              <p:cNvSpPr>
                <a:spLocks/>
              </p:cNvSpPr>
              <p:nvPr/>
            </p:nvSpPr>
            <p:spPr bwMode="auto">
              <a:xfrm>
                <a:off x="3059113" y="6350"/>
                <a:ext cx="269875" cy="304800"/>
              </a:xfrm>
              <a:custGeom>
                <a:avLst/>
                <a:gdLst>
                  <a:gd name="T0" fmla="*/ 58 w 72"/>
                  <a:gd name="T1" fmla="*/ 59 h 81"/>
                  <a:gd name="T2" fmla="*/ 58 w 72"/>
                  <a:gd name="T3" fmla="*/ 59 h 81"/>
                  <a:gd name="T4" fmla="*/ 64 w 72"/>
                  <a:gd name="T5" fmla="*/ 65 h 81"/>
                  <a:gd name="T6" fmla="*/ 58 w 72"/>
                  <a:gd name="T7" fmla="*/ 71 h 81"/>
                  <a:gd name="T8" fmla="*/ 54 w 72"/>
                  <a:gd name="T9" fmla="*/ 71 h 81"/>
                  <a:gd name="T10" fmla="*/ 60 w 72"/>
                  <a:gd name="T11" fmla="*/ 77 h 81"/>
                  <a:gd name="T12" fmla="*/ 54 w 72"/>
                  <a:gd name="T13" fmla="*/ 81 h 81"/>
                  <a:gd name="T14" fmla="*/ 28 w 72"/>
                  <a:gd name="T15" fmla="*/ 81 h 81"/>
                  <a:gd name="T16" fmla="*/ 0 w 72"/>
                  <a:gd name="T17" fmla="*/ 77 h 81"/>
                  <a:gd name="T18" fmla="*/ 0 w 72"/>
                  <a:gd name="T19" fmla="*/ 43 h 81"/>
                  <a:gd name="T20" fmla="*/ 26 w 72"/>
                  <a:gd name="T21" fmla="*/ 9 h 81"/>
                  <a:gd name="T22" fmla="*/ 38 w 72"/>
                  <a:gd name="T23" fmla="*/ 12 h 81"/>
                  <a:gd name="T24" fmla="*/ 34 w 72"/>
                  <a:gd name="T25" fmla="*/ 33 h 81"/>
                  <a:gd name="T26" fmla="*/ 66 w 72"/>
                  <a:gd name="T27" fmla="*/ 33 h 81"/>
                  <a:gd name="T28" fmla="*/ 72 w 72"/>
                  <a:gd name="T29" fmla="*/ 39 h 81"/>
                  <a:gd name="T30" fmla="*/ 66 w 72"/>
                  <a:gd name="T31" fmla="*/ 47 h 81"/>
                  <a:gd name="T32" fmla="*/ 62 w 72"/>
                  <a:gd name="T33" fmla="*/ 47 h 81"/>
                  <a:gd name="T34" fmla="*/ 68 w 72"/>
                  <a:gd name="T35" fmla="*/ 53 h 81"/>
                  <a:gd name="T36" fmla="*/ 62 w 72"/>
                  <a:gd name="T37" fmla="*/ 59 h 81"/>
                  <a:gd name="T38" fmla="*/ 58 w 72"/>
                  <a:gd name="T39" fmla="*/ 59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81">
                    <a:moveTo>
                      <a:pt x="58" y="59"/>
                    </a:moveTo>
                    <a:cubicBezTo>
                      <a:pt x="58" y="59"/>
                      <a:pt x="58" y="59"/>
                      <a:pt x="58" y="59"/>
                    </a:cubicBezTo>
                    <a:cubicBezTo>
                      <a:pt x="61" y="59"/>
                      <a:pt x="64" y="62"/>
                      <a:pt x="64" y="65"/>
                    </a:cubicBezTo>
                    <a:cubicBezTo>
                      <a:pt x="64" y="68"/>
                      <a:pt x="61" y="71"/>
                      <a:pt x="58" y="71"/>
                    </a:cubicBezTo>
                    <a:cubicBezTo>
                      <a:pt x="54" y="71"/>
                      <a:pt x="54" y="71"/>
                      <a:pt x="54" y="71"/>
                    </a:cubicBezTo>
                    <a:cubicBezTo>
                      <a:pt x="57" y="71"/>
                      <a:pt x="60" y="74"/>
                      <a:pt x="60" y="77"/>
                    </a:cubicBezTo>
                    <a:cubicBezTo>
                      <a:pt x="60" y="80"/>
                      <a:pt x="57" y="81"/>
                      <a:pt x="54" y="81"/>
                    </a:cubicBezTo>
                    <a:cubicBezTo>
                      <a:pt x="54" y="81"/>
                      <a:pt x="38" y="81"/>
                      <a:pt x="28" y="81"/>
                    </a:cubicBezTo>
                    <a:cubicBezTo>
                      <a:pt x="17" y="81"/>
                      <a:pt x="14" y="79"/>
                      <a:pt x="0" y="77"/>
                    </a:cubicBezTo>
                    <a:cubicBezTo>
                      <a:pt x="0" y="43"/>
                      <a:pt x="0" y="43"/>
                      <a:pt x="0" y="43"/>
                    </a:cubicBezTo>
                    <a:cubicBezTo>
                      <a:pt x="10" y="43"/>
                      <a:pt x="26" y="25"/>
                      <a:pt x="26" y="9"/>
                    </a:cubicBezTo>
                    <a:cubicBezTo>
                      <a:pt x="26" y="3"/>
                      <a:pt x="35" y="0"/>
                      <a:pt x="38" y="12"/>
                    </a:cubicBezTo>
                    <a:cubicBezTo>
                      <a:pt x="40" y="19"/>
                      <a:pt x="34" y="33"/>
                      <a:pt x="34" y="33"/>
                    </a:cubicBezTo>
                    <a:cubicBezTo>
                      <a:pt x="66" y="33"/>
                      <a:pt x="66" y="33"/>
                      <a:pt x="66" y="33"/>
                    </a:cubicBezTo>
                    <a:cubicBezTo>
                      <a:pt x="69" y="33"/>
                      <a:pt x="72" y="36"/>
                      <a:pt x="72" y="39"/>
                    </a:cubicBezTo>
                    <a:cubicBezTo>
                      <a:pt x="72" y="42"/>
                      <a:pt x="69" y="47"/>
                      <a:pt x="66" y="47"/>
                    </a:cubicBezTo>
                    <a:cubicBezTo>
                      <a:pt x="62" y="47"/>
                      <a:pt x="62" y="47"/>
                      <a:pt x="62" y="47"/>
                    </a:cubicBezTo>
                    <a:cubicBezTo>
                      <a:pt x="65" y="47"/>
                      <a:pt x="68" y="50"/>
                      <a:pt x="68" y="53"/>
                    </a:cubicBezTo>
                    <a:cubicBezTo>
                      <a:pt x="68" y="56"/>
                      <a:pt x="65" y="59"/>
                      <a:pt x="62" y="59"/>
                    </a:cubicBezTo>
                    <a:cubicBezTo>
                      <a:pt x="58" y="59"/>
                      <a:pt x="58" y="59"/>
                      <a:pt x="58" y="59"/>
                    </a:cubicBezTo>
                  </a:path>
                </a:pathLst>
              </a:cu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52" name="Rectangle 81">
                <a:extLst>
                  <a:ext uri="{FF2B5EF4-FFF2-40B4-BE49-F238E27FC236}">
                    <a16:creationId xmlns:a16="http://schemas.microsoft.com/office/drawing/2014/main" id="{AEF43173-D86A-C9FB-2DF4-109B65C3D5BA}"/>
                  </a:ext>
                </a:extLst>
              </p:cNvPr>
              <p:cNvSpPr>
                <a:spLocks noChangeArrowheads="1"/>
              </p:cNvSpPr>
              <p:nvPr/>
            </p:nvSpPr>
            <p:spPr bwMode="auto">
              <a:xfrm>
                <a:off x="2982913" y="146050"/>
                <a:ext cx="76200" cy="180975"/>
              </a:xfrm>
              <a:prstGeom prst="rect">
                <a:avLst/>
              </a:prstGeom>
              <a:solidFill>
                <a:srgbClr val="FFFFFF"/>
              </a:solidFill>
              <a:ln w="12700" cap="rnd">
                <a:solidFill>
                  <a:schemeClr val="tx2"/>
                </a:solidFill>
                <a:prstDash val="solid"/>
                <a:round/>
                <a:headEnd/>
                <a:tailEnd/>
              </a:ln>
            </p:spPr>
            <p:txBody>
              <a:bodyPr vert="horz" wrap="square" lIns="91440" tIns="45720" rIns="91440" bIns="45720" numCol="1" anchor="t" anchorCtr="0" compatLnSpc="1">
                <a:prstTxWarp prst="textNoShape">
                  <a:avLst/>
                </a:prstTxWarp>
              </a:bodyPr>
              <a:lstStyle/>
              <a:p>
                <a:endParaRPr lang="id-ID"/>
              </a:p>
            </p:txBody>
          </p:sp>
          <p:sp>
            <p:nvSpPr>
              <p:cNvPr id="53" name="Oval 82">
                <a:extLst>
                  <a:ext uri="{FF2B5EF4-FFF2-40B4-BE49-F238E27FC236}">
                    <a16:creationId xmlns:a16="http://schemas.microsoft.com/office/drawing/2014/main" id="{B378CFC9-ED8C-A232-42AA-606632DEDEEE}"/>
                  </a:ext>
                </a:extLst>
              </p:cNvPr>
              <p:cNvSpPr>
                <a:spLocks noChangeArrowheads="1"/>
              </p:cNvSpPr>
              <p:nvPr/>
            </p:nvSpPr>
            <p:spPr bwMode="auto">
              <a:xfrm>
                <a:off x="3021013" y="288925"/>
                <a:ext cx="15875" cy="14288"/>
              </a:xfrm>
              <a:prstGeom prst="ellipse">
                <a:avLst/>
              </a:prstGeom>
              <a:solidFill>
                <a:schemeClr val="tx2"/>
              </a:solidFill>
              <a:ln w="9525">
                <a:solidFill>
                  <a:schemeClr val="tx2"/>
                </a:solidFill>
                <a:round/>
                <a:headEnd/>
                <a:tailEnd/>
              </a:ln>
            </p:spPr>
            <p:txBody>
              <a:bodyPr vert="horz" wrap="square" lIns="91440" tIns="45720" rIns="91440" bIns="45720" numCol="1" anchor="t" anchorCtr="0" compatLnSpc="1">
                <a:prstTxWarp prst="textNoShape">
                  <a:avLst/>
                </a:prstTxWarp>
              </a:bodyPr>
              <a:lstStyle/>
              <a:p>
                <a:endParaRPr lang="id-ID"/>
              </a:p>
            </p:txBody>
          </p:sp>
        </p:grpSp>
      </p:grpSp>
      <p:grpSp>
        <p:nvGrpSpPr>
          <p:cNvPr id="54" name="Group 53">
            <a:extLst>
              <a:ext uri="{FF2B5EF4-FFF2-40B4-BE49-F238E27FC236}">
                <a16:creationId xmlns:a16="http://schemas.microsoft.com/office/drawing/2014/main" id="{500543A5-89ED-D8C9-705A-364F42660487}"/>
              </a:ext>
            </a:extLst>
          </p:cNvPr>
          <p:cNvGrpSpPr/>
          <p:nvPr userDrawn="1"/>
        </p:nvGrpSpPr>
        <p:grpSpPr>
          <a:xfrm>
            <a:off x="10859614" y="2079340"/>
            <a:ext cx="839091" cy="839091"/>
            <a:chOff x="10859614" y="2160620"/>
            <a:chExt cx="839091" cy="839091"/>
          </a:xfrm>
        </p:grpSpPr>
        <p:grpSp>
          <p:nvGrpSpPr>
            <p:cNvPr id="55" name="Group 54">
              <a:extLst>
                <a:ext uri="{FF2B5EF4-FFF2-40B4-BE49-F238E27FC236}">
                  <a16:creationId xmlns:a16="http://schemas.microsoft.com/office/drawing/2014/main" id="{3F2FEE1E-7BEB-9033-D451-9F6971DD1BB7}"/>
                </a:ext>
              </a:extLst>
            </p:cNvPr>
            <p:cNvGrpSpPr/>
            <p:nvPr/>
          </p:nvGrpSpPr>
          <p:grpSpPr>
            <a:xfrm>
              <a:off x="10859614" y="2160620"/>
              <a:ext cx="839091" cy="839091"/>
              <a:chOff x="9277350" y="-850900"/>
              <a:chExt cx="1243118" cy="1243118"/>
            </a:xfrm>
          </p:grpSpPr>
          <p:sp>
            <p:nvSpPr>
              <p:cNvPr id="59" name="Oval 58">
                <a:extLst>
                  <a:ext uri="{FF2B5EF4-FFF2-40B4-BE49-F238E27FC236}">
                    <a16:creationId xmlns:a16="http://schemas.microsoft.com/office/drawing/2014/main" id="{78E28EAB-4184-1BF2-E580-3565A23BF529}"/>
                  </a:ext>
                </a:extLst>
              </p:cNvPr>
              <p:cNvSpPr/>
              <p:nvPr/>
            </p:nvSpPr>
            <p:spPr>
              <a:xfrm>
                <a:off x="9277350" y="-850900"/>
                <a:ext cx="1243118" cy="1243118"/>
              </a:xfrm>
              <a:prstGeom prst="ellipse">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0" name="Oval 59">
                <a:extLst>
                  <a:ext uri="{FF2B5EF4-FFF2-40B4-BE49-F238E27FC236}">
                    <a16:creationId xmlns:a16="http://schemas.microsoft.com/office/drawing/2014/main" id="{5394AEF2-AFC6-0E5A-01EB-295403AAD778}"/>
                  </a:ext>
                </a:extLst>
              </p:cNvPr>
              <p:cNvSpPr/>
              <p:nvPr/>
            </p:nvSpPr>
            <p:spPr>
              <a:xfrm>
                <a:off x="9499625" y="-628625"/>
                <a:ext cx="798572" cy="79857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grpSp>
          <p:nvGrpSpPr>
            <p:cNvPr id="56" name="Group 55">
              <a:extLst>
                <a:ext uri="{FF2B5EF4-FFF2-40B4-BE49-F238E27FC236}">
                  <a16:creationId xmlns:a16="http://schemas.microsoft.com/office/drawing/2014/main" id="{A8F91B1B-A301-EEAC-9456-8EB1BA301673}"/>
                </a:ext>
              </a:extLst>
            </p:cNvPr>
            <p:cNvGrpSpPr/>
            <p:nvPr/>
          </p:nvGrpSpPr>
          <p:grpSpPr>
            <a:xfrm>
              <a:off x="11160063" y="2459977"/>
              <a:ext cx="238192" cy="240377"/>
              <a:chOff x="6300788" y="2890838"/>
              <a:chExt cx="346075" cy="349250"/>
            </a:xfrm>
          </p:grpSpPr>
          <p:sp>
            <p:nvSpPr>
              <p:cNvPr id="57" name="Line 25">
                <a:extLst>
                  <a:ext uri="{FF2B5EF4-FFF2-40B4-BE49-F238E27FC236}">
                    <a16:creationId xmlns:a16="http://schemas.microsoft.com/office/drawing/2014/main" id="{BD887979-A14C-636D-939F-75B9B2D091C7}"/>
                  </a:ext>
                </a:extLst>
              </p:cNvPr>
              <p:cNvSpPr>
                <a:spLocks noChangeShapeType="1"/>
              </p:cNvSpPr>
              <p:nvPr/>
            </p:nvSpPr>
            <p:spPr bwMode="auto">
              <a:xfrm>
                <a:off x="6300788" y="2890838"/>
                <a:ext cx="346075" cy="34925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58" name="Line 26">
                <a:extLst>
                  <a:ext uri="{FF2B5EF4-FFF2-40B4-BE49-F238E27FC236}">
                    <a16:creationId xmlns:a16="http://schemas.microsoft.com/office/drawing/2014/main" id="{B89AF3C4-F07A-DB5C-B6AD-742D8054B2FB}"/>
                  </a:ext>
                </a:extLst>
              </p:cNvPr>
              <p:cNvSpPr>
                <a:spLocks noChangeShapeType="1"/>
              </p:cNvSpPr>
              <p:nvPr/>
            </p:nvSpPr>
            <p:spPr bwMode="auto">
              <a:xfrm flipH="1">
                <a:off x="6300788" y="2890838"/>
                <a:ext cx="346075" cy="34925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grpSp>
      </p:grpSp>
      <p:grpSp>
        <p:nvGrpSpPr>
          <p:cNvPr id="61" name="Group 60">
            <a:extLst>
              <a:ext uri="{FF2B5EF4-FFF2-40B4-BE49-F238E27FC236}">
                <a16:creationId xmlns:a16="http://schemas.microsoft.com/office/drawing/2014/main" id="{EB85C774-236C-9B09-0BB2-20281C923E9A}"/>
              </a:ext>
            </a:extLst>
          </p:cNvPr>
          <p:cNvGrpSpPr/>
          <p:nvPr userDrawn="1"/>
        </p:nvGrpSpPr>
        <p:grpSpPr>
          <a:xfrm>
            <a:off x="10859614" y="3001484"/>
            <a:ext cx="839091" cy="839091"/>
            <a:chOff x="10859614" y="3082764"/>
            <a:chExt cx="839091" cy="839091"/>
          </a:xfrm>
        </p:grpSpPr>
        <p:grpSp>
          <p:nvGrpSpPr>
            <p:cNvPr id="62" name="Group 61">
              <a:extLst>
                <a:ext uri="{FF2B5EF4-FFF2-40B4-BE49-F238E27FC236}">
                  <a16:creationId xmlns:a16="http://schemas.microsoft.com/office/drawing/2014/main" id="{DBCFED0F-E668-5079-E1E4-C701F7C9A454}"/>
                </a:ext>
              </a:extLst>
            </p:cNvPr>
            <p:cNvGrpSpPr/>
            <p:nvPr/>
          </p:nvGrpSpPr>
          <p:grpSpPr>
            <a:xfrm>
              <a:off x="10859614" y="3082764"/>
              <a:ext cx="839091" cy="839091"/>
              <a:chOff x="9277350" y="-850900"/>
              <a:chExt cx="1243118" cy="1243118"/>
            </a:xfrm>
          </p:grpSpPr>
          <p:sp>
            <p:nvSpPr>
              <p:cNvPr id="66" name="Oval 65">
                <a:extLst>
                  <a:ext uri="{FF2B5EF4-FFF2-40B4-BE49-F238E27FC236}">
                    <a16:creationId xmlns:a16="http://schemas.microsoft.com/office/drawing/2014/main" id="{2197BB6C-AFD1-A620-BB16-A471D3F5A2B1}"/>
                  </a:ext>
                </a:extLst>
              </p:cNvPr>
              <p:cNvSpPr/>
              <p:nvPr/>
            </p:nvSpPr>
            <p:spPr>
              <a:xfrm>
                <a:off x="9277350" y="-850900"/>
                <a:ext cx="1243118" cy="1243118"/>
              </a:xfrm>
              <a:prstGeom prst="ellipse">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7" name="Oval 66">
                <a:extLst>
                  <a:ext uri="{FF2B5EF4-FFF2-40B4-BE49-F238E27FC236}">
                    <a16:creationId xmlns:a16="http://schemas.microsoft.com/office/drawing/2014/main" id="{701D753B-8D2C-C2BD-F26B-60AA476EEF7A}"/>
                  </a:ext>
                </a:extLst>
              </p:cNvPr>
              <p:cNvSpPr/>
              <p:nvPr/>
            </p:nvSpPr>
            <p:spPr>
              <a:xfrm>
                <a:off x="9499625" y="-628625"/>
                <a:ext cx="798572" cy="79857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grpSp>
          <p:nvGrpSpPr>
            <p:cNvPr id="63" name="Group 62">
              <a:extLst>
                <a:ext uri="{FF2B5EF4-FFF2-40B4-BE49-F238E27FC236}">
                  <a16:creationId xmlns:a16="http://schemas.microsoft.com/office/drawing/2014/main" id="{03F2B7C1-0134-BC78-694D-E25E8EEDA259}"/>
                </a:ext>
              </a:extLst>
            </p:cNvPr>
            <p:cNvGrpSpPr/>
            <p:nvPr/>
          </p:nvGrpSpPr>
          <p:grpSpPr>
            <a:xfrm>
              <a:off x="11160063" y="3382121"/>
              <a:ext cx="238192" cy="240377"/>
              <a:chOff x="6300788" y="2890838"/>
              <a:chExt cx="346075" cy="349250"/>
            </a:xfrm>
          </p:grpSpPr>
          <p:sp>
            <p:nvSpPr>
              <p:cNvPr id="64" name="Line 25">
                <a:extLst>
                  <a:ext uri="{FF2B5EF4-FFF2-40B4-BE49-F238E27FC236}">
                    <a16:creationId xmlns:a16="http://schemas.microsoft.com/office/drawing/2014/main" id="{6A8320ED-AF15-C122-7EE3-662F291F8DA0}"/>
                  </a:ext>
                </a:extLst>
              </p:cNvPr>
              <p:cNvSpPr>
                <a:spLocks noChangeShapeType="1"/>
              </p:cNvSpPr>
              <p:nvPr/>
            </p:nvSpPr>
            <p:spPr bwMode="auto">
              <a:xfrm>
                <a:off x="6300788" y="2890838"/>
                <a:ext cx="346075" cy="34925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65" name="Line 26">
                <a:extLst>
                  <a:ext uri="{FF2B5EF4-FFF2-40B4-BE49-F238E27FC236}">
                    <a16:creationId xmlns:a16="http://schemas.microsoft.com/office/drawing/2014/main" id="{1CC1F052-2005-6B11-E740-CD3B43AFA8C5}"/>
                  </a:ext>
                </a:extLst>
              </p:cNvPr>
              <p:cNvSpPr>
                <a:spLocks noChangeShapeType="1"/>
              </p:cNvSpPr>
              <p:nvPr/>
            </p:nvSpPr>
            <p:spPr bwMode="auto">
              <a:xfrm flipH="1">
                <a:off x="6300788" y="2890838"/>
                <a:ext cx="346075" cy="34925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grpSp>
      </p:grpSp>
      <p:grpSp>
        <p:nvGrpSpPr>
          <p:cNvPr id="68" name="Group 67">
            <a:extLst>
              <a:ext uri="{FF2B5EF4-FFF2-40B4-BE49-F238E27FC236}">
                <a16:creationId xmlns:a16="http://schemas.microsoft.com/office/drawing/2014/main" id="{5EFA14A7-CD3B-5BB5-EE44-0BD23A6D8227}"/>
              </a:ext>
            </a:extLst>
          </p:cNvPr>
          <p:cNvGrpSpPr/>
          <p:nvPr userDrawn="1"/>
        </p:nvGrpSpPr>
        <p:grpSpPr>
          <a:xfrm>
            <a:off x="10859614" y="3923628"/>
            <a:ext cx="839091" cy="839091"/>
            <a:chOff x="10859614" y="4004908"/>
            <a:chExt cx="839091" cy="839091"/>
          </a:xfrm>
        </p:grpSpPr>
        <p:grpSp>
          <p:nvGrpSpPr>
            <p:cNvPr id="69" name="Group 68">
              <a:extLst>
                <a:ext uri="{FF2B5EF4-FFF2-40B4-BE49-F238E27FC236}">
                  <a16:creationId xmlns:a16="http://schemas.microsoft.com/office/drawing/2014/main" id="{E12A8E47-FA4A-06D2-58F0-597DC3EB6B62}"/>
                </a:ext>
              </a:extLst>
            </p:cNvPr>
            <p:cNvGrpSpPr/>
            <p:nvPr/>
          </p:nvGrpSpPr>
          <p:grpSpPr>
            <a:xfrm>
              <a:off x="10859614" y="4004908"/>
              <a:ext cx="839091" cy="839091"/>
              <a:chOff x="9277350" y="-850900"/>
              <a:chExt cx="1243118" cy="1243118"/>
            </a:xfrm>
          </p:grpSpPr>
          <p:sp>
            <p:nvSpPr>
              <p:cNvPr id="73" name="Oval 72">
                <a:extLst>
                  <a:ext uri="{FF2B5EF4-FFF2-40B4-BE49-F238E27FC236}">
                    <a16:creationId xmlns:a16="http://schemas.microsoft.com/office/drawing/2014/main" id="{6AA496F6-FE96-8097-F281-E2DDFD202E5F}"/>
                  </a:ext>
                </a:extLst>
              </p:cNvPr>
              <p:cNvSpPr/>
              <p:nvPr/>
            </p:nvSpPr>
            <p:spPr>
              <a:xfrm>
                <a:off x="9277350" y="-850900"/>
                <a:ext cx="1243118" cy="1243118"/>
              </a:xfrm>
              <a:prstGeom prst="ellipse">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4" name="Oval 73">
                <a:extLst>
                  <a:ext uri="{FF2B5EF4-FFF2-40B4-BE49-F238E27FC236}">
                    <a16:creationId xmlns:a16="http://schemas.microsoft.com/office/drawing/2014/main" id="{F38AF911-91F4-0019-2ED6-4779E0FD9B57}"/>
                  </a:ext>
                </a:extLst>
              </p:cNvPr>
              <p:cNvSpPr/>
              <p:nvPr/>
            </p:nvSpPr>
            <p:spPr>
              <a:xfrm>
                <a:off x="9499625" y="-628625"/>
                <a:ext cx="798572" cy="79857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grpSp>
          <p:nvGrpSpPr>
            <p:cNvPr id="70" name="Group 69">
              <a:extLst>
                <a:ext uri="{FF2B5EF4-FFF2-40B4-BE49-F238E27FC236}">
                  <a16:creationId xmlns:a16="http://schemas.microsoft.com/office/drawing/2014/main" id="{CE22D747-87E0-B7B7-FA2C-C17129E99BB9}"/>
                </a:ext>
              </a:extLst>
            </p:cNvPr>
            <p:cNvGrpSpPr/>
            <p:nvPr/>
          </p:nvGrpSpPr>
          <p:grpSpPr>
            <a:xfrm>
              <a:off x="11160063" y="4304265"/>
              <a:ext cx="238192" cy="240377"/>
              <a:chOff x="6300788" y="2890838"/>
              <a:chExt cx="346075" cy="349250"/>
            </a:xfrm>
          </p:grpSpPr>
          <p:sp>
            <p:nvSpPr>
              <p:cNvPr id="71" name="Line 25">
                <a:extLst>
                  <a:ext uri="{FF2B5EF4-FFF2-40B4-BE49-F238E27FC236}">
                    <a16:creationId xmlns:a16="http://schemas.microsoft.com/office/drawing/2014/main" id="{9E893F8E-8615-C877-FC45-D19ECE4D79C7}"/>
                  </a:ext>
                </a:extLst>
              </p:cNvPr>
              <p:cNvSpPr>
                <a:spLocks noChangeShapeType="1"/>
              </p:cNvSpPr>
              <p:nvPr/>
            </p:nvSpPr>
            <p:spPr bwMode="auto">
              <a:xfrm>
                <a:off x="6300788" y="2890838"/>
                <a:ext cx="346075" cy="34925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72" name="Line 26">
                <a:extLst>
                  <a:ext uri="{FF2B5EF4-FFF2-40B4-BE49-F238E27FC236}">
                    <a16:creationId xmlns:a16="http://schemas.microsoft.com/office/drawing/2014/main" id="{0CF55917-15FB-0905-4EE0-6000F8CCEE57}"/>
                  </a:ext>
                </a:extLst>
              </p:cNvPr>
              <p:cNvSpPr>
                <a:spLocks noChangeShapeType="1"/>
              </p:cNvSpPr>
              <p:nvPr/>
            </p:nvSpPr>
            <p:spPr bwMode="auto">
              <a:xfrm flipH="1">
                <a:off x="6300788" y="2890838"/>
                <a:ext cx="346075" cy="34925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grpSp>
      </p:grpSp>
      <p:sp>
        <p:nvSpPr>
          <p:cNvPr id="76" name="Text Placeholder 37">
            <a:extLst>
              <a:ext uri="{FF2B5EF4-FFF2-40B4-BE49-F238E27FC236}">
                <a16:creationId xmlns:a16="http://schemas.microsoft.com/office/drawing/2014/main" id="{8A33C94B-2476-108C-DE18-C72D79414649}"/>
              </a:ext>
            </a:extLst>
          </p:cNvPr>
          <p:cNvSpPr>
            <a:spLocks noGrp="1"/>
          </p:cNvSpPr>
          <p:nvPr>
            <p:ph type="body" sz="quarter" idx="35" hasCustomPrompt="1"/>
          </p:nvPr>
        </p:nvSpPr>
        <p:spPr>
          <a:xfrm>
            <a:off x="1533873" y="2316786"/>
            <a:ext cx="3091269" cy="430887"/>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77" name="Text Placeholder 37">
            <a:extLst>
              <a:ext uri="{FF2B5EF4-FFF2-40B4-BE49-F238E27FC236}">
                <a16:creationId xmlns:a16="http://schemas.microsoft.com/office/drawing/2014/main" id="{2DA851CE-6AE7-8DAB-E5C7-6A44CBD80CA7}"/>
              </a:ext>
            </a:extLst>
          </p:cNvPr>
          <p:cNvSpPr>
            <a:spLocks noGrp="1"/>
          </p:cNvSpPr>
          <p:nvPr>
            <p:ph type="body" sz="quarter" idx="36" hasCustomPrompt="1"/>
          </p:nvPr>
        </p:nvSpPr>
        <p:spPr>
          <a:xfrm>
            <a:off x="1528974" y="3218285"/>
            <a:ext cx="3091269" cy="430887"/>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78" name="Text Placeholder 37">
            <a:extLst>
              <a:ext uri="{FF2B5EF4-FFF2-40B4-BE49-F238E27FC236}">
                <a16:creationId xmlns:a16="http://schemas.microsoft.com/office/drawing/2014/main" id="{DC43E33E-EF88-5000-198F-1040B29D9CF3}"/>
              </a:ext>
            </a:extLst>
          </p:cNvPr>
          <p:cNvSpPr>
            <a:spLocks noGrp="1"/>
          </p:cNvSpPr>
          <p:nvPr>
            <p:ph type="body" sz="quarter" idx="37" hasCustomPrompt="1"/>
          </p:nvPr>
        </p:nvSpPr>
        <p:spPr>
          <a:xfrm>
            <a:off x="1507076" y="4127729"/>
            <a:ext cx="3091269" cy="430887"/>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82" name="Text Placeholder 37">
            <a:extLst>
              <a:ext uri="{FF2B5EF4-FFF2-40B4-BE49-F238E27FC236}">
                <a16:creationId xmlns:a16="http://schemas.microsoft.com/office/drawing/2014/main" id="{EE2F7482-B7CB-1452-2BEA-B24D1E199B0A}"/>
              </a:ext>
            </a:extLst>
          </p:cNvPr>
          <p:cNvSpPr>
            <a:spLocks noGrp="1"/>
          </p:cNvSpPr>
          <p:nvPr>
            <p:ph type="body" sz="quarter" idx="38" hasCustomPrompt="1"/>
          </p:nvPr>
        </p:nvSpPr>
        <p:spPr>
          <a:xfrm>
            <a:off x="7576594" y="2323768"/>
            <a:ext cx="3091269" cy="430887"/>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83" name="Text Placeholder 37">
            <a:extLst>
              <a:ext uri="{FF2B5EF4-FFF2-40B4-BE49-F238E27FC236}">
                <a16:creationId xmlns:a16="http://schemas.microsoft.com/office/drawing/2014/main" id="{B19D3AA8-E0F1-83C2-C6B6-CF953D13CF7F}"/>
              </a:ext>
            </a:extLst>
          </p:cNvPr>
          <p:cNvSpPr>
            <a:spLocks noGrp="1"/>
          </p:cNvSpPr>
          <p:nvPr>
            <p:ph type="body" sz="quarter" idx="39" hasCustomPrompt="1"/>
          </p:nvPr>
        </p:nvSpPr>
        <p:spPr>
          <a:xfrm>
            <a:off x="7571695" y="3225267"/>
            <a:ext cx="3091269" cy="430887"/>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84" name="Text Placeholder 37">
            <a:extLst>
              <a:ext uri="{FF2B5EF4-FFF2-40B4-BE49-F238E27FC236}">
                <a16:creationId xmlns:a16="http://schemas.microsoft.com/office/drawing/2014/main" id="{D2439370-D730-FCAD-2602-2FA2DFDDABA0}"/>
              </a:ext>
            </a:extLst>
          </p:cNvPr>
          <p:cNvSpPr>
            <a:spLocks noGrp="1"/>
          </p:cNvSpPr>
          <p:nvPr>
            <p:ph type="body" sz="quarter" idx="40" hasCustomPrompt="1"/>
          </p:nvPr>
        </p:nvSpPr>
        <p:spPr>
          <a:xfrm>
            <a:off x="7549797" y="4134711"/>
            <a:ext cx="3091269" cy="430887"/>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85" name="Text Placeholder 37">
            <a:extLst>
              <a:ext uri="{FF2B5EF4-FFF2-40B4-BE49-F238E27FC236}">
                <a16:creationId xmlns:a16="http://schemas.microsoft.com/office/drawing/2014/main" id="{44BFB79C-4752-159C-5B44-13916544CB08}"/>
              </a:ext>
            </a:extLst>
          </p:cNvPr>
          <p:cNvSpPr>
            <a:spLocks noGrp="1"/>
          </p:cNvSpPr>
          <p:nvPr>
            <p:ph type="body" sz="quarter" idx="41" hasCustomPrompt="1"/>
          </p:nvPr>
        </p:nvSpPr>
        <p:spPr>
          <a:xfrm>
            <a:off x="1207012" y="5211338"/>
            <a:ext cx="3091269" cy="430887"/>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87" name="Text Placeholder 37">
            <a:extLst>
              <a:ext uri="{FF2B5EF4-FFF2-40B4-BE49-F238E27FC236}">
                <a16:creationId xmlns:a16="http://schemas.microsoft.com/office/drawing/2014/main" id="{FFFAF97C-D4A7-D558-920D-D73B8F3665FF}"/>
              </a:ext>
            </a:extLst>
          </p:cNvPr>
          <p:cNvSpPr>
            <a:spLocks noGrp="1"/>
          </p:cNvSpPr>
          <p:nvPr>
            <p:ph type="body" sz="quarter" idx="42" hasCustomPrompt="1"/>
          </p:nvPr>
        </p:nvSpPr>
        <p:spPr>
          <a:xfrm>
            <a:off x="7914995" y="5211339"/>
            <a:ext cx="3091269" cy="430887"/>
          </a:xfrm>
        </p:spPr>
        <p:txBody>
          <a:bodyPr>
            <a:normAutofit/>
          </a:bodyPr>
          <a:lstStyle>
            <a:lvl1pPr marL="0" indent="0" algn="r">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3" name="Picture Placeholder 91">
            <a:extLst>
              <a:ext uri="{FF2B5EF4-FFF2-40B4-BE49-F238E27FC236}">
                <a16:creationId xmlns:a16="http://schemas.microsoft.com/office/drawing/2014/main" id="{6CA68C4F-0B29-1B32-04B6-AE71882F397B}"/>
              </a:ext>
            </a:extLst>
          </p:cNvPr>
          <p:cNvSpPr>
            <a:spLocks noGrp="1"/>
          </p:cNvSpPr>
          <p:nvPr>
            <p:ph type="pic" sz="quarter" idx="44"/>
          </p:nvPr>
        </p:nvSpPr>
        <p:spPr>
          <a:xfrm>
            <a:off x="4016737" y="2063533"/>
            <a:ext cx="4111625" cy="3803650"/>
          </a:xfrm>
        </p:spPr>
        <p:txBody>
          <a:bodyPr/>
          <a:lstStyle/>
          <a:p>
            <a:endParaRPr lang="en-IN"/>
          </a:p>
        </p:txBody>
      </p:sp>
    </p:spTree>
    <p:extLst>
      <p:ext uri="{BB962C8B-B14F-4D97-AF65-F5344CB8AC3E}">
        <p14:creationId xmlns:p14="http://schemas.microsoft.com/office/powerpoint/2010/main" val="40838758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Miscellaneous">
    <p:spTree>
      <p:nvGrpSpPr>
        <p:cNvPr id="1" name=""/>
        <p:cNvGrpSpPr/>
        <p:nvPr/>
      </p:nvGrpSpPr>
      <p:grpSpPr>
        <a:xfrm>
          <a:off x="0" y="0"/>
          <a:ext cx="0" cy="0"/>
          <a:chOff x="0" y="0"/>
          <a:chExt cx="0" cy="0"/>
        </a:xfrm>
      </p:grpSpPr>
      <p:sp>
        <p:nvSpPr>
          <p:cNvPr id="72" name="Picture Placeholder 71">
            <a:extLst>
              <a:ext uri="{FF2B5EF4-FFF2-40B4-BE49-F238E27FC236}">
                <a16:creationId xmlns:a16="http://schemas.microsoft.com/office/drawing/2014/main" id="{349C073C-0843-4AD4-1024-53C7FF615665}"/>
              </a:ext>
            </a:extLst>
          </p:cNvPr>
          <p:cNvSpPr>
            <a:spLocks noGrp="1"/>
          </p:cNvSpPr>
          <p:nvPr>
            <p:ph type="pic" sz="quarter" idx="10"/>
          </p:nvPr>
        </p:nvSpPr>
        <p:spPr>
          <a:xfrm>
            <a:off x="0" y="-7067"/>
            <a:ext cx="12192000" cy="3743325"/>
          </a:xfrm>
        </p:spPr>
        <p:txBody>
          <a:bodyPr/>
          <a:lstStyle/>
          <a:p>
            <a:endParaRPr lang="en-IN"/>
          </a:p>
        </p:txBody>
      </p:sp>
      <p:sp>
        <p:nvSpPr>
          <p:cNvPr id="74" name="Rectangle 73">
            <a:extLst>
              <a:ext uri="{FF2B5EF4-FFF2-40B4-BE49-F238E27FC236}">
                <a16:creationId xmlns:a16="http://schemas.microsoft.com/office/drawing/2014/main" id="{0A175A4C-0A49-C6B7-3772-E31C4BF5E9EC}"/>
              </a:ext>
            </a:extLst>
          </p:cNvPr>
          <p:cNvSpPr/>
          <p:nvPr userDrawn="1"/>
        </p:nvSpPr>
        <p:spPr>
          <a:xfrm>
            <a:off x="0" y="0"/>
            <a:ext cx="12192000" cy="3750338"/>
          </a:xfrm>
          <a:prstGeom prst="rect">
            <a:avLst/>
          </a:prstGeom>
          <a:solidFill>
            <a:srgbClr val="BF2026">
              <a:alpha val="8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7" name="Text Placeholder 75">
            <a:extLst>
              <a:ext uri="{FF2B5EF4-FFF2-40B4-BE49-F238E27FC236}">
                <a16:creationId xmlns:a16="http://schemas.microsoft.com/office/drawing/2014/main" id="{1A2F1737-F8FA-04CD-DBB6-B1619BDE71CF}"/>
              </a:ext>
            </a:extLst>
          </p:cNvPr>
          <p:cNvSpPr>
            <a:spLocks noGrp="1"/>
          </p:cNvSpPr>
          <p:nvPr>
            <p:ph type="body" sz="quarter" idx="11" hasCustomPrompt="1"/>
          </p:nvPr>
        </p:nvSpPr>
        <p:spPr>
          <a:xfrm>
            <a:off x="1713144" y="435047"/>
            <a:ext cx="8760197" cy="552450"/>
          </a:xfrm>
        </p:spPr>
        <p:txBody>
          <a:bodyPr/>
          <a:lstStyle>
            <a:lvl1pPr marL="0" indent="0" algn="ctr">
              <a:buNone/>
              <a:defRPr lang="en-US" sz="4400" b="1" kern="1200" dirty="0" smtClean="0">
                <a:solidFill>
                  <a:schemeClr val="bg1"/>
                </a:solidFill>
                <a:latin typeface="Barlow Medium" panose="00000600000000000000" pitchFamily="2" charset="0"/>
                <a:ea typeface="+mj-ea"/>
                <a:cs typeface="+mj-cs"/>
              </a:defRPr>
            </a:lvl1pPr>
          </a:lstStyle>
          <a:p>
            <a:pPr lvl="0"/>
            <a:r>
              <a:rPr lang="en-US"/>
              <a:t>Click to edit Master title style</a:t>
            </a:r>
            <a:endParaRPr lang="en-IN"/>
          </a:p>
        </p:txBody>
      </p:sp>
      <p:sp>
        <p:nvSpPr>
          <p:cNvPr id="2" name="Donut 11">
            <a:extLst>
              <a:ext uri="{FF2B5EF4-FFF2-40B4-BE49-F238E27FC236}">
                <a16:creationId xmlns:a16="http://schemas.microsoft.com/office/drawing/2014/main" id="{8807947A-D206-6DC5-12C6-07ECFEC81955}"/>
              </a:ext>
            </a:extLst>
          </p:cNvPr>
          <p:cNvSpPr/>
          <p:nvPr userDrawn="1"/>
        </p:nvSpPr>
        <p:spPr>
          <a:xfrm>
            <a:off x="8530349" y="2029906"/>
            <a:ext cx="2487614" cy="2487612"/>
          </a:xfrm>
          <a:prstGeom prst="donut">
            <a:avLst>
              <a:gd name="adj" fmla="val 29153"/>
            </a:avLst>
          </a:prstGeom>
          <a:gradFill flip="none" rotWithShape="1">
            <a:gsLst>
              <a:gs pos="0">
                <a:schemeClr val="accent1"/>
              </a:gs>
              <a:gs pos="100000">
                <a:srgbClr val="C00000"/>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 name="Donut 10">
            <a:extLst>
              <a:ext uri="{FF2B5EF4-FFF2-40B4-BE49-F238E27FC236}">
                <a16:creationId xmlns:a16="http://schemas.microsoft.com/office/drawing/2014/main" id="{FBAFCF77-871C-E8FD-3A91-F4C566516C0E}"/>
              </a:ext>
            </a:extLst>
          </p:cNvPr>
          <p:cNvSpPr/>
          <p:nvPr/>
        </p:nvSpPr>
        <p:spPr>
          <a:xfrm>
            <a:off x="4586515" y="1366010"/>
            <a:ext cx="3018972" cy="3018970"/>
          </a:xfrm>
          <a:prstGeom prst="donut">
            <a:avLst>
              <a:gd name="adj" fmla="val 29153"/>
            </a:avLst>
          </a:prstGeom>
          <a:gradFill flip="none" rotWithShape="1">
            <a:gsLst>
              <a:gs pos="0">
                <a:schemeClr val="accent1"/>
              </a:gs>
              <a:gs pos="100000">
                <a:srgbClr val="C00000"/>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9" name="Donut 15">
            <a:extLst>
              <a:ext uri="{FF2B5EF4-FFF2-40B4-BE49-F238E27FC236}">
                <a16:creationId xmlns:a16="http://schemas.microsoft.com/office/drawing/2014/main" id="{A759063A-60A8-084E-9BF4-96A124989471}"/>
              </a:ext>
            </a:extLst>
          </p:cNvPr>
          <p:cNvSpPr/>
          <p:nvPr/>
        </p:nvSpPr>
        <p:spPr>
          <a:xfrm>
            <a:off x="1174038" y="2029906"/>
            <a:ext cx="2487614" cy="2487612"/>
          </a:xfrm>
          <a:prstGeom prst="donut">
            <a:avLst>
              <a:gd name="adj" fmla="val 29153"/>
            </a:avLst>
          </a:prstGeom>
          <a:gradFill flip="none" rotWithShape="1">
            <a:gsLst>
              <a:gs pos="0">
                <a:schemeClr val="accent1"/>
              </a:gs>
              <a:gs pos="100000">
                <a:srgbClr val="C00000"/>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Picture Placeholder 21">
            <a:extLst>
              <a:ext uri="{FF2B5EF4-FFF2-40B4-BE49-F238E27FC236}">
                <a16:creationId xmlns:a16="http://schemas.microsoft.com/office/drawing/2014/main" id="{0C8ACAB9-62EA-4E1C-34BD-C9658A5C0846}"/>
              </a:ext>
            </a:extLst>
          </p:cNvPr>
          <p:cNvSpPr>
            <a:spLocks noGrp="1"/>
          </p:cNvSpPr>
          <p:nvPr>
            <p:ph type="pic" sz="quarter" idx="29" hasCustomPrompt="1"/>
          </p:nvPr>
        </p:nvSpPr>
        <p:spPr>
          <a:xfrm>
            <a:off x="1612900" y="2468563"/>
            <a:ext cx="1612900" cy="1611312"/>
          </a:xfrm>
          <a:prstGeom prst="ellipse">
            <a:avLst/>
          </a:prstGeom>
        </p:spPr>
        <p:txBody>
          <a:bodyPr>
            <a:normAutofit/>
          </a:bodyPr>
          <a:lstStyle>
            <a:lvl1pPr marL="0" indent="0" algn="ctr">
              <a:buNone/>
              <a:defRPr sz="2000"/>
            </a:lvl1pPr>
          </a:lstStyle>
          <a:p>
            <a:r>
              <a:rPr lang="en-US"/>
              <a:t>Insert </a:t>
            </a:r>
            <a:r>
              <a:rPr lang="en-US" err="1"/>
              <a:t>PictureHere</a:t>
            </a:r>
            <a:endParaRPr lang="en-IN"/>
          </a:p>
        </p:txBody>
      </p:sp>
      <p:sp>
        <p:nvSpPr>
          <p:cNvPr id="24" name="Picture Placeholder 21">
            <a:extLst>
              <a:ext uri="{FF2B5EF4-FFF2-40B4-BE49-F238E27FC236}">
                <a16:creationId xmlns:a16="http://schemas.microsoft.com/office/drawing/2014/main" id="{D17A4BA4-8569-D0D3-E385-2F110EEDFA74}"/>
              </a:ext>
            </a:extLst>
          </p:cNvPr>
          <p:cNvSpPr>
            <a:spLocks noGrp="1"/>
          </p:cNvSpPr>
          <p:nvPr>
            <p:ph type="pic" sz="quarter" idx="30" hasCustomPrompt="1"/>
          </p:nvPr>
        </p:nvSpPr>
        <p:spPr>
          <a:xfrm>
            <a:off x="5067302" y="1846150"/>
            <a:ext cx="2057398" cy="2055372"/>
          </a:xfrm>
          <a:prstGeom prst="ellipse">
            <a:avLst/>
          </a:prstGeom>
        </p:spPr>
        <p:txBody>
          <a:bodyPr/>
          <a:lstStyle>
            <a:lvl1pPr marL="0" indent="0" algn="ctr">
              <a:buNone/>
              <a:defRPr/>
            </a:lvl1pPr>
          </a:lstStyle>
          <a:p>
            <a:r>
              <a:rPr lang="en-US"/>
              <a:t>Insert </a:t>
            </a:r>
            <a:r>
              <a:rPr lang="en-US" err="1"/>
              <a:t>PictureHere</a:t>
            </a:r>
            <a:endParaRPr lang="en-IN"/>
          </a:p>
        </p:txBody>
      </p:sp>
      <p:sp>
        <p:nvSpPr>
          <p:cNvPr id="28" name="Picture Placeholder 21">
            <a:extLst>
              <a:ext uri="{FF2B5EF4-FFF2-40B4-BE49-F238E27FC236}">
                <a16:creationId xmlns:a16="http://schemas.microsoft.com/office/drawing/2014/main" id="{A8523876-5134-0664-9B2D-1CD22827548F}"/>
              </a:ext>
            </a:extLst>
          </p:cNvPr>
          <p:cNvSpPr>
            <a:spLocks noGrp="1"/>
          </p:cNvSpPr>
          <p:nvPr>
            <p:ph type="pic" sz="quarter" idx="31" hasCustomPrompt="1"/>
          </p:nvPr>
        </p:nvSpPr>
        <p:spPr>
          <a:xfrm>
            <a:off x="8966200" y="2468264"/>
            <a:ext cx="1612900" cy="1611312"/>
          </a:xfrm>
          <a:prstGeom prst="ellipse">
            <a:avLst/>
          </a:prstGeom>
        </p:spPr>
        <p:txBody>
          <a:bodyPr>
            <a:normAutofit/>
          </a:bodyPr>
          <a:lstStyle>
            <a:lvl1pPr marL="0" indent="0" algn="ctr">
              <a:buNone/>
              <a:defRPr sz="2000"/>
            </a:lvl1pPr>
          </a:lstStyle>
          <a:p>
            <a:r>
              <a:rPr lang="en-US"/>
              <a:t>Insert </a:t>
            </a:r>
            <a:r>
              <a:rPr lang="en-US" err="1"/>
              <a:t>PictureHere</a:t>
            </a:r>
            <a:endParaRPr lang="en-IN"/>
          </a:p>
        </p:txBody>
      </p:sp>
      <p:sp>
        <p:nvSpPr>
          <p:cNvPr id="31" name="Text Placeholder 74">
            <a:extLst>
              <a:ext uri="{FF2B5EF4-FFF2-40B4-BE49-F238E27FC236}">
                <a16:creationId xmlns:a16="http://schemas.microsoft.com/office/drawing/2014/main" id="{1E2ACC88-6D22-53BF-A492-A4AC063C4E3E}"/>
              </a:ext>
            </a:extLst>
          </p:cNvPr>
          <p:cNvSpPr>
            <a:spLocks noGrp="1"/>
          </p:cNvSpPr>
          <p:nvPr>
            <p:ph type="body" sz="quarter" idx="32" hasCustomPrompt="1"/>
          </p:nvPr>
        </p:nvSpPr>
        <p:spPr>
          <a:xfrm>
            <a:off x="1174040" y="4629080"/>
            <a:ext cx="2325689" cy="317463"/>
          </a:xfrm>
        </p:spPr>
        <p:txBody>
          <a:bodyPr/>
          <a:lstStyle>
            <a:lvl1pPr marL="0" indent="0" algn="ctr">
              <a:buNone/>
              <a:defRPr sz="2000" b="1">
                <a:latin typeface="Barlow" panose="00000500000000000000" pitchFamily="2" charset="0"/>
              </a:defRPr>
            </a:lvl1pPr>
            <a:lvl2pPr>
              <a:defRPr sz="1800"/>
            </a:lvl2pPr>
            <a:lvl3pPr>
              <a:defRPr sz="1600"/>
            </a:lvl3pPr>
          </a:lstStyle>
          <a:p>
            <a:pPr lvl="0"/>
            <a:r>
              <a:rPr lang="en-US"/>
              <a:t>Subheading</a:t>
            </a:r>
          </a:p>
        </p:txBody>
      </p:sp>
      <p:sp>
        <p:nvSpPr>
          <p:cNvPr id="32" name="Text Placeholder 74">
            <a:extLst>
              <a:ext uri="{FF2B5EF4-FFF2-40B4-BE49-F238E27FC236}">
                <a16:creationId xmlns:a16="http://schemas.microsoft.com/office/drawing/2014/main" id="{430A4452-39A9-6D0D-1087-176A6BDB55FA}"/>
              </a:ext>
            </a:extLst>
          </p:cNvPr>
          <p:cNvSpPr>
            <a:spLocks noGrp="1"/>
          </p:cNvSpPr>
          <p:nvPr>
            <p:ph type="body" sz="quarter" idx="33" hasCustomPrompt="1"/>
          </p:nvPr>
        </p:nvSpPr>
        <p:spPr>
          <a:xfrm>
            <a:off x="1174039" y="5011087"/>
            <a:ext cx="2325689" cy="358261"/>
          </a:xfrm>
        </p:spPr>
        <p:txBody>
          <a:bodyPr>
            <a:normAutofit/>
          </a:bodyPr>
          <a:lstStyle>
            <a:lvl1pPr marL="0" indent="0" algn="ctr">
              <a:buNone/>
              <a:defRPr sz="1600" b="0">
                <a:latin typeface="Open Sans" pitchFamily="2" charset="0"/>
                <a:ea typeface="Open Sans" pitchFamily="2" charset="0"/>
                <a:cs typeface="Open Sans" pitchFamily="2" charset="0"/>
              </a:defRPr>
            </a:lvl1pPr>
            <a:lvl2pPr>
              <a:defRPr sz="1800"/>
            </a:lvl2pPr>
            <a:lvl3pPr>
              <a:defRPr sz="1600"/>
            </a:lvl3pPr>
          </a:lstStyle>
          <a:p>
            <a:pPr lvl="0"/>
            <a:r>
              <a:rPr lang="en-US"/>
              <a:t>Description</a:t>
            </a:r>
          </a:p>
        </p:txBody>
      </p:sp>
      <p:sp>
        <p:nvSpPr>
          <p:cNvPr id="34" name="Text Placeholder 74">
            <a:extLst>
              <a:ext uri="{FF2B5EF4-FFF2-40B4-BE49-F238E27FC236}">
                <a16:creationId xmlns:a16="http://schemas.microsoft.com/office/drawing/2014/main" id="{1527C951-E9F3-D7EE-838F-8B6FA375790A}"/>
              </a:ext>
            </a:extLst>
          </p:cNvPr>
          <p:cNvSpPr>
            <a:spLocks noGrp="1"/>
          </p:cNvSpPr>
          <p:nvPr>
            <p:ph type="body" sz="quarter" idx="34" hasCustomPrompt="1"/>
          </p:nvPr>
        </p:nvSpPr>
        <p:spPr>
          <a:xfrm>
            <a:off x="4933156" y="4629080"/>
            <a:ext cx="2325689" cy="317463"/>
          </a:xfrm>
        </p:spPr>
        <p:txBody>
          <a:bodyPr/>
          <a:lstStyle>
            <a:lvl1pPr marL="0" indent="0" algn="ctr">
              <a:buNone/>
              <a:defRPr sz="2000" b="1">
                <a:latin typeface="Barlow" panose="00000500000000000000" pitchFamily="2" charset="0"/>
              </a:defRPr>
            </a:lvl1pPr>
            <a:lvl2pPr>
              <a:defRPr sz="1800"/>
            </a:lvl2pPr>
            <a:lvl3pPr>
              <a:defRPr sz="1600"/>
            </a:lvl3pPr>
          </a:lstStyle>
          <a:p>
            <a:pPr lvl="0"/>
            <a:r>
              <a:rPr lang="en-US"/>
              <a:t>Subheading</a:t>
            </a:r>
          </a:p>
        </p:txBody>
      </p:sp>
      <p:sp>
        <p:nvSpPr>
          <p:cNvPr id="35" name="Text Placeholder 74">
            <a:extLst>
              <a:ext uri="{FF2B5EF4-FFF2-40B4-BE49-F238E27FC236}">
                <a16:creationId xmlns:a16="http://schemas.microsoft.com/office/drawing/2014/main" id="{7E31BD87-6D3D-7D22-A5A0-943C17AC9B98}"/>
              </a:ext>
            </a:extLst>
          </p:cNvPr>
          <p:cNvSpPr>
            <a:spLocks noGrp="1"/>
          </p:cNvSpPr>
          <p:nvPr>
            <p:ph type="body" sz="quarter" idx="35" hasCustomPrompt="1"/>
          </p:nvPr>
        </p:nvSpPr>
        <p:spPr>
          <a:xfrm>
            <a:off x="4933155" y="5011087"/>
            <a:ext cx="2325689" cy="358261"/>
          </a:xfrm>
        </p:spPr>
        <p:txBody>
          <a:bodyPr>
            <a:normAutofit/>
          </a:bodyPr>
          <a:lstStyle>
            <a:lvl1pPr marL="0" indent="0" algn="ctr">
              <a:buNone/>
              <a:defRPr sz="1600" b="0">
                <a:latin typeface="Open Sans" pitchFamily="2" charset="0"/>
                <a:ea typeface="Open Sans" pitchFamily="2" charset="0"/>
                <a:cs typeface="Open Sans" pitchFamily="2" charset="0"/>
              </a:defRPr>
            </a:lvl1pPr>
            <a:lvl2pPr>
              <a:defRPr sz="1800"/>
            </a:lvl2pPr>
            <a:lvl3pPr>
              <a:defRPr sz="1600"/>
            </a:lvl3pPr>
          </a:lstStyle>
          <a:p>
            <a:pPr lvl="0"/>
            <a:r>
              <a:rPr lang="en-US"/>
              <a:t>Description</a:t>
            </a:r>
          </a:p>
        </p:txBody>
      </p:sp>
      <p:sp>
        <p:nvSpPr>
          <p:cNvPr id="36" name="Text Placeholder 74">
            <a:extLst>
              <a:ext uri="{FF2B5EF4-FFF2-40B4-BE49-F238E27FC236}">
                <a16:creationId xmlns:a16="http://schemas.microsoft.com/office/drawing/2014/main" id="{C35174F9-D362-DC2E-55E9-9F2C663195BF}"/>
              </a:ext>
            </a:extLst>
          </p:cNvPr>
          <p:cNvSpPr>
            <a:spLocks noGrp="1"/>
          </p:cNvSpPr>
          <p:nvPr>
            <p:ph type="body" sz="quarter" idx="36" hasCustomPrompt="1"/>
          </p:nvPr>
        </p:nvSpPr>
        <p:spPr>
          <a:xfrm>
            <a:off x="8692272" y="4618524"/>
            <a:ext cx="2325689" cy="317463"/>
          </a:xfrm>
        </p:spPr>
        <p:txBody>
          <a:bodyPr/>
          <a:lstStyle>
            <a:lvl1pPr marL="0" indent="0" algn="ctr">
              <a:buNone/>
              <a:defRPr sz="2000" b="1">
                <a:latin typeface="Barlow" panose="00000500000000000000" pitchFamily="2" charset="0"/>
              </a:defRPr>
            </a:lvl1pPr>
            <a:lvl2pPr>
              <a:defRPr sz="1800"/>
            </a:lvl2pPr>
            <a:lvl3pPr>
              <a:defRPr sz="1600"/>
            </a:lvl3pPr>
          </a:lstStyle>
          <a:p>
            <a:pPr lvl="0"/>
            <a:r>
              <a:rPr lang="en-US"/>
              <a:t>Subheading</a:t>
            </a:r>
          </a:p>
        </p:txBody>
      </p:sp>
      <p:sp>
        <p:nvSpPr>
          <p:cNvPr id="37" name="Text Placeholder 74">
            <a:extLst>
              <a:ext uri="{FF2B5EF4-FFF2-40B4-BE49-F238E27FC236}">
                <a16:creationId xmlns:a16="http://schemas.microsoft.com/office/drawing/2014/main" id="{3A5C1FFD-4967-9795-B6DA-B674EB0A1380}"/>
              </a:ext>
            </a:extLst>
          </p:cNvPr>
          <p:cNvSpPr>
            <a:spLocks noGrp="1"/>
          </p:cNvSpPr>
          <p:nvPr>
            <p:ph type="body" sz="quarter" idx="37" hasCustomPrompt="1"/>
          </p:nvPr>
        </p:nvSpPr>
        <p:spPr>
          <a:xfrm>
            <a:off x="8692271" y="5000531"/>
            <a:ext cx="2325689" cy="358261"/>
          </a:xfrm>
        </p:spPr>
        <p:txBody>
          <a:bodyPr>
            <a:normAutofit/>
          </a:bodyPr>
          <a:lstStyle>
            <a:lvl1pPr marL="0" indent="0" algn="ctr">
              <a:buNone/>
              <a:defRPr sz="1600" b="0">
                <a:latin typeface="Open Sans" pitchFamily="2" charset="0"/>
                <a:ea typeface="Open Sans" pitchFamily="2" charset="0"/>
                <a:cs typeface="Open Sans" pitchFamily="2" charset="0"/>
              </a:defRPr>
            </a:lvl1pPr>
            <a:lvl2pPr>
              <a:defRPr sz="1800"/>
            </a:lvl2pPr>
            <a:lvl3pPr>
              <a:defRPr sz="1600"/>
            </a:lvl3pPr>
          </a:lstStyle>
          <a:p>
            <a:pPr lvl="0"/>
            <a:r>
              <a:rPr lang="en-US"/>
              <a:t>Description</a:t>
            </a:r>
          </a:p>
        </p:txBody>
      </p:sp>
    </p:spTree>
    <p:extLst>
      <p:ext uri="{BB962C8B-B14F-4D97-AF65-F5344CB8AC3E}">
        <p14:creationId xmlns:p14="http://schemas.microsoft.com/office/powerpoint/2010/main" val="218439134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Miscellaneous">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FFA8095C-6957-5EC7-4323-059976D64700}"/>
              </a:ext>
            </a:extLst>
          </p:cNvPr>
          <p:cNvSpPr/>
          <p:nvPr userDrawn="1"/>
        </p:nvSpPr>
        <p:spPr>
          <a:xfrm rot="10800000">
            <a:off x="-2" y="4127502"/>
            <a:ext cx="4569985" cy="2730498"/>
          </a:xfrm>
          <a:custGeom>
            <a:avLst/>
            <a:gdLst>
              <a:gd name="connsiteX0" fmla="*/ 13028 w 10839953"/>
              <a:gd name="connsiteY0" fmla="*/ 0 h 6476710"/>
              <a:gd name="connsiteX1" fmla="*/ 10839953 w 10839953"/>
              <a:gd name="connsiteY1" fmla="*/ 0 h 6476710"/>
              <a:gd name="connsiteX2" fmla="*/ 10839953 w 10839953"/>
              <a:gd name="connsiteY2" fmla="*/ 4207453 h 6476710"/>
              <a:gd name="connsiteX3" fmla="*/ 10799970 w 10839953"/>
              <a:gd name="connsiteY3" fmla="*/ 4258332 h 6476710"/>
              <a:gd name="connsiteX4" fmla="*/ 6096000 w 10839953"/>
              <a:gd name="connsiteY4" fmla="*/ 6476710 h 6476710"/>
              <a:gd name="connsiteX5" fmla="*/ 0 w 10839953"/>
              <a:gd name="connsiteY5" fmla="*/ 380710 h 6476710"/>
              <a:gd name="connsiteX6" fmla="*/ 7932 w 10839953"/>
              <a:gd name="connsiteY6" fmla="*/ 67011 h 6476710"/>
              <a:gd name="connsiteX7" fmla="*/ 13028 w 10839953"/>
              <a:gd name="connsiteY7" fmla="*/ 0 h 6476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39953" h="6476710">
                <a:moveTo>
                  <a:pt x="13028" y="0"/>
                </a:moveTo>
                <a:lnTo>
                  <a:pt x="10839953" y="0"/>
                </a:lnTo>
                <a:lnTo>
                  <a:pt x="10839953" y="4207453"/>
                </a:lnTo>
                <a:lnTo>
                  <a:pt x="10799970" y="4258332"/>
                </a:lnTo>
                <a:cubicBezTo>
                  <a:pt x="9681874" y="5613152"/>
                  <a:pt x="7989785" y="6476710"/>
                  <a:pt x="6096000" y="6476710"/>
                </a:cubicBezTo>
                <a:cubicBezTo>
                  <a:pt x="2729272" y="6476710"/>
                  <a:pt x="0" y="3747438"/>
                  <a:pt x="0" y="380710"/>
                </a:cubicBezTo>
                <a:cubicBezTo>
                  <a:pt x="0" y="275500"/>
                  <a:pt x="2665" y="170912"/>
                  <a:pt x="7932" y="67011"/>
                </a:cubicBezTo>
                <a:lnTo>
                  <a:pt x="13028" y="0"/>
                </a:lnTo>
                <a:close/>
              </a:path>
            </a:pathLst>
          </a:custGeom>
          <a:gradFill>
            <a:gsLst>
              <a:gs pos="100000">
                <a:schemeClr val="tx2"/>
              </a:gs>
              <a:gs pos="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Picture Placeholder 40">
            <a:extLst>
              <a:ext uri="{FF2B5EF4-FFF2-40B4-BE49-F238E27FC236}">
                <a16:creationId xmlns:a16="http://schemas.microsoft.com/office/drawing/2014/main" id="{544B5328-6D80-7784-4220-C79FFA1FB257}"/>
              </a:ext>
            </a:extLst>
          </p:cNvPr>
          <p:cNvSpPr>
            <a:spLocks noGrp="1"/>
          </p:cNvSpPr>
          <p:nvPr>
            <p:ph type="pic" sz="quarter" idx="13"/>
          </p:nvPr>
        </p:nvSpPr>
        <p:spPr>
          <a:xfrm>
            <a:off x="1352048" y="-5702531"/>
            <a:ext cx="12192003" cy="12181139"/>
          </a:xfrm>
          <a:prstGeom prst="ellipse">
            <a:avLst/>
          </a:prstGeom>
          <a:noFill/>
        </p:spPr>
        <p:txBody>
          <a:bodyPr/>
          <a:lstStyle/>
          <a:p>
            <a:endParaRPr lang="en-IN"/>
          </a:p>
        </p:txBody>
      </p:sp>
      <p:sp>
        <p:nvSpPr>
          <p:cNvPr id="7" name="Title 1">
            <a:extLst>
              <a:ext uri="{FF2B5EF4-FFF2-40B4-BE49-F238E27FC236}">
                <a16:creationId xmlns:a16="http://schemas.microsoft.com/office/drawing/2014/main" id="{34113597-7CC6-531A-4BC2-34526106D4BE}"/>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r">
              <a:lnSpc>
                <a:spcPct val="100000"/>
              </a:lnSpc>
              <a:defRPr lang="en-US" sz="3200" dirty="0">
                <a:solidFill>
                  <a:schemeClr val="tx2"/>
                </a:solidFill>
              </a:defRPr>
            </a:lvl1pPr>
          </a:lstStyle>
          <a:p>
            <a:pPr lvl="0"/>
            <a:r>
              <a:rPr lang="en-GB"/>
              <a:t>Click to edit Master title style</a:t>
            </a:r>
            <a:endParaRPr lang="en-US"/>
          </a:p>
        </p:txBody>
      </p:sp>
      <p:sp>
        <p:nvSpPr>
          <p:cNvPr id="8" name="Rectangle 7">
            <a:extLst>
              <a:ext uri="{FF2B5EF4-FFF2-40B4-BE49-F238E27FC236}">
                <a16:creationId xmlns:a16="http://schemas.microsoft.com/office/drawing/2014/main" id="{56594010-F5CA-064F-63B9-AD7D19D448F3}"/>
              </a:ext>
            </a:extLst>
          </p:cNvPr>
          <p:cNvSpPr/>
          <p:nvPr userDrawn="1"/>
        </p:nvSpPr>
        <p:spPr>
          <a:xfrm>
            <a:off x="6443806" y="1488586"/>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9" name="Subtitle 2">
            <a:extLst>
              <a:ext uri="{FF2B5EF4-FFF2-40B4-BE49-F238E27FC236}">
                <a16:creationId xmlns:a16="http://schemas.microsoft.com/office/drawing/2014/main" id="{652999CC-950D-AC73-6A70-B04E0684E979}"/>
              </a:ext>
            </a:extLst>
          </p:cNvPr>
          <p:cNvSpPr>
            <a:spLocks noGrp="1"/>
          </p:cNvSpPr>
          <p:nvPr>
            <p:ph type="subTitle" idx="1"/>
          </p:nvPr>
        </p:nvSpPr>
        <p:spPr>
          <a:xfrm>
            <a:off x="285135" y="854284"/>
            <a:ext cx="11634149" cy="461665"/>
          </a:xfrm>
        </p:spPr>
        <p:txBody>
          <a:bodyPr wrap="square">
            <a:spAutoFit/>
          </a:bodyPr>
          <a:lstStyle>
            <a:lvl1pPr marL="0" indent="0" algn="r">
              <a:lnSpc>
                <a:spcPct val="100000"/>
              </a:lnSpc>
              <a:spcBef>
                <a:spcPts val="0"/>
              </a:spcBef>
              <a:buNone/>
              <a:defRPr lang="en-US" sz="2400" b="1" kern="1200" dirty="0">
                <a:solidFill>
                  <a:schemeClr val="accent1"/>
                </a:solidFill>
                <a:latin typeface="Barlow Medium" panose="00000600000000000000"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0" name="Rectangle: Rounded Corners 9">
            <a:extLst>
              <a:ext uri="{FF2B5EF4-FFF2-40B4-BE49-F238E27FC236}">
                <a16:creationId xmlns:a16="http://schemas.microsoft.com/office/drawing/2014/main" id="{5F2AE350-55D2-E63B-EA1B-43EBFB64272E}"/>
              </a:ext>
            </a:extLst>
          </p:cNvPr>
          <p:cNvSpPr/>
          <p:nvPr userDrawn="1"/>
        </p:nvSpPr>
        <p:spPr>
          <a:xfrm>
            <a:off x="809624" y="2612114"/>
            <a:ext cx="2437078" cy="3255286"/>
          </a:xfrm>
          <a:prstGeom prst="roundRect">
            <a:avLst>
              <a:gd name="adj" fmla="val 6896"/>
            </a:avLst>
          </a:prstGeom>
          <a:solidFill>
            <a:schemeClr val="bg1"/>
          </a:solidFill>
          <a:ln>
            <a:noFill/>
          </a:ln>
          <a:effectLst>
            <a:outerShdw blurRad="127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 Placeholder 37">
            <a:extLst>
              <a:ext uri="{FF2B5EF4-FFF2-40B4-BE49-F238E27FC236}">
                <a16:creationId xmlns:a16="http://schemas.microsoft.com/office/drawing/2014/main" id="{80C30F35-38A6-A294-048E-40574A758355}"/>
              </a:ext>
            </a:extLst>
          </p:cNvPr>
          <p:cNvSpPr>
            <a:spLocks noGrp="1"/>
          </p:cNvSpPr>
          <p:nvPr>
            <p:ph type="body" sz="quarter" idx="21" hasCustomPrompt="1"/>
          </p:nvPr>
        </p:nvSpPr>
        <p:spPr>
          <a:xfrm>
            <a:off x="996448" y="4009351"/>
            <a:ext cx="1903413" cy="469070"/>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6" name="Text Placeholder 37">
            <a:extLst>
              <a:ext uri="{FF2B5EF4-FFF2-40B4-BE49-F238E27FC236}">
                <a16:creationId xmlns:a16="http://schemas.microsoft.com/office/drawing/2014/main" id="{A6663F84-DDCB-28F0-3D3A-1E0285D4BCE9}"/>
              </a:ext>
            </a:extLst>
          </p:cNvPr>
          <p:cNvSpPr>
            <a:spLocks noGrp="1"/>
          </p:cNvSpPr>
          <p:nvPr>
            <p:ph type="body" sz="quarter" idx="20" hasCustomPrompt="1"/>
          </p:nvPr>
        </p:nvSpPr>
        <p:spPr>
          <a:xfrm>
            <a:off x="996450" y="3609535"/>
            <a:ext cx="1903411" cy="276665"/>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Click to add text</a:t>
            </a:r>
            <a:endParaRPr lang="en-IN"/>
          </a:p>
        </p:txBody>
      </p:sp>
      <p:sp>
        <p:nvSpPr>
          <p:cNvPr id="46" name="Rectangle 45">
            <a:extLst>
              <a:ext uri="{FF2B5EF4-FFF2-40B4-BE49-F238E27FC236}">
                <a16:creationId xmlns:a16="http://schemas.microsoft.com/office/drawing/2014/main" id="{5C2D7219-2A03-C3ED-E812-F65D73ED200B}"/>
              </a:ext>
            </a:extLst>
          </p:cNvPr>
          <p:cNvSpPr/>
          <p:nvPr userDrawn="1"/>
        </p:nvSpPr>
        <p:spPr>
          <a:xfrm>
            <a:off x="2819400" y="3319334"/>
            <a:ext cx="434708" cy="51314"/>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Text Placeholder 42">
            <a:extLst>
              <a:ext uri="{FF2B5EF4-FFF2-40B4-BE49-F238E27FC236}">
                <a16:creationId xmlns:a16="http://schemas.microsoft.com/office/drawing/2014/main" id="{00481D02-35A5-98C7-1207-2E929E940BCD}"/>
              </a:ext>
            </a:extLst>
          </p:cNvPr>
          <p:cNvSpPr>
            <a:spLocks noGrp="1"/>
          </p:cNvSpPr>
          <p:nvPr>
            <p:ph type="body" sz="quarter" idx="14" hasCustomPrompt="1"/>
          </p:nvPr>
        </p:nvSpPr>
        <p:spPr>
          <a:xfrm>
            <a:off x="996448" y="2880386"/>
            <a:ext cx="1903413" cy="527050"/>
          </a:xfrm>
        </p:spPr>
        <p:txBody>
          <a:bodyPr>
            <a:noAutofit/>
          </a:bodyPr>
          <a:lstStyle>
            <a:lvl1pPr marL="0" indent="0">
              <a:buNone/>
              <a:defRPr sz="3600" b="1">
                <a:solidFill>
                  <a:schemeClr val="tx2"/>
                </a:solidFill>
                <a:latin typeface="Barlow" panose="00000500000000000000" pitchFamily="2" charset="0"/>
              </a:defRPr>
            </a:lvl1pPr>
          </a:lstStyle>
          <a:p>
            <a:pPr lvl="0"/>
            <a:r>
              <a:rPr lang="en-US"/>
              <a:t>01</a:t>
            </a:r>
            <a:endParaRPr lang="en-IN"/>
          </a:p>
        </p:txBody>
      </p:sp>
      <p:sp>
        <p:nvSpPr>
          <p:cNvPr id="23" name="Rectangle: Rounded Corners 22">
            <a:extLst>
              <a:ext uri="{FF2B5EF4-FFF2-40B4-BE49-F238E27FC236}">
                <a16:creationId xmlns:a16="http://schemas.microsoft.com/office/drawing/2014/main" id="{B04DAB1D-95A5-1478-5C72-5943009BE77E}"/>
              </a:ext>
            </a:extLst>
          </p:cNvPr>
          <p:cNvSpPr/>
          <p:nvPr userDrawn="1"/>
        </p:nvSpPr>
        <p:spPr>
          <a:xfrm>
            <a:off x="3514109" y="2612114"/>
            <a:ext cx="2437078" cy="3255286"/>
          </a:xfrm>
          <a:prstGeom prst="roundRect">
            <a:avLst>
              <a:gd name="adj" fmla="val 6896"/>
            </a:avLst>
          </a:prstGeom>
          <a:solidFill>
            <a:schemeClr val="bg1"/>
          </a:solidFill>
          <a:ln>
            <a:noFill/>
          </a:ln>
          <a:effectLst>
            <a:outerShdw blurRad="127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 Placeholder 37">
            <a:extLst>
              <a:ext uri="{FF2B5EF4-FFF2-40B4-BE49-F238E27FC236}">
                <a16:creationId xmlns:a16="http://schemas.microsoft.com/office/drawing/2014/main" id="{731C22EE-498C-F7CA-40B9-97C9E33D543E}"/>
              </a:ext>
            </a:extLst>
          </p:cNvPr>
          <p:cNvSpPr>
            <a:spLocks noGrp="1"/>
          </p:cNvSpPr>
          <p:nvPr>
            <p:ph type="body" sz="quarter" idx="22" hasCustomPrompt="1"/>
          </p:nvPr>
        </p:nvSpPr>
        <p:spPr>
          <a:xfrm>
            <a:off x="3700933" y="4009351"/>
            <a:ext cx="1903413" cy="469070"/>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25" name="Text Placeholder 37">
            <a:extLst>
              <a:ext uri="{FF2B5EF4-FFF2-40B4-BE49-F238E27FC236}">
                <a16:creationId xmlns:a16="http://schemas.microsoft.com/office/drawing/2014/main" id="{0718D317-E437-ACFE-36C8-9CBA300462F9}"/>
              </a:ext>
            </a:extLst>
          </p:cNvPr>
          <p:cNvSpPr>
            <a:spLocks noGrp="1"/>
          </p:cNvSpPr>
          <p:nvPr>
            <p:ph type="body" sz="quarter" idx="23" hasCustomPrompt="1"/>
          </p:nvPr>
        </p:nvSpPr>
        <p:spPr>
          <a:xfrm>
            <a:off x="3700935" y="3609535"/>
            <a:ext cx="1903411" cy="276665"/>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Click to add text</a:t>
            </a:r>
            <a:endParaRPr lang="en-IN"/>
          </a:p>
        </p:txBody>
      </p:sp>
      <p:sp>
        <p:nvSpPr>
          <p:cNvPr id="26" name="Rectangle 25">
            <a:extLst>
              <a:ext uri="{FF2B5EF4-FFF2-40B4-BE49-F238E27FC236}">
                <a16:creationId xmlns:a16="http://schemas.microsoft.com/office/drawing/2014/main" id="{EAF39272-ABFB-4973-E473-1D05B700C25F}"/>
              </a:ext>
            </a:extLst>
          </p:cNvPr>
          <p:cNvSpPr/>
          <p:nvPr userDrawn="1"/>
        </p:nvSpPr>
        <p:spPr>
          <a:xfrm>
            <a:off x="5523885" y="3319334"/>
            <a:ext cx="434708" cy="51314"/>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7" name="Text Placeholder 42">
            <a:extLst>
              <a:ext uri="{FF2B5EF4-FFF2-40B4-BE49-F238E27FC236}">
                <a16:creationId xmlns:a16="http://schemas.microsoft.com/office/drawing/2014/main" id="{32E8F836-8812-4FCB-8F5B-81429F7BBB38}"/>
              </a:ext>
            </a:extLst>
          </p:cNvPr>
          <p:cNvSpPr>
            <a:spLocks noGrp="1"/>
          </p:cNvSpPr>
          <p:nvPr>
            <p:ph type="body" sz="quarter" idx="24" hasCustomPrompt="1"/>
          </p:nvPr>
        </p:nvSpPr>
        <p:spPr>
          <a:xfrm>
            <a:off x="3700933" y="2880386"/>
            <a:ext cx="1903413" cy="527050"/>
          </a:xfrm>
        </p:spPr>
        <p:txBody>
          <a:bodyPr>
            <a:noAutofit/>
          </a:bodyPr>
          <a:lstStyle>
            <a:lvl1pPr marL="0" indent="0">
              <a:buNone/>
              <a:defRPr sz="3600" b="1">
                <a:solidFill>
                  <a:schemeClr val="tx2"/>
                </a:solidFill>
                <a:latin typeface="Barlow" panose="00000500000000000000" pitchFamily="2" charset="0"/>
              </a:defRPr>
            </a:lvl1pPr>
          </a:lstStyle>
          <a:p>
            <a:pPr lvl="0"/>
            <a:r>
              <a:rPr lang="en-US"/>
              <a:t>02</a:t>
            </a:r>
            <a:endParaRPr lang="en-IN"/>
          </a:p>
        </p:txBody>
      </p:sp>
      <p:sp>
        <p:nvSpPr>
          <p:cNvPr id="33" name="Rectangle: Rounded Corners 32">
            <a:extLst>
              <a:ext uri="{FF2B5EF4-FFF2-40B4-BE49-F238E27FC236}">
                <a16:creationId xmlns:a16="http://schemas.microsoft.com/office/drawing/2014/main" id="{CBA6AB4C-B704-E9F0-7263-0160C8EF066F}"/>
              </a:ext>
            </a:extLst>
          </p:cNvPr>
          <p:cNvSpPr/>
          <p:nvPr userDrawn="1"/>
        </p:nvSpPr>
        <p:spPr>
          <a:xfrm>
            <a:off x="6227000" y="2612114"/>
            <a:ext cx="2437078" cy="3255286"/>
          </a:xfrm>
          <a:prstGeom prst="roundRect">
            <a:avLst>
              <a:gd name="adj" fmla="val 6896"/>
            </a:avLst>
          </a:prstGeom>
          <a:solidFill>
            <a:schemeClr val="bg1"/>
          </a:solidFill>
          <a:ln>
            <a:noFill/>
          </a:ln>
          <a:effectLst>
            <a:outerShdw blurRad="127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 Placeholder 37">
            <a:extLst>
              <a:ext uri="{FF2B5EF4-FFF2-40B4-BE49-F238E27FC236}">
                <a16:creationId xmlns:a16="http://schemas.microsoft.com/office/drawing/2014/main" id="{3651C546-F9F0-9525-73EB-8F8316BDB8E4}"/>
              </a:ext>
            </a:extLst>
          </p:cNvPr>
          <p:cNvSpPr>
            <a:spLocks noGrp="1"/>
          </p:cNvSpPr>
          <p:nvPr>
            <p:ph type="body" sz="quarter" idx="25" hasCustomPrompt="1"/>
          </p:nvPr>
        </p:nvSpPr>
        <p:spPr>
          <a:xfrm>
            <a:off x="6413824" y="4009351"/>
            <a:ext cx="1903413" cy="469070"/>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35" name="Text Placeholder 37">
            <a:extLst>
              <a:ext uri="{FF2B5EF4-FFF2-40B4-BE49-F238E27FC236}">
                <a16:creationId xmlns:a16="http://schemas.microsoft.com/office/drawing/2014/main" id="{D5793BEF-2010-0581-2EC2-C1A21BBFDE6F}"/>
              </a:ext>
            </a:extLst>
          </p:cNvPr>
          <p:cNvSpPr>
            <a:spLocks noGrp="1"/>
          </p:cNvSpPr>
          <p:nvPr>
            <p:ph type="body" sz="quarter" idx="26" hasCustomPrompt="1"/>
          </p:nvPr>
        </p:nvSpPr>
        <p:spPr>
          <a:xfrm>
            <a:off x="6413826" y="3609535"/>
            <a:ext cx="1903411" cy="276665"/>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Click to add text</a:t>
            </a:r>
            <a:endParaRPr lang="en-IN"/>
          </a:p>
        </p:txBody>
      </p:sp>
      <p:sp>
        <p:nvSpPr>
          <p:cNvPr id="36" name="Rectangle 35">
            <a:extLst>
              <a:ext uri="{FF2B5EF4-FFF2-40B4-BE49-F238E27FC236}">
                <a16:creationId xmlns:a16="http://schemas.microsoft.com/office/drawing/2014/main" id="{C6F9B29B-C3EE-0CCC-9097-A191C0E982D4}"/>
              </a:ext>
            </a:extLst>
          </p:cNvPr>
          <p:cNvSpPr/>
          <p:nvPr userDrawn="1"/>
        </p:nvSpPr>
        <p:spPr>
          <a:xfrm>
            <a:off x="8236776" y="3319334"/>
            <a:ext cx="434708" cy="51314"/>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37" name="Text Placeholder 42">
            <a:extLst>
              <a:ext uri="{FF2B5EF4-FFF2-40B4-BE49-F238E27FC236}">
                <a16:creationId xmlns:a16="http://schemas.microsoft.com/office/drawing/2014/main" id="{D860BE52-9B54-15A9-89D7-F26AF4F22438}"/>
              </a:ext>
            </a:extLst>
          </p:cNvPr>
          <p:cNvSpPr>
            <a:spLocks noGrp="1"/>
          </p:cNvSpPr>
          <p:nvPr>
            <p:ph type="body" sz="quarter" idx="27" hasCustomPrompt="1"/>
          </p:nvPr>
        </p:nvSpPr>
        <p:spPr>
          <a:xfrm>
            <a:off x="6413824" y="2880386"/>
            <a:ext cx="1903413" cy="527050"/>
          </a:xfrm>
        </p:spPr>
        <p:txBody>
          <a:bodyPr>
            <a:noAutofit/>
          </a:bodyPr>
          <a:lstStyle>
            <a:lvl1pPr marL="0" indent="0">
              <a:buNone/>
              <a:defRPr sz="3600" b="1">
                <a:solidFill>
                  <a:schemeClr val="tx2"/>
                </a:solidFill>
                <a:latin typeface="Barlow" panose="00000500000000000000" pitchFamily="2" charset="0"/>
              </a:defRPr>
            </a:lvl1pPr>
          </a:lstStyle>
          <a:p>
            <a:pPr lvl="0"/>
            <a:r>
              <a:rPr lang="en-US"/>
              <a:t>03</a:t>
            </a:r>
            <a:endParaRPr lang="en-IN"/>
          </a:p>
        </p:txBody>
      </p:sp>
      <p:sp>
        <p:nvSpPr>
          <p:cNvPr id="44" name="Rectangle: Rounded Corners 43">
            <a:extLst>
              <a:ext uri="{FF2B5EF4-FFF2-40B4-BE49-F238E27FC236}">
                <a16:creationId xmlns:a16="http://schemas.microsoft.com/office/drawing/2014/main" id="{6954ADF8-1F77-DD9F-6418-8F48DB8B9F63}"/>
              </a:ext>
            </a:extLst>
          </p:cNvPr>
          <p:cNvSpPr/>
          <p:nvPr userDrawn="1"/>
        </p:nvSpPr>
        <p:spPr>
          <a:xfrm>
            <a:off x="8939891" y="2612114"/>
            <a:ext cx="2437078" cy="3255286"/>
          </a:xfrm>
          <a:prstGeom prst="roundRect">
            <a:avLst>
              <a:gd name="adj" fmla="val 6896"/>
            </a:avLst>
          </a:prstGeom>
          <a:solidFill>
            <a:schemeClr val="bg1"/>
          </a:solidFill>
          <a:ln>
            <a:noFill/>
          </a:ln>
          <a:effectLst>
            <a:outerShdw blurRad="127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 Placeholder 37">
            <a:extLst>
              <a:ext uri="{FF2B5EF4-FFF2-40B4-BE49-F238E27FC236}">
                <a16:creationId xmlns:a16="http://schemas.microsoft.com/office/drawing/2014/main" id="{ABF55AA2-4B78-5FFF-9CDF-4A0BC3F1B130}"/>
              </a:ext>
            </a:extLst>
          </p:cNvPr>
          <p:cNvSpPr>
            <a:spLocks noGrp="1"/>
          </p:cNvSpPr>
          <p:nvPr>
            <p:ph type="body" sz="quarter" idx="28" hasCustomPrompt="1"/>
          </p:nvPr>
        </p:nvSpPr>
        <p:spPr>
          <a:xfrm>
            <a:off x="9126715" y="4009351"/>
            <a:ext cx="1903413" cy="469070"/>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47" name="Text Placeholder 37">
            <a:extLst>
              <a:ext uri="{FF2B5EF4-FFF2-40B4-BE49-F238E27FC236}">
                <a16:creationId xmlns:a16="http://schemas.microsoft.com/office/drawing/2014/main" id="{553A0342-B173-027B-0A63-9D49698D7EB4}"/>
              </a:ext>
            </a:extLst>
          </p:cNvPr>
          <p:cNvSpPr>
            <a:spLocks noGrp="1"/>
          </p:cNvSpPr>
          <p:nvPr>
            <p:ph type="body" sz="quarter" idx="29" hasCustomPrompt="1"/>
          </p:nvPr>
        </p:nvSpPr>
        <p:spPr>
          <a:xfrm>
            <a:off x="9126717" y="3609535"/>
            <a:ext cx="1903411" cy="276665"/>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Click to add text</a:t>
            </a:r>
            <a:endParaRPr lang="en-IN"/>
          </a:p>
        </p:txBody>
      </p:sp>
      <p:sp>
        <p:nvSpPr>
          <p:cNvPr id="48" name="Rectangle 47">
            <a:extLst>
              <a:ext uri="{FF2B5EF4-FFF2-40B4-BE49-F238E27FC236}">
                <a16:creationId xmlns:a16="http://schemas.microsoft.com/office/drawing/2014/main" id="{E034B531-F2C6-B1D6-11A3-837CB9BEA982}"/>
              </a:ext>
            </a:extLst>
          </p:cNvPr>
          <p:cNvSpPr/>
          <p:nvPr userDrawn="1"/>
        </p:nvSpPr>
        <p:spPr>
          <a:xfrm>
            <a:off x="10949667" y="3319334"/>
            <a:ext cx="434708" cy="51314"/>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49" name="Text Placeholder 42">
            <a:extLst>
              <a:ext uri="{FF2B5EF4-FFF2-40B4-BE49-F238E27FC236}">
                <a16:creationId xmlns:a16="http://schemas.microsoft.com/office/drawing/2014/main" id="{ACEF462E-9001-EC24-1C02-AE2EE263F7E5}"/>
              </a:ext>
            </a:extLst>
          </p:cNvPr>
          <p:cNvSpPr>
            <a:spLocks noGrp="1"/>
          </p:cNvSpPr>
          <p:nvPr>
            <p:ph type="body" sz="quarter" idx="30" hasCustomPrompt="1"/>
          </p:nvPr>
        </p:nvSpPr>
        <p:spPr>
          <a:xfrm>
            <a:off x="9126715" y="2880386"/>
            <a:ext cx="1903413" cy="527050"/>
          </a:xfrm>
        </p:spPr>
        <p:txBody>
          <a:bodyPr>
            <a:noAutofit/>
          </a:bodyPr>
          <a:lstStyle>
            <a:lvl1pPr marL="0" indent="0">
              <a:buNone/>
              <a:defRPr sz="3600" b="1">
                <a:solidFill>
                  <a:schemeClr val="tx2"/>
                </a:solidFill>
                <a:latin typeface="Barlow" panose="00000500000000000000" pitchFamily="2" charset="0"/>
              </a:defRPr>
            </a:lvl1pPr>
          </a:lstStyle>
          <a:p>
            <a:pPr lvl="0"/>
            <a:r>
              <a:rPr lang="en-US"/>
              <a:t>04</a:t>
            </a:r>
            <a:endParaRPr lang="en-IN"/>
          </a:p>
        </p:txBody>
      </p:sp>
    </p:spTree>
    <p:extLst>
      <p:ext uri="{BB962C8B-B14F-4D97-AF65-F5344CB8AC3E}">
        <p14:creationId xmlns:p14="http://schemas.microsoft.com/office/powerpoint/2010/main" val="325805556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_Miscellaneous">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71E2354-AF0A-A7B4-7B78-365FAC8AEB1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67780" y="1408471"/>
            <a:ext cx="8256439" cy="5079644"/>
          </a:xfrm>
          <a:prstGeom prst="rect">
            <a:avLst/>
          </a:prstGeom>
        </p:spPr>
      </p:pic>
      <p:sp>
        <p:nvSpPr>
          <p:cNvPr id="8" name="Title 1">
            <a:extLst>
              <a:ext uri="{FF2B5EF4-FFF2-40B4-BE49-F238E27FC236}">
                <a16:creationId xmlns:a16="http://schemas.microsoft.com/office/drawing/2014/main" id="{8C48F4F6-BD8F-048E-5B8A-25193117E050}"/>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ctr">
              <a:lnSpc>
                <a:spcPct val="100000"/>
              </a:lnSpc>
              <a:defRPr lang="en-US" sz="3200" dirty="0">
                <a:solidFill>
                  <a:schemeClr val="tx2"/>
                </a:solidFill>
              </a:defRPr>
            </a:lvl1pPr>
          </a:lstStyle>
          <a:p>
            <a:pPr lvl="0"/>
            <a:r>
              <a:rPr lang="en-GB"/>
              <a:t>Click to edit Master title style</a:t>
            </a:r>
            <a:endParaRPr lang="en-US"/>
          </a:p>
        </p:txBody>
      </p:sp>
      <p:sp>
        <p:nvSpPr>
          <p:cNvPr id="19" name="Rectangle 18">
            <a:extLst>
              <a:ext uri="{FF2B5EF4-FFF2-40B4-BE49-F238E27FC236}">
                <a16:creationId xmlns:a16="http://schemas.microsoft.com/office/drawing/2014/main" id="{C930368F-58B1-272E-5A4E-082B39802E55}"/>
              </a:ext>
            </a:extLst>
          </p:cNvPr>
          <p:cNvSpPr/>
          <p:nvPr userDrawn="1"/>
        </p:nvSpPr>
        <p:spPr>
          <a:xfrm>
            <a:off x="0" y="2553432"/>
            <a:ext cx="3362449" cy="661084"/>
          </a:xfrm>
          <a:prstGeom prst="rect">
            <a:avLst/>
          </a:prstGeom>
          <a:gradFill flip="none" rotWithShape="1">
            <a:gsLst>
              <a:gs pos="0">
                <a:srgbClr val="FFFFFF"/>
              </a:gs>
              <a:gs pos="44000">
                <a:schemeClr val="bg1">
                  <a:lumMod val="95000"/>
                </a:schemeClr>
              </a:gs>
              <a:gs pos="100000">
                <a:schemeClr val="tx1">
                  <a:lumMod val="20000"/>
                  <a:lumOff val="8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76A7EC8-5ADE-B139-BEB4-EC8EA819AD39}"/>
              </a:ext>
            </a:extLst>
          </p:cNvPr>
          <p:cNvSpPr/>
          <p:nvPr userDrawn="1"/>
        </p:nvSpPr>
        <p:spPr>
          <a:xfrm rot="10800000">
            <a:off x="8759118" y="4234001"/>
            <a:ext cx="3432882" cy="677454"/>
          </a:xfrm>
          <a:prstGeom prst="rect">
            <a:avLst/>
          </a:prstGeom>
          <a:gradFill flip="none" rotWithShape="1">
            <a:gsLst>
              <a:gs pos="0">
                <a:srgbClr val="FFFFFF"/>
              </a:gs>
              <a:gs pos="44000">
                <a:schemeClr val="bg1">
                  <a:lumMod val="95000"/>
                </a:schemeClr>
              </a:gs>
              <a:gs pos="100000">
                <a:schemeClr val="tx1">
                  <a:lumMod val="20000"/>
                  <a:lumOff val="8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1" name="Rectangle 20">
            <a:extLst>
              <a:ext uri="{FF2B5EF4-FFF2-40B4-BE49-F238E27FC236}">
                <a16:creationId xmlns:a16="http://schemas.microsoft.com/office/drawing/2014/main" id="{ED3C8B1D-4FBA-2B1C-99E8-C7E23566E448}"/>
              </a:ext>
            </a:extLst>
          </p:cNvPr>
          <p:cNvSpPr/>
          <p:nvPr userDrawn="1"/>
        </p:nvSpPr>
        <p:spPr>
          <a:xfrm rot="10800000">
            <a:off x="8804520" y="2553433"/>
            <a:ext cx="3387479" cy="661084"/>
          </a:xfrm>
          <a:prstGeom prst="rect">
            <a:avLst/>
          </a:prstGeom>
          <a:gradFill flip="none" rotWithShape="1">
            <a:gsLst>
              <a:gs pos="0">
                <a:srgbClr val="FFFFFF"/>
              </a:gs>
              <a:gs pos="44000">
                <a:schemeClr val="bg1">
                  <a:lumMod val="95000"/>
                </a:schemeClr>
              </a:gs>
              <a:gs pos="100000">
                <a:schemeClr val="tx1">
                  <a:lumMod val="20000"/>
                  <a:lumOff val="8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2" name="Rectangle 21">
            <a:extLst>
              <a:ext uri="{FF2B5EF4-FFF2-40B4-BE49-F238E27FC236}">
                <a16:creationId xmlns:a16="http://schemas.microsoft.com/office/drawing/2014/main" id="{90433AE9-764B-21EF-207A-FBC2BB0883AD}"/>
              </a:ext>
            </a:extLst>
          </p:cNvPr>
          <p:cNvSpPr/>
          <p:nvPr userDrawn="1"/>
        </p:nvSpPr>
        <p:spPr>
          <a:xfrm>
            <a:off x="59839" y="4252314"/>
            <a:ext cx="3364562" cy="640826"/>
          </a:xfrm>
          <a:prstGeom prst="rect">
            <a:avLst/>
          </a:prstGeom>
          <a:gradFill flip="none" rotWithShape="1">
            <a:gsLst>
              <a:gs pos="0">
                <a:srgbClr val="FFFFFF"/>
              </a:gs>
              <a:gs pos="44000">
                <a:schemeClr val="bg1">
                  <a:lumMod val="95000"/>
                </a:schemeClr>
              </a:gs>
              <a:gs pos="100000">
                <a:schemeClr val="tx1">
                  <a:lumMod val="20000"/>
                  <a:lumOff val="8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3" name="Rectangle 22">
            <a:extLst>
              <a:ext uri="{FF2B5EF4-FFF2-40B4-BE49-F238E27FC236}">
                <a16:creationId xmlns:a16="http://schemas.microsoft.com/office/drawing/2014/main" id="{AEFED25F-C3A8-9E93-9C06-CE4DC73E4669}"/>
              </a:ext>
            </a:extLst>
          </p:cNvPr>
          <p:cNvSpPr/>
          <p:nvPr userDrawn="1"/>
        </p:nvSpPr>
        <p:spPr>
          <a:xfrm rot="10800000">
            <a:off x="3480993" y="2553432"/>
            <a:ext cx="1201145" cy="661084"/>
          </a:xfrm>
          <a:prstGeom prst="rect">
            <a:avLst/>
          </a:prstGeom>
          <a:gradFill flip="none" rotWithShape="1">
            <a:gsLst>
              <a:gs pos="41000">
                <a:schemeClr val="tx2"/>
              </a:gs>
              <a:gs pos="0">
                <a:schemeClr val="bg1"/>
              </a:gs>
              <a:gs pos="100000">
                <a:schemeClr val="tx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652440D5-82B9-7701-F35B-C55B0F0580CF}"/>
              </a:ext>
            </a:extLst>
          </p:cNvPr>
          <p:cNvSpPr/>
          <p:nvPr userDrawn="1"/>
        </p:nvSpPr>
        <p:spPr>
          <a:xfrm>
            <a:off x="7391962" y="4242185"/>
            <a:ext cx="1357596" cy="661084"/>
          </a:xfrm>
          <a:prstGeom prst="rect">
            <a:avLst/>
          </a:prstGeom>
          <a:gradFill flip="none" rotWithShape="1">
            <a:gsLst>
              <a:gs pos="100000">
                <a:schemeClr val="accent6"/>
              </a:gs>
              <a:gs pos="0">
                <a:schemeClr val="bg1"/>
              </a:gs>
              <a:gs pos="41000">
                <a:schemeClr val="accent6"/>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993E8914-9407-F23A-F644-A2A58C4E70F7}"/>
              </a:ext>
            </a:extLst>
          </p:cNvPr>
          <p:cNvSpPr/>
          <p:nvPr userDrawn="1"/>
        </p:nvSpPr>
        <p:spPr>
          <a:xfrm rot="10800000">
            <a:off x="3480993" y="4242185"/>
            <a:ext cx="1201145" cy="661084"/>
          </a:xfrm>
          <a:prstGeom prst="rect">
            <a:avLst/>
          </a:prstGeom>
          <a:gradFill flip="none" rotWithShape="1">
            <a:gsLst>
              <a:gs pos="45000">
                <a:schemeClr val="accent1"/>
              </a:gs>
              <a:gs pos="0">
                <a:schemeClr val="bg1"/>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2E3C5CD-E436-D613-8532-7F1C866813FC}"/>
              </a:ext>
            </a:extLst>
          </p:cNvPr>
          <p:cNvSpPr/>
          <p:nvPr userDrawn="1"/>
        </p:nvSpPr>
        <p:spPr>
          <a:xfrm>
            <a:off x="7391962" y="2553432"/>
            <a:ext cx="1357596" cy="661084"/>
          </a:xfrm>
          <a:prstGeom prst="rect">
            <a:avLst/>
          </a:prstGeom>
          <a:gradFill flip="none" rotWithShape="1">
            <a:gsLst>
              <a:gs pos="100000">
                <a:schemeClr val="accent2"/>
              </a:gs>
              <a:gs pos="37000">
                <a:schemeClr val="accent2"/>
              </a:gs>
              <a:gs pos="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Content Placeholder 78">
            <a:extLst>
              <a:ext uri="{FF2B5EF4-FFF2-40B4-BE49-F238E27FC236}">
                <a16:creationId xmlns:a16="http://schemas.microsoft.com/office/drawing/2014/main" id="{A94F6B01-0DFF-10F3-CAFB-D9F2DCA595D1}"/>
              </a:ext>
            </a:extLst>
          </p:cNvPr>
          <p:cNvSpPr>
            <a:spLocks noGrp="1"/>
          </p:cNvSpPr>
          <p:nvPr>
            <p:ph sz="quarter" idx="30" hasCustomPrompt="1"/>
          </p:nvPr>
        </p:nvSpPr>
        <p:spPr>
          <a:xfrm>
            <a:off x="3046841" y="2519594"/>
            <a:ext cx="705700" cy="680615"/>
          </a:xfrm>
          <a:prstGeom prst="ellipse">
            <a:avLst/>
          </a:prstGeom>
          <a:solidFill>
            <a:schemeClr val="tx2"/>
          </a:solidFill>
          <a:effectLst>
            <a:outerShdw blurRad="50800" dist="38100" dir="2700000" algn="tl" rotWithShape="0">
              <a:prstClr val="black">
                <a:alpha val="40000"/>
              </a:prstClr>
            </a:outerShdw>
          </a:effectLst>
        </p:spPr>
        <p:txBody>
          <a:bodyPr lIns="0" rIns="0" anchor="ctr">
            <a:noAutofit/>
          </a:bodyPr>
          <a:lstStyle>
            <a:lvl1pPr marL="0" indent="0" algn="ctr">
              <a:buNone/>
              <a:defRPr sz="900" b="1">
                <a:solidFill>
                  <a:schemeClr val="bg1"/>
                </a:solidFill>
              </a:defRPr>
            </a:lvl1pPr>
          </a:lstStyle>
          <a:p>
            <a:pPr lvl="0"/>
            <a:r>
              <a:rPr lang="en-US"/>
              <a:t>Icon</a:t>
            </a:r>
            <a:endParaRPr lang="en-IN"/>
          </a:p>
        </p:txBody>
      </p:sp>
      <p:sp>
        <p:nvSpPr>
          <p:cNvPr id="51" name="Content Placeholder 78">
            <a:extLst>
              <a:ext uri="{FF2B5EF4-FFF2-40B4-BE49-F238E27FC236}">
                <a16:creationId xmlns:a16="http://schemas.microsoft.com/office/drawing/2014/main" id="{D7453B05-EDC4-D383-327C-B7B4649EFBB8}"/>
              </a:ext>
            </a:extLst>
          </p:cNvPr>
          <p:cNvSpPr>
            <a:spLocks noGrp="1"/>
          </p:cNvSpPr>
          <p:nvPr>
            <p:ph sz="quarter" idx="31" hasCustomPrompt="1"/>
          </p:nvPr>
        </p:nvSpPr>
        <p:spPr>
          <a:xfrm>
            <a:off x="3064125" y="4241323"/>
            <a:ext cx="705700" cy="680615"/>
          </a:xfrm>
          <a:prstGeom prst="ellipse">
            <a:avLst/>
          </a:prstGeom>
          <a:solidFill>
            <a:schemeClr val="accent1"/>
          </a:solidFill>
          <a:effectLst>
            <a:outerShdw blurRad="50800" dist="38100" dir="2700000" algn="tl" rotWithShape="0">
              <a:prstClr val="black">
                <a:alpha val="40000"/>
              </a:prstClr>
            </a:outerShdw>
          </a:effectLst>
        </p:spPr>
        <p:txBody>
          <a:bodyPr vert="horz" lIns="0" tIns="45720" rIns="0" bIns="45720" rtlCol="0" anchor="ctr">
            <a:noAutofit/>
          </a:bodyPr>
          <a:lstStyle>
            <a:lvl1pPr>
              <a:defRPr lang="en-IN" sz="900" b="1" dirty="0">
                <a:solidFill>
                  <a:schemeClr val="bg1"/>
                </a:solidFill>
              </a:defRPr>
            </a:lvl1pPr>
          </a:lstStyle>
          <a:p>
            <a:pPr marL="0" lvl="0" indent="0" algn="ctr">
              <a:buNone/>
            </a:pPr>
            <a:r>
              <a:rPr lang="en-US"/>
              <a:t>Icon</a:t>
            </a:r>
            <a:endParaRPr lang="en-IN"/>
          </a:p>
        </p:txBody>
      </p:sp>
      <p:sp>
        <p:nvSpPr>
          <p:cNvPr id="52" name="Content Placeholder 78">
            <a:extLst>
              <a:ext uri="{FF2B5EF4-FFF2-40B4-BE49-F238E27FC236}">
                <a16:creationId xmlns:a16="http://schemas.microsoft.com/office/drawing/2014/main" id="{F3269EB5-AA83-CE3F-5F2F-4488474CF952}"/>
              </a:ext>
            </a:extLst>
          </p:cNvPr>
          <p:cNvSpPr>
            <a:spLocks noGrp="1"/>
          </p:cNvSpPr>
          <p:nvPr>
            <p:ph sz="quarter" idx="32" hasCustomPrompt="1"/>
          </p:nvPr>
        </p:nvSpPr>
        <p:spPr>
          <a:xfrm>
            <a:off x="8415668" y="2533901"/>
            <a:ext cx="705700" cy="680615"/>
          </a:xfrm>
          <a:prstGeom prst="ellipse">
            <a:avLst/>
          </a:prstGeom>
          <a:solidFill>
            <a:schemeClr val="accent2"/>
          </a:solidFill>
          <a:effectLst>
            <a:outerShdw blurRad="50800" dist="38100" dir="2700000" algn="tl" rotWithShape="0">
              <a:prstClr val="black">
                <a:alpha val="40000"/>
              </a:prstClr>
            </a:outerShdw>
          </a:effectLst>
        </p:spPr>
        <p:txBody>
          <a:bodyPr vert="horz" lIns="0" tIns="45720" rIns="0" bIns="45720" rtlCol="0" anchor="ctr">
            <a:noAutofit/>
          </a:bodyPr>
          <a:lstStyle>
            <a:lvl1pPr>
              <a:defRPr lang="en-IN" sz="900" b="1" dirty="0">
                <a:solidFill>
                  <a:schemeClr val="bg1"/>
                </a:solidFill>
              </a:defRPr>
            </a:lvl1pPr>
          </a:lstStyle>
          <a:p>
            <a:pPr marL="0" lvl="0" indent="0" algn="ctr">
              <a:buNone/>
            </a:pPr>
            <a:r>
              <a:rPr lang="en-US"/>
              <a:t>Icon</a:t>
            </a:r>
            <a:endParaRPr lang="en-IN"/>
          </a:p>
        </p:txBody>
      </p:sp>
      <p:sp>
        <p:nvSpPr>
          <p:cNvPr id="53" name="Content Placeholder 78">
            <a:extLst>
              <a:ext uri="{FF2B5EF4-FFF2-40B4-BE49-F238E27FC236}">
                <a16:creationId xmlns:a16="http://schemas.microsoft.com/office/drawing/2014/main" id="{20B369D4-5901-F195-C74C-4287BA419A1C}"/>
              </a:ext>
            </a:extLst>
          </p:cNvPr>
          <p:cNvSpPr>
            <a:spLocks noGrp="1"/>
          </p:cNvSpPr>
          <p:nvPr>
            <p:ph sz="quarter" idx="33" hasCustomPrompt="1"/>
          </p:nvPr>
        </p:nvSpPr>
        <p:spPr>
          <a:xfrm>
            <a:off x="8432952" y="4255630"/>
            <a:ext cx="705700" cy="680615"/>
          </a:xfrm>
          <a:prstGeom prst="ellipse">
            <a:avLst/>
          </a:prstGeom>
          <a:solidFill>
            <a:schemeClr val="accent6"/>
          </a:solidFill>
          <a:effectLst>
            <a:outerShdw blurRad="50800" dist="38100" dir="2700000" algn="tl" rotWithShape="0">
              <a:prstClr val="black">
                <a:alpha val="40000"/>
              </a:prstClr>
            </a:outerShdw>
          </a:effectLst>
        </p:spPr>
        <p:txBody>
          <a:bodyPr vert="horz" lIns="0" tIns="45720" rIns="0" bIns="45720" rtlCol="0" anchor="ctr">
            <a:noAutofit/>
          </a:bodyPr>
          <a:lstStyle>
            <a:lvl1pPr>
              <a:defRPr lang="en-IN" sz="900" b="1" dirty="0">
                <a:solidFill>
                  <a:schemeClr val="bg1"/>
                </a:solidFill>
              </a:defRPr>
            </a:lvl1pPr>
          </a:lstStyle>
          <a:p>
            <a:pPr marL="0" lvl="0" indent="0" algn="ctr">
              <a:buNone/>
            </a:pPr>
            <a:r>
              <a:rPr lang="en-US"/>
              <a:t>Icon</a:t>
            </a:r>
            <a:endParaRPr lang="en-IN"/>
          </a:p>
        </p:txBody>
      </p:sp>
      <p:sp>
        <p:nvSpPr>
          <p:cNvPr id="55" name="Text Placeholder 37">
            <a:extLst>
              <a:ext uri="{FF2B5EF4-FFF2-40B4-BE49-F238E27FC236}">
                <a16:creationId xmlns:a16="http://schemas.microsoft.com/office/drawing/2014/main" id="{E9BE3D7E-18AE-2411-ABC9-18C05E3CB92D}"/>
              </a:ext>
            </a:extLst>
          </p:cNvPr>
          <p:cNvSpPr>
            <a:spLocks noGrp="1"/>
          </p:cNvSpPr>
          <p:nvPr>
            <p:ph type="body" sz="quarter" idx="22" hasCustomPrompt="1"/>
          </p:nvPr>
        </p:nvSpPr>
        <p:spPr>
          <a:xfrm>
            <a:off x="9181476" y="4357281"/>
            <a:ext cx="2555960" cy="430887"/>
          </a:xfrm>
        </p:spPr>
        <p:txBody>
          <a:bodyPr vert="horz" lIns="91440" tIns="45720" rIns="91440" bIns="45720" rtlCol="0">
            <a:normAutofit/>
          </a:bodyPr>
          <a:lstStyle>
            <a:lvl1pPr>
              <a:defRPr lang="en-IN" sz="1400" b="0" dirty="0"/>
            </a:lvl1pPr>
          </a:lstStyle>
          <a:p>
            <a:pPr marL="0" lvl="0" indent="0">
              <a:buNone/>
            </a:pPr>
            <a:r>
              <a:rPr lang="en-US"/>
              <a:t>Click to add text</a:t>
            </a:r>
            <a:endParaRPr lang="en-IN"/>
          </a:p>
        </p:txBody>
      </p:sp>
      <p:sp>
        <p:nvSpPr>
          <p:cNvPr id="54" name="Text Placeholder 37">
            <a:extLst>
              <a:ext uri="{FF2B5EF4-FFF2-40B4-BE49-F238E27FC236}">
                <a16:creationId xmlns:a16="http://schemas.microsoft.com/office/drawing/2014/main" id="{2E9B732C-858C-43C2-E32B-C14DF365CBC6}"/>
              </a:ext>
            </a:extLst>
          </p:cNvPr>
          <p:cNvSpPr>
            <a:spLocks noGrp="1"/>
          </p:cNvSpPr>
          <p:nvPr>
            <p:ph type="body" sz="quarter" idx="21" hasCustomPrompt="1"/>
          </p:nvPr>
        </p:nvSpPr>
        <p:spPr>
          <a:xfrm>
            <a:off x="9181476" y="2668530"/>
            <a:ext cx="2555960" cy="430887"/>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60" name="Text Placeholder 37">
            <a:extLst>
              <a:ext uri="{FF2B5EF4-FFF2-40B4-BE49-F238E27FC236}">
                <a16:creationId xmlns:a16="http://schemas.microsoft.com/office/drawing/2014/main" id="{D28FBBC0-DF2B-8FA4-AF0C-647D9C680D28}"/>
              </a:ext>
            </a:extLst>
          </p:cNvPr>
          <p:cNvSpPr>
            <a:spLocks noGrp="1"/>
          </p:cNvSpPr>
          <p:nvPr>
            <p:ph type="body" sz="quarter" idx="34" hasCustomPrompt="1"/>
          </p:nvPr>
        </p:nvSpPr>
        <p:spPr>
          <a:xfrm>
            <a:off x="444561" y="4357284"/>
            <a:ext cx="2555960" cy="430887"/>
          </a:xfrm>
        </p:spPr>
        <p:txBody>
          <a:bodyPr vert="horz" lIns="91440" tIns="45720" rIns="91440" bIns="45720" rtlCol="0">
            <a:normAutofit/>
          </a:bodyPr>
          <a:lstStyle>
            <a:lvl1pPr>
              <a:defRPr lang="en-IN" sz="1400" b="0" dirty="0"/>
            </a:lvl1pPr>
          </a:lstStyle>
          <a:p>
            <a:pPr marL="0" lvl="0" indent="0" algn="r">
              <a:buNone/>
            </a:pPr>
            <a:r>
              <a:rPr lang="en-US"/>
              <a:t>Click to add text</a:t>
            </a:r>
            <a:endParaRPr lang="en-IN"/>
          </a:p>
        </p:txBody>
      </p:sp>
      <p:sp>
        <p:nvSpPr>
          <p:cNvPr id="61" name="Text Placeholder 37">
            <a:extLst>
              <a:ext uri="{FF2B5EF4-FFF2-40B4-BE49-F238E27FC236}">
                <a16:creationId xmlns:a16="http://schemas.microsoft.com/office/drawing/2014/main" id="{1D97E979-1E55-1572-0C72-D407C5494920}"/>
              </a:ext>
            </a:extLst>
          </p:cNvPr>
          <p:cNvSpPr>
            <a:spLocks noGrp="1"/>
          </p:cNvSpPr>
          <p:nvPr>
            <p:ph type="body" sz="quarter" idx="35" hasCustomPrompt="1"/>
          </p:nvPr>
        </p:nvSpPr>
        <p:spPr>
          <a:xfrm>
            <a:off x="444561" y="2668533"/>
            <a:ext cx="2555960" cy="430887"/>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31" name="Text Placeholder 42">
            <a:extLst>
              <a:ext uri="{FF2B5EF4-FFF2-40B4-BE49-F238E27FC236}">
                <a16:creationId xmlns:a16="http://schemas.microsoft.com/office/drawing/2014/main" id="{0873EA0D-BFD9-ED2D-F7F4-279E954E544F}"/>
              </a:ext>
            </a:extLst>
          </p:cNvPr>
          <p:cNvSpPr>
            <a:spLocks noGrp="1"/>
          </p:cNvSpPr>
          <p:nvPr>
            <p:ph type="body" sz="quarter" idx="14" hasCustomPrompt="1"/>
          </p:nvPr>
        </p:nvSpPr>
        <p:spPr>
          <a:xfrm>
            <a:off x="3794998" y="2620448"/>
            <a:ext cx="852788" cy="527050"/>
          </a:xfrm>
        </p:spPr>
        <p:txBody>
          <a:bodyPr>
            <a:noAutofit/>
          </a:bodyPr>
          <a:lstStyle>
            <a:lvl1pPr marL="0" indent="0">
              <a:buNone/>
              <a:defRPr sz="2800" b="1">
                <a:solidFill>
                  <a:schemeClr val="bg1"/>
                </a:solidFill>
                <a:latin typeface="Barlow" panose="00000500000000000000" pitchFamily="2" charset="0"/>
              </a:defRPr>
            </a:lvl1pPr>
          </a:lstStyle>
          <a:p>
            <a:pPr lvl="0"/>
            <a:r>
              <a:rPr lang="en-US"/>
              <a:t>X%</a:t>
            </a:r>
            <a:endParaRPr lang="en-IN"/>
          </a:p>
        </p:txBody>
      </p:sp>
      <p:sp>
        <p:nvSpPr>
          <p:cNvPr id="32" name="Text Placeholder 42">
            <a:extLst>
              <a:ext uri="{FF2B5EF4-FFF2-40B4-BE49-F238E27FC236}">
                <a16:creationId xmlns:a16="http://schemas.microsoft.com/office/drawing/2014/main" id="{7A76B38E-E5F3-7BD6-81A2-65316AC6BCEA}"/>
              </a:ext>
            </a:extLst>
          </p:cNvPr>
          <p:cNvSpPr>
            <a:spLocks noGrp="1"/>
          </p:cNvSpPr>
          <p:nvPr>
            <p:ph type="body" sz="quarter" idx="37" hasCustomPrompt="1"/>
          </p:nvPr>
        </p:nvSpPr>
        <p:spPr>
          <a:xfrm>
            <a:off x="3800003" y="4318105"/>
            <a:ext cx="852788" cy="527050"/>
          </a:xfrm>
        </p:spPr>
        <p:txBody>
          <a:bodyPr>
            <a:noAutofit/>
          </a:bodyPr>
          <a:lstStyle>
            <a:lvl1pPr marL="0" indent="0">
              <a:buNone/>
              <a:defRPr sz="2800" b="1">
                <a:solidFill>
                  <a:schemeClr val="bg1"/>
                </a:solidFill>
                <a:latin typeface="Barlow" panose="00000500000000000000" pitchFamily="2" charset="0"/>
              </a:defRPr>
            </a:lvl1pPr>
          </a:lstStyle>
          <a:p>
            <a:pPr lvl="0"/>
            <a:r>
              <a:rPr lang="en-US"/>
              <a:t>X%</a:t>
            </a:r>
            <a:endParaRPr lang="en-IN"/>
          </a:p>
        </p:txBody>
      </p:sp>
      <p:sp>
        <p:nvSpPr>
          <p:cNvPr id="33" name="Text Placeholder 42">
            <a:extLst>
              <a:ext uri="{FF2B5EF4-FFF2-40B4-BE49-F238E27FC236}">
                <a16:creationId xmlns:a16="http://schemas.microsoft.com/office/drawing/2014/main" id="{44D8A3A5-E2B7-865E-36CC-7A929E25C864}"/>
              </a:ext>
            </a:extLst>
          </p:cNvPr>
          <p:cNvSpPr>
            <a:spLocks noGrp="1"/>
          </p:cNvSpPr>
          <p:nvPr>
            <p:ph type="body" sz="quarter" idx="38" hasCustomPrompt="1"/>
          </p:nvPr>
        </p:nvSpPr>
        <p:spPr>
          <a:xfrm>
            <a:off x="7558752" y="4311785"/>
            <a:ext cx="852788" cy="527050"/>
          </a:xfrm>
        </p:spPr>
        <p:txBody>
          <a:bodyPr>
            <a:noAutofit/>
          </a:bodyPr>
          <a:lstStyle>
            <a:lvl1pPr marL="0" indent="0" algn="r">
              <a:buNone/>
              <a:defRPr sz="2800" b="1">
                <a:solidFill>
                  <a:schemeClr val="bg1"/>
                </a:solidFill>
                <a:latin typeface="Barlow" panose="00000500000000000000" pitchFamily="2" charset="0"/>
              </a:defRPr>
            </a:lvl1pPr>
          </a:lstStyle>
          <a:p>
            <a:pPr lvl="0"/>
            <a:r>
              <a:rPr lang="en-US"/>
              <a:t>X%</a:t>
            </a:r>
            <a:endParaRPr lang="en-IN"/>
          </a:p>
        </p:txBody>
      </p:sp>
      <p:sp>
        <p:nvSpPr>
          <p:cNvPr id="34" name="Text Placeholder 42">
            <a:extLst>
              <a:ext uri="{FF2B5EF4-FFF2-40B4-BE49-F238E27FC236}">
                <a16:creationId xmlns:a16="http://schemas.microsoft.com/office/drawing/2014/main" id="{0D0B0438-8767-9713-803A-F8F046DAB8D5}"/>
              </a:ext>
            </a:extLst>
          </p:cNvPr>
          <p:cNvSpPr>
            <a:spLocks noGrp="1"/>
          </p:cNvSpPr>
          <p:nvPr>
            <p:ph type="body" sz="quarter" idx="39" hasCustomPrompt="1"/>
          </p:nvPr>
        </p:nvSpPr>
        <p:spPr>
          <a:xfrm>
            <a:off x="7543796" y="2610683"/>
            <a:ext cx="852788" cy="527050"/>
          </a:xfrm>
        </p:spPr>
        <p:txBody>
          <a:bodyPr>
            <a:noAutofit/>
          </a:bodyPr>
          <a:lstStyle>
            <a:lvl1pPr marL="0" indent="0" algn="r">
              <a:buNone/>
              <a:defRPr sz="2800" b="1">
                <a:solidFill>
                  <a:schemeClr val="bg1"/>
                </a:solidFill>
                <a:latin typeface="Barlow" panose="00000500000000000000" pitchFamily="2" charset="0"/>
              </a:defRPr>
            </a:lvl1pPr>
          </a:lstStyle>
          <a:p>
            <a:pPr lvl="0"/>
            <a:r>
              <a:rPr lang="en-US"/>
              <a:t>X%</a:t>
            </a:r>
            <a:endParaRPr lang="en-IN"/>
          </a:p>
        </p:txBody>
      </p:sp>
      <p:sp>
        <p:nvSpPr>
          <p:cNvPr id="2" name="Chart Placeholder 9">
            <a:extLst>
              <a:ext uri="{FF2B5EF4-FFF2-40B4-BE49-F238E27FC236}">
                <a16:creationId xmlns:a16="http://schemas.microsoft.com/office/drawing/2014/main" id="{70C0CA77-21D9-ABEE-241B-9DD77AD75382}"/>
              </a:ext>
            </a:extLst>
          </p:cNvPr>
          <p:cNvSpPr>
            <a:spLocks noGrp="1"/>
          </p:cNvSpPr>
          <p:nvPr>
            <p:ph type="chart" sz="quarter" idx="10" hasCustomPrompt="1"/>
          </p:nvPr>
        </p:nvSpPr>
        <p:spPr>
          <a:xfrm>
            <a:off x="4566105" y="2178405"/>
            <a:ext cx="3087953" cy="3057093"/>
          </a:xfrm>
          <a:prstGeom prst="ellipse">
            <a:avLst/>
          </a:prstGeom>
        </p:spPr>
        <p:txBody>
          <a:bodyPr/>
          <a:lstStyle>
            <a:lvl1pPr marL="0" indent="0" algn="ctr">
              <a:buNone/>
              <a:defRPr/>
            </a:lvl1pPr>
          </a:lstStyle>
          <a:p>
            <a:r>
              <a:rPr lang="en-US"/>
              <a:t>Insert Donut Chart Here</a:t>
            </a:r>
            <a:endParaRPr lang="en-IN"/>
          </a:p>
        </p:txBody>
      </p:sp>
      <p:sp>
        <p:nvSpPr>
          <p:cNvPr id="3" name="Picture Placeholder 12">
            <a:extLst>
              <a:ext uri="{FF2B5EF4-FFF2-40B4-BE49-F238E27FC236}">
                <a16:creationId xmlns:a16="http://schemas.microsoft.com/office/drawing/2014/main" id="{A60AB499-0127-A01B-1F19-7EEDF3709434}"/>
              </a:ext>
            </a:extLst>
          </p:cNvPr>
          <p:cNvSpPr>
            <a:spLocks noGrp="1"/>
          </p:cNvSpPr>
          <p:nvPr>
            <p:ph type="pic" sz="quarter" idx="11"/>
          </p:nvPr>
        </p:nvSpPr>
        <p:spPr>
          <a:xfrm>
            <a:off x="4918662" y="2520431"/>
            <a:ext cx="2382838" cy="2382838"/>
          </a:xfrm>
          <a:prstGeom prst="ellipse">
            <a:avLst/>
          </a:prstGeom>
        </p:spPr>
        <p:txBody>
          <a:bodyPr/>
          <a:lstStyle/>
          <a:p>
            <a:endParaRPr lang="en-IN"/>
          </a:p>
        </p:txBody>
      </p:sp>
      <p:sp>
        <p:nvSpPr>
          <p:cNvPr id="4" name="Oval 3">
            <a:extLst>
              <a:ext uri="{FF2B5EF4-FFF2-40B4-BE49-F238E27FC236}">
                <a16:creationId xmlns:a16="http://schemas.microsoft.com/office/drawing/2014/main" id="{05F7835F-F066-559F-89EA-FEE8518F8C86}"/>
              </a:ext>
            </a:extLst>
          </p:cNvPr>
          <p:cNvSpPr/>
          <p:nvPr userDrawn="1"/>
        </p:nvSpPr>
        <p:spPr>
          <a:xfrm>
            <a:off x="5241098" y="2874208"/>
            <a:ext cx="1700870" cy="1700868"/>
          </a:xfrm>
          <a:prstGeom prst="ellipse">
            <a:avLst/>
          </a:prstGeom>
          <a:solidFill>
            <a:schemeClr val="tx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a:p>
        </p:txBody>
      </p:sp>
      <p:sp>
        <p:nvSpPr>
          <p:cNvPr id="5" name="Content Placeholder 41">
            <a:extLst>
              <a:ext uri="{FF2B5EF4-FFF2-40B4-BE49-F238E27FC236}">
                <a16:creationId xmlns:a16="http://schemas.microsoft.com/office/drawing/2014/main" id="{18A1EC3A-84A2-7F32-0B37-B38F8A4D1D21}"/>
              </a:ext>
            </a:extLst>
          </p:cNvPr>
          <p:cNvSpPr>
            <a:spLocks noGrp="1"/>
          </p:cNvSpPr>
          <p:nvPr>
            <p:ph sz="quarter" idx="12" hasCustomPrompt="1"/>
          </p:nvPr>
        </p:nvSpPr>
        <p:spPr>
          <a:xfrm>
            <a:off x="5788612" y="3385482"/>
            <a:ext cx="642937" cy="642938"/>
          </a:xfrm>
          <a:prstGeom prst="ellipse">
            <a:avLst/>
          </a:prstGeom>
        </p:spPr>
        <p:txBody>
          <a:bodyPr lIns="0" tIns="0" rIns="0" bIns="0">
            <a:noAutofit/>
          </a:bodyPr>
          <a:lstStyle>
            <a:lvl1pPr marL="0" indent="0" algn="ctr">
              <a:buNone/>
              <a:defRPr sz="1100">
                <a:solidFill>
                  <a:schemeClr val="bg1"/>
                </a:solidFill>
              </a:defRPr>
            </a:lvl1pPr>
          </a:lstStyle>
          <a:p>
            <a:pPr lvl="0"/>
            <a:r>
              <a:rPr lang="en-US"/>
              <a:t>Insert Icon here</a:t>
            </a:r>
            <a:endParaRPr lang="en-IN"/>
          </a:p>
        </p:txBody>
      </p:sp>
      <p:sp>
        <p:nvSpPr>
          <p:cNvPr id="6" name="Subtitle 2">
            <a:extLst>
              <a:ext uri="{FF2B5EF4-FFF2-40B4-BE49-F238E27FC236}">
                <a16:creationId xmlns:a16="http://schemas.microsoft.com/office/drawing/2014/main" id="{DB5D3155-CF87-68E6-ADB8-AEEABF604E7F}"/>
              </a:ext>
            </a:extLst>
          </p:cNvPr>
          <p:cNvSpPr>
            <a:spLocks noGrp="1"/>
          </p:cNvSpPr>
          <p:nvPr>
            <p:ph type="subTitle" idx="1"/>
          </p:nvPr>
        </p:nvSpPr>
        <p:spPr>
          <a:xfrm>
            <a:off x="360000" y="854284"/>
            <a:ext cx="11484000" cy="461665"/>
          </a:xfrm>
        </p:spPr>
        <p:txBody>
          <a:bodyPr wrap="square">
            <a:spAutoFit/>
          </a:bodyPr>
          <a:lstStyle>
            <a:lvl1pPr marL="0" indent="0" algn="ctr">
              <a:lnSpc>
                <a:spcPct val="100000"/>
              </a:lnSpc>
              <a:spcBef>
                <a:spcPts val="0"/>
              </a:spcBef>
              <a:buNone/>
              <a:defRPr lang="en-US" sz="2400" b="1" kern="1200" dirty="0">
                <a:solidFill>
                  <a:schemeClr val="accent1"/>
                </a:solidFill>
                <a:latin typeface="Barlow Medium" panose="00000600000000000000"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226167656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_Miscellaneous">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46A82E0A-366F-D38D-9E03-3156F567B0D1}"/>
              </a:ext>
            </a:extLst>
          </p:cNvPr>
          <p:cNvSpPr/>
          <p:nvPr userDrawn="1"/>
        </p:nvSpPr>
        <p:spPr>
          <a:xfrm>
            <a:off x="6117716" y="2109011"/>
            <a:ext cx="3677724" cy="3677724"/>
          </a:xfrm>
          <a:prstGeom prst="ellipse">
            <a:avLst/>
          </a:prstGeom>
          <a:gradFill flip="none" rotWithShape="1">
            <a:gsLst>
              <a:gs pos="0">
                <a:schemeClr val="accent6">
                  <a:lumMod val="20000"/>
                  <a:lumOff val="80000"/>
                </a:schemeClr>
              </a:gs>
              <a:gs pos="100000">
                <a:schemeClr val="accent6">
                  <a:lumMod val="20000"/>
                  <a:lumOff val="8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8" name="Oval 7">
            <a:extLst>
              <a:ext uri="{FF2B5EF4-FFF2-40B4-BE49-F238E27FC236}">
                <a16:creationId xmlns:a16="http://schemas.microsoft.com/office/drawing/2014/main" id="{5A93BCEB-8EF0-4EA4-2F17-3B57D71653B2}"/>
              </a:ext>
            </a:extLst>
          </p:cNvPr>
          <p:cNvSpPr/>
          <p:nvPr userDrawn="1"/>
        </p:nvSpPr>
        <p:spPr>
          <a:xfrm>
            <a:off x="6995829" y="1763061"/>
            <a:ext cx="6939934" cy="6939932"/>
          </a:xfrm>
          <a:prstGeom prst="ellipse">
            <a:avLst/>
          </a:prstGeom>
          <a:gradFill flip="none" rotWithShape="1">
            <a:gsLst>
              <a:gs pos="0">
                <a:schemeClr val="tx2">
                  <a:lumMod val="20000"/>
                  <a:lumOff val="80000"/>
                </a:schemeClr>
              </a:gs>
              <a:gs pos="99000">
                <a:schemeClr val="tx2">
                  <a:lumMod val="20000"/>
                  <a:lumOff val="8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9" name="Oval 8">
            <a:extLst>
              <a:ext uri="{FF2B5EF4-FFF2-40B4-BE49-F238E27FC236}">
                <a16:creationId xmlns:a16="http://schemas.microsoft.com/office/drawing/2014/main" id="{5DBE6396-2F4D-A9C0-39B2-BB3D8F348AFD}"/>
              </a:ext>
            </a:extLst>
          </p:cNvPr>
          <p:cNvSpPr/>
          <p:nvPr userDrawn="1"/>
        </p:nvSpPr>
        <p:spPr>
          <a:xfrm>
            <a:off x="2558536" y="1849120"/>
            <a:ext cx="4510410" cy="4510408"/>
          </a:xfrm>
          <a:prstGeom prst="ellipse">
            <a:avLst/>
          </a:prstGeom>
          <a:gradFill flip="none" rotWithShape="1">
            <a:gsLst>
              <a:gs pos="0">
                <a:schemeClr val="accent2">
                  <a:lumMod val="20000"/>
                  <a:lumOff val="80000"/>
                </a:schemeClr>
              </a:gs>
              <a:gs pos="100000">
                <a:schemeClr val="accent2">
                  <a:lumMod val="20000"/>
                  <a:lumOff val="8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0" name="Oval 9">
            <a:extLst>
              <a:ext uri="{FF2B5EF4-FFF2-40B4-BE49-F238E27FC236}">
                <a16:creationId xmlns:a16="http://schemas.microsoft.com/office/drawing/2014/main" id="{8EAE7305-FDF5-B2BD-3C2F-5355ADACABDD}"/>
              </a:ext>
            </a:extLst>
          </p:cNvPr>
          <p:cNvSpPr/>
          <p:nvPr userDrawn="1"/>
        </p:nvSpPr>
        <p:spPr>
          <a:xfrm>
            <a:off x="4725933" y="-1005153"/>
            <a:ext cx="5536427" cy="5536427"/>
          </a:xfrm>
          <a:prstGeom prst="ellipse">
            <a:avLst/>
          </a:prstGeom>
          <a:gradFill flip="none" rotWithShape="1">
            <a:gsLst>
              <a:gs pos="0">
                <a:schemeClr val="accent1">
                  <a:lumMod val="20000"/>
                  <a:lumOff val="80000"/>
                </a:schemeClr>
              </a:gs>
              <a:gs pos="100000">
                <a:schemeClr val="accent1">
                  <a:lumMod val="20000"/>
                  <a:lumOff val="8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1" name="Oval 10">
            <a:extLst>
              <a:ext uri="{FF2B5EF4-FFF2-40B4-BE49-F238E27FC236}">
                <a16:creationId xmlns:a16="http://schemas.microsoft.com/office/drawing/2014/main" id="{1CEC6ADA-D43A-6D4D-3741-CF6332C7131A}"/>
              </a:ext>
            </a:extLst>
          </p:cNvPr>
          <p:cNvSpPr/>
          <p:nvPr userDrawn="1"/>
        </p:nvSpPr>
        <p:spPr>
          <a:xfrm>
            <a:off x="2917009" y="2207593"/>
            <a:ext cx="3793462" cy="3793460"/>
          </a:xfrm>
          <a:prstGeom prst="ellipse">
            <a:avLst/>
          </a:prstGeom>
          <a:gradFill flip="none" rotWithShape="1">
            <a:gsLst>
              <a:gs pos="0">
                <a:schemeClr val="accent2">
                  <a:lumMod val="60000"/>
                  <a:lumOff val="40000"/>
                </a:schemeClr>
              </a:gs>
              <a:gs pos="100000">
                <a:schemeClr val="accent2">
                  <a:lumMod val="60000"/>
                  <a:lumOff val="4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2" name="Oval 11">
            <a:extLst>
              <a:ext uri="{FF2B5EF4-FFF2-40B4-BE49-F238E27FC236}">
                <a16:creationId xmlns:a16="http://schemas.microsoft.com/office/drawing/2014/main" id="{DD765CE9-71E9-C70D-EF95-37475C27FA02}"/>
              </a:ext>
            </a:extLst>
          </p:cNvPr>
          <p:cNvSpPr/>
          <p:nvPr userDrawn="1"/>
        </p:nvSpPr>
        <p:spPr>
          <a:xfrm>
            <a:off x="5285099" y="-873462"/>
            <a:ext cx="4468669" cy="4468669"/>
          </a:xfrm>
          <a:prstGeom prst="ellipse">
            <a:avLst/>
          </a:prstGeom>
          <a:gradFill flip="none" rotWithShape="1">
            <a:gsLst>
              <a:gs pos="0">
                <a:schemeClr val="accent1">
                  <a:lumMod val="60000"/>
                  <a:lumOff val="40000"/>
                </a:schemeClr>
              </a:gs>
              <a:gs pos="100000">
                <a:schemeClr val="accent1">
                  <a:lumMod val="60000"/>
                  <a:lumOff val="4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3" name="Oval 12">
            <a:extLst>
              <a:ext uri="{FF2B5EF4-FFF2-40B4-BE49-F238E27FC236}">
                <a16:creationId xmlns:a16="http://schemas.microsoft.com/office/drawing/2014/main" id="{A61052DE-FE0B-D28C-08FD-8A8AC805D5E5}"/>
              </a:ext>
            </a:extLst>
          </p:cNvPr>
          <p:cNvSpPr/>
          <p:nvPr userDrawn="1"/>
        </p:nvSpPr>
        <p:spPr>
          <a:xfrm>
            <a:off x="7665049" y="2432280"/>
            <a:ext cx="5601495" cy="5601493"/>
          </a:xfrm>
          <a:prstGeom prst="ellipse">
            <a:avLst/>
          </a:prstGeom>
          <a:gradFill flip="none" rotWithShape="1">
            <a:gsLst>
              <a:gs pos="0">
                <a:schemeClr val="tx2">
                  <a:lumMod val="60000"/>
                  <a:lumOff val="40000"/>
                </a:schemeClr>
              </a:gs>
              <a:gs pos="99000">
                <a:schemeClr val="tx2">
                  <a:lumMod val="60000"/>
                  <a:lumOff val="4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4" name="Oval 13">
            <a:extLst>
              <a:ext uri="{FF2B5EF4-FFF2-40B4-BE49-F238E27FC236}">
                <a16:creationId xmlns:a16="http://schemas.microsoft.com/office/drawing/2014/main" id="{A3A2ECFF-9FE0-0D5A-59E2-694DDB13F760}"/>
              </a:ext>
            </a:extLst>
          </p:cNvPr>
          <p:cNvSpPr/>
          <p:nvPr userDrawn="1"/>
        </p:nvSpPr>
        <p:spPr>
          <a:xfrm>
            <a:off x="6472360" y="2463655"/>
            <a:ext cx="2968436" cy="2968436"/>
          </a:xfrm>
          <a:prstGeom prst="ellipse">
            <a:avLst/>
          </a:prstGeom>
          <a:gradFill flip="none" rotWithShape="1">
            <a:gsLst>
              <a:gs pos="0">
                <a:schemeClr val="accent6">
                  <a:lumMod val="60000"/>
                  <a:lumOff val="40000"/>
                </a:schemeClr>
              </a:gs>
              <a:gs pos="100000">
                <a:schemeClr val="accent6">
                  <a:lumMod val="60000"/>
                  <a:lumOff val="4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5" name="Oval 14">
            <a:extLst>
              <a:ext uri="{FF2B5EF4-FFF2-40B4-BE49-F238E27FC236}">
                <a16:creationId xmlns:a16="http://schemas.microsoft.com/office/drawing/2014/main" id="{ADC396D8-2770-C729-589B-677D0E0C1E19}"/>
              </a:ext>
            </a:extLst>
          </p:cNvPr>
          <p:cNvSpPr/>
          <p:nvPr userDrawn="1"/>
        </p:nvSpPr>
        <p:spPr>
          <a:xfrm>
            <a:off x="8334263" y="3101496"/>
            <a:ext cx="4263065" cy="4263063"/>
          </a:xfrm>
          <a:prstGeom prst="ellipse">
            <a:avLst/>
          </a:prstGeom>
          <a:gradFill flip="none" rotWithShape="1">
            <a:gsLst>
              <a:gs pos="0">
                <a:schemeClr val="tx2"/>
              </a:gs>
              <a:gs pos="99000">
                <a:schemeClr val="tx2">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6" name="Oval 15">
            <a:extLst>
              <a:ext uri="{FF2B5EF4-FFF2-40B4-BE49-F238E27FC236}">
                <a16:creationId xmlns:a16="http://schemas.microsoft.com/office/drawing/2014/main" id="{5E1615C8-CEEE-973E-6D4C-27029755A5CB}"/>
              </a:ext>
            </a:extLst>
          </p:cNvPr>
          <p:cNvSpPr/>
          <p:nvPr userDrawn="1"/>
        </p:nvSpPr>
        <p:spPr>
          <a:xfrm>
            <a:off x="9180642" y="3947873"/>
            <a:ext cx="2570308" cy="2570307"/>
          </a:xfrm>
          <a:prstGeom prst="ellipse">
            <a:avLst/>
          </a:prstGeom>
          <a:solidFill>
            <a:schemeClr val="bg1"/>
          </a:soli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4D1FE657-704D-EB26-D08D-8824E2735505}"/>
              </a:ext>
            </a:extLst>
          </p:cNvPr>
          <p:cNvSpPr/>
          <p:nvPr userDrawn="1"/>
        </p:nvSpPr>
        <p:spPr>
          <a:xfrm>
            <a:off x="3282813" y="2573397"/>
            <a:ext cx="3061854" cy="3061852"/>
          </a:xfrm>
          <a:prstGeom prst="ellipse">
            <a:avLst/>
          </a:prstGeom>
          <a:gradFill flip="none" rotWithShape="1">
            <a:gsLst>
              <a:gs pos="0">
                <a:schemeClr val="accent2"/>
              </a:gs>
              <a:gs pos="100000">
                <a:schemeClr val="accent2">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8" name="Oval 17">
            <a:extLst>
              <a:ext uri="{FF2B5EF4-FFF2-40B4-BE49-F238E27FC236}">
                <a16:creationId xmlns:a16="http://schemas.microsoft.com/office/drawing/2014/main" id="{4C01A876-24DE-24BC-9BCA-2D1F779E1E44}"/>
              </a:ext>
            </a:extLst>
          </p:cNvPr>
          <p:cNvSpPr/>
          <p:nvPr userDrawn="1"/>
        </p:nvSpPr>
        <p:spPr>
          <a:xfrm>
            <a:off x="3648615" y="2939199"/>
            <a:ext cx="2330248" cy="2330248"/>
          </a:xfrm>
          <a:prstGeom prst="ellipse">
            <a:avLst/>
          </a:prstGeom>
          <a:solidFill>
            <a:schemeClr val="bg1"/>
          </a:soli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D6BD700D-C45A-E2D5-EC26-AB4B848982CF}"/>
              </a:ext>
            </a:extLst>
          </p:cNvPr>
          <p:cNvSpPr/>
          <p:nvPr userDrawn="1"/>
        </p:nvSpPr>
        <p:spPr>
          <a:xfrm>
            <a:off x="5818974" y="-339586"/>
            <a:ext cx="3400918" cy="3400918"/>
          </a:xfrm>
          <a:prstGeom prst="ellipse">
            <a:avLst/>
          </a:prstGeom>
          <a:gradFill flip="none" rotWithShape="1">
            <a:gsLst>
              <a:gs pos="0">
                <a:schemeClr val="accent1"/>
              </a:gs>
              <a:gs pos="100000">
                <a:schemeClr val="accent1">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20" name="Oval 19">
            <a:extLst>
              <a:ext uri="{FF2B5EF4-FFF2-40B4-BE49-F238E27FC236}">
                <a16:creationId xmlns:a16="http://schemas.microsoft.com/office/drawing/2014/main" id="{D85E521D-9FCA-4313-E7BA-FD8AD7558D8E}"/>
              </a:ext>
            </a:extLst>
          </p:cNvPr>
          <p:cNvSpPr/>
          <p:nvPr userDrawn="1"/>
        </p:nvSpPr>
        <p:spPr>
          <a:xfrm>
            <a:off x="6494184" y="335623"/>
            <a:ext cx="2050498" cy="2050498"/>
          </a:xfrm>
          <a:prstGeom prst="ellipse">
            <a:avLst/>
          </a:prstGeom>
          <a:solidFill>
            <a:schemeClr val="bg1"/>
          </a:soli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AC19EFB1-8D31-FFDB-3884-5AD4F13E201C}"/>
              </a:ext>
            </a:extLst>
          </p:cNvPr>
          <p:cNvSpPr/>
          <p:nvPr userDrawn="1"/>
        </p:nvSpPr>
        <p:spPr>
          <a:xfrm>
            <a:off x="6827000" y="2818297"/>
            <a:ext cx="2259154" cy="2259154"/>
          </a:xfrm>
          <a:prstGeom prst="ellipse">
            <a:avLst/>
          </a:prstGeom>
          <a:gradFill flip="none" rotWithShape="1">
            <a:gsLst>
              <a:gs pos="0">
                <a:srgbClr val="FF878F"/>
              </a:gs>
              <a:gs pos="100000">
                <a:schemeClr val="accent6">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22" name="Oval 21">
            <a:extLst>
              <a:ext uri="{FF2B5EF4-FFF2-40B4-BE49-F238E27FC236}">
                <a16:creationId xmlns:a16="http://schemas.microsoft.com/office/drawing/2014/main" id="{31198032-B6E2-A22C-43EB-864199CA0DF0}"/>
              </a:ext>
            </a:extLst>
          </p:cNvPr>
          <p:cNvSpPr/>
          <p:nvPr userDrawn="1"/>
        </p:nvSpPr>
        <p:spPr>
          <a:xfrm>
            <a:off x="7275528" y="3266823"/>
            <a:ext cx="1362099" cy="1362099"/>
          </a:xfrm>
          <a:prstGeom prst="ellipse">
            <a:avLst/>
          </a:prstGeom>
          <a:solidFill>
            <a:schemeClr val="bg1"/>
          </a:soli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Content Placeholder 54">
            <a:extLst>
              <a:ext uri="{FF2B5EF4-FFF2-40B4-BE49-F238E27FC236}">
                <a16:creationId xmlns:a16="http://schemas.microsoft.com/office/drawing/2014/main" id="{7FAA4B9A-22DA-52BF-B451-534FE8AD77DA}"/>
              </a:ext>
            </a:extLst>
          </p:cNvPr>
          <p:cNvSpPr>
            <a:spLocks noGrp="1"/>
          </p:cNvSpPr>
          <p:nvPr>
            <p:ph sz="quarter" idx="10" hasCustomPrompt="1"/>
          </p:nvPr>
        </p:nvSpPr>
        <p:spPr>
          <a:xfrm>
            <a:off x="4114506" y="3411379"/>
            <a:ext cx="1385888" cy="1385888"/>
          </a:xfrm>
          <a:prstGeom prst="ellipse">
            <a:avLst/>
          </a:prstGeom>
        </p:spPr>
        <p:txBody>
          <a:bodyPr anchor="ctr">
            <a:noAutofit/>
          </a:bodyPr>
          <a:lstStyle>
            <a:lvl1pPr marL="0" indent="0" algn="ctr">
              <a:buNone/>
              <a:defRPr sz="2000" b="1"/>
            </a:lvl1pPr>
          </a:lstStyle>
          <a:p>
            <a:pPr lvl="0"/>
            <a:r>
              <a:rPr lang="en-US"/>
              <a:t>Insert Icon here</a:t>
            </a:r>
            <a:endParaRPr lang="en-IN"/>
          </a:p>
        </p:txBody>
      </p:sp>
      <p:sp>
        <p:nvSpPr>
          <p:cNvPr id="57" name="Content Placeholder 54">
            <a:extLst>
              <a:ext uri="{FF2B5EF4-FFF2-40B4-BE49-F238E27FC236}">
                <a16:creationId xmlns:a16="http://schemas.microsoft.com/office/drawing/2014/main" id="{6E8063FA-1D12-257C-02DD-46A0CFD10A73}"/>
              </a:ext>
            </a:extLst>
          </p:cNvPr>
          <p:cNvSpPr>
            <a:spLocks noGrp="1"/>
          </p:cNvSpPr>
          <p:nvPr>
            <p:ph sz="quarter" idx="11" hasCustomPrompt="1"/>
          </p:nvPr>
        </p:nvSpPr>
        <p:spPr>
          <a:xfrm>
            <a:off x="6823722" y="667928"/>
            <a:ext cx="1385888" cy="1385888"/>
          </a:xfrm>
          <a:prstGeom prst="ellipse">
            <a:avLst/>
          </a:prstGeom>
        </p:spPr>
        <p:txBody>
          <a:bodyPr anchor="ctr">
            <a:noAutofit/>
          </a:bodyPr>
          <a:lstStyle>
            <a:lvl1pPr marL="0" indent="0" algn="ctr">
              <a:buNone/>
              <a:defRPr sz="2000" b="1"/>
            </a:lvl1pPr>
          </a:lstStyle>
          <a:p>
            <a:pPr lvl="0"/>
            <a:r>
              <a:rPr lang="en-US"/>
              <a:t>Insert Icon here</a:t>
            </a:r>
            <a:endParaRPr lang="en-IN"/>
          </a:p>
        </p:txBody>
      </p:sp>
      <p:sp>
        <p:nvSpPr>
          <p:cNvPr id="58" name="Content Placeholder 54">
            <a:extLst>
              <a:ext uri="{FF2B5EF4-FFF2-40B4-BE49-F238E27FC236}">
                <a16:creationId xmlns:a16="http://schemas.microsoft.com/office/drawing/2014/main" id="{2D9F1E58-CD20-B86C-5582-D0FB39B2FF06}"/>
              </a:ext>
            </a:extLst>
          </p:cNvPr>
          <p:cNvSpPr>
            <a:spLocks noGrp="1"/>
          </p:cNvSpPr>
          <p:nvPr>
            <p:ph sz="quarter" idx="12" hasCustomPrompt="1"/>
          </p:nvPr>
        </p:nvSpPr>
        <p:spPr>
          <a:xfrm>
            <a:off x="7494147" y="3505538"/>
            <a:ext cx="865347" cy="865347"/>
          </a:xfrm>
          <a:prstGeom prst="ellipse">
            <a:avLst/>
          </a:prstGeom>
        </p:spPr>
        <p:txBody>
          <a:bodyPr lIns="0" tIns="0" rIns="0" bIns="0" anchor="ctr">
            <a:noAutofit/>
          </a:bodyPr>
          <a:lstStyle>
            <a:lvl1pPr marL="0" indent="0" algn="ctr">
              <a:buNone/>
              <a:defRPr sz="1200" b="1"/>
            </a:lvl1pPr>
          </a:lstStyle>
          <a:p>
            <a:pPr lvl="0"/>
            <a:r>
              <a:rPr lang="en-US"/>
              <a:t>Insert Icon here</a:t>
            </a:r>
            <a:endParaRPr lang="en-IN"/>
          </a:p>
        </p:txBody>
      </p:sp>
      <p:sp>
        <p:nvSpPr>
          <p:cNvPr id="60" name="Content Placeholder 54">
            <a:extLst>
              <a:ext uri="{FF2B5EF4-FFF2-40B4-BE49-F238E27FC236}">
                <a16:creationId xmlns:a16="http://schemas.microsoft.com/office/drawing/2014/main" id="{F9A0AE8F-ADD4-7121-8BB6-199B8090FD70}"/>
              </a:ext>
            </a:extLst>
          </p:cNvPr>
          <p:cNvSpPr>
            <a:spLocks noGrp="1"/>
          </p:cNvSpPr>
          <p:nvPr>
            <p:ph sz="quarter" idx="13" hasCustomPrompt="1"/>
          </p:nvPr>
        </p:nvSpPr>
        <p:spPr>
          <a:xfrm>
            <a:off x="9594869" y="4370434"/>
            <a:ext cx="1739570" cy="1739570"/>
          </a:xfrm>
          <a:prstGeom prst="ellipse">
            <a:avLst/>
          </a:prstGeom>
        </p:spPr>
        <p:txBody>
          <a:bodyPr anchor="ctr">
            <a:noAutofit/>
          </a:bodyPr>
          <a:lstStyle>
            <a:lvl1pPr marL="0" indent="0" algn="ctr">
              <a:buNone/>
              <a:defRPr sz="2000" b="1"/>
            </a:lvl1pPr>
          </a:lstStyle>
          <a:p>
            <a:pPr lvl="0"/>
            <a:r>
              <a:rPr lang="en-US"/>
              <a:t>Insert Icon here</a:t>
            </a:r>
            <a:endParaRPr lang="en-IN"/>
          </a:p>
        </p:txBody>
      </p:sp>
      <p:sp>
        <p:nvSpPr>
          <p:cNvPr id="61" name="Title 1">
            <a:extLst>
              <a:ext uri="{FF2B5EF4-FFF2-40B4-BE49-F238E27FC236}">
                <a16:creationId xmlns:a16="http://schemas.microsoft.com/office/drawing/2014/main" id="{1BCA664E-2695-16B9-1318-94C8BC645861}"/>
              </a:ext>
            </a:extLst>
          </p:cNvPr>
          <p:cNvSpPr>
            <a:spLocks noGrp="1"/>
          </p:cNvSpPr>
          <p:nvPr>
            <p:ph type="ctrTitle"/>
          </p:nvPr>
        </p:nvSpPr>
        <p:spPr>
          <a:xfrm>
            <a:off x="360000" y="308292"/>
            <a:ext cx="3308889" cy="984885"/>
          </a:xfrm>
          <a:prstGeom prst="rect">
            <a:avLst/>
          </a:prstGeom>
        </p:spPr>
        <p:txBody>
          <a:bodyPr vert="horz" wrap="square"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64" name="Text Placeholder 2">
            <a:extLst>
              <a:ext uri="{FF2B5EF4-FFF2-40B4-BE49-F238E27FC236}">
                <a16:creationId xmlns:a16="http://schemas.microsoft.com/office/drawing/2014/main" id="{5C8B1F7F-42F2-D71B-2D70-4D61A14022F7}"/>
              </a:ext>
            </a:extLst>
          </p:cNvPr>
          <p:cNvSpPr>
            <a:spLocks noGrp="1"/>
          </p:cNvSpPr>
          <p:nvPr>
            <p:ph idx="1" hasCustomPrompt="1"/>
          </p:nvPr>
        </p:nvSpPr>
        <p:spPr>
          <a:xfrm>
            <a:off x="360000" y="1478769"/>
            <a:ext cx="3305808" cy="625875"/>
          </a:xfrm>
          <a:prstGeom prst="rect">
            <a:avLst/>
          </a:prstGeom>
        </p:spPr>
        <p:txBody>
          <a:bodyPr vert="horz" lIns="91440" tIns="45720" rIns="91440" bIns="45720" rtlCol="0">
            <a:normAutofit/>
          </a:bodyPr>
          <a:lstStyle>
            <a:lvl1pPr marL="0" indent="0">
              <a:buNone/>
              <a:defRPr sz="1800"/>
            </a:lvl1pPr>
            <a:lvl2pPr marL="457200" indent="0">
              <a:buNone/>
              <a:defRPr sz="1600"/>
            </a:lvl2pPr>
            <a:lvl3pPr marL="914400" indent="0">
              <a:buNone/>
              <a:defRPr sz="1400"/>
            </a:lvl3pPr>
          </a:lstStyle>
          <a:p>
            <a:pPr lvl="0"/>
            <a:r>
              <a:rPr lang="en-US"/>
              <a:t>Click to edit Master text styles</a:t>
            </a:r>
          </a:p>
        </p:txBody>
      </p:sp>
    </p:spTree>
    <p:extLst>
      <p:ext uri="{BB962C8B-B14F-4D97-AF65-F5344CB8AC3E}">
        <p14:creationId xmlns:p14="http://schemas.microsoft.com/office/powerpoint/2010/main" val="23480871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5_Miscellaneous">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9AB29D1B-3100-FDFF-1D89-B5598794F7D9}"/>
              </a:ext>
            </a:extLst>
          </p:cNvPr>
          <p:cNvSpPr/>
          <p:nvPr userDrawn="1"/>
        </p:nvSpPr>
        <p:spPr>
          <a:xfrm>
            <a:off x="3861666" y="1194665"/>
            <a:ext cx="4468669" cy="4468669"/>
          </a:xfrm>
          <a:prstGeom prst="ellipse">
            <a:avLst/>
          </a:prstGeom>
          <a:gradFill flip="none" rotWithShape="1">
            <a:gsLst>
              <a:gs pos="0">
                <a:schemeClr val="accent1"/>
              </a:gs>
              <a:gs pos="100000">
                <a:schemeClr val="accent1">
                  <a:alpha val="4100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7" name="Oval 6">
            <a:extLst>
              <a:ext uri="{FF2B5EF4-FFF2-40B4-BE49-F238E27FC236}">
                <a16:creationId xmlns:a16="http://schemas.microsoft.com/office/drawing/2014/main" id="{F1F41CCD-6E8D-D80A-2BDE-938BE5AEC0F6}"/>
              </a:ext>
            </a:extLst>
          </p:cNvPr>
          <p:cNvSpPr/>
          <p:nvPr userDrawn="1"/>
        </p:nvSpPr>
        <p:spPr>
          <a:xfrm>
            <a:off x="4395541" y="1728541"/>
            <a:ext cx="3400918" cy="3400918"/>
          </a:xfrm>
          <a:prstGeom prst="ellipse">
            <a:avLst/>
          </a:prstGeom>
          <a:gradFill flip="none" rotWithShape="1">
            <a:gsLst>
              <a:gs pos="0">
                <a:schemeClr val="tx2">
                  <a:alpha val="60000"/>
                </a:schemeClr>
              </a:gs>
              <a:gs pos="100000">
                <a:schemeClr val="tx2">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8" name="Oval 7">
            <a:extLst>
              <a:ext uri="{FF2B5EF4-FFF2-40B4-BE49-F238E27FC236}">
                <a16:creationId xmlns:a16="http://schemas.microsoft.com/office/drawing/2014/main" id="{53B4C73F-B5EC-619E-28CB-013B961D2A30}"/>
              </a:ext>
            </a:extLst>
          </p:cNvPr>
          <p:cNvSpPr/>
          <p:nvPr userDrawn="1"/>
        </p:nvSpPr>
        <p:spPr>
          <a:xfrm>
            <a:off x="5070751" y="2403750"/>
            <a:ext cx="2050498" cy="2050498"/>
          </a:xfrm>
          <a:prstGeom prst="ellipse">
            <a:avLst/>
          </a:prstGeom>
          <a:solidFill>
            <a:schemeClr val="bg1"/>
          </a:soli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54">
            <a:extLst>
              <a:ext uri="{FF2B5EF4-FFF2-40B4-BE49-F238E27FC236}">
                <a16:creationId xmlns:a16="http://schemas.microsoft.com/office/drawing/2014/main" id="{B42EB341-D841-77FD-9CF0-74296D9D34EA}"/>
              </a:ext>
            </a:extLst>
          </p:cNvPr>
          <p:cNvSpPr>
            <a:spLocks noGrp="1"/>
          </p:cNvSpPr>
          <p:nvPr>
            <p:ph sz="quarter" idx="10" hasCustomPrompt="1"/>
          </p:nvPr>
        </p:nvSpPr>
        <p:spPr>
          <a:xfrm>
            <a:off x="5403056" y="2736055"/>
            <a:ext cx="1385888" cy="1385888"/>
          </a:xfrm>
          <a:prstGeom prst="ellipse">
            <a:avLst/>
          </a:prstGeom>
        </p:spPr>
        <p:txBody>
          <a:bodyPr anchor="ctr">
            <a:noAutofit/>
          </a:bodyPr>
          <a:lstStyle>
            <a:lvl1pPr marL="0" indent="0" algn="ctr">
              <a:buNone/>
              <a:defRPr sz="2000" b="1"/>
            </a:lvl1pPr>
          </a:lstStyle>
          <a:p>
            <a:pPr lvl="0"/>
            <a:r>
              <a:rPr lang="en-US"/>
              <a:t>Insert Icon here</a:t>
            </a:r>
            <a:endParaRPr lang="en-IN"/>
          </a:p>
        </p:txBody>
      </p:sp>
      <p:cxnSp>
        <p:nvCxnSpPr>
          <p:cNvPr id="16" name="Straight Connector 15">
            <a:extLst>
              <a:ext uri="{FF2B5EF4-FFF2-40B4-BE49-F238E27FC236}">
                <a16:creationId xmlns:a16="http://schemas.microsoft.com/office/drawing/2014/main" id="{CA707263-B317-64D8-66B9-FE79D9A89CC7}"/>
              </a:ext>
            </a:extLst>
          </p:cNvPr>
          <p:cNvCxnSpPr>
            <a:cxnSpLocks/>
            <a:stCxn id="39" idx="4"/>
          </p:cNvCxnSpPr>
          <p:nvPr userDrawn="1"/>
        </p:nvCxnSpPr>
        <p:spPr>
          <a:xfrm flipH="1">
            <a:off x="6096000" y="1962905"/>
            <a:ext cx="92" cy="44084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EA8B0D7-1FF7-67BE-E771-D2B7F9C23C6E}"/>
              </a:ext>
            </a:extLst>
          </p:cNvPr>
          <p:cNvCxnSpPr>
            <a:cxnSpLocks/>
            <a:endCxn id="24" idx="5"/>
          </p:cNvCxnSpPr>
          <p:nvPr userDrawn="1"/>
        </p:nvCxnSpPr>
        <p:spPr>
          <a:xfrm flipH="1" flipV="1">
            <a:off x="4432705" y="1749623"/>
            <a:ext cx="938334" cy="95441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02E075D-0B44-6983-D2D8-63045C4EBF4E}"/>
              </a:ext>
            </a:extLst>
          </p:cNvPr>
          <p:cNvCxnSpPr>
            <a:cxnSpLocks/>
            <a:endCxn id="33" idx="1"/>
          </p:cNvCxnSpPr>
          <p:nvPr userDrawn="1"/>
        </p:nvCxnSpPr>
        <p:spPr>
          <a:xfrm>
            <a:off x="6820961" y="4153960"/>
            <a:ext cx="1339668" cy="79845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DA7ACD1-75D9-5576-63A9-A0C398DA4ED6}"/>
              </a:ext>
            </a:extLst>
          </p:cNvPr>
          <p:cNvCxnSpPr>
            <a:cxnSpLocks/>
            <a:endCxn id="27" idx="6"/>
          </p:cNvCxnSpPr>
          <p:nvPr userDrawn="1"/>
        </p:nvCxnSpPr>
        <p:spPr>
          <a:xfrm flipH="1" flipV="1">
            <a:off x="3127210" y="3401390"/>
            <a:ext cx="1943541" cy="2760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26333ED-A4A2-6F8F-A188-225503AC5A0F}"/>
              </a:ext>
            </a:extLst>
          </p:cNvPr>
          <p:cNvCxnSpPr>
            <a:cxnSpLocks/>
            <a:stCxn id="36" idx="2"/>
          </p:cNvCxnSpPr>
          <p:nvPr userDrawn="1"/>
        </p:nvCxnSpPr>
        <p:spPr>
          <a:xfrm flipH="1">
            <a:off x="7121249" y="3420920"/>
            <a:ext cx="1455093" cy="807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06F82B0-83B5-B922-FC34-90E855AC884C}"/>
              </a:ext>
            </a:extLst>
          </p:cNvPr>
          <p:cNvCxnSpPr>
            <a:cxnSpLocks/>
            <a:stCxn id="30" idx="7"/>
          </p:cNvCxnSpPr>
          <p:nvPr userDrawn="1"/>
        </p:nvCxnSpPr>
        <p:spPr>
          <a:xfrm flipV="1">
            <a:off x="4432705" y="4153960"/>
            <a:ext cx="938334" cy="68184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Content Placeholder 22">
            <a:extLst>
              <a:ext uri="{FF2B5EF4-FFF2-40B4-BE49-F238E27FC236}">
                <a16:creationId xmlns:a16="http://schemas.microsoft.com/office/drawing/2014/main" id="{61541618-0146-A642-FB1F-5462695FF37D}"/>
              </a:ext>
            </a:extLst>
          </p:cNvPr>
          <p:cNvSpPr>
            <a:spLocks noGrp="1"/>
          </p:cNvSpPr>
          <p:nvPr>
            <p:ph sz="quarter" idx="12" hasCustomPrompt="1"/>
          </p:nvPr>
        </p:nvSpPr>
        <p:spPr>
          <a:xfrm>
            <a:off x="3634600" y="951519"/>
            <a:ext cx="935038" cy="935037"/>
          </a:xfrm>
          <a:prstGeom prst="ellipse">
            <a:avLst/>
          </a:prstGeom>
          <a:gradFill>
            <a:gsLst>
              <a:gs pos="0">
                <a:schemeClr val="tx2"/>
              </a:gs>
              <a:gs pos="100000">
                <a:schemeClr val="accent1"/>
              </a:gs>
            </a:gsLst>
            <a:path path="circle">
              <a:fillToRect l="100000" t="100000"/>
            </a:path>
          </a:gra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buNone/>
              <a:defRPr lang="en-IN" sz="1200" dirty="0">
                <a:solidFill>
                  <a:schemeClr val="lt1"/>
                </a:solidFill>
                <a:latin typeface="Open Sans" pitchFamily="2" charset="0"/>
                <a:ea typeface="Open Sans" pitchFamily="2" charset="0"/>
                <a:cs typeface="Open Sans" pitchFamily="2" charset="0"/>
              </a:defRPr>
            </a:lvl1pPr>
          </a:lstStyle>
          <a:p>
            <a:pPr marL="0" lvl="0" algn="ctr"/>
            <a:r>
              <a:rPr lang="en-US"/>
              <a:t>Insert Icon Here</a:t>
            </a:r>
            <a:endParaRPr lang="en-IN"/>
          </a:p>
        </p:txBody>
      </p:sp>
      <p:sp>
        <p:nvSpPr>
          <p:cNvPr id="27" name="Content Placeholder 22">
            <a:extLst>
              <a:ext uri="{FF2B5EF4-FFF2-40B4-BE49-F238E27FC236}">
                <a16:creationId xmlns:a16="http://schemas.microsoft.com/office/drawing/2014/main" id="{317A90FE-902F-0C78-5DD2-1E91A6BBEB69}"/>
              </a:ext>
            </a:extLst>
          </p:cNvPr>
          <p:cNvSpPr>
            <a:spLocks noGrp="1"/>
          </p:cNvSpPr>
          <p:nvPr>
            <p:ph sz="quarter" idx="13" hasCustomPrompt="1"/>
          </p:nvPr>
        </p:nvSpPr>
        <p:spPr>
          <a:xfrm>
            <a:off x="2192172" y="2933871"/>
            <a:ext cx="935038" cy="935037"/>
          </a:xfrm>
          <a:prstGeom prst="ellipse">
            <a:avLst/>
          </a:prstGeom>
          <a:gradFill>
            <a:gsLst>
              <a:gs pos="0">
                <a:schemeClr val="tx2"/>
              </a:gs>
              <a:gs pos="100000">
                <a:schemeClr val="accent1"/>
              </a:gs>
            </a:gsLst>
            <a:path path="circle">
              <a:fillToRect l="100000" t="100000"/>
            </a:path>
          </a:gra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buNone/>
              <a:defRPr lang="en-IN" sz="1200" dirty="0">
                <a:solidFill>
                  <a:schemeClr val="lt1"/>
                </a:solidFill>
                <a:latin typeface="Open Sans" pitchFamily="2" charset="0"/>
                <a:ea typeface="Open Sans" pitchFamily="2" charset="0"/>
                <a:cs typeface="Open Sans" pitchFamily="2" charset="0"/>
              </a:defRPr>
            </a:lvl1pPr>
          </a:lstStyle>
          <a:p>
            <a:pPr marL="0" lvl="0" algn="ctr"/>
            <a:r>
              <a:rPr lang="en-US"/>
              <a:t>Insert Icon Here</a:t>
            </a:r>
            <a:endParaRPr lang="en-IN"/>
          </a:p>
        </p:txBody>
      </p:sp>
      <p:sp>
        <p:nvSpPr>
          <p:cNvPr id="30" name="Content Placeholder 22">
            <a:extLst>
              <a:ext uri="{FF2B5EF4-FFF2-40B4-BE49-F238E27FC236}">
                <a16:creationId xmlns:a16="http://schemas.microsoft.com/office/drawing/2014/main" id="{2DEBE8D2-F6F4-2539-8FF4-B53738EEC9F0}"/>
              </a:ext>
            </a:extLst>
          </p:cNvPr>
          <p:cNvSpPr>
            <a:spLocks noGrp="1"/>
          </p:cNvSpPr>
          <p:nvPr>
            <p:ph sz="quarter" idx="14" hasCustomPrompt="1"/>
          </p:nvPr>
        </p:nvSpPr>
        <p:spPr>
          <a:xfrm>
            <a:off x="3634600" y="4698870"/>
            <a:ext cx="935038" cy="935037"/>
          </a:xfrm>
          <a:prstGeom prst="ellipse">
            <a:avLst/>
          </a:prstGeom>
          <a:gradFill>
            <a:gsLst>
              <a:gs pos="0">
                <a:schemeClr val="tx2"/>
              </a:gs>
              <a:gs pos="100000">
                <a:schemeClr val="accent1"/>
              </a:gs>
            </a:gsLst>
            <a:path path="circle">
              <a:fillToRect l="100000" t="100000"/>
            </a:path>
          </a:gra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buNone/>
              <a:defRPr lang="en-IN" sz="1200" dirty="0">
                <a:solidFill>
                  <a:schemeClr val="lt1"/>
                </a:solidFill>
                <a:latin typeface="Open Sans" pitchFamily="2" charset="0"/>
                <a:ea typeface="Open Sans" pitchFamily="2" charset="0"/>
                <a:cs typeface="Open Sans" pitchFamily="2" charset="0"/>
              </a:defRPr>
            </a:lvl1pPr>
          </a:lstStyle>
          <a:p>
            <a:pPr marL="0" lvl="0" algn="ctr"/>
            <a:r>
              <a:rPr lang="en-US"/>
              <a:t>Insert Icon Here</a:t>
            </a:r>
            <a:endParaRPr lang="en-IN"/>
          </a:p>
        </p:txBody>
      </p:sp>
      <p:sp>
        <p:nvSpPr>
          <p:cNvPr id="33" name="Content Placeholder 22">
            <a:extLst>
              <a:ext uri="{FF2B5EF4-FFF2-40B4-BE49-F238E27FC236}">
                <a16:creationId xmlns:a16="http://schemas.microsoft.com/office/drawing/2014/main" id="{D9CCAF3B-2C27-D9C4-6977-43EBFB97FE8C}"/>
              </a:ext>
            </a:extLst>
          </p:cNvPr>
          <p:cNvSpPr>
            <a:spLocks noGrp="1"/>
          </p:cNvSpPr>
          <p:nvPr>
            <p:ph sz="quarter" idx="15" hasCustomPrompt="1"/>
          </p:nvPr>
        </p:nvSpPr>
        <p:spPr>
          <a:xfrm>
            <a:off x="8023696" y="4815486"/>
            <a:ext cx="935038" cy="935037"/>
          </a:xfrm>
          <a:prstGeom prst="ellipse">
            <a:avLst/>
          </a:prstGeom>
          <a:gradFill>
            <a:gsLst>
              <a:gs pos="0">
                <a:schemeClr val="tx2"/>
              </a:gs>
              <a:gs pos="100000">
                <a:schemeClr val="accent1"/>
              </a:gs>
            </a:gsLst>
            <a:path path="circle">
              <a:fillToRect l="100000" t="100000"/>
            </a:path>
          </a:gra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buNone/>
              <a:defRPr lang="en-IN" sz="1200" dirty="0">
                <a:solidFill>
                  <a:schemeClr val="lt1"/>
                </a:solidFill>
                <a:latin typeface="Open Sans" pitchFamily="2" charset="0"/>
                <a:ea typeface="Open Sans" pitchFamily="2" charset="0"/>
                <a:cs typeface="Open Sans" pitchFamily="2" charset="0"/>
              </a:defRPr>
            </a:lvl1pPr>
          </a:lstStyle>
          <a:p>
            <a:pPr marL="0" lvl="0" algn="ctr"/>
            <a:r>
              <a:rPr lang="en-US"/>
              <a:t>Insert Icon Here</a:t>
            </a:r>
            <a:endParaRPr lang="en-IN"/>
          </a:p>
        </p:txBody>
      </p:sp>
      <p:sp>
        <p:nvSpPr>
          <p:cNvPr id="36" name="Content Placeholder 22">
            <a:extLst>
              <a:ext uri="{FF2B5EF4-FFF2-40B4-BE49-F238E27FC236}">
                <a16:creationId xmlns:a16="http://schemas.microsoft.com/office/drawing/2014/main" id="{376FA499-8E31-6135-9413-41C5FD8B2F09}"/>
              </a:ext>
            </a:extLst>
          </p:cNvPr>
          <p:cNvSpPr>
            <a:spLocks noGrp="1"/>
          </p:cNvSpPr>
          <p:nvPr>
            <p:ph sz="quarter" idx="16" hasCustomPrompt="1"/>
          </p:nvPr>
        </p:nvSpPr>
        <p:spPr>
          <a:xfrm>
            <a:off x="8576342" y="2953401"/>
            <a:ext cx="935038" cy="935037"/>
          </a:xfrm>
          <a:prstGeom prst="ellipse">
            <a:avLst/>
          </a:prstGeom>
          <a:gradFill>
            <a:gsLst>
              <a:gs pos="0">
                <a:schemeClr val="tx2"/>
              </a:gs>
              <a:gs pos="100000">
                <a:schemeClr val="accent1"/>
              </a:gs>
            </a:gsLst>
            <a:path path="circle">
              <a:fillToRect l="100000" t="100000"/>
            </a:path>
          </a:gra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buNone/>
              <a:defRPr lang="en-IN" sz="1200" dirty="0">
                <a:solidFill>
                  <a:schemeClr val="lt1"/>
                </a:solidFill>
                <a:latin typeface="Open Sans" pitchFamily="2" charset="0"/>
                <a:ea typeface="Open Sans" pitchFamily="2" charset="0"/>
                <a:cs typeface="Open Sans" pitchFamily="2" charset="0"/>
              </a:defRPr>
            </a:lvl1pPr>
          </a:lstStyle>
          <a:p>
            <a:pPr marL="0" lvl="0" algn="ctr"/>
            <a:r>
              <a:rPr lang="en-US"/>
              <a:t>Insert Icon Here</a:t>
            </a:r>
            <a:endParaRPr lang="en-IN"/>
          </a:p>
        </p:txBody>
      </p:sp>
      <p:sp>
        <p:nvSpPr>
          <p:cNvPr id="39" name="Content Placeholder 22">
            <a:extLst>
              <a:ext uri="{FF2B5EF4-FFF2-40B4-BE49-F238E27FC236}">
                <a16:creationId xmlns:a16="http://schemas.microsoft.com/office/drawing/2014/main" id="{960A24C7-566F-69EF-C2F7-57BC7593DAAE}"/>
              </a:ext>
            </a:extLst>
          </p:cNvPr>
          <p:cNvSpPr>
            <a:spLocks noGrp="1"/>
          </p:cNvSpPr>
          <p:nvPr>
            <p:ph sz="quarter" idx="17" hasCustomPrompt="1"/>
          </p:nvPr>
        </p:nvSpPr>
        <p:spPr>
          <a:xfrm>
            <a:off x="5628573" y="1027868"/>
            <a:ext cx="935038" cy="935037"/>
          </a:xfrm>
          <a:prstGeom prst="ellipse">
            <a:avLst/>
          </a:prstGeom>
          <a:gradFill>
            <a:gsLst>
              <a:gs pos="0">
                <a:schemeClr val="tx2"/>
              </a:gs>
              <a:gs pos="100000">
                <a:schemeClr val="accent1"/>
              </a:gs>
            </a:gsLst>
            <a:path path="circle">
              <a:fillToRect l="100000" t="100000"/>
            </a:path>
          </a:gra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buNone/>
              <a:defRPr lang="en-IN" sz="1200" dirty="0">
                <a:solidFill>
                  <a:schemeClr val="lt1"/>
                </a:solidFill>
                <a:latin typeface="Open Sans" pitchFamily="2" charset="0"/>
                <a:ea typeface="Open Sans" pitchFamily="2" charset="0"/>
                <a:cs typeface="Open Sans" pitchFamily="2" charset="0"/>
              </a:defRPr>
            </a:lvl1pPr>
          </a:lstStyle>
          <a:p>
            <a:pPr marL="0" lvl="0" algn="ctr"/>
            <a:r>
              <a:rPr lang="en-US"/>
              <a:t>Insert Icon Here</a:t>
            </a:r>
            <a:endParaRPr lang="en-IN"/>
          </a:p>
        </p:txBody>
      </p:sp>
      <p:sp>
        <p:nvSpPr>
          <p:cNvPr id="55" name="Text Placeholder 37">
            <a:extLst>
              <a:ext uri="{FF2B5EF4-FFF2-40B4-BE49-F238E27FC236}">
                <a16:creationId xmlns:a16="http://schemas.microsoft.com/office/drawing/2014/main" id="{1795E376-C4B8-2A1A-0CDA-E5E1F9F88A3E}"/>
              </a:ext>
            </a:extLst>
          </p:cNvPr>
          <p:cNvSpPr>
            <a:spLocks noGrp="1"/>
          </p:cNvSpPr>
          <p:nvPr>
            <p:ph type="body" sz="quarter" idx="35" hasCustomPrompt="1"/>
          </p:nvPr>
        </p:nvSpPr>
        <p:spPr>
          <a:xfrm>
            <a:off x="4547639" y="387983"/>
            <a:ext cx="3091269" cy="430887"/>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56" name="Text Placeholder 37">
            <a:extLst>
              <a:ext uri="{FF2B5EF4-FFF2-40B4-BE49-F238E27FC236}">
                <a16:creationId xmlns:a16="http://schemas.microsoft.com/office/drawing/2014/main" id="{78EF0209-3011-AD74-7CFF-30BADD1FF0C7}"/>
              </a:ext>
            </a:extLst>
          </p:cNvPr>
          <p:cNvSpPr>
            <a:spLocks noGrp="1"/>
          </p:cNvSpPr>
          <p:nvPr>
            <p:ph type="body" sz="quarter" idx="36" hasCustomPrompt="1"/>
          </p:nvPr>
        </p:nvSpPr>
        <p:spPr>
          <a:xfrm>
            <a:off x="286799" y="1201418"/>
            <a:ext cx="3091269" cy="430887"/>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58" name="Text Placeholder 37">
            <a:extLst>
              <a:ext uri="{FF2B5EF4-FFF2-40B4-BE49-F238E27FC236}">
                <a16:creationId xmlns:a16="http://schemas.microsoft.com/office/drawing/2014/main" id="{7BA15CA4-7C9B-552A-4973-F3CD2752DD3F}"/>
              </a:ext>
            </a:extLst>
          </p:cNvPr>
          <p:cNvSpPr>
            <a:spLocks noGrp="1"/>
          </p:cNvSpPr>
          <p:nvPr>
            <p:ph type="body" sz="quarter" idx="38" hasCustomPrompt="1"/>
          </p:nvPr>
        </p:nvSpPr>
        <p:spPr>
          <a:xfrm>
            <a:off x="306391" y="4998868"/>
            <a:ext cx="3091269" cy="430887"/>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59" name="Text Placeholder 37">
            <a:extLst>
              <a:ext uri="{FF2B5EF4-FFF2-40B4-BE49-F238E27FC236}">
                <a16:creationId xmlns:a16="http://schemas.microsoft.com/office/drawing/2014/main" id="{881BF827-230F-97BD-8E2B-A08E4A31B1A9}"/>
              </a:ext>
            </a:extLst>
          </p:cNvPr>
          <p:cNvSpPr>
            <a:spLocks noGrp="1"/>
          </p:cNvSpPr>
          <p:nvPr>
            <p:ph type="body" sz="quarter" idx="39" hasCustomPrompt="1"/>
          </p:nvPr>
        </p:nvSpPr>
        <p:spPr>
          <a:xfrm>
            <a:off x="9899999" y="2923967"/>
            <a:ext cx="2071868" cy="1064367"/>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60" name="Text Placeholder 37">
            <a:extLst>
              <a:ext uri="{FF2B5EF4-FFF2-40B4-BE49-F238E27FC236}">
                <a16:creationId xmlns:a16="http://schemas.microsoft.com/office/drawing/2014/main" id="{4DB91541-7FAB-1139-3097-507E5BE5628B}"/>
              </a:ext>
            </a:extLst>
          </p:cNvPr>
          <p:cNvSpPr>
            <a:spLocks noGrp="1"/>
          </p:cNvSpPr>
          <p:nvPr>
            <p:ph type="body" sz="quarter" idx="40" hasCustomPrompt="1"/>
          </p:nvPr>
        </p:nvSpPr>
        <p:spPr>
          <a:xfrm>
            <a:off x="9422153" y="5209405"/>
            <a:ext cx="2538192" cy="430887"/>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57" name="Text Placeholder 37">
            <a:extLst>
              <a:ext uri="{FF2B5EF4-FFF2-40B4-BE49-F238E27FC236}">
                <a16:creationId xmlns:a16="http://schemas.microsoft.com/office/drawing/2014/main" id="{BA7EBFC8-6767-553C-75DD-DAA70432B5FE}"/>
              </a:ext>
            </a:extLst>
          </p:cNvPr>
          <p:cNvSpPr>
            <a:spLocks noGrp="1"/>
          </p:cNvSpPr>
          <p:nvPr>
            <p:ph type="body" sz="quarter" idx="37" hasCustomPrompt="1"/>
          </p:nvPr>
        </p:nvSpPr>
        <p:spPr>
          <a:xfrm>
            <a:off x="286799" y="3053480"/>
            <a:ext cx="1659458" cy="934854"/>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44" name="Title 1">
            <a:extLst>
              <a:ext uri="{FF2B5EF4-FFF2-40B4-BE49-F238E27FC236}">
                <a16:creationId xmlns:a16="http://schemas.microsoft.com/office/drawing/2014/main" id="{ABF026D1-F50A-F1A4-51E4-940B64AEE935}"/>
              </a:ext>
            </a:extLst>
          </p:cNvPr>
          <p:cNvSpPr>
            <a:spLocks noGrp="1"/>
          </p:cNvSpPr>
          <p:nvPr>
            <p:ph type="ctrTitle"/>
          </p:nvPr>
        </p:nvSpPr>
        <p:spPr>
          <a:xfrm>
            <a:off x="8579440" y="308292"/>
            <a:ext cx="3308889" cy="984885"/>
          </a:xfrm>
          <a:prstGeom prst="rect">
            <a:avLst/>
          </a:prstGeom>
        </p:spPr>
        <p:txBody>
          <a:bodyPr vert="horz" wrap="square" lIns="0" tIns="0" rIns="0" bIns="0" rtlCol="0" anchor="t" anchorCtr="0">
            <a:spAutoFit/>
          </a:bodyPr>
          <a:lstStyle>
            <a:lvl1pPr algn="r">
              <a:lnSpc>
                <a:spcPct val="100000"/>
              </a:lnSpc>
              <a:defRPr lang="en-US" sz="3200" dirty="0">
                <a:solidFill>
                  <a:schemeClr val="tx2"/>
                </a:solidFill>
              </a:defRPr>
            </a:lvl1pPr>
          </a:lstStyle>
          <a:p>
            <a:pPr lvl="0"/>
            <a:r>
              <a:rPr lang="en-GB"/>
              <a:t>Click to edit Master title style</a:t>
            </a:r>
            <a:endParaRPr lang="en-US"/>
          </a:p>
        </p:txBody>
      </p:sp>
      <p:sp>
        <p:nvSpPr>
          <p:cNvPr id="45" name="Text Placeholder 2">
            <a:extLst>
              <a:ext uri="{FF2B5EF4-FFF2-40B4-BE49-F238E27FC236}">
                <a16:creationId xmlns:a16="http://schemas.microsoft.com/office/drawing/2014/main" id="{A449355D-0B72-495C-4C50-772E14348ACF}"/>
              </a:ext>
            </a:extLst>
          </p:cNvPr>
          <p:cNvSpPr>
            <a:spLocks noGrp="1"/>
          </p:cNvSpPr>
          <p:nvPr>
            <p:ph idx="1" hasCustomPrompt="1"/>
          </p:nvPr>
        </p:nvSpPr>
        <p:spPr>
          <a:xfrm>
            <a:off x="8579440" y="1478769"/>
            <a:ext cx="3305808" cy="625875"/>
          </a:xfrm>
          <a:prstGeom prst="rect">
            <a:avLst/>
          </a:prstGeom>
        </p:spPr>
        <p:txBody>
          <a:bodyPr vert="horz" lIns="91440" tIns="45720" rIns="91440" bIns="45720" rtlCol="0">
            <a:normAutofit/>
          </a:bodyPr>
          <a:lstStyle>
            <a:lvl1pPr marL="0" indent="0" algn="r">
              <a:buNone/>
              <a:defRPr sz="1800"/>
            </a:lvl1pPr>
            <a:lvl2pPr marL="457200" indent="0">
              <a:buNone/>
              <a:defRPr sz="1600"/>
            </a:lvl2pPr>
            <a:lvl3pPr marL="914400" indent="0">
              <a:buNone/>
              <a:defRPr sz="1400"/>
            </a:lvl3pPr>
          </a:lstStyle>
          <a:p>
            <a:pPr lvl="0"/>
            <a:r>
              <a:rPr lang="en-US"/>
              <a:t>Click to edit Master text styles</a:t>
            </a:r>
          </a:p>
        </p:txBody>
      </p:sp>
    </p:spTree>
    <p:extLst>
      <p:ext uri="{BB962C8B-B14F-4D97-AF65-F5344CB8AC3E}">
        <p14:creationId xmlns:p14="http://schemas.microsoft.com/office/powerpoint/2010/main" val="157676020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0_Miscellaneous">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D477D28-ED7A-4840-4F81-B041928B01B2}"/>
              </a:ext>
            </a:extLst>
          </p:cNvPr>
          <p:cNvSpPr/>
          <p:nvPr userDrawn="1"/>
        </p:nvSpPr>
        <p:spPr>
          <a:xfrm>
            <a:off x="5923787" y="0"/>
            <a:ext cx="6268213" cy="5922604"/>
          </a:xfrm>
          <a:custGeom>
            <a:avLst/>
            <a:gdLst>
              <a:gd name="connsiteX0" fmla="*/ 10670 w 5613718"/>
              <a:gd name="connsiteY0" fmla="*/ 0 h 5304196"/>
              <a:gd name="connsiteX1" fmla="*/ 5613718 w 5613718"/>
              <a:gd name="connsiteY1" fmla="*/ 0 h 5304196"/>
              <a:gd name="connsiteX2" fmla="*/ 5613718 w 5613718"/>
              <a:gd name="connsiteY2" fmla="*/ 5263456 h 5304196"/>
              <a:gd name="connsiteX3" fmla="*/ 5352739 w 5613718"/>
              <a:gd name="connsiteY3" fmla="*/ 5291392 h 5304196"/>
              <a:gd name="connsiteX4" fmla="*/ 4992406 w 5613718"/>
              <a:gd name="connsiteY4" fmla="*/ 5304196 h 5304196"/>
              <a:gd name="connsiteX5" fmla="*/ 0 w 5613718"/>
              <a:gd name="connsiteY5" fmla="*/ 311788 h 5304196"/>
              <a:gd name="connsiteX6" fmla="*/ 6496 w 5613718"/>
              <a:gd name="connsiteY6" fmla="*/ 54879 h 5304196"/>
              <a:gd name="connsiteX7" fmla="*/ 10670 w 5613718"/>
              <a:gd name="connsiteY7" fmla="*/ 0 h 5304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13718" h="5304196">
                <a:moveTo>
                  <a:pt x="10670" y="0"/>
                </a:moveTo>
                <a:lnTo>
                  <a:pt x="5613718" y="0"/>
                </a:lnTo>
                <a:lnTo>
                  <a:pt x="5613718" y="5263456"/>
                </a:lnTo>
                <a:lnTo>
                  <a:pt x="5352739" y="5291392"/>
                </a:lnTo>
                <a:cubicBezTo>
                  <a:pt x="5233733" y="5299880"/>
                  <a:pt x="5113574" y="5304196"/>
                  <a:pt x="4992406" y="5304196"/>
                </a:cubicBezTo>
                <a:cubicBezTo>
                  <a:pt x="2235177" y="5304196"/>
                  <a:pt x="0" y="3069019"/>
                  <a:pt x="0" y="311788"/>
                </a:cubicBezTo>
                <a:cubicBezTo>
                  <a:pt x="0" y="225624"/>
                  <a:pt x="2183" y="139971"/>
                  <a:pt x="6496" y="54879"/>
                </a:cubicBezTo>
                <a:lnTo>
                  <a:pt x="10670" y="0"/>
                </a:lnTo>
                <a:close/>
              </a:path>
            </a:pathLst>
          </a:custGeom>
          <a:gradFill>
            <a:gsLst>
              <a:gs pos="100000">
                <a:schemeClr val="tx2"/>
              </a:gs>
              <a:gs pos="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66C8277E-8239-114A-8781-CA0ADCF4BEFC}"/>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8" name="Rectangle 7">
            <a:extLst>
              <a:ext uri="{FF2B5EF4-FFF2-40B4-BE49-F238E27FC236}">
                <a16:creationId xmlns:a16="http://schemas.microsoft.com/office/drawing/2014/main" id="{7110CDA0-3410-627F-B83A-6BA9A2AECBA4}"/>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icture Placeholder 14">
            <a:extLst>
              <a:ext uri="{FF2B5EF4-FFF2-40B4-BE49-F238E27FC236}">
                <a16:creationId xmlns:a16="http://schemas.microsoft.com/office/drawing/2014/main" id="{E7341681-14AF-C2EB-96C6-317682ABF980}"/>
              </a:ext>
            </a:extLst>
          </p:cNvPr>
          <p:cNvSpPr>
            <a:spLocks noGrp="1"/>
          </p:cNvSpPr>
          <p:nvPr>
            <p:ph type="pic" sz="quarter" idx="10"/>
          </p:nvPr>
        </p:nvSpPr>
        <p:spPr>
          <a:xfrm>
            <a:off x="0" y="1389419"/>
            <a:ext cx="12192000" cy="1438508"/>
          </a:xfrm>
          <a:solidFill>
            <a:srgbClr val="202021">
              <a:alpha val="50196"/>
            </a:srgbClr>
          </a:solidFill>
        </p:spPr>
        <p:txBody>
          <a:bodyPr/>
          <a:lstStyle/>
          <a:p>
            <a:endParaRPr lang="en-IN"/>
          </a:p>
        </p:txBody>
      </p:sp>
      <p:sp>
        <p:nvSpPr>
          <p:cNvPr id="19" name="Picture Placeholder 14">
            <a:extLst>
              <a:ext uri="{FF2B5EF4-FFF2-40B4-BE49-F238E27FC236}">
                <a16:creationId xmlns:a16="http://schemas.microsoft.com/office/drawing/2014/main" id="{CF1883A6-0E69-C101-8972-CFD45C1DBD79}"/>
              </a:ext>
            </a:extLst>
          </p:cNvPr>
          <p:cNvSpPr>
            <a:spLocks noGrp="1"/>
          </p:cNvSpPr>
          <p:nvPr>
            <p:ph type="pic" sz="quarter" idx="11"/>
          </p:nvPr>
        </p:nvSpPr>
        <p:spPr>
          <a:xfrm>
            <a:off x="0" y="3065994"/>
            <a:ext cx="12192000" cy="1438508"/>
          </a:xfrm>
          <a:solidFill>
            <a:srgbClr val="202021">
              <a:alpha val="50196"/>
            </a:srgbClr>
          </a:solidFill>
        </p:spPr>
        <p:txBody>
          <a:bodyPr vert="horz" lIns="91440" tIns="45720" rIns="91440" bIns="45720" rtlCol="0">
            <a:normAutofit/>
          </a:bodyPr>
          <a:lstStyle>
            <a:lvl1pPr>
              <a:defRPr lang="en-IN"/>
            </a:lvl1pPr>
          </a:lstStyle>
          <a:p>
            <a:pPr lvl="0"/>
            <a:endParaRPr lang="en-IN"/>
          </a:p>
        </p:txBody>
      </p:sp>
      <p:sp>
        <p:nvSpPr>
          <p:cNvPr id="20" name="Picture Placeholder 14">
            <a:extLst>
              <a:ext uri="{FF2B5EF4-FFF2-40B4-BE49-F238E27FC236}">
                <a16:creationId xmlns:a16="http://schemas.microsoft.com/office/drawing/2014/main" id="{9E2B9831-2E5D-D452-F490-1552C5EAEC9D}"/>
              </a:ext>
            </a:extLst>
          </p:cNvPr>
          <p:cNvSpPr>
            <a:spLocks noGrp="1"/>
          </p:cNvSpPr>
          <p:nvPr>
            <p:ph type="pic" sz="quarter" idx="12"/>
          </p:nvPr>
        </p:nvSpPr>
        <p:spPr>
          <a:xfrm>
            <a:off x="0" y="4688736"/>
            <a:ext cx="12192000" cy="1438508"/>
          </a:xfrm>
          <a:solidFill>
            <a:srgbClr val="202021">
              <a:alpha val="50196"/>
            </a:srgbClr>
          </a:solidFill>
        </p:spPr>
        <p:txBody>
          <a:bodyPr vert="horz" lIns="91440" tIns="45720" rIns="91440" bIns="45720" rtlCol="0">
            <a:normAutofit/>
          </a:bodyPr>
          <a:lstStyle>
            <a:lvl1pPr>
              <a:defRPr lang="en-IN"/>
            </a:lvl1pPr>
          </a:lstStyle>
          <a:p>
            <a:pPr lvl="0"/>
            <a:endParaRPr lang="en-IN"/>
          </a:p>
        </p:txBody>
      </p:sp>
      <p:cxnSp>
        <p:nvCxnSpPr>
          <p:cNvPr id="21" name="Straight Connector 20">
            <a:extLst>
              <a:ext uri="{FF2B5EF4-FFF2-40B4-BE49-F238E27FC236}">
                <a16:creationId xmlns:a16="http://schemas.microsoft.com/office/drawing/2014/main" id="{6C015BF2-B425-09E5-2374-7E73A45A4678}"/>
              </a:ext>
            </a:extLst>
          </p:cNvPr>
          <p:cNvCxnSpPr>
            <a:cxnSpLocks/>
          </p:cNvCxnSpPr>
          <p:nvPr userDrawn="1"/>
        </p:nvCxnSpPr>
        <p:spPr>
          <a:xfrm>
            <a:off x="1960951" y="3345095"/>
            <a:ext cx="0" cy="88030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21F76B3-4FCA-17C2-AFF6-7559C3624994}"/>
              </a:ext>
            </a:extLst>
          </p:cNvPr>
          <p:cNvCxnSpPr>
            <a:cxnSpLocks/>
          </p:cNvCxnSpPr>
          <p:nvPr userDrawn="1"/>
        </p:nvCxnSpPr>
        <p:spPr>
          <a:xfrm>
            <a:off x="1960951" y="1722355"/>
            <a:ext cx="0" cy="88030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0FF0D2C-BF8D-F4BA-7F8C-7DF0AA7E3505}"/>
              </a:ext>
            </a:extLst>
          </p:cNvPr>
          <p:cNvCxnSpPr>
            <a:cxnSpLocks/>
          </p:cNvCxnSpPr>
          <p:nvPr userDrawn="1"/>
        </p:nvCxnSpPr>
        <p:spPr>
          <a:xfrm>
            <a:off x="1960951" y="4967836"/>
            <a:ext cx="0" cy="88030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43" name="Text Placeholder 37">
            <a:extLst>
              <a:ext uri="{FF2B5EF4-FFF2-40B4-BE49-F238E27FC236}">
                <a16:creationId xmlns:a16="http://schemas.microsoft.com/office/drawing/2014/main" id="{E27C0E88-F35D-5B33-34A7-9005E191B326}"/>
              </a:ext>
            </a:extLst>
          </p:cNvPr>
          <p:cNvSpPr>
            <a:spLocks noGrp="1"/>
          </p:cNvSpPr>
          <p:nvPr>
            <p:ph type="body" sz="quarter" idx="13" hasCustomPrompt="1"/>
          </p:nvPr>
        </p:nvSpPr>
        <p:spPr>
          <a:xfrm>
            <a:off x="1000790" y="1597211"/>
            <a:ext cx="815382" cy="682625"/>
          </a:xfrm>
        </p:spPr>
        <p:txBody>
          <a:bodyPr>
            <a:noAutofit/>
          </a:bodyPr>
          <a:lstStyle>
            <a:lvl1pPr marL="0" indent="0">
              <a:buNone/>
              <a:defRPr sz="4400" b="1">
                <a:solidFill>
                  <a:schemeClr val="tx2"/>
                </a:solidFill>
                <a:latin typeface="Barlow" panose="00000500000000000000" pitchFamily="2" charset="0"/>
              </a:defRPr>
            </a:lvl1pPr>
          </a:lstStyle>
          <a:p>
            <a:pPr lvl="0"/>
            <a:r>
              <a:rPr lang="en-US"/>
              <a:t>01</a:t>
            </a:r>
            <a:endParaRPr lang="en-IN"/>
          </a:p>
        </p:txBody>
      </p:sp>
      <p:sp>
        <p:nvSpPr>
          <p:cNvPr id="44" name="Text Placeholder 37">
            <a:extLst>
              <a:ext uri="{FF2B5EF4-FFF2-40B4-BE49-F238E27FC236}">
                <a16:creationId xmlns:a16="http://schemas.microsoft.com/office/drawing/2014/main" id="{6F2ADA2E-65B1-0969-FE18-70F541650979}"/>
              </a:ext>
            </a:extLst>
          </p:cNvPr>
          <p:cNvSpPr>
            <a:spLocks noGrp="1"/>
          </p:cNvSpPr>
          <p:nvPr>
            <p:ph type="body" sz="quarter" idx="14" hasCustomPrompt="1"/>
          </p:nvPr>
        </p:nvSpPr>
        <p:spPr>
          <a:xfrm>
            <a:off x="1000790" y="3222169"/>
            <a:ext cx="815382" cy="682625"/>
          </a:xfrm>
        </p:spPr>
        <p:txBody>
          <a:bodyPr>
            <a:noAutofit/>
          </a:bodyPr>
          <a:lstStyle>
            <a:lvl1pPr marL="0" indent="0">
              <a:buNone/>
              <a:defRPr sz="4400" b="1">
                <a:solidFill>
                  <a:schemeClr val="tx2"/>
                </a:solidFill>
                <a:latin typeface="Barlow" panose="00000500000000000000" pitchFamily="2" charset="0"/>
              </a:defRPr>
            </a:lvl1pPr>
          </a:lstStyle>
          <a:p>
            <a:pPr lvl="0"/>
            <a:r>
              <a:rPr lang="en-US"/>
              <a:t>02</a:t>
            </a:r>
            <a:endParaRPr lang="en-IN"/>
          </a:p>
        </p:txBody>
      </p:sp>
      <p:sp>
        <p:nvSpPr>
          <p:cNvPr id="45" name="Text Placeholder 37">
            <a:extLst>
              <a:ext uri="{FF2B5EF4-FFF2-40B4-BE49-F238E27FC236}">
                <a16:creationId xmlns:a16="http://schemas.microsoft.com/office/drawing/2014/main" id="{4E478B55-8AE5-54FD-9EDD-DC1B16B054D1}"/>
              </a:ext>
            </a:extLst>
          </p:cNvPr>
          <p:cNvSpPr>
            <a:spLocks noGrp="1"/>
          </p:cNvSpPr>
          <p:nvPr>
            <p:ph type="body" sz="quarter" idx="15" hasCustomPrompt="1"/>
          </p:nvPr>
        </p:nvSpPr>
        <p:spPr>
          <a:xfrm>
            <a:off x="1000790" y="4840219"/>
            <a:ext cx="815382" cy="682625"/>
          </a:xfrm>
        </p:spPr>
        <p:txBody>
          <a:bodyPr>
            <a:noAutofit/>
          </a:bodyPr>
          <a:lstStyle>
            <a:lvl1pPr marL="0" indent="0">
              <a:buNone/>
              <a:defRPr sz="4400" b="1">
                <a:solidFill>
                  <a:schemeClr val="tx2"/>
                </a:solidFill>
                <a:latin typeface="Barlow" panose="00000500000000000000" pitchFamily="2" charset="0"/>
              </a:defRPr>
            </a:lvl1pPr>
          </a:lstStyle>
          <a:p>
            <a:pPr lvl="0"/>
            <a:r>
              <a:rPr lang="en-US"/>
              <a:t>03</a:t>
            </a:r>
            <a:endParaRPr lang="en-IN"/>
          </a:p>
        </p:txBody>
      </p:sp>
      <p:sp>
        <p:nvSpPr>
          <p:cNvPr id="50" name="Text Placeholder 37">
            <a:extLst>
              <a:ext uri="{FF2B5EF4-FFF2-40B4-BE49-F238E27FC236}">
                <a16:creationId xmlns:a16="http://schemas.microsoft.com/office/drawing/2014/main" id="{AE203940-9FDA-0607-ACCB-31F5E4DD46E2}"/>
              </a:ext>
            </a:extLst>
          </p:cNvPr>
          <p:cNvSpPr>
            <a:spLocks noGrp="1"/>
          </p:cNvSpPr>
          <p:nvPr>
            <p:ph type="body" sz="quarter" idx="16" hasCustomPrompt="1"/>
          </p:nvPr>
        </p:nvSpPr>
        <p:spPr>
          <a:xfrm>
            <a:off x="6564576" y="1597211"/>
            <a:ext cx="960159" cy="682625"/>
          </a:xfrm>
        </p:spPr>
        <p:txBody>
          <a:bodyPr>
            <a:noAutofit/>
          </a:bodyPr>
          <a:lstStyle>
            <a:lvl1pPr marL="0" indent="0">
              <a:buNone/>
              <a:defRPr sz="4400" b="1">
                <a:solidFill>
                  <a:schemeClr val="tx2"/>
                </a:solidFill>
                <a:latin typeface="Barlow" panose="00000500000000000000" pitchFamily="2" charset="0"/>
              </a:defRPr>
            </a:lvl1pPr>
          </a:lstStyle>
          <a:p>
            <a:pPr lvl="0"/>
            <a:r>
              <a:rPr lang="en-US"/>
              <a:t>04</a:t>
            </a:r>
            <a:endParaRPr lang="en-IN"/>
          </a:p>
        </p:txBody>
      </p:sp>
      <p:sp>
        <p:nvSpPr>
          <p:cNvPr id="51" name="Text Placeholder 37">
            <a:extLst>
              <a:ext uri="{FF2B5EF4-FFF2-40B4-BE49-F238E27FC236}">
                <a16:creationId xmlns:a16="http://schemas.microsoft.com/office/drawing/2014/main" id="{4D1B7AF3-285F-7554-6D78-9237C2C510CE}"/>
              </a:ext>
            </a:extLst>
          </p:cNvPr>
          <p:cNvSpPr>
            <a:spLocks noGrp="1"/>
          </p:cNvSpPr>
          <p:nvPr>
            <p:ph type="body" sz="quarter" idx="17" hasCustomPrompt="1"/>
          </p:nvPr>
        </p:nvSpPr>
        <p:spPr>
          <a:xfrm>
            <a:off x="6564577" y="3222169"/>
            <a:ext cx="815382" cy="682625"/>
          </a:xfrm>
        </p:spPr>
        <p:txBody>
          <a:bodyPr>
            <a:noAutofit/>
          </a:bodyPr>
          <a:lstStyle>
            <a:lvl1pPr marL="0" indent="0">
              <a:buNone/>
              <a:defRPr sz="4400" b="1">
                <a:solidFill>
                  <a:schemeClr val="tx2"/>
                </a:solidFill>
                <a:latin typeface="Barlow" panose="00000500000000000000" pitchFamily="2" charset="0"/>
              </a:defRPr>
            </a:lvl1pPr>
          </a:lstStyle>
          <a:p>
            <a:pPr lvl="0"/>
            <a:r>
              <a:rPr lang="en-US"/>
              <a:t>05</a:t>
            </a:r>
            <a:endParaRPr lang="en-IN"/>
          </a:p>
        </p:txBody>
      </p:sp>
      <p:sp>
        <p:nvSpPr>
          <p:cNvPr id="52" name="Text Placeholder 37">
            <a:extLst>
              <a:ext uri="{FF2B5EF4-FFF2-40B4-BE49-F238E27FC236}">
                <a16:creationId xmlns:a16="http://schemas.microsoft.com/office/drawing/2014/main" id="{639DF811-B1E3-A4B5-177F-29C797337AE3}"/>
              </a:ext>
            </a:extLst>
          </p:cNvPr>
          <p:cNvSpPr>
            <a:spLocks noGrp="1"/>
          </p:cNvSpPr>
          <p:nvPr>
            <p:ph type="body" sz="quarter" idx="18" hasCustomPrompt="1"/>
          </p:nvPr>
        </p:nvSpPr>
        <p:spPr>
          <a:xfrm>
            <a:off x="6564577" y="4840219"/>
            <a:ext cx="815382" cy="682625"/>
          </a:xfrm>
        </p:spPr>
        <p:txBody>
          <a:bodyPr>
            <a:noAutofit/>
          </a:bodyPr>
          <a:lstStyle>
            <a:lvl1pPr marL="0" indent="0">
              <a:buNone/>
              <a:defRPr sz="4400" b="1">
                <a:solidFill>
                  <a:schemeClr val="tx2"/>
                </a:solidFill>
                <a:latin typeface="Barlow" panose="00000500000000000000" pitchFamily="2" charset="0"/>
              </a:defRPr>
            </a:lvl1pPr>
          </a:lstStyle>
          <a:p>
            <a:pPr lvl="0"/>
            <a:r>
              <a:rPr lang="en-US"/>
              <a:t>06</a:t>
            </a:r>
            <a:endParaRPr lang="en-IN"/>
          </a:p>
        </p:txBody>
      </p:sp>
      <p:sp>
        <p:nvSpPr>
          <p:cNvPr id="53" name="Text Placeholder 37">
            <a:extLst>
              <a:ext uri="{FF2B5EF4-FFF2-40B4-BE49-F238E27FC236}">
                <a16:creationId xmlns:a16="http://schemas.microsoft.com/office/drawing/2014/main" id="{E2009E25-D454-3D6A-B2FB-A5BEA8C8B1D1}"/>
              </a:ext>
            </a:extLst>
          </p:cNvPr>
          <p:cNvSpPr>
            <a:spLocks noGrp="1"/>
          </p:cNvSpPr>
          <p:nvPr>
            <p:ph type="body" sz="quarter" idx="19" hasCustomPrompt="1"/>
          </p:nvPr>
        </p:nvSpPr>
        <p:spPr>
          <a:xfrm>
            <a:off x="2019487" y="1732897"/>
            <a:ext cx="4387417" cy="285646"/>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a:t>Click to add text</a:t>
            </a:r>
            <a:endParaRPr lang="en-IN"/>
          </a:p>
        </p:txBody>
      </p:sp>
      <p:sp>
        <p:nvSpPr>
          <p:cNvPr id="54" name="Text Placeholder 37">
            <a:extLst>
              <a:ext uri="{FF2B5EF4-FFF2-40B4-BE49-F238E27FC236}">
                <a16:creationId xmlns:a16="http://schemas.microsoft.com/office/drawing/2014/main" id="{DDC89FEC-2B23-1F2E-C215-B7ABAC24DCAC}"/>
              </a:ext>
            </a:extLst>
          </p:cNvPr>
          <p:cNvSpPr>
            <a:spLocks noGrp="1"/>
          </p:cNvSpPr>
          <p:nvPr>
            <p:ph type="body" sz="quarter" idx="20" hasCustomPrompt="1"/>
          </p:nvPr>
        </p:nvSpPr>
        <p:spPr>
          <a:xfrm>
            <a:off x="2019486" y="2018543"/>
            <a:ext cx="4387418" cy="469070"/>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27" name="Text Placeholder 37">
            <a:extLst>
              <a:ext uri="{FF2B5EF4-FFF2-40B4-BE49-F238E27FC236}">
                <a16:creationId xmlns:a16="http://schemas.microsoft.com/office/drawing/2014/main" id="{9BCEDB30-8046-1975-9762-0285FCEA242F}"/>
              </a:ext>
            </a:extLst>
          </p:cNvPr>
          <p:cNvSpPr>
            <a:spLocks noGrp="1"/>
          </p:cNvSpPr>
          <p:nvPr>
            <p:ph type="body" sz="quarter" idx="21" hasCustomPrompt="1"/>
          </p:nvPr>
        </p:nvSpPr>
        <p:spPr>
          <a:xfrm>
            <a:off x="2028484" y="3326476"/>
            <a:ext cx="4387417" cy="285646"/>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a:t>Click to add text</a:t>
            </a:r>
            <a:endParaRPr lang="en-IN"/>
          </a:p>
        </p:txBody>
      </p:sp>
      <p:sp>
        <p:nvSpPr>
          <p:cNvPr id="28" name="Text Placeholder 37">
            <a:extLst>
              <a:ext uri="{FF2B5EF4-FFF2-40B4-BE49-F238E27FC236}">
                <a16:creationId xmlns:a16="http://schemas.microsoft.com/office/drawing/2014/main" id="{0B94BF25-5ED1-CF47-FCE2-87C754FB6C02}"/>
              </a:ext>
            </a:extLst>
          </p:cNvPr>
          <p:cNvSpPr>
            <a:spLocks noGrp="1"/>
          </p:cNvSpPr>
          <p:nvPr>
            <p:ph type="body" sz="quarter" idx="22" hasCustomPrompt="1"/>
          </p:nvPr>
        </p:nvSpPr>
        <p:spPr>
          <a:xfrm>
            <a:off x="2028483" y="3612122"/>
            <a:ext cx="4387418" cy="469070"/>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29" name="Text Placeholder 37">
            <a:extLst>
              <a:ext uri="{FF2B5EF4-FFF2-40B4-BE49-F238E27FC236}">
                <a16:creationId xmlns:a16="http://schemas.microsoft.com/office/drawing/2014/main" id="{29352FF7-0A22-1ED2-6641-6971956F11B1}"/>
              </a:ext>
            </a:extLst>
          </p:cNvPr>
          <p:cNvSpPr>
            <a:spLocks noGrp="1"/>
          </p:cNvSpPr>
          <p:nvPr>
            <p:ph type="body" sz="quarter" idx="23" hasCustomPrompt="1"/>
          </p:nvPr>
        </p:nvSpPr>
        <p:spPr>
          <a:xfrm>
            <a:off x="2028484" y="4975664"/>
            <a:ext cx="4387417" cy="285646"/>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a:t>Click to add text</a:t>
            </a:r>
            <a:endParaRPr lang="en-IN"/>
          </a:p>
        </p:txBody>
      </p:sp>
      <p:sp>
        <p:nvSpPr>
          <p:cNvPr id="30" name="Text Placeholder 37">
            <a:extLst>
              <a:ext uri="{FF2B5EF4-FFF2-40B4-BE49-F238E27FC236}">
                <a16:creationId xmlns:a16="http://schemas.microsoft.com/office/drawing/2014/main" id="{F3E3F402-DCDE-5E07-3660-B19C26AF46B4}"/>
              </a:ext>
            </a:extLst>
          </p:cNvPr>
          <p:cNvSpPr>
            <a:spLocks noGrp="1"/>
          </p:cNvSpPr>
          <p:nvPr>
            <p:ph type="body" sz="quarter" idx="24" hasCustomPrompt="1"/>
          </p:nvPr>
        </p:nvSpPr>
        <p:spPr>
          <a:xfrm>
            <a:off x="2028483" y="5261310"/>
            <a:ext cx="4387418" cy="469070"/>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31" name="Text Placeholder 37">
            <a:extLst>
              <a:ext uri="{FF2B5EF4-FFF2-40B4-BE49-F238E27FC236}">
                <a16:creationId xmlns:a16="http://schemas.microsoft.com/office/drawing/2014/main" id="{B756811E-3D14-80D7-00DD-2943BEDD8D78}"/>
              </a:ext>
            </a:extLst>
          </p:cNvPr>
          <p:cNvSpPr>
            <a:spLocks noGrp="1"/>
          </p:cNvSpPr>
          <p:nvPr>
            <p:ph type="body" sz="quarter" idx="25" hasCustomPrompt="1"/>
          </p:nvPr>
        </p:nvSpPr>
        <p:spPr>
          <a:xfrm>
            <a:off x="7632409" y="1732897"/>
            <a:ext cx="4202594" cy="285646"/>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a:t>Click to add text</a:t>
            </a:r>
            <a:endParaRPr lang="en-IN"/>
          </a:p>
        </p:txBody>
      </p:sp>
      <p:sp>
        <p:nvSpPr>
          <p:cNvPr id="32" name="Text Placeholder 37">
            <a:extLst>
              <a:ext uri="{FF2B5EF4-FFF2-40B4-BE49-F238E27FC236}">
                <a16:creationId xmlns:a16="http://schemas.microsoft.com/office/drawing/2014/main" id="{4C176DB6-9E52-AC13-8326-77E01866A01D}"/>
              </a:ext>
            </a:extLst>
          </p:cNvPr>
          <p:cNvSpPr>
            <a:spLocks noGrp="1"/>
          </p:cNvSpPr>
          <p:nvPr>
            <p:ph type="body" sz="quarter" idx="26" hasCustomPrompt="1"/>
          </p:nvPr>
        </p:nvSpPr>
        <p:spPr>
          <a:xfrm>
            <a:off x="7632407" y="2018543"/>
            <a:ext cx="4202595" cy="469070"/>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33" name="Text Placeholder 37">
            <a:extLst>
              <a:ext uri="{FF2B5EF4-FFF2-40B4-BE49-F238E27FC236}">
                <a16:creationId xmlns:a16="http://schemas.microsoft.com/office/drawing/2014/main" id="{6AAB4500-56E6-6FC3-67AD-B3EF35A4758C}"/>
              </a:ext>
            </a:extLst>
          </p:cNvPr>
          <p:cNvSpPr>
            <a:spLocks noGrp="1"/>
          </p:cNvSpPr>
          <p:nvPr>
            <p:ph type="body" sz="quarter" idx="27" hasCustomPrompt="1"/>
          </p:nvPr>
        </p:nvSpPr>
        <p:spPr>
          <a:xfrm>
            <a:off x="7641406" y="3326476"/>
            <a:ext cx="4202594" cy="285646"/>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a:t>Click to add text</a:t>
            </a:r>
            <a:endParaRPr lang="en-IN"/>
          </a:p>
        </p:txBody>
      </p:sp>
      <p:sp>
        <p:nvSpPr>
          <p:cNvPr id="34" name="Text Placeholder 37">
            <a:extLst>
              <a:ext uri="{FF2B5EF4-FFF2-40B4-BE49-F238E27FC236}">
                <a16:creationId xmlns:a16="http://schemas.microsoft.com/office/drawing/2014/main" id="{CBCB15F1-A379-11E7-9E1A-9EFD9CB7513B}"/>
              </a:ext>
            </a:extLst>
          </p:cNvPr>
          <p:cNvSpPr>
            <a:spLocks noGrp="1"/>
          </p:cNvSpPr>
          <p:nvPr>
            <p:ph type="body" sz="quarter" idx="28" hasCustomPrompt="1"/>
          </p:nvPr>
        </p:nvSpPr>
        <p:spPr>
          <a:xfrm>
            <a:off x="7641404" y="3612122"/>
            <a:ext cx="4202595" cy="469070"/>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35" name="Text Placeholder 37">
            <a:extLst>
              <a:ext uri="{FF2B5EF4-FFF2-40B4-BE49-F238E27FC236}">
                <a16:creationId xmlns:a16="http://schemas.microsoft.com/office/drawing/2014/main" id="{6750B111-CC42-542C-63B4-43360E9974A6}"/>
              </a:ext>
            </a:extLst>
          </p:cNvPr>
          <p:cNvSpPr>
            <a:spLocks noGrp="1"/>
          </p:cNvSpPr>
          <p:nvPr>
            <p:ph type="body" sz="quarter" idx="29" hasCustomPrompt="1"/>
          </p:nvPr>
        </p:nvSpPr>
        <p:spPr>
          <a:xfrm>
            <a:off x="7641406" y="4975664"/>
            <a:ext cx="4202594" cy="285646"/>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a:t>Click to add text</a:t>
            </a:r>
            <a:endParaRPr lang="en-IN"/>
          </a:p>
        </p:txBody>
      </p:sp>
      <p:sp>
        <p:nvSpPr>
          <p:cNvPr id="36" name="Text Placeholder 37">
            <a:extLst>
              <a:ext uri="{FF2B5EF4-FFF2-40B4-BE49-F238E27FC236}">
                <a16:creationId xmlns:a16="http://schemas.microsoft.com/office/drawing/2014/main" id="{518A0E21-CB57-E540-E04A-96BE9941AA57}"/>
              </a:ext>
            </a:extLst>
          </p:cNvPr>
          <p:cNvSpPr>
            <a:spLocks noGrp="1"/>
          </p:cNvSpPr>
          <p:nvPr>
            <p:ph type="body" sz="quarter" idx="30" hasCustomPrompt="1"/>
          </p:nvPr>
        </p:nvSpPr>
        <p:spPr>
          <a:xfrm>
            <a:off x="7641404" y="5261310"/>
            <a:ext cx="4202595" cy="469070"/>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Tree>
    <p:extLst>
      <p:ext uri="{BB962C8B-B14F-4D97-AF65-F5344CB8AC3E}">
        <p14:creationId xmlns:p14="http://schemas.microsoft.com/office/powerpoint/2010/main" val="400297481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Miscellaneou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6C8277E-8239-114A-8781-CA0ADCF4BEFC}"/>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8" name="Rectangle 7">
            <a:extLst>
              <a:ext uri="{FF2B5EF4-FFF2-40B4-BE49-F238E27FC236}">
                <a16:creationId xmlns:a16="http://schemas.microsoft.com/office/drawing/2014/main" id="{7110CDA0-3410-627F-B83A-6BA9A2AECBA4}"/>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6C015BF2-B425-09E5-2374-7E73A45A4678}"/>
              </a:ext>
            </a:extLst>
          </p:cNvPr>
          <p:cNvCxnSpPr>
            <a:cxnSpLocks/>
          </p:cNvCxnSpPr>
          <p:nvPr userDrawn="1"/>
        </p:nvCxnSpPr>
        <p:spPr>
          <a:xfrm>
            <a:off x="1960951" y="3345095"/>
            <a:ext cx="0" cy="88030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21F76B3-4FCA-17C2-AFF6-7559C3624994}"/>
              </a:ext>
            </a:extLst>
          </p:cNvPr>
          <p:cNvCxnSpPr>
            <a:cxnSpLocks/>
          </p:cNvCxnSpPr>
          <p:nvPr userDrawn="1"/>
        </p:nvCxnSpPr>
        <p:spPr>
          <a:xfrm>
            <a:off x="1960951" y="1722355"/>
            <a:ext cx="0" cy="88030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0FF0D2C-BF8D-F4BA-7F8C-7DF0AA7E3505}"/>
              </a:ext>
            </a:extLst>
          </p:cNvPr>
          <p:cNvCxnSpPr>
            <a:cxnSpLocks/>
          </p:cNvCxnSpPr>
          <p:nvPr userDrawn="1"/>
        </p:nvCxnSpPr>
        <p:spPr>
          <a:xfrm>
            <a:off x="1960951" y="4967836"/>
            <a:ext cx="0" cy="88030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43" name="Text Placeholder 37">
            <a:extLst>
              <a:ext uri="{FF2B5EF4-FFF2-40B4-BE49-F238E27FC236}">
                <a16:creationId xmlns:a16="http://schemas.microsoft.com/office/drawing/2014/main" id="{E27C0E88-F35D-5B33-34A7-9005E191B326}"/>
              </a:ext>
            </a:extLst>
          </p:cNvPr>
          <p:cNvSpPr>
            <a:spLocks noGrp="1"/>
          </p:cNvSpPr>
          <p:nvPr>
            <p:ph type="body" sz="quarter" idx="13" hasCustomPrompt="1"/>
          </p:nvPr>
        </p:nvSpPr>
        <p:spPr>
          <a:xfrm>
            <a:off x="1000790" y="1597211"/>
            <a:ext cx="815382" cy="682625"/>
          </a:xfrm>
        </p:spPr>
        <p:txBody>
          <a:bodyPr>
            <a:noAutofit/>
          </a:bodyPr>
          <a:lstStyle>
            <a:lvl1pPr marL="0" indent="0">
              <a:buNone/>
              <a:defRPr sz="4400" b="1">
                <a:solidFill>
                  <a:schemeClr val="tx2"/>
                </a:solidFill>
                <a:latin typeface="Barlow" panose="00000500000000000000" pitchFamily="2" charset="0"/>
              </a:defRPr>
            </a:lvl1pPr>
          </a:lstStyle>
          <a:p>
            <a:pPr lvl="0"/>
            <a:r>
              <a:rPr lang="en-US"/>
              <a:t>01</a:t>
            </a:r>
            <a:endParaRPr lang="en-IN"/>
          </a:p>
        </p:txBody>
      </p:sp>
      <p:sp>
        <p:nvSpPr>
          <p:cNvPr id="44" name="Text Placeholder 37">
            <a:extLst>
              <a:ext uri="{FF2B5EF4-FFF2-40B4-BE49-F238E27FC236}">
                <a16:creationId xmlns:a16="http://schemas.microsoft.com/office/drawing/2014/main" id="{6F2ADA2E-65B1-0969-FE18-70F541650979}"/>
              </a:ext>
            </a:extLst>
          </p:cNvPr>
          <p:cNvSpPr>
            <a:spLocks noGrp="1"/>
          </p:cNvSpPr>
          <p:nvPr>
            <p:ph type="body" sz="quarter" idx="14" hasCustomPrompt="1"/>
          </p:nvPr>
        </p:nvSpPr>
        <p:spPr>
          <a:xfrm>
            <a:off x="1000790" y="3222169"/>
            <a:ext cx="815382" cy="682625"/>
          </a:xfrm>
        </p:spPr>
        <p:txBody>
          <a:bodyPr>
            <a:noAutofit/>
          </a:bodyPr>
          <a:lstStyle>
            <a:lvl1pPr marL="0" indent="0">
              <a:buNone/>
              <a:defRPr sz="4400" b="1">
                <a:solidFill>
                  <a:schemeClr val="tx2"/>
                </a:solidFill>
                <a:latin typeface="Barlow" panose="00000500000000000000" pitchFamily="2" charset="0"/>
              </a:defRPr>
            </a:lvl1pPr>
          </a:lstStyle>
          <a:p>
            <a:pPr lvl="0"/>
            <a:r>
              <a:rPr lang="en-US"/>
              <a:t>02</a:t>
            </a:r>
            <a:endParaRPr lang="en-IN"/>
          </a:p>
        </p:txBody>
      </p:sp>
      <p:sp>
        <p:nvSpPr>
          <p:cNvPr id="45" name="Text Placeholder 37">
            <a:extLst>
              <a:ext uri="{FF2B5EF4-FFF2-40B4-BE49-F238E27FC236}">
                <a16:creationId xmlns:a16="http://schemas.microsoft.com/office/drawing/2014/main" id="{4E478B55-8AE5-54FD-9EDD-DC1B16B054D1}"/>
              </a:ext>
            </a:extLst>
          </p:cNvPr>
          <p:cNvSpPr>
            <a:spLocks noGrp="1"/>
          </p:cNvSpPr>
          <p:nvPr>
            <p:ph type="body" sz="quarter" idx="15" hasCustomPrompt="1"/>
          </p:nvPr>
        </p:nvSpPr>
        <p:spPr>
          <a:xfrm>
            <a:off x="1000790" y="4840219"/>
            <a:ext cx="815382" cy="682625"/>
          </a:xfrm>
        </p:spPr>
        <p:txBody>
          <a:bodyPr>
            <a:noAutofit/>
          </a:bodyPr>
          <a:lstStyle>
            <a:lvl1pPr marL="0" indent="0">
              <a:buNone/>
              <a:defRPr sz="4400" b="1">
                <a:solidFill>
                  <a:schemeClr val="tx2"/>
                </a:solidFill>
                <a:latin typeface="Barlow" panose="00000500000000000000" pitchFamily="2" charset="0"/>
              </a:defRPr>
            </a:lvl1pPr>
          </a:lstStyle>
          <a:p>
            <a:pPr lvl="0"/>
            <a:r>
              <a:rPr lang="en-US"/>
              <a:t>03</a:t>
            </a:r>
            <a:endParaRPr lang="en-IN"/>
          </a:p>
        </p:txBody>
      </p:sp>
      <p:sp>
        <p:nvSpPr>
          <p:cNvPr id="53" name="Text Placeholder 37">
            <a:extLst>
              <a:ext uri="{FF2B5EF4-FFF2-40B4-BE49-F238E27FC236}">
                <a16:creationId xmlns:a16="http://schemas.microsoft.com/office/drawing/2014/main" id="{E2009E25-D454-3D6A-B2FB-A5BEA8C8B1D1}"/>
              </a:ext>
            </a:extLst>
          </p:cNvPr>
          <p:cNvSpPr>
            <a:spLocks noGrp="1"/>
          </p:cNvSpPr>
          <p:nvPr>
            <p:ph type="body" sz="quarter" idx="19" hasCustomPrompt="1"/>
          </p:nvPr>
        </p:nvSpPr>
        <p:spPr>
          <a:xfrm>
            <a:off x="2019487" y="1732897"/>
            <a:ext cx="4387417" cy="285646"/>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a:t>ck to add text</a:t>
            </a:r>
            <a:endParaRPr lang="en-IN"/>
          </a:p>
        </p:txBody>
      </p:sp>
      <p:sp>
        <p:nvSpPr>
          <p:cNvPr id="27" name="Text Placeholder 37">
            <a:extLst>
              <a:ext uri="{FF2B5EF4-FFF2-40B4-BE49-F238E27FC236}">
                <a16:creationId xmlns:a16="http://schemas.microsoft.com/office/drawing/2014/main" id="{9BCEDB30-8046-1975-9762-0285FCEA242F}"/>
              </a:ext>
            </a:extLst>
          </p:cNvPr>
          <p:cNvSpPr>
            <a:spLocks noGrp="1"/>
          </p:cNvSpPr>
          <p:nvPr>
            <p:ph type="body" sz="quarter" idx="21" hasCustomPrompt="1"/>
          </p:nvPr>
        </p:nvSpPr>
        <p:spPr>
          <a:xfrm>
            <a:off x="2028484" y="3326476"/>
            <a:ext cx="4387417" cy="285646"/>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a:t>Click to add text</a:t>
            </a:r>
            <a:endParaRPr lang="en-IN"/>
          </a:p>
        </p:txBody>
      </p:sp>
      <p:sp>
        <p:nvSpPr>
          <p:cNvPr id="29" name="Text Placeholder 37">
            <a:extLst>
              <a:ext uri="{FF2B5EF4-FFF2-40B4-BE49-F238E27FC236}">
                <a16:creationId xmlns:a16="http://schemas.microsoft.com/office/drawing/2014/main" id="{29352FF7-0A22-1ED2-6641-6971956F11B1}"/>
              </a:ext>
            </a:extLst>
          </p:cNvPr>
          <p:cNvSpPr>
            <a:spLocks noGrp="1"/>
          </p:cNvSpPr>
          <p:nvPr>
            <p:ph type="body" sz="quarter" idx="23" hasCustomPrompt="1"/>
          </p:nvPr>
        </p:nvSpPr>
        <p:spPr>
          <a:xfrm>
            <a:off x="2028484" y="4975664"/>
            <a:ext cx="4387417" cy="285646"/>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a:t>Click to add text</a:t>
            </a:r>
            <a:endParaRPr lang="en-IN"/>
          </a:p>
        </p:txBody>
      </p:sp>
      <p:grpSp>
        <p:nvGrpSpPr>
          <p:cNvPr id="13" name="Group 12">
            <a:extLst>
              <a:ext uri="{FF2B5EF4-FFF2-40B4-BE49-F238E27FC236}">
                <a16:creationId xmlns:a16="http://schemas.microsoft.com/office/drawing/2014/main" id="{D4EE457A-E6A6-A210-5D48-16ABC74F68DB}"/>
              </a:ext>
            </a:extLst>
          </p:cNvPr>
          <p:cNvGrpSpPr/>
          <p:nvPr userDrawn="1"/>
        </p:nvGrpSpPr>
        <p:grpSpPr>
          <a:xfrm>
            <a:off x="7656002" y="-2212485"/>
            <a:ext cx="7070416" cy="6911485"/>
            <a:chOff x="4751220" y="-1407341"/>
            <a:chExt cx="5536427" cy="5536427"/>
          </a:xfrm>
        </p:grpSpPr>
        <p:sp>
          <p:nvSpPr>
            <p:cNvPr id="14" name="Oval 13">
              <a:extLst>
                <a:ext uri="{FF2B5EF4-FFF2-40B4-BE49-F238E27FC236}">
                  <a16:creationId xmlns:a16="http://schemas.microsoft.com/office/drawing/2014/main" id="{F3800CED-01BB-395F-9C34-DF11DCF37717}"/>
                </a:ext>
              </a:extLst>
            </p:cNvPr>
            <p:cNvSpPr/>
            <p:nvPr/>
          </p:nvSpPr>
          <p:spPr>
            <a:xfrm>
              <a:off x="4751220" y="-1407341"/>
              <a:ext cx="5536427" cy="5536427"/>
            </a:xfrm>
            <a:prstGeom prst="ellipse">
              <a:avLst/>
            </a:prstGeom>
            <a:gradFill flip="none" rotWithShape="1">
              <a:gsLst>
                <a:gs pos="0">
                  <a:schemeClr val="accent1">
                    <a:lumMod val="20000"/>
                    <a:lumOff val="80000"/>
                  </a:schemeClr>
                </a:gs>
                <a:gs pos="100000">
                  <a:schemeClr val="accent1">
                    <a:lumMod val="20000"/>
                    <a:lumOff val="8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5" name="Oval 14">
              <a:extLst>
                <a:ext uri="{FF2B5EF4-FFF2-40B4-BE49-F238E27FC236}">
                  <a16:creationId xmlns:a16="http://schemas.microsoft.com/office/drawing/2014/main" id="{9C509CFE-8267-5188-850B-475C5B9B59DC}"/>
                </a:ext>
              </a:extLst>
            </p:cNvPr>
            <p:cNvSpPr/>
            <p:nvPr/>
          </p:nvSpPr>
          <p:spPr>
            <a:xfrm>
              <a:off x="5285099" y="-873462"/>
              <a:ext cx="4468669" cy="4468669"/>
            </a:xfrm>
            <a:prstGeom prst="ellipse">
              <a:avLst/>
            </a:prstGeom>
            <a:gradFill flip="none" rotWithShape="1">
              <a:gsLst>
                <a:gs pos="0">
                  <a:schemeClr val="accent1">
                    <a:lumMod val="60000"/>
                    <a:lumOff val="40000"/>
                  </a:schemeClr>
                </a:gs>
                <a:gs pos="100000">
                  <a:schemeClr val="accent1">
                    <a:lumMod val="60000"/>
                    <a:lumOff val="4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6" name="Oval 15">
              <a:extLst>
                <a:ext uri="{FF2B5EF4-FFF2-40B4-BE49-F238E27FC236}">
                  <a16:creationId xmlns:a16="http://schemas.microsoft.com/office/drawing/2014/main" id="{6CD8CDFB-DB1D-EAC8-AB50-7F0C715B0E86}"/>
                </a:ext>
              </a:extLst>
            </p:cNvPr>
            <p:cNvSpPr/>
            <p:nvPr/>
          </p:nvSpPr>
          <p:spPr>
            <a:xfrm>
              <a:off x="5818974" y="-339586"/>
              <a:ext cx="3400918" cy="3400918"/>
            </a:xfrm>
            <a:prstGeom prst="ellipse">
              <a:avLst/>
            </a:prstGeom>
            <a:gradFill flip="none" rotWithShape="1">
              <a:gsLst>
                <a:gs pos="0">
                  <a:schemeClr val="accent1"/>
                </a:gs>
                <a:gs pos="100000">
                  <a:schemeClr val="accent1">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grpSp>
    </p:spTree>
    <p:extLst>
      <p:ext uri="{BB962C8B-B14F-4D97-AF65-F5344CB8AC3E}">
        <p14:creationId xmlns:p14="http://schemas.microsoft.com/office/powerpoint/2010/main" val="237871838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1_Miscellaneou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6C8277E-8239-114A-8781-CA0ADCF4BEFC}"/>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8" name="Rectangle 7">
            <a:extLst>
              <a:ext uri="{FF2B5EF4-FFF2-40B4-BE49-F238E27FC236}">
                <a16:creationId xmlns:a16="http://schemas.microsoft.com/office/drawing/2014/main" id="{7110CDA0-3410-627F-B83A-6BA9A2AECBA4}"/>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6C015BF2-B425-09E5-2374-7E73A45A4678}"/>
              </a:ext>
            </a:extLst>
          </p:cNvPr>
          <p:cNvCxnSpPr>
            <a:cxnSpLocks/>
          </p:cNvCxnSpPr>
          <p:nvPr userDrawn="1"/>
        </p:nvCxnSpPr>
        <p:spPr>
          <a:xfrm>
            <a:off x="1960951" y="3345095"/>
            <a:ext cx="0" cy="88030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21F76B3-4FCA-17C2-AFF6-7559C3624994}"/>
              </a:ext>
            </a:extLst>
          </p:cNvPr>
          <p:cNvCxnSpPr>
            <a:cxnSpLocks/>
          </p:cNvCxnSpPr>
          <p:nvPr userDrawn="1"/>
        </p:nvCxnSpPr>
        <p:spPr>
          <a:xfrm>
            <a:off x="1960951" y="1722355"/>
            <a:ext cx="0" cy="88030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0FF0D2C-BF8D-F4BA-7F8C-7DF0AA7E3505}"/>
              </a:ext>
            </a:extLst>
          </p:cNvPr>
          <p:cNvCxnSpPr>
            <a:cxnSpLocks/>
          </p:cNvCxnSpPr>
          <p:nvPr userDrawn="1"/>
        </p:nvCxnSpPr>
        <p:spPr>
          <a:xfrm>
            <a:off x="1960951" y="4967836"/>
            <a:ext cx="0" cy="88030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43" name="Text Placeholder 37">
            <a:extLst>
              <a:ext uri="{FF2B5EF4-FFF2-40B4-BE49-F238E27FC236}">
                <a16:creationId xmlns:a16="http://schemas.microsoft.com/office/drawing/2014/main" id="{E27C0E88-F35D-5B33-34A7-9005E191B326}"/>
              </a:ext>
            </a:extLst>
          </p:cNvPr>
          <p:cNvSpPr>
            <a:spLocks noGrp="1"/>
          </p:cNvSpPr>
          <p:nvPr>
            <p:ph type="body" sz="quarter" idx="13" hasCustomPrompt="1"/>
          </p:nvPr>
        </p:nvSpPr>
        <p:spPr>
          <a:xfrm>
            <a:off x="1000790" y="1597211"/>
            <a:ext cx="815382" cy="682625"/>
          </a:xfrm>
        </p:spPr>
        <p:txBody>
          <a:bodyPr>
            <a:noAutofit/>
          </a:bodyPr>
          <a:lstStyle>
            <a:lvl1pPr marL="0" indent="0">
              <a:buNone/>
              <a:defRPr sz="4400" b="1">
                <a:solidFill>
                  <a:schemeClr val="tx2"/>
                </a:solidFill>
                <a:latin typeface="Barlow" panose="00000500000000000000" pitchFamily="2" charset="0"/>
              </a:defRPr>
            </a:lvl1pPr>
          </a:lstStyle>
          <a:p>
            <a:pPr lvl="0"/>
            <a:r>
              <a:rPr lang="en-US"/>
              <a:t>01</a:t>
            </a:r>
            <a:endParaRPr lang="en-IN"/>
          </a:p>
        </p:txBody>
      </p:sp>
      <p:sp>
        <p:nvSpPr>
          <p:cNvPr id="44" name="Text Placeholder 37">
            <a:extLst>
              <a:ext uri="{FF2B5EF4-FFF2-40B4-BE49-F238E27FC236}">
                <a16:creationId xmlns:a16="http://schemas.microsoft.com/office/drawing/2014/main" id="{6F2ADA2E-65B1-0969-FE18-70F541650979}"/>
              </a:ext>
            </a:extLst>
          </p:cNvPr>
          <p:cNvSpPr>
            <a:spLocks noGrp="1"/>
          </p:cNvSpPr>
          <p:nvPr>
            <p:ph type="body" sz="quarter" idx="14" hasCustomPrompt="1"/>
          </p:nvPr>
        </p:nvSpPr>
        <p:spPr>
          <a:xfrm>
            <a:off x="1000790" y="3222169"/>
            <a:ext cx="815382" cy="682625"/>
          </a:xfrm>
        </p:spPr>
        <p:txBody>
          <a:bodyPr>
            <a:noAutofit/>
          </a:bodyPr>
          <a:lstStyle>
            <a:lvl1pPr marL="0" indent="0">
              <a:buNone/>
              <a:defRPr sz="4400" b="1">
                <a:solidFill>
                  <a:schemeClr val="tx2"/>
                </a:solidFill>
                <a:latin typeface="Barlow" panose="00000500000000000000" pitchFamily="2" charset="0"/>
              </a:defRPr>
            </a:lvl1pPr>
          </a:lstStyle>
          <a:p>
            <a:pPr lvl="0"/>
            <a:r>
              <a:rPr lang="en-US"/>
              <a:t>02</a:t>
            </a:r>
            <a:endParaRPr lang="en-IN"/>
          </a:p>
        </p:txBody>
      </p:sp>
      <p:sp>
        <p:nvSpPr>
          <p:cNvPr id="45" name="Text Placeholder 37">
            <a:extLst>
              <a:ext uri="{FF2B5EF4-FFF2-40B4-BE49-F238E27FC236}">
                <a16:creationId xmlns:a16="http://schemas.microsoft.com/office/drawing/2014/main" id="{4E478B55-8AE5-54FD-9EDD-DC1B16B054D1}"/>
              </a:ext>
            </a:extLst>
          </p:cNvPr>
          <p:cNvSpPr>
            <a:spLocks noGrp="1"/>
          </p:cNvSpPr>
          <p:nvPr>
            <p:ph type="body" sz="quarter" idx="15" hasCustomPrompt="1"/>
          </p:nvPr>
        </p:nvSpPr>
        <p:spPr>
          <a:xfrm>
            <a:off x="1000790" y="4840219"/>
            <a:ext cx="815382" cy="682625"/>
          </a:xfrm>
        </p:spPr>
        <p:txBody>
          <a:bodyPr>
            <a:noAutofit/>
          </a:bodyPr>
          <a:lstStyle>
            <a:lvl1pPr marL="0" indent="0">
              <a:buNone/>
              <a:defRPr sz="4400" b="1">
                <a:solidFill>
                  <a:schemeClr val="tx2"/>
                </a:solidFill>
                <a:latin typeface="Barlow" panose="00000500000000000000" pitchFamily="2" charset="0"/>
              </a:defRPr>
            </a:lvl1pPr>
          </a:lstStyle>
          <a:p>
            <a:pPr lvl="0"/>
            <a:r>
              <a:rPr lang="en-US"/>
              <a:t>03</a:t>
            </a:r>
            <a:endParaRPr lang="en-IN"/>
          </a:p>
        </p:txBody>
      </p:sp>
      <p:sp>
        <p:nvSpPr>
          <p:cNvPr id="53" name="Text Placeholder 37">
            <a:extLst>
              <a:ext uri="{FF2B5EF4-FFF2-40B4-BE49-F238E27FC236}">
                <a16:creationId xmlns:a16="http://schemas.microsoft.com/office/drawing/2014/main" id="{E2009E25-D454-3D6A-B2FB-A5BEA8C8B1D1}"/>
              </a:ext>
            </a:extLst>
          </p:cNvPr>
          <p:cNvSpPr>
            <a:spLocks noGrp="1"/>
          </p:cNvSpPr>
          <p:nvPr>
            <p:ph type="body" sz="quarter" idx="19" hasCustomPrompt="1"/>
          </p:nvPr>
        </p:nvSpPr>
        <p:spPr>
          <a:xfrm>
            <a:off x="2019487" y="1732897"/>
            <a:ext cx="4387417" cy="285646"/>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a:t>ck to add text</a:t>
            </a:r>
            <a:endParaRPr lang="en-IN"/>
          </a:p>
        </p:txBody>
      </p:sp>
      <p:sp>
        <p:nvSpPr>
          <p:cNvPr id="27" name="Text Placeholder 37">
            <a:extLst>
              <a:ext uri="{FF2B5EF4-FFF2-40B4-BE49-F238E27FC236}">
                <a16:creationId xmlns:a16="http://schemas.microsoft.com/office/drawing/2014/main" id="{9BCEDB30-8046-1975-9762-0285FCEA242F}"/>
              </a:ext>
            </a:extLst>
          </p:cNvPr>
          <p:cNvSpPr>
            <a:spLocks noGrp="1"/>
          </p:cNvSpPr>
          <p:nvPr>
            <p:ph type="body" sz="quarter" idx="21" hasCustomPrompt="1"/>
          </p:nvPr>
        </p:nvSpPr>
        <p:spPr>
          <a:xfrm>
            <a:off x="2028484" y="3326476"/>
            <a:ext cx="4387417" cy="285646"/>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a:t>Click to add text</a:t>
            </a:r>
            <a:endParaRPr lang="en-IN"/>
          </a:p>
        </p:txBody>
      </p:sp>
      <p:sp>
        <p:nvSpPr>
          <p:cNvPr id="29" name="Text Placeholder 37">
            <a:extLst>
              <a:ext uri="{FF2B5EF4-FFF2-40B4-BE49-F238E27FC236}">
                <a16:creationId xmlns:a16="http://schemas.microsoft.com/office/drawing/2014/main" id="{29352FF7-0A22-1ED2-6641-6971956F11B1}"/>
              </a:ext>
            </a:extLst>
          </p:cNvPr>
          <p:cNvSpPr>
            <a:spLocks noGrp="1"/>
          </p:cNvSpPr>
          <p:nvPr>
            <p:ph type="body" sz="quarter" idx="23" hasCustomPrompt="1"/>
          </p:nvPr>
        </p:nvSpPr>
        <p:spPr>
          <a:xfrm>
            <a:off x="2028484" y="4975664"/>
            <a:ext cx="4387417" cy="285646"/>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a:t>Click to add text</a:t>
            </a:r>
            <a:endParaRPr lang="en-IN"/>
          </a:p>
        </p:txBody>
      </p:sp>
      <p:grpSp>
        <p:nvGrpSpPr>
          <p:cNvPr id="13" name="Group 12">
            <a:extLst>
              <a:ext uri="{FF2B5EF4-FFF2-40B4-BE49-F238E27FC236}">
                <a16:creationId xmlns:a16="http://schemas.microsoft.com/office/drawing/2014/main" id="{D4EE457A-E6A6-A210-5D48-16ABC74F68DB}"/>
              </a:ext>
            </a:extLst>
          </p:cNvPr>
          <p:cNvGrpSpPr/>
          <p:nvPr userDrawn="1"/>
        </p:nvGrpSpPr>
        <p:grpSpPr>
          <a:xfrm>
            <a:off x="7892142" y="-1489788"/>
            <a:ext cx="6275759" cy="5715189"/>
            <a:chOff x="4751220" y="-1407341"/>
            <a:chExt cx="5536427" cy="5536427"/>
          </a:xfrm>
        </p:grpSpPr>
        <p:sp>
          <p:nvSpPr>
            <p:cNvPr id="14" name="Oval 13">
              <a:extLst>
                <a:ext uri="{FF2B5EF4-FFF2-40B4-BE49-F238E27FC236}">
                  <a16:creationId xmlns:a16="http://schemas.microsoft.com/office/drawing/2014/main" id="{F3800CED-01BB-395F-9C34-DF11DCF37717}"/>
                </a:ext>
              </a:extLst>
            </p:cNvPr>
            <p:cNvSpPr/>
            <p:nvPr/>
          </p:nvSpPr>
          <p:spPr>
            <a:xfrm>
              <a:off x="4751220" y="-1407341"/>
              <a:ext cx="5536427" cy="5536427"/>
            </a:xfrm>
            <a:prstGeom prst="ellipse">
              <a:avLst/>
            </a:prstGeom>
            <a:gradFill flip="none" rotWithShape="1">
              <a:gsLst>
                <a:gs pos="0">
                  <a:schemeClr val="accent1">
                    <a:lumMod val="20000"/>
                    <a:lumOff val="80000"/>
                  </a:schemeClr>
                </a:gs>
                <a:gs pos="100000">
                  <a:schemeClr val="accent1">
                    <a:lumMod val="20000"/>
                    <a:lumOff val="8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5" name="Oval 14">
              <a:extLst>
                <a:ext uri="{FF2B5EF4-FFF2-40B4-BE49-F238E27FC236}">
                  <a16:creationId xmlns:a16="http://schemas.microsoft.com/office/drawing/2014/main" id="{9C509CFE-8267-5188-850B-475C5B9B59DC}"/>
                </a:ext>
              </a:extLst>
            </p:cNvPr>
            <p:cNvSpPr/>
            <p:nvPr/>
          </p:nvSpPr>
          <p:spPr>
            <a:xfrm>
              <a:off x="5285099" y="-873462"/>
              <a:ext cx="4468669" cy="4468669"/>
            </a:xfrm>
            <a:prstGeom prst="ellipse">
              <a:avLst/>
            </a:prstGeom>
            <a:gradFill flip="none" rotWithShape="1">
              <a:gsLst>
                <a:gs pos="0">
                  <a:schemeClr val="accent1">
                    <a:lumMod val="60000"/>
                    <a:lumOff val="40000"/>
                  </a:schemeClr>
                </a:gs>
                <a:gs pos="100000">
                  <a:schemeClr val="accent1">
                    <a:lumMod val="60000"/>
                    <a:lumOff val="4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6" name="Oval 15">
              <a:extLst>
                <a:ext uri="{FF2B5EF4-FFF2-40B4-BE49-F238E27FC236}">
                  <a16:creationId xmlns:a16="http://schemas.microsoft.com/office/drawing/2014/main" id="{6CD8CDFB-DB1D-EAC8-AB50-7F0C715B0E86}"/>
                </a:ext>
              </a:extLst>
            </p:cNvPr>
            <p:cNvSpPr/>
            <p:nvPr/>
          </p:nvSpPr>
          <p:spPr>
            <a:xfrm>
              <a:off x="5818974" y="-339586"/>
              <a:ext cx="3400918" cy="3400918"/>
            </a:xfrm>
            <a:prstGeom prst="ellipse">
              <a:avLst/>
            </a:prstGeom>
            <a:gradFill flip="none" rotWithShape="1">
              <a:gsLst>
                <a:gs pos="0">
                  <a:schemeClr val="accent1"/>
                </a:gs>
                <a:gs pos="100000">
                  <a:schemeClr val="accent1">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grpSp>
    </p:spTree>
    <p:extLst>
      <p:ext uri="{BB962C8B-B14F-4D97-AF65-F5344CB8AC3E}">
        <p14:creationId xmlns:p14="http://schemas.microsoft.com/office/powerpoint/2010/main" val="282898194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7_Miscellaneou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2415AAE-C838-C5C0-87FD-5588E4E4FC41}"/>
              </a:ext>
            </a:extLst>
          </p:cNvPr>
          <p:cNvSpPr/>
          <p:nvPr userDrawn="1"/>
        </p:nvSpPr>
        <p:spPr>
          <a:xfrm>
            <a:off x="0" y="0"/>
            <a:ext cx="6095999" cy="31763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F00F7B0D-9D94-DB3C-3EBD-A4C8B0C18626}"/>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7" name="Rectangle 6">
            <a:extLst>
              <a:ext uri="{FF2B5EF4-FFF2-40B4-BE49-F238E27FC236}">
                <a16:creationId xmlns:a16="http://schemas.microsoft.com/office/drawing/2014/main" id="{0CEA8634-4653-5EE0-DBA6-ACFA3DCC51F9}"/>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 Placeholder 2">
            <a:extLst>
              <a:ext uri="{FF2B5EF4-FFF2-40B4-BE49-F238E27FC236}">
                <a16:creationId xmlns:a16="http://schemas.microsoft.com/office/drawing/2014/main" id="{BEF00F5E-6C07-C761-CDDF-19E4C8AEBDC2}"/>
              </a:ext>
            </a:extLst>
          </p:cNvPr>
          <p:cNvSpPr>
            <a:spLocks noGrp="1"/>
          </p:cNvSpPr>
          <p:nvPr>
            <p:ph idx="1" hasCustomPrompt="1"/>
          </p:nvPr>
        </p:nvSpPr>
        <p:spPr>
          <a:xfrm>
            <a:off x="531266" y="1673100"/>
            <a:ext cx="4870073" cy="1059606"/>
          </a:xfrm>
          <a:prstGeom prst="rect">
            <a:avLst/>
          </a:prstGeom>
        </p:spPr>
        <p:txBody>
          <a:bodyPr vert="horz" lIns="91440" tIns="45720" rIns="91440" bIns="45720" rtlCol="0">
            <a:normAutofit/>
          </a:bodyPr>
          <a:lstStyle>
            <a:lvl1pPr marL="0" indent="0">
              <a:buNone/>
              <a:defRPr sz="1800"/>
            </a:lvl1pPr>
            <a:lvl2pPr marL="457200" indent="0">
              <a:buNone/>
              <a:defRPr sz="1600"/>
            </a:lvl2pPr>
            <a:lvl3pPr marL="914400" indent="0">
              <a:buNone/>
              <a:defRPr sz="1400"/>
            </a:lvl3pPr>
          </a:lstStyle>
          <a:p>
            <a:pPr lvl="0"/>
            <a:r>
              <a:rPr lang="en-US"/>
              <a:t>Click to edit Master text styles</a:t>
            </a:r>
          </a:p>
        </p:txBody>
      </p:sp>
      <p:sp>
        <p:nvSpPr>
          <p:cNvPr id="9" name="Rectangle 8">
            <a:extLst>
              <a:ext uri="{FF2B5EF4-FFF2-40B4-BE49-F238E27FC236}">
                <a16:creationId xmlns:a16="http://schemas.microsoft.com/office/drawing/2014/main" id="{B4E22741-9D2C-570F-ED76-1505015E44A2}"/>
              </a:ext>
            </a:extLst>
          </p:cNvPr>
          <p:cNvSpPr/>
          <p:nvPr userDrawn="1"/>
        </p:nvSpPr>
        <p:spPr>
          <a:xfrm>
            <a:off x="4591343" y="3553493"/>
            <a:ext cx="1168942" cy="79073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0" name="Rectangle 9">
            <a:extLst>
              <a:ext uri="{FF2B5EF4-FFF2-40B4-BE49-F238E27FC236}">
                <a16:creationId xmlns:a16="http://schemas.microsoft.com/office/drawing/2014/main" id="{03DD913D-23F9-79DF-7812-192EC27C04C0}"/>
              </a:ext>
            </a:extLst>
          </p:cNvPr>
          <p:cNvSpPr/>
          <p:nvPr userDrawn="1"/>
        </p:nvSpPr>
        <p:spPr>
          <a:xfrm>
            <a:off x="10333248" y="3553493"/>
            <a:ext cx="1168942" cy="79073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1" name="Rectangle 10">
            <a:extLst>
              <a:ext uri="{FF2B5EF4-FFF2-40B4-BE49-F238E27FC236}">
                <a16:creationId xmlns:a16="http://schemas.microsoft.com/office/drawing/2014/main" id="{81285636-1154-9D1E-211E-DDAF94DD0381}"/>
              </a:ext>
            </a:extLst>
          </p:cNvPr>
          <p:cNvSpPr/>
          <p:nvPr userDrawn="1"/>
        </p:nvSpPr>
        <p:spPr>
          <a:xfrm>
            <a:off x="10333248" y="801889"/>
            <a:ext cx="1168942" cy="79073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2" name="Rectangle 11">
            <a:extLst>
              <a:ext uri="{FF2B5EF4-FFF2-40B4-BE49-F238E27FC236}">
                <a16:creationId xmlns:a16="http://schemas.microsoft.com/office/drawing/2014/main" id="{67C3348F-55E6-9418-ACD1-C1BC0AD8F447}"/>
              </a:ext>
            </a:extLst>
          </p:cNvPr>
          <p:cNvSpPr/>
          <p:nvPr userDrawn="1"/>
        </p:nvSpPr>
        <p:spPr>
          <a:xfrm>
            <a:off x="6244390" y="926432"/>
            <a:ext cx="5431674" cy="224990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3" name="Rectangle 12">
            <a:extLst>
              <a:ext uri="{FF2B5EF4-FFF2-40B4-BE49-F238E27FC236}">
                <a16:creationId xmlns:a16="http://schemas.microsoft.com/office/drawing/2014/main" id="{9AC7E1C1-5CFD-A7CD-D27C-3101E83E905E}"/>
              </a:ext>
            </a:extLst>
          </p:cNvPr>
          <p:cNvSpPr/>
          <p:nvPr userDrawn="1"/>
        </p:nvSpPr>
        <p:spPr>
          <a:xfrm>
            <a:off x="6257843" y="3681664"/>
            <a:ext cx="5431674" cy="22499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4" name="Rectangle 13">
            <a:extLst>
              <a:ext uri="{FF2B5EF4-FFF2-40B4-BE49-F238E27FC236}">
                <a16:creationId xmlns:a16="http://schemas.microsoft.com/office/drawing/2014/main" id="{8D6A9663-6B28-7FE4-F1E9-1CD792770DA6}"/>
              </a:ext>
            </a:extLst>
          </p:cNvPr>
          <p:cNvSpPr/>
          <p:nvPr userDrawn="1"/>
        </p:nvSpPr>
        <p:spPr>
          <a:xfrm>
            <a:off x="515938" y="3681664"/>
            <a:ext cx="5431674" cy="22499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15" name="Straight Connector 14">
            <a:extLst>
              <a:ext uri="{FF2B5EF4-FFF2-40B4-BE49-F238E27FC236}">
                <a16:creationId xmlns:a16="http://schemas.microsoft.com/office/drawing/2014/main" id="{11B5C72A-5DD2-A49C-18A8-CD6BAB61F580}"/>
              </a:ext>
            </a:extLst>
          </p:cNvPr>
          <p:cNvCxnSpPr/>
          <p:nvPr userDrawn="1"/>
        </p:nvCxnSpPr>
        <p:spPr>
          <a:xfrm>
            <a:off x="502483" y="3429001"/>
            <a:ext cx="11173581" cy="0"/>
          </a:xfrm>
          <a:prstGeom prst="line">
            <a:avLst/>
          </a:prstGeom>
          <a:ln>
            <a:solidFill>
              <a:schemeClr val="bg1">
                <a:lumMod val="75000"/>
              </a:schemeClr>
            </a:solidFill>
            <a:prstDash val="lgDash"/>
            <a:round/>
          </a:ln>
        </p:spPr>
        <p:style>
          <a:lnRef idx="1">
            <a:schemeClr val="accent1"/>
          </a:lnRef>
          <a:fillRef idx="0">
            <a:schemeClr val="accent1"/>
          </a:fillRef>
          <a:effectRef idx="0">
            <a:schemeClr val="accent1"/>
          </a:effectRef>
          <a:fontRef idx="minor">
            <a:schemeClr val="tx1"/>
          </a:fontRef>
        </p:style>
      </p:cxnSp>
      <p:sp>
        <p:nvSpPr>
          <p:cNvPr id="16" name="Right Triangle 15">
            <a:extLst>
              <a:ext uri="{FF2B5EF4-FFF2-40B4-BE49-F238E27FC236}">
                <a16:creationId xmlns:a16="http://schemas.microsoft.com/office/drawing/2014/main" id="{4BBD0511-C8CE-FC9A-43EC-52E14E5DD11A}"/>
              </a:ext>
            </a:extLst>
          </p:cNvPr>
          <p:cNvSpPr/>
          <p:nvPr userDrawn="1"/>
        </p:nvSpPr>
        <p:spPr>
          <a:xfrm rot="10800000">
            <a:off x="10333248" y="801889"/>
            <a:ext cx="1356269" cy="1356269"/>
          </a:xfrm>
          <a:prstGeom prst="r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7" name="Right Triangle 16">
            <a:extLst>
              <a:ext uri="{FF2B5EF4-FFF2-40B4-BE49-F238E27FC236}">
                <a16:creationId xmlns:a16="http://schemas.microsoft.com/office/drawing/2014/main" id="{A160063B-6C34-67CA-4684-EC0313F26F17}"/>
              </a:ext>
            </a:extLst>
          </p:cNvPr>
          <p:cNvSpPr/>
          <p:nvPr userDrawn="1"/>
        </p:nvSpPr>
        <p:spPr>
          <a:xfrm rot="10800000">
            <a:off x="10333248" y="3553493"/>
            <a:ext cx="1356269" cy="1356269"/>
          </a:xfrm>
          <a:prstGeom prst="r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8" name="Right Triangle 17">
            <a:extLst>
              <a:ext uri="{FF2B5EF4-FFF2-40B4-BE49-F238E27FC236}">
                <a16:creationId xmlns:a16="http://schemas.microsoft.com/office/drawing/2014/main" id="{A8969F5B-E01F-D49F-C45D-1F76E94F308D}"/>
              </a:ext>
            </a:extLst>
          </p:cNvPr>
          <p:cNvSpPr/>
          <p:nvPr userDrawn="1"/>
        </p:nvSpPr>
        <p:spPr>
          <a:xfrm rot="10800000">
            <a:off x="4591343" y="3553493"/>
            <a:ext cx="1356269" cy="1356269"/>
          </a:xfrm>
          <a:prstGeom prst="r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0" name="Content Placeholder 50">
            <a:extLst>
              <a:ext uri="{FF2B5EF4-FFF2-40B4-BE49-F238E27FC236}">
                <a16:creationId xmlns:a16="http://schemas.microsoft.com/office/drawing/2014/main" id="{FFE1F0BF-FF5F-BF0B-7E0C-0C4A0F18A2C8}"/>
              </a:ext>
            </a:extLst>
          </p:cNvPr>
          <p:cNvSpPr>
            <a:spLocks noGrp="1"/>
          </p:cNvSpPr>
          <p:nvPr>
            <p:ph sz="quarter" idx="18" hasCustomPrompt="1"/>
          </p:nvPr>
        </p:nvSpPr>
        <p:spPr>
          <a:xfrm>
            <a:off x="948484" y="4117485"/>
            <a:ext cx="1356270" cy="1356270"/>
          </a:xfrm>
          <a:prstGeom prst="rect">
            <a:avLst/>
          </a:prstGeom>
          <a:ln>
            <a:no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800" b="0">
                <a:solidFill>
                  <a:schemeClr val="tx1"/>
                </a:solidFill>
                <a:latin typeface="Barlow" panose="00000500000000000000" pitchFamily="2" charset="0"/>
              </a:defRPr>
            </a:lvl1pPr>
          </a:lstStyle>
          <a:p>
            <a:pPr lvl="0"/>
            <a:r>
              <a:rPr lang="en-US"/>
              <a:t>Insert Icon Here</a:t>
            </a:r>
            <a:endParaRPr lang="en-IN"/>
          </a:p>
        </p:txBody>
      </p:sp>
      <p:sp>
        <p:nvSpPr>
          <p:cNvPr id="59" name="Text Placeholder 37">
            <a:extLst>
              <a:ext uri="{FF2B5EF4-FFF2-40B4-BE49-F238E27FC236}">
                <a16:creationId xmlns:a16="http://schemas.microsoft.com/office/drawing/2014/main" id="{0C361ADD-3BD3-2DE2-77C2-F896FA82275C}"/>
              </a:ext>
            </a:extLst>
          </p:cNvPr>
          <p:cNvSpPr>
            <a:spLocks noGrp="1"/>
          </p:cNvSpPr>
          <p:nvPr>
            <p:ph type="body" sz="quarter" idx="25" hasCustomPrompt="1"/>
          </p:nvPr>
        </p:nvSpPr>
        <p:spPr>
          <a:xfrm>
            <a:off x="2440863" y="4117484"/>
            <a:ext cx="2563091" cy="479405"/>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a:t>Click to add text</a:t>
            </a:r>
            <a:endParaRPr lang="en-IN"/>
          </a:p>
        </p:txBody>
      </p:sp>
      <p:sp>
        <p:nvSpPr>
          <p:cNvPr id="60" name="Text Placeholder 37">
            <a:extLst>
              <a:ext uri="{FF2B5EF4-FFF2-40B4-BE49-F238E27FC236}">
                <a16:creationId xmlns:a16="http://schemas.microsoft.com/office/drawing/2014/main" id="{D0D9D81C-0FED-3B8F-DAF5-A9796A785BF4}"/>
              </a:ext>
            </a:extLst>
          </p:cNvPr>
          <p:cNvSpPr>
            <a:spLocks noGrp="1"/>
          </p:cNvSpPr>
          <p:nvPr>
            <p:ph type="body" sz="quarter" idx="26" hasCustomPrompt="1"/>
          </p:nvPr>
        </p:nvSpPr>
        <p:spPr>
          <a:xfrm>
            <a:off x="2440863" y="4697448"/>
            <a:ext cx="2563091" cy="776308"/>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68" name="Content Placeholder 50">
            <a:extLst>
              <a:ext uri="{FF2B5EF4-FFF2-40B4-BE49-F238E27FC236}">
                <a16:creationId xmlns:a16="http://schemas.microsoft.com/office/drawing/2014/main" id="{F68A945F-C111-074D-63C2-F1FDEA11FC9A}"/>
              </a:ext>
            </a:extLst>
          </p:cNvPr>
          <p:cNvSpPr>
            <a:spLocks noGrp="1"/>
          </p:cNvSpPr>
          <p:nvPr>
            <p:ph sz="quarter" idx="27" hasCustomPrompt="1"/>
          </p:nvPr>
        </p:nvSpPr>
        <p:spPr>
          <a:xfrm>
            <a:off x="6699913" y="1398502"/>
            <a:ext cx="1356270" cy="1356270"/>
          </a:xfrm>
          <a:prstGeom prst="rect">
            <a:avLst/>
          </a:prstGeom>
          <a:ln>
            <a:no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800" b="0">
                <a:solidFill>
                  <a:schemeClr val="tx1"/>
                </a:solidFill>
                <a:latin typeface="Barlow" panose="00000500000000000000" pitchFamily="2" charset="0"/>
              </a:defRPr>
            </a:lvl1pPr>
          </a:lstStyle>
          <a:p>
            <a:pPr lvl="0"/>
            <a:r>
              <a:rPr lang="en-US"/>
              <a:t>Insert Icon Here</a:t>
            </a:r>
            <a:endParaRPr lang="en-IN"/>
          </a:p>
        </p:txBody>
      </p:sp>
      <p:sp>
        <p:nvSpPr>
          <p:cNvPr id="69" name="Text Placeholder 37">
            <a:extLst>
              <a:ext uri="{FF2B5EF4-FFF2-40B4-BE49-F238E27FC236}">
                <a16:creationId xmlns:a16="http://schemas.microsoft.com/office/drawing/2014/main" id="{8BF97183-C015-A284-B152-570AC5608346}"/>
              </a:ext>
            </a:extLst>
          </p:cNvPr>
          <p:cNvSpPr>
            <a:spLocks noGrp="1"/>
          </p:cNvSpPr>
          <p:nvPr>
            <p:ph type="body" sz="quarter" idx="28" hasCustomPrompt="1"/>
          </p:nvPr>
        </p:nvSpPr>
        <p:spPr>
          <a:xfrm>
            <a:off x="8192292" y="1398501"/>
            <a:ext cx="2563091" cy="479405"/>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a:t>Click to add text</a:t>
            </a:r>
            <a:endParaRPr lang="en-IN"/>
          </a:p>
        </p:txBody>
      </p:sp>
      <p:sp>
        <p:nvSpPr>
          <p:cNvPr id="70" name="Text Placeholder 37">
            <a:extLst>
              <a:ext uri="{FF2B5EF4-FFF2-40B4-BE49-F238E27FC236}">
                <a16:creationId xmlns:a16="http://schemas.microsoft.com/office/drawing/2014/main" id="{21F9DD26-3F06-822A-3118-CE4DA3092C60}"/>
              </a:ext>
            </a:extLst>
          </p:cNvPr>
          <p:cNvSpPr>
            <a:spLocks noGrp="1"/>
          </p:cNvSpPr>
          <p:nvPr>
            <p:ph type="body" sz="quarter" idx="29" hasCustomPrompt="1"/>
          </p:nvPr>
        </p:nvSpPr>
        <p:spPr>
          <a:xfrm>
            <a:off x="8192292" y="1978465"/>
            <a:ext cx="2563091" cy="776308"/>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74" name="Content Placeholder 50">
            <a:extLst>
              <a:ext uri="{FF2B5EF4-FFF2-40B4-BE49-F238E27FC236}">
                <a16:creationId xmlns:a16="http://schemas.microsoft.com/office/drawing/2014/main" id="{82DF2470-D149-0C09-06C2-BC271089E62D}"/>
              </a:ext>
            </a:extLst>
          </p:cNvPr>
          <p:cNvSpPr>
            <a:spLocks noGrp="1"/>
          </p:cNvSpPr>
          <p:nvPr>
            <p:ph sz="quarter" idx="30" hasCustomPrompt="1"/>
          </p:nvPr>
        </p:nvSpPr>
        <p:spPr>
          <a:xfrm>
            <a:off x="6677189" y="4101914"/>
            <a:ext cx="1356270" cy="1356270"/>
          </a:xfrm>
          <a:prstGeom prst="rect">
            <a:avLst/>
          </a:prstGeom>
          <a:ln>
            <a:no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800" b="0">
                <a:solidFill>
                  <a:schemeClr val="tx1"/>
                </a:solidFill>
                <a:latin typeface="Barlow" panose="00000500000000000000" pitchFamily="2" charset="0"/>
              </a:defRPr>
            </a:lvl1pPr>
          </a:lstStyle>
          <a:p>
            <a:pPr lvl="0"/>
            <a:r>
              <a:rPr lang="en-US"/>
              <a:t>Insert Icon Here</a:t>
            </a:r>
            <a:endParaRPr lang="en-IN"/>
          </a:p>
        </p:txBody>
      </p:sp>
      <p:sp>
        <p:nvSpPr>
          <p:cNvPr id="75" name="Text Placeholder 37">
            <a:extLst>
              <a:ext uri="{FF2B5EF4-FFF2-40B4-BE49-F238E27FC236}">
                <a16:creationId xmlns:a16="http://schemas.microsoft.com/office/drawing/2014/main" id="{AEF22835-1E7D-CE76-96C1-40FAC8EF0725}"/>
              </a:ext>
            </a:extLst>
          </p:cNvPr>
          <p:cNvSpPr>
            <a:spLocks noGrp="1"/>
          </p:cNvSpPr>
          <p:nvPr>
            <p:ph type="body" sz="quarter" idx="31" hasCustomPrompt="1"/>
          </p:nvPr>
        </p:nvSpPr>
        <p:spPr>
          <a:xfrm>
            <a:off x="8169568" y="4101913"/>
            <a:ext cx="2563091" cy="479405"/>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a:t>Click to add text</a:t>
            </a:r>
            <a:endParaRPr lang="en-IN"/>
          </a:p>
        </p:txBody>
      </p:sp>
      <p:sp>
        <p:nvSpPr>
          <p:cNvPr id="76" name="Text Placeholder 37">
            <a:extLst>
              <a:ext uri="{FF2B5EF4-FFF2-40B4-BE49-F238E27FC236}">
                <a16:creationId xmlns:a16="http://schemas.microsoft.com/office/drawing/2014/main" id="{326059B1-3B52-E7DE-37F7-451AD4603F02}"/>
              </a:ext>
            </a:extLst>
          </p:cNvPr>
          <p:cNvSpPr>
            <a:spLocks noGrp="1"/>
          </p:cNvSpPr>
          <p:nvPr>
            <p:ph type="body" sz="quarter" idx="32" hasCustomPrompt="1"/>
          </p:nvPr>
        </p:nvSpPr>
        <p:spPr>
          <a:xfrm>
            <a:off x="8169568" y="4681877"/>
            <a:ext cx="2563091" cy="776308"/>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79" name="Text Placeholder 37">
            <a:extLst>
              <a:ext uri="{FF2B5EF4-FFF2-40B4-BE49-F238E27FC236}">
                <a16:creationId xmlns:a16="http://schemas.microsoft.com/office/drawing/2014/main" id="{E5884938-EDA9-151E-0689-7405E2387741}"/>
              </a:ext>
            </a:extLst>
          </p:cNvPr>
          <p:cNvSpPr>
            <a:spLocks noGrp="1"/>
          </p:cNvSpPr>
          <p:nvPr>
            <p:ph type="body" sz="quarter" idx="33" hasCustomPrompt="1"/>
          </p:nvPr>
        </p:nvSpPr>
        <p:spPr>
          <a:xfrm>
            <a:off x="10948771" y="938188"/>
            <a:ext cx="652659" cy="479405"/>
          </a:xfrm>
        </p:spPr>
        <p:txBody>
          <a:bodyPr>
            <a:noAutofit/>
          </a:bodyPr>
          <a:lstStyle>
            <a:lvl1pPr marL="0" indent="0" algn="l">
              <a:buNone/>
              <a:defRPr lang="en-IN" sz="2800" b="1" kern="1200" dirty="0">
                <a:solidFill>
                  <a:schemeClr val="tx1"/>
                </a:solidFill>
                <a:latin typeface="Barlow" panose="00000500000000000000" pitchFamily="2" charset="0"/>
                <a:ea typeface="Open Sans" pitchFamily="2" charset="0"/>
                <a:cs typeface="Open Sans" pitchFamily="2" charset="0"/>
              </a:defRPr>
            </a:lvl1pPr>
          </a:lstStyle>
          <a:p>
            <a:pPr marL="0" lvl="0" indent="0" algn="ctr" defTabSz="914400" rtl="0" eaLnBrk="1" latinLnBrk="0" hangingPunct="1">
              <a:lnSpc>
                <a:spcPct val="90000"/>
              </a:lnSpc>
              <a:spcBef>
                <a:spcPts val="1000"/>
              </a:spcBef>
              <a:buFont typeface="Arial" panose="020B0604020202020204" pitchFamily="34" charset="0"/>
              <a:buNone/>
            </a:pPr>
            <a:r>
              <a:rPr lang="en-US"/>
              <a:t>01</a:t>
            </a:r>
            <a:endParaRPr lang="en-IN"/>
          </a:p>
        </p:txBody>
      </p:sp>
      <p:sp>
        <p:nvSpPr>
          <p:cNvPr id="81" name="Text Placeholder 37">
            <a:extLst>
              <a:ext uri="{FF2B5EF4-FFF2-40B4-BE49-F238E27FC236}">
                <a16:creationId xmlns:a16="http://schemas.microsoft.com/office/drawing/2014/main" id="{7A7E20B9-751E-AA4C-EDB8-E28B23757796}"/>
              </a:ext>
            </a:extLst>
          </p:cNvPr>
          <p:cNvSpPr>
            <a:spLocks noGrp="1"/>
          </p:cNvSpPr>
          <p:nvPr>
            <p:ph type="body" sz="quarter" idx="34" hasCustomPrompt="1"/>
          </p:nvPr>
        </p:nvSpPr>
        <p:spPr>
          <a:xfrm>
            <a:off x="5200965" y="3709156"/>
            <a:ext cx="652659" cy="479405"/>
          </a:xfrm>
        </p:spPr>
        <p:txBody>
          <a:bodyPr>
            <a:noAutofit/>
          </a:bodyPr>
          <a:lstStyle>
            <a:lvl1pPr marL="0" indent="0" algn="l">
              <a:buNone/>
              <a:defRPr lang="en-IN" sz="2800" b="1" kern="1200" dirty="0">
                <a:solidFill>
                  <a:schemeClr val="tx1"/>
                </a:solidFill>
                <a:latin typeface="Barlow" panose="00000500000000000000" pitchFamily="2" charset="0"/>
                <a:ea typeface="Open Sans" pitchFamily="2" charset="0"/>
                <a:cs typeface="Open Sans" pitchFamily="2" charset="0"/>
              </a:defRPr>
            </a:lvl1pPr>
          </a:lstStyle>
          <a:p>
            <a:pPr marL="0" lvl="0" indent="0" algn="ctr" defTabSz="914400" rtl="0" eaLnBrk="1" latinLnBrk="0" hangingPunct="1">
              <a:lnSpc>
                <a:spcPct val="90000"/>
              </a:lnSpc>
              <a:spcBef>
                <a:spcPts val="1000"/>
              </a:spcBef>
              <a:buFont typeface="Arial" panose="020B0604020202020204" pitchFamily="34" charset="0"/>
              <a:buNone/>
            </a:pPr>
            <a:r>
              <a:rPr lang="en-US"/>
              <a:t>02</a:t>
            </a:r>
            <a:endParaRPr lang="en-IN"/>
          </a:p>
        </p:txBody>
      </p:sp>
      <p:sp>
        <p:nvSpPr>
          <p:cNvPr id="83" name="Text Placeholder 37">
            <a:extLst>
              <a:ext uri="{FF2B5EF4-FFF2-40B4-BE49-F238E27FC236}">
                <a16:creationId xmlns:a16="http://schemas.microsoft.com/office/drawing/2014/main" id="{9E2091D9-552F-A9D3-D367-04188F7D25D5}"/>
              </a:ext>
            </a:extLst>
          </p:cNvPr>
          <p:cNvSpPr>
            <a:spLocks noGrp="1"/>
          </p:cNvSpPr>
          <p:nvPr>
            <p:ph type="body" sz="quarter" idx="35" hasCustomPrompt="1"/>
          </p:nvPr>
        </p:nvSpPr>
        <p:spPr>
          <a:xfrm>
            <a:off x="10954488" y="3703264"/>
            <a:ext cx="652659" cy="479405"/>
          </a:xfrm>
        </p:spPr>
        <p:txBody>
          <a:bodyPr>
            <a:noAutofit/>
          </a:bodyPr>
          <a:lstStyle>
            <a:lvl1pPr marL="0" indent="0" algn="l">
              <a:buNone/>
              <a:defRPr lang="en-IN" sz="2800" b="1" kern="1200" dirty="0">
                <a:solidFill>
                  <a:schemeClr val="tx1"/>
                </a:solidFill>
                <a:latin typeface="Barlow" panose="00000500000000000000" pitchFamily="2" charset="0"/>
                <a:ea typeface="Open Sans" pitchFamily="2" charset="0"/>
                <a:cs typeface="Open Sans" pitchFamily="2" charset="0"/>
              </a:defRPr>
            </a:lvl1pPr>
          </a:lstStyle>
          <a:p>
            <a:pPr marL="0" lvl="0" indent="0" algn="ctr" defTabSz="914400" rtl="0" eaLnBrk="1" latinLnBrk="0" hangingPunct="1">
              <a:lnSpc>
                <a:spcPct val="90000"/>
              </a:lnSpc>
              <a:spcBef>
                <a:spcPts val="1000"/>
              </a:spcBef>
              <a:buFont typeface="Arial" panose="020B0604020202020204" pitchFamily="34" charset="0"/>
              <a:buNone/>
            </a:pPr>
            <a:r>
              <a:rPr lang="en-US"/>
              <a:t>03</a:t>
            </a:r>
            <a:endParaRPr lang="en-IN"/>
          </a:p>
        </p:txBody>
      </p:sp>
    </p:spTree>
    <p:extLst>
      <p:ext uri="{BB962C8B-B14F-4D97-AF65-F5344CB8AC3E}">
        <p14:creationId xmlns:p14="http://schemas.microsoft.com/office/powerpoint/2010/main" val="422226957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8_Miscellaneou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264FE84E-A333-1157-AB6D-AAABC2B53E76}"/>
              </a:ext>
            </a:extLst>
          </p:cNvPr>
          <p:cNvSpPr>
            <a:spLocks noGrp="1"/>
          </p:cNvSpPr>
          <p:nvPr>
            <p:ph type="pic" sz="quarter" idx="13"/>
          </p:nvPr>
        </p:nvSpPr>
        <p:spPr>
          <a:xfrm>
            <a:off x="0" y="0"/>
            <a:ext cx="4986609" cy="6858000"/>
          </a:xfrm>
          <a:solidFill>
            <a:schemeClr val="tx2">
              <a:alpha val="75000"/>
            </a:schemeClr>
          </a:solidFill>
        </p:spPr>
        <p:txBody>
          <a:bodyPr/>
          <a:lstStyle/>
          <a:p>
            <a:endParaRPr lang="en-IN"/>
          </a:p>
        </p:txBody>
      </p:sp>
      <p:sp>
        <p:nvSpPr>
          <p:cNvPr id="6" name="Rectangle 5">
            <a:extLst>
              <a:ext uri="{FF2B5EF4-FFF2-40B4-BE49-F238E27FC236}">
                <a16:creationId xmlns:a16="http://schemas.microsoft.com/office/drawing/2014/main" id="{5D6D9364-0E65-7D7C-90D8-C8D8F4264563}"/>
              </a:ext>
            </a:extLst>
          </p:cNvPr>
          <p:cNvSpPr/>
          <p:nvPr userDrawn="1"/>
        </p:nvSpPr>
        <p:spPr>
          <a:xfrm>
            <a:off x="5383446" y="3308178"/>
            <a:ext cx="2142784" cy="28835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Rectangle 6">
            <a:extLst>
              <a:ext uri="{FF2B5EF4-FFF2-40B4-BE49-F238E27FC236}">
                <a16:creationId xmlns:a16="http://schemas.microsoft.com/office/drawing/2014/main" id="{AAAB73E3-0687-BF1F-B4EE-AA3BB7454C67}"/>
              </a:ext>
            </a:extLst>
          </p:cNvPr>
          <p:cNvSpPr/>
          <p:nvPr userDrawn="1"/>
        </p:nvSpPr>
        <p:spPr>
          <a:xfrm>
            <a:off x="7530687" y="2066180"/>
            <a:ext cx="2142784" cy="411494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Rectangle 7">
            <a:extLst>
              <a:ext uri="{FF2B5EF4-FFF2-40B4-BE49-F238E27FC236}">
                <a16:creationId xmlns:a16="http://schemas.microsoft.com/office/drawing/2014/main" id="{C5E6ECBF-3F3D-1D15-F367-253F34178F40}"/>
              </a:ext>
            </a:extLst>
          </p:cNvPr>
          <p:cNvSpPr/>
          <p:nvPr userDrawn="1"/>
        </p:nvSpPr>
        <p:spPr>
          <a:xfrm>
            <a:off x="9631142" y="1102414"/>
            <a:ext cx="2142784" cy="507871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41" name="Straight Connector 40">
            <a:extLst>
              <a:ext uri="{FF2B5EF4-FFF2-40B4-BE49-F238E27FC236}">
                <a16:creationId xmlns:a16="http://schemas.microsoft.com/office/drawing/2014/main" id="{12D7C107-1DFE-F6F1-198A-E85400F246D1}"/>
              </a:ext>
            </a:extLst>
          </p:cNvPr>
          <p:cNvCxnSpPr>
            <a:cxnSpLocks/>
          </p:cNvCxnSpPr>
          <p:nvPr userDrawn="1"/>
        </p:nvCxnSpPr>
        <p:spPr>
          <a:xfrm>
            <a:off x="7512611" y="5902975"/>
            <a:ext cx="147853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F24D0AB-7DE2-51C4-A9E2-8CDB73F27A9E}"/>
              </a:ext>
            </a:extLst>
          </p:cNvPr>
          <p:cNvCxnSpPr>
            <a:cxnSpLocks/>
          </p:cNvCxnSpPr>
          <p:nvPr userDrawn="1"/>
        </p:nvCxnSpPr>
        <p:spPr>
          <a:xfrm>
            <a:off x="9613551" y="5902975"/>
            <a:ext cx="147853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D217CAC-7641-1DFD-8873-38B4FCDE4EF9}"/>
              </a:ext>
            </a:extLst>
          </p:cNvPr>
          <p:cNvCxnSpPr>
            <a:cxnSpLocks/>
          </p:cNvCxnSpPr>
          <p:nvPr userDrawn="1"/>
        </p:nvCxnSpPr>
        <p:spPr>
          <a:xfrm>
            <a:off x="838200" y="5912310"/>
            <a:ext cx="5966637" cy="0"/>
          </a:xfrm>
          <a:prstGeom prst="line">
            <a:avLst/>
          </a:prstGeom>
          <a:ln>
            <a:solidFill>
              <a:schemeClr val="bg1"/>
            </a:solidFill>
            <a:headEnd type="oval"/>
          </a:ln>
        </p:spPr>
        <p:style>
          <a:lnRef idx="1">
            <a:schemeClr val="accent1"/>
          </a:lnRef>
          <a:fillRef idx="0">
            <a:schemeClr val="accent1"/>
          </a:fillRef>
          <a:effectRef idx="0">
            <a:schemeClr val="accent1"/>
          </a:effectRef>
          <a:fontRef idx="minor">
            <a:schemeClr val="tx1"/>
          </a:fontRef>
        </p:style>
      </p:cxnSp>
      <p:sp>
        <p:nvSpPr>
          <p:cNvPr id="45" name="Content Placeholder 50">
            <a:extLst>
              <a:ext uri="{FF2B5EF4-FFF2-40B4-BE49-F238E27FC236}">
                <a16:creationId xmlns:a16="http://schemas.microsoft.com/office/drawing/2014/main" id="{6401874C-D0BB-FE11-AB98-365DDD746107}"/>
              </a:ext>
            </a:extLst>
          </p:cNvPr>
          <p:cNvSpPr>
            <a:spLocks noGrp="1"/>
          </p:cNvSpPr>
          <p:nvPr>
            <p:ph sz="quarter" idx="18" hasCustomPrompt="1"/>
          </p:nvPr>
        </p:nvSpPr>
        <p:spPr>
          <a:xfrm>
            <a:off x="5537454" y="2672034"/>
            <a:ext cx="699793" cy="699793"/>
          </a:xfrm>
          <a:prstGeom prst="rect">
            <a:avLst/>
          </a:prstGeom>
          <a:solidFill>
            <a:schemeClr val="bg2"/>
          </a:solidFill>
          <a:ln w="152400">
            <a:solidFill>
              <a:schemeClr val="accent1">
                <a:alpha val="97000"/>
              </a:schemeClr>
            </a:solid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400" b="0">
                <a:solidFill>
                  <a:schemeClr val="tx1"/>
                </a:solidFill>
                <a:latin typeface="Barlow" panose="00000500000000000000" pitchFamily="2" charset="0"/>
              </a:defRPr>
            </a:lvl1pPr>
          </a:lstStyle>
          <a:p>
            <a:pPr lvl="0"/>
            <a:r>
              <a:rPr lang="en-US"/>
              <a:t>Insert Icon Here</a:t>
            </a:r>
            <a:endParaRPr lang="en-IN"/>
          </a:p>
        </p:txBody>
      </p:sp>
      <p:sp>
        <p:nvSpPr>
          <p:cNvPr id="48" name="Text Placeholder 37">
            <a:extLst>
              <a:ext uri="{FF2B5EF4-FFF2-40B4-BE49-F238E27FC236}">
                <a16:creationId xmlns:a16="http://schemas.microsoft.com/office/drawing/2014/main" id="{BF32448F-3FF1-DF11-681A-1932161941E6}"/>
              </a:ext>
            </a:extLst>
          </p:cNvPr>
          <p:cNvSpPr>
            <a:spLocks noGrp="1"/>
          </p:cNvSpPr>
          <p:nvPr>
            <p:ph type="body" sz="quarter" idx="25" hasCustomPrompt="1"/>
          </p:nvPr>
        </p:nvSpPr>
        <p:spPr>
          <a:xfrm>
            <a:off x="5420980" y="3669469"/>
            <a:ext cx="1976667" cy="395417"/>
          </a:xfrm>
        </p:spPr>
        <p:txBody>
          <a:bodyPr>
            <a:normAutofit/>
          </a:bodyPr>
          <a:lstStyle>
            <a:lvl1pPr marL="0" indent="0" algn="l">
              <a:buNone/>
              <a:defRPr sz="1800" b="1">
                <a:solidFill>
                  <a:schemeClr val="tx2"/>
                </a:solidFill>
                <a:latin typeface="Barlow" panose="00000500000000000000" pitchFamily="2" charset="0"/>
              </a:defRPr>
            </a:lvl1pPr>
          </a:lstStyle>
          <a:p>
            <a:pPr lvl="0"/>
            <a:r>
              <a:rPr lang="en-US"/>
              <a:t>Click to add text</a:t>
            </a:r>
            <a:endParaRPr lang="en-IN"/>
          </a:p>
        </p:txBody>
      </p:sp>
      <p:sp>
        <p:nvSpPr>
          <p:cNvPr id="49" name="Text Placeholder 37">
            <a:extLst>
              <a:ext uri="{FF2B5EF4-FFF2-40B4-BE49-F238E27FC236}">
                <a16:creationId xmlns:a16="http://schemas.microsoft.com/office/drawing/2014/main" id="{E52D8271-DA3B-E79C-A6CA-212D42AB1CCC}"/>
              </a:ext>
            </a:extLst>
          </p:cNvPr>
          <p:cNvSpPr>
            <a:spLocks noGrp="1"/>
          </p:cNvSpPr>
          <p:nvPr>
            <p:ph type="body" sz="quarter" idx="26" hasCustomPrompt="1"/>
          </p:nvPr>
        </p:nvSpPr>
        <p:spPr>
          <a:xfrm>
            <a:off x="5420980" y="4165605"/>
            <a:ext cx="1976667" cy="1269879"/>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52" name="Text Placeholder 37">
            <a:extLst>
              <a:ext uri="{FF2B5EF4-FFF2-40B4-BE49-F238E27FC236}">
                <a16:creationId xmlns:a16="http://schemas.microsoft.com/office/drawing/2014/main" id="{55901CBF-64B5-52E5-AD7C-14473E943095}"/>
              </a:ext>
            </a:extLst>
          </p:cNvPr>
          <p:cNvSpPr>
            <a:spLocks noGrp="1"/>
          </p:cNvSpPr>
          <p:nvPr>
            <p:ph type="body" sz="quarter" idx="27" hasCustomPrompt="1"/>
          </p:nvPr>
        </p:nvSpPr>
        <p:spPr>
          <a:xfrm>
            <a:off x="7574433" y="2565109"/>
            <a:ext cx="1976667" cy="395417"/>
          </a:xfrm>
        </p:spPr>
        <p:txBody>
          <a:bodyPr>
            <a:normAutofit/>
          </a:bodyPr>
          <a:lstStyle>
            <a:lvl1pPr marL="0" indent="0" algn="l">
              <a:buNone/>
              <a:defRPr sz="1800" b="1">
                <a:solidFill>
                  <a:schemeClr val="tx2"/>
                </a:solidFill>
                <a:latin typeface="Barlow" panose="00000500000000000000" pitchFamily="2" charset="0"/>
              </a:defRPr>
            </a:lvl1pPr>
          </a:lstStyle>
          <a:p>
            <a:pPr lvl="0"/>
            <a:r>
              <a:rPr lang="en-US"/>
              <a:t>Click to add text</a:t>
            </a:r>
            <a:endParaRPr lang="en-IN"/>
          </a:p>
        </p:txBody>
      </p:sp>
      <p:sp>
        <p:nvSpPr>
          <p:cNvPr id="53" name="Text Placeholder 37">
            <a:extLst>
              <a:ext uri="{FF2B5EF4-FFF2-40B4-BE49-F238E27FC236}">
                <a16:creationId xmlns:a16="http://schemas.microsoft.com/office/drawing/2014/main" id="{4AE840D7-9B7B-65BB-146A-AE724E69D7B8}"/>
              </a:ext>
            </a:extLst>
          </p:cNvPr>
          <p:cNvSpPr>
            <a:spLocks noGrp="1"/>
          </p:cNvSpPr>
          <p:nvPr>
            <p:ph type="body" sz="quarter" idx="28" hasCustomPrompt="1"/>
          </p:nvPr>
        </p:nvSpPr>
        <p:spPr>
          <a:xfrm>
            <a:off x="7574433" y="3061245"/>
            <a:ext cx="1976667" cy="1269879"/>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56" name="Content Placeholder 50">
            <a:extLst>
              <a:ext uri="{FF2B5EF4-FFF2-40B4-BE49-F238E27FC236}">
                <a16:creationId xmlns:a16="http://schemas.microsoft.com/office/drawing/2014/main" id="{73794DBD-54A2-ECAE-AE27-C233255DE032}"/>
              </a:ext>
            </a:extLst>
          </p:cNvPr>
          <p:cNvSpPr>
            <a:spLocks noGrp="1"/>
          </p:cNvSpPr>
          <p:nvPr>
            <p:ph sz="quarter" idx="29" hasCustomPrompt="1"/>
          </p:nvPr>
        </p:nvSpPr>
        <p:spPr>
          <a:xfrm>
            <a:off x="7665276" y="1567058"/>
            <a:ext cx="699793" cy="699793"/>
          </a:xfrm>
          <a:prstGeom prst="rect">
            <a:avLst/>
          </a:prstGeom>
          <a:solidFill>
            <a:schemeClr val="bg2"/>
          </a:solidFill>
          <a:ln w="152400">
            <a:solidFill>
              <a:schemeClr val="accent1">
                <a:alpha val="97000"/>
              </a:schemeClr>
            </a:solid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400" b="0">
                <a:solidFill>
                  <a:schemeClr val="tx1"/>
                </a:solidFill>
                <a:latin typeface="Barlow" panose="00000500000000000000" pitchFamily="2" charset="0"/>
              </a:defRPr>
            </a:lvl1pPr>
          </a:lstStyle>
          <a:p>
            <a:pPr lvl="0"/>
            <a:r>
              <a:rPr lang="en-US"/>
              <a:t>Insert Icon Here</a:t>
            </a:r>
            <a:endParaRPr lang="en-IN"/>
          </a:p>
        </p:txBody>
      </p:sp>
      <p:sp>
        <p:nvSpPr>
          <p:cNvPr id="60" name="Text Placeholder 37">
            <a:extLst>
              <a:ext uri="{FF2B5EF4-FFF2-40B4-BE49-F238E27FC236}">
                <a16:creationId xmlns:a16="http://schemas.microsoft.com/office/drawing/2014/main" id="{D877437A-4641-C570-C7B2-C8ED893E36F2}"/>
              </a:ext>
            </a:extLst>
          </p:cNvPr>
          <p:cNvSpPr>
            <a:spLocks noGrp="1"/>
          </p:cNvSpPr>
          <p:nvPr>
            <p:ph type="body" sz="quarter" idx="30" hasCustomPrompt="1"/>
          </p:nvPr>
        </p:nvSpPr>
        <p:spPr>
          <a:xfrm>
            <a:off x="9695314" y="1674082"/>
            <a:ext cx="1976667" cy="395417"/>
          </a:xfrm>
        </p:spPr>
        <p:txBody>
          <a:bodyPr>
            <a:normAutofit/>
          </a:bodyPr>
          <a:lstStyle>
            <a:lvl1pPr marL="0" indent="0" algn="l">
              <a:buNone/>
              <a:defRPr sz="1800" b="1">
                <a:solidFill>
                  <a:schemeClr val="tx2"/>
                </a:solidFill>
                <a:latin typeface="Barlow" panose="00000500000000000000" pitchFamily="2" charset="0"/>
              </a:defRPr>
            </a:lvl1pPr>
          </a:lstStyle>
          <a:p>
            <a:pPr lvl="0"/>
            <a:r>
              <a:rPr lang="en-US"/>
              <a:t>Click to add text</a:t>
            </a:r>
            <a:endParaRPr lang="en-IN"/>
          </a:p>
        </p:txBody>
      </p:sp>
      <p:sp>
        <p:nvSpPr>
          <p:cNvPr id="61" name="Text Placeholder 37">
            <a:extLst>
              <a:ext uri="{FF2B5EF4-FFF2-40B4-BE49-F238E27FC236}">
                <a16:creationId xmlns:a16="http://schemas.microsoft.com/office/drawing/2014/main" id="{134811CE-D629-C0D8-A641-B27CF2CD2D41}"/>
              </a:ext>
            </a:extLst>
          </p:cNvPr>
          <p:cNvSpPr>
            <a:spLocks noGrp="1"/>
          </p:cNvSpPr>
          <p:nvPr>
            <p:ph type="body" sz="quarter" idx="31" hasCustomPrompt="1"/>
          </p:nvPr>
        </p:nvSpPr>
        <p:spPr>
          <a:xfrm>
            <a:off x="9695314" y="2170218"/>
            <a:ext cx="1976667" cy="1269879"/>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62" name="Content Placeholder 50">
            <a:extLst>
              <a:ext uri="{FF2B5EF4-FFF2-40B4-BE49-F238E27FC236}">
                <a16:creationId xmlns:a16="http://schemas.microsoft.com/office/drawing/2014/main" id="{90AACE40-7372-3373-1F03-08FBFB1B4BCA}"/>
              </a:ext>
            </a:extLst>
          </p:cNvPr>
          <p:cNvSpPr>
            <a:spLocks noGrp="1"/>
          </p:cNvSpPr>
          <p:nvPr>
            <p:ph sz="quarter" idx="32" hasCustomPrompt="1"/>
          </p:nvPr>
        </p:nvSpPr>
        <p:spPr>
          <a:xfrm>
            <a:off x="9786157" y="676031"/>
            <a:ext cx="699793" cy="699793"/>
          </a:xfrm>
          <a:prstGeom prst="rect">
            <a:avLst/>
          </a:prstGeom>
          <a:solidFill>
            <a:schemeClr val="bg2"/>
          </a:solidFill>
          <a:ln w="152400">
            <a:solidFill>
              <a:schemeClr val="accent1">
                <a:alpha val="97000"/>
              </a:schemeClr>
            </a:solid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400" b="0">
                <a:solidFill>
                  <a:schemeClr val="tx1"/>
                </a:solidFill>
                <a:latin typeface="Barlow" panose="00000500000000000000" pitchFamily="2" charset="0"/>
              </a:defRPr>
            </a:lvl1pPr>
          </a:lstStyle>
          <a:p>
            <a:pPr lvl="0"/>
            <a:r>
              <a:rPr lang="en-US"/>
              <a:t>Insert Icon Here</a:t>
            </a:r>
            <a:endParaRPr lang="en-IN"/>
          </a:p>
        </p:txBody>
      </p:sp>
      <p:sp>
        <p:nvSpPr>
          <p:cNvPr id="64" name="Content Placeholder 50">
            <a:extLst>
              <a:ext uri="{FF2B5EF4-FFF2-40B4-BE49-F238E27FC236}">
                <a16:creationId xmlns:a16="http://schemas.microsoft.com/office/drawing/2014/main" id="{7DC66DA5-3ACA-999E-4921-F659ED592A2B}"/>
              </a:ext>
            </a:extLst>
          </p:cNvPr>
          <p:cNvSpPr>
            <a:spLocks noGrp="1"/>
          </p:cNvSpPr>
          <p:nvPr>
            <p:ph sz="quarter" idx="14" hasCustomPrompt="1"/>
          </p:nvPr>
        </p:nvSpPr>
        <p:spPr>
          <a:xfrm>
            <a:off x="6948837" y="5619584"/>
            <a:ext cx="561545" cy="561545"/>
          </a:xfrm>
          <a:prstGeom prst="rect">
            <a:avLst/>
          </a:prstGeom>
          <a:no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01</a:t>
            </a:r>
            <a:endParaRPr lang="en-IN"/>
          </a:p>
        </p:txBody>
      </p:sp>
      <p:sp>
        <p:nvSpPr>
          <p:cNvPr id="65" name="Content Placeholder 50">
            <a:extLst>
              <a:ext uri="{FF2B5EF4-FFF2-40B4-BE49-F238E27FC236}">
                <a16:creationId xmlns:a16="http://schemas.microsoft.com/office/drawing/2014/main" id="{CEEF41D1-EA90-1577-D84F-40E3AF1AFB23}"/>
              </a:ext>
            </a:extLst>
          </p:cNvPr>
          <p:cNvSpPr>
            <a:spLocks noGrp="1"/>
          </p:cNvSpPr>
          <p:nvPr>
            <p:ph sz="quarter" idx="33" hasCustomPrompt="1"/>
          </p:nvPr>
        </p:nvSpPr>
        <p:spPr>
          <a:xfrm>
            <a:off x="9060801" y="5619583"/>
            <a:ext cx="561545" cy="561545"/>
          </a:xfrm>
          <a:prstGeom prst="rect">
            <a:avLst/>
          </a:prstGeom>
          <a:no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02</a:t>
            </a:r>
            <a:endParaRPr lang="en-IN"/>
          </a:p>
        </p:txBody>
      </p:sp>
      <p:sp>
        <p:nvSpPr>
          <p:cNvPr id="66" name="Content Placeholder 50">
            <a:extLst>
              <a:ext uri="{FF2B5EF4-FFF2-40B4-BE49-F238E27FC236}">
                <a16:creationId xmlns:a16="http://schemas.microsoft.com/office/drawing/2014/main" id="{9AC9247D-8A6E-EB87-760F-21C9A45FBFBE}"/>
              </a:ext>
            </a:extLst>
          </p:cNvPr>
          <p:cNvSpPr>
            <a:spLocks noGrp="1"/>
          </p:cNvSpPr>
          <p:nvPr>
            <p:ph sz="quarter" idx="34" hasCustomPrompt="1"/>
          </p:nvPr>
        </p:nvSpPr>
        <p:spPr>
          <a:xfrm>
            <a:off x="11203585" y="5619583"/>
            <a:ext cx="561545" cy="561545"/>
          </a:xfrm>
          <a:prstGeom prst="rect">
            <a:avLst/>
          </a:prstGeom>
          <a:no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03</a:t>
            </a:r>
            <a:endParaRPr lang="en-IN"/>
          </a:p>
        </p:txBody>
      </p:sp>
      <p:sp>
        <p:nvSpPr>
          <p:cNvPr id="68" name="Title 1">
            <a:extLst>
              <a:ext uri="{FF2B5EF4-FFF2-40B4-BE49-F238E27FC236}">
                <a16:creationId xmlns:a16="http://schemas.microsoft.com/office/drawing/2014/main" id="{7F75B5CA-1835-C387-E922-4549D4B72C3F}"/>
              </a:ext>
            </a:extLst>
          </p:cNvPr>
          <p:cNvSpPr>
            <a:spLocks noGrp="1"/>
          </p:cNvSpPr>
          <p:nvPr>
            <p:ph type="ctrTitle"/>
          </p:nvPr>
        </p:nvSpPr>
        <p:spPr>
          <a:xfrm>
            <a:off x="5383446" y="233807"/>
            <a:ext cx="3308889" cy="984885"/>
          </a:xfrm>
          <a:prstGeom prst="rect">
            <a:avLst/>
          </a:prstGeom>
        </p:spPr>
        <p:txBody>
          <a:bodyPr vert="horz" wrap="square"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Tree>
    <p:extLst>
      <p:ext uri="{BB962C8B-B14F-4D97-AF65-F5344CB8AC3E}">
        <p14:creationId xmlns:p14="http://schemas.microsoft.com/office/powerpoint/2010/main" val="43291256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9_Miscellaneou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BFECD4F-B464-C1BD-5DAD-CEC5B25247B1}"/>
              </a:ext>
            </a:extLst>
          </p:cNvPr>
          <p:cNvSpPr/>
          <p:nvPr userDrawn="1"/>
        </p:nvSpPr>
        <p:spPr>
          <a:xfrm>
            <a:off x="0" y="0"/>
            <a:ext cx="498660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D6D9364-0E65-7D7C-90D8-C8D8F4264563}"/>
              </a:ext>
            </a:extLst>
          </p:cNvPr>
          <p:cNvSpPr/>
          <p:nvPr userDrawn="1"/>
        </p:nvSpPr>
        <p:spPr>
          <a:xfrm>
            <a:off x="5383446" y="3308178"/>
            <a:ext cx="2142784" cy="28835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Rectangle 6">
            <a:extLst>
              <a:ext uri="{FF2B5EF4-FFF2-40B4-BE49-F238E27FC236}">
                <a16:creationId xmlns:a16="http://schemas.microsoft.com/office/drawing/2014/main" id="{AAAB73E3-0687-BF1F-B4EE-AA3BB7454C67}"/>
              </a:ext>
            </a:extLst>
          </p:cNvPr>
          <p:cNvSpPr/>
          <p:nvPr userDrawn="1"/>
        </p:nvSpPr>
        <p:spPr>
          <a:xfrm>
            <a:off x="7530687" y="2066180"/>
            <a:ext cx="2142784" cy="411494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Rectangle 7">
            <a:extLst>
              <a:ext uri="{FF2B5EF4-FFF2-40B4-BE49-F238E27FC236}">
                <a16:creationId xmlns:a16="http://schemas.microsoft.com/office/drawing/2014/main" id="{C5E6ECBF-3F3D-1D15-F367-253F34178F40}"/>
              </a:ext>
            </a:extLst>
          </p:cNvPr>
          <p:cNvSpPr/>
          <p:nvPr userDrawn="1"/>
        </p:nvSpPr>
        <p:spPr>
          <a:xfrm>
            <a:off x="9631142" y="1102414"/>
            <a:ext cx="2142784" cy="507871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41" name="Straight Connector 40">
            <a:extLst>
              <a:ext uri="{FF2B5EF4-FFF2-40B4-BE49-F238E27FC236}">
                <a16:creationId xmlns:a16="http://schemas.microsoft.com/office/drawing/2014/main" id="{12D7C107-1DFE-F6F1-198A-E85400F246D1}"/>
              </a:ext>
            </a:extLst>
          </p:cNvPr>
          <p:cNvCxnSpPr>
            <a:cxnSpLocks/>
          </p:cNvCxnSpPr>
          <p:nvPr userDrawn="1"/>
        </p:nvCxnSpPr>
        <p:spPr>
          <a:xfrm>
            <a:off x="7512611" y="5902975"/>
            <a:ext cx="147853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F24D0AB-7DE2-51C4-A9E2-8CDB73F27A9E}"/>
              </a:ext>
            </a:extLst>
          </p:cNvPr>
          <p:cNvCxnSpPr>
            <a:cxnSpLocks/>
          </p:cNvCxnSpPr>
          <p:nvPr userDrawn="1"/>
        </p:nvCxnSpPr>
        <p:spPr>
          <a:xfrm>
            <a:off x="9613551" y="5902975"/>
            <a:ext cx="147853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D217CAC-7641-1DFD-8873-38B4FCDE4EF9}"/>
              </a:ext>
            </a:extLst>
          </p:cNvPr>
          <p:cNvCxnSpPr>
            <a:cxnSpLocks/>
          </p:cNvCxnSpPr>
          <p:nvPr userDrawn="1"/>
        </p:nvCxnSpPr>
        <p:spPr>
          <a:xfrm>
            <a:off x="838200" y="5912310"/>
            <a:ext cx="5966637" cy="0"/>
          </a:xfrm>
          <a:prstGeom prst="line">
            <a:avLst/>
          </a:prstGeom>
          <a:ln>
            <a:solidFill>
              <a:schemeClr val="bg1"/>
            </a:solidFill>
            <a:headEnd type="oval"/>
          </a:ln>
        </p:spPr>
        <p:style>
          <a:lnRef idx="1">
            <a:schemeClr val="accent1"/>
          </a:lnRef>
          <a:fillRef idx="0">
            <a:schemeClr val="accent1"/>
          </a:fillRef>
          <a:effectRef idx="0">
            <a:schemeClr val="accent1"/>
          </a:effectRef>
          <a:fontRef idx="minor">
            <a:schemeClr val="tx1"/>
          </a:fontRef>
        </p:style>
      </p:cxnSp>
      <p:sp>
        <p:nvSpPr>
          <p:cNvPr id="45" name="Content Placeholder 50">
            <a:extLst>
              <a:ext uri="{FF2B5EF4-FFF2-40B4-BE49-F238E27FC236}">
                <a16:creationId xmlns:a16="http://schemas.microsoft.com/office/drawing/2014/main" id="{6401874C-D0BB-FE11-AB98-365DDD746107}"/>
              </a:ext>
            </a:extLst>
          </p:cNvPr>
          <p:cNvSpPr>
            <a:spLocks noGrp="1"/>
          </p:cNvSpPr>
          <p:nvPr>
            <p:ph sz="quarter" idx="18" hasCustomPrompt="1"/>
          </p:nvPr>
        </p:nvSpPr>
        <p:spPr>
          <a:xfrm>
            <a:off x="5537454" y="2672034"/>
            <a:ext cx="699793" cy="699793"/>
          </a:xfrm>
          <a:prstGeom prst="rect">
            <a:avLst/>
          </a:prstGeom>
          <a:solidFill>
            <a:schemeClr val="bg2"/>
          </a:solidFill>
          <a:ln w="152400">
            <a:solidFill>
              <a:schemeClr val="accent1">
                <a:alpha val="97000"/>
              </a:schemeClr>
            </a:solid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400" b="0">
                <a:solidFill>
                  <a:schemeClr val="tx1"/>
                </a:solidFill>
                <a:latin typeface="Barlow" panose="00000500000000000000" pitchFamily="2" charset="0"/>
              </a:defRPr>
            </a:lvl1pPr>
          </a:lstStyle>
          <a:p>
            <a:pPr lvl="0"/>
            <a:r>
              <a:rPr lang="en-US"/>
              <a:t>Insert Icon Here</a:t>
            </a:r>
            <a:endParaRPr lang="en-IN"/>
          </a:p>
        </p:txBody>
      </p:sp>
      <p:sp>
        <p:nvSpPr>
          <p:cNvPr id="48" name="Text Placeholder 37">
            <a:extLst>
              <a:ext uri="{FF2B5EF4-FFF2-40B4-BE49-F238E27FC236}">
                <a16:creationId xmlns:a16="http://schemas.microsoft.com/office/drawing/2014/main" id="{BF32448F-3FF1-DF11-681A-1932161941E6}"/>
              </a:ext>
            </a:extLst>
          </p:cNvPr>
          <p:cNvSpPr>
            <a:spLocks noGrp="1"/>
          </p:cNvSpPr>
          <p:nvPr>
            <p:ph type="body" sz="quarter" idx="25" hasCustomPrompt="1"/>
          </p:nvPr>
        </p:nvSpPr>
        <p:spPr>
          <a:xfrm>
            <a:off x="5420980" y="3669469"/>
            <a:ext cx="1976667" cy="395417"/>
          </a:xfrm>
        </p:spPr>
        <p:txBody>
          <a:bodyPr>
            <a:normAutofit/>
          </a:bodyPr>
          <a:lstStyle>
            <a:lvl1pPr marL="0" indent="0" algn="l">
              <a:buNone/>
              <a:defRPr sz="1800" b="1">
                <a:solidFill>
                  <a:schemeClr val="tx2"/>
                </a:solidFill>
                <a:latin typeface="Barlow" panose="00000500000000000000" pitchFamily="2" charset="0"/>
              </a:defRPr>
            </a:lvl1pPr>
          </a:lstStyle>
          <a:p>
            <a:pPr lvl="0"/>
            <a:r>
              <a:rPr lang="en-US"/>
              <a:t>Click to add text</a:t>
            </a:r>
            <a:endParaRPr lang="en-IN"/>
          </a:p>
        </p:txBody>
      </p:sp>
      <p:sp>
        <p:nvSpPr>
          <p:cNvPr id="49" name="Text Placeholder 37">
            <a:extLst>
              <a:ext uri="{FF2B5EF4-FFF2-40B4-BE49-F238E27FC236}">
                <a16:creationId xmlns:a16="http://schemas.microsoft.com/office/drawing/2014/main" id="{E52D8271-DA3B-E79C-A6CA-212D42AB1CCC}"/>
              </a:ext>
            </a:extLst>
          </p:cNvPr>
          <p:cNvSpPr>
            <a:spLocks noGrp="1"/>
          </p:cNvSpPr>
          <p:nvPr>
            <p:ph type="body" sz="quarter" idx="26" hasCustomPrompt="1"/>
          </p:nvPr>
        </p:nvSpPr>
        <p:spPr>
          <a:xfrm>
            <a:off x="5420980" y="4165605"/>
            <a:ext cx="1976667" cy="1269879"/>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52" name="Text Placeholder 37">
            <a:extLst>
              <a:ext uri="{FF2B5EF4-FFF2-40B4-BE49-F238E27FC236}">
                <a16:creationId xmlns:a16="http://schemas.microsoft.com/office/drawing/2014/main" id="{55901CBF-64B5-52E5-AD7C-14473E943095}"/>
              </a:ext>
            </a:extLst>
          </p:cNvPr>
          <p:cNvSpPr>
            <a:spLocks noGrp="1"/>
          </p:cNvSpPr>
          <p:nvPr>
            <p:ph type="body" sz="quarter" idx="27" hasCustomPrompt="1"/>
          </p:nvPr>
        </p:nvSpPr>
        <p:spPr>
          <a:xfrm>
            <a:off x="7574433" y="2565109"/>
            <a:ext cx="1976667" cy="395417"/>
          </a:xfrm>
        </p:spPr>
        <p:txBody>
          <a:bodyPr>
            <a:normAutofit/>
          </a:bodyPr>
          <a:lstStyle>
            <a:lvl1pPr marL="0" indent="0" algn="l">
              <a:buNone/>
              <a:defRPr sz="1800" b="1">
                <a:solidFill>
                  <a:schemeClr val="tx2"/>
                </a:solidFill>
                <a:latin typeface="Barlow" panose="00000500000000000000" pitchFamily="2" charset="0"/>
              </a:defRPr>
            </a:lvl1pPr>
          </a:lstStyle>
          <a:p>
            <a:pPr lvl="0"/>
            <a:r>
              <a:rPr lang="en-US"/>
              <a:t>Click to add text</a:t>
            </a:r>
            <a:endParaRPr lang="en-IN"/>
          </a:p>
        </p:txBody>
      </p:sp>
      <p:sp>
        <p:nvSpPr>
          <p:cNvPr id="53" name="Text Placeholder 37">
            <a:extLst>
              <a:ext uri="{FF2B5EF4-FFF2-40B4-BE49-F238E27FC236}">
                <a16:creationId xmlns:a16="http://schemas.microsoft.com/office/drawing/2014/main" id="{4AE840D7-9B7B-65BB-146A-AE724E69D7B8}"/>
              </a:ext>
            </a:extLst>
          </p:cNvPr>
          <p:cNvSpPr>
            <a:spLocks noGrp="1"/>
          </p:cNvSpPr>
          <p:nvPr>
            <p:ph type="body" sz="quarter" idx="28" hasCustomPrompt="1"/>
          </p:nvPr>
        </p:nvSpPr>
        <p:spPr>
          <a:xfrm>
            <a:off x="7574433" y="3061245"/>
            <a:ext cx="1976667" cy="1269879"/>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56" name="Content Placeholder 50">
            <a:extLst>
              <a:ext uri="{FF2B5EF4-FFF2-40B4-BE49-F238E27FC236}">
                <a16:creationId xmlns:a16="http://schemas.microsoft.com/office/drawing/2014/main" id="{73794DBD-54A2-ECAE-AE27-C233255DE032}"/>
              </a:ext>
            </a:extLst>
          </p:cNvPr>
          <p:cNvSpPr>
            <a:spLocks noGrp="1"/>
          </p:cNvSpPr>
          <p:nvPr>
            <p:ph sz="quarter" idx="29" hasCustomPrompt="1"/>
          </p:nvPr>
        </p:nvSpPr>
        <p:spPr>
          <a:xfrm>
            <a:off x="7665276" y="1567058"/>
            <a:ext cx="699793" cy="699793"/>
          </a:xfrm>
          <a:prstGeom prst="rect">
            <a:avLst/>
          </a:prstGeom>
          <a:solidFill>
            <a:schemeClr val="bg2"/>
          </a:solidFill>
          <a:ln w="152400">
            <a:solidFill>
              <a:schemeClr val="accent1">
                <a:alpha val="97000"/>
              </a:schemeClr>
            </a:solid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400" b="0">
                <a:solidFill>
                  <a:schemeClr val="tx1"/>
                </a:solidFill>
                <a:latin typeface="Barlow" panose="00000500000000000000" pitchFamily="2" charset="0"/>
              </a:defRPr>
            </a:lvl1pPr>
          </a:lstStyle>
          <a:p>
            <a:pPr lvl="0"/>
            <a:r>
              <a:rPr lang="en-US"/>
              <a:t>Insert Icon Here</a:t>
            </a:r>
            <a:endParaRPr lang="en-IN"/>
          </a:p>
        </p:txBody>
      </p:sp>
      <p:sp>
        <p:nvSpPr>
          <p:cNvPr id="60" name="Text Placeholder 37">
            <a:extLst>
              <a:ext uri="{FF2B5EF4-FFF2-40B4-BE49-F238E27FC236}">
                <a16:creationId xmlns:a16="http://schemas.microsoft.com/office/drawing/2014/main" id="{D877437A-4641-C570-C7B2-C8ED893E36F2}"/>
              </a:ext>
            </a:extLst>
          </p:cNvPr>
          <p:cNvSpPr>
            <a:spLocks noGrp="1"/>
          </p:cNvSpPr>
          <p:nvPr>
            <p:ph type="body" sz="quarter" idx="30" hasCustomPrompt="1"/>
          </p:nvPr>
        </p:nvSpPr>
        <p:spPr>
          <a:xfrm>
            <a:off x="9695314" y="1674082"/>
            <a:ext cx="1976667" cy="395417"/>
          </a:xfrm>
        </p:spPr>
        <p:txBody>
          <a:bodyPr>
            <a:normAutofit/>
          </a:bodyPr>
          <a:lstStyle>
            <a:lvl1pPr marL="0" indent="0" algn="l">
              <a:buNone/>
              <a:defRPr sz="1800" b="1">
                <a:solidFill>
                  <a:schemeClr val="tx2"/>
                </a:solidFill>
                <a:latin typeface="Barlow" panose="00000500000000000000" pitchFamily="2" charset="0"/>
              </a:defRPr>
            </a:lvl1pPr>
          </a:lstStyle>
          <a:p>
            <a:pPr lvl="0"/>
            <a:r>
              <a:rPr lang="en-US"/>
              <a:t>Click to add text</a:t>
            </a:r>
            <a:endParaRPr lang="en-IN"/>
          </a:p>
        </p:txBody>
      </p:sp>
      <p:sp>
        <p:nvSpPr>
          <p:cNvPr id="61" name="Text Placeholder 37">
            <a:extLst>
              <a:ext uri="{FF2B5EF4-FFF2-40B4-BE49-F238E27FC236}">
                <a16:creationId xmlns:a16="http://schemas.microsoft.com/office/drawing/2014/main" id="{134811CE-D629-C0D8-A641-B27CF2CD2D41}"/>
              </a:ext>
            </a:extLst>
          </p:cNvPr>
          <p:cNvSpPr>
            <a:spLocks noGrp="1"/>
          </p:cNvSpPr>
          <p:nvPr>
            <p:ph type="body" sz="quarter" idx="31" hasCustomPrompt="1"/>
          </p:nvPr>
        </p:nvSpPr>
        <p:spPr>
          <a:xfrm>
            <a:off x="9695314" y="2170218"/>
            <a:ext cx="1976667" cy="1269879"/>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62" name="Content Placeholder 50">
            <a:extLst>
              <a:ext uri="{FF2B5EF4-FFF2-40B4-BE49-F238E27FC236}">
                <a16:creationId xmlns:a16="http://schemas.microsoft.com/office/drawing/2014/main" id="{90AACE40-7372-3373-1F03-08FBFB1B4BCA}"/>
              </a:ext>
            </a:extLst>
          </p:cNvPr>
          <p:cNvSpPr>
            <a:spLocks noGrp="1"/>
          </p:cNvSpPr>
          <p:nvPr>
            <p:ph sz="quarter" idx="32" hasCustomPrompt="1"/>
          </p:nvPr>
        </p:nvSpPr>
        <p:spPr>
          <a:xfrm>
            <a:off x="9786157" y="676031"/>
            <a:ext cx="699793" cy="699793"/>
          </a:xfrm>
          <a:prstGeom prst="rect">
            <a:avLst/>
          </a:prstGeom>
          <a:solidFill>
            <a:schemeClr val="bg2"/>
          </a:solidFill>
          <a:ln w="152400">
            <a:solidFill>
              <a:schemeClr val="accent1">
                <a:alpha val="97000"/>
              </a:schemeClr>
            </a:solid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400" b="0">
                <a:solidFill>
                  <a:schemeClr val="tx1"/>
                </a:solidFill>
                <a:latin typeface="Barlow" panose="00000500000000000000" pitchFamily="2" charset="0"/>
              </a:defRPr>
            </a:lvl1pPr>
          </a:lstStyle>
          <a:p>
            <a:pPr lvl="0"/>
            <a:r>
              <a:rPr lang="en-US"/>
              <a:t>Insert Icon Here</a:t>
            </a:r>
            <a:endParaRPr lang="en-IN"/>
          </a:p>
        </p:txBody>
      </p:sp>
      <p:sp>
        <p:nvSpPr>
          <p:cNvPr id="64" name="Content Placeholder 50">
            <a:extLst>
              <a:ext uri="{FF2B5EF4-FFF2-40B4-BE49-F238E27FC236}">
                <a16:creationId xmlns:a16="http://schemas.microsoft.com/office/drawing/2014/main" id="{7DC66DA5-3ACA-999E-4921-F659ED592A2B}"/>
              </a:ext>
            </a:extLst>
          </p:cNvPr>
          <p:cNvSpPr>
            <a:spLocks noGrp="1"/>
          </p:cNvSpPr>
          <p:nvPr>
            <p:ph sz="quarter" idx="14" hasCustomPrompt="1"/>
          </p:nvPr>
        </p:nvSpPr>
        <p:spPr>
          <a:xfrm>
            <a:off x="6948837" y="5619584"/>
            <a:ext cx="561545" cy="561545"/>
          </a:xfrm>
          <a:prstGeom prst="rect">
            <a:avLst/>
          </a:prstGeom>
          <a:no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01</a:t>
            </a:r>
            <a:endParaRPr lang="en-IN"/>
          </a:p>
        </p:txBody>
      </p:sp>
      <p:sp>
        <p:nvSpPr>
          <p:cNvPr id="65" name="Content Placeholder 50">
            <a:extLst>
              <a:ext uri="{FF2B5EF4-FFF2-40B4-BE49-F238E27FC236}">
                <a16:creationId xmlns:a16="http://schemas.microsoft.com/office/drawing/2014/main" id="{CEEF41D1-EA90-1577-D84F-40E3AF1AFB23}"/>
              </a:ext>
            </a:extLst>
          </p:cNvPr>
          <p:cNvSpPr>
            <a:spLocks noGrp="1"/>
          </p:cNvSpPr>
          <p:nvPr>
            <p:ph sz="quarter" idx="33" hasCustomPrompt="1"/>
          </p:nvPr>
        </p:nvSpPr>
        <p:spPr>
          <a:xfrm>
            <a:off x="9060801" y="5619583"/>
            <a:ext cx="561545" cy="561545"/>
          </a:xfrm>
          <a:prstGeom prst="rect">
            <a:avLst/>
          </a:prstGeom>
          <a:no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02</a:t>
            </a:r>
            <a:endParaRPr lang="en-IN"/>
          </a:p>
        </p:txBody>
      </p:sp>
      <p:sp>
        <p:nvSpPr>
          <p:cNvPr id="66" name="Content Placeholder 50">
            <a:extLst>
              <a:ext uri="{FF2B5EF4-FFF2-40B4-BE49-F238E27FC236}">
                <a16:creationId xmlns:a16="http://schemas.microsoft.com/office/drawing/2014/main" id="{9AC9247D-8A6E-EB87-760F-21C9A45FBFBE}"/>
              </a:ext>
            </a:extLst>
          </p:cNvPr>
          <p:cNvSpPr>
            <a:spLocks noGrp="1"/>
          </p:cNvSpPr>
          <p:nvPr>
            <p:ph sz="quarter" idx="34" hasCustomPrompt="1"/>
          </p:nvPr>
        </p:nvSpPr>
        <p:spPr>
          <a:xfrm>
            <a:off x="11203585" y="5619583"/>
            <a:ext cx="561545" cy="561545"/>
          </a:xfrm>
          <a:prstGeom prst="rect">
            <a:avLst/>
          </a:prstGeom>
          <a:no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03</a:t>
            </a:r>
            <a:endParaRPr lang="en-IN"/>
          </a:p>
        </p:txBody>
      </p:sp>
      <p:sp>
        <p:nvSpPr>
          <p:cNvPr id="12" name="Title 1">
            <a:extLst>
              <a:ext uri="{FF2B5EF4-FFF2-40B4-BE49-F238E27FC236}">
                <a16:creationId xmlns:a16="http://schemas.microsoft.com/office/drawing/2014/main" id="{88D90421-0A9C-5C72-6F50-D7AF37053932}"/>
              </a:ext>
            </a:extLst>
          </p:cNvPr>
          <p:cNvSpPr txBox="1">
            <a:spLocks/>
          </p:cNvSpPr>
          <p:nvPr userDrawn="1"/>
        </p:nvSpPr>
        <p:spPr>
          <a:xfrm>
            <a:off x="360000" y="308292"/>
            <a:ext cx="4151040" cy="984885"/>
          </a:xfrm>
          <a:prstGeom prst="rect">
            <a:avLst/>
          </a:prstGeom>
        </p:spPr>
        <p:txBody>
          <a:bodyPr vert="horz" wrap="square" lIns="0" tIns="0" rIns="0" bIns="0" rtlCol="0" anchor="t" anchorCtr="0">
            <a:spAutoFit/>
          </a:bodyPr>
          <a:lstStyle>
            <a:lvl1pPr algn="l" defTabSz="914400" rtl="0" eaLnBrk="1" latinLnBrk="0" hangingPunct="1">
              <a:lnSpc>
                <a:spcPct val="100000"/>
              </a:lnSpc>
              <a:spcBef>
                <a:spcPct val="0"/>
              </a:spcBef>
              <a:buNone/>
              <a:defRPr lang="en-US" sz="3200" b="1" kern="1200" dirty="0">
                <a:solidFill>
                  <a:schemeClr val="bg1"/>
                </a:solidFill>
                <a:latin typeface="Barlow Medium" panose="00000600000000000000" pitchFamily="2" charset="0"/>
                <a:ea typeface="+mj-ea"/>
                <a:cs typeface="+mj-cs"/>
              </a:defRPr>
            </a:lvl1pPr>
          </a:lstStyle>
          <a:p>
            <a:r>
              <a:rPr lang="en-US"/>
              <a:t>Click to edit Master title style</a:t>
            </a:r>
          </a:p>
        </p:txBody>
      </p:sp>
      <p:sp>
        <p:nvSpPr>
          <p:cNvPr id="13" name="Text Placeholder 2">
            <a:extLst>
              <a:ext uri="{FF2B5EF4-FFF2-40B4-BE49-F238E27FC236}">
                <a16:creationId xmlns:a16="http://schemas.microsoft.com/office/drawing/2014/main" id="{752BD333-7DFC-A0A7-2882-992ACA3647FE}"/>
              </a:ext>
            </a:extLst>
          </p:cNvPr>
          <p:cNvSpPr>
            <a:spLocks noGrp="1"/>
          </p:cNvSpPr>
          <p:nvPr>
            <p:ph idx="1"/>
          </p:nvPr>
        </p:nvSpPr>
        <p:spPr>
          <a:xfrm>
            <a:off x="360000" y="1687402"/>
            <a:ext cx="4262800" cy="3748082"/>
          </a:xfrm>
          <a:prstGeom prst="rect">
            <a:avLst/>
          </a:prstGeom>
        </p:spPr>
        <p:txBody>
          <a:bodyPr vert="horz" lIns="91440" tIns="45720" rIns="91440" bIns="45720" rtlCol="0">
            <a:norm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17574653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Q&amp;A">
    <p:bg>
      <p:bgPr>
        <a:gradFill>
          <a:gsLst>
            <a:gs pos="100000">
              <a:schemeClr val="tx2"/>
            </a:gs>
            <a:gs pos="0">
              <a:schemeClr val="accent1"/>
            </a:gs>
          </a:gsLst>
          <a:lin ang="5400000" scaled="1"/>
        </a:gradFill>
        <a:effectLst/>
      </p:bgPr>
    </p:bg>
    <p:spTree>
      <p:nvGrpSpPr>
        <p:cNvPr id="1" name=""/>
        <p:cNvGrpSpPr/>
        <p:nvPr/>
      </p:nvGrpSpPr>
      <p:grpSpPr>
        <a:xfrm>
          <a:off x="0" y="0"/>
          <a:ext cx="0" cy="0"/>
          <a:chOff x="0" y="0"/>
          <a:chExt cx="0" cy="0"/>
        </a:xfrm>
      </p:grpSpPr>
      <p:sp>
        <p:nvSpPr>
          <p:cNvPr id="6" name="Isosceles Triangle 5">
            <a:extLst>
              <a:ext uri="{FF2B5EF4-FFF2-40B4-BE49-F238E27FC236}">
                <a16:creationId xmlns:a16="http://schemas.microsoft.com/office/drawing/2014/main" id="{9F13897D-CB02-42E4-8C7A-E57FDCBE5A51}"/>
              </a:ext>
            </a:extLst>
          </p:cNvPr>
          <p:cNvSpPr/>
          <p:nvPr userDrawn="1"/>
        </p:nvSpPr>
        <p:spPr>
          <a:xfrm rot="10800000">
            <a:off x="5321096" y="-1"/>
            <a:ext cx="4348468" cy="5021943"/>
          </a:xfrm>
          <a:prstGeom prst="triangle">
            <a:avLst/>
          </a:prstGeom>
          <a:gradFill>
            <a:gsLst>
              <a:gs pos="50000">
                <a:srgbClr val="F2672A"/>
              </a:gs>
              <a:gs pos="0">
                <a:srgbClr val="BF2026"/>
              </a:gs>
              <a:gs pos="100000">
                <a:srgbClr val="F68721">
                  <a:alpha val="87843"/>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7" name="Group 6">
            <a:extLst>
              <a:ext uri="{FF2B5EF4-FFF2-40B4-BE49-F238E27FC236}">
                <a16:creationId xmlns:a16="http://schemas.microsoft.com/office/drawing/2014/main" id="{FFCE9F3D-C63C-486E-9C4A-91A0E7EC50CC}"/>
              </a:ext>
            </a:extLst>
          </p:cNvPr>
          <p:cNvGrpSpPr/>
          <p:nvPr userDrawn="1"/>
        </p:nvGrpSpPr>
        <p:grpSpPr>
          <a:xfrm>
            <a:off x="715600" y="2098526"/>
            <a:ext cx="6096000" cy="1723549"/>
            <a:chOff x="715600" y="2205347"/>
            <a:chExt cx="6096000" cy="1723549"/>
          </a:xfrm>
        </p:grpSpPr>
        <p:sp>
          <p:nvSpPr>
            <p:cNvPr id="8" name="Title 6">
              <a:extLst>
                <a:ext uri="{FF2B5EF4-FFF2-40B4-BE49-F238E27FC236}">
                  <a16:creationId xmlns:a16="http://schemas.microsoft.com/office/drawing/2014/main" id="{C54BEAA6-F4B4-1D01-D8BC-B1ED788C09EC}"/>
                </a:ext>
              </a:extLst>
            </p:cNvPr>
            <p:cNvSpPr txBox="1">
              <a:spLocks/>
            </p:cNvSpPr>
            <p:nvPr/>
          </p:nvSpPr>
          <p:spPr>
            <a:xfrm>
              <a:off x="715600" y="2205347"/>
              <a:ext cx="6096000" cy="1354217"/>
            </a:xfrm>
            <a:prstGeom prst="rect">
              <a:avLst/>
            </a:prstGeom>
          </p:spPr>
          <p:txBody>
            <a:bodyPr vert="horz" wrap="square" lIns="0" tIns="0" rIns="0" bIns="0" rtlCol="0" anchor="t" anchorCtr="0">
              <a:spAutoFit/>
            </a:bodyPr>
            <a:lstStyle>
              <a:lvl1pPr algn="l" defTabSz="914400" rtl="0" eaLnBrk="1" latinLnBrk="0" hangingPunct="1">
                <a:lnSpc>
                  <a:spcPct val="100000"/>
                </a:lnSpc>
                <a:spcBef>
                  <a:spcPct val="0"/>
                </a:spcBef>
                <a:buNone/>
                <a:defRPr lang="en-US" sz="3200" b="1" kern="1200" dirty="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sz="8800" b="1" i="0" u="none" strike="noStrike" kern="1200" cap="none" spc="0" normalizeH="0" baseline="0" noProof="0">
                  <a:ln>
                    <a:noFill/>
                  </a:ln>
                  <a:solidFill>
                    <a:srgbClr val="FFFFFF"/>
                  </a:solidFill>
                  <a:effectLst/>
                  <a:uLnTx/>
                  <a:uFillTx/>
                  <a:latin typeface="Barlow" panose="00000500000000000000" pitchFamily="2" charset="0"/>
                  <a:ea typeface="+mj-ea"/>
                  <a:cs typeface="+mj-cs"/>
                </a:rPr>
                <a:t>Q &amp; A</a:t>
              </a:r>
            </a:p>
          </p:txBody>
        </p:sp>
        <p:sp>
          <p:nvSpPr>
            <p:cNvPr id="9" name="TextBox 8">
              <a:extLst>
                <a:ext uri="{FF2B5EF4-FFF2-40B4-BE49-F238E27FC236}">
                  <a16:creationId xmlns:a16="http://schemas.microsoft.com/office/drawing/2014/main" id="{896FA2EB-FBF9-B701-1260-FDC84917C3E2}"/>
                </a:ext>
              </a:extLst>
            </p:cNvPr>
            <p:cNvSpPr txBox="1"/>
            <p:nvPr/>
          </p:nvSpPr>
          <p:spPr>
            <a:xfrm>
              <a:off x="715600" y="3559564"/>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Barlow-Regular" panose="02040502050405020303"/>
                  <a:ea typeface="+mn-ea"/>
                  <a:cs typeface="+mn-cs"/>
                </a:rPr>
                <a:t>If you have questions, ASK</a:t>
              </a:r>
            </a:p>
          </p:txBody>
        </p:sp>
      </p:grpSp>
      <p:grpSp>
        <p:nvGrpSpPr>
          <p:cNvPr id="10" name="Group 9">
            <a:extLst>
              <a:ext uri="{FF2B5EF4-FFF2-40B4-BE49-F238E27FC236}">
                <a16:creationId xmlns:a16="http://schemas.microsoft.com/office/drawing/2014/main" id="{73617A44-CCCA-8FB2-D29A-5965B9086BFA}"/>
              </a:ext>
            </a:extLst>
          </p:cNvPr>
          <p:cNvGrpSpPr/>
          <p:nvPr userDrawn="1"/>
        </p:nvGrpSpPr>
        <p:grpSpPr>
          <a:xfrm>
            <a:off x="647700" y="5924400"/>
            <a:ext cx="1951864" cy="324000"/>
            <a:chOff x="3753875" y="6160946"/>
            <a:chExt cx="1951864" cy="324000"/>
          </a:xfrm>
        </p:grpSpPr>
        <p:pic>
          <p:nvPicPr>
            <p:cNvPr id="11" name="Graphic 10">
              <a:hlinkClick r:id="rId2"/>
              <a:extLst>
                <a:ext uri="{FF2B5EF4-FFF2-40B4-BE49-F238E27FC236}">
                  <a16:creationId xmlns:a16="http://schemas.microsoft.com/office/drawing/2014/main" id="{754359D8-02F2-EF82-4FC1-C373B76B461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92408" y="6176371"/>
              <a:ext cx="270000" cy="270000"/>
            </a:xfrm>
            <a:prstGeom prst="rect">
              <a:avLst/>
            </a:prstGeom>
          </p:spPr>
        </p:pic>
        <p:pic>
          <p:nvPicPr>
            <p:cNvPr id="12" name="Graphic 11">
              <a:hlinkClick r:id="rId5"/>
              <a:extLst>
                <a:ext uri="{FF2B5EF4-FFF2-40B4-BE49-F238E27FC236}">
                  <a16:creationId xmlns:a16="http://schemas.microsoft.com/office/drawing/2014/main" id="{2406B096-DD70-F68B-4334-B4FFE26E415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769474" y="6160946"/>
              <a:ext cx="259200" cy="324000"/>
            </a:xfrm>
            <a:prstGeom prst="rect">
              <a:avLst/>
            </a:prstGeom>
          </p:spPr>
        </p:pic>
        <p:pic>
          <p:nvPicPr>
            <p:cNvPr id="13" name="Graphic 12">
              <a:hlinkClick r:id="rId8"/>
              <a:extLst>
                <a:ext uri="{FF2B5EF4-FFF2-40B4-BE49-F238E27FC236}">
                  <a16:creationId xmlns:a16="http://schemas.microsoft.com/office/drawing/2014/main" id="{4C2B0EDD-51A6-637A-E192-68E5D5B0C25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097207" y="6176371"/>
              <a:ext cx="270000" cy="270000"/>
            </a:xfrm>
            <a:prstGeom prst="rect">
              <a:avLst/>
            </a:prstGeom>
          </p:spPr>
        </p:pic>
        <p:pic>
          <p:nvPicPr>
            <p:cNvPr id="14" name="Graphic 13">
              <a:hlinkClick r:id="rId11"/>
              <a:extLst>
                <a:ext uri="{FF2B5EF4-FFF2-40B4-BE49-F238E27FC236}">
                  <a16:creationId xmlns:a16="http://schemas.microsoft.com/office/drawing/2014/main" id="{08706D00-386F-389A-F5E4-49542B440AF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430941" y="6176371"/>
              <a:ext cx="270000" cy="270000"/>
            </a:xfrm>
            <a:prstGeom prst="rect">
              <a:avLst/>
            </a:prstGeom>
          </p:spPr>
        </p:pic>
        <p:pic>
          <p:nvPicPr>
            <p:cNvPr id="15" name="Graphic 14">
              <a:hlinkClick r:id="rId14"/>
              <a:extLst>
                <a:ext uri="{FF2B5EF4-FFF2-40B4-BE49-F238E27FC236}">
                  <a16:creationId xmlns:a16="http://schemas.microsoft.com/office/drawing/2014/main" id="{757AA99A-2E38-19EC-84C7-62938562C342}"/>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753875" y="6187946"/>
              <a:ext cx="270000" cy="270000"/>
            </a:xfrm>
            <a:prstGeom prst="rect">
              <a:avLst/>
            </a:prstGeom>
          </p:spPr>
        </p:pic>
        <p:pic>
          <p:nvPicPr>
            <p:cNvPr id="16" name="Graphic 15" descr="World">
              <a:hlinkClick r:id="rId17"/>
              <a:extLst>
                <a:ext uri="{FF2B5EF4-FFF2-40B4-BE49-F238E27FC236}">
                  <a16:creationId xmlns:a16="http://schemas.microsoft.com/office/drawing/2014/main" id="{22CE2BE9-F480-8C1F-1B98-540D31DB41B9}"/>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5435739" y="6176371"/>
              <a:ext cx="270000" cy="270000"/>
            </a:xfrm>
            <a:prstGeom prst="rect">
              <a:avLst/>
            </a:prstGeom>
          </p:spPr>
        </p:pic>
      </p:grpSp>
      <p:sp>
        <p:nvSpPr>
          <p:cNvPr id="17" name="Rectangle 54">
            <a:extLst>
              <a:ext uri="{FF2B5EF4-FFF2-40B4-BE49-F238E27FC236}">
                <a16:creationId xmlns:a16="http://schemas.microsoft.com/office/drawing/2014/main" id="{609BD27C-B5BA-2F61-5D70-32BE135FB164}"/>
              </a:ext>
            </a:extLst>
          </p:cNvPr>
          <p:cNvSpPr/>
          <p:nvPr userDrawn="1"/>
        </p:nvSpPr>
        <p:spPr>
          <a:xfrm>
            <a:off x="4635500" y="-25400"/>
            <a:ext cx="7564100" cy="6883400"/>
          </a:xfrm>
          <a:custGeom>
            <a:avLst/>
            <a:gdLst>
              <a:gd name="connsiteX0" fmla="*/ 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0 w 7564100"/>
              <a:gd name="connsiteY4" fmla="*/ 0 h 6858000"/>
              <a:gd name="connsiteX0" fmla="*/ 403860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4038600 w 7564100"/>
              <a:gd name="connsiteY4" fmla="*/ 0 h 6858000"/>
              <a:gd name="connsiteX0" fmla="*/ 4622800 w 7564100"/>
              <a:gd name="connsiteY0" fmla="*/ 0 h 6883400"/>
              <a:gd name="connsiteX1" fmla="*/ 7564100 w 7564100"/>
              <a:gd name="connsiteY1" fmla="*/ 25400 h 6883400"/>
              <a:gd name="connsiteX2" fmla="*/ 7564100 w 7564100"/>
              <a:gd name="connsiteY2" fmla="*/ 6883400 h 6883400"/>
              <a:gd name="connsiteX3" fmla="*/ 0 w 7564100"/>
              <a:gd name="connsiteY3" fmla="*/ 6883400 h 6883400"/>
              <a:gd name="connsiteX4" fmla="*/ 4622800 w 7564100"/>
              <a:gd name="connsiteY4" fmla="*/ 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4100" h="6883400">
                <a:moveTo>
                  <a:pt x="4622800" y="0"/>
                </a:moveTo>
                <a:lnTo>
                  <a:pt x="7564100" y="25400"/>
                </a:lnTo>
                <a:lnTo>
                  <a:pt x="7564100" y="6883400"/>
                </a:lnTo>
                <a:lnTo>
                  <a:pt x="0" y="6883400"/>
                </a:lnTo>
                <a:lnTo>
                  <a:pt x="4622800" y="0"/>
                </a:lnTo>
                <a:close/>
              </a:path>
            </a:pathLst>
          </a:custGeom>
          <a:solidFill>
            <a:srgbClr val="BF2026">
              <a:alpha val="1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Barlow-Regular" panose="02040502050405020303"/>
              <a:ea typeface="+mn-ea"/>
              <a:cs typeface="+mn-cs"/>
            </a:endParaRPr>
          </a:p>
        </p:txBody>
      </p:sp>
      <p:sp>
        <p:nvSpPr>
          <p:cNvPr id="20" name="Picture Placeholder 18">
            <a:extLst>
              <a:ext uri="{FF2B5EF4-FFF2-40B4-BE49-F238E27FC236}">
                <a16:creationId xmlns:a16="http://schemas.microsoft.com/office/drawing/2014/main" id="{43E614FD-9123-9C07-C410-136079D900E3}"/>
              </a:ext>
            </a:extLst>
          </p:cNvPr>
          <p:cNvSpPr>
            <a:spLocks noGrp="1"/>
          </p:cNvSpPr>
          <p:nvPr>
            <p:ph type="pic" sz="quarter" idx="13"/>
          </p:nvPr>
        </p:nvSpPr>
        <p:spPr>
          <a:xfrm>
            <a:off x="5168900" y="341313"/>
            <a:ext cx="4694238" cy="6516687"/>
          </a:xfrm>
        </p:spPr>
        <p:txBody>
          <a:bodyPr/>
          <a:lstStyle/>
          <a:p>
            <a:endParaRPr lang="en-IN"/>
          </a:p>
        </p:txBody>
      </p:sp>
    </p:spTree>
    <p:extLst>
      <p:ext uri="{BB962C8B-B14F-4D97-AF65-F5344CB8AC3E}">
        <p14:creationId xmlns:p14="http://schemas.microsoft.com/office/powerpoint/2010/main" val="91587253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hank you">
    <p:bg>
      <p:bgPr>
        <a:gradFill>
          <a:gsLst>
            <a:gs pos="100000">
              <a:schemeClr val="tx2"/>
            </a:gs>
            <a:gs pos="0">
              <a:schemeClr val="accent1"/>
            </a:gs>
          </a:gsLst>
          <a:lin ang="5400000" scaled="1"/>
        </a:grad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E3414B06-2902-C6C4-27ED-C7D2ED8D2D68}"/>
              </a:ext>
            </a:extLst>
          </p:cNvPr>
          <p:cNvGrpSpPr/>
          <p:nvPr userDrawn="1"/>
        </p:nvGrpSpPr>
        <p:grpSpPr>
          <a:xfrm>
            <a:off x="715600" y="2098526"/>
            <a:ext cx="6096000" cy="1723549"/>
            <a:chOff x="715600" y="2205347"/>
            <a:chExt cx="6096000" cy="1723549"/>
          </a:xfrm>
        </p:grpSpPr>
        <p:sp>
          <p:nvSpPr>
            <p:cNvPr id="20" name="Title 6">
              <a:extLst>
                <a:ext uri="{FF2B5EF4-FFF2-40B4-BE49-F238E27FC236}">
                  <a16:creationId xmlns:a16="http://schemas.microsoft.com/office/drawing/2014/main" id="{5060C4BB-F509-1381-1879-F83E496B6CC8}"/>
                </a:ext>
              </a:extLst>
            </p:cNvPr>
            <p:cNvSpPr txBox="1">
              <a:spLocks/>
            </p:cNvSpPr>
            <p:nvPr/>
          </p:nvSpPr>
          <p:spPr>
            <a:xfrm>
              <a:off x="715600" y="2205347"/>
              <a:ext cx="6096000" cy="1354217"/>
            </a:xfrm>
            <a:prstGeom prst="rect">
              <a:avLst/>
            </a:prstGeom>
          </p:spPr>
          <p:txBody>
            <a:bodyPr vert="horz" wrap="square" lIns="0" tIns="0" rIns="0" bIns="0" rtlCol="0" anchor="t" anchorCtr="0">
              <a:spAutoFit/>
            </a:bodyPr>
            <a:lstStyle>
              <a:lvl1pPr algn="l" defTabSz="914400" rtl="0" eaLnBrk="1" latinLnBrk="0" hangingPunct="1">
                <a:lnSpc>
                  <a:spcPct val="100000"/>
                </a:lnSpc>
                <a:spcBef>
                  <a:spcPct val="0"/>
                </a:spcBef>
                <a:buNone/>
                <a:defRPr lang="en-US" sz="3200" b="1" kern="1200" dirty="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sz="8800" b="1" i="0" u="none" strike="noStrike" kern="1200" cap="none" spc="0" normalizeH="0" baseline="0" noProof="0">
                  <a:ln>
                    <a:noFill/>
                  </a:ln>
                  <a:solidFill>
                    <a:srgbClr val="FFFFFF"/>
                  </a:solidFill>
                  <a:effectLst/>
                  <a:uLnTx/>
                  <a:uFillTx/>
                  <a:latin typeface="Barlow" panose="00000500000000000000" pitchFamily="2" charset="0"/>
                  <a:ea typeface="+mj-ea"/>
                  <a:cs typeface="+mj-cs"/>
                </a:rPr>
                <a:t>THANK YOU</a:t>
              </a:r>
            </a:p>
          </p:txBody>
        </p:sp>
        <p:sp>
          <p:nvSpPr>
            <p:cNvPr id="21" name="TextBox 20">
              <a:extLst>
                <a:ext uri="{FF2B5EF4-FFF2-40B4-BE49-F238E27FC236}">
                  <a16:creationId xmlns:a16="http://schemas.microsoft.com/office/drawing/2014/main" id="{594C4F9F-11EE-186B-0849-69F1A37BF8FC}"/>
                </a:ext>
              </a:extLst>
            </p:cNvPr>
            <p:cNvSpPr txBox="1"/>
            <p:nvPr/>
          </p:nvSpPr>
          <p:spPr>
            <a:xfrm>
              <a:off x="715600" y="3559564"/>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Barlow-Regular" panose="02040502050405020303"/>
                  <a:ea typeface="+mn-ea"/>
                  <a:cs typeface="+mn-cs"/>
                </a:rPr>
                <a:t>If you have questions, ASK</a:t>
              </a:r>
            </a:p>
          </p:txBody>
        </p:sp>
      </p:grpSp>
      <p:grpSp>
        <p:nvGrpSpPr>
          <p:cNvPr id="22" name="Group 21">
            <a:extLst>
              <a:ext uri="{FF2B5EF4-FFF2-40B4-BE49-F238E27FC236}">
                <a16:creationId xmlns:a16="http://schemas.microsoft.com/office/drawing/2014/main" id="{750F6642-9E53-4754-8489-933A5EFC6598}"/>
              </a:ext>
            </a:extLst>
          </p:cNvPr>
          <p:cNvGrpSpPr/>
          <p:nvPr userDrawn="1"/>
        </p:nvGrpSpPr>
        <p:grpSpPr>
          <a:xfrm>
            <a:off x="647700" y="5924400"/>
            <a:ext cx="1951864" cy="324000"/>
            <a:chOff x="3753875" y="6160946"/>
            <a:chExt cx="1951864" cy="324000"/>
          </a:xfrm>
        </p:grpSpPr>
        <p:pic>
          <p:nvPicPr>
            <p:cNvPr id="23" name="Graphic 22">
              <a:hlinkClick r:id="rId2"/>
              <a:extLst>
                <a:ext uri="{FF2B5EF4-FFF2-40B4-BE49-F238E27FC236}">
                  <a16:creationId xmlns:a16="http://schemas.microsoft.com/office/drawing/2014/main" id="{792BEEF0-0561-BF6B-8DD8-C816C123AB7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92408" y="6176371"/>
              <a:ext cx="270000" cy="270000"/>
            </a:xfrm>
            <a:prstGeom prst="rect">
              <a:avLst/>
            </a:prstGeom>
          </p:spPr>
        </p:pic>
        <p:pic>
          <p:nvPicPr>
            <p:cNvPr id="24" name="Graphic 23">
              <a:hlinkClick r:id="rId5"/>
              <a:extLst>
                <a:ext uri="{FF2B5EF4-FFF2-40B4-BE49-F238E27FC236}">
                  <a16:creationId xmlns:a16="http://schemas.microsoft.com/office/drawing/2014/main" id="{0B8BE0DB-C28D-F5E8-6D78-F4DB1BC3ACB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769474" y="6160946"/>
              <a:ext cx="259200" cy="324000"/>
            </a:xfrm>
            <a:prstGeom prst="rect">
              <a:avLst/>
            </a:prstGeom>
          </p:spPr>
        </p:pic>
        <p:pic>
          <p:nvPicPr>
            <p:cNvPr id="25" name="Graphic 24">
              <a:hlinkClick r:id="rId8"/>
              <a:extLst>
                <a:ext uri="{FF2B5EF4-FFF2-40B4-BE49-F238E27FC236}">
                  <a16:creationId xmlns:a16="http://schemas.microsoft.com/office/drawing/2014/main" id="{24BD766E-3D37-15A9-41C8-36C361D6ADF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097207" y="6176371"/>
              <a:ext cx="270000" cy="270000"/>
            </a:xfrm>
            <a:prstGeom prst="rect">
              <a:avLst/>
            </a:prstGeom>
          </p:spPr>
        </p:pic>
        <p:pic>
          <p:nvPicPr>
            <p:cNvPr id="26" name="Graphic 25">
              <a:hlinkClick r:id="rId11"/>
              <a:extLst>
                <a:ext uri="{FF2B5EF4-FFF2-40B4-BE49-F238E27FC236}">
                  <a16:creationId xmlns:a16="http://schemas.microsoft.com/office/drawing/2014/main" id="{AD19B185-E81C-F27A-4335-8B580C9055D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430941" y="6176371"/>
              <a:ext cx="270000" cy="270000"/>
            </a:xfrm>
            <a:prstGeom prst="rect">
              <a:avLst/>
            </a:prstGeom>
          </p:spPr>
        </p:pic>
        <p:pic>
          <p:nvPicPr>
            <p:cNvPr id="27" name="Graphic 26">
              <a:hlinkClick r:id="rId14"/>
              <a:extLst>
                <a:ext uri="{FF2B5EF4-FFF2-40B4-BE49-F238E27FC236}">
                  <a16:creationId xmlns:a16="http://schemas.microsoft.com/office/drawing/2014/main" id="{608A0BE7-DC6D-07A6-5C16-B74E2EF30FC5}"/>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753875" y="6187946"/>
              <a:ext cx="270000" cy="270000"/>
            </a:xfrm>
            <a:prstGeom prst="rect">
              <a:avLst/>
            </a:prstGeom>
          </p:spPr>
        </p:pic>
        <p:pic>
          <p:nvPicPr>
            <p:cNvPr id="28" name="Graphic 27" descr="World">
              <a:hlinkClick r:id="rId17"/>
              <a:extLst>
                <a:ext uri="{FF2B5EF4-FFF2-40B4-BE49-F238E27FC236}">
                  <a16:creationId xmlns:a16="http://schemas.microsoft.com/office/drawing/2014/main" id="{DA966628-6D15-1281-E4CD-EE3B3A1C6F16}"/>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5435739" y="6176371"/>
              <a:ext cx="270000" cy="270000"/>
            </a:xfrm>
            <a:prstGeom prst="rect">
              <a:avLst/>
            </a:prstGeom>
          </p:spPr>
        </p:pic>
      </p:grpSp>
      <p:sp>
        <p:nvSpPr>
          <p:cNvPr id="8" name="Picture Placeholder 5">
            <a:extLst>
              <a:ext uri="{FF2B5EF4-FFF2-40B4-BE49-F238E27FC236}">
                <a16:creationId xmlns:a16="http://schemas.microsoft.com/office/drawing/2014/main" id="{43B2BBA2-040A-7FA0-46B7-BF93B39AFE2A}"/>
              </a:ext>
            </a:extLst>
          </p:cNvPr>
          <p:cNvSpPr>
            <a:spLocks noGrp="1"/>
          </p:cNvSpPr>
          <p:nvPr>
            <p:ph type="pic" sz="quarter" idx="13"/>
          </p:nvPr>
        </p:nvSpPr>
        <p:spPr>
          <a:xfrm>
            <a:off x="4627563" y="0"/>
            <a:ext cx="7564437" cy="6858000"/>
          </a:xfrm>
        </p:spPr>
        <p:txBody>
          <a:bodyPr/>
          <a:lstStyle/>
          <a:p>
            <a:endParaRPr lang="en-IN"/>
          </a:p>
        </p:txBody>
      </p:sp>
      <p:sp>
        <p:nvSpPr>
          <p:cNvPr id="9" name="Rectangle 11">
            <a:extLst>
              <a:ext uri="{FF2B5EF4-FFF2-40B4-BE49-F238E27FC236}">
                <a16:creationId xmlns:a16="http://schemas.microsoft.com/office/drawing/2014/main" id="{43E4A184-E6FD-826E-B28D-B80375A3DBD6}"/>
              </a:ext>
            </a:extLst>
          </p:cNvPr>
          <p:cNvSpPr/>
          <p:nvPr userDrawn="1"/>
        </p:nvSpPr>
        <p:spPr>
          <a:xfrm>
            <a:off x="4627900" y="0"/>
            <a:ext cx="9519438" cy="6858000"/>
          </a:xfrm>
          <a:custGeom>
            <a:avLst/>
            <a:gdLst>
              <a:gd name="connsiteX0" fmla="*/ 0 w 9519438"/>
              <a:gd name="connsiteY0" fmla="*/ 0 h 6858000"/>
              <a:gd name="connsiteX1" fmla="*/ 9519438 w 9519438"/>
              <a:gd name="connsiteY1" fmla="*/ 0 h 6858000"/>
              <a:gd name="connsiteX2" fmla="*/ 9519438 w 9519438"/>
              <a:gd name="connsiteY2" fmla="*/ 6858000 h 6858000"/>
              <a:gd name="connsiteX3" fmla="*/ 0 w 9519438"/>
              <a:gd name="connsiteY3" fmla="*/ 6858000 h 6858000"/>
              <a:gd name="connsiteX4" fmla="*/ 0 w 9519438"/>
              <a:gd name="connsiteY4" fmla="*/ 0 h 6858000"/>
              <a:gd name="connsiteX0" fmla="*/ 5543550 w 9519438"/>
              <a:gd name="connsiteY0" fmla="*/ 38100 h 6858000"/>
              <a:gd name="connsiteX1" fmla="*/ 9519438 w 9519438"/>
              <a:gd name="connsiteY1" fmla="*/ 0 h 6858000"/>
              <a:gd name="connsiteX2" fmla="*/ 9519438 w 9519438"/>
              <a:gd name="connsiteY2" fmla="*/ 6858000 h 6858000"/>
              <a:gd name="connsiteX3" fmla="*/ 0 w 9519438"/>
              <a:gd name="connsiteY3" fmla="*/ 6858000 h 6858000"/>
              <a:gd name="connsiteX4" fmla="*/ 5543550 w 9519438"/>
              <a:gd name="connsiteY4" fmla="*/ 38100 h 6858000"/>
              <a:gd name="connsiteX0" fmla="*/ 4572000 w 9519438"/>
              <a:gd name="connsiteY0" fmla="*/ 0 h 6858000"/>
              <a:gd name="connsiteX1" fmla="*/ 9519438 w 9519438"/>
              <a:gd name="connsiteY1" fmla="*/ 0 h 6858000"/>
              <a:gd name="connsiteX2" fmla="*/ 9519438 w 9519438"/>
              <a:gd name="connsiteY2" fmla="*/ 6858000 h 6858000"/>
              <a:gd name="connsiteX3" fmla="*/ 0 w 9519438"/>
              <a:gd name="connsiteY3" fmla="*/ 6858000 h 6858000"/>
              <a:gd name="connsiteX4" fmla="*/ 4572000 w 951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19438" h="6858000">
                <a:moveTo>
                  <a:pt x="4572000" y="0"/>
                </a:moveTo>
                <a:lnTo>
                  <a:pt x="9519438" y="0"/>
                </a:lnTo>
                <a:lnTo>
                  <a:pt x="9519438" y="6858000"/>
                </a:lnTo>
                <a:lnTo>
                  <a:pt x="0" y="6858000"/>
                </a:lnTo>
                <a:lnTo>
                  <a:pt x="4572000" y="0"/>
                </a:lnTo>
                <a:close/>
              </a:path>
            </a:pathLst>
          </a:custGeom>
          <a:solidFill>
            <a:srgbClr val="FCE1D4">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Barlow "/>
              <a:ea typeface="+mn-ea"/>
              <a:cs typeface="+mn-cs"/>
            </a:endParaRPr>
          </a:p>
        </p:txBody>
      </p:sp>
    </p:spTree>
    <p:extLst>
      <p:ext uri="{BB962C8B-B14F-4D97-AF65-F5344CB8AC3E}">
        <p14:creationId xmlns:p14="http://schemas.microsoft.com/office/powerpoint/2010/main" val="55197140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5_Image + Conten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7AE8C84-3C26-4742-1E75-3369D8085788}"/>
              </a:ext>
            </a:extLst>
          </p:cNvPr>
          <p:cNvSpPr>
            <a:spLocks noGrp="1"/>
          </p:cNvSpPr>
          <p:nvPr>
            <p:ph type="pic" sz="quarter" idx="10"/>
          </p:nvPr>
        </p:nvSpPr>
        <p:spPr>
          <a:xfrm>
            <a:off x="4469157" y="-1"/>
            <a:ext cx="7114233" cy="6868049"/>
          </a:xfrm>
          <a:custGeom>
            <a:avLst/>
            <a:gdLst>
              <a:gd name="connsiteX0" fmla="*/ 0 w 5858189"/>
              <a:gd name="connsiteY0" fmla="*/ 6858000 h 6858000"/>
              <a:gd name="connsiteX1" fmla="*/ 1464547 w 5858189"/>
              <a:gd name="connsiteY1" fmla="*/ 0 h 6858000"/>
              <a:gd name="connsiteX2" fmla="*/ 5858189 w 5858189"/>
              <a:gd name="connsiteY2" fmla="*/ 0 h 6858000"/>
              <a:gd name="connsiteX3" fmla="*/ 4393642 w 5858189"/>
              <a:gd name="connsiteY3" fmla="*/ 6858000 h 6858000"/>
              <a:gd name="connsiteX4" fmla="*/ 0 w 5858189"/>
              <a:gd name="connsiteY4" fmla="*/ 6858000 h 6858000"/>
              <a:gd name="connsiteX0" fmla="*/ 0 w 5858189"/>
              <a:gd name="connsiteY0" fmla="*/ 6858000 h 6858000"/>
              <a:gd name="connsiteX1" fmla="*/ 1786094 w 5858189"/>
              <a:gd name="connsiteY1" fmla="*/ 20097 h 6858000"/>
              <a:gd name="connsiteX2" fmla="*/ 5858189 w 5858189"/>
              <a:gd name="connsiteY2" fmla="*/ 0 h 6858000"/>
              <a:gd name="connsiteX3" fmla="*/ 4393642 w 5858189"/>
              <a:gd name="connsiteY3" fmla="*/ 6858000 h 6858000"/>
              <a:gd name="connsiteX4" fmla="*/ 0 w 5858189"/>
              <a:gd name="connsiteY4" fmla="*/ 6858000 h 6858000"/>
              <a:gd name="connsiteX0" fmla="*/ 0 w 6320414"/>
              <a:gd name="connsiteY0" fmla="*/ 6878097 h 6878097"/>
              <a:gd name="connsiteX1" fmla="*/ 2248319 w 6320414"/>
              <a:gd name="connsiteY1" fmla="*/ 20097 h 6878097"/>
              <a:gd name="connsiteX2" fmla="*/ 6320414 w 6320414"/>
              <a:gd name="connsiteY2" fmla="*/ 0 h 6878097"/>
              <a:gd name="connsiteX3" fmla="*/ 4855867 w 6320414"/>
              <a:gd name="connsiteY3" fmla="*/ 6858000 h 6878097"/>
              <a:gd name="connsiteX4" fmla="*/ 0 w 6320414"/>
              <a:gd name="connsiteY4" fmla="*/ 6878097 h 6878097"/>
              <a:gd name="connsiteX0" fmla="*/ 0 w 6320414"/>
              <a:gd name="connsiteY0" fmla="*/ 6878097 h 6878097"/>
              <a:gd name="connsiteX1" fmla="*/ 2248319 w 6320414"/>
              <a:gd name="connsiteY1" fmla="*/ 20097 h 6878097"/>
              <a:gd name="connsiteX2" fmla="*/ 6320414 w 6320414"/>
              <a:gd name="connsiteY2" fmla="*/ 0 h 6878097"/>
              <a:gd name="connsiteX3" fmla="*/ 4886012 w 6320414"/>
              <a:gd name="connsiteY3" fmla="*/ 6868048 h 6878097"/>
              <a:gd name="connsiteX4" fmla="*/ 0 w 6320414"/>
              <a:gd name="connsiteY4" fmla="*/ 6878097 h 6878097"/>
              <a:gd name="connsiteX0" fmla="*/ 0 w 7114233"/>
              <a:gd name="connsiteY0" fmla="*/ 6868049 h 6868049"/>
              <a:gd name="connsiteX1" fmla="*/ 2248319 w 7114233"/>
              <a:gd name="connsiteY1" fmla="*/ 10049 h 6868049"/>
              <a:gd name="connsiteX2" fmla="*/ 7114233 w 7114233"/>
              <a:gd name="connsiteY2" fmla="*/ 0 h 6868049"/>
              <a:gd name="connsiteX3" fmla="*/ 4886012 w 7114233"/>
              <a:gd name="connsiteY3" fmla="*/ 6858000 h 6868049"/>
              <a:gd name="connsiteX4" fmla="*/ 0 w 7114233"/>
              <a:gd name="connsiteY4" fmla="*/ 6868049 h 6868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4233" h="6868049">
                <a:moveTo>
                  <a:pt x="0" y="6868049"/>
                </a:moveTo>
                <a:lnTo>
                  <a:pt x="2248319" y="10049"/>
                </a:lnTo>
                <a:lnTo>
                  <a:pt x="7114233" y="0"/>
                </a:lnTo>
                <a:lnTo>
                  <a:pt x="4886012" y="6858000"/>
                </a:lnTo>
                <a:lnTo>
                  <a:pt x="0" y="6868049"/>
                </a:lnTo>
                <a:close/>
              </a:path>
            </a:pathLst>
          </a:custGeom>
        </p:spPr>
        <p:txBody>
          <a:bodyPr/>
          <a:lstStyle/>
          <a:p>
            <a:endParaRPr lang="en-IN"/>
          </a:p>
        </p:txBody>
      </p:sp>
      <p:sp>
        <p:nvSpPr>
          <p:cNvPr id="4" name="Subtitle 2">
            <a:extLst>
              <a:ext uri="{FF2B5EF4-FFF2-40B4-BE49-F238E27FC236}">
                <a16:creationId xmlns:a16="http://schemas.microsoft.com/office/drawing/2014/main" id="{C7B10A87-351F-C852-4078-7A30074E9F75}"/>
              </a:ext>
            </a:extLst>
          </p:cNvPr>
          <p:cNvSpPr>
            <a:spLocks noGrp="1"/>
          </p:cNvSpPr>
          <p:nvPr>
            <p:ph type="subTitle" idx="1"/>
          </p:nvPr>
        </p:nvSpPr>
        <p:spPr>
          <a:xfrm>
            <a:off x="707679" y="3688881"/>
            <a:ext cx="3569682" cy="1255728"/>
          </a:xfrm>
        </p:spPr>
        <p:txBody>
          <a:bodyPr wrap="square">
            <a:spAutoFit/>
          </a:bodyPr>
          <a:lstStyle>
            <a:lvl1pPr marL="270000" indent="-270000" algn="l">
              <a:spcBef>
                <a:spcPts val="600"/>
              </a:spcBef>
              <a:buFont typeface="Arial" panose="020B0604020202020204" pitchFamily="34" charset="0"/>
              <a:buChar char="•"/>
              <a:defRPr sz="2800">
                <a:solidFill>
                  <a:schemeClr val="tx1"/>
                </a:solidFill>
                <a:latin typeface="Open Sans" pitchFamily="2" charset="0"/>
                <a:ea typeface="Open Sans" pitchFamily="2" charset="0"/>
                <a:cs typeface="Open Sans"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0" name="TextBox 9">
            <a:extLst>
              <a:ext uri="{FF2B5EF4-FFF2-40B4-BE49-F238E27FC236}">
                <a16:creationId xmlns:a16="http://schemas.microsoft.com/office/drawing/2014/main" id="{B48CE4D7-1F74-1AA7-5F9F-6C020C9543E2}"/>
              </a:ext>
            </a:extLst>
          </p:cNvPr>
          <p:cNvSpPr txBox="1"/>
          <p:nvPr userDrawn="1"/>
        </p:nvSpPr>
        <p:spPr>
          <a:xfrm>
            <a:off x="5640355" y="2929812"/>
            <a:ext cx="914400" cy="914400"/>
          </a:xfrm>
          <a:prstGeom prst="rect">
            <a:avLst/>
          </a:prstGeom>
          <a:noFill/>
        </p:spPr>
        <p:txBody>
          <a:bodyPr wrap="square" rtlCol="0">
            <a:spAutoFit/>
          </a:bodyPr>
          <a:lstStyle/>
          <a:p>
            <a:endParaRPr lang="en-IN"/>
          </a:p>
        </p:txBody>
      </p:sp>
      <p:sp>
        <p:nvSpPr>
          <p:cNvPr id="14" name="Title 1">
            <a:extLst>
              <a:ext uri="{FF2B5EF4-FFF2-40B4-BE49-F238E27FC236}">
                <a16:creationId xmlns:a16="http://schemas.microsoft.com/office/drawing/2014/main" id="{5D843588-D84A-9FB6-EFE4-E5135D71DF5B}"/>
              </a:ext>
            </a:extLst>
          </p:cNvPr>
          <p:cNvSpPr>
            <a:spLocks noGrp="1"/>
          </p:cNvSpPr>
          <p:nvPr>
            <p:ph type="ctrTitle" hasCustomPrompt="1"/>
          </p:nvPr>
        </p:nvSpPr>
        <p:spPr>
          <a:xfrm>
            <a:off x="707679" y="2314259"/>
            <a:ext cx="4484082" cy="1231106"/>
          </a:xfrm>
          <a:prstGeom prst="rect">
            <a:avLst/>
          </a:prstGeom>
        </p:spPr>
        <p:txBody>
          <a:bodyPr vert="horz" wrap="square" lIns="0" tIns="0" rIns="0" bIns="0" rtlCol="0" anchor="ctr" anchorCtr="0">
            <a:spAutoFit/>
          </a:bodyPr>
          <a:lstStyle>
            <a:lvl1pPr algn="l">
              <a:lnSpc>
                <a:spcPct val="100000"/>
              </a:lnSpc>
              <a:defRPr lang="en-US" sz="4000" dirty="0">
                <a:solidFill>
                  <a:schemeClr val="tx1">
                    <a:lumMod val="50000"/>
                  </a:schemeClr>
                </a:solidFill>
              </a:defRPr>
            </a:lvl1pPr>
          </a:lstStyle>
          <a:p>
            <a:pPr lvl="0"/>
            <a:r>
              <a:rPr lang="en-GB"/>
              <a:t>Click to edit </a:t>
            </a:r>
            <a:br>
              <a:rPr lang="en-GB"/>
            </a:br>
            <a:r>
              <a:rPr lang="en-GB"/>
              <a:t>Master title style</a:t>
            </a:r>
            <a:endParaRPr lang="en-US"/>
          </a:p>
        </p:txBody>
      </p:sp>
    </p:spTree>
    <p:extLst>
      <p:ext uri="{BB962C8B-B14F-4D97-AF65-F5344CB8AC3E}">
        <p14:creationId xmlns:p14="http://schemas.microsoft.com/office/powerpoint/2010/main" val="81286475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5_Objectives">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1EEE1AB-0FB0-4BE4-0920-C095C792A366}"/>
              </a:ext>
            </a:extLst>
          </p:cNvPr>
          <p:cNvSpPr/>
          <p:nvPr userDrawn="1"/>
        </p:nvSpPr>
        <p:spPr>
          <a:xfrm>
            <a:off x="5247252" y="3475468"/>
            <a:ext cx="5033005" cy="808305"/>
          </a:xfrm>
          <a:prstGeom prst="roundRect">
            <a:avLst>
              <a:gd name="adj" fmla="val 50000"/>
            </a:avLst>
          </a:prstGeom>
          <a:solidFill>
            <a:schemeClr val="tx2"/>
          </a:solidFill>
          <a:effectLst/>
        </p:spPr>
        <p:txBody>
          <a:bodyPr wrap="square" lIns="1440000" tIns="0" rIns="0" bIns="0" anchor="ctr" anchorCtr="0">
            <a:noAutofit/>
          </a:bodyPr>
          <a:lstStyle/>
          <a:p>
            <a:endParaRPr lang="en-US" sz="2000" b="1">
              <a:solidFill>
                <a:schemeClr val="bg1"/>
              </a:solidFill>
              <a:latin typeface="Segoe UI" panose="020B0502040204020203" pitchFamily="34" charset="0"/>
              <a:cs typeface="Segoe UI" panose="020B0502040204020203" pitchFamily="34" charset="0"/>
            </a:endParaRPr>
          </a:p>
        </p:txBody>
      </p:sp>
      <p:sp>
        <p:nvSpPr>
          <p:cNvPr id="18" name="Rectangle: Rounded Corners 17">
            <a:extLst>
              <a:ext uri="{FF2B5EF4-FFF2-40B4-BE49-F238E27FC236}">
                <a16:creationId xmlns:a16="http://schemas.microsoft.com/office/drawing/2014/main" id="{0CF8D045-EC67-3A42-DF00-773E470DE925}"/>
              </a:ext>
            </a:extLst>
          </p:cNvPr>
          <p:cNvSpPr/>
          <p:nvPr userDrawn="1"/>
        </p:nvSpPr>
        <p:spPr>
          <a:xfrm>
            <a:off x="4503203" y="5250897"/>
            <a:ext cx="5777054" cy="808305"/>
          </a:xfrm>
          <a:prstGeom prst="roundRect">
            <a:avLst>
              <a:gd name="adj" fmla="val 50000"/>
            </a:avLst>
          </a:prstGeom>
          <a:solidFill>
            <a:schemeClr val="accent1"/>
          </a:solidFill>
          <a:effectLst/>
        </p:spPr>
        <p:txBody>
          <a:bodyPr wrap="square" lIns="1440000" tIns="0" rIns="0" bIns="0" anchor="ctr" anchorCtr="0">
            <a:noAutofit/>
          </a:bodyPr>
          <a:lstStyle/>
          <a:p>
            <a:endParaRPr lang="en-US" sz="2000" b="1">
              <a:solidFill>
                <a:schemeClr val="bg1"/>
              </a:solidFill>
              <a:latin typeface="Segoe UI" panose="020B0502040204020203" pitchFamily="34" charset="0"/>
              <a:cs typeface="Segoe UI" panose="020B0502040204020203" pitchFamily="34" charset="0"/>
            </a:endParaRPr>
          </a:p>
        </p:txBody>
      </p:sp>
      <p:sp>
        <p:nvSpPr>
          <p:cNvPr id="19" name="Rectangle: Rounded Corners 18">
            <a:extLst>
              <a:ext uri="{FF2B5EF4-FFF2-40B4-BE49-F238E27FC236}">
                <a16:creationId xmlns:a16="http://schemas.microsoft.com/office/drawing/2014/main" id="{D4EC984A-88CB-374B-254E-79EDBD342641}"/>
              </a:ext>
            </a:extLst>
          </p:cNvPr>
          <p:cNvSpPr/>
          <p:nvPr userDrawn="1"/>
        </p:nvSpPr>
        <p:spPr>
          <a:xfrm>
            <a:off x="4503203" y="1697468"/>
            <a:ext cx="5777054" cy="808305"/>
          </a:xfrm>
          <a:prstGeom prst="roundRect">
            <a:avLst>
              <a:gd name="adj" fmla="val 50000"/>
            </a:avLst>
          </a:prstGeom>
          <a:solidFill>
            <a:schemeClr val="accent2"/>
          </a:solidFill>
          <a:effectLst/>
        </p:spPr>
        <p:txBody>
          <a:bodyPr wrap="square" lIns="1440000" tIns="0" rIns="0" bIns="0" anchor="ctr" anchorCtr="0">
            <a:noAutofit/>
          </a:bodyPr>
          <a:lstStyle/>
          <a:p>
            <a:endParaRPr lang="en-US" sz="2000" b="1">
              <a:solidFill>
                <a:schemeClr val="bg1"/>
              </a:solidFill>
              <a:latin typeface="Segoe UI" panose="020B0502040204020203" pitchFamily="34" charset="0"/>
              <a:cs typeface="Segoe UI" panose="020B0502040204020203" pitchFamily="34" charset="0"/>
            </a:endParaRPr>
          </a:p>
        </p:txBody>
      </p:sp>
      <p:sp>
        <p:nvSpPr>
          <p:cNvPr id="20" name="Oval 19">
            <a:extLst>
              <a:ext uri="{FF2B5EF4-FFF2-40B4-BE49-F238E27FC236}">
                <a16:creationId xmlns:a16="http://schemas.microsoft.com/office/drawing/2014/main" id="{0D39F2EB-70C5-C952-B5F4-5AC6B7BD34EE}"/>
              </a:ext>
            </a:extLst>
          </p:cNvPr>
          <p:cNvSpPr>
            <a:spLocks noChangeArrowheads="1"/>
          </p:cNvSpPr>
          <p:nvPr userDrawn="1"/>
        </p:nvSpPr>
        <p:spPr bwMode="auto">
          <a:xfrm>
            <a:off x="4274044" y="1320668"/>
            <a:ext cx="1583409" cy="1583409"/>
          </a:xfrm>
          <a:prstGeom prst="ellipse">
            <a:avLst/>
          </a:prstGeom>
          <a:solidFill>
            <a:schemeClr val="bg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1" name="Oval 20">
            <a:extLst>
              <a:ext uri="{FF2B5EF4-FFF2-40B4-BE49-F238E27FC236}">
                <a16:creationId xmlns:a16="http://schemas.microsoft.com/office/drawing/2014/main" id="{3DA05484-BAFF-578C-162D-ACC73CD4FC22}"/>
              </a:ext>
            </a:extLst>
          </p:cNvPr>
          <p:cNvSpPr>
            <a:spLocks noChangeArrowheads="1"/>
          </p:cNvSpPr>
          <p:nvPr userDrawn="1"/>
        </p:nvSpPr>
        <p:spPr bwMode="auto">
          <a:xfrm>
            <a:off x="4992354" y="3074322"/>
            <a:ext cx="1583409" cy="1583409"/>
          </a:xfrm>
          <a:prstGeom prst="ellipse">
            <a:avLst/>
          </a:prstGeom>
          <a:solidFill>
            <a:schemeClr val="bg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2" name="Oval 21">
            <a:extLst>
              <a:ext uri="{FF2B5EF4-FFF2-40B4-BE49-F238E27FC236}">
                <a16:creationId xmlns:a16="http://schemas.microsoft.com/office/drawing/2014/main" id="{8CE99E17-476C-F159-EDFD-9218E84F8310}"/>
              </a:ext>
            </a:extLst>
          </p:cNvPr>
          <p:cNvSpPr>
            <a:spLocks noChangeArrowheads="1"/>
          </p:cNvSpPr>
          <p:nvPr userDrawn="1"/>
        </p:nvSpPr>
        <p:spPr bwMode="auto">
          <a:xfrm>
            <a:off x="4266123" y="4923910"/>
            <a:ext cx="1580659" cy="1583409"/>
          </a:xfrm>
          <a:prstGeom prst="ellipse">
            <a:avLst/>
          </a:prstGeom>
          <a:solidFill>
            <a:schemeClr val="bg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3" name="Oval 22">
            <a:extLst>
              <a:ext uri="{FF2B5EF4-FFF2-40B4-BE49-F238E27FC236}">
                <a16:creationId xmlns:a16="http://schemas.microsoft.com/office/drawing/2014/main" id="{2BE51A22-90F6-2E68-DEF6-39D3DC8EFC87}"/>
              </a:ext>
            </a:extLst>
          </p:cNvPr>
          <p:cNvSpPr>
            <a:spLocks noChangeArrowheads="1"/>
          </p:cNvSpPr>
          <p:nvPr userDrawn="1"/>
        </p:nvSpPr>
        <p:spPr bwMode="auto">
          <a:xfrm>
            <a:off x="1729445" y="2294732"/>
            <a:ext cx="3166175" cy="3166176"/>
          </a:xfrm>
          <a:prstGeom prst="ellipse">
            <a:avLst/>
          </a:prstGeom>
          <a:solidFill>
            <a:schemeClr val="accent1"/>
          </a:solidFill>
          <a:ln w="15875" cap="flat">
            <a:noFill/>
            <a:prstDash val="solid"/>
            <a:miter lim="800000"/>
            <a:headEnd/>
            <a:tailEnd/>
          </a:ln>
          <a:effectLst>
            <a:outerShdw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4" name="Oval 23">
            <a:extLst>
              <a:ext uri="{FF2B5EF4-FFF2-40B4-BE49-F238E27FC236}">
                <a16:creationId xmlns:a16="http://schemas.microsoft.com/office/drawing/2014/main" id="{A7FE4D61-5471-89BE-6360-3E15DAD22A8F}"/>
              </a:ext>
            </a:extLst>
          </p:cNvPr>
          <p:cNvSpPr>
            <a:spLocks noChangeArrowheads="1"/>
          </p:cNvSpPr>
          <p:nvPr userDrawn="1"/>
        </p:nvSpPr>
        <p:spPr bwMode="auto">
          <a:xfrm>
            <a:off x="1989679" y="2552900"/>
            <a:ext cx="2645708" cy="2649839"/>
          </a:xfrm>
          <a:prstGeom prst="ellipse">
            <a:avLst/>
          </a:prstGeom>
          <a:solidFill>
            <a:schemeClr val="tx2"/>
          </a:solidFill>
          <a:ln w="38100" cap="flat">
            <a:noFill/>
            <a:prstDash val="solid"/>
            <a:miter lim="800000"/>
            <a:headEnd/>
            <a:tailEnd/>
          </a:ln>
          <a:effectLst>
            <a:outerShdw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5" name="Oval 24">
            <a:extLst>
              <a:ext uri="{FF2B5EF4-FFF2-40B4-BE49-F238E27FC236}">
                <a16:creationId xmlns:a16="http://schemas.microsoft.com/office/drawing/2014/main" id="{39BFFB99-D941-1CF4-DC56-89A2F4BCB43E}"/>
              </a:ext>
            </a:extLst>
          </p:cNvPr>
          <p:cNvSpPr>
            <a:spLocks noChangeArrowheads="1"/>
          </p:cNvSpPr>
          <p:nvPr userDrawn="1"/>
        </p:nvSpPr>
        <p:spPr bwMode="auto">
          <a:xfrm>
            <a:off x="2247847" y="2813133"/>
            <a:ext cx="2129371" cy="2129372"/>
          </a:xfrm>
          <a:prstGeom prst="ellipse">
            <a:avLst/>
          </a:prstGeom>
          <a:solidFill>
            <a:schemeClr val="accent2"/>
          </a:solidFill>
          <a:ln w="38100" cap="flat">
            <a:noFill/>
            <a:prstDash val="solid"/>
            <a:miter lim="800000"/>
            <a:headEnd/>
            <a:tailEnd/>
          </a:ln>
          <a:effectLst>
            <a:outerShdw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6" name="Oval 25">
            <a:extLst>
              <a:ext uri="{FF2B5EF4-FFF2-40B4-BE49-F238E27FC236}">
                <a16:creationId xmlns:a16="http://schemas.microsoft.com/office/drawing/2014/main" id="{E7F1134B-5CC6-4514-273E-8DC8F06AC2A5}"/>
              </a:ext>
            </a:extLst>
          </p:cNvPr>
          <p:cNvSpPr>
            <a:spLocks noChangeArrowheads="1"/>
          </p:cNvSpPr>
          <p:nvPr userDrawn="1"/>
        </p:nvSpPr>
        <p:spPr bwMode="auto">
          <a:xfrm>
            <a:off x="2512210" y="3077498"/>
            <a:ext cx="1600643" cy="1600644"/>
          </a:xfrm>
          <a:prstGeom prst="ellipse">
            <a:avLst/>
          </a:prstGeom>
          <a:solidFill>
            <a:sysClr val="window" lastClr="FFFFFF"/>
          </a:solidFill>
          <a:ln w="15875" cap="flat">
            <a:noFill/>
            <a:prstDash val="solid"/>
            <a:miter lim="800000"/>
            <a:headEnd/>
            <a:tailEnd/>
          </a:ln>
          <a:effectLst>
            <a:outerShdw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7" name="Oval 26">
            <a:extLst>
              <a:ext uri="{FF2B5EF4-FFF2-40B4-BE49-F238E27FC236}">
                <a16:creationId xmlns:a16="http://schemas.microsoft.com/office/drawing/2014/main" id="{B8C34AD5-83F2-B428-A926-370252CE99CB}"/>
              </a:ext>
            </a:extLst>
          </p:cNvPr>
          <p:cNvSpPr>
            <a:spLocks noChangeArrowheads="1"/>
          </p:cNvSpPr>
          <p:nvPr userDrawn="1"/>
        </p:nvSpPr>
        <p:spPr bwMode="auto">
          <a:xfrm>
            <a:off x="4503204" y="1509900"/>
            <a:ext cx="1189639" cy="1189639"/>
          </a:xfrm>
          <a:prstGeom prst="ellipse">
            <a:avLst/>
          </a:prstGeom>
          <a:solidFill>
            <a:schemeClr val="accent2"/>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8" name="Oval 27">
            <a:extLst>
              <a:ext uri="{FF2B5EF4-FFF2-40B4-BE49-F238E27FC236}">
                <a16:creationId xmlns:a16="http://schemas.microsoft.com/office/drawing/2014/main" id="{ECE97C07-6EF1-199D-6943-60B285D74707}"/>
              </a:ext>
            </a:extLst>
          </p:cNvPr>
          <p:cNvSpPr>
            <a:spLocks noChangeArrowheads="1"/>
          </p:cNvSpPr>
          <p:nvPr userDrawn="1"/>
        </p:nvSpPr>
        <p:spPr bwMode="auto">
          <a:xfrm>
            <a:off x="5232272" y="3281966"/>
            <a:ext cx="1189639" cy="1189639"/>
          </a:xfrm>
          <a:prstGeom prst="ellipse">
            <a:avLst/>
          </a:prstGeom>
          <a:solidFill>
            <a:schemeClr val="tx2"/>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9" name="Oval 28">
            <a:extLst>
              <a:ext uri="{FF2B5EF4-FFF2-40B4-BE49-F238E27FC236}">
                <a16:creationId xmlns:a16="http://schemas.microsoft.com/office/drawing/2014/main" id="{F026070F-C3BE-EC57-0093-991CA0A0FAD2}"/>
              </a:ext>
            </a:extLst>
          </p:cNvPr>
          <p:cNvSpPr>
            <a:spLocks noChangeArrowheads="1"/>
          </p:cNvSpPr>
          <p:nvPr userDrawn="1"/>
        </p:nvSpPr>
        <p:spPr bwMode="auto">
          <a:xfrm>
            <a:off x="4494942" y="5134661"/>
            <a:ext cx="1187573" cy="1189639"/>
          </a:xfrm>
          <a:prstGeom prst="ellipse">
            <a:avLst/>
          </a:prstGeom>
          <a:solidFill>
            <a:schemeClr val="accent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0" name="Freeform 22">
            <a:extLst>
              <a:ext uri="{FF2B5EF4-FFF2-40B4-BE49-F238E27FC236}">
                <a16:creationId xmlns:a16="http://schemas.microsoft.com/office/drawing/2014/main" id="{54B75B26-9BDF-BD1F-BB21-DCDA8B1A6B67}"/>
              </a:ext>
            </a:extLst>
          </p:cNvPr>
          <p:cNvSpPr>
            <a:spLocks/>
          </p:cNvSpPr>
          <p:nvPr userDrawn="1"/>
        </p:nvSpPr>
        <p:spPr bwMode="auto">
          <a:xfrm>
            <a:off x="3945561" y="2416588"/>
            <a:ext cx="828203" cy="826138"/>
          </a:xfrm>
          <a:custGeom>
            <a:avLst/>
            <a:gdLst>
              <a:gd name="T0" fmla="*/ 0 w 401"/>
              <a:gd name="T1" fmla="*/ 310 h 400"/>
              <a:gd name="T2" fmla="*/ 313 w 401"/>
              <a:gd name="T3" fmla="*/ 0 h 400"/>
              <a:gd name="T4" fmla="*/ 391 w 401"/>
              <a:gd name="T5" fmla="*/ 5 h 400"/>
              <a:gd name="T6" fmla="*/ 401 w 401"/>
              <a:gd name="T7" fmla="*/ 90 h 400"/>
              <a:gd name="T8" fmla="*/ 90 w 401"/>
              <a:gd name="T9" fmla="*/ 400 h 400"/>
              <a:gd name="T10" fmla="*/ 24 w 401"/>
              <a:gd name="T11" fmla="*/ 377 h 400"/>
              <a:gd name="T12" fmla="*/ 0 w 401"/>
              <a:gd name="T13" fmla="*/ 310 h 400"/>
            </a:gdLst>
            <a:ahLst/>
            <a:cxnLst>
              <a:cxn ang="0">
                <a:pos x="T0" y="T1"/>
              </a:cxn>
              <a:cxn ang="0">
                <a:pos x="T2" y="T3"/>
              </a:cxn>
              <a:cxn ang="0">
                <a:pos x="T4" y="T5"/>
              </a:cxn>
              <a:cxn ang="0">
                <a:pos x="T6" y="T7"/>
              </a:cxn>
              <a:cxn ang="0">
                <a:pos x="T8" y="T9"/>
              </a:cxn>
              <a:cxn ang="0">
                <a:pos x="T10" y="T11"/>
              </a:cxn>
              <a:cxn ang="0">
                <a:pos x="T12" y="T13"/>
              </a:cxn>
            </a:cxnLst>
            <a:rect l="0" t="0" r="r" b="b"/>
            <a:pathLst>
              <a:path w="401" h="400">
                <a:moveTo>
                  <a:pt x="0" y="310"/>
                </a:moveTo>
                <a:lnTo>
                  <a:pt x="313" y="0"/>
                </a:lnTo>
                <a:lnTo>
                  <a:pt x="391" y="5"/>
                </a:lnTo>
                <a:lnTo>
                  <a:pt x="401" y="90"/>
                </a:lnTo>
                <a:lnTo>
                  <a:pt x="90" y="400"/>
                </a:lnTo>
                <a:lnTo>
                  <a:pt x="24" y="377"/>
                </a:lnTo>
                <a:lnTo>
                  <a:pt x="0" y="310"/>
                </a:lnTo>
                <a:close/>
              </a:path>
            </a:pathLst>
          </a:custGeom>
          <a:solidFill>
            <a:schemeClr val="accent2"/>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1" name="Freeform 23">
            <a:extLst>
              <a:ext uri="{FF2B5EF4-FFF2-40B4-BE49-F238E27FC236}">
                <a16:creationId xmlns:a16="http://schemas.microsoft.com/office/drawing/2014/main" id="{B4EC27A8-EBD4-5713-65E5-AE7B0C60CA46}"/>
              </a:ext>
            </a:extLst>
          </p:cNvPr>
          <p:cNvSpPr>
            <a:spLocks/>
          </p:cNvSpPr>
          <p:nvPr userDrawn="1"/>
        </p:nvSpPr>
        <p:spPr bwMode="auto">
          <a:xfrm>
            <a:off x="4499073" y="3748735"/>
            <a:ext cx="811680" cy="258169"/>
          </a:xfrm>
          <a:custGeom>
            <a:avLst/>
            <a:gdLst>
              <a:gd name="T0" fmla="*/ 38 w 393"/>
              <a:gd name="T1" fmla="*/ 0 h 125"/>
              <a:gd name="T2" fmla="*/ 362 w 393"/>
              <a:gd name="T3" fmla="*/ 0 h 125"/>
              <a:gd name="T4" fmla="*/ 393 w 393"/>
              <a:gd name="T5" fmla="*/ 35 h 125"/>
              <a:gd name="T6" fmla="*/ 362 w 393"/>
              <a:gd name="T7" fmla="*/ 125 h 125"/>
              <a:gd name="T8" fmla="*/ 40 w 393"/>
              <a:gd name="T9" fmla="*/ 125 h 125"/>
              <a:gd name="T10" fmla="*/ 0 w 393"/>
              <a:gd name="T11" fmla="*/ 38 h 125"/>
              <a:gd name="T12" fmla="*/ 38 w 393"/>
              <a:gd name="T13" fmla="*/ 0 h 125"/>
            </a:gdLst>
            <a:ahLst/>
            <a:cxnLst>
              <a:cxn ang="0">
                <a:pos x="T0" y="T1"/>
              </a:cxn>
              <a:cxn ang="0">
                <a:pos x="T2" y="T3"/>
              </a:cxn>
              <a:cxn ang="0">
                <a:pos x="T4" y="T5"/>
              </a:cxn>
              <a:cxn ang="0">
                <a:pos x="T6" y="T7"/>
              </a:cxn>
              <a:cxn ang="0">
                <a:pos x="T8" y="T9"/>
              </a:cxn>
              <a:cxn ang="0">
                <a:pos x="T10" y="T11"/>
              </a:cxn>
              <a:cxn ang="0">
                <a:pos x="T12" y="T13"/>
              </a:cxn>
            </a:cxnLst>
            <a:rect l="0" t="0" r="r" b="b"/>
            <a:pathLst>
              <a:path w="393" h="125">
                <a:moveTo>
                  <a:pt x="38" y="0"/>
                </a:moveTo>
                <a:lnTo>
                  <a:pt x="362" y="0"/>
                </a:lnTo>
                <a:lnTo>
                  <a:pt x="393" y="35"/>
                </a:lnTo>
                <a:lnTo>
                  <a:pt x="362" y="125"/>
                </a:lnTo>
                <a:lnTo>
                  <a:pt x="40" y="125"/>
                </a:lnTo>
                <a:lnTo>
                  <a:pt x="0" y="38"/>
                </a:lnTo>
                <a:lnTo>
                  <a:pt x="38" y="0"/>
                </a:lnTo>
                <a:close/>
              </a:path>
            </a:pathLst>
          </a:custGeom>
          <a:solidFill>
            <a:schemeClr val="tx2"/>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2" name="Freeform 24">
            <a:extLst>
              <a:ext uri="{FF2B5EF4-FFF2-40B4-BE49-F238E27FC236}">
                <a16:creationId xmlns:a16="http://schemas.microsoft.com/office/drawing/2014/main" id="{3A9D2B57-3025-B3F7-6D86-8D2E7D2F654A}"/>
              </a:ext>
            </a:extLst>
          </p:cNvPr>
          <p:cNvSpPr>
            <a:spLocks/>
          </p:cNvSpPr>
          <p:nvPr userDrawn="1"/>
        </p:nvSpPr>
        <p:spPr bwMode="auto">
          <a:xfrm>
            <a:off x="4269820" y="4845434"/>
            <a:ext cx="620008" cy="559681"/>
          </a:xfrm>
          <a:custGeom>
            <a:avLst/>
            <a:gdLst>
              <a:gd name="T0" fmla="*/ 99 w 251"/>
              <a:gd name="T1" fmla="*/ 0 h 239"/>
              <a:gd name="T2" fmla="*/ 246 w 251"/>
              <a:gd name="T3" fmla="*/ 147 h 239"/>
              <a:gd name="T4" fmla="*/ 251 w 251"/>
              <a:gd name="T5" fmla="*/ 222 h 239"/>
              <a:gd name="T6" fmla="*/ 151 w 251"/>
              <a:gd name="T7" fmla="*/ 239 h 239"/>
              <a:gd name="T8" fmla="*/ 0 w 251"/>
              <a:gd name="T9" fmla="*/ 85 h 239"/>
              <a:gd name="T10" fmla="*/ 12 w 251"/>
              <a:gd name="T11" fmla="*/ 42 h 239"/>
              <a:gd name="T12" fmla="*/ 99 w 251"/>
              <a:gd name="T13" fmla="*/ 0 h 239"/>
            </a:gdLst>
            <a:ahLst/>
            <a:cxnLst>
              <a:cxn ang="0">
                <a:pos x="T0" y="T1"/>
              </a:cxn>
              <a:cxn ang="0">
                <a:pos x="T2" y="T3"/>
              </a:cxn>
              <a:cxn ang="0">
                <a:pos x="T4" y="T5"/>
              </a:cxn>
              <a:cxn ang="0">
                <a:pos x="T6" y="T7"/>
              </a:cxn>
              <a:cxn ang="0">
                <a:pos x="T8" y="T9"/>
              </a:cxn>
              <a:cxn ang="0">
                <a:pos x="T10" y="T11"/>
              </a:cxn>
              <a:cxn ang="0">
                <a:pos x="T12" y="T13"/>
              </a:cxn>
            </a:cxnLst>
            <a:rect l="0" t="0" r="r" b="b"/>
            <a:pathLst>
              <a:path w="251" h="239">
                <a:moveTo>
                  <a:pt x="99" y="0"/>
                </a:moveTo>
                <a:lnTo>
                  <a:pt x="246" y="147"/>
                </a:lnTo>
                <a:lnTo>
                  <a:pt x="251" y="222"/>
                </a:lnTo>
                <a:lnTo>
                  <a:pt x="151" y="239"/>
                </a:lnTo>
                <a:lnTo>
                  <a:pt x="0" y="85"/>
                </a:lnTo>
                <a:lnTo>
                  <a:pt x="12" y="42"/>
                </a:lnTo>
                <a:lnTo>
                  <a:pt x="99" y="0"/>
                </a:lnTo>
                <a:close/>
              </a:path>
            </a:pathLst>
          </a:custGeom>
          <a:solidFill>
            <a:schemeClr val="accent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3" name="Oval 18">
            <a:extLst>
              <a:ext uri="{FF2B5EF4-FFF2-40B4-BE49-F238E27FC236}">
                <a16:creationId xmlns:a16="http://schemas.microsoft.com/office/drawing/2014/main" id="{11F77542-95EE-97FF-1D04-E03B4E7599AD}"/>
              </a:ext>
            </a:extLst>
          </p:cNvPr>
          <p:cNvSpPr>
            <a:spLocks noChangeArrowheads="1"/>
          </p:cNvSpPr>
          <p:nvPr userDrawn="1"/>
        </p:nvSpPr>
        <p:spPr bwMode="auto">
          <a:xfrm>
            <a:off x="4687332" y="1694028"/>
            <a:ext cx="821384" cy="821383"/>
          </a:xfrm>
          <a:prstGeom prst="ellipse">
            <a:avLst/>
          </a:prstGeom>
          <a:solidFill>
            <a:sysClr val="window" lastClr="FFFFFF"/>
          </a:solidFill>
          <a:ln w="15875" cap="flat">
            <a:noFill/>
            <a:prstDash val="solid"/>
            <a:miter lim="800000"/>
            <a:headEnd/>
            <a:tailEnd/>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4" name="Oval 18">
            <a:extLst>
              <a:ext uri="{FF2B5EF4-FFF2-40B4-BE49-F238E27FC236}">
                <a16:creationId xmlns:a16="http://schemas.microsoft.com/office/drawing/2014/main" id="{33010B02-6EE5-4E47-3118-C9EBAFCADA43}"/>
              </a:ext>
            </a:extLst>
          </p:cNvPr>
          <p:cNvSpPr>
            <a:spLocks noChangeArrowheads="1"/>
          </p:cNvSpPr>
          <p:nvPr userDrawn="1"/>
        </p:nvSpPr>
        <p:spPr bwMode="auto">
          <a:xfrm>
            <a:off x="5416400" y="3466094"/>
            <a:ext cx="821384" cy="821383"/>
          </a:xfrm>
          <a:prstGeom prst="ellipse">
            <a:avLst/>
          </a:prstGeom>
          <a:solidFill>
            <a:sysClr val="window" lastClr="FFFFFF"/>
          </a:solidFill>
          <a:ln w="15875" cap="flat">
            <a:noFill/>
            <a:prstDash val="solid"/>
            <a:miter lim="800000"/>
            <a:headEnd/>
            <a:tailEnd/>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5" name="Oval 18">
            <a:extLst>
              <a:ext uri="{FF2B5EF4-FFF2-40B4-BE49-F238E27FC236}">
                <a16:creationId xmlns:a16="http://schemas.microsoft.com/office/drawing/2014/main" id="{F3D5716C-1FC1-A63A-0E71-A110CD002AAE}"/>
              </a:ext>
            </a:extLst>
          </p:cNvPr>
          <p:cNvSpPr>
            <a:spLocks noChangeArrowheads="1"/>
          </p:cNvSpPr>
          <p:nvPr userDrawn="1"/>
        </p:nvSpPr>
        <p:spPr bwMode="auto">
          <a:xfrm>
            <a:off x="4678037" y="5340055"/>
            <a:ext cx="821384" cy="821383"/>
          </a:xfrm>
          <a:prstGeom prst="ellipse">
            <a:avLst/>
          </a:prstGeom>
          <a:solidFill>
            <a:sysClr val="window" lastClr="FFFFFF"/>
          </a:solidFill>
          <a:ln w="15875" cap="flat">
            <a:noFill/>
            <a:prstDash val="solid"/>
            <a:miter lim="800000"/>
            <a:headEnd/>
            <a:tailEnd/>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6" name="Freeform 55">
            <a:extLst>
              <a:ext uri="{FF2B5EF4-FFF2-40B4-BE49-F238E27FC236}">
                <a16:creationId xmlns:a16="http://schemas.microsoft.com/office/drawing/2014/main" id="{6D85A67C-7A56-DE2B-22A3-ED2B40C80C8F}"/>
              </a:ext>
            </a:extLst>
          </p:cNvPr>
          <p:cNvSpPr>
            <a:spLocks noEditPoints="1"/>
          </p:cNvSpPr>
          <p:nvPr userDrawn="1"/>
        </p:nvSpPr>
        <p:spPr bwMode="auto">
          <a:xfrm>
            <a:off x="9722204" y="1907099"/>
            <a:ext cx="387340" cy="389043"/>
          </a:xfrm>
          <a:custGeom>
            <a:avLst/>
            <a:gdLst>
              <a:gd name="T0" fmla="*/ 48 w 96"/>
              <a:gd name="T1" fmla="*/ 0 h 96"/>
              <a:gd name="T2" fmla="*/ 0 w 96"/>
              <a:gd name="T3" fmla="*/ 48 h 96"/>
              <a:gd name="T4" fmla="*/ 48 w 96"/>
              <a:gd name="T5" fmla="*/ 96 h 96"/>
              <a:gd name="T6" fmla="*/ 96 w 96"/>
              <a:gd name="T7" fmla="*/ 48 h 96"/>
              <a:gd name="T8" fmla="*/ 48 w 96"/>
              <a:gd name="T9" fmla="*/ 0 h 96"/>
              <a:gd name="T10" fmla="*/ 75 w 96"/>
              <a:gd name="T11" fmla="*/ 50 h 96"/>
              <a:gd name="T12" fmla="*/ 39 w 96"/>
              <a:gd name="T13" fmla="*/ 80 h 96"/>
              <a:gd name="T14" fmla="*/ 38 w 96"/>
              <a:gd name="T15" fmla="*/ 80 h 96"/>
              <a:gd name="T16" fmla="*/ 37 w 96"/>
              <a:gd name="T17" fmla="*/ 80 h 96"/>
              <a:gd name="T18" fmla="*/ 36 w 96"/>
              <a:gd name="T19" fmla="*/ 78 h 96"/>
              <a:gd name="T20" fmla="*/ 36 w 96"/>
              <a:gd name="T21" fmla="*/ 62 h 96"/>
              <a:gd name="T22" fmla="*/ 37 w 96"/>
              <a:gd name="T23" fmla="*/ 60 h 96"/>
              <a:gd name="T24" fmla="*/ 53 w 96"/>
              <a:gd name="T25" fmla="*/ 48 h 96"/>
              <a:gd name="T26" fmla="*/ 37 w 96"/>
              <a:gd name="T27" fmla="*/ 36 h 96"/>
              <a:gd name="T28" fmla="*/ 36 w 96"/>
              <a:gd name="T29" fmla="*/ 34 h 96"/>
              <a:gd name="T30" fmla="*/ 36 w 96"/>
              <a:gd name="T31" fmla="*/ 18 h 96"/>
              <a:gd name="T32" fmla="*/ 37 w 96"/>
              <a:gd name="T33" fmla="*/ 16 h 96"/>
              <a:gd name="T34" fmla="*/ 39 w 96"/>
              <a:gd name="T35" fmla="*/ 16 h 96"/>
              <a:gd name="T36" fmla="*/ 75 w 96"/>
              <a:gd name="T37" fmla="*/ 46 h 96"/>
              <a:gd name="T38" fmla="*/ 76 w 96"/>
              <a:gd name="T39" fmla="*/ 48 h 96"/>
              <a:gd name="T40" fmla="*/ 75 w 96"/>
              <a:gd name="T41" fmla="*/ 5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 h="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p>
        </p:txBody>
      </p:sp>
      <p:sp>
        <p:nvSpPr>
          <p:cNvPr id="37" name="Freeform 55">
            <a:extLst>
              <a:ext uri="{FF2B5EF4-FFF2-40B4-BE49-F238E27FC236}">
                <a16:creationId xmlns:a16="http://schemas.microsoft.com/office/drawing/2014/main" id="{271FD54B-823D-1391-2FD1-60C75B0D6A71}"/>
              </a:ext>
            </a:extLst>
          </p:cNvPr>
          <p:cNvSpPr>
            <a:spLocks noEditPoints="1"/>
          </p:cNvSpPr>
          <p:nvPr userDrawn="1"/>
        </p:nvSpPr>
        <p:spPr bwMode="auto">
          <a:xfrm>
            <a:off x="9722204" y="3685099"/>
            <a:ext cx="387340" cy="389043"/>
          </a:xfrm>
          <a:custGeom>
            <a:avLst/>
            <a:gdLst>
              <a:gd name="T0" fmla="*/ 48 w 96"/>
              <a:gd name="T1" fmla="*/ 0 h 96"/>
              <a:gd name="T2" fmla="*/ 0 w 96"/>
              <a:gd name="T3" fmla="*/ 48 h 96"/>
              <a:gd name="T4" fmla="*/ 48 w 96"/>
              <a:gd name="T5" fmla="*/ 96 h 96"/>
              <a:gd name="T6" fmla="*/ 96 w 96"/>
              <a:gd name="T7" fmla="*/ 48 h 96"/>
              <a:gd name="T8" fmla="*/ 48 w 96"/>
              <a:gd name="T9" fmla="*/ 0 h 96"/>
              <a:gd name="T10" fmla="*/ 75 w 96"/>
              <a:gd name="T11" fmla="*/ 50 h 96"/>
              <a:gd name="T12" fmla="*/ 39 w 96"/>
              <a:gd name="T13" fmla="*/ 80 h 96"/>
              <a:gd name="T14" fmla="*/ 38 w 96"/>
              <a:gd name="T15" fmla="*/ 80 h 96"/>
              <a:gd name="T16" fmla="*/ 37 w 96"/>
              <a:gd name="T17" fmla="*/ 80 h 96"/>
              <a:gd name="T18" fmla="*/ 36 w 96"/>
              <a:gd name="T19" fmla="*/ 78 h 96"/>
              <a:gd name="T20" fmla="*/ 36 w 96"/>
              <a:gd name="T21" fmla="*/ 62 h 96"/>
              <a:gd name="T22" fmla="*/ 37 w 96"/>
              <a:gd name="T23" fmla="*/ 60 h 96"/>
              <a:gd name="T24" fmla="*/ 53 w 96"/>
              <a:gd name="T25" fmla="*/ 48 h 96"/>
              <a:gd name="T26" fmla="*/ 37 w 96"/>
              <a:gd name="T27" fmla="*/ 36 h 96"/>
              <a:gd name="T28" fmla="*/ 36 w 96"/>
              <a:gd name="T29" fmla="*/ 34 h 96"/>
              <a:gd name="T30" fmla="*/ 36 w 96"/>
              <a:gd name="T31" fmla="*/ 18 h 96"/>
              <a:gd name="T32" fmla="*/ 37 w 96"/>
              <a:gd name="T33" fmla="*/ 16 h 96"/>
              <a:gd name="T34" fmla="*/ 39 w 96"/>
              <a:gd name="T35" fmla="*/ 16 h 96"/>
              <a:gd name="T36" fmla="*/ 75 w 96"/>
              <a:gd name="T37" fmla="*/ 46 h 96"/>
              <a:gd name="T38" fmla="*/ 76 w 96"/>
              <a:gd name="T39" fmla="*/ 48 h 96"/>
              <a:gd name="T40" fmla="*/ 75 w 96"/>
              <a:gd name="T41" fmla="*/ 5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 h="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p>
        </p:txBody>
      </p:sp>
      <p:sp>
        <p:nvSpPr>
          <p:cNvPr id="38" name="Freeform 55">
            <a:extLst>
              <a:ext uri="{FF2B5EF4-FFF2-40B4-BE49-F238E27FC236}">
                <a16:creationId xmlns:a16="http://schemas.microsoft.com/office/drawing/2014/main" id="{1F0FBAA0-C49C-F9A3-DB93-FACD5F8C8063}"/>
              </a:ext>
            </a:extLst>
          </p:cNvPr>
          <p:cNvSpPr>
            <a:spLocks noEditPoints="1"/>
          </p:cNvSpPr>
          <p:nvPr userDrawn="1"/>
        </p:nvSpPr>
        <p:spPr bwMode="auto">
          <a:xfrm>
            <a:off x="9722204" y="5460528"/>
            <a:ext cx="387340" cy="389043"/>
          </a:xfrm>
          <a:custGeom>
            <a:avLst/>
            <a:gdLst>
              <a:gd name="T0" fmla="*/ 48 w 96"/>
              <a:gd name="T1" fmla="*/ 0 h 96"/>
              <a:gd name="T2" fmla="*/ 0 w 96"/>
              <a:gd name="T3" fmla="*/ 48 h 96"/>
              <a:gd name="T4" fmla="*/ 48 w 96"/>
              <a:gd name="T5" fmla="*/ 96 h 96"/>
              <a:gd name="T6" fmla="*/ 96 w 96"/>
              <a:gd name="T7" fmla="*/ 48 h 96"/>
              <a:gd name="T8" fmla="*/ 48 w 96"/>
              <a:gd name="T9" fmla="*/ 0 h 96"/>
              <a:gd name="T10" fmla="*/ 75 w 96"/>
              <a:gd name="T11" fmla="*/ 50 h 96"/>
              <a:gd name="T12" fmla="*/ 39 w 96"/>
              <a:gd name="T13" fmla="*/ 80 h 96"/>
              <a:gd name="T14" fmla="*/ 38 w 96"/>
              <a:gd name="T15" fmla="*/ 80 h 96"/>
              <a:gd name="T16" fmla="*/ 37 w 96"/>
              <a:gd name="T17" fmla="*/ 80 h 96"/>
              <a:gd name="T18" fmla="*/ 36 w 96"/>
              <a:gd name="T19" fmla="*/ 78 h 96"/>
              <a:gd name="T20" fmla="*/ 36 w 96"/>
              <a:gd name="T21" fmla="*/ 62 h 96"/>
              <a:gd name="T22" fmla="*/ 37 w 96"/>
              <a:gd name="T23" fmla="*/ 60 h 96"/>
              <a:gd name="T24" fmla="*/ 53 w 96"/>
              <a:gd name="T25" fmla="*/ 48 h 96"/>
              <a:gd name="T26" fmla="*/ 37 w 96"/>
              <a:gd name="T27" fmla="*/ 36 h 96"/>
              <a:gd name="T28" fmla="*/ 36 w 96"/>
              <a:gd name="T29" fmla="*/ 34 h 96"/>
              <a:gd name="T30" fmla="*/ 36 w 96"/>
              <a:gd name="T31" fmla="*/ 18 h 96"/>
              <a:gd name="T32" fmla="*/ 37 w 96"/>
              <a:gd name="T33" fmla="*/ 16 h 96"/>
              <a:gd name="T34" fmla="*/ 39 w 96"/>
              <a:gd name="T35" fmla="*/ 16 h 96"/>
              <a:gd name="T36" fmla="*/ 75 w 96"/>
              <a:gd name="T37" fmla="*/ 46 h 96"/>
              <a:gd name="T38" fmla="*/ 76 w 96"/>
              <a:gd name="T39" fmla="*/ 48 h 96"/>
              <a:gd name="T40" fmla="*/ 75 w 96"/>
              <a:gd name="T41" fmla="*/ 5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 h="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p>
        </p:txBody>
      </p:sp>
      <p:sp>
        <p:nvSpPr>
          <p:cNvPr id="50" name="Content Placeholder 48">
            <a:extLst>
              <a:ext uri="{FF2B5EF4-FFF2-40B4-BE49-F238E27FC236}">
                <a16:creationId xmlns:a16="http://schemas.microsoft.com/office/drawing/2014/main" id="{FF5A177C-03B8-06A2-809E-D1AB7CE7C0C0}"/>
              </a:ext>
            </a:extLst>
          </p:cNvPr>
          <p:cNvSpPr>
            <a:spLocks noGrp="1"/>
          </p:cNvSpPr>
          <p:nvPr>
            <p:ph sz="quarter" idx="13" hasCustomPrompt="1"/>
          </p:nvPr>
        </p:nvSpPr>
        <p:spPr>
          <a:xfrm>
            <a:off x="2878795" y="3444349"/>
            <a:ext cx="866775" cy="866775"/>
          </a:xfrm>
          <a:prstGeom prst="ellipse">
            <a:avLst/>
          </a:prstGeom>
          <a:noFill/>
        </p:spPr>
        <p:txBody>
          <a:bodyPr anchor="ctr">
            <a:noAutofit/>
          </a:bodyPr>
          <a:lstStyle>
            <a:lvl1pPr marL="0" indent="0" algn="ctr">
              <a:buNone/>
              <a:defRPr sz="1200" b="0">
                <a:solidFill>
                  <a:schemeClr val="tx1"/>
                </a:solidFill>
              </a:defRPr>
            </a:lvl1pPr>
          </a:lstStyle>
          <a:p>
            <a:pPr lvl="0"/>
            <a:r>
              <a:rPr lang="en-US"/>
              <a:t>Insert Icon here</a:t>
            </a:r>
            <a:endParaRPr lang="en-IN"/>
          </a:p>
        </p:txBody>
      </p:sp>
      <p:sp>
        <p:nvSpPr>
          <p:cNvPr id="52" name="Content Placeholder 48">
            <a:extLst>
              <a:ext uri="{FF2B5EF4-FFF2-40B4-BE49-F238E27FC236}">
                <a16:creationId xmlns:a16="http://schemas.microsoft.com/office/drawing/2014/main" id="{05F77255-05C0-9A74-DD40-A5916AAD5B0C}"/>
              </a:ext>
            </a:extLst>
          </p:cNvPr>
          <p:cNvSpPr>
            <a:spLocks noGrp="1"/>
          </p:cNvSpPr>
          <p:nvPr>
            <p:ph sz="quarter" idx="14" hasCustomPrompt="1"/>
          </p:nvPr>
        </p:nvSpPr>
        <p:spPr>
          <a:xfrm>
            <a:off x="4774962" y="1789414"/>
            <a:ext cx="646119" cy="646119"/>
          </a:xfrm>
          <a:prstGeom prst="ellipse">
            <a:avLst/>
          </a:prstGeom>
          <a:noFill/>
        </p:spPr>
        <p:txBody>
          <a:bodyPr lIns="0" rIns="0" anchor="ctr">
            <a:noAutofit/>
          </a:bodyPr>
          <a:lstStyle>
            <a:lvl1pPr marL="0" indent="0" algn="ctr">
              <a:buNone/>
              <a:defRPr sz="1050" b="0">
                <a:solidFill>
                  <a:schemeClr val="tx1"/>
                </a:solidFill>
              </a:defRPr>
            </a:lvl1pPr>
          </a:lstStyle>
          <a:p>
            <a:pPr lvl="0"/>
            <a:r>
              <a:rPr lang="en-US"/>
              <a:t>Insert Icon here</a:t>
            </a:r>
            <a:endParaRPr lang="en-IN"/>
          </a:p>
        </p:txBody>
      </p:sp>
      <p:sp>
        <p:nvSpPr>
          <p:cNvPr id="53" name="Content Placeholder 48">
            <a:extLst>
              <a:ext uri="{FF2B5EF4-FFF2-40B4-BE49-F238E27FC236}">
                <a16:creationId xmlns:a16="http://schemas.microsoft.com/office/drawing/2014/main" id="{77F5205B-9112-EE4B-620A-91B4E4B97C98}"/>
              </a:ext>
            </a:extLst>
          </p:cNvPr>
          <p:cNvSpPr>
            <a:spLocks noGrp="1"/>
          </p:cNvSpPr>
          <p:nvPr>
            <p:ph sz="quarter" idx="15" hasCustomPrompt="1"/>
          </p:nvPr>
        </p:nvSpPr>
        <p:spPr>
          <a:xfrm>
            <a:off x="5500037" y="3546235"/>
            <a:ext cx="646119" cy="646119"/>
          </a:xfrm>
          <a:prstGeom prst="ellipse">
            <a:avLst/>
          </a:prstGeom>
          <a:noFill/>
        </p:spPr>
        <p:txBody>
          <a:bodyPr lIns="0" rIns="0" anchor="ctr">
            <a:noAutofit/>
          </a:bodyPr>
          <a:lstStyle>
            <a:lvl1pPr marL="0" indent="0" algn="ctr">
              <a:buNone/>
              <a:defRPr sz="1050" b="0">
                <a:solidFill>
                  <a:schemeClr val="tx1"/>
                </a:solidFill>
              </a:defRPr>
            </a:lvl1pPr>
          </a:lstStyle>
          <a:p>
            <a:pPr lvl="0"/>
            <a:r>
              <a:rPr lang="en-US"/>
              <a:t>Insert Icon here</a:t>
            </a:r>
            <a:endParaRPr lang="en-IN"/>
          </a:p>
        </p:txBody>
      </p:sp>
      <p:sp>
        <p:nvSpPr>
          <p:cNvPr id="54" name="Content Placeholder 48">
            <a:extLst>
              <a:ext uri="{FF2B5EF4-FFF2-40B4-BE49-F238E27FC236}">
                <a16:creationId xmlns:a16="http://schemas.microsoft.com/office/drawing/2014/main" id="{3858EDFE-7F0B-98AF-BF6E-4F3225FE588A}"/>
              </a:ext>
            </a:extLst>
          </p:cNvPr>
          <p:cNvSpPr>
            <a:spLocks noGrp="1"/>
          </p:cNvSpPr>
          <p:nvPr>
            <p:ph sz="quarter" idx="16" hasCustomPrompt="1"/>
          </p:nvPr>
        </p:nvSpPr>
        <p:spPr>
          <a:xfrm>
            <a:off x="4765840" y="5429053"/>
            <a:ext cx="646119" cy="646119"/>
          </a:xfrm>
          <a:prstGeom prst="ellipse">
            <a:avLst/>
          </a:prstGeom>
          <a:noFill/>
        </p:spPr>
        <p:txBody>
          <a:bodyPr lIns="0" rIns="0" anchor="ctr">
            <a:noAutofit/>
          </a:bodyPr>
          <a:lstStyle>
            <a:lvl1pPr marL="0" indent="0" algn="ctr">
              <a:buNone/>
              <a:defRPr sz="1050" b="0">
                <a:solidFill>
                  <a:schemeClr val="tx1"/>
                </a:solidFill>
              </a:defRPr>
            </a:lvl1pPr>
          </a:lstStyle>
          <a:p>
            <a:pPr lvl="0"/>
            <a:r>
              <a:rPr lang="en-US"/>
              <a:t>Insert Icon here</a:t>
            </a:r>
            <a:endParaRPr lang="en-IN"/>
          </a:p>
        </p:txBody>
      </p:sp>
      <p:sp>
        <p:nvSpPr>
          <p:cNvPr id="58" name="Text Placeholder 37">
            <a:extLst>
              <a:ext uri="{FF2B5EF4-FFF2-40B4-BE49-F238E27FC236}">
                <a16:creationId xmlns:a16="http://schemas.microsoft.com/office/drawing/2014/main" id="{B593B476-5837-8062-5891-DAC6F0B8ADB9}"/>
              </a:ext>
            </a:extLst>
          </p:cNvPr>
          <p:cNvSpPr>
            <a:spLocks noGrp="1"/>
          </p:cNvSpPr>
          <p:nvPr>
            <p:ph type="body" sz="quarter" idx="17" hasCustomPrompt="1"/>
          </p:nvPr>
        </p:nvSpPr>
        <p:spPr>
          <a:xfrm>
            <a:off x="5962641" y="1921590"/>
            <a:ext cx="2321778" cy="373142"/>
          </a:xfrm>
        </p:spPr>
        <p:txBody>
          <a:bodyPr>
            <a:normAutofit/>
          </a:bodyPr>
          <a:lstStyle>
            <a:lvl1pPr marL="0" indent="0">
              <a:buNone/>
              <a:defRPr sz="1800" b="1">
                <a:solidFill>
                  <a:schemeClr val="bg1"/>
                </a:solidFill>
                <a:latin typeface="Barlow" panose="00000500000000000000" pitchFamily="2" charset="0"/>
              </a:defRPr>
            </a:lvl1pPr>
          </a:lstStyle>
          <a:p>
            <a:pPr lvl="0"/>
            <a:r>
              <a:rPr lang="en-US"/>
              <a:t>Click to add text</a:t>
            </a:r>
            <a:endParaRPr lang="en-IN"/>
          </a:p>
        </p:txBody>
      </p:sp>
      <p:sp>
        <p:nvSpPr>
          <p:cNvPr id="60" name="Text Placeholder 37">
            <a:extLst>
              <a:ext uri="{FF2B5EF4-FFF2-40B4-BE49-F238E27FC236}">
                <a16:creationId xmlns:a16="http://schemas.microsoft.com/office/drawing/2014/main" id="{3F5D3575-335B-A44B-13A3-674D27F0BFCF}"/>
              </a:ext>
            </a:extLst>
          </p:cNvPr>
          <p:cNvSpPr>
            <a:spLocks noGrp="1"/>
          </p:cNvSpPr>
          <p:nvPr>
            <p:ph type="body" sz="quarter" idx="19" hasCustomPrompt="1"/>
          </p:nvPr>
        </p:nvSpPr>
        <p:spPr>
          <a:xfrm>
            <a:off x="6690027" y="3725912"/>
            <a:ext cx="2321778" cy="373142"/>
          </a:xfrm>
        </p:spPr>
        <p:txBody>
          <a:bodyPr>
            <a:normAutofit/>
          </a:bodyPr>
          <a:lstStyle>
            <a:lvl1pPr marL="0" indent="0">
              <a:buNone/>
              <a:defRPr sz="1800" b="1">
                <a:solidFill>
                  <a:schemeClr val="bg1"/>
                </a:solidFill>
                <a:latin typeface="Barlow" panose="00000500000000000000" pitchFamily="2" charset="0"/>
              </a:defRPr>
            </a:lvl1pPr>
          </a:lstStyle>
          <a:p>
            <a:pPr lvl="0"/>
            <a:r>
              <a:rPr lang="en-US"/>
              <a:t>Click to add text</a:t>
            </a:r>
            <a:endParaRPr lang="en-IN"/>
          </a:p>
        </p:txBody>
      </p:sp>
      <p:sp>
        <p:nvSpPr>
          <p:cNvPr id="62" name="Text Placeholder 37">
            <a:extLst>
              <a:ext uri="{FF2B5EF4-FFF2-40B4-BE49-F238E27FC236}">
                <a16:creationId xmlns:a16="http://schemas.microsoft.com/office/drawing/2014/main" id="{B1D4934E-1083-3A67-D325-D1F4D254CC8D}"/>
              </a:ext>
            </a:extLst>
          </p:cNvPr>
          <p:cNvSpPr>
            <a:spLocks noGrp="1"/>
          </p:cNvSpPr>
          <p:nvPr>
            <p:ph type="body" sz="quarter" idx="20" hasCustomPrompt="1"/>
          </p:nvPr>
        </p:nvSpPr>
        <p:spPr>
          <a:xfrm>
            <a:off x="5962641" y="5515085"/>
            <a:ext cx="2321778" cy="373142"/>
          </a:xfrm>
        </p:spPr>
        <p:txBody>
          <a:bodyPr>
            <a:normAutofit/>
          </a:bodyPr>
          <a:lstStyle>
            <a:lvl1pPr marL="0" indent="0">
              <a:buNone/>
              <a:defRPr sz="1800" b="1">
                <a:solidFill>
                  <a:schemeClr val="bg1"/>
                </a:solidFill>
                <a:latin typeface="Barlow" panose="00000500000000000000" pitchFamily="2" charset="0"/>
              </a:defRPr>
            </a:lvl1pPr>
          </a:lstStyle>
          <a:p>
            <a:pPr lvl="0"/>
            <a:r>
              <a:rPr lang="en-US"/>
              <a:t>Click to add text</a:t>
            </a:r>
            <a:endParaRPr lang="en-IN"/>
          </a:p>
        </p:txBody>
      </p:sp>
      <p:sp>
        <p:nvSpPr>
          <p:cNvPr id="2" name="Title 1">
            <a:extLst>
              <a:ext uri="{FF2B5EF4-FFF2-40B4-BE49-F238E27FC236}">
                <a16:creationId xmlns:a16="http://schemas.microsoft.com/office/drawing/2014/main" id="{6BE0E957-AC49-D6EB-BEC7-176A578291F1}"/>
              </a:ext>
            </a:extLst>
          </p:cNvPr>
          <p:cNvSpPr>
            <a:spLocks noGrp="1"/>
          </p:cNvSpPr>
          <p:nvPr>
            <p:ph type="ctrTitle"/>
          </p:nvPr>
        </p:nvSpPr>
        <p:spPr>
          <a:xfrm>
            <a:off x="360000" y="338447"/>
            <a:ext cx="11484000" cy="615553"/>
          </a:xfrm>
          <a:prstGeom prst="rect">
            <a:avLst/>
          </a:prstGeom>
        </p:spPr>
        <p:txBody>
          <a:bodyPr vert="horz" lIns="0" tIns="0" rIns="0" bIns="0" rtlCol="0" anchor="t" anchorCtr="0">
            <a:spAutoFit/>
          </a:bodyPr>
          <a:lstStyle>
            <a:lvl1pPr algn="l">
              <a:lnSpc>
                <a:spcPct val="100000"/>
              </a:lnSpc>
              <a:defRPr lang="en-US" sz="4000" dirty="0">
                <a:solidFill>
                  <a:schemeClr val="tx2"/>
                </a:solidFill>
              </a:defRPr>
            </a:lvl1pPr>
          </a:lstStyle>
          <a:p>
            <a:pPr lvl="0"/>
            <a:r>
              <a:rPr lang="en-GB"/>
              <a:t>Click to edit Master title style</a:t>
            </a:r>
            <a:endParaRPr lang="en-US"/>
          </a:p>
        </p:txBody>
      </p:sp>
    </p:spTree>
    <p:extLst>
      <p:ext uri="{BB962C8B-B14F-4D97-AF65-F5344CB8AC3E}">
        <p14:creationId xmlns:p14="http://schemas.microsoft.com/office/powerpoint/2010/main" val="286562940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94033-8B9A-4BE4-38E1-3CD7295D0EF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FB8EBB0-8BF8-C1C2-C9E4-E0B80E9B12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C86647-CAF6-A22F-039E-A2CB8D2E3C45}"/>
              </a:ext>
            </a:extLst>
          </p:cNvPr>
          <p:cNvSpPr>
            <a:spLocks noGrp="1"/>
          </p:cNvSpPr>
          <p:nvPr>
            <p:ph type="dt" sz="half" idx="10"/>
          </p:nvPr>
        </p:nvSpPr>
        <p:spPr/>
        <p:txBody>
          <a:bodyPr/>
          <a:lstStyle/>
          <a:p>
            <a:fld id="{5E2541E4-4618-443C-A061-BDC77891D168}" type="datetime1">
              <a:rPr lang="en-IN" smtClean="0"/>
              <a:t>18-12-2024</a:t>
            </a:fld>
            <a:endParaRPr lang="en-IN"/>
          </a:p>
        </p:txBody>
      </p:sp>
      <p:sp>
        <p:nvSpPr>
          <p:cNvPr id="5" name="Footer Placeholder 4">
            <a:extLst>
              <a:ext uri="{FF2B5EF4-FFF2-40B4-BE49-F238E27FC236}">
                <a16:creationId xmlns:a16="http://schemas.microsoft.com/office/drawing/2014/main" id="{5A95CD4A-6FCC-4DD6-643F-58A547BB03D6}"/>
              </a:ext>
            </a:extLst>
          </p:cNvPr>
          <p:cNvSpPr>
            <a:spLocks noGrp="1"/>
          </p:cNvSpPr>
          <p:nvPr>
            <p:ph type="ftr" sz="quarter" idx="11"/>
          </p:nvPr>
        </p:nvSpPr>
        <p:spPr>
          <a:xfrm>
            <a:off x="4038600" y="6356350"/>
            <a:ext cx="4114800" cy="365125"/>
          </a:xfrm>
          <a:prstGeom prst="rect">
            <a:avLst/>
          </a:prstGeom>
        </p:spPr>
        <p:txBody>
          <a:bodyPr/>
          <a:lstStyle/>
          <a:p>
            <a:r>
              <a:rPr lang="en-IN">
                <a:solidFill>
                  <a:schemeClr val="tx2"/>
                </a:solidFill>
              </a:rPr>
              <a:t>Module 7 </a:t>
            </a:r>
            <a:r>
              <a:rPr lang="en-IN"/>
              <a:t>| </a:t>
            </a:r>
            <a:r>
              <a:rPr lang="en-IN">
                <a:solidFill>
                  <a:schemeClr val="accent1"/>
                </a:solidFill>
              </a:rPr>
              <a:t>Business Modelling </a:t>
            </a:r>
          </a:p>
        </p:txBody>
      </p:sp>
      <p:sp>
        <p:nvSpPr>
          <p:cNvPr id="6" name="Slide Number Placeholder 5">
            <a:extLst>
              <a:ext uri="{FF2B5EF4-FFF2-40B4-BE49-F238E27FC236}">
                <a16:creationId xmlns:a16="http://schemas.microsoft.com/office/drawing/2014/main" id="{E8DA4124-3C78-D880-C9D1-2CF6FFDF8C10}"/>
              </a:ext>
            </a:extLst>
          </p:cNvPr>
          <p:cNvSpPr>
            <a:spLocks noGrp="1"/>
          </p:cNvSpPr>
          <p:nvPr>
            <p:ph type="sldNum" sz="quarter" idx="12"/>
          </p:nvPr>
        </p:nvSpPr>
        <p:spPr/>
        <p:txBody>
          <a:bodyPr/>
          <a:lstStyle/>
          <a:p>
            <a:fld id="{B20608C6-AA7D-401F-91BD-E754E1B697DA}" type="slidenum">
              <a:rPr lang="en-IN" smtClean="0"/>
              <a:t>‹#›</a:t>
            </a:fld>
            <a:endParaRPr lang="en-IN"/>
          </a:p>
        </p:txBody>
      </p:sp>
      <p:pic>
        <p:nvPicPr>
          <p:cNvPr id="7" name="Picture 2">
            <a:extLst>
              <a:ext uri="{FF2B5EF4-FFF2-40B4-BE49-F238E27FC236}">
                <a16:creationId xmlns:a16="http://schemas.microsoft.com/office/drawing/2014/main" id="{1D060F6E-10A2-F2F2-A05B-D648378FE41F}"/>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28723" b="27376"/>
          <a:stretch/>
        </p:blipFill>
        <p:spPr bwMode="auto">
          <a:xfrm>
            <a:off x="198814" y="6355654"/>
            <a:ext cx="834887" cy="3665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154102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18-Dec-24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5746320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Title Slide">
    <p:bg>
      <p:bgPr>
        <a:gradFill>
          <a:gsLst>
            <a:gs pos="100000">
              <a:schemeClr val="tx2"/>
            </a:gs>
            <a:gs pos="0">
              <a:schemeClr val="tx2">
                <a:lumMod val="75000"/>
              </a:schemeClr>
            </a:gs>
          </a:gsLst>
          <a:lin ang="5400000" scaled="1"/>
        </a:gradFill>
        <a:effectLst/>
      </p:bgPr>
    </p:bg>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9ECD0644-BEF3-4C85-D9DF-5C08C0FA02EB}"/>
              </a:ext>
            </a:extLst>
          </p:cNvPr>
          <p:cNvGrpSpPr/>
          <p:nvPr userDrawn="1"/>
        </p:nvGrpSpPr>
        <p:grpSpPr>
          <a:xfrm>
            <a:off x="10668000" y="304798"/>
            <a:ext cx="1179720" cy="581555"/>
            <a:chOff x="969962" y="2846965"/>
            <a:chExt cx="1740598" cy="872299"/>
          </a:xfrm>
          <a:solidFill>
            <a:schemeClr val="bg1"/>
          </a:solidFill>
        </p:grpSpPr>
        <p:sp>
          <p:nvSpPr>
            <p:cNvPr id="32" name="Freeform: Shape 23">
              <a:extLst>
                <a:ext uri="{FF2B5EF4-FFF2-40B4-BE49-F238E27FC236}">
                  <a16:creationId xmlns:a16="http://schemas.microsoft.com/office/drawing/2014/main" id="{86846790-9A35-DC90-BCFB-EDB6E03D617D}"/>
                </a:ext>
              </a:extLst>
            </p:cNvPr>
            <p:cNvSpPr/>
            <p:nvPr/>
          </p:nvSpPr>
          <p:spPr>
            <a:xfrm>
              <a:off x="969962" y="3381507"/>
              <a:ext cx="274415" cy="160305"/>
            </a:xfrm>
            <a:custGeom>
              <a:avLst/>
              <a:gdLst>
                <a:gd name="connsiteX0" fmla="*/ 274415 w 274415"/>
                <a:gd name="connsiteY0" fmla="*/ 0 h 160305"/>
                <a:gd name="connsiteX1" fmla="*/ 205931 w 274415"/>
                <a:gd name="connsiteY1" fmla="*/ 160306 h 160305"/>
                <a:gd name="connsiteX2" fmla="*/ 178308 w 274415"/>
                <a:gd name="connsiteY2" fmla="*/ 160306 h 160305"/>
                <a:gd name="connsiteX3" fmla="*/ 137160 w 274415"/>
                <a:gd name="connsiteY3" fmla="*/ 66961 h 160305"/>
                <a:gd name="connsiteX4" fmla="*/ 95059 w 274415"/>
                <a:gd name="connsiteY4" fmla="*/ 160306 h 160305"/>
                <a:gd name="connsiteX5" fmla="*/ 67151 w 274415"/>
                <a:gd name="connsiteY5" fmla="*/ 160306 h 160305"/>
                <a:gd name="connsiteX6" fmla="*/ 0 w 274415"/>
                <a:gd name="connsiteY6" fmla="*/ 0 h 160305"/>
                <a:gd name="connsiteX7" fmla="*/ 49435 w 274415"/>
                <a:gd name="connsiteY7" fmla="*/ 0 h 160305"/>
                <a:gd name="connsiteX8" fmla="*/ 82296 w 274415"/>
                <a:gd name="connsiteY8" fmla="*/ 87725 h 160305"/>
                <a:gd name="connsiteX9" fmla="*/ 120015 w 274415"/>
                <a:gd name="connsiteY9" fmla="*/ 0 h 160305"/>
                <a:gd name="connsiteX10" fmla="*/ 154210 w 274415"/>
                <a:gd name="connsiteY10" fmla="*/ 0 h 160305"/>
                <a:gd name="connsiteX11" fmla="*/ 191167 w 274415"/>
                <a:gd name="connsiteY11" fmla="*/ 87725 h 160305"/>
                <a:gd name="connsiteX12" fmla="*/ 225552 w 274415"/>
                <a:gd name="connsiteY12" fmla="*/ 0 h 160305"/>
                <a:gd name="connsiteX13" fmla="*/ 274415 w 274415"/>
                <a:gd name="connsiteY13" fmla="*/ 0 h 160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4415" h="160305">
                  <a:moveTo>
                    <a:pt x="274415" y="0"/>
                  </a:moveTo>
                  <a:lnTo>
                    <a:pt x="205931" y="160306"/>
                  </a:lnTo>
                  <a:lnTo>
                    <a:pt x="178308" y="160306"/>
                  </a:lnTo>
                  <a:lnTo>
                    <a:pt x="137160" y="66961"/>
                  </a:lnTo>
                  <a:lnTo>
                    <a:pt x="95059" y="160306"/>
                  </a:lnTo>
                  <a:lnTo>
                    <a:pt x="67151" y="160306"/>
                  </a:lnTo>
                  <a:lnTo>
                    <a:pt x="0" y="0"/>
                  </a:lnTo>
                  <a:lnTo>
                    <a:pt x="49435" y="0"/>
                  </a:lnTo>
                  <a:lnTo>
                    <a:pt x="82296" y="87725"/>
                  </a:lnTo>
                  <a:lnTo>
                    <a:pt x="120015" y="0"/>
                  </a:lnTo>
                  <a:lnTo>
                    <a:pt x="154210" y="0"/>
                  </a:lnTo>
                  <a:lnTo>
                    <a:pt x="191167" y="87725"/>
                  </a:lnTo>
                  <a:lnTo>
                    <a:pt x="225552" y="0"/>
                  </a:lnTo>
                  <a:lnTo>
                    <a:pt x="274415" y="0"/>
                  </a:lnTo>
                  <a:close/>
                </a:path>
              </a:pathLst>
            </a:custGeom>
            <a:grpFill/>
            <a:ln w="9525" cap="flat">
              <a:noFill/>
              <a:prstDash val="solid"/>
              <a:miter/>
            </a:ln>
          </p:spPr>
          <p:txBody>
            <a:bodyPr rtlCol="0" anchor="ctr"/>
            <a:lstStyle/>
            <a:p>
              <a:endParaRPr lang="en-GB"/>
            </a:p>
          </p:txBody>
        </p:sp>
        <p:sp>
          <p:nvSpPr>
            <p:cNvPr id="33" name="Freeform: Shape 25">
              <a:extLst>
                <a:ext uri="{FF2B5EF4-FFF2-40B4-BE49-F238E27FC236}">
                  <a16:creationId xmlns:a16="http://schemas.microsoft.com/office/drawing/2014/main" id="{9C4E9CEE-1A49-DE23-64FE-5C945F561132}"/>
                </a:ext>
              </a:extLst>
            </p:cNvPr>
            <p:cNvSpPr/>
            <p:nvPr/>
          </p:nvSpPr>
          <p:spPr>
            <a:xfrm>
              <a:off x="1239614" y="3381412"/>
              <a:ext cx="192595" cy="158305"/>
            </a:xfrm>
            <a:custGeom>
              <a:avLst/>
              <a:gdLst>
                <a:gd name="connsiteX0" fmla="*/ 192596 w 192595"/>
                <a:gd name="connsiteY0" fmla="*/ 158306 h 158305"/>
                <a:gd name="connsiteX1" fmla="*/ 143732 w 192595"/>
                <a:gd name="connsiteY1" fmla="*/ 158306 h 158305"/>
                <a:gd name="connsiteX2" fmla="*/ 130778 w 192595"/>
                <a:gd name="connsiteY2" fmla="*/ 126206 h 158305"/>
                <a:gd name="connsiteX3" fmla="*/ 62008 w 192595"/>
                <a:gd name="connsiteY3" fmla="*/ 126206 h 158305"/>
                <a:gd name="connsiteX4" fmla="*/ 48863 w 192595"/>
                <a:gd name="connsiteY4" fmla="*/ 158306 h 158305"/>
                <a:gd name="connsiteX5" fmla="*/ 0 w 192595"/>
                <a:gd name="connsiteY5" fmla="*/ 158306 h 158305"/>
                <a:gd name="connsiteX6" fmla="*/ 70009 w 192595"/>
                <a:gd name="connsiteY6" fmla="*/ 0 h 158305"/>
                <a:gd name="connsiteX7" fmla="*/ 122777 w 192595"/>
                <a:gd name="connsiteY7" fmla="*/ 0 h 158305"/>
                <a:gd name="connsiteX8" fmla="*/ 192596 w 192595"/>
                <a:gd name="connsiteY8" fmla="*/ 158306 h 158305"/>
                <a:gd name="connsiteX9" fmla="*/ 119920 w 192595"/>
                <a:gd name="connsiteY9" fmla="*/ 98679 h 158305"/>
                <a:gd name="connsiteX10" fmla="*/ 96679 w 192595"/>
                <a:gd name="connsiteY10" fmla="*/ 40862 h 158305"/>
                <a:gd name="connsiteX11" fmla="*/ 73342 w 192595"/>
                <a:gd name="connsiteY11" fmla="*/ 98679 h 158305"/>
                <a:gd name="connsiteX12" fmla="*/ 119920 w 192595"/>
                <a:gd name="connsiteY12" fmla="*/ 98679 h 158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2595" h="158305">
                  <a:moveTo>
                    <a:pt x="192596" y="158306"/>
                  </a:moveTo>
                  <a:lnTo>
                    <a:pt x="143732" y="158306"/>
                  </a:lnTo>
                  <a:lnTo>
                    <a:pt x="130778" y="126206"/>
                  </a:lnTo>
                  <a:lnTo>
                    <a:pt x="62008" y="126206"/>
                  </a:lnTo>
                  <a:lnTo>
                    <a:pt x="48863" y="158306"/>
                  </a:lnTo>
                  <a:lnTo>
                    <a:pt x="0" y="158306"/>
                  </a:lnTo>
                  <a:lnTo>
                    <a:pt x="70009" y="0"/>
                  </a:lnTo>
                  <a:lnTo>
                    <a:pt x="122777" y="0"/>
                  </a:lnTo>
                  <a:lnTo>
                    <a:pt x="192596" y="158306"/>
                  </a:lnTo>
                  <a:close/>
                  <a:moveTo>
                    <a:pt x="119920" y="98679"/>
                  </a:moveTo>
                  <a:lnTo>
                    <a:pt x="96679" y="40862"/>
                  </a:lnTo>
                  <a:lnTo>
                    <a:pt x="73342" y="98679"/>
                  </a:lnTo>
                  <a:lnTo>
                    <a:pt x="119920" y="98679"/>
                  </a:lnTo>
                  <a:close/>
                </a:path>
              </a:pathLst>
            </a:custGeom>
            <a:grpFill/>
            <a:ln w="9525" cap="flat">
              <a:noFill/>
              <a:prstDash val="solid"/>
              <a:miter/>
            </a:ln>
          </p:spPr>
          <p:txBody>
            <a:bodyPr rtlCol="0" anchor="ctr"/>
            <a:lstStyle/>
            <a:p>
              <a:endParaRPr lang="en-GB"/>
            </a:p>
          </p:txBody>
        </p:sp>
        <p:sp>
          <p:nvSpPr>
            <p:cNvPr id="34" name="Freeform: Shape 26">
              <a:extLst>
                <a:ext uri="{FF2B5EF4-FFF2-40B4-BE49-F238E27FC236}">
                  <a16:creationId xmlns:a16="http://schemas.microsoft.com/office/drawing/2014/main" id="{91558449-F5CB-533C-CF65-CA30D8E070A1}"/>
                </a:ext>
              </a:extLst>
            </p:cNvPr>
            <p:cNvSpPr/>
            <p:nvPr/>
          </p:nvSpPr>
          <p:spPr>
            <a:xfrm>
              <a:off x="1483264" y="3381507"/>
              <a:ext cx="162782" cy="158210"/>
            </a:xfrm>
            <a:custGeom>
              <a:avLst/>
              <a:gdLst>
                <a:gd name="connsiteX0" fmla="*/ 162782 w 162782"/>
                <a:gd name="connsiteY0" fmla="*/ 81915 h 158210"/>
                <a:gd name="connsiteX1" fmla="*/ 153924 w 162782"/>
                <a:gd name="connsiteY1" fmla="*/ 120968 h 158210"/>
                <a:gd name="connsiteX2" fmla="*/ 133064 w 162782"/>
                <a:gd name="connsiteY2" fmla="*/ 144875 h 158210"/>
                <a:gd name="connsiteX3" fmla="*/ 85439 w 162782"/>
                <a:gd name="connsiteY3" fmla="*/ 158210 h 158210"/>
                <a:gd name="connsiteX4" fmla="*/ 0 w 162782"/>
                <a:gd name="connsiteY4" fmla="*/ 158210 h 158210"/>
                <a:gd name="connsiteX5" fmla="*/ 0 w 162782"/>
                <a:gd name="connsiteY5" fmla="*/ 0 h 158210"/>
                <a:gd name="connsiteX6" fmla="*/ 65723 w 162782"/>
                <a:gd name="connsiteY6" fmla="*/ 0 h 158210"/>
                <a:gd name="connsiteX7" fmla="*/ 91154 w 162782"/>
                <a:gd name="connsiteY7" fmla="*/ 1524 h 158210"/>
                <a:gd name="connsiteX8" fmla="*/ 110204 w 162782"/>
                <a:gd name="connsiteY8" fmla="*/ 5906 h 158210"/>
                <a:gd name="connsiteX9" fmla="*/ 124587 w 162782"/>
                <a:gd name="connsiteY9" fmla="*/ 12192 h 158210"/>
                <a:gd name="connsiteX10" fmla="*/ 135160 w 162782"/>
                <a:gd name="connsiteY10" fmla="*/ 19717 h 158210"/>
                <a:gd name="connsiteX11" fmla="*/ 149352 w 162782"/>
                <a:gd name="connsiteY11" fmla="*/ 35338 h 158210"/>
                <a:gd name="connsiteX12" fmla="*/ 159067 w 162782"/>
                <a:gd name="connsiteY12" fmla="*/ 56293 h 158210"/>
                <a:gd name="connsiteX13" fmla="*/ 162687 w 162782"/>
                <a:gd name="connsiteY13" fmla="*/ 82105 h 158210"/>
                <a:gd name="connsiteX14" fmla="*/ 114205 w 162782"/>
                <a:gd name="connsiteY14" fmla="*/ 80010 h 158210"/>
                <a:gd name="connsiteX15" fmla="*/ 106871 w 162782"/>
                <a:gd name="connsiteY15" fmla="*/ 49911 h 158210"/>
                <a:gd name="connsiteX16" fmla="*/ 89154 w 162782"/>
                <a:gd name="connsiteY16" fmla="*/ 35433 h 158210"/>
                <a:gd name="connsiteX17" fmla="*/ 68104 w 162782"/>
                <a:gd name="connsiteY17" fmla="*/ 31718 h 158210"/>
                <a:gd name="connsiteX18" fmla="*/ 47816 w 162782"/>
                <a:gd name="connsiteY18" fmla="*/ 31718 h 158210"/>
                <a:gd name="connsiteX19" fmla="*/ 47816 w 162782"/>
                <a:gd name="connsiteY19" fmla="*/ 125444 h 158210"/>
                <a:gd name="connsiteX20" fmla="*/ 68104 w 162782"/>
                <a:gd name="connsiteY20" fmla="*/ 125444 h 158210"/>
                <a:gd name="connsiteX21" fmla="*/ 100584 w 162782"/>
                <a:gd name="connsiteY21" fmla="*/ 116586 h 158210"/>
                <a:gd name="connsiteX22" fmla="*/ 114300 w 162782"/>
                <a:gd name="connsiteY22" fmla="*/ 79915 h 15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2782" h="158210">
                  <a:moveTo>
                    <a:pt x="162782" y="81915"/>
                  </a:moveTo>
                  <a:cubicBezTo>
                    <a:pt x="162782" y="98107"/>
                    <a:pt x="159829" y="111157"/>
                    <a:pt x="153924" y="120968"/>
                  </a:cubicBezTo>
                  <a:cubicBezTo>
                    <a:pt x="148019" y="130778"/>
                    <a:pt x="141065" y="138779"/>
                    <a:pt x="133064" y="144875"/>
                  </a:cubicBezTo>
                  <a:cubicBezTo>
                    <a:pt x="121634" y="153829"/>
                    <a:pt x="105823" y="158210"/>
                    <a:pt x="85439" y="158210"/>
                  </a:cubicBezTo>
                  <a:lnTo>
                    <a:pt x="0" y="158210"/>
                  </a:lnTo>
                  <a:lnTo>
                    <a:pt x="0" y="0"/>
                  </a:lnTo>
                  <a:lnTo>
                    <a:pt x="65723" y="0"/>
                  </a:lnTo>
                  <a:cubicBezTo>
                    <a:pt x="75629" y="0"/>
                    <a:pt x="84106" y="476"/>
                    <a:pt x="91154" y="1524"/>
                  </a:cubicBezTo>
                  <a:cubicBezTo>
                    <a:pt x="98203" y="2572"/>
                    <a:pt x="104489" y="4001"/>
                    <a:pt x="110204" y="5906"/>
                  </a:cubicBezTo>
                  <a:cubicBezTo>
                    <a:pt x="115824" y="7715"/>
                    <a:pt x="120587" y="9906"/>
                    <a:pt x="124587" y="12192"/>
                  </a:cubicBezTo>
                  <a:cubicBezTo>
                    <a:pt x="128492" y="14478"/>
                    <a:pt x="132112" y="17050"/>
                    <a:pt x="135160" y="19717"/>
                  </a:cubicBezTo>
                  <a:cubicBezTo>
                    <a:pt x="140589" y="24194"/>
                    <a:pt x="145352" y="29337"/>
                    <a:pt x="149352" y="35338"/>
                  </a:cubicBezTo>
                  <a:cubicBezTo>
                    <a:pt x="153448" y="41339"/>
                    <a:pt x="156686" y="48292"/>
                    <a:pt x="159067" y="56293"/>
                  </a:cubicBezTo>
                  <a:cubicBezTo>
                    <a:pt x="161449" y="64199"/>
                    <a:pt x="162687" y="72771"/>
                    <a:pt x="162687" y="82105"/>
                  </a:cubicBezTo>
                  <a:moveTo>
                    <a:pt x="114205" y="80010"/>
                  </a:moveTo>
                  <a:cubicBezTo>
                    <a:pt x="114205" y="67151"/>
                    <a:pt x="111728" y="57150"/>
                    <a:pt x="106871" y="49911"/>
                  </a:cubicBezTo>
                  <a:cubicBezTo>
                    <a:pt x="101917" y="42672"/>
                    <a:pt x="96012" y="37909"/>
                    <a:pt x="89154" y="35433"/>
                  </a:cubicBezTo>
                  <a:cubicBezTo>
                    <a:pt x="82201" y="32957"/>
                    <a:pt x="75248" y="31718"/>
                    <a:pt x="68104" y="31718"/>
                  </a:cubicBezTo>
                  <a:lnTo>
                    <a:pt x="47816" y="31718"/>
                  </a:lnTo>
                  <a:lnTo>
                    <a:pt x="47816" y="125444"/>
                  </a:lnTo>
                  <a:lnTo>
                    <a:pt x="68104" y="125444"/>
                  </a:lnTo>
                  <a:cubicBezTo>
                    <a:pt x="80581" y="125444"/>
                    <a:pt x="91440" y="122492"/>
                    <a:pt x="100584" y="116586"/>
                  </a:cubicBezTo>
                  <a:cubicBezTo>
                    <a:pt x="109633" y="110680"/>
                    <a:pt x="114300" y="98393"/>
                    <a:pt x="114300" y="79915"/>
                  </a:cubicBezTo>
                </a:path>
              </a:pathLst>
            </a:custGeom>
            <a:grpFill/>
            <a:ln w="9525" cap="flat">
              <a:noFill/>
              <a:prstDash val="solid"/>
              <a:miter/>
            </a:ln>
          </p:spPr>
          <p:txBody>
            <a:bodyPr rtlCol="0" anchor="ctr"/>
            <a:lstStyle/>
            <a:p>
              <a:endParaRPr lang="en-GB"/>
            </a:p>
          </p:txBody>
        </p:sp>
        <p:sp>
          <p:nvSpPr>
            <p:cNvPr id="35" name="Freeform: Shape 27">
              <a:extLst>
                <a:ext uri="{FF2B5EF4-FFF2-40B4-BE49-F238E27FC236}">
                  <a16:creationId xmlns:a16="http://schemas.microsoft.com/office/drawing/2014/main" id="{6CA92632-66E8-EDF6-D5AD-4F8622279C3E}"/>
                </a:ext>
              </a:extLst>
            </p:cNvPr>
            <p:cNvSpPr/>
            <p:nvPr/>
          </p:nvSpPr>
          <p:spPr>
            <a:xfrm>
              <a:off x="1698910" y="3381507"/>
              <a:ext cx="167163" cy="158210"/>
            </a:xfrm>
            <a:custGeom>
              <a:avLst/>
              <a:gdLst>
                <a:gd name="connsiteX0" fmla="*/ 167164 w 167163"/>
                <a:gd name="connsiteY0" fmla="*/ 158210 h 158210"/>
                <a:gd name="connsiteX1" fmla="*/ 119539 w 167163"/>
                <a:gd name="connsiteY1" fmla="*/ 158210 h 158210"/>
                <a:gd name="connsiteX2" fmla="*/ 119539 w 167163"/>
                <a:gd name="connsiteY2" fmla="*/ 96488 h 158210"/>
                <a:gd name="connsiteX3" fmla="*/ 47720 w 167163"/>
                <a:gd name="connsiteY3" fmla="*/ 96488 h 158210"/>
                <a:gd name="connsiteX4" fmla="*/ 47720 w 167163"/>
                <a:gd name="connsiteY4" fmla="*/ 158210 h 158210"/>
                <a:gd name="connsiteX5" fmla="*/ 0 w 167163"/>
                <a:gd name="connsiteY5" fmla="*/ 158210 h 158210"/>
                <a:gd name="connsiteX6" fmla="*/ 0 w 167163"/>
                <a:gd name="connsiteY6" fmla="*/ 0 h 158210"/>
                <a:gd name="connsiteX7" fmla="*/ 47720 w 167163"/>
                <a:gd name="connsiteY7" fmla="*/ 0 h 158210"/>
                <a:gd name="connsiteX8" fmla="*/ 47720 w 167163"/>
                <a:gd name="connsiteY8" fmla="*/ 58103 h 158210"/>
                <a:gd name="connsiteX9" fmla="*/ 119539 w 167163"/>
                <a:gd name="connsiteY9" fmla="*/ 58103 h 158210"/>
                <a:gd name="connsiteX10" fmla="*/ 119539 w 167163"/>
                <a:gd name="connsiteY10" fmla="*/ 0 h 158210"/>
                <a:gd name="connsiteX11" fmla="*/ 167164 w 167163"/>
                <a:gd name="connsiteY11" fmla="*/ 0 h 158210"/>
                <a:gd name="connsiteX12" fmla="*/ 167164 w 167163"/>
                <a:gd name="connsiteY12" fmla="*/ 158210 h 15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163" h="158210">
                  <a:moveTo>
                    <a:pt x="167164" y="158210"/>
                  </a:moveTo>
                  <a:lnTo>
                    <a:pt x="119539" y="158210"/>
                  </a:lnTo>
                  <a:lnTo>
                    <a:pt x="119539" y="96488"/>
                  </a:lnTo>
                  <a:lnTo>
                    <a:pt x="47720" y="96488"/>
                  </a:lnTo>
                  <a:lnTo>
                    <a:pt x="47720" y="158210"/>
                  </a:lnTo>
                  <a:lnTo>
                    <a:pt x="0" y="158210"/>
                  </a:lnTo>
                  <a:lnTo>
                    <a:pt x="0" y="0"/>
                  </a:lnTo>
                  <a:lnTo>
                    <a:pt x="47720" y="0"/>
                  </a:lnTo>
                  <a:lnTo>
                    <a:pt x="47720" y="58103"/>
                  </a:lnTo>
                  <a:lnTo>
                    <a:pt x="119539" y="58103"/>
                  </a:lnTo>
                  <a:lnTo>
                    <a:pt x="119539" y="0"/>
                  </a:lnTo>
                  <a:lnTo>
                    <a:pt x="167164" y="0"/>
                  </a:lnTo>
                  <a:lnTo>
                    <a:pt x="167164" y="158210"/>
                  </a:lnTo>
                  <a:close/>
                </a:path>
              </a:pathLst>
            </a:custGeom>
            <a:grpFill/>
            <a:ln w="9525" cap="flat">
              <a:noFill/>
              <a:prstDash val="solid"/>
              <a:miter/>
            </a:ln>
          </p:spPr>
          <p:txBody>
            <a:bodyPr rtlCol="0" anchor="ctr"/>
            <a:lstStyle/>
            <a:p>
              <a:endParaRPr lang="en-GB"/>
            </a:p>
          </p:txBody>
        </p:sp>
        <p:sp>
          <p:nvSpPr>
            <p:cNvPr id="36" name="Freeform: Shape 28">
              <a:extLst>
                <a:ext uri="{FF2B5EF4-FFF2-40B4-BE49-F238E27FC236}">
                  <a16:creationId xmlns:a16="http://schemas.microsoft.com/office/drawing/2014/main" id="{A17F9F1F-C904-9A5F-E960-31EB44FDB7E2}"/>
                </a:ext>
              </a:extLst>
            </p:cNvPr>
            <p:cNvSpPr/>
            <p:nvPr/>
          </p:nvSpPr>
          <p:spPr>
            <a:xfrm>
              <a:off x="1913984" y="3381507"/>
              <a:ext cx="274510" cy="160305"/>
            </a:xfrm>
            <a:custGeom>
              <a:avLst/>
              <a:gdLst>
                <a:gd name="connsiteX0" fmla="*/ 274511 w 274510"/>
                <a:gd name="connsiteY0" fmla="*/ 0 h 160305"/>
                <a:gd name="connsiteX1" fmla="*/ 205931 w 274510"/>
                <a:gd name="connsiteY1" fmla="*/ 160306 h 160305"/>
                <a:gd name="connsiteX2" fmla="*/ 178308 w 274510"/>
                <a:gd name="connsiteY2" fmla="*/ 160306 h 160305"/>
                <a:gd name="connsiteX3" fmla="*/ 137160 w 274510"/>
                <a:gd name="connsiteY3" fmla="*/ 66961 h 160305"/>
                <a:gd name="connsiteX4" fmla="*/ 95059 w 274510"/>
                <a:gd name="connsiteY4" fmla="*/ 160306 h 160305"/>
                <a:gd name="connsiteX5" fmla="*/ 67246 w 274510"/>
                <a:gd name="connsiteY5" fmla="*/ 160306 h 160305"/>
                <a:gd name="connsiteX6" fmla="*/ 0 w 274510"/>
                <a:gd name="connsiteY6" fmla="*/ 0 h 160305"/>
                <a:gd name="connsiteX7" fmla="*/ 49530 w 274510"/>
                <a:gd name="connsiteY7" fmla="*/ 0 h 160305"/>
                <a:gd name="connsiteX8" fmla="*/ 82391 w 274510"/>
                <a:gd name="connsiteY8" fmla="*/ 87725 h 160305"/>
                <a:gd name="connsiteX9" fmla="*/ 120110 w 274510"/>
                <a:gd name="connsiteY9" fmla="*/ 0 h 160305"/>
                <a:gd name="connsiteX10" fmla="*/ 154210 w 274510"/>
                <a:gd name="connsiteY10" fmla="*/ 0 h 160305"/>
                <a:gd name="connsiteX11" fmla="*/ 191262 w 274510"/>
                <a:gd name="connsiteY11" fmla="*/ 87725 h 160305"/>
                <a:gd name="connsiteX12" fmla="*/ 225647 w 274510"/>
                <a:gd name="connsiteY12" fmla="*/ 0 h 160305"/>
                <a:gd name="connsiteX13" fmla="*/ 274511 w 274510"/>
                <a:gd name="connsiteY13" fmla="*/ 0 h 160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4510" h="160305">
                  <a:moveTo>
                    <a:pt x="274511" y="0"/>
                  </a:moveTo>
                  <a:lnTo>
                    <a:pt x="205931" y="160306"/>
                  </a:lnTo>
                  <a:lnTo>
                    <a:pt x="178308" y="160306"/>
                  </a:lnTo>
                  <a:lnTo>
                    <a:pt x="137160" y="66961"/>
                  </a:lnTo>
                  <a:lnTo>
                    <a:pt x="95059" y="160306"/>
                  </a:lnTo>
                  <a:lnTo>
                    <a:pt x="67246" y="160306"/>
                  </a:lnTo>
                  <a:lnTo>
                    <a:pt x="0" y="0"/>
                  </a:lnTo>
                  <a:lnTo>
                    <a:pt x="49530" y="0"/>
                  </a:lnTo>
                  <a:lnTo>
                    <a:pt x="82391" y="87725"/>
                  </a:lnTo>
                  <a:lnTo>
                    <a:pt x="120110" y="0"/>
                  </a:lnTo>
                  <a:lnTo>
                    <a:pt x="154210" y="0"/>
                  </a:lnTo>
                  <a:lnTo>
                    <a:pt x="191262" y="87725"/>
                  </a:lnTo>
                  <a:lnTo>
                    <a:pt x="225647" y="0"/>
                  </a:lnTo>
                  <a:lnTo>
                    <a:pt x="274511" y="0"/>
                  </a:lnTo>
                  <a:close/>
                </a:path>
              </a:pathLst>
            </a:custGeom>
            <a:grpFill/>
            <a:ln w="9525" cap="flat">
              <a:noFill/>
              <a:prstDash val="solid"/>
              <a:miter/>
            </a:ln>
          </p:spPr>
          <p:txBody>
            <a:bodyPr rtlCol="0" anchor="ctr"/>
            <a:lstStyle/>
            <a:p>
              <a:endParaRPr lang="en-GB"/>
            </a:p>
          </p:txBody>
        </p:sp>
        <p:sp>
          <p:nvSpPr>
            <p:cNvPr id="37" name="Freeform: Shape 29">
              <a:extLst>
                <a:ext uri="{FF2B5EF4-FFF2-40B4-BE49-F238E27FC236}">
                  <a16:creationId xmlns:a16="http://schemas.microsoft.com/office/drawing/2014/main" id="{65CB7476-7537-66C9-EFBD-6CC69D6BED59}"/>
                </a:ext>
              </a:extLst>
            </p:cNvPr>
            <p:cNvSpPr/>
            <p:nvPr/>
          </p:nvSpPr>
          <p:spPr>
            <a:xfrm>
              <a:off x="2184970" y="3381412"/>
              <a:ext cx="192595" cy="158305"/>
            </a:xfrm>
            <a:custGeom>
              <a:avLst/>
              <a:gdLst>
                <a:gd name="connsiteX0" fmla="*/ 192500 w 192595"/>
                <a:gd name="connsiteY0" fmla="*/ 158306 h 158305"/>
                <a:gd name="connsiteX1" fmla="*/ 143637 w 192595"/>
                <a:gd name="connsiteY1" fmla="*/ 158306 h 158305"/>
                <a:gd name="connsiteX2" fmla="*/ 130683 w 192595"/>
                <a:gd name="connsiteY2" fmla="*/ 126206 h 158305"/>
                <a:gd name="connsiteX3" fmla="*/ 62008 w 192595"/>
                <a:gd name="connsiteY3" fmla="*/ 126206 h 158305"/>
                <a:gd name="connsiteX4" fmla="*/ 48863 w 192595"/>
                <a:gd name="connsiteY4" fmla="*/ 158306 h 158305"/>
                <a:gd name="connsiteX5" fmla="*/ 0 w 192595"/>
                <a:gd name="connsiteY5" fmla="*/ 158306 h 158305"/>
                <a:gd name="connsiteX6" fmla="*/ 70009 w 192595"/>
                <a:gd name="connsiteY6" fmla="*/ 0 h 158305"/>
                <a:gd name="connsiteX7" fmla="*/ 122777 w 192595"/>
                <a:gd name="connsiteY7" fmla="*/ 0 h 158305"/>
                <a:gd name="connsiteX8" fmla="*/ 192596 w 192595"/>
                <a:gd name="connsiteY8" fmla="*/ 158306 h 158305"/>
                <a:gd name="connsiteX9" fmla="*/ 119729 w 192595"/>
                <a:gd name="connsiteY9" fmla="*/ 98679 h 158305"/>
                <a:gd name="connsiteX10" fmla="*/ 96583 w 192595"/>
                <a:gd name="connsiteY10" fmla="*/ 40862 h 158305"/>
                <a:gd name="connsiteX11" fmla="*/ 73152 w 192595"/>
                <a:gd name="connsiteY11" fmla="*/ 98679 h 158305"/>
                <a:gd name="connsiteX12" fmla="*/ 119729 w 192595"/>
                <a:gd name="connsiteY12" fmla="*/ 98679 h 158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2595" h="158305">
                  <a:moveTo>
                    <a:pt x="192500" y="158306"/>
                  </a:moveTo>
                  <a:lnTo>
                    <a:pt x="143637" y="158306"/>
                  </a:lnTo>
                  <a:lnTo>
                    <a:pt x="130683" y="126206"/>
                  </a:lnTo>
                  <a:lnTo>
                    <a:pt x="62008" y="126206"/>
                  </a:lnTo>
                  <a:lnTo>
                    <a:pt x="48863" y="158306"/>
                  </a:lnTo>
                  <a:lnTo>
                    <a:pt x="0" y="158306"/>
                  </a:lnTo>
                  <a:lnTo>
                    <a:pt x="70009" y="0"/>
                  </a:lnTo>
                  <a:lnTo>
                    <a:pt x="122777" y="0"/>
                  </a:lnTo>
                  <a:lnTo>
                    <a:pt x="192596" y="158306"/>
                  </a:lnTo>
                  <a:close/>
                  <a:moveTo>
                    <a:pt x="119729" y="98679"/>
                  </a:moveTo>
                  <a:lnTo>
                    <a:pt x="96583" y="40862"/>
                  </a:lnTo>
                  <a:lnTo>
                    <a:pt x="73152" y="98679"/>
                  </a:lnTo>
                  <a:lnTo>
                    <a:pt x="119729" y="98679"/>
                  </a:lnTo>
                  <a:close/>
                </a:path>
              </a:pathLst>
            </a:custGeom>
            <a:grpFill/>
            <a:ln w="9525" cap="flat">
              <a:noFill/>
              <a:prstDash val="solid"/>
              <a:miter/>
            </a:ln>
          </p:spPr>
          <p:txBody>
            <a:bodyPr rtlCol="0" anchor="ctr"/>
            <a:lstStyle/>
            <a:p>
              <a:endParaRPr lang="en-GB"/>
            </a:p>
          </p:txBody>
        </p:sp>
        <p:sp>
          <p:nvSpPr>
            <p:cNvPr id="38" name="Freeform: Shape 30">
              <a:extLst>
                <a:ext uri="{FF2B5EF4-FFF2-40B4-BE49-F238E27FC236}">
                  <a16:creationId xmlns:a16="http://schemas.microsoft.com/office/drawing/2014/main" id="{08506D09-A114-A134-9524-222ED3D0272B}"/>
                </a:ext>
              </a:extLst>
            </p:cNvPr>
            <p:cNvSpPr/>
            <p:nvPr/>
          </p:nvSpPr>
          <p:spPr>
            <a:xfrm>
              <a:off x="2427572" y="3381507"/>
              <a:ext cx="171926" cy="158210"/>
            </a:xfrm>
            <a:custGeom>
              <a:avLst/>
              <a:gdLst>
                <a:gd name="connsiteX0" fmla="*/ 171926 w 171926"/>
                <a:gd name="connsiteY0" fmla="*/ 158210 h 158210"/>
                <a:gd name="connsiteX1" fmla="*/ 129445 w 171926"/>
                <a:gd name="connsiteY1" fmla="*/ 158210 h 158210"/>
                <a:gd name="connsiteX2" fmla="*/ 47339 w 171926"/>
                <a:gd name="connsiteY2" fmla="*/ 70104 h 158210"/>
                <a:gd name="connsiteX3" fmla="*/ 47339 w 171926"/>
                <a:gd name="connsiteY3" fmla="*/ 158210 h 158210"/>
                <a:gd name="connsiteX4" fmla="*/ 0 w 171926"/>
                <a:gd name="connsiteY4" fmla="*/ 158210 h 158210"/>
                <a:gd name="connsiteX5" fmla="*/ 0 w 171926"/>
                <a:gd name="connsiteY5" fmla="*/ 0 h 158210"/>
                <a:gd name="connsiteX6" fmla="*/ 42386 w 171926"/>
                <a:gd name="connsiteY6" fmla="*/ 0 h 158210"/>
                <a:gd name="connsiteX7" fmla="*/ 124301 w 171926"/>
                <a:gd name="connsiteY7" fmla="*/ 87630 h 158210"/>
                <a:gd name="connsiteX8" fmla="*/ 124301 w 171926"/>
                <a:gd name="connsiteY8" fmla="*/ 0 h 158210"/>
                <a:gd name="connsiteX9" fmla="*/ 171926 w 171926"/>
                <a:gd name="connsiteY9" fmla="*/ 0 h 158210"/>
                <a:gd name="connsiteX10" fmla="*/ 171926 w 171926"/>
                <a:gd name="connsiteY10" fmla="*/ 158210 h 15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1926" h="158210">
                  <a:moveTo>
                    <a:pt x="171926" y="158210"/>
                  </a:moveTo>
                  <a:lnTo>
                    <a:pt x="129445" y="158210"/>
                  </a:lnTo>
                  <a:lnTo>
                    <a:pt x="47339" y="70104"/>
                  </a:lnTo>
                  <a:lnTo>
                    <a:pt x="47339" y="158210"/>
                  </a:lnTo>
                  <a:lnTo>
                    <a:pt x="0" y="158210"/>
                  </a:lnTo>
                  <a:lnTo>
                    <a:pt x="0" y="0"/>
                  </a:lnTo>
                  <a:lnTo>
                    <a:pt x="42386" y="0"/>
                  </a:lnTo>
                  <a:lnTo>
                    <a:pt x="124301" y="87630"/>
                  </a:lnTo>
                  <a:lnTo>
                    <a:pt x="124301" y="0"/>
                  </a:lnTo>
                  <a:lnTo>
                    <a:pt x="171926" y="0"/>
                  </a:lnTo>
                  <a:lnTo>
                    <a:pt x="171926" y="158210"/>
                  </a:lnTo>
                  <a:close/>
                </a:path>
              </a:pathLst>
            </a:custGeom>
            <a:grpFill/>
            <a:ln w="9525" cap="flat">
              <a:noFill/>
              <a:prstDash val="solid"/>
              <a:miter/>
            </a:ln>
          </p:spPr>
          <p:txBody>
            <a:bodyPr rtlCol="0" anchor="ctr"/>
            <a:lstStyle/>
            <a:p>
              <a:endParaRPr lang="en-GB"/>
            </a:p>
          </p:txBody>
        </p:sp>
        <p:sp>
          <p:nvSpPr>
            <p:cNvPr id="39" name="Freeform: Shape 31">
              <a:extLst>
                <a:ext uri="{FF2B5EF4-FFF2-40B4-BE49-F238E27FC236}">
                  <a16:creationId xmlns:a16="http://schemas.microsoft.com/office/drawing/2014/main" id="{DD84B964-D3D3-AF13-F1F6-A0D8C3E2E97A}"/>
                </a:ext>
              </a:extLst>
            </p:cNvPr>
            <p:cNvSpPr/>
            <p:nvPr/>
          </p:nvSpPr>
          <p:spPr>
            <a:xfrm>
              <a:off x="2662840" y="3381508"/>
              <a:ext cx="47720" cy="158210"/>
            </a:xfrm>
            <a:custGeom>
              <a:avLst/>
              <a:gdLst>
                <a:gd name="connsiteX0" fmla="*/ 0 w 47720"/>
                <a:gd name="connsiteY0" fmla="*/ 0 h 158210"/>
                <a:gd name="connsiteX1" fmla="*/ 47720 w 47720"/>
                <a:gd name="connsiteY1" fmla="*/ 0 h 158210"/>
                <a:gd name="connsiteX2" fmla="*/ 47720 w 47720"/>
                <a:gd name="connsiteY2" fmla="*/ 158210 h 158210"/>
                <a:gd name="connsiteX3" fmla="*/ 0 w 47720"/>
                <a:gd name="connsiteY3" fmla="*/ 158210 h 158210"/>
              </a:gdLst>
              <a:ahLst/>
              <a:cxnLst>
                <a:cxn ang="0">
                  <a:pos x="connsiteX0" y="connsiteY0"/>
                </a:cxn>
                <a:cxn ang="0">
                  <a:pos x="connsiteX1" y="connsiteY1"/>
                </a:cxn>
                <a:cxn ang="0">
                  <a:pos x="connsiteX2" y="connsiteY2"/>
                </a:cxn>
                <a:cxn ang="0">
                  <a:pos x="connsiteX3" y="connsiteY3"/>
                </a:cxn>
              </a:cxnLst>
              <a:rect l="l" t="t" r="r" b="b"/>
              <a:pathLst>
                <a:path w="47720" h="158210">
                  <a:moveTo>
                    <a:pt x="0" y="0"/>
                  </a:moveTo>
                  <a:lnTo>
                    <a:pt x="47720" y="0"/>
                  </a:lnTo>
                  <a:lnTo>
                    <a:pt x="47720" y="158210"/>
                  </a:lnTo>
                  <a:lnTo>
                    <a:pt x="0" y="158210"/>
                  </a:lnTo>
                  <a:close/>
                </a:path>
              </a:pathLst>
            </a:custGeom>
            <a:grpFill/>
            <a:ln w="9525" cap="flat">
              <a:noFill/>
              <a:prstDash val="solid"/>
              <a:miter/>
            </a:ln>
          </p:spPr>
          <p:txBody>
            <a:bodyPr rtlCol="0" anchor="ctr"/>
            <a:lstStyle/>
            <a:p>
              <a:endParaRPr lang="en-GB"/>
            </a:p>
          </p:txBody>
        </p:sp>
        <p:sp>
          <p:nvSpPr>
            <p:cNvPr id="40" name="Freeform: Shape 32">
              <a:extLst>
                <a:ext uri="{FF2B5EF4-FFF2-40B4-BE49-F238E27FC236}">
                  <a16:creationId xmlns:a16="http://schemas.microsoft.com/office/drawing/2014/main" id="{D001200B-EC98-156E-E7EA-5962B546879C}"/>
                </a:ext>
              </a:extLst>
            </p:cNvPr>
            <p:cNvSpPr/>
            <p:nvPr/>
          </p:nvSpPr>
          <p:spPr>
            <a:xfrm>
              <a:off x="1237900" y="3614298"/>
              <a:ext cx="54864" cy="103155"/>
            </a:xfrm>
            <a:custGeom>
              <a:avLst/>
              <a:gdLst>
                <a:gd name="connsiteX0" fmla="*/ 0 w 54864"/>
                <a:gd name="connsiteY0" fmla="*/ 103156 h 103155"/>
                <a:gd name="connsiteX1" fmla="*/ 0 w 54864"/>
                <a:gd name="connsiteY1" fmla="*/ 0 h 103155"/>
                <a:gd name="connsiteX2" fmla="*/ 54864 w 54864"/>
                <a:gd name="connsiteY2" fmla="*/ 0 h 103155"/>
                <a:gd name="connsiteX3" fmla="*/ 54864 w 54864"/>
                <a:gd name="connsiteY3" fmla="*/ 12954 h 103155"/>
                <a:gd name="connsiteX4" fmla="*/ 14764 w 54864"/>
                <a:gd name="connsiteY4" fmla="*/ 12954 h 103155"/>
                <a:gd name="connsiteX5" fmla="*/ 14764 w 54864"/>
                <a:gd name="connsiteY5" fmla="*/ 43148 h 103155"/>
                <a:gd name="connsiteX6" fmla="*/ 53054 w 54864"/>
                <a:gd name="connsiteY6" fmla="*/ 43148 h 103155"/>
                <a:gd name="connsiteX7" fmla="*/ 53054 w 54864"/>
                <a:gd name="connsiteY7" fmla="*/ 56198 h 103155"/>
                <a:gd name="connsiteX8" fmla="*/ 14764 w 54864"/>
                <a:gd name="connsiteY8" fmla="*/ 56198 h 103155"/>
                <a:gd name="connsiteX9" fmla="*/ 14764 w 54864"/>
                <a:gd name="connsiteY9" fmla="*/ 103156 h 103155"/>
                <a:gd name="connsiteX10" fmla="*/ 0 w 54864"/>
                <a:gd name="connsiteY10"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864" h="103155">
                  <a:moveTo>
                    <a:pt x="0" y="103156"/>
                  </a:moveTo>
                  <a:lnTo>
                    <a:pt x="0" y="0"/>
                  </a:lnTo>
                  <a:lnTo>
                    <a:pt x="54864" y="0"/>
                  </a:lnTo>
                  <a:lnTo>
                    <a:pt x="54864" y="12954"/>
                  </a:lnTo>
                  <a:lnTo>
                    <a:pt x="14764" y="12954"/>
                  </a:lnTo>
                  <a:lnTo>
                    <a:pt x="14764" y="43148"/>
                  </a:lnTo>
                  <a:lnTo>
                    <a:pt x="53054" y="43148"/>
                  </a:lnTo>
                  <a:lnTo>
                    <a:pt x="53054" y="56198"/>
                  </a:lnTo>
                  <a:lnTo>
                    <a:pt x="14764" y="56198"/>
                  </a:lnTo>
                  <a:lnTo>
                    <a:pt x="14764" y="103156"/>
                  </a:lnTo>
                  <a:lnTo>
                    <a:pt x="0" y="103156"/>
                  </a:lnTo>
                  <a:close/>
                </a:path>
              </a:pathLst>
            </a:custGeom>
            <a:grpFill/>
            <a:ln w="9525" cap="flat">
              <a:noFill/>
              <a:prstDash val="solid"/>
              <a:miter/>
            </a:ln>
          </p:spPr>
          <p:txBody>
            <a:bodyPr rtlCol="0" anchor="ctr"/>
            <a:lstStyle/>
            <a:p>
              <a:endParaRPr lang="en-GB"/>
            </a:p>
          </p:txBody>
        </p:sp>
        <p:sp>
          <p:nvSpPr>
            <p:cNvPr id="41" name="Freeform: Shape 33">
              <a:extLst>
                <a:ext uri="{FF2B5EF4-FFF2-40B4-BE49-F238E27FC236}">
                  <a16:creationId xmlns:a16="http://schemas.microsoft.com/office/drawing/2014/main" id="{6AFE5557-3CFB-A97A-1944-79097E28F883}"/>
                </a:ext>
              </a:extLst>
            </p:cNvPr>
            <p:cNvSpPr/>
            <p:nvPr/>
          </p:nvSpPr>
          <p:spPr>
            <a:xfrm>
              <a:off x="1336865" y="3612489"/>
              <a:ext cx="99440" cy="106775"/>
            </a:xfrm>
            <a:custGeom>
              <a:avLst/>
              <a:gdLst>
                <a:gd name="connsiteX0" fmla="*/ 95 w 99440"/>
                <a:gd name="connsiteY0" fmla="*/ 53340 h 106775"/>
                <a:gd name="connsiteX1" fmla="*/ 13240 w 99440"/>
                <a:gd name="connsiteY1" fmla="*/ 15240 h 106775"/>
                <a:gd name="connsiteX2" fmla="*/ 49721 w 99440"/>
                <a:gd name="connsiteY2" fmla="*/ 0 h 106775"/>
                <a:gd name="connsiteX3" fmla="*/ 86392 w 99440"/>
                <a:gd name="connsiteY3" fmla="*/ 15240 h 106775"/>
                <a:gd name="connsiteX4" fmla="*/ 99441 w 99440"/>
                <a:gd name="connsiteY4" fmla="*/ 53340 h 106775"/>
                <a:gd name="connsiteX5" fmla="*/ 86392 w 99440"/>
                <a:gd name="connsiteY5" fmla="*/ 91821 h 106775"/>
                <a:gd name="connsiteX6" fmla="*/ 49721 w 99440"/>
                <a:gd name="connsiteY6" fmla="*/ 106775 h 106775"/>
                <a:gd name="connsiteX7" fmla="*/ 13049 w 99440"/>
                <a:gd name="connsiteY7" fmla="*/ 91821 h 106775"/>
                <a:gd name="connsiteX8" fmla="*/ 0 w 99440"/>
                <a:gd name="connsiteY8" fmla="*/ 53340 h 106775"/>
                <a:gd name="connsiteX9" fmla="*/ 15716 w 99440"/>
                <a:gd name="connsiteY9" fmla="*/ 53340 h 106775"/>
                <a:gd name="connsiteX10" fmla="*/ 23813 w 99440"/>
                <a:gd name="connsiteY10" fmla="*/ 81248 h 106775"/>
                <a:gd name="connsiteX11" fmla="*/ 49721 w 99440"/>
                <a:gd name="connsiteY11" fmla="*/ 93631 h 106775"/>
                <a:gd name="connsiteX12" fmla="*/ 75628 w 99440"/>
                <a:gd name="connsiteY12" fmla="*/ 81248 h 106775"/>
                <a:gd name="connsiteX13" fmla="*/ 83725 w 99440"/>
                <a:gd name="connsiteY13" fmla="*/ 53340 h 106775"/>
                <a:gd name="connsiteX14" fmla="*/ 75343 w 99440"/>
                <a:gd name="connsiteY14" fmla="*/ 25241 h 106775"/>
                <a:gd name="connsiteX15" fmla="*/ 49721 w 99440"/>
                <a:gd name="connsiteY15" fmla="*/ 12954 h 106775"/>
                <a:gd name="connsiteX16" fmla="*/ 24194 w 99440"/>
                <a:gd name="connsiteY16" fmla="*/ 25241 h 106775"/>
                <a:gd name="connsiteX17" fmla="*/ 15811 w 99440"/>
                <a:gd name="connsiteY17" fmla="*/ 53340 h 10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440" h="106775">
                  <a:moveTo>
                    <a:pt x="95" y="53340"/>
                  </a:moveTo>
                  <a:cubicBezTo>
                    <a:pt x="95" y="37719"/>
                    <a:pt x="4477" y="24955"/>
                    <a:pt x="13240" y="15240"/>
                  </a:cubicBezTo>
                  <a:cubicBezTo>
                    <a:pt x="22193" y="5048"/>
                    <a:pt x="34385" y="0"/>
                    <a:pt x="49721" y="0"/>
                  </a:cubicBezTo>
                  <a:cubicBezTo>
                    <a:pt x="65056" y="0"/>
                    <a:pt x="77343" y="5048"/>
                    <a:pt x="86392" y="15240"/>
                  </a:cubicBezTo>
                  <a:cubicBezTo>
                    <a:pt x="95059" y="24955"/>
                    <a:pt x="99441" y="37719"/>
                    <a:pt x="99441" y="53340"/>
                  </a:cubicBezTo>
                  <a:cubicBezTo>
                    <a:pt x="99441" y="68961"/>
                    <a:pt x="95059" y="82105"/>
                    <a:pt x="86392" y="91821"/>
                  </a:cubicBezTo>
                  <a:cubicBezTo>
                    <a:pt x="77438" y="101822"/>
                    <a:pt x="65151" y="106775"/>
                    <a:pt x="49721" y="106775"/>
                  </a:cubicBezTo>
                  <a:cubicBezTo>
                    <a:pt x="34290" y="106775"/>
                    <a:pt x="22003" y="101822"/>
                    <a:pt x="13049" y="91821"/>
                  </a:cubicBezTo>
                  <a:cubicBezTo>
                    <a:pt x="4381" y="82201"/>
                    <a:pt x="0" y="69342"/>
                    <a:pt x="0" y="53340"/>
                  </a:cubicBezTo>
                  <a:moveTo>
                    <a:pt x="15716" y="53340"/>
                  </a:moveTo>
                  <a:cubicBezTo>
                    <a:pt x="15716" y="64579"/>
                    <a:pt x="18383" y="73914"/>
                    <a:pt x="23813" y="81248"/>
                  </a:cubicBezTo>
                  <a:cubicBezTo>
                    <a:pt x="29908" y="89535"/>
                    <a:pt x="38576" y="93631"/>
                    <a:pt x="49721" y="93631"/>
                  </a:cubicBezTo>
                  <a:cubicBezTo>
                    <a:pt x="60865" y="93631"/>
                    <a:pt x="69532" y="89535"/>
                    <a:pt x="75628" y="81248"/>
                  </a:cubicBezTo>
                  <a:cubicBezTo>
                    <a:pt x="81058" y="73819"/>
                    <a:pt x="83725" y="64579"/>
                    <a:pt x="83725" y="53340"/>
                  </a:cubicBezTo>
                  <a:cubicBezTo>
                    <a:pt x="83725" y="42100"/>
                    <a:pt x="80963" y="32766"/>
                    <a:pt x="75343" y="25241"/>
                  </a:cubicBezTo>
                  <a:cubicBezTo>
                    <a:pt x="69151" y="17050"/>
                    <a:pt x="60579" y="12954"/>
                    <a:pt x="49721" y="12954"/>
                  </a:cubicBezTo>
                  <a:cubicBezTo>
                    <a:pt x="38862" y="12954"/>
                    <a:pt x="30385" y="17050"/>
                    <a:pt x="24194" y="25241"/>
                  </a:cubicBezTo>
                  <a:cubicBezTo>
                    <a:pt x="18574" y="32766"/>
                    <a:pt x="15811" y="42100"/>
                    <a:pt x="15811" y="53340"/>
                  </a:cubicBezTo>
                </a:path>
              </a:pathLst>
            </a:custGeom>
            <a:grpFill/>
            <a:ln w="9525" cap="flat">
              <a:noFill/>
              <a:prstDash val="solid"/>
              <a:miter/>
            </a:ln>
          </p:spPr>
          <p:txBody>
            <a:bodyPr rtlCol="0" anchor="ctr"/>
            <a:lstStyle/>
            <a:p>
              <a:endParaRPr lang="en-GB"/>
            </a:p>
          </p:txBody>
        </p:sp>
        <p:sp>
          <p:nvSpPr>
            <p:cNvPr id="42" name="Freeform: Shape 34">
              <a:extLst>
                <a:ext uri="{FF2B5EF4-FFF2-40B4-BE49-F238E27FC236}">
                  <a16:creationId xmlns:a16="http://schemas.microsoft.com/office/drawing/2014/main" id="{DFED58AB-47EB-314C-68CF-C8E2CE30204E}"/>
                </a:ext>
              </a:extLst>
            </p:cNvPr>
            <p:cNvSpPr/>
            <p:nvPr/>
          </p:nvSpPr>
          <p:spPr>
            <a:xfrm>
              <a:off x="1487931" y="3614298"/>
              <a:ext cx="80009" cy="104965"/>
            </a:xfrm>
            <a:custGeom>
              <a:avLst/>
              <a:gdLst>
                <a:gd name="connsiteX0" fmla="*/ 80010 w 80009"/>
                <a:gd name="connsiteY0" fmla="*/ 0 h 104965"/>
                <a:gd name="connsiteX1" fmla="*/ 80010 w 80009"/>
                <a:gd name="connsiteY1" fmla="*/ 60484 h 104965"/>
                <a:gd name="connsiteX2" fmla="*/ 69628 w 80009"/>
                <a:gd name="connsiteY2" fmla="*/ 93536 h 104965"/>
                <a:gd name="connsiteX3" fmla="*/ 40005 w 80009"/>
                <a:gd name="connsiteY3" fmla="*/ 104966 h 104965"/>
                <a:gd name="connsiteX4" fmla="*/ 10382 w 80009"/>
                <a:gd name="connsiteY4" fmla="*/ 93536 h 104965"/>
                <a:gd name="connsiteX5" fmla="*/ 0 w 80009"/>
                <a:gd name="connsiteY5" fmla="*/ 60484 h 104965"/>
                <a:gd name="connsiteX6" fmla="*/ 0 w 80009"/>
                <a:gd name="connsiteY6" fmla="*/ 0 h 104965"/>
                <a:gd name="connsiteX7" fmla="*/ 14764 w 80009"/>
                <a:gd name="connsiteY7" fmla="*/ 0 h 104965"/>
                <a:gd name="connsiteX8" fmla="*/ 14764 w 80009"/>
                <a:gd name="connsiteY8" fmla="*/ 58579 h 104965"/>
                <a:gd name="connsiteX9" fmla="*/ 40005 w 80009"/>
                <a:gd name="connsiteY9" fmla="*/ 92012 h 104965"/>
                <a:gd name="connsiteX10" fmla="*/ 65246 w 80009"/>
                <a:gd name="connsiteY10" fmla="*/ 58579 h 104965"/>
                <a:gd name="connsiteX11" fmla="*/ 65246 w 80009"/>
                <a:gd name="connsiteY11" fmla="*/ 0 h 104965"/>
                <a:gd name="connsiteX12" fmla="*/ 80010 w 80009"/>
                <a:gd name="connsiteY12" fmla="*/ 0 h 10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009" h="104965">
                  <a:moveTo>
                    <a:pt x="80010" y="0"/>
                  </a:moveTo>
                  <a:lnTo>
                    <a:pt x="80010" y="60484"/>
                  </a:lnTo>
                  <a:cubicBezTo>
                    <a:pt x="80010" y="74867"/>
                    <a:pt x="76581" y="85916"/>
                    <a:pt x="69628" y="93536"/>
                  </a:cubicBezTo>
                  <a:cubicBezTo>
                    <a:pt x="62674" y="101156"/>
                    <a:pt x="52768" y="104966"/>
                    <a:pt x="40005" y="104966"/>
                  </a:cubicBezTo>
                  <a:cubicBezTo>
                    <a:pt x="27242" y="104966"/>
                    <a:pt x="17335" y="101156"/>
                    <a:pt x="10382" y="93536"/>
                  </a:cubicBezTo>
                  <a:cubicBezTo>
                    <a:pt x="3429" y="85916"/>
                    <a:pt x="0" y="74867"/>
                    <a:pt x="0" y="60484"/>
                  </a:cubicBezTo>
                  <a:lnTo>
                    <a:pt x="0" y="0"/>
                  </a:lnTo>
                  <a:lnTo>
                    <a:pt x="14764" y="0"/>
                  </a:lnTo>
                  <a:lnTo>
                    <a:pt x="14764" y="58579"/>
                  </a:lnTo>
                  <a:cubicBezTo>
                    <a:pt x="14764" y="80867"/>
                    <a:pt x="23241" y="92012"/>
                    <a:pt x="40005" y="92012"/>
                  </a:cubicBezTo>
                  <a:cubicBezTo>
                    <a:pt x="56769" y="92012"/>
                    <a:pt x="65246" y="80867"/>
                    <a:pt x="65246" y="58579"/>
                  </a:cubicBezTo>
                  <a:lnTo>
                    <a:pt x="65246" y="0"/>
                  </a:lnTo>
                  <a:lnTo>
                    <a:pt x="80010" y="0"/>
                  </a:lnTo>
                  <a:close/>
                </a:path>
              </a:pathLst>
            </a:custGeom>
            <a:grpFill/>
            <a:ln w="9525" cap="flat">
              <a:noFill/>
              <a:prstDash val="solid"/>
              <a:miter/>
            </a:ln>
          </p:spPr>
          <p:txBody>
            <a:bodyPr rtlCol="0" anchor="ctr"/>
            <a:lstStyle/>
            <a:p>
              <a:endParaRPr lang="en-GB"/>
            </a:p>
          </p:txBody>
        </p:sp>
        <p:sp>
          <p:nvSpPr>
            <p:cNvPr id="43" name="Freeform: Shape 35">
              <a:extLst>
                <a:ext uri="{FF2B5EF4-FFF2-40B4-BE49-F238E27FC236}">
                  <a16:creationId xmlns:a16="http://schemas.microsoft.com/office/drawing/2014/main" id="{C8EC3FFA-844D-756B-D6F6-39A0F7CAC8F3}"/>
                </a:ext>
              </a:extLst>
            </p:cNvPr>
            <p:cNvSpPr/>
            <p:nvPr/>
          </p:nvSpPr>
          <p:spPr>
            <a:xfrm>
              <a:off x="1624329" y="3614298"/>
              <a:ext cx="80772" cy="103155"/>
            </a:xfrm>
            <a:custGeom>
              <a:avLst/>
              <a:gdLst>
                <a:gd name="connsiteX0" fmla="*/ 0 w 80772"/>
                <a:gd name="connsiteY0" fmla="*/ 103156 h 103155"/>
                <a:gd name="connsiteX1" fmla="*/ 0 w 80772"/>
                <a:gd name="connsiteY1" fmla="*/ 0 h 103155"/>
                <a:gd name="connsiteX2" fmla="*/ 20098 w 80772"/>
                <a:gd name="connsiteY2" fmla="*/ 0 h 103155"/>
                <a:gd name="connsiteX3" fmla="*/ 65723 w 80772"/>
                <a:gd name="connsiteY3" fmla="*/ 83058 h 103155"/>
                <a:gd name="connsiteX4" fmla="*/ 66008 w 80772"/>
                <a:gd name="connsiteY4" fmla="*/ 83058 h 103155"/>
                <a:gd name="connsiteX5" fmla="*/ 66008 w 80772"/>
                <a:gd name="connsiteY5" fmla="*/ 0 h 103155"/>
                <a:gd name="connsiteX6" fmla="*/ 80772 w 80772"/>
                <a:gd name="connsiteY6" fmla="*/ 0 h 103155"/>
                <a:gd name="connsiteX7" fmla="*/ 80772 w 80772"/>
                <a:gd name="connsiteY7" fmla="*/ 103156 h 103155"/>
                <a:gd name="connsiteX8" fmla="*/ 61817 w 80772"/>
                <a:gd name="connsiteY8" fmla="*/ 103156 h 103155"/>
                <a:gd name="connsiteX9" fmla="*/ 15145 w 80772"/>
                <a:gd name="connsiteY9" fmla="*/ 18288 h 103155"/>
                <a:gd name="connsiteX10" fmla="*/ 14764 w 80772"/>
                <a:gd name="connsiteY10" fmla="*/ 18288 h 103155"/>
                <a:gd name="connsiteX11" fmla="*/ 14764 w 80772"/>
                <a:gd name="connsiteY11" fmla="*/ 103156 h 103155"/>
                <a:gd name="connsiteX12" fmla="*/ 0 w 80772"/>
                <a:gd name="connsiteY12"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772" h="103155">
                  <a:moveTo>
                    <a:pt x="0" y="103156"/>
                  </a:moveTo>
                  <a:lnTo>
                    <a:pt x="0" y="0"/>
                  </a:lnTo>
                  <a:lnTo>
                    <a:pt x="20098" y="0"/>
                  </a:lnTo>
                  <a:lnTo>
                    <a:pt x="65723" y="83058"/>
                  </a:lnTo>
                  <a:lnTo>
                    <a:pt x="66008" y="83058"/>
                  </a:lnTo>
                  <a:lnTo>
                    <a:pt x="66008" y="0"/>
                  </a:lnTo>
                  <a:lnTo>
                    <a:pt x="80772" y="0"/>
                  </a:lnTo>
                  <a:lnTo>
                    <a:pt x="80772" y="103156"/>
                  </a:lnTo>
                  <a:lnTo>
                    <a:pt x="61817" y="103156"/>
                  </a:lnTo>
                  <a:lnTo>
                    <a:pt x="15145" y="18288"/>
                  </a:lnTo>
                  <a:lnTo>
                    <a:pt x="14764" y="18288"/>
                  </a:lnTo>
                  <a:lnTo>
                    <a:pt x="14764" y="103156"/>
                  </a:lnTo>
                  <a:lnTo>
                    <a:pt x="0" y="103156"/>
                  </a:lnTo>
                  <a:close/>
                </a:path>
              </a:pathLst>
            </a:custGeom>
            <a:grpFill/>
            <a:ln w="9525" cap="flat">
              <a:noFill/>
              <a:prstDash val="solid"/>
              <a:miter/>
            </a:ln>
          </p:spPr>
          <p:txBody>
            <a:bodyPr rtlCol="0" anchor="ctr"/>
            <a:lstStyle/>
            <a:p>
              <a:endParaRPr lang="en-GB"/>
            </a:p>
          </p:txBody>
        </p:sp>
        <p:sp>
          <p:nvSpPr>
            <p:cNvPr id="44" name="Freeform: Shape 36">
              <a:extLst>
                <a:ext uri="{FF2B5EF4-FFF2-40B4-BE49-F238E27FC236}">
                  <a16:creationId xmlns:a16="http://schemas.microsoft.com/office/drawing/2014/main" id="{B2760A55-A4E5-2C37-4D3C-642DC5CB13D7}"/>
                </a:ext>
              </a:extLst>
            </p:cNvPr>
            <p:cNvSpPr/>
            <p:nvPr/>
          </p:nvSpPr>
          <p:spPr>
            <a:xfrm>
              <a:off x="1762251" y="3614298"/>
              <a:ext cx="85534" cy="103155"/>
            </a:xfrm>
            <a:custGeom>
              <a:avLst/>
              <a:gdLst>
                <a:gd name="connsiteX0" fmla="*/ 0 w 85534"/>
                <a:gd name="connsiteY0" fmla="*/ 103156 h 103155"/>
                <a:gd name="connsiteX1" fmla="*/ 0 w 85534"/>
                <a:gd name="connsiteY1" fmla="*/ 0 h 103155"/>
                <a:gd name="connsiteX2" fmla="*/ 30480 w 85534"/>
                <a:gd name="connsiteY2" fmla="*/ 0 h 103155"/>
                <a:gd name="connsiteX3" fmla="*/ 69533 w 85534"/>
                <a:gd name="connsiteY3" fmla="*/ 13430 h 103155"/>
                <a:gd name="connsiteX4" fmla="*/ 85535 w 85534"/>
                <a:gd name="connsiteY4" fmla="*/ 50673 h 103155"/>
                <a:gd name="connsiteX5" fmla="*/ 70961 w 85534"/>
                <a:gd name="connsiteY5" fmla="*/ 89726 h 103155"/>
                <a:gd name="connsiteX6" fmla="*/ 30575 w 85534"/>
                <a:gd name="connsiteY6" fmla="*/ 103156 h 103155"/>
                <a:gd name="connsiteX7" fmla="*/ 95 w 85534"/>
                <a:gd name="connsiteY7" fmla="*/ 103156 h 103155"/>
                <a:gd name="connsiteX8" fmla="*/ 14764 w 85534"/>
                <a:gd name="connsiteY8" fmla="*/ 12954 h 103155"/>
                <a:gd name="connsiteX9" fmla="*/ 14764 w 85534"/>
                <a:gd name="connsiteY9" fmla="*/ 90106 h 103155"/>
                <a:gd name="connsiteX10" fmla="*/ 30290 w 85534"/>
                <a:gd name="connsiteY10" fmla="*/ 90106 h 103155"/>
                <a:gd name="connsiteX11" fmla="*/ 69723 w 85534"/>
                <a:gd name="connsiteY11" fmla="*/ 51245 h 103155"/>
                <a:gd name="connsiteX12" fmla="*/ 58960 w 85534"/>
                <a:gd name="connsiteY12" fmla="*/ 23051 h 103155"/>
                <a:gd name="connsiteX13" fmla="*/ 32004 w 85534"/>
                <a:gd name="connsiteY13" fmla="*/ 12954 h 103155"/>
                <a:gd name="connsiteX14" fmla="*/ 14669 w 85534"/>
                <a:gd name="connsiteY14" fmla="*/ 12954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534" h="103155">
                  <a:moveTo>
                    <a:pt x="0" y="103156"/>
                  </a:moveTo>
                  <a:lnTo>
                    <a:pt x="0" y="0"/>
                  </a:lnTo>
                  <a:lnTo>
                    <a:pt x="30480" y="0"/>
                  </a:lnTo>
                  <a:cubicBezTo>
                    <a:pt x="46196" y="0"/>
                    <a:pt x="59246" y="4477"/>
                    <a:pt x="69533" y="13430"/>
                  </a:cubicBezTo>
                  <a:cubicBezTo>
                    <a:pt x="80200" y="22765"/>
                    <a:pt x="85535" y="35243"/>
                    <a:pt x="85535" y="50673"/>
                  </a:cubicBezTo>
                  <a:cubicBezTo>
                    <a:pt x="85535" y="67723"/>
                    <a:pt x="80677" y="80772"/>
                    <a:pt x="70961" y="89726"/>
                  </a:cubicBezTo>
                  <a:cubicBezTo>
                    <a:pt x="61246" y="98679"/>
                    <a:pt x="47815" y="103156"/>
                    <a:pt x="30575" y="103156"/>
                  </a:cubicBezTo>
                  <a:lnTo>
                    <a:pt x="95" y="103156"/>
                  </a:lnTo>
                  <a:close/>
                  <a:moveTo>
                    <a:pt x="14764" y="12954"/>
                  </a:moveTo>
                  <a:lnTo>
                    <a:pt x="14764" y="90106"/>
                  </a:lnTo>
                  <a:lnTo>
                    <a:pt x="30290" y="90106"/>
                  </a:lnTo>
                  <a:cubicBezTo>
                    <a:pt x="56579" y="90106"/>
                    <a:pt x="69723" y="77153"/>
                    <a:pt x="69723" y="51245"/>
                  </a:cubicBezTo>
                  <a:cubicBezTo>
                    <a:pt x="69723" y="39529"/>
                    <a:pt x="66104" y="30099"/>
                    <a:pt x="58960" y="23051"/>
                  </a:cubicBezTo>
                  <a:cubicBezTo>
                    <a:pt x="52006" y="16288"/>
                    <a:pt x="42958" y="12954"/>
                    <a:pt x="32004" y="12954"/>
                  </a:cubicBezTo>
                  <a:lnTo>
                    <a:pt x="14669" y="12954"/>
                  </a:lnTo>
                  <a:close/>
                </a:path>
              </a:pathLst>
            </a:custGeom>
            <a:grpFill/>
            <a:ln w="9525" cap="flat">
              <a:noFill/>
              <a:prstDash val="solid"/>
              <a:miter/>
            </a:ln>
          </p:spPr>
          <p:txBody>
            <a:bodyPr rtlCol="0" anchor="ctr"/>
            <a:lstStyle/>
            <a:p>
              <a:endParaRPr lang="en-GB"/>
            </a:p>
          </p:txBody>
        </p:sp>
        <p:sp>
          <p:nvSpPr>
            <p:cNvPr id="45" name="Freeform: Shape 37">
              <a:extLst>
                <a:ext uri="{FF2B5EF4-FFF2-40B4-BE49-F238E27FC236}">
                  <a16:creationId xmlns:a16="http://schemas.microsoft.com/office/drawing/2014/main" id="{33828D5C-97A3-4351-2281-D8310BEE14EE}"/>
                </a:ext>
              </a:extLst>
            </p:cNvPr>
            <p:cNvSpPr/>
            <p:nvPr/>
          </p:nvSpPr>
          <p:spPr>
            <a:xfrm>
              <a:off x="1885790" y="3614298"/>
              <a:ext cx="103155" cy="103155"/>
            </a:xfrm>
            <a:custGeom>
              <a:avLst/>
              <a:gdLst>
                <a:gd name="connsiteX0" fmla="*/ 0 w 103155"/>
                <a:gd name="connsiteY0" fmla="*/ 103156 h 103155"/>
                <a:gd name="connsiteX1" fmla="*/ 44005 w 103155"/>
                <a:gd name="connsiteY1" fmla="*/ 0 h 103155"/>
                <a:gd name="connsiteX2" fmla="*/ 59531 w 103155"/>
                <a:gd name="connsiteY2" fmla="*/ 0 h 103155"/>
                <a:gd name="connsiteX3" fmla="*/ 103156 w 103155"/>
                <a:gd name="connsiteY3" fmla="*/ 103156 h 103155"/>
                <a:gd name="connsiteX4" fmla="*/ 87058 w 103155"/>
                <a:gd name="connsiteY4" fmla="*/ 103156 h 103155"/>
                <a:gd name="connsiteX5" fmla="*/ 76581 w 103155"/>
                <a:gd name="connsiteY5" fmla="*/ 77153 h 103155"/>
                <a:gd name="connsiteX6" fmla="*/ 26003 w 103155"/>
                <a:gd name="connsiteY6" fmla="*/ 77153 h 103155"/>
                <a:gd name="connsiteX7" fmla="*/ 15526 w 103155"/>
                <a:gd name="connsiteY7" fmla="*/ 103156 h 103155"/>
                <a:gd name="connsiteX8" fmla="*/ 0 w 103155"/>
                <a:gd name="connsiteY8" fmla="*/ 103156 h 103155"/>
                <a:gd name="connsiteX9" fmla="*/ 71819 w 103155"/>
                <a:gd name="connsiteY9" fmla="*/ 64960 h 103155"/>
                <a:gd name="connsiteX10" fmla="*/ 51244 w 103155"/>
                <a:gd name="connsiteY10" fmla="*/ 13811 h 103155"/>
                <a:gd name="connsiteX11" fmla="*/ 30671 w 103155"/>
                <a:gd name="connsiteY11" fmla="*/ 64960 h 103155"/>
                <a:gd name="connsiteX12" fmla="*/ 71819 w 103155"/>
                <a:gd name="connsiteY12" fmla="*/ 64960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155" h="103155">
                  <a:moveTo>
                    <a:pt x="0" y="103156"/>
                  </a:moveTo>
                  <a:lnTo>
                    <a:pt x="44005" y="0"/>
                  </a:lnTo>
                  <a:lnTo>
                    <a:pt x="59531" y="0"/>
                  </a:lnTo>
                  <a:lnTo>
                    <a:pt x="103156" y="103156"/>
                  </a:lnTo>
                  <a:lnTo>
                    <a:pt x="87058" y="103156"/>
                  </a:lnTo>
                  <a:lnTo>
                    <a:pt x="76581" y="77153"/>
                  </a:lnTo>
                  <a:lnTo>
                    <a:pt x="26003" y="77153"/>
                  </a:lnTo>
                  <a:lnTo>
                    <a:pt x="15526" y="103156"/>
                  </a:lnTo>
                  <a:lnTo>
                    <a:pt x="0" y="103156"/>
                  </a:lnTo>
                  <a:close/>
                  <a:moveTo>
                    <a:pt x="71819" y="64960"/>
                  </a:moveTo>
                  <a:lnTo>
                    <a:pt x="51244" y="13811"/>
                  </a:lnTo>
                  <a:lnTo>
                    <a:pt x="30671" y="64960"/>
                  </a:lnTo>
                  <a:lnTo>
                    <a:pt x="71819" y="64960"/>
                  </a:lnTo>
                  <a:close/>
                </a:path>
              </a:pathLst>
            </a:custGeom>
            <a:grpFill/>
            <a:ln w="9525" cap="flat">
              <a:noFill/>
              <a:prstDash val="solid"/>
              <a:miter/>
            </a:ln>
          </p:spPr>
          <p:txBody>
            <a:bodyPr rtlCol="0" anchor="ctr"/>
            <a:lstStyle/>
            <a:p>
              <a:endParaRPr lang="en-GB"/>
            </a:p>
          </p:txBody>
        </p:sp>
        <p:sp>
          <p:nvSpPr>
            <p:cNvPr id="46" name="Freeform: Shape 38">
              <a:extLst>
                <a:ext uri="{FF2B5EF4-FFF2-40B4-BE49-F238E27FC236}">
                  <a16:creationId xmlns:a16="http://schemas.microsoft.com/office/drawing/2014/main" id="{8C452903-DC56-25F4-BC76-2C6E0C53077D}"/>
                </a:ext>
              </a:extLst>
            </p:cNvPr>
            <p:cNvSpPr/>
            <p:nvPr/>
          </p:nvSpPr>
          <p:spPr>
            <a:xfrm>
              <a:off x="2021903" y="3614298"/>
              <a:ext cx="78962" cy="103155"/>
            </a:xfrm>
            <a:custGeom>
              <a:avLst/>
              <a:gdLst>
                <a:gd name="connsiteX0" fmla="*/ 32099 w 78962"/>
                <a:gd name="connsiteY0" fmla="*/ 103156 h 103155"/>
                <a:gd name="connsiteX1" fmla="*/ 32099 w 78962"/>
                <a:gd name="connsiteY1" fmla="*/ 12954 h 103155"/>
                <a:gd name="connsiteX2" fmla="*/ 0 w 78962"/>
                <a:gd name="connsiteY2" fmla="*/ 12954 h 103155"/>
                <a:gd name="connsiteX3" fmla="*/ 0 w 78962"/>
                <a:gd name="connsiteY3" fmla="*/ 0 h 103155"/>
                <a:gd name="connsiteX4" fmla="*/ 78962 w 78962"/>
                <a:gd name="connsiteY4" fmla="*/ 0 h 103155"/>
                <a:gd name="connsiteX5" fmla="*/ 78962 w 78962"/>
                <a:gd name="connsiteY5" fmla="*/ 12954 h 103155"/>
                <a:gd name="connsiteX6" fmla="*/ 46863 w 78962"/>
                <a:gd name="connsiteY6" fmla="*/ 12954 h 103155"/>
                <a:gd name="connsiteX7" fmla="*/ 46863 w 78962"/>
                <a:gd name="connsiteY7" fmla="*/ 103156 h 103155"/>
                <a:gd name="connsiteX8" fmla="*/ 32099 w 78962"/>
                <a:gd name="connsiteY8"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62" h="103155">
                  <a:moveTo>
                    <a:pt x="32099" y="103156"/>
                  </a:moveTo>
                  <a:lnTo>
                    <a:pt x="32099" y="12954"/>
                  </a:lnTo>
                  <a:lnTo>
                    <a:pt x="0" y="12954"/>
                  </a:lnTo>
                  <a:lnTo>
                    <a:pt x="0" y="0"/>
                  </a:lnTo>
                  <a:lnTo>
                    <a:pt x="78962" y="0"/>
                  </a:lnTo>
                  <a:lnTo>
                    <a:pt x="78962" y="12954"/>
                  </a:lnTo>
                  <a:lnTo>
                    <a:pt x="46863" y="12954"/>
                  </a:lnTo>
                  <a:lnTo>
                    <a:pt x="46863" y="103156"/>
                  </a:lnTo>
                  <a:lnTo>
                    <a:pt x="32099" y="103156"/>
                  </a:lnTo>
                  <a:close/>
                </a:path>
              </a:pathLst>
            </a:custGeom>
            <a:grpFill/>
            <a:ln w="9525" cap="flat">
              <a:noFill/>
              <a:prstDash val="solid"/>
              <a:miter/>
            </a:ln>
          </p:spPr>
          <p:txBody>
            <a:bodyPr rtlCol="0" anchor="ctr"/>
            <a:lstStyle/>
            <a:p>
              <a:endParaRPr lang="en-GB"/>
            </a:p>
          </p:txBody>
        </p:sp>
        <p:sp>
          <p:nvSpPr>
            <p:cNvPr id="47" name="Freeform: Shape 39">
              <a:extLst>
                <a:ext uri="{FF2B5EF4-FFF2-40B4-BE49-F238E27FC236}">
                  <a16:creationId xmlns:a16="http://schemas.microsoft.com/office/drawing/2014/main" id="{E0F1E513-76B1-65CE-6065-41D5E590A2FB}"/>
                </a:ext>
              </a:extLst>
            </p:cNvPr>
            <p:cNvSpPr/>
            <p:nvPr/>
          </p:nvSpPr>
          <p:spPr>
            <a:xfrm>
              <a:off x="2145251" y="3614299"/>
              <a:ext cx="14763" cy="103155"/>
            </a:xfrm>
            <a:custGeom>
              <a:avLst/>
              <a:gdLst>
                <a:gd name="connsiteX0" fmla="*/ 0 w 14763"/>
                <a:gd name="connsiteY0" fmla="*/ 0 h 103155"/>
                <a:gd name="connsiteX1" fmla="*/ 14764 w 14763"/>
                <a:gd name="connsiteY1" fmla="*/ 0 h 103155"/>
                <a:gd name="connsiteX2" fmla="*/ 14764 w 14763"/>
                <a:gd name="connsiteY2" fmla="*/ 103156 h 103155"/>
                <a:gd name="connsiteX3" fmla="*/ 0 w 14763"/>
                <a:gd name="connsiteY3" fmla="*/ 103156 h 103155"/>
              </a:gdLst>
              <a:ahLst/>
              <a:cxnLst>
                <a:cxn ang="0">
                  <a:pos x="connsiteX0" y="connsiteY0"/>
                </a:cxn>
                <a:cxn ang="0">
                  <a:pos x="connsiteX1" y="connsiteY1"/>
                </a:cxn>
                <a:cxn ang="0">
                  <a:pos x="connsiteX2" y="connsiteY2"/>
                </a:cxn>
                <a:cxn ang="0">
                  <a:pos x="connsiteX3" y="connsiteY3"/>
                </a:cxn>
              </a:cxnLst>
              <a:rect l="l" t="t" r="r" b="b"/>
              <a:pathLst>
                <a:path w="14763" h="103155">
                  <a:moveTo>
                    <a:pt x="0" y="0"/>
                  </a:moveTo>
                  <a:lnTo>
                    <a:pt x="14764" y="0"/>
                  </a:lnTo>
                  <a:lnTo>
                    <a:pt x="14764" y="103156"/>
                  </a:lnTo>
                  <a:lnTo>
                    <a:pt x="0" y="103156"/>
                  </a:lnTo>
                  <a:close/>
                </a:path>
              </a:pathLst>
            </a:custGeom>
            <a:grpFill/>
            <a:ln w="9525" cap="flat">
              <a:noFill/>
              <a:prstDash val="solid"/>
              <a:miter/>
            </a:ln>
          </p:spPr>
          <p:txBody>
            <a:bodyPr rtlCol="0" anchor="ctr"/>
            <a:lstStyle/>
            <a:p>
              <a:endParaRPr lang="en-GB"/>
            </a:p>
          </p:txBody>
        </p:sp>
        <p:sp>
          <p:nvSpPr>
            <p:cNvPr id="48" name="Freeform: Shape 40">
              <a:extLst>
                <a:ext uri="{FF2B5EF4-FFF2-40B4-BE49-F238E27FC236}">
                  <a16:creationId xmlns:a16="http://schemas.microsoft.com/office/drawing/2014/main" id="{580CE6DA-A4D8-AC92-F014-CFB12CBFB091}"/>
                </a:ext>
              </a:extLst>
            </p:cNvPr>
            <p:cNvSpPr/>
            <p:nvPr/>
          </p:nvSpPr>
          <p:spPr>
            <a:xfrm>
              <a:off x="2210593" y="3612489"/>
              <a:ext cx="99345" cy="106775"/>
            </a:xfrm>
            <a:custGeom>
              <a:avLst/>
              <a:gdLst>
                <a:gd name="connsiteX0" fmla="*/ 0 w 99345"/>
                <a:gd name="connsiteY0" fmla="*/ 53340 h 106775"/>
                <a:gd name="connsiteX1" fmla="*/ 13145 w 99345"/>
                <a:gd name="connsiteY1" fmla="*/ 15240 h 106775"/>
                <a:gd name="connsiteX2" fmla="*/ 49625 w 99345"/>
                <a:gd name="connsiteY2" fmla="*/ 0 h 106775"/>
                <a:gd name="connsiteX3" fmla="*/ 86296 w 99345"/>
                <a:gd name="connsiteY3" fmla="*/ 15240 h 106775"/>
                <a:gd name="connsiteX4" fmla="*/ 99346 w 99345"/>
                <a:gd name="connsiteY4" fmla="*/ 53340 h 106775"/>
                <a:gd name="connsiteX5" fmla="*/ 86296 w 99345"/>
                <a:gd name="connsiteY5" fmla="*/ 91821 h 106775"/>
                <a:gd name="connsiteX6" fmla="*/ 49625 w 99345"/>
                <a:gd name="connsiteY6" fmla="*/ 106775 h 106775"/>
                <a:gd name="connsiteX7" fmla="*/ 12954 w 99345"/>
                <a:gd name="connsiteY7" fmla="*/ 91821 h 106775"/>
                <a:gd name="connsiteX8" fmla="*/ 0 w 99345"/>
                <a:gd name="connsiteY8" fmla="*/ 53340 h 106775"/>
                <a:gd name="connsiteX9" fmla="*/ 15621 w 99345"/>
                <a:gd name="connsiteY9" fmla="*/ 53340 h 106775"/>
                <a:gd name="connsiteX10" fmla="*/ 23717 w 99345"/>
                <a:gd name="connsiteY10" fmla="*/ 81248 h 106775"/>
                <a:gd name="connsiteX11" fmla="*/ 49625 w 99345"/>
                <a:gd name="connsiteY11" fmla="*/ 93631 h 106775"/>
                <a:gd name="connsiteX12" fmla="*/ 75533 w 99345"/>
                <a:gd name="connsiteY12" fmla="*/ 81248 h 106775"/>
                <a:gd name="connsiteX13" fmla="*/ 83629 w 99345"/>
                <a:gd name="connsiteY13" fmla="*/ 53340 h 106775"/>
                <a:gd name="connsiteX14" fmla="*/ 75152 w 99345"/>
                <a:gd name="connsiteY14" fmla="*/ 25241 h 106775"/>
                <a:gd name="connsiteX15" fmla="*/ 49625 w 99345"/>
                <a:gd name="connsiteY15" fmla="*/ 12954 h 106775"/>
                <a:gd name="connsiteX16" fmla="*/ 24098 w 99345"/>
                <a:gd name="connsiteY16" fmla="*/ 25241 h 106775"/>
                <a:gd name="connsiteX17" fmla="*/ 15716 w 99345"/>
                <a:gd name="connsiteY17" fmla="*/ 53340 h 10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345" h="106775">
                  <a:moveTo>
                    <a:pt x="0" y="53340"/>
                  </a:moveTo>
                  <a:cubicBezTo>
                    <a:pt x="0" y="37719"/>
                    <a:pt x="4382" y="24955"/>
                    <a:pt x="13145" y="15240"/>
                  </a:cubicBezTo>
                  <a:cubicBezTo>
                    <a:pt x="22098" y="5048"/>
                    <a:pt x="34290" y="0"/>
                    <a:pt x="49625" y="0"/>
                  </a:cubicBezTo>
                  <a:cubicBezTo>
                    <a:pt x="64961" y="0"/>
                    <a:pt x="77248" y="5048"/>
                    <a:pt x="86296" y="15240"/>
                  </a:cubicBezTo>
                  <a:cubicBezTo>
                    <a:pt x="94964" y="24955"/>
                    <a:pt x="99346" y="37719"/>
                    <a:pt x="99346" y="53340"/>
                  </a:cubicBezTo>
                  <a:cubicBezTo>
                    <a:pt x="99346" y="68961"/>
                    <a:pt x="94964" y="82105"/>
                    <a:pt x="86296" y="91821"/>
                  </a:cubicBezTo>
                  <a:cubicBezTo>
                    <a:pt x="77343" y="101822"/>
                    <a:pt x="65056" y="106775"/>
                    <a:pt x="49625" y="106775"/>
                  </a:cubicBezTo>
                  <a:cubicBezTo>
                    <a:pt x="34195" y="106775"/>
                    <a:pt x="21908" y="101822"/>
                    <a:pt x="12954" y="91821"/>
                  </a:cubicBezTo>
                  <a:cubicBezTo>
                    <a:pt x="4286" y="82201"/>
                    <a:pt x="0" y="69342"/>
                    <a:pt x="0" y="53340"/>
                  </a:cubicBezTo>
                  <a:moveTo>
                    <a:pt x="15621" y="53340"/>
                  </a:moveTo>
                  <a:cubicBezTo>
                    <a:pt x="15621" y="64579"/>
                    <a:pt x="18288" y="73914"/>
                    <a:pt x="23717" y="81248"/>
                  </a:cubicBezTo>
                  <a:cubicBezTo>
                    <a:pt x="29813" y="89535"/>
                    <a:pt x="38481" y="93631"/>
                    <a:pt x="49625" y="93631"/>
                  </a:cubicBezTo>
                  <a:cubicBezTo>
                    <a:pt x="60770" y="93631"/>
                    <a:pt x="69437" y="89535"/>
                    <a:pt x="75533" y="81248"/>
                  </a:cubicBezTo>
                  <a:cubicBezTo>
                    <a:pt x="80963" y="73819"/>
                    <a:pt x="83629" y="64579"/>
                    <a:pt x="83629" y="53340"/>
                  </a:cubicBezTo>
                  <a:cubicBezTo>
                    <a:pt x="83629" y="42100"/>
                    <a:pt x="80772" y="32766"/>
                    <a:pt x="75152" y="25241"/>
                  </a:cubicBezTo>
                  <a:cubicBezTo>
                    <a:pt x="68961" y="17050"/>
                    <a:pt x="60388" y="12954"/>
                    <a:pt x="49625" y="12954"/>
                  </a:cubicBezTo>
                  <a:cubicBezTo>
                    <a:pt x="38862" y="12954"/>
                    <a:pt x="30289" y="17050"/>
                    <a:pt x="24098" y="25241"/>
                  </a:cubicBezTo>
                  <a:cubicBezTo>
                    <a:pt x="18479" y="32766"/>
                    <a:pt x="15716" y="42100"/>
                    <a:pt x="15716" y="53340"/>
                  </a:cubicBezTo>
                </a:path>
              </a:pathLst>
            </a:custGeom>
            <a:grpFill/>
            <a:ln w="9525" cap="flat">
              <a:noFill/>
              <a:prstDash val="solid"/>
              <a:miter/>
            </a:ln>
          </p:spPr>
          <p:txBody>
            <a:bodyPr rtlCol="0" anchor="ctr"/>
            <a:lstStyle/>
            <a:p>
              <a:endParaRPr lang="en-GB"/>
            </a:p>
          </p:txBody>
        </p:sp>
        <p:sp>
          <p:nvSpPr>
            <p:cNvPr id="49" name="Freeform: Shape 41">
              <a:extLst>
                <a:ext uri="{FF2B5EF4-FFF2-40B4-BE49-F238E27FC236}">
                  <a16:creationId xmlns:a16="http://schemas.microsoft.com/office/drawing/2014/main" id="{BF9C919C-3E45-BE0C-CF32-42F06E59DC7D}"/>
                </a:ext>
              </a:extLst>
            </p:cNvPr>
            <p:cNvSpPr/>
            <p:nvPr/>
          </p:nvSpPr>
          <p:spPr>
            <a:xfrm>
              <a:off x="2358802" y="3614298"/>
              <a:ext cx="80771" cy="103155"/>
            </a:xfrm>
            <a:custGeom>
              <a:avLst/>
              <a:gdLst>
                <a:gd name="connsiteX0" fmla="*/ 0 w 80771"/>
                <a:gd name="connsiteY0" fmla="*/ 103156 h 103155"/>
                <a:gd name="connsiteX1" fmla="*/ 0 w 80771"/>
                <a:gd name="connsiteY1" fmla="*/ 0 h 103155"/>
                <a:gd name="connsiteX2" fmla="*/ 20098 w 80771"/>
                <a:gd name="connsiteY2" fmla="*/ 0 h 103155"/>
                <a:gd name="connsiteX3" fmla="*/ 65627 w 80771"/>
                <a:gd name="connsiteY3" fmla="*/ 83058 h 103155"/>
                <a:gd name="connsiteX4" fmla="*/ 65913 w 80771"/>
                <a:gd name="connsiteY4" fmla="*/ 83058 h 103155"/>
                <a:gd name="connsiteX5" fmla="*/ 65913 w 80771"/>
                <a:gd name="connsiteY5" fmla="*/ 0 h 103155"/>
                <a:gd name="connsiteX6" fmla="*/ 80772 w 80771"/>
                <a:gd name="connsiteY6" fmla="*/ 0 h 103155"/>
                <a:gd name="connsiteX7" fmla="*/ 80772 w 80771"/>
                <a:gd name="connsiteY7" fmla="*/ 103156 h 103155"/>
                <a:gd name="connsiteX8" fmla="*/ 61817 w 80771"/>
                <a:gd name="connsiteY8" fmla="*/ 103156 h 103155"/>
                <a:gd name="connsiteX9" fmla="*/ 15050 w 80771"/>
                <a:gd name="connsiteY9" fmla="*/ 18288 h 103155"/>
                <a:gd name="connsiteX10" fmla="*/ 14764 w 80771"/>
                <a:gd name="connsiteY10" fmla="*/ 18288 h 103155"/>
                <a:gd name="connsiteX11" fmla="*/ 14764 w 80771"/>
                <a:gd name="connsiteY11" fmla="*/ 103156 h 103155"/>
                <a:gd name="connsiteX12" fmla="*/ 0 w 80771"/>
                <a:gd name="connsiteY12"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771" h="103155">
                  <a:moveTo>
                    <a:pt x="0" y="103156"/>
                  </a:moveTo>
                  <a:lnTo>
                    <a:pt x="0" y="0"/>
                  </a:lnTo>
                  <a:lnTo>
                    <a:pt x="20098" y="0"/>
                  </a:lnTo>
                  <a:lnTo>
                    <a:pt x="65627" y="83058"/>
                  </a:lnTo>
                  <a:lnTo>
                    <a:pt x="65913" y="83058"/>
                  </a:lnTo>
                  <a:lnTo>
                    <a:pt x="65913" y="0"/>
                  </a:lnTo>
                  <a:lnTo>
                    <a:pt x="80772" y="0"/>
                  </a:lnTo>
                  <a:lnTo>
                    <a:pt x="80772" y="103156"/>
                  </a:lnTo>
                  <a:lnTo>
                    <a:pt x="61817" y="103156"/>
                  </a:lnTo>
                  <a:lnTo>
                    <a:pt x="15050" y="18288"/>
                  </a:lnTo>
                  <a:lnTo>
                    <a:pt x="14764" y="18288"/>
                  </a:lnTo>
                  <a:lnTo>
                    <a:pt x="14764" y="103156"/>
                  </a:lnTo>
                  <a:lnTo>
                    <a:pt x="0" y="103156"/>
                  </a:lnTo>
                  <a:close/>
                </a:path>
              </a:pathLst>
            </a:custGeom>
            <a:grpFill/>
            <a:ln w="9525" cap="flat">
              <a:noFill/>
              <a:prstDash val="solid"/>
              <a:miter/>
            </a:ln>
          </p:spPr>
          <p:txBody>
            <a:bodyPr rtlCol="0" anchor="ctr"/>
            <a:lstStyle/>
            <a:p>
              <a:endParaRPr lang="en-GB"/>
            </a:p>
          </p:txBody>
        </p:sp>
        <p:sp>
          <p:nvSpPr>
            <p:cNvPr id="50" name="Freeform: Shape 42">
              <a:extLst>
                <a:ext uri="{FF2B5EF4-FFF2-40B4-BE49-F238E27FC236}">
                  <a16:creationId xmlns:a16="http://schemas.microsoft.com/office/drawing/2014/main" id="{D3CF160F-4B8C-EDF9-6CBE-238C79E1C3AD}"/>
                </a:ext>
              </a:extLst>
            </p:cNvPr>
            <p:cNvSpPr/>
            <p:nvPr/>
          </p:nvSpPr>
          <p:spPr>
            <a:xfrm>
              <a:off x="970533" y="2918783"/>
              <a:ext cx="854201" cy="422719"/>
            </a:xfrm>
            <a:custGeom>
              <a:avLst/>
              <a:gdLst>
                <a:gd name="connsiteX0" fmla="*/ 321469 w 854201"/>
                <a:gd name="connsiteY0" fmla="*/ 41339 h 422719"/>
                <a:gd name="connsiteX1" fmla="*/ 0 w 854201"/>
                <a:gd name="connsiteY1" fmla="*/ 0 h 422719"/>
                <a:gd name="connsiteX2" fmla="*/ 854202 w 854201"/>
                <a:gd name="connsiteY2" fmla="*/ 422719 h 422719"/>
                <a:gd name="connsiteX3" fmla="*/ 321469 w 854201"/>
                <a:gd name="connsiteY3" fmla="*/ 41339 h 422719"/>
              </a:gdLst>
              <a:ahLst/>
              <a:cxnLst>
                <a:cxn ang="0">
                  <a:pos x="connsiteX0" y="connsiteY0"/>
                </a:cxn>
                <a:cxn ang="0">
                  <a:pos x="connsiteX1" y="connsiteY1"/>
                </a:cxn>
                <a:cxn ang="0">
                  <a:pos x="connsiteX2" y="connsiteY2"/>
                </a:cxn>
                <a:cxn ang="0">
                  <a:pos x="connsiteX3" y="connsiteY3"/>
                </a:cxn>
              </a:cxnLst>
              <a:rect l="l" t="t" r="r" b="b"/>
              <a:pathLst>
                <a:path w="854201" h="422719">
                  <a:moveTo>
                    <a:pt x="321469" y="41339"/>
                  </a:moveTo>
                  <a:lnTo>
                    <a:pt x="0" y="0"/>
                  </a:lnTo>
                  <a:lnTo>
                    <a:pt x="854202" y="422719"/>
                  </a:lnTo>
                  <a:lnTo>
                    <a:pt x="321469" y="41339"/>
                  </a:lnTo>
                  <a:close/>
                </a:path>
              </a:pathLst>
            </a:custGeom>
            <a:grpFill/>
            <a:ln w="9525" cap="flat">
              <a:noFill/>
              <a:prstDash val="solid"/>
              <a:miter/>
            </a:ln>
          </p:spPr>
          <p:txBody>
            <a:bodyPr rtlCol="0" anchor="ctr"/>
            <a:lstStyle/>
            <a:p>
              <a:endParaRPr lang="en-GB"/>
            </a:p>
          </p:txBody>
        </p:sp>
        <p:sp>
          <p:nvSpPr>
            <p:cNvPr id="51" name="Freeform: Shape 43">
              <a:extLst>
                <a:ext uri="{FF2B5EF4-FFF2-40B4-BE49-F238E27FC236}">
                  <a16:creationId xmlns:a16="http://schemas.microsoft.com/office/drawing/2014/main" id="{9DBD0412-916F-5420-A9F9-18293F157501}"/>
                </a:ext>
              </a:extLst>
            </p:cNvPr>
            <p:cNvSpPr/>
            <p:nvPr/>
          </p:nvSpPr>
          <p:spPr>
            <a:xfrm>
              <a:off x="1292002" y="2882207"/>
              <a:ext cx="534638" cy="453389"/>
            </a:xfrm>
            <a:custGeom>
              <a:avLst/>
              <a:gdLst>
                <a:gd name="connsiteX0" fmla="*/ 257080 w 534638"/>
                <a:gd name="connsiteY0" fmla="*/ 69914 h 453389"/>
                <a:gd name="connsiteX1" fmla="*/ 0 w 534638"/>
                <a:gd name="connsiteY1" fmla="*/ 0 h 453389"/>
                <a:gd name="connsiteX2" fmla="*/ 534638 w 534638"/>
                <a:gd name="connsiteY2" fmla="*/ 453390 h 453389"/>
                <a:gd name="connsiteX3" fmla="*/ 257080 w 534638"/>
                <a:gd name="connsiteY3" fmla="*/ 69914 h 453389"/>
              </a:gdLst>
              <a:ahLst/>
              <a:cxnLst>
                <a:cxn ang="0">
                  <a:pos x="connsiteX0" y="connsiteY0"/>
                </a:cxn>
                <a:cxn ang="0">
                  <a:pos x="connsiteX1" y="connsiteY1"/>
                </a:cxn>
                <a:cxn ang="0">
                  <a:pos x="connsiteX2" y="connsiteY2"/>
                </a:cxn>
                <a:cxn ang="0">
                  <a:pos x="connsiteX3" y="connsiteY3"/>
                </a:cxn>
              </a:cxnLst>
              <a:rect l="l" t="t" r="r" b="b"/>
              <a:pathLst>
                <a:path w="534638" h="453389">
                  <a:moveTo>
                    <a:pt x="257080" y="69914"/>
                  </a:moveTo>
                  <a:lnTo>
                    <a:pt x="0" y="0"/>
                  </a:lnTo>
                  <a:lnTo>
                    <a:pt x="534638" y="453390"/>
                  </a:lnTo>
                  <a:lnTo>
                    <a:pt x="257080" y="69914"/>
                  </a:lnTo>
                  <a:close/>
                </a:path>
              </a:pathLst>
            </a:custGeom>
            <a:grpFill/>
            <a:ln w="9525" cap="flat">
              <a:noFill/>
              <a:prstDash val="solid"/>
              <a:miter/>
            </a:ln>
          </p:spPr>
          <p:txBody>
            <a:bodyPr rtlCol="0" anchor="ctr"/>
            <a:lstStyle/>
            <a:p>
              <a:endParaRPr lang="en-GB"/>
            </a:p>
          </p:txBody>
        </p:sp>
        <p:sp>
          <p:nvSpPr>
            <p:cNvPr id="52" name="Freeform: Shape 44">
              <a:extLst>
                <a:ext uri="{FF2B5EF4-FFF2-40B4-BE49-F238E27FC236}">
                  <a16:creationId xmlns:a16="http://schemas.microsoft.com/office/drawing/2014/main" id="{0CD56C9E-D97F-7578-3299-3AFD1183BD3D}"/>
                </a:ext>
              </a:extLst>
            </p:cNvPr>
            <p:cNvSpPr/>
            <p:nvPr/>
          </p:nvSpPr>
          <p:spPr>
            <a:xfrm>
              <a:off x="1856072" y="2918688"/>
              <a:ext cx="854202" cy="422814"/>
            </a:xfrm>
            <a:custGeom>
              <a:avLst/>
              <a:gdLst>
                <a:gd name="connsiteX0" fmla="*/ 532733 w 854202"/>
                <a:gd name="connsiteY0" fmla="*/ 41434 h 422814"/>
                <a:gd name="connsiteX1" fmla="*/ 854202 w 854202"/>
                <a:gd name="connsiteY1" fmla="*/ 0 h 422814"/>
                <a:gd name="connsiteX2" fmla="*/ 0 w 854202"/>
                <a:gd name="connsiteY2" fmla="*/ 422815 h 422814"/>
                <a:gd name="connsiteX3" fmla="*/ 532733 w 854202"/>
                <a:gd name="connsiteY3" fmla="*/ 41434 h 422814"/>
              </a:gdLst>
              <a:ahLst/>
              <a:cxnLst>
                <a:cxn ang="0">
                  <a:pos x="connsiteX0" y="connsiteY0"/>
                </a:cxn>
                <a:cxn ang="0">
                  <a:pos x="connsiteX1" y="connsiteY1"/>
                </a:cxn>
                <a:cxn ang="0">
                  <a:pos x="connsiteX2" y="connsiteY2"/>
                </a:cxn>
                <a:cxn ang="0">
                  <a:pos x="connsiteX3" y="connsiteY3"/>
                </a:cxn>
              </a:cxnLst>
              <a:rect l="l" t="t" r="r" b="b"/>
              <a:pathLst>
                <a:path w="854202" h="422814">
                  <a:moveTo>
                    <a:pt x="532733" y="41434"/>
                  </a:moveTo>
                  <a:lnTo>
                    <a:pt x="854202" y="0"/>
                  </a:lnTo>
                  <a:lnTo>
                    <a:pt x="0" y="422815"/>
                  </a:lnTo>
                  <a:lnTo>
                    <a:pt x="532733" y="41434"/>
                  </a:lnTo>
                  <a:close/>
                </a:path>
              </a:pathLst>
            </a:custGeom>
            <a:grpFill/>
            <a:ln w="9525" cap="flat">
              <a:noFill/>
              <a:prstDash val="solid"/>
              <a:miter/>
            </a:ln>
          </p:spPr>
          <p:txBody>
            <a:bodyPr rtlCol="0" anchor="ctr"/>
            <a:lstStyle/>
            <a:p>
              <a:endParaRPr lang="en-GB"/>
            </a:p>
          </p:txBody>
        </p:sp>
        <p:sp>
          <p:nvSpPr>
            <p:cNvPr id="53" name="Freeform: Shape 45">
              <a:extLst>
                <a:ext uri="{FF2B5EF4-FFF2-40B4-BE49-F238E27FC236}">
                  <a16:creationId xmlns:a16="http://schemas.microsoft.com/office/drawing/2014/main" id="{D03FBC7E-1FB0-F546-9543-8AC73243478C}"/>
                </a:ext>
              </a:extLst>
            </p:cNvPr>
            <p:cNvSpPr/>
            <p:nvPr/>
          </p:nvSpPr>
          <p:spPr>
            <a:xfrm>
              <a:off x="1854167" y="2882207"/>
              <a:ext cx="534638" cy="453294"/>
            </a:xfrm>
            <a:custGeom>
              <a:avLst/>
              <a:gdLst>
                <a:gd name="connsiteX0" fmla="*/ 277654 w 534638"/>
                <a:gd name="connsiteY0" fmla="*/ 69914 h 453294"/>
                <a:gd name="connsiteX1" fmla="*/ 534638 w 534638"/>
                <a:gd name="connsiteY1" fmla="*/ 0 h 453294"/>
                <a:gd name="connsiteX2" fmla="*/ 0 w 534638"/>
                <a:gd name="connsiteY2" fmla="*/ 453295 h 453294"/>
                <a:gd name="connsiteX3" fmla="*/ 277654 w 534638"/>
                <a:gd name="connsiteY3" fmla="*/ 69914 h 453294"/>
              </a:gdLst>
              <a:ahLst/>
              <a:cxnLst>
                <a:cxn ang="0">
                  <a:pos x="connsiteX0" y="connsiteY0"/>
                </a:cxn>
                <a:cxn ang="0">
                  <a:pos x="connsiteX1" y="connsiteY1"/>
                </a:cxn>
                <a:cxn ang="0">
                  <a:pos x="connsiteX2" y="connsiteY2"/>
                </a:cxn>
                <a:cxn ang="0">
                  <a:pos x="connsiteX3" y="connsiteY3"/>
                </a:cxn>
              </a:cxnLst>
              <a:rect l="l" t="t" r="r" b="b"/>
              <a:pathLst>
                <a:path w="534638" h="453294">
                  <a:moveTo>
                    <a:pt x="277654" y="69914"/>
                  </a:moveTo>
                  <a:lnTo>
                    <a:pt x="534638" y="0"/>
                  </a:lnTo>
                  <a:lnTo>
                    <a:pt x="0" y="453295"/>
                  </a:lnTo>
                  <a:lnTo>
                    <a:pt x="277654" y="69914"/>
                  </a:lnTo>
                  <a:close/>
                </a:path>
              </a:pathLst>
            </a:custGeom>
            <a:grpFill/>
            <a:ln w="9525" cap="flat">
              <a:noFill/>
              <a:prstDash val="solid"/>
              <a:miter/>
            </a:ln>
          </p:spPr>
          <p:txBody>
            <a:bodyPr rtlCol="0" anchor="ctr"/>
            <a:lstStyle/>
            <a:p>
              <a:endParaRPr lang="en-GB"/>
            </a:p>
          </p:txBody>
        </p:sp>
        <p:sp>
          <p:nvSpPr>
            <p:cNvPr id="54" name="Freeform: Shape 46">
              <a:extLst>
                <a:ext uri="{FF2B5EF4-FFF2-40B4-BE49-F238E27FC236}">
                  <a16:creationId xmlns:a16="http://schemas.microsoft.com/office/drawing/2014/main" id="{B31390DA-1D9B-FE05-0048-4672E630345C}"/>
                </a:ext>
              </a:extLst>
            </p:cNvPr>
            <p:cNvSpPr/>
            <p:nvPr/>
          </p:nvSpPr>
          <p:spPr>
            <a:xfrm>
              <a:off x="1523935" y="2846965"/>
              <a:ext cx="633031" cy="495109"/>
            </a:xfrm>
            <a:custGeom>
              <a:avLst/>
              <a:gdLst>
                <a:gd name="connsiteX0" fmla="*/ 633032 w 633031"/>
                <a:gd name="connsiteY0" fmla="*/ 0 h 495109"/>
                <a:gd name="connsiteX1" fmla="*/ 426720 w 633031"/>
                <a:gd name="connsiteY1" fmla="*/ 97727 h 495109"/>
                <a:gd name="connsiteX2" fmla="*/ 388239 w 633031"/>
                <a:gd name="connsiteY2" fmla="*/ 252413 h 495109"/>
                <a:gd name="connsiteX3" fmla="*/ 316516 w 633031"/>
                <a:gd name="connsiteY3" fmla="*/ 111062 h 495109"/>
                <a:gd name="connsiteX4" fmla="*/ 244412 w 633031"/>
                <a:gd name="connsiteY4" fmla="*/ 252413 h 495109"/>
                <a:gd name="connsiteX5" fmla="*/ 206216 w 633031"/>
                <a:gd name="connsiteY5" fmla="*/ 97727 h 495109"/>
                <a:gd name="connsiteX6" fmla="*/ 0 w 633031"/>
                <a:gd name="connsiteY6" fmla="*/ 0 h 495109"/>
                <a:gd name="connsiteX7" fmla="*/ 316516 w 633031"/>
                <a:gd name="connsiteY7" fmla="*/ 495110 h 495109"/>
                <a:gd name="connsiteX8" fmla="*/ 633032 w 633031"/>
                <a:gd name="connsiteY8" fmla="*/ 0 h 495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3031" h="495109">
                  <a:moveTo>
                    <a:pt x="633032" y="0"/>
                  </a:moveTo>
                  <a:lnTo>
                    <a:pt x="426720" y="97727"/>
                  </a:lnTo>
                  <a:lnTo>
                    <a:pt x="388239" y="252413"/>
                  </a:lnTo>
                  <a:lnTo>
                    <a:pt x="316516" y="111062"/>
                  </a:lnTo>
                  <a:lnTo>
                    <a:pt x="244412" y="252413"/>
                  </a:lnTo>
                  <a:lnTo>
                    <a:pt x="206216" y="97727"/>
                  </a:lnTo>
                  <a:lnTo>
                    <a:pt x="0" y="0"/>
                  </a:lnTo>
                  <a:lnTo>
                    <a:pt x="316516" y="495110"/>
                  </a:lnTo>
                  <a:lnTo>
                    <a:pt x="633032" y="0"/>
                  </a:lnTo>
                  <a:close/>
                </a:path>
              </a:pathLst>
            </a:custGeom>
            <a:grpFill/>
            <a:ln w="9525" cap="flat">
              <a:noFill/>
              <a:prstDash val="solid"/>
              <a:miter/>
            </a:ln>
          </p:spPr>
          <p:txBody>
            <a:bodyPr rtlCol="0" anchor="ctr"/>
            <a:lstStyle/>
            <a:p>
              <a:endParaRPr lang="en-GB"/>
            </a:p>
          </p:txBody>
        </p:sp>
      </p:grpSp>
      <p:sp>
        <p:nvSpPr>
          <p:cNvPr id="16" name="TextBox 15">
            <a:extLst>
              <a:ext uri="{FF2B5EF4-FFF2-40B4-BE49-F238E27FC236}">
                <a16:creationId xmlns:a16="http://schemas.microsoft.com/office/drawing/2014/main" id="{EB088E22-445A-E5CA-D7F2-A7EE458F11EE}"/>
              </a:ext>
            </a:extLst>
          </p:cNvPr>
          <p:cNvSpPr txBox="1"/>
          <p:nvPr userDrawn="1"/>
        </p:nvSpPr>
        <p:spPr>
          <a:xfrm>
            <a:off x="436106" y="371194"/>
            <a:ext cx="2979103" cy="2308324"/>
          </a:xfrm>
          <a:prstGeom prst="rect">
            <a:avLst/>
          </a:prstGeom>
          <a:noFill/>
        </p:spPr>
        <p:txBody>
          <a:bodyPr wrap="square">
            <a:spAutoFit/>
          </a:bodyPr>
          <a:lstStyle/>
          <a:p>
            <a:r>
              <a:rPr lang="en-US" sz="2400" dirty="0">
                <a:solidFill>
                  <a:schemeClr val="bg1"/>
                </a:solidFill>
                <a:latin typeface="Barlow" panose="00000500000000000000" pitchFamily="2" charset="0"/>
                <a:cs typeface="Arial" panose="020B0604020202020204" pitchFamily="34" charset="0"/>
              </a:rPr>
              <a:t>DEVELOP ENTREPRENEURIAL ABILITIES</a:t>
            </a:r>
            <a:r>
              <a:rPr lang="en-US" sz="2400" i="0" dirty="0">
                <a:solidFill>
                  <a:schemeClr val="bg1"/>
                </a:solidFill>
                <a:effectLst/>
                <a:latin typeface="Barlow" panose="00000500000000000000" pitchFamily="2" charset="0"/>
                <a:cs typeface="Arial" panose="020B0604020202020204" pitchFamily="34" charset="0"/>
              </a:rPr>
              <a:t>.</a:t>
            </a:r>
          </a:p>
          <a:p>
            <a:endParaRPr lang="en-US" sz="2400" i="0" dirty="0">
              <a:solidFill>
                <a:schemeClr val="bg1"/>
              </a:solidFill>
              <a:effectLst/>
              <a:latin typeface="Barlow" panose="00000500000000000000" pitchFamily="2" charset="0"/>
              <a:cs typeface="Arial" panose="020B0604020202020204" pitchFamily="34" charset="0"/>
            </a:endParaRPr>
          </a:p>
          <a:p>
            <a:r>
              <a:rPr lang="en-US" sz="2400" i="0" dirty="0">
                <a:solidFill>
                  <a:schemeClr val="bg1"/>
                </a:solidFill>
                <a:effectLst/>
                <a:latin typeface="Barlow" panose="00000500000000000000" pitchFamily="2" charset="0"/>
                <a:cs typeface="Arial" panose="020B0604020202020204" pitchFamily="34" charset="0"/>
              </a:rPr>
              <a:t>WITH</a:t>
            </a:r>
          </a:p>
          <a:p>
            <a:r>
              <a:rPr lang="en-US" sz="2400" b="1" i="0" dirty="0">
                <a:solidFill>
                  <a:schemeClr val="bg1"/>
                </a:solidFill>
                <a:effectLst/>
                <a:latin typeface="Barlow" panose="00000500000000000000" pitchFamily="2" charset="0"/>
                <a:cs typeface="Arial" panose="020B0604020202020204" pitchFamily="34" charset="0"/>
              </a:rPr>
              <a:t>WADHWANI IGNITE.</a:t>
            </a:r>
            <a:endParaRPr lang="en-US" sz="2400" b="1" dirty="0">
              <a:solidFill>
                <a:schemeClr val="bg1"/>
              </a:solidFill>
              <a:latin typeface="Barlow" panose="00000500000000000000" pitchFamily="2" charset="0"/>
              <a:cs typeface="Arial" panose="020B0604020202020204" pitchFamily="34" charset="0"/>
            </a:endParaRPr>
          </a:p>
        </p:txBody>
      </p:sp>
      <p:sp>
        <p:nvSpPr>
          <p:cNvPr id="19" name="Text Placeholder 17">
            <a:extLst>
              <a:ext uri="{FF2B5EF4-FFF2-40B4-BE49-F238E27FC236}">
                <a16:creationId xmlns:a16="http://schemas.microsoft.com/office/drawing/2014/main" id="{C6F4358C-284B-D3B6-B847-FFEA7D77F8A6}"/>
              </a:ext>
            </a:extLst>
          </p:cNvPr>
          <p:cNvSpPr>
            <a:spLocks noGrp="1"/>
          </p:cNvSpPr>
          <p:nvPr>
            <p:ph type="body" sz="quarter" idx="13" hasCustomPrompt="1"/>
          </p:nvPr>
        </p:nvSpPr>
        <p:spPr>
          <a:xfrm>
            <a:off x="360858" y="5135898"/>
            <a:ext cx="5302250" cy="584200"/>
          </a:xfrm>
        </p:spPr>
        <p:txBody>
          <a:bodyPr/>
          <a:lstStyle>
            <a:lvl1pPr marL="0" indent="0">
              <a:buNone/>
              <a:defRPr lang="en-US" sz="3200" b="1" kern="1200" dirty="0" smtClean="0">
                <a:solidFill>
                  <a:schemeClr val="bg1"/>
                </a:solidFill>
                <a:latin typeface="Barlow Medium" panose="00000600000000000000" pitchFamily="2" charset="0"/>
                <a:ea typeface="+mj-ea"/>
                <a:cs typeface="+mj-cs"/>
              </a:defRPr>
            </a:lvl1pPr>
            <a:lvl2pPr>
              <a:defRPr lang="en-US" sz="3200" b="1" kern="1200" dirty="0" smtClean="0">
                <a:solidFill>
                  <a:schemeClr val="bg1"/>
                </a:solidFill>
                <a:latin typeface="Barlow Medium" panose="00000600000000000000" pitchFamily="2" charset="0"/>
                <a:ea typeface="+mj-ea"/>
                <a:cs typeface="+mj-cs"/>
              </a:defRPr>
            </a:lvl2pPr>
            <a:lvl3pPr>
              <a:defRPr lang="en-US" sz="3200" b="1" kern="1200" dirty="0" smtClean="0">
                <a:solidFill>
                  <a:schemeClr val="bg1"/>
                </a:solidFill>
                <a:latin typeface="Barlow Medium" panose="00000600000000000000" pitchFamily="2" charset="0"/>
                <a:ea typeface="+mj-ea"/>
                <a:cs typeface="+mj-cs"/>
              </a:defRPr>
            </a:lvl3pPr>
            <a:lvl4pPr>
              <a:defRPr lang="en-US" sz="3200" b="1" kern="1200" dirty="0" smtClean="0">
                <a:solidFill>
                  <a:schemeClr val="bg1"/>
                </a:solidFill>
                <a:latin typeface="Barlow Medium" panose="00000600000000000000" pitchFamily="2" charset="0"/>
                <a:ea typeface="+mj-ea"/>
                <a:cs typeface="+mj-cs"/>
              </a:defRPr>
            </a:lvl4pPr>
            <a:lvl5pPr>
              <a:defRPr lang="en-IN" sz="3200" b="1" kern="1200" dirty="0">
                <a:solidFill>
                  <a:schemeClr val="bg1"/>
                </a:solidFill>
                <a:latin typeface="Barlow Medium" panose="00000600000000000000" pitchFamily="2" charset="0"/>
                <a:ea typeface="+mj-ea"/>
                <a:cs typeface="+mj-cs"/>
              </a:defRPr>
            </a:lvl5pPr>
          </a:lstStyle>
          <a:p>
            <a:pPr lvl="0"/>
            <a:r>
              <a:rPr lang="en-US" dirty="0"/>
              <a:t>Click to Add Module</a:t>
            </a:r>
            <a:endParaRPr lang="en-IN" dirty="0"/>
          </a:p>
        </p:txBody>
      </p:sp>
      <p:sp>
        <p:nvSpPr>
          <p:cNvPr id="21" name="Text Placeholder 17">
            <a:extLst>
              <a:ext uri="{FF2B5EF4-FFF2-40B4-BE49-F238E27FC236}">
                <a16:creationId xmlns:a16="http://schemas.microsoft.com/office/drawing/2014/main" id="{5BB2488D-8696-C4F9-3652-4CBF73CA11F7}"/>
              </a:ext>
            </a:extLst>
          </p:cNvPr>
          <p:cNvSpPr>
            <a:spLocks noGrp="1"/>
          </p:cNvSpPr>
          <p:nvPr>
            <p:ph type="body" sz="quarter" idx="14" hasCustomPrompt="1"/>
          </p:nvPr>
        </p:nvSpPr>
        <p:spPr>
          <a:xfrm>
            <a:off x="360858" y="5895254"/>
            <a:ext cx="5302250" cy="584200"/>
          </a:xfrm>
        </p:spPr>
        <p:txBody>
          <a:bodyPr>
            <a:normAutofit/>
          </a:bodyPr>
          <a:lstStyle>
            <a:lvl1pPr marL="0" indent="0">
              <a:buNone/>
              <a:defRPr lang="en-IN" sz="2000" kern="1200" dirty="0">
                <a:solidFill>
                  <a:schemeClr val="bg1"/>
                </a:solidFill>
                <a:latin typeface="Open Sans" pitchFamily="2" charset="0"/>
                <a:ea typeface="Open Sans" pitchFamily="2" charset="0"/>
                <a:cs typeface="Open Sans" pitchFamily="2" charset="0"/>
              </a:defRPr>
            </a:lvl1pPr>
            <a:lvl2pPr>
              <a:defRPr lang="en-US" sz="3200" b="1" kern="1200" dirty="0" smtClean="0">
                <a:solidFill>
                  <a:schemeClr val="bg1"/>
                </a:solidFill>
                <a:latin typeface="Barlow Medium" panose="00000600000000000000" pitchFamily="2" charset="0"/>
                <a:ea typeface="+mj-ea"/>
                <a:cs typeface="+mj-cs"/>
              </a:defRPr>
            </a:lvl2pPr>
            <a:lvl3pPr>
              <a:defRPr lang="en-US" sz="3200" b="1" kern="1200" dirty="0" smtClean="0">
                <a:solidFill>
                  <a:schemeClr val="bg1"/>
                </a:solidFill>
                <a:latin typeface="Barlow Medium" panose="00000600000000000000" pitchFamily="2" charset="0"/>
                <a:ea typeface="+mj-ea"/>
                <a:cs typeface="+mj-cs"/>
              </a:defRPr>
            </a:lvl3pPr>
            <a:lvl4pPr>
              <a:defRPr lang="en-US" sz="3200" b="1" kern="1200" dirty="0" smtClean="0">
                <a:solidFill>
                  <a:schemeClr val="bg1"/>
                </a:solidFill>
                <a:latin typeface="Barlow Medium" panose="00000600000000000000" pitchFamily="2" charset="0"/>
                <a:ea typeface="+mj-ea"/>
                <a:cs typeface="+mj-cs"/>
              </a:defRPr>
            </a:lvl4pPr>
            <a:lvl5pPr>
              <a:defRPr lang="en-IN" sz="3200" b="1" kern="1200" dirty="0">
                <a:solidFill>
                  <a:schemeClr val="bg1"/>
                </a:solidFill>
                <a:latin typeface="Barlow Medium" panose="00000600000000000000" pitchFamily="2" charset="0"/>
                <a:ea typeface="+mj-ea"/>
                <a:cs typeface="+mj-cs"/>
              </a:defRPr>
            </a:lvl5pPr>
          </a:lstStyle>
          <a:p>
            <a:pPr lvl="0"/>
            <a:r>
              <a:rPr lang="en-US" dirty="0"/>
              <a:t>Click to Add Lesson</a:t>
            </a:r>
            <a:endParaRPr lang="en-IN" dirty="0"/>
          </a:p>
        </p:txBody>
      </p:sp>
      <p:sp>
        <p:nvSpPr>
          <p:cNvPr id="23" name="Picture Placeholder 22">
            <a:extLst>
              <a:ext uri="{FF2B5EF4-FFF2-40B4-BE49-F238E27FC236}">
                <a16:creationId xmlns:a16="http://schemas.microsoft.com/office/drawing/2014/main" id="{578F6F88-2FE6-45A7-AB8C-550D53F29E1D}"/>
              </a:ext>
            </a:extLst>
          </p:cNvPr>
          <p:cNvSpPr>
            <a:spLocks noGrp="1"/>
          </p:cNvSpPr>
          <p:nvPr>
            <p:ph type="pic" sz="quarter" idx="15"/>
          </p:nvPr>
        </p:nvSpPr>
        <p:spPr>
          <a:xfrm>
            <a:off x="3646488" y="0"/>
            <a:ext cx="8545512" cy="6858000"/>
          </a:xfrm>
        </p:spPr>
        <p:txBody>
          <a:bodyPr/>
          <a:lstStyle>
            <a:lvl1pPr>
              <a:defRPr>
                <a:solidFill>
                  <a:schemeClr val="bg2"/>
                </a:solidFill>
              </a:defRPr>
            </a:lvl1pPr>
          </a:lstStyle>
          <a:p>
            <a:endParaRPr lang="en-IN" dirty="0"/>
          </a:p>
        </p:txBody>
      </p:sp>
    </p:spTree>
    <p:extLst>
      <p:ext uri="{BB962C8B-B14F-4D97-AF65-F5344CB8AC3E}">
        <p14:creationId xmlns:p14="http://schemas.microsoft.com/office/powerpoint/2010/main" val="171088534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A4C67A9-B9CE-84AB-B023-35262618BA48}"/>
              </a:ext>
            </a:extLst>
          </p:cNvPr>
          <p:cNvSpPr>
            <a:spLocks noGrp="1"/>
          </p:cNvSpPr>
          <p:nvPr>
            <p:ph type="pic" sz="quarter" idx="13"/>
          </p:nvPr>
        </p:nvSpPr>
        <p:spPr>
          <a:xfrm>
            <a:off x="380974" y="374463"/>
            <a:ext cx="8280000" cy="6120000"/>
          </a:xfrm>
        </p:spPr>
        <p:txBody>
          <a:bodyPr/>
          <a:lstStyle/>
          <a:p>
            <a:endParaRPr lang="en-US"/>
          </a:p>
        </p:txBody>
      </p:sp>
      <p:sp>
        <p:nvSpPr>
          <p:cNvPr id="3" name="Subtitle 2">
            <a:extLst>
              <a:ext uri="{FF2B5EF4-FFF2-40B4-BE49-F238E27FC236}">
                <a16:creationId xmlns:a16="http://schemas.microsoft.com/office/drawing/2014/main" id="{A4E4F35D-11C4-5CAB-4D65-A671ADAD38B0}"/>
              </a:ext>
            </a:extLst>
          </p:cNvPr>
          <p:cNvSpPr>
            <a:spLocks noGrp="1"/>
          </p:cNvSpPr>
          <p:nvPr>
            <p:ph type="subTitle" idx="1" hasCustomPrompt="1"/>
          </p:nvPr>
        </p:nvSpPr>
        <p:spPr>
          <a:xfrm>
            <a:off x="8928000" y="374749"/>
            <a:ext cx="2880000" cy="720000"/>
          </a:xfrm>
        </p:spPr>
        <p:txBody>
          <a:bodyPr bIns="0" anchor="ctr" anchorCtr="0">
            <a:spAutoFit/>
          </a:bodyPr>
          <a:lstStyle>
            <a:lvl1pPr marL="0" indent="0" algn="l">
              <a:lnSpc>
                <a:spcPct val="100000"/>
              </a:lnSpc>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a:t>
            </a:r>
            <a:br>
              <a:rPr lang="en-GB"/>
            </a:br>
            <a:r>
              <a:rPr lang="en-GB"/>
              <a:t>Master subtitle style</a:t>
            </a:r>
            <a:endParaRPr lang="en-US"/>
          </a:p>
        </p:txBody>
      </p:sp>
      <p:sp>
        <p:nvSpPr>
          <p:cNvPr id="6" name="Text Placeholder 5">
            <a:extLst>
              <a:ext uri="{FF2B5EF4-FFF2-40B4-BE49-F238E27FC236}">
                <a16:creationId xmlns:a16="http://schemas.microsoft.com/office/drawing/2014/main" id="{E81942A4-22D9-4F77-D722-A67D278F6BAF}"/>
              </a:ext>
            </a:extLst>
          </p:cNvPr>
          <p:cNvSpPr>
            <a:spLocks noGrp="1"/>
          </p:cNvSpPr>
          <p:nvPr>
            <p:ph type="body" sz="quarter" idx="12"/>
          </p:nvPr>
        </p:nvSpPr>
        <p:spPr>
          <a:xfrm>
            <a:off x="8928000" y="2520000"/>
            <a:ext cx="2880000" cy="3960000"/>
          </a:xfrm>
        </p:spPr>
        <p:txBody>
          <a:bodyPr vert="horz" lIns="0" tIns="0" rIns="0" bIns="0" rtlCol="0" anchor="t">
            <a:normAutofit/>
          </a:bodyPr>
          <a:lstStyle>
            <a:lvl1pPr marL="0" indent="0">
              <a:lnSpc>
                <a:spcPct val="100000"/>
              </a:lnSpc>
              <a:buNone/>
              <a:defRPr lang="en-GB" sz="1200" smtClean="0">
                <a:solidFill>
                  <a:schemeClr val="tx1"/>
                </a:solidFill>
              </a:defRPr>
            </a:lvl1pPr>
            <a:lvl2pPr>
              <a:defRPr lang="en-GB" smtClean="0">
                <a:solidFill>
                  <a:schemeClr val="tx1">
                    <a:lumMod val="60000"/>
                    <a:lumOff val="40000"/>
                  </a:schemeClr>
                </a:solidFill>
              </a:defRPr>
            </a:lvl2pPr>
            <a:lvl3pPr>
              <a:defRPr lang="en-GB" smtClean="0">
                <a:solidFill>
                  <a:schemeClr val="tx1">
                    <a:lumMod val="60000"/>
                    <a:lumOff val="40000"/>
                  </a:schemeClr>
                </a:solidFill>
              </a:defRPr>
            </a:lvl3pPr>
            <a:lvl4pPr>
              <a:defRPr lang="en-GB" smtClean="0">
                <a:solidFill>
                  <a:schemeClr val="tx1">
                    <a:lumMod val="60000"/>
                    <a:lumOff val="40000"/>
                  </a:schemeClr>
                </a:solidFill>
              </a:defRPr>
            </a:lvl4pPr>
            <a:lvl5pPr>
              <a:defRPr lang="en-US">
                <a:solidFill>
                  <a:schemeClr val="tx1">
                    <a:lumMod val="60000"/>
                    <a:lumOff val="40000"/>
                  </a:schemeClr>
                </a:solidFill>
              </a:defRPr>
            </a:lvl5pPr>
          </a:lstStyle>
          <a:p>
            <a:pPr marL="228600" lvl="0" indent="-228600"/>
            <a:r>
              <a:rPr lang="en-GB"/>
              <a:t>Click to edit Master text styles</a:t>
            </a:r>
            <a:endParaRPr lang="en-US"/>
          </a:p>
        </p:txBody>
      </p:sp>
      <p:sp>
        <p:nvSpPr>
          <p:cNvPr id="4" name="Rectangle 3">
            <a:extLst>
              <a:ext uri="{FF2B5EF4-FFF2-40B4-BE49-F238E27FC236}">
                <a16:creationId xmlns:a16="http://schemas.microsoft.com/office/drawing/2014/main" id="{AD19FD2A-E444-A423-C2AF-1257D8340ECD}"/>
              </a:ext>
            </a:extLst>
          </p:cNvPr>
          <p:cNvSpPr/>
          <p:nvPr userDrawn="1"/>
        </p:nvSpPr>
        <p:spPr>
          <a:xfrm>
            <a:off x="8928000" y="1124014"/>
            <a:ext cx="2916000" cy="55439"/>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D68C66AE-E72D-8337-BE2B-BD87F88AAF9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71475" y="3032604"/>
            <a:ext cx="2212338" cy="3461859"/>
          </a:xfrm>
          <a:prstGeom prst="rect">
            <a:avLst/>
          </a:prstGeom>
        </p:spPr>
      </p:pic>
      <p:sp>
        <p:nvSpPr>
          <p:cNvPr id="2" name="Title 1">
            <a:extLst>
              <a:ext uri="{FF2B5EF4-FFF2-40B4-BE49-F238E27FC236}">
                <a16:creationId xmlns:a16="http://schemas.microsoft.com/office/drawing/2014/main" id="{F6B8D04E-BDD5-1F64-6209-2F4B4F2000E7}"/>
              </a:ext>
            </a:extLst>
          </p:cNvPr>
          <p:cNvSpPr>
            <a:spLocks noGrp="1"/>
          </p:cNvSpPr>
          <p:nvPr>
            <p:ph type="ctrTitle" hasCustomPrompt="1"/>
          </p:nvPr>
        </p:nvSpPr>
        <p:spPr>
          <a:xfrm>
            <a:off x="7128000" y="1296000"/>
            <a:ext cx="4687415" cy="1087081"/>
          </a:xfrm>
          <a:prstGeom prst="rect">
            <a:avLst/>
          </a:prstGeom>
        </p:spPr>
        <p:txBody>
          <a:bodyPr anchor="ctr" anchorCtr="0">
            <a:normAutofit/>
          </a:bodyPr>
          <a:lstStyle>
            <a:lvl1pPr algn="l">
              <a:lnSpc>
                <a:spcPct val="100000"/>
              </a:lnSpc>
              <a:defRPr sz="3000">
                <a:solidFill>
                  <a:schemeClr val="tx2"/>
                </a:solidFill>
              </a:defRPr>
            </a:lvl1pPr>
          </a:lstStyle>
          <a:p>
            <a:r>
              <a:rPr lang="en-GB"/>
              <a:t>Click to edit </a:t>
            </a:r>
            <a:br>
              <a:rPr lang="en-GB"/>
            </a:br>
            <a:r>
              <a:rPr lang="en-GB"/>
              <a:t>Master title style</a:t>
            </a:r>
            <a:endParaRPr lang="en-US"/>
          </a:p>
        </p:txBody>
      </p:sp>
    </p:spTree>
    <p:extLst>
      <p:ext uri="{BB962C8B-B14F-4D97-AF65-F5344CB8AC3E}">
        <p14:creationId xmlns:p14="http://schemas.microsoft.com/office/powerpoint/2010/main" val="220163104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A4C67A9-B9CE-84AB-B023-35262618BA48}"/>
              </a:ext>
            </a:extLst>
          </p:cNvPr>
          <p:cNvSpPr>
            <a:spLocks noGrp="1"/>
          </p:cNvSpPr>
          <p:nvPr>
            <p:ph type="pic" sz="quarter" idx="13"/>
          </p:nvPr>
        </p:nvSpPr>
        <p:spPr>
          <a:xfrm>
            <a:off x="360000" y="360000"/>
            <a:ext cx="11484000" cy="6120000"/>
          </a:xfrm>
        </p:spPr>
        <p:txBody>
          <a:bodyPr/>
          <a:lstStyle/>
          <a:p>
            <a:endParaRPr lang="en-US"/>
          </a:p>
        </p:txBody>
      </p:sp>
      <p:sp>
        <p:nvSpPr>
          <p:cNvPr id="3" name="Subtitle 2">
            <a:extLst>
              <a:ext uri="{FF2B5EF4-FFF2-40B4-BE49-F238E27FC236}">
                <a16:creationId xmlns:a16="http://schemas.microsoft.com/office/drawing/2014/main" id="{A4E4F35D-11C4-5CAB-4D65-A671ADAD38B0}"/>
              </a:ext>
            </a:extLst>
          </p:cNvPr>
          <p:cNvSpPr>
            <a:spLocks noGrp="1"/>
          </p:cNvSpPr>
          <p:nvPr>
            <p:ph type="subTitle" idx="1"/>
          </p:nvPr>
        </p:nvSpPr>
        <p:spPr>
          <a:xfrm>
            <a:off x="2891246" y="4512763"/>
            <a:ext cx="8904069" cy="1980000"/>
          </a:xfrm>
        </p:spPr>
        <p:txBody>
          <a:bodyPr bIns="0">
            <a:noAutofit/>
          </a:bodyPr>
          <a:lstStyle>
            <a:lvl1pPr marL="0" indent="0" algn="l">
              <a:lnSpc>
                <a:spcPct val="100000"/>
              </a:lnSpc>
              <a:buNone/>
              <a:defRPr sz="3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2" name="Title 1">
            <a:extLst>
              <a:ext uri="{FF2B5EF4-FFF2-40B4-BE49-F238E27FC236}">
                <a16:creationId xmlns:a16="http://schemas.microsoft.com/office/drawing/2014/main" id="{F6B8D04E-BDD5-1F64-6209-2F4B4F2000E7}"/>
              </a:ext>
            </a:extLst>
          </p:cNvPr>
          <p:cNvSpPr>
            <a:spLocks noGrp="1"/>
          </p:cNvSpPr>
          <p:nvPr>
            <p:ph type="ctrTitle"/>
          </p:nvPr>
        </p:nvSpPr>
        <p:spPr>
          <a:xfrm>
            <a:off x="825111" y="1087382"/>
            <a:ext cx="6568466" cy="1087081"/>
          </a:xfrm>
          <a:prstGeom prst="rect">
            <a:avLst/>
          </a:prstGeom>
        </p:spPr>
        <p:txBody>
          <a:bodyPr anchor="ctr" anchorCtr="0">
            <a:noAutofit/>
          </a:bodyPr>
          <a:lstStyle>
            <a:lvl1pPr algn="l">
              <a:lnSpc>
                <a:spcPct val="100000"/>
              </a:lnSpc>
              <a:defRPr sz="4000">
                <a:solidFill>
                  <a:schemeClr val="tx2"/>
                </a:solidFill>
              </a:defRPr>
            </a:lvl1pPr>
          </a:lstStyle>
          <a:p>
            <a:r>
              <a:rPr lang="en-GB"/>
              <a:t>Click to edit Master title style</a:t>
            </a:r>
            <a:endParaRPr lang="en-US"/>
          </a:p>
        </p:txBody>
      </p:sp>
      <p:pic>
        <p:nvPicPr>
          <p:cNvPr id="4" name="Picture 3">
            <a:extLst>
              <a:ext uri="{FF2B5EF4-FFF2-40B4-BE49-F238E27FC236}">
                <a16:creationId xmlns:a16="http://schemas.microsoft.com/office/drawing/2014/main" id="{FDB94897-42FC-D542-4330-DC6910EC0EE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61315" y="3032604"/>
            <a:ext cx="2212338" cy="3461859"/>
          </a:xfrm>
          <a:prstGeom prst="rect">
            <a:avLst/>
          </a:prstGeom>
        </p:spPr>
      </p:pic>
    </p:spTree>
    <p:extLst>
      <p:ext uri="{BB962C8B-B14F-4D97-AF65-F5344CB8AC3E}">
        <p14:creationId xmlns:p14="http://schemas.microsoft.com/office/powerpoint/2010/main" val="24816561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type="title" preserve="1">
  <p:cSld name="4_Title Slide">
    <p:bg>
      <p:bgPr>
        <a:gradFill>
          <a:gsLst>
            <a:gs pos="100000">
              <a:schemeClr val="tx2"/>
            </a:gs>
            <a:gs pos="0">
              <a:schemeClr val="tx2">
                <a:lumMod val="75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0E24D-AB13-DA6A-AB49-527A6F75AE8D}"/>
              </a:ext>
            </a:extLst>
          </p:cNvPr>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dirty="0"/>
              <a:t>Click to edit Master title style</a:t>
            </a:r>
            <a:endParaRPr lang="en-IN" dirty="0"/>
          </a:p>
        </p:txBody>
      </p:sp>
      <p:sp>
        <p:nvSpPr>
          <p:cNvPr id="3" name="Subtitle 2">
            <a:extLst>
              <a:ext uri="{FF2B5EF4-FFF2-40B4-BE49-F238E27FC236}">
                <a16:creationId xmlns:a16="http://schemas.microsoft.com/office/drawing/2014/main" id="{5E222839-42DC-9914-BAEF-69A254AA80FA}"/>
              </a:ext>
            </a:extLst>
          </p:cNvPr>
          <p:cNvSpPr>
            <a:spLocks noGrp="1"/>
          </p:cNvSpPr>
          <p:nvPr>
            <p:ph type="subTitle" idx="1"/>
          </p:nvPr>
        </p:nvSpPr>
        <p:spPr>
          <a:xfrm>
            <a:off x="1524000" y="3602038"/>
            <a:ext cx="9144000" cy="1655762"/>
          </a:xfrm>
        </p:spPr>
        <p:txBody>
          <a:bodyPr/>
          <a:lstStyle>
            <a:lvl1pPr marL="0" indent="0" algn="ctr">
              <a:buNone/>
              <a:defRPr sz="2400">
                <a:solidFill>
                  <a:schemeClr val="bg1"/>
                </a:solidFill>
                <a:latin typeface="Barlow"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IN" dirty="0"/>
          </a:p>
        </p:txBody>
      </p:sp>
      <p:grpSp>
        <p:nvGrpSpPr>
          <p:cNvPr id="31" name="Group 30">
            <a:extLst>
              <a:ext uri="{FF2B5EF4-FFF2-40B4-BE49-F238E27FC236}">
                <a16:creationId xmlns:a16="http://schemas.microsoft.com/office/drawing/2014/main" id="{9ECD0644-BEF3-4C85-D9DF-5C08C0FA02EB}"/>
              </a:ext>
            </a:extLst>
          </p:cNvPr>
          <p:cNvGrpSpPr/>
          <p:nvPr userDrawn="1"/>
        </p:nvGrpSpPr>
        <p:grpSpPr>
          <a:xfrm>
            <a:off x="10668000" y="304798"/>
            <a:ext cx="1179720" cy="581555"/>
            <a:chOff x="969962" y="2846965"/>
            <a:chExt cx="1740598" cy="872299"/>
          </a:xfrm>
          <a:solidFill>
            <a:schemeClr val="bg1"/>
          </a:solidFill>
        </p:grpSpPr>
        <p:sp>
          <p:nvSpPr>
            <p:cNvPr id="32" name="Freeform: Shape 23">
              <a:extLst>
                <a:ext uri="{FF2B5EF4-FFF2-40B4-BE49-F238E27FC236}">
                  <a16:creationId xmlns:a16="http://schemas.microsoft.com/office/drawing/2014/main" id="{86846790-9A35-DC90-BCFB-EDB6E03D617D}"/>
                </a:ext>
              </a:extLst>
            </p:cNvPr>
            <p:cNvSpPr/>
            <p:nvPr/>
          </p:nvSpPr>
          <p:spPr>
            <a:xfrm>
              <a:off x="969962" y="3381507"/>
              <a:ext cx="274415" cy="160305"/>
            </a:xfrm>
            <a:custGeom>
              <a:avLst/>
              <a:gdLst>
                <a:gd name="connsiteX0" fmla="*/ 274415 w 274415"/>
                <a:gd name="connsiteY0" fmla="*/ 0 h 160305"/>
                <a:gd name="connsiteX1" fmla="*/ 205931 w 274415"/>
                <a:gd name="connsiteY1" fmla="*/ 160306 h 160305"/>
                <a:gd name="connsiteX2" fmla="*/ 178308 w 274415"/>
                <a:gd name="connsiteY2" fmla="*/ 160306 h 160305"/>
                <a:gd name="connsiteX3" fmla="*/ 137160 w 274415"/>
                <a:gd name="connsiteY3" fmla="*/ 66961 h 160305"/>
                <a:gd name="connsiteX4" fmla="*/ 95059 w 274415"/>
                <a:gd name="connsiteY4" fmla="*/ 160306 h 160305"/>
                <a:gd name="connsiteX5" fmla="*/ 67151 w 274415"/>
                <a:gd name="connsiteY5" fmla="*/ 160306 h 160305"/>
                <a:gd name="connsiteX6" fmla="*/ 0 w 274415"/>
                <a:gd name="connsiteY6" fmla="*/ 0 h 160305"/>
                <a:gd name="connsiteX7" fmla="*/ 49435 w 274415"/>
                <a:gd name="connsiteY7" fmla="*/ 0 h 160305"/>
                <a:gd name="connsiteX8" fmla="*/ 82296 w 274415"/>
                <a:gd name="connsiteY8" fmla="*/ 87725 h 160305"/>
                <a:gd name="connsiteX9" fmla="*/ 120015 w 274415"/>
                <a:gd name="connsiteY9" fmla="*/ 0 h 160305"/>
                <a:gd name="connsiteX10" fmla="*/ 154210 w 274415"/>
                <a:gd name="connsiteY10" fmla="*/ 0 h 160305"/>
                <a:gd name="connsiteX11" fmla="*/ 191167 w 274415"/>
                <a:gd name="connsiteY11" fmla="*/ 87725 h 160305"/>
                <a:gd name="connsiteX12" fmla="*/ 225552 w 274415"/>
                <a:gd name="connsiteY12" fmla="*/ 0 h 160305"/>
                <a:gd name="connsiteX13" fmla="*/ 274415 w 274415"/>
                <a:gd name="connsiteY13" fmla="*/ 0 h 160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4415" h="160305">
                  <a:moveTo>
                    <a:pt x="274415" y="0"/>
                  </a:moveTo>
                  <a:lnTo>
                    <a:pt x="205931" y="160306"/>
                  </a:lnTo>
                  <a:lnTo>
                    <a:pt x="178308" y="160306"/>
                  </a:lnTo>
                  <a:lnTo>
                    <a:pt x="137160" y="66961"/>
                  </a:lnTo>
                  <a:lnTo>
                    <a:pt x="95059" y="160306"/>
                  </a:lnTo>
                  <a:lnTo>
                    <a:pt x="67151" y="160306"/>
                  </a:lnTo>
                  <a:lnTo>
                    <a:pt x="0" y="0"/>
                  </a:lnTo>
                  <a:lnTo>
                    <a:pt x="49435" y="0"/>
                  </a:lnTo>
                  <a:lnTo>
                    <a:pt x="82296" y="87725"/>
                  </a:lnTo>
                  <a:lnTo>
                    <a:pt x="120015" y="0"/>
                  </a:lnTo>
                  <a:lnTo>
                    <a:pt x="154210" y="0"/>
                  </a:lnTo>
                  <a:lnTo>
                    <a:pt x="191167" y="87725"/>
                  </a:lnTo>
                  <a:lnTo>
                    <a:pt x="225552" y="0"/>
                  </a:lnTo>
                  <a:lnTo>
                    <a:pt x="274415" y="0"/>
                  </a:lnTo>
                  <a:close/>
                </a:path>
              </a:pathLst>
            </a:custGeom>
            <a:grpFill/>
            <a:ln w="9525" cap="flat">
              <a:noFill/>
              <a:prstDash val="solid"/>
              <a:miter/>
            </a:ln>
          </p:spPr>
          <p:txBody>
            <a:bodyPr rtlCol="0" anchor="ctr"/>
            <a:lstStyle/>
            <a:p>
              <a:endParaRPr lang="en-GB"/>
            </a:p>
          </p:txBody>
        </p:sp>
        <p:sp>
          <p:nvSpPr>
            <p:cNvPr id="33" name="Freeform: Shape 25">
              <a:extLst>
                <a:ext uri="{FF2B5EF4-FFF2-40B4-BE49-F238E27FC236}">
                  <a16:creationId xmlns:a16="http://schemas.microsoft.com/office/drawing/2014/main" id="{9C4E9CEE-1A49-DE23-64FE-5C945F561132}"/>
                </a:ext>
              </a:extLst>
            </p:cNvPr>
            <p:cNvSpPr/>
            <p:nvPr/>
          </p:nvSpPr>
          <p:spPr>
            <a:xfrm>
              <a:off x="1239614" y="3381412"/>
              <a:ext cx="192595" cy="158305"/>
            </a:xfrm>
            <a:custGeom>
              <a:avLst/>
              <a:gdLst>
                <a:gd name="connsiteX0" fmla="*/ 192596 w 192595"/>
                <a:gd name="connsiteY0" fmla="*/ 158306 h 158305"/>
                <a:gd name="connsiteX1" fmla="*/ 143732 w 192595"/>
                <a:gd name="connsiteY1" fmla="*/ 158306 h 158305"/>
                <a:gd name="connsiteX2" fmla="*/ 130778 w 192595"/>
                <a:gd name="connsiteY2" fmla="*/ 126206 h 158305"/>
                <a:gd name="connsiteX3" fmla="*/ 62008 w 192595"/>
                <a:gd name="connsiteY3" fmla="*/ 126206 h 158305"/>
                <a:gd name="connsiteX4" fmla="*/ 48863 w 192595"/>
                <a:gd name="connsiteY4" fmla="*/ 158306 h 158305"/>
                <a:gd name="connsiteX5" fmla="*/ 0 w 192595"/>
                <a:gd name="connsiteY5" fmla="*/ 158306 h 158305"/>
                <a:gd name="connsiteX6" fmla="*/ 70009 w 192595"/>
                <a:gd name="connsiteY6" fmla="*/ 0 h 158305"/>
                <a:gd name="connsiteX7" fmla="*/ 122777 w 192595"/>
                <a:gd name="connsiteY7" fmla="*/ 0 h 158305"/>
                <a:gd name="connsiteX8" fmla="*/ 192596 w 192595"/>
                <a:gd name="connsiteY8" fmla="*/ 158306 h 158305"/>
                <a:gd name="connsiteX9" fmla="*/ 119920 w 192595"/>
                <a:gd name="connsiteY9" fmla="*/ 98679 h 158305"/>
                <a:gd name="connsiteX10" fmla="*/ 96679 w 192595"/>
                <a:gd name="connsiteY10" fmla="*/ 40862 h 158305"/>
                <a:gd name="connsiteX11" fmla="*/ 73342 w 192595"/>
                <a:gd name="connsiteY11" fmla="*/ 98679 h 158305"/>
                <a:gd name="connsiteX12" fmla="*/ 119920 w 192595"/>
                <a:gd name="connsiteY12" fmla="*/ 98679 h 158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2595" h="158305">
                  <a:moveTo>
                    <a:pt x="192596" y="158306"/>
                  </a:moveTo>
                  <a:lnTo>
                    <a:pt x="143732" y="158306"/>
                  </a:lnTo>
                  <a:lnTo>
                    <a:pt x="130778" y="126206"/>
                  </a:lnTo>
                  <a:lnTo>
                    <a:pt x="62008" y="126206"/>
                  </a:lnTo>
                  <a:lnTo>
                    <a:pt x="48863" y="158306"/>
                  </a:lnTo>
                  <a:lnTo>
                    <a:pt x="0" y="158306"/>
                  </a:lnTo>
                  <a:lnTo>
                    <a:pt x="70009" y="0"/>
                  </a:lnTo>
                  <a:lnTo>
                    <a:pt x="122777" y="0"/>
                  </a:lnTo>
                  <a:lnTo>
                    <a:pt x="192596" y="158306"/>
                  </a:lnTo>
                  <a:close/>
                  <a:moveTo>
                    <a:pt x="119920" y="98679"/>
                  </a:moveTo>
                  <a:lnTo>
                    <a:pt x="96679" y="40862"/>
                  </a:lnTo>
                  <a:lnTo>
                    <a:pt x="73342" y="98679"/>
                  </a:lnTo>
                  <a:lnTo>
                    <a:pt x="119920" y="98679"/>
                  </a:lnTo>
                  <a:close/>
                </a:path>
              </a:pathLst>
            </a:custGeom>
            <a:grpFill/>
            <a:ln w="9525" cap="flat">
              <a:noFill/>
              <a:prstDash val="solid"/>
              <a:miter/>
            </a:ln>
          </p:spPr>
          <p:txBody>
            <a:bodyPr rtlCol="0" anchor="ctr"/>
            <a:lstStyle/>
            <a:p>
              <a:endParaRPr lang="en-GB"/>
            </a:p>
          </p:txBody>
        </p:sp>
        <p:sp>
          <p:nvSpPr>
            <p:cNvPr id="34" name="Freeform: Shape 26">
              <a:extLst>
                <a:ext uri="{FF2B5EF4-FFF2-40B4-BE49-F238E27FC236}">
                  <a16:creationId xmlns:a16="http://schemas.microsoft.com/office/drawing/2014/main" id="{91558449-F5CB-533C-CF65-CA30D8E070A1}"/>
                </a:ext>
              </a:extLst>
            </p:cNvPr>
            <p:cNvSpPr/>
            <p:nvPr/>
          </p:nvSpPr>
          <p:spPr>
            <a:xfrm>
              <a:off x="1483264" y="3381507"/>
              <a:ext cx="162782" cy="158210"/>
            </a:xfrm>
            <a:custGeom>
              <a:avLst/>
              <a:gdLst>
                <a:gd name="connsiteX0" fmla="*/ 162782 w 162782"/>
                <a:gd name="connsiteY0" fmla="*/ 81915 h 158210"/>
                <a:gd name="connsiteX1" fmla="*/ 153924 w 162782"/>
                <a:gd name="connsiteY1" fmla="*/ 120968 h 158210"/>
                <a:gd name="connsiteX2" fmla="*/ 133064 w 162782"/>
                <a:gd name="connsiteY2" fmla="*/ 144875 h 158210"/>
                <a:gd name="connsiteX3" fmla="*/ 85439 w 162782"/>
                <a:gd name="connsiteY3" fmla="*/ 158210 h 158210"/>
                <a:gd name="connsiteX4" fmla="*/ 0 w 162782"/>
                <a:gd name="connsiteY4" fmla="*/ 158210 h 158210"/>
                <a:gd name="connsiteX5" fmla="*/ 0 w 162782"/>
                <a:gd name="connsiteY5" fmla="*/ 0 h 158210"/>
                <a:gd name="connsiteX6" fmla="*/ 65723 w 162782"/>
                <a:gd name="connsiteY6" fmla="*/ 0 h 158210"/>
                <a:gd name="connsiteX7" fmla="*/ 91154 w 162782"/>
                <a:gd name="connsiteY7" fmla="*/ 1524 h 158210"/>
                <a:gd name="connsiteX8" fmla="*/ 110204 w 162782"/>
                <a:gd name="connsiteY8" fmla="*/ 5906 h 158210"/>
                <a:gd name="connsiteX9" fmla="*/ 124587 w 162782"/>
                <a:gd name="connsiteY9" fmla="*/ 12192 h 158210"/>
                <a:gd name="connsiteX10" fmla="*/ 135160 w 162782"/>
                <a:gd name="connsiteY10" fmla="*/ 19717 h 158210"/>
                <a:gd name="connsiteX11" fmla="*/ 149352 w 162782"/>
                <a:gd name="connsiteY11" fmla="*/ 35338 h 158210"/>
                <a:gd name="connsiteX12" fmla="*/ 159067 w 162782"/>
                <a:gd name="connsiteY12" fmla="*/ 56293 h 158210"/>
                <a:gd name="connsiteX13" fmla="*/ 162687 w 162782"/>
                <a:gd name="connsiteY13" fmla="*/ 82105 h 158210"/>
                <a:gd name="connsiteX14" fmla="*/ 114205 w 162782"/>
                <a:gd name="connsiteY14" fmla="*/ 80010 h 158210"/>
                <a:gd name="connsiteX15" fmla="*/ 106871 w 162782"/>
                <a:gd name="connsiteY15" fmla="*/ 49911 h 158210"/>
                <a:gd name="connsiteX16" fmla="*/ 89154 w 162782"/>
                <a:gd name="connsiteY16" fmla="*/ 35433 h 158210"/>
                <a:gd name="connsiteX17" fmla="*/ 68104 w 162782"/>
                <a:gd name="connsiteY17" fmla="*/ 31718 h 158210"/>
                <a:gd name="connsiteX18" fmla="*/ 47816 w 162782"/>
                <a:gd name="connsiteY18" fmla="*/ 31718 h 158210"/>
                <a:gd name="connsiteX19" fmla="*/ 47816 w 162782"/>
                <a:gd name="connsiteY19" fmla="*/ 125444 h 158210"/>
                <a:gd name="connsiteX20" fmla="*/ 68104 w 162782"/>
                <a:gd name="connsiteY20" fmla="*/ 125444 h 158210"/>
                <a:gd name="connsiteX21" fmla="*/ 100584 w 162782"/>
                <a:gd name="connsiteY21" fmla="*/ 116586 h 158210"/>
                <a:gd name="connsiteX22" fmla="*/ 114300 w 162782"/>
                <a:gd name="connsiteY22" fmla="*/ 79915 h 15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2782" h="158210">
                  <a:moveTo>
                    <a:pt x="162782" y="81915"/>
                  </a:moveTo>
                  <a:cubicBezTo>
                    <a:pt x="162782" y="98107"/>
                    <a:pt x="159829" y="111157"/>
                    <a:pt x="153924" y="120968"/>
                  </a:cubicBezTo>
                  <a:cubicBezTo>
                    <a:pt x="148019" y="130778"/>
                    <a:pt x="141065" y="138779"/>
                    <a:pt x="133064" y="144875"/>
                  </a:cubicBezTo>
                  <a:cubicBezTo>
                    <a:pt x="121634" y="153829"/>
                    <a:pt x="105823" y="158210"/>
                    <a:pt x="85439" y="158210"/>
                  </a:cubicBezTo>
                  <a:lnTo>
                    <a:pt x="0" y="158210"/>
                  </a:lnTo>
                  <a:lnTo>
                    <a:pt x="0" y="0"/>
                  </a:lnTo>
                  <a:lnTo>
                    <a:pt x="65723" y="0"/>
                  </a:lnTo>
                  <a:cubicBezTo>
                    <a:pt x="75629" y="0"/>
                    <a:pt x="84106" y="476"/>
                    <a:pt x="91154" y="1524"/>
                  </a:cubicBezTo>
                  <a:cubicBezTo>
                    <a:pt x="98203" y="2572"/>
                    <a:pt x="104489" y="4001"/>
                    <a:pt x="110204" y="5906"/>
                  </a:cubicBezTo>
                  <a:cubicBezTo>
                    <a:pt x="115824" y="7715"/>
                    <a:pt x="120587" y="9906"/>
                    <a:pt x="124587" y="12192"/>
                  </a:cubicBezTo>
                  <a:cubicBezTo>
                    <a:pt x="128492" y="14478"/>
                    <a:pt x="132112" y="17050"/>
                    <a:pt x="135160" y="19717"/>
                  </a:cubicBezTo>
                  <a:cubicBezTo>
                    <a:pt x="140589" y="24194"/>
                    <a:pt x="145352" y="29337"/>
                    <a:pt x="149352" y="35338"/>
                  </a:cubicBezTo>
                  <a:cubicBezTo>
                    <a:pt x="153448" y="41339"/>
                    <a:pt x="156686" y="48292"/>
                    <a:pt x="159067" y="56293"/>
                  </a:cubicBezTo>
                  <a:cubicBezTo>
                    <a:pt x="161449" y="64199"/>
                    <a:pt x="162687" y="72771"/>
                    <a:pt x="162687" y="82105"/>
                  </a:cubicBezTo>
                  <a:moveTo>
                    <a:pt x="114205" y="80010"/>
                  </a:moveTo>
                  <a:cubicBezTo>
                    <a:pt x="114205" y="67151"/>
                    <a:pt x="111728" y="57150"/>
                    <a:pt x="106871" y="49911"/>
                  </a:cubicBezTo>
                  <a:cubicBezTo>
                    <a:pt x="101917" y="42672"/>
                    <a:pt x="96012" y="37909"/>
                    <a:pt x="89154" y="35433"/>
                  </a:cubicBezTo>
                  <a:cubicBezTo>
                    <a:pt x="82201" y="32957"/>
                    <a:pt x="75248" y="31718"/>
                    <a:pt x="68104" y="31718"/>
                  </a:cubicBezTo>
                  <a:lnTo>
                    <a:pt x="47816" y="31718"/>
                  </a:lnTo>
                  <a:lnTo>
                    <a:pt x="47816" y="125444"/>
                  </a:lnTo>
                  <a:lnTo>
                    <a:pt x="68104" y="125444"/>
                  </a:lnTo>
                  <a:cubicBezTo>
                    <a:pt x="80581" y="125444"/>
                    <a:pt x="91440" y="122492"/>
                    <a:pt x="100584" y="116586"/>
                  </a:cubicBezTo>
                  <a:cubicBezTo>
                    <a:pt x="109633" y="110680"/>
                    <a:pt x="114300" y="98393"/>
                    <a:pt x="114300" y="79915"/>
                  </a:cubicBezTo>
                </a:path>
              </a:pathLst>
            </a:custGeom>
            <a:grpFill/>
            <a:ln w="9525" cap="flat">
              <a:noFill/>
              <a:prstDash val="solid"/>
              <a:miter/>
            </a:ln>
          </p:spPr>
          <p:txBody>
            <a:bodyPr rtlCol="0" anchor="ctr"/>
            <a:lstStyle/>
            <a:p>
              <a:endParaRPr lang="en-GB"/>
            </a:p>
          </p:txBody>
        </p:sp>
        <p:sp>
          <p:nvSpPr>
            <p:cNvPr id="35" name="Freeform: Shape 27">
              <a:extLst>
                <a:ext uri="{FF2B5EF4-FFF2-40B4-BE49-F238E27FC236}">
                  <a16:creationId xmlns:a16="http://schemas.microsoft.com/office/drawing/2014/main" id="{6CA92632-66E8-EDF6-D5AD-4F8622279C3E}"/>
                </a:ext>
              </a:extLst>
            </p:cNvPr>
            <p:cNvSpPr/>
            <p:nvPr/>
          </p:nvSpPr>
          <p:spPr>
            <a:xfrm>
              <a:off x="1698910" y="3381507"/>
              <a:ext cx="167163" cy="158210"/>
            </a:xfrm>
            <a:custGeom>
              <a:avLst/>
              <a:gdLst>
                <a:gd name="connsiteX0" fmla="*/ 167164 w 167163"/>
                <a:gd name="connsiteY0" fmla="*/ 158210 h 158210"/>
                <a:gd name="connsiteX1" fmla="*/ 119539 w 167163"/>
                <a:gd name="connsiteY1" fmla="*/ 158210 h 158210"/>
                <a:gd name="connsiteX2" fmla="*/ 119539 w 167163"/>
                <a:gd name="connsiteY2" fmla="*/ 96488 h 158210"/>
                <a:gd name="connsiteX3" fmla="*/ 47720 w 167163"/>
                <a:gd name="connsiteY3" fmla="*/ 96488 h 158210"/>
                <a:gd name="connsiteX4" fmla="*/ 47720 w 167163"/>
                <a:gd name="connsiteY4" fmla="*/ 158210 h 158210"/>
                <a:gd name="connsiteX5" fmla="*/ 0 w 167163"/>
                <a:gd name="connsiteY5" fmla="*/ 158210 h 158210"/>
                <a:gd name="connsiteX6" fmla="*/ 0 w 167163"/>
                <a:gd name="connsiteY6" fmla="*/ 0 h 158210"/>
                <a:gd name="connsiteX7" fmla="*/ 47720 w 167163"/>
                <a:gd name="connsiteY7" fmla="*/ 0 h 158210"/>
                <a:gd name="connsiteX8" fmla="*/ 47720 w 167163"/>
                <a:gd name="connsiteY8" fmla="*/ 58103 h 158210"/>
                <a:gd name="connsiteX9" fmla="*/ 119539 w 167163"/>
                <a:gd name="connsiteY9" fmla="*/ 58103 h 158210"/>
                <a:gd name="connsiteX10" fmla="*/ 119539 w 167163"/>
                <a:gd name="connsiteY10" fmla="*/ 0 h 158210"/>
                <a:gd name="connsiteX11" fmla="*/ 167164 w 167163"/>
                <a:gd name="connsiteY11" fmla="*/ 0 h 158210"/>
                <a:gd name="connsiteX12" fmla="*/ 167164 w 167163"/>
                <a:gd name="connsiteY12" fmla="*/ 158210 h 15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163" h="158210">
                  <a:moveTo>
                    <a:pt x="167164" y="158210"/>
                  </a:moveTo>
                  <a:lnTo>
                    <a:pt x="119539" y="158210"/>
                  </a:lnTo>
                  <a:lnTo>
                    <a:pt x="119539" y="96488"/>
                  </a:lnTo>
                  <a:lnTo>
                    <a:pt x="47720" y="96488"/>
                  </a:lnTo>
                  <a:lnTo>
                    <a:pt x="47720" y="158210"/>
                  </a:lnTo>
                  <a:lnTo>
                    <a:pt x="0" y="158210"/>
                  </a:lnTo>
                  <a:lnTo>
                    <a:pt x="0" y="0"/>
                  </a:lnTo>
                  <a:lnTo>
                    <a:pt x="47720" y="0"/>
                  </a:lnTo>
                  <a:lnTo>
                    <a:pt x="47720" y="58103"/>
                  </a:lnTo>
                  <a:lnTo>
                    <a:pt x="119539" y="58103"/>
                  </a:lnTo>
                  <a:lnTo>
                    <a:pt x="119539" y="0"/>
                  </a:lnTo>
                  <a:lnTo>
                    <a:pt x="167164" y="0"/>
                  </a:lnTo>
                  <a:lnTo>
                    <a:pt x="167164" y="158210"/>
                  </a:lnTo>
                  <a:close/>
                </a:path>
              </a:pathLst>
            </a:custGeom>
            <a:grpFill/>
            <a:ln w="9525" cap="flat">
              <a:noFill/>
              <a:prstDash val="solid"/>
              <a:miter/>
            </a:ln>
          </p:spPr>
          <p:txBody>
            <a:bodyPr rtlCol="0" anchor="ctr"/>
            <a:lstStyle/>
            <a:p>
              <a:endParaRPr lang="en-GB"/>
            </a:p>
          </p:txBody>
        </p:sp>
        <p:sp>
          <p:nvSpPr>
            <p:cNvPr id="36" name="Freeform: Shape 28">
              <a:extLst>
                <a:ext uri="{FF2B5EF4-FFF2-40B4-BE49-F238E27FC236}">
                  <a16:creationId xmlns:a16="http://schemas.microsoft.com/office/drawing/2014/main" id="{A17F9F1F-C904-9A5F-E960-31EB44FDB7E2}"/>
                </a:ext>
              </a:extLst>
            </p:cNvPr>
            <p:cNvSpPr/>
            <p:nvPr/>
          </p:nvSpPr>
          <p:spPr>
            <a:xfrm>
              <a:off x="1913984" y="3381507"/>
              <a:ext cx="274510" cy="160305"/>
            </a:xfrm>
            <a:custGeom>
              <a:avLst/>
              <a:gdLst>
                <a:gd name="connsiteX0" fmla="*/ 274511 w 274510"/>
                <a:gd name="connsiteY0" fmla="*/ 0 h 160305"/>
                <a:gd name="connsiteX1" fmla="*/ 205931 w 274510"/>
                <a:gd name="connsiteY1" fmla="*/ 160306 h 160305"/>
                <a:gd name="connsiteX2" fmla="*/ 178308 w 274510"/>
                <a:gd name="connsiteY2" fmla="*/ 160306 h 160305"/>
                <a:gd name="connsiteX3" fmla="*/ 137160 w 274510"/>
                <a:gd name="connsiteY3" fmla="*/ 66961 h 160305"/>
                <a:gd name="connsiteX4" fmla="*/ 95059 w 274510"/>
                <a:gd name="connsiteY4" fmla="*/ 160306 h 160305"/>
                <a:gd name="connsiteX5" fmla="*/ 67246 w 274510"/>
                <a:gd name="connsiteY5" fmla="*/ 160306 h 160305"/>
                <a:gd name="connsiteX6" fmla="*/ 0 w 274510"/>
                <a:gd name="connsiteY6" fmla="*/ 0 h 160305"/>
                <a:gd name="connsiteX7" fmla="*/ 49530 w 274510"/>
                <a:gd name="connsiteY7" fmla="*/ 0 h 160305"/>
                <a:gd name="connsiteX8" fmla="*/ 82391 w 274510"/>
                <a:gd name="connsiteY8" fmla="*/ 87725 h 160305"/>
                <a:gd name="connsiteX9" fmla="*/ 120110 w 274510"/>
                <a:gd name="connsiteY9" fmla="*/ 0 h 160305"/>
                <a:gd name="connsiteX10" fmla="*/ 154210 w 274510"/>
                <a:gd name="connsiteY10" fmla="*/ 0 h 160305"/>
                <a:gd name="connsiteX11" fmla="*/ 191262 w 274510"/>
                <a:gd name="connsiteY11" fmla="*/ 87725 h 160305"/>
                <a:gd name="connsiteX12" fmla="*/ 225647 w 274510"/>
                <a:gd name="connsiteY12" fmla="*/ 0 h 160305"/>
                <a:gd name="connsiteX13" fmla="*/ 274511 w 274510"/>
                <a:gd name="connsiteY13" fmla="*/ 0 h 160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4510" h="160305">
                  <a:moveTo>
                    <a:pt x="274511" y="0"/>
                  </a:moveTo>
                  <a:lnTo>
                    <a:pt x="205931" y="160306"/>
                  </a:lnTo>
                  <a:lnTo>
                    <a:pt x="178308" y="160306"/>
                  </a:lnTo>
                  <a:lnTo>
                    <a:pt x="137160" y="66961"/>
                  </a:lnTo>
                  <a:lnTo>
                    <a:pt x="95059" y="160306"/>
                  </a:lnTo>
                  <a:lnTo>
                    <a:pt x="67246" y="160306"/>
                  </a:lnTo>
                  <a:lnTo>
                    <a:pt x="0" y="0"/>
                  </a:lnTo>
                  <a:lnTo>
                    <a:pt x="49530" y="0"/>
                  </a:lnTo>
                  <a:lnTo>
                    <a:pt x="82391" y="87725"/>
                  </a:lnTo>
                  <a:lnTo>
                    <a:pt x="120110" y="0"/>
                  </a:lnTo>
                  <a:lnTo>
                    <a:pt x="154210" y="0"/>
                  </a:lnTo>
                  <a:lnTo>
                    <a:pt x="191262" y="87725"/>
                  </a:lnTo>
                  <a:lnTo>
                    <a:pt x="225647" y="0"/>
                  </a:lnTo>
                  <a:lnTo>
                    <a:pt x="274511" y="0"/>
                  </a:lnTo>
                  <a:close/>
                </a:path>
              </a:pathLst>
            </a:custGeom>
            <a:grpFill/>
            <a:ln w="9525" cap="flat">
              <a:noFill/>
              <a:prstDash val="solid"/>
              <a:miter/>
            </a:ln>
          </p:spPr>
          <p:txBody>
            <a:bodyPr rtlCol="0" anchor="ctr"/>
            <a:lstStyle/>
            <a:p>
              <a:endParaRPr lang="en-GB"/>
            </a:p>
          </p:txBody>
        </p:sp>
        <p:sp>
          <p:nvSpPr>
            <p:cNvPr id="37" name="Freeform: Shape 29">
              <a:extLst>
                <a:ext uri="{FF2B5EF4-FFF2-40B4-BE49-F238E27FC236}">
                  <a16:creationId xmlns:a16="http://schemas.microsoft.com/office/drawing/2014/main" id="{65CB7476-7537-66C9-EFBD-6CC69D6BED59}"/>
                </a:ext>
              </a:extLst>
            </p:cNvPr>
            <p:cNvSpPr/>
            <p:nvPr/>
          </p:nvSpPr>
          <p:spPr>
            <a:xfrm>
              <a:off x="2184970" y="3381412"/>
              <a:ext cx="192595" cy="158305"/>
            </a:xfrm>
            <a:custGeom>
              <a:avLst/>
              <a:gdLst>
                <a:gd name="connsiteX0" fmla="*/ 192500 w 192595"/>
                <a:gd name="connsiteY0" fmla="*/ 158306 h 158305"/>
                <a:gd name="connsiteX1" fmla="*/ 143637 w 192595"/>
                <a:gd name="connsiteY1" fmla="*/ 158306 h 158305"/>
                <a:gd name="connsiteX2" fmla="*/ 130683 w 192595"/>
                <a:gd name="connsiteY2" fmla="*/ 126206 h 158305"/>
                <a:gd name="connsiteX3" fmla="*/ 62008 w 192595"/>
                <a:gd name="connsiteY3" fmla="*/ 126206 h 158305"/>
                <a:gd name="connsiteX4" fmla="*/ 48863 w 192595"/>
                <a:gd name="connsiteY4" fmla="*/ 158306 h 158305"/>
                <a:gd name="connsiteX5" fmla="*/ 0 w 192595"/>
                <a:gd name="connsiteY5" fmla="*/ 158306 h 158305"/>
                <a:gd name="connsiteX6" fmla="*/ 70009 w 192595"/>
                <a:gd name="connsiteY6" fmla="*/ 0 h 158305"/>
                <a:gd name="connsiteX7" fmla="*/ 122777 w 192595"/>
                <a:gd name="connsiteY7" fmla="*/ 0 h 158305"/>
                <a:gd name="connsiteX8" fmla="*/ 192596 w 192595"/>
                <a:gd name="connsiteY8" fmla="*/ 158306 h 158305"/>
                <a:gd name="connsiteX9" fmla="*/ 119729 w 192595"/>
                <a:gd name="connsiteY9" fmla="*/ 98679 h 158305"/>
                <a:gd name="connsiteX10" fmla="*/ 96583 w 192595"/>
                <a:gd name="connsiteY10" fmla="*/ 40862 h 158305"/>
                <a:gd name="connsiteX11" fmla="*/ 73152 w 192595"/>
                <a:gd name="connsiteY11" fmla="*/ 98679 h 158305"/>
                <a:gd name="connsiteX12" fmla="*/ 119729 w 192595"/>
                <a:gd name="connsiteY12" fmla="*/ 98679 h 158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2595" h="158305">
                  <a:moveTo>
                    <a:pt x="192500" y="158306"/>
                  </a:moveTo>
                  <a:lnTo>
                    <a:pt x="143637" y="158306"/>
                  </a:lnTo>
                  <a:lnTo>
                    <a:pt x="130683" y="126206"/>
                  </a:lnTo>
                  <a:lnTo>
                    <a:pt x="62008" y="126206"/>
                  </a:lnTo>
                  <a:lnTo>
                    <a:pt x="48863" y="158306"/>
                  </a:lnTo>
                  <a:lnTo>
                    <a:pt x="0" y="158306"/>
                  </a:lnTo>
                  <a:lnTo>
                    <a:pt x="70009" y="0"/>
                  </a:lnTo>
                  <a:lnTo>
                    <a:pt x="122777" y="0"/>
                  </a:lnTo>
                  <a:lnTo>
                    <a:pt x="192596" y="158306"/>
                  </a:lnTo>
                  <a:close/>
                  <a:moveTo>
                    <a:pt x="119729" y="98679"/>
                  </a:moveTo>
                  <a:lnTo>
                    <a:pt x="96583" y="40862"/>
                  </a:lnTo>
                  <a:lnTo>
                    <a:pt x="73152" y="98679"/>
                  </a:lnTo>
                  <a:lnTo>
                    <a:pt x="119729" y="98679"/>
                  </a:lnTo>
                  <a:close/>
                </a:path>
              </a:pathLst>
            </a:custGeom>
            <a:grpFill/>
            <a:ln w="9525" cap="flat">
              <a:noFill/>
              <a:prstDash val="solid"/>
              <a:miter/>
            </a:ln>
          </p:spPr>
          <p:txBody>
            <a:bodyPr rtlCol="0" anchor="ctr"/>
            <a:lstStyle/>
            <a:p>
              <a:endParaRPr lang="en-GB"/>
            </a:p>
          </p:txBody>
        </p:sp>
        <p:sp>
          <p:nvSpPr>
            <p:cNvPr id="38" name="Freeform: Shape 30">
              <a:extLst>
                <a:ext uri="{FF2B5EF4-FFF2-40B4-BE49-F238E27FC236}">
                  <a16:creationId xmlns:a16="http://schemas.microsoft.com/office/drawing/2014/main" id="{08506D09-A114-A134-9524-222ED3D0272B}"/>
                </a:ext>
              </a:extLst>
            </p:cNvPr>
            <p:cNvSpPr/>
            <p:nvPr/>
          </p:nvSpPr>
          <p:spPr>
            <a:xfrm>
              <a:off x="2427572" y="3381507"/>
              <a:ext cx="171926" cy="158210"/>
            </a:xfrm>
            <a:custGeom>
              <a:avLst/>
              <a:gdLst>
                <a:gd name="connsiteX0" fmla="*/ 171926 w 171926"/>
                <a:gd name="connsiteY0" fmla="*/ 158210 h 158210"/>
                <a:gd name="connsiteX1" fmla="*/ 129445 w 171926"/>
                <a:gd name="connsiteY1" fmla="*/ 158210 h 158210"/>
                <a:gd name="connsiteX2" fmla="*/ 47339 w 171926"/>
                <a:gd name="connsiteY2" fmla="*/ 70104 h 158210"/>
                <a:gd name="connsiteX3" fmla="*/ 47339 w 171926"/>
                <a:gd name="connsiteY3" fmla="*/ 158210 h 158210"/>
                <a:gd name="connsiteX4" fmla="*/ 0 w 171926"/>
                <a:gd name="connsiteY4" fmla="*/ 158210 h 158210"/>
                <a:gd name="connsiteX5" fmla="*/ 0 w 171926"/>
                <a:gd name="connsiteY5" fmla="*/ 0 h 158210"/>
                <a:gd name="connsiteX6" fmla="*/ 42386 w 171926"/>
                <a:gd name="connsiteY6" fmla="*/ 0 h 158210"/>
                <a:gd name="connsiteX7" fmla="*/ 124301 w 171926"/>
                <a:gd name="connsiteY7" fmla="*/ 87630 h 158210"/>
                <a:gd name="connsiteX8" fmla="*/ 124301 w 171926"/>
                <a:gd name="connsiteY8" fmla="*/ 0 h 158210"/>
                <a:gd name="connsiteX9" fmla="*/ 171926 w 171926"/>
                <a:gd name="connsiteY9" fmla="*/ 0 h 158210"/>
                <a:gd name="connsiteX10" fmla="*/ 171926 w 171926"/>
                <a:gd name="connsiteY10" fmla="*/ 158210 h 15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1926" h="158210">
                  <a:moveTo>
                    <a:pt x="171926" y="158210"/>
                  </a:moveTo>
                  <a:lnTo>
                    <a:pt x="129445" y="158210"/>
                  </a:lnTo>
                  <a:lnTo>
                    <a:pt x="47339" y="70104"/>
                  </a:lnTo>
                  <a:lnTo>
                    <a:pt x="47339" y="158210"/>
                  </a:lnTo>
                  <a:lnTo>
                    <a:pt x="0" y="158210"/>
                  </a:lnTo>
                  <a:lnTo>
                    <a:pt x="0" y="0"/>
                  </a:lnTo>
                  <a:lnTo>
                    <a:pt x="42386" y="0"/>
                  </a:lnTo>
                  <a:lnTo>
                    <a:pt x="124301" y="87630"/>
                  </a:lnTo>
                  <a:lnTo>
                    <a:pt x="124301" y="0"/>
                  </a:lnTo>
                  <a:lnTo>
                    <a:pt x="171926" y="0"/>
                  </a:lnTo>
                  <a:lnTo>
                    <a:pt x="171926" y="158210"/>
                  </a:lnTo>
                  <a:close/>
                </a:path>
              </a:pathLst>
            </a:custGeom>
            <a:grpFill/>
            <a:ln w="9525" cap="flat">
              <a:noFill/>
              <a:prstDash val="solid"/>
              <a:miter/>
            </a:ln>
          </p:spPr>
          <p:txBody>
            <a:bodyPr rtlCol="0" anchor="ctr"/>
            <a:lstStyle/>
            <a:p>
              <a:endParaRPr lang="en-GB"/>
            </a:p>
          </p:txBody>
        </p:sp>
        <p:sp>
          <p:nvSpPr>
            <p:cNvPr id="39" name="Freeform: Shape 31">
              <a:extLst>
                <a:ext uri="{FF2B5EF4-FFF2-40B4-BE49-F238E27FC236}">
                  <a16:creationId xmlns:a16="http://schemas.microsoft.com/office/drawing/2014/main" id="{DD84B964-D3D3-AF13-F1F6-A0D8C3E2E97A}"/>
                </a:ext>
              </a:extLst>
            </p:cNvPr>
            <p:cNvSpPr/>
            <p:nvPr/>
          </p:nvSpPr>
          <p:spPr>
            <a:xfrm>
              <a:off x="2662840" y="3381508"/>
              <a:ext cx="47720" cy="158210"/>
            </a:xfrm>
            <a:custGeom>
              <a:avLst/>
              <a:gdLst>
                <a:gd name="connsiteX0" fmla="*/ 0 w 47720"/>
                <a:gd name="connsiteY0" fmla="*/ 0 h 158210"/>
                <a:gd name="connsiteX1" fmla="*/ 47720 w 47720"/>
                <a:gd name="connsiteY1" fmla="*/ 0 h 158210"/>
                <a:gd name="connsiteX2" fmla="*/ 47720 w 47720"/>
                <a:gd name="connsiteY2" fmla="*/ 158210 h 158210"/>
                <a:gd name="connsiteX3" fmla="*/ 0 w 47720"/>
                <a:gd name="connsiteY3" fmla="*/ 158210 h 158210"/>
              </a:gdLst>
              <a:ahLst/>
              <a:cxnLst>
                <a:cxn ang="0">
                  <a:pos x="connsiteX0" y="connsiteY0"/>
                </a:cxn>
                <a:cxn ang="0">
                  <a:pos x="connsiteX1" y="connsiteY1"/>
                </a:cxn>
                <a:cxn ang="0">
                  <a:pos x="connsiteX2" y="connsiteY2"/>
                </a:cxn>
                <a:cxn ang="0">
                  <a:pos x="connsiteX3" y="connsiteY3"/>
                </a:cxn>
              </a:cxnLst>
              <a:rect l="l" t="t" r="r" b="b"/>
              <a:pathLst>
                <a:path w="47720" h="158210">
                  <a:moveTo>
                    <a:pt x="0" y="0"/>
                  </a:moveTo>
                  <a:lnTo>
                    <a:pt x="47720" y="0"/>
                  </a:lnTo>
                  <a:lnTo>
                    <a:pt x="47720" y="158210"/>
                  </a:lnTo>
                  <a:lnTo>
                    <a:pt x="0" y="158210"/>
                  </a:lnTo>
                  <a:close/>
                </a:path>
              </a:pathLst>
            </a:custGeom>
            <a:grpFill/>
            <a:ln w="9525" cap="flat">
              <a:noFill/>
              <a:prstDash val="solid"/>
              <a:miter/>
            </a:ln>
          </p:spPr>
          <p:txBody>
            <a:bodyPr rtlCol="0" anchor="ctr"/>
            <a:lstStyle/>
            <a:p>
              <a:endParaRPr lang="en-GB"/>
            </a:p>
          </p:txBody>
        </p:sp>
        <p:sp>
          <p:nvSpPr>
            <p:cNvPr id="40" name="Freeform: Shape 32">
              <a:extLst>
                <a:ext uri="{FF2B5EF4-FFF2-40B4-BE49-F238E27FC236}">
                  <a16:creationId xmlns:a16="http://schemas.microsoft.com/office/drawing/2014/main" id="{D001200B-EC98-156E-E7EA-5962B546879C}"/>
                </a:ext>
              </a:extLst>
            </p:cNvPr>
            <p:cNvSpPr/>
            <p:nvPr/>
          </p:nvSpPr>
          <p:spPr>
            <a:xfrm>
              <a:off x="1237900" y="3614298"/>
              <a:ext cx="54864" cy="103155"/>
            </a:xfrm>
            <a:custGeom>
              <a:avLst/>
              <a:gdLst>
                <a:gd name="connsiteX0" fmla="*/ 0 w 54864"/>
                <a:gd name="connsiteY0" fmla="*/ 103156 h 103155"/>
                <a:gd name="connsiteX1" fmla="*/ 0 w 54864"/>
                <a:gd name="connsiteY1" fmla="*/ 0 h 103155"/>
                <a:gd name="connsiteX2" fmla="*/ 54864 w 54864"/>
                <a:gd name="connsiteY2" fmla="*/ 0 h 103155"/>
                <a:gd name="connsiteX3" fmla="*/ 54864 w 54864"/>
                <a:gd name="connsiteY3" fmla="*/ 12954 h 103155"/>
                <a:gd name="connsiteX4" fmla="*/ 14764 w 54864"/>
                <a:gd name="connsiteY4" fmla="*/ 12954 h 103155"/>
                <a:gd name="connsiteX5" fmla="*/ 14764 w 54864"/>
                <a:gd name="connsiteY5" fmla="*/ 43148 h 103155"/>
                <a:gd name="connsiteX6" fmla="*/ 53054 w 54864"/>
                <a:gd name="connsiteY6" fmla="*/ 43148 h 103155"/>
                <a:gd name="connsiteX7" fmla="*/ 53054 w 54864"/>
                <a:gd name="connsiteY7" fmla="*/ 56198 h 103155"/>
                <a:gd name="connsiteX8" fmla="*/ 14764 w 54864"/>
                <a:gd name="connsiteY8" fmla="*/ 56198 h 103155"/>
                <a:gd name="connsiteX9" fmla="*/ 14764 w 54864"/>
                <a:gd name="connsiteY9" fmla="*/ 103156 h 103155"/>
                <a:gd name="connsiteX10" fmla="*/ 0 w 54864"/>
                <a:gd name="connsiteY10"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864" h="103155">
                  <a:moveTo>
                    <a:pt x="0" y="103156"/>
                  </a:moveTo>
                  <a:lnTo>
                    <a:pt x="0" y="0"/>
                  </a:lnTo>
                  <a:lnTo>
                    <a:pt x="54864" y="0"/>
                  </a:lnTo>
                  <a:lnTo>
                    <a:pt x="54864" y="12954"/>
                  </a:lnTo>
                  <a:lnTo>
                    <a:pt x="14764" y="12954"/>
                  </a:lnTo>
                  <a:lnTo>
                    <a:pt x="14764" y="43148"/>
                  </a:lnTo>
                  <a:lnTo>
                    <a:pt x="53054" y="43148"/>
                  </a:lnTo>
                  <a:lnTo>
                    <a:pt x="53054" y="56198"/>
                  </a:lnTo>
                  <a:lnTo>
                    <a:pt x="14764" y="56198"/>
                  </a:lnTo>
                  <a:lnTo>
                    <a:pt x="14764" y="103156"/>
                  </a:lnTo>
                  <a:lnTo>
                    <a:pt x="0" y="103156"/>
                  </a:lnTo>
                  <a:close/>
                </a:path>
              </a:pathLst>
            </a:custGeom>
            <a:grpFill/>
            <a:ln w="9525" cap="flat">
              <a:noFill/>
              <a:prstDash val="solid"/>
              <a:miter/>
            </a:ln>
          </p:spPr>
          <p:txBody>
            <a:bodyPr rtlCol="0" anchor="ctr"/>
            <a:lstStyle/>
            <a:p>
              <a:endParaRPr lang="en-GB"/>
            </a:p>
          </p:txBody>
        </p:sp>
        <p:sp>
          <p:nvSpPr>
            <p:cNvPr id="41" name="Freeform: Shape 33">
              <a:extLst>
                <a:ext uri="{FF2B5EF4-FFF2-40B4-BE49-F238E27FC236}">
                  <a16:creationId xmlns:a16="http://schemas.microsoft.com/office/drawing/2014/main" id="{6AFE5557-3CFB-A97A-1944-79097E28F883}"/>
                </a:ext>
              </a:extLst>
            </p:cNvPr>
            <p:cNvSpPr/>
            <p:nvPr/>
          </p:nvSpPr>
          <p:spPr>
            <a:xfrm>
              <a:off x="1336865" y="3612489"/>
              <a:ext cx="99440" cy="106775"/>
            </a:xfrm>
            <a:custGeom>
              <a:avLst/>
              <a:gdLst>
                <a:gd name="connsiteX0" fmla="*/ 95 w 99440"/>
                <a:gd name="connsiteY0" fmla="*/ 53340 h 106775"/>
                <a:gd name="connsiteX1" fmla="*/ 13240 w 99440"/>
                <a:gd name="connsiteY1" fmla="*/ 15240 h 106775"/>
                <a:gd name="connsiteX2" fmla="*/ 49721 w 99440"/>
                <a:gd name="connsiteY2" fmla="*/ 0 h 106775"/>
                <a:gd name="connsiteX3" fmla="*/ 86392 w 99440"/>
                <a:gd name="connsiteY3" fmla="*/ 15240 h 106775"/>
                <a:gd name="connsiteX4" fmla="*/ 99441 w 99440"/>
                <a:gd name="connsiteY4" fmla="*/ 53340 h 106775"/>
                <a:gd name="connsiteX5" fmla="*/ 86392 w 99440"/>
                <a:gd name="connsiteY5" fmla="*/ 91821 h 106775"/>
                <a:gd name="connsiteX6" fmla="*/ 49721 w 99440"/>
                <a:gd name="connsiteY6" fmla="*/ 106775 h 106775"/>
                <a:gd name="connsiteX7" fmla="*/ 13049 w 99440"/>
                <a:gd name="connsiteY7" fmla="*/ 91821 h 106775"/>
                <a:gd name="connsiteX8" fmla="*/ 0 w 99440"/>
                <a:gd name="connsiteY8" fmla="*/ 53340 h 106775"/>
                <a:gd name="connsiteX9" fmla="*/ 15716 w 99440"/>
                <a:gd name="connsiteY9" fmla="*/ 53340 h 106775"/>
                <a:gd name="connsiteX10" fmla="*/ 23813 w 99440"/>
                <a:gd name="connsiteY10" fmla="*/ 81248 h 106775"/>
                <a:gd name="connsiteX11" fmla="*/ 49721 w 99440"/>
                <a:gd name="connsiteY11" fmla="*/ 93631 h 106775"/>
                <a:gd name="connsiteX12" fmla="*/ 75628 w 99440"/>
                <a:gd name="connsiteY12" fmla="*/ 81248 h 106775"/>
                <a:gd name="connsiteX13" fmla="*/ 83725 w 99440"/>
                <a:gd name="connsiteY13" fmla="*/ 53340 h 106775"/>
                <a:gd name="connsiteX14" fmla="*/ 75343 w 99440"/>
                <a:gd name="connsiteY14" fmla="*/ 25241 h 106775"/>
                <a:gd name="connsiteX15" fmla="*/ 49721 w 99440"/>
                <a:gd name="connsiteY15" fmla="*/ 12954 h 106775"/>
                <a:gd name="connsiteX16" fmla="*/ 24194 w 99440"/>
                <a:gd name="connsiteY16" fmla="*/ 25241 h 106775"/>
                <a:gd name="connsiteX17" fmla="*/ 15811 w 99440"/>
                <a:gd name="connsiteY17" fmla="*/ 53340 h 10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440" h="106775">
                  <a:moveTo>
                    <a:pt x="95" y="53340"/>
                  </a:moveTo>
                  <a:cubicBezTo>
                    <a:pt x="95" y="37719"/>
                    <a:pt x="4477" y="24955"/>
                    <a:pt x="13240" y="15240"/>
                  </a:cubicBezTo>
                  <a:cubicBezTo>
                    <a:pt x="22193" y="5048"/>
                    <a:pt x="34385" y="0"/>
                    <a:pt x="49721" y="0"/>
                  </a:cubicBezTo>
                  <a:cubicBezTo>
                    <a:pt x="65056" y="0"/>
                    <a:pt x="77343" y="5048"/>
                    <a:pt x="86392" y="15240"/>
                  </a:cubicBezTo>
                  <a:cubicBezTo>
                    <a:pt x="95059" y="24955"/>
                    <a:pt x="99441" y="37719"/>
                    <a:pt x="99441" y="53340"/>
                  </a:cubicBezTo>
                  <a:cubicBezTo>
                    <a:pt x="99441" y="68961"/>
                    <a:pt x="95059" y="82105"/>
                    <a:pt x="86392" y="91821"/>
                  </a:cubicBezTo>
                  <a:cubicBezTo>
                    <a:pt x="77438" y="101822"/>
                    <a:pt x="65151" y="106775"/>
                    <a:pt x="49721" y="106775"/>
                  </a:cubicBezTo>
                  <a:cubicBezTo>
                    <a:pt x="34290" y="106775"/>
                    <a:pt x="22003" y="101822"/>
                    <a:pt x="13049" y="91821"/>
                  </a:cubicBezTo>
                  <a:cubicBezTo>
                    <a:pt x="4381" y="82201"/>
                    <a:pt x="0" y="69342"/>
                    <a:pt x="0" y="53340"/>
                  </a:cubicBezTo>
                  <a:moveTo>
                    <a:pt x="15716" y="53340"/>
                  </a:moveTo>
                  <a:cubicBezTo>
                    <a:pt x="15716" y="64579"/>
                    <a:pt x="18383" y="73914"/>
                    <a:pt x="23813" y="81248"/>
                  </a:cubicBezTo>
                  <a:cubicBezTo>
                    <a:pt x="29908" y="89535"/>
                    <a:pt x="38576" y="93631"/>
                    <a:pt x="49721" y="93631"/>
                  </a:cubicBezTo>
                  <a:cubicBezTo>
                    <a:pt x="60865" y="93631"/>
                    <a:pt x="69532" y="89535"/>
                    <a:pt x="75628" y="81248"/>
                  </a:cubicBezTo>
                  <a:cubicBezTo>
                    <a:pt x="81058" y="73819"/>
                    <a:pt x="83725" y="64579"/>
                    <a:pt x="83725" y="53340"/>
                  </a:cubicBezTo>
                  <a:cubicBezTo>
                    <a:pt x="83725" y="42100"/>
                    <a:pt x="80963" y="32766"/>
                    <a:pt x="75343" y="25241"/>
                  </a:cubicBezTo>
                  <a:cubicBezTo>
                    <a:pt x="69151" y="17050"/>
                    <a:pt x="60579" y="12954"/>
                    <a:pt x="49721" y="12954"/>
                  </a:cubicBezTo>
                  <a:cubicBezTo>
                    <a:pt x="38862" y="12954"/>
                    <a:pt x="30385" y="17050"/>
                    <a:pt x="24194" y="25241"/>
                  </a:cubicBezTo>
                  <a:cubicBezTo>
                    <a:pt x="18574" y="32766"/>
                    <a:pt x="15811" y="42100"/>
                    <a:pt x="15811" y="53340"/>
                  </a:cubicBezTo>
                </a:path>
              </a:pathLst>
            </a:custGeom>
            <a:grpFill/>
            <a:ln w="9525" cap="flat">
              <a:noFill/>
              <a:prstDash val="solid"/>
              <a:miter/>
            </a:ln>
          </p:spPr>
          <p:txBody>
            <a:bodyPr rtlCol="0" anchor="ctr"/>
            <a:lstStyle/>
            <a:p>
              <a:endParaRPr lang="en-GB"/>
            </a:p>
          </p:txBody>
        </p:sp>
        <p:sp>
          <p:nvSpPr>
            <p:cNvPr id="42" name="Freeform: Shape 34">
              <a:extLst>
                <a:ext uri="{FF2B5EF4-FFF2-40B4-BE49-F238E27FC236}">
                  <a16:creationId xmlns:a16="http://schemas.microsoft.com/office/drawing/2014/main" id="{DFED58AB-47EB-314C-68CF-C8E2CE30204E}"/>
                </a:ext>
              </a:extLst>
            </p:cNvPr>
            <p:cNvSpPr/>
            <p:nvPr/>
          </p:nvSpPr>
          <p:spPr>
            <a:xfrm>
              <a:off x="1487931" y="3614298"/>
              <a:ext cx="80009" cy="104965"/>
            </a:xfrm>
            <a:custGeom>
              <a:avLst/>
              <a:gdLst>
                <a:gd name="connsiteX0" fmla="*/ 80010 w 80009"/>
                <a:gd name="connsiteY0" fmla="*/ 0 h 104965"/>
                <a:gd name="connsiteX1" fmla="*/ 80010 w 80009"/>
                <a:gd name="connsiteY1" fmla="*/ 60484 h 104965"/>
                <a:gd name="connsiteX2" fmla="*/ 69628 w 80009"/>
                <a:gd name="connsiteY2" fmla="*/ 93536 h 104965"/>
                <a:gd name="connsiteX3" fmla="*/ 40005 w 80009"/>
                <a:gd name="connsiteY3" fmla="*/ 104966 h 104965"/>
                <a:gd name="connsiteX4" fmla="*/ 10382 w 80009"/>
                <a:gd name="connsiteY4" fmla="*/ 93536 h 104965"/>
                <a:gd name="connsiteX5" fmla="*/ 0 w 80009"/>
                <a:gd name="connsiteY5" fmla="*/ 60484 h 104965"/>
                <a:gd name="connsiteX6" fmla="*/ 0 w 80009"/>
                <a:gd name="connsiteY6" fmla="*/ 0 h 104965"/>
                <a:gd name="connsiteX7" fmla="*/ 14764 w 80009"/>
                <a:gd name="connsiteY7" fmla="*/ 0 h 104965"/>
                <a:gd name="connsiteX8" fmla="*/ 14764 w 80009"/>
                <a:gd name="connsiteY8" fmla="*/ 58579 h 104965"/>
                <a:gd name="connsiteX9" fmla="*/ 40005 w 80009"/>
                <a:gd name="connsiteY9" fmla="*/ 92012 h 104965"/>
                <a:gd name="connsiteX10" fmla="*/ 65246 w 80009"/>
                <a:gd name="connsiteY10" fmla="*/ 58579 h 104965"/>
                <a:gd name="connsiteX11" fmla="*/ 65246 w 80009"/>
                <a:gd name="connsiteY11" fmla="*/ 0 h 104965"/>
                <a:gd name="connsiteX12" fmla="*/ 80010 w 80009"/>
                <a:gd name="connsiteY12" fmla="*/ 0 h 10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009" h="104965">
                  <a:moveTo>
                    <a:pt x="80010" y="0"/>
                  </a:moveTo>
                  <a:lnTo>
                    <a:pt x="80010" y="60484"/>
                  </a:lnTo>
                  <a:cubicBezTo>
                    <a:pt x="80010" y="74867"/>
                    <a:pt x="76581" y="85916"/>
                    <a:pt x="69628" y="93536"/>
                  </a:cubicBezTo>
                  <a:cubicBezTo>
                    <a:pt x="62674" y="101156"/>
                    <a:pt x="52768" y="104966"/>
                    <a:pt x="40005" y="104966"/>
                  </a:cubicBezTo>
                  <a:cubicBezTo>
                    <a:pt x="27242" y="104966"/>
                    <a:pt x="17335" y="101156"/>
                    <a:pt x="10382" y="93536"/>
                  </a:cubicBezTo>
                  <a:cubicBezTo>
                    <a:pt x="3429" y="85916"/>
                    <a:pt x="0" y="74867"/>
                    <a:pt x="0" y="60484"/>
                  </a:cubicBezTo>
                  <a:lnTo>
                    <a:pt x="0" y="0"/>
                  </a:lnTo>
                  <a:lnTo>
                    <a:pt x="14764" y="0"/>
                  </a:lnTo>
                  <a:lnTo>
                    <a:pt x="14764" y="58579"/>
                  </a:lnTo>
                  <a:cubicBezTo>
                    <a:pt x="14764" y="80867"/>
                    <a:pt x="23241" y="92012"/>
                    <a:pt x="40005" y="92012"/>
                  </a:cubicBezTo>
                  <a:cubicBezTo>
                    <a:pt x="56769" y="92012"/>
                    <a:pt x="65246" y="80867"/>
                    <a:pt x="65246" y="58579"/>
                  </a:cubicBezTo>
                  <a:lnTo>
                    <a:pt x="65246" y="0"/>
                  </a:lnTo>
                  <a:lnTo>
                    <a:pt x="80010" y="0"/>
                  </a:lnTo>
                  <a:close/>
                </a:path>
              </a:pathLst>
            </a:custGeom>
            <a:grpFill/>
            <a:ln w="9525" cap="flat">
              <a:noFill/>
              <a:prstDash val="solid"/>
              <a:miter/>
            </a:ln>
          </p:spPr>
          <p:txBody>
            <a:bodyPr rtlCol="0" anchor="ctr"/>
            <a:lstStyle/>
            <a:p>
              <a:endParaRPr lang="en-GB"/>
            </a:p>
          </p:txBody>
        </p:sp>
        <p:sp>
          <p:nvSpPr>
            <p:cNvPr id="43" name="Freeform: Shape 35">
              <a:extLst>
                <a:ext uri="{FF2B5EF4-FFF2-40B4-BE49-F238E27FC236}">
                  <a16:creationId xmlns:a16="http://schemas.microsoft.com/office/drawing/2014/main" id="{C8EC3FFA-844D-756B-D6F6-39A0F7CAC8F3}"/>
                </a:ext>
              </a:extLst>
            </p:cNvPr>
            <p:cNvSpPr/>
            <p:nvPr/>
          </p:nvSpPr>
          <p:spPr>
            <a:xfrm>
              <a:off x="1624329" y="3614298"/>
              <a:ext cx="80772" cy="103155"/>
            </a:xfrm>
            <a:custGeom>
              <a:avLst/>
              <a:gdLst>
                <a:gd name="connsiteX0" fmla="*/ 0 w 80772"/>
                <a:gd name="connsiteY0" fmla="*/ 103156 h 103155"/>
                <a:gd name="connsiteX1" fmla="*/ 0 w 80772"/>
                <a:gd name="connsiteY1" fmla="*/ 0 h 103155"/>
                <a:gd name="connsiteX2" fmla="*/ 20098 w 80772"/>
                <a:gd name="connsiteY2" fmla="*/ 0 h 103155"/>
                <a:gd name="connsiteX3" fmla="*/ 65723 w 80772"/>
                <a:gd name="connsiteY3" fmla="*/ 83058 h 103155"/>
                <a:gd name="connsiteX4" fmla="*/ 66008 w 80772"/>
                <a:gd name="connsiteY4" fmla="*/ 83058 h 103155"/>
                <a:gd name="connsiteX5" fmla="*/ 66008 w 80772"/>
                <a:gd name="connsiteY5" fmla="*/ 0 h 103155"/>
                <a:gd name="connsiteX6" fmla="*/ 80772 w 80772"/>
                <a:gd name="connsiteY6" fmla="*/ 0 h 103155"/>
                <a:gd name="connsiteX7" fmla="*/ 80772 w 80772"/>
                <a:gd name="connsiteY7" fmla="*/ 103156 h 103155"/>
                <a:gd name="connsiteX8" fmla="*/ 61817 w 80772"/>
                <a:gd name="connsiteY8" fmla="*/ 103156 h 103155"/>
                <a:gd name="connsiteX9" fmla="*/ 15145 w 80772"/>
                <a:gd name="connsiteY9" fmla="*/ 18288 h 103155"/>
                <a:gd name="connsiteX10" fmla="*/ 14764 w 80772"/>
                <a:gd name="connsiteY10" fmla="*/ 18288 h 103155"/>
                <a:gd name="connsiteX11" fmla="*/ 14764 w 80772"/>
                <a:gd name="connsiteY11" fmla="*/ 103156 h 103155"/>
                <a:gd name="connsiteX12" fmla="*/ 0 w 80772"/>
                <a:gd name="connsiteY12"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772" h="103155">
                  <a:moveTo>
                    <a:pt x="0" y="103156"/>
                  </a:moveTo>
                  <a:lnTo>
                    <a:pt x="0" y="0"/>
                  </a:lnTo>
                  <a:lnTo>
                    <a:pt x="20098" y="0"/>
                  </a:lnTo>
                  <a:lnTo>
                    <a:pt x="65723" y="83058"/>
                  </a:lnTo>
                  <a:lnTo>
                    <a:pt x="66008" y="83058"/>
                  </a:lnTo>
                  <a:lnTo>
                    <a:pt x="66008" y="0"/>
                  </a:lnTo>
                  <a:lnTo>
                    <a:pt x="80772" y="0"/>
                  </a:lnTo>
                  <a:lnTo>
                    <a:pt x="80772" y="103156"/>
                  </a:lnTo>
                  <a:lnTo>
                    <a:pt x="61817" y="103156"/>
                  </a:lnTo>
                  <a:lnTo>
                    <a:pt x="15145" y="18288"/>
                  </a:lnTo>
                  <a:lnTo>
                    <a:pt x="14764" y="18288"/>
                  </a:lnTo>
                  <a:lnTo>
                    <a:pt x="14764" y="103156"/>
                  </a:lnTo>
                  <a:lnTo>
                    <a:pt x="0" y="103156"/>
                  </a:lnTo>
                  <a:close/>
                </a:path>
              </a:pathLst>
            </a:custGeom>
            <a:grpFill/>
            <a:ln w="9525" cap="flat">
              <a:noFill/>
              <a:prstDash val="solid"/>
              <a:miter/>
            </a:ln>
          </p:spPr>
          <p:txBody>
            <a:bodyPr rtlCol="0" anchor="ctr"/>
            <a:lstStyle/>
            <a:p>
              <a:endParaRPr lang="en-GB"/>
            </a:p>
          </p:txBody>
        </p:sp>
        <p:sp>
          <p:nvSpPr>
            <p:cNvPr id="44" name="Freeform: Shape 36">
              <a:extLst>
                <a:ext uri="{FF2B5EF4-FFF2-40B4-BE49-F238E27FC236}">
                  <a16:creationId xmlns:a16="http://schemas.microsoft.com/office/drawing/2014/main" id="{B2760A55-A4E5-2C37-4D3C-642DC5CB13D7}"/>
                </a:ext>
              </a:extLst>
            </p:cNvPr>
            <p:cNvSpPr/>
            <p:nvPr/>
          </p:nvSpPr>
          <p:spPr>
            <a:xfrm>
              <a:off x="1762251" y="3614298"/>
              <a:ext cx="85534" cy="103155"/>
            </a:xfrm>
            <a:custGeom>
              <a:avLst/>
              <a:gdLst>
                <a:gd name="connsiteX0" fmla="*/ 0 w 85534"/>
                <a:gd name="connsiteY0" fmla="*/ 103156 h 103155"/>
                <a:gd name="connsiteX1" fmla="*/ 0 w 85534"/>
                <a:gd name="connsiteY1" fmla="*/ 0 h 103155"/>
                <a:gd name="connsiteX2" fmla="*/ 30480 w 85534"/>
                <a:gd name="connsiteY2" fmla="*/ 0 h 103155"/>
                <a:gd name="connsiteX3" fmla="*/ 69533 w 85534"/>
                <a:gd name="connsiteY3" fmla="*/ 13430 h 103155"/>
                <a:gd name="connsiteX4" fmla="*/ 85535 w 85534"/>
                <a:gd name="connsiteY4" fmla="*/ 50673 h 103155"/>
                <a:gd name="connsiteX5" fmla="*/ 70961 w 85534"/>
                <a:gd name="connsiteY5" fmla="*/ 89726 h 103155"/>
                <a:gd name="connsiteX6" fmla="*/ 30575 w 85534"/>
                <a:gd name="connsiteY6" fmla="*/ 103156 h 103155"/>
                <a:gd name="connsiteX7" fmla="*/ 95 w 85534"/>
                <a:gd name="connsiteY7" fmla="*/ 103156 h 103155"/>
                <a:gd name="connsiteX8" fmla="*/ 14764 w 85534"/>
                <a:gd name="connsiteY8" fmla="*/ 12954 h 103155"/>
                <a:gd name="connsiteX9" fmla="*/ 14764 w 85534"/>
                <a:gd name="connsiteY9" fmla="*/ 90106 h 103155"/>
                <a:gd name="connsiteX10" fmla="*/ 30290 w 85534"/>
                <a:gd name="connsiteY10" fmla="*/ 90106 h 103155"/>
                <a:gd name="connsiteX11" fmla="*/ 69723 w 85534"/>
                <a:gd name="connsiteY11" fmla="*/ 51245 h 103155"/>
                <a:gd name="connsiteX12" fmla="*/ 58960 w 85534"/>
                <a:gd name="connsiteY12" fmla="*/ 23051 h 103155"/>
                <a:gd name="connsiteX13" fmla="*/ 32004 w 85534"/>
                <a:gd name="connsiteY13" fmla="*/ 12954 h 103155"/>
                <a:gd name="connsiteX14" fmla="*/ 14669 w 85534"/>
                <a:gd name="connsiteY14" fmla="*/ 12954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534" h="103155">
                  <a:moveTo>
                    <a:pt x="0" y="103156"/>
                  </a:moveTo>
                  <a:lnTo>
                    <a:pt x="0" y="0"/>
                  </a:lnTo>
                  <a:lnTo>
                    <a:pt x="30480" y="0"/>
                  </a:lnTo>
                  <a:cubicBezTo>
                    <a:pt x="46196" y="0"/>
                    <a:pt x="59246" y="4477"/>
                    <a:pt x="69533" y="13430"/>
                  </a:cubicBezTo>
                  <a:cubicBezTo>
                    <a:pt x="80200" y="22765"/>
                    <a:pt x="85535" y="35243"/>
                    <a:pt x="85535" y="50673"/>
                  </a:cubicBezTo>
                  <a:cubicBezTo>
                    <a:pt x="85535" y="67723"/>
                    <a:pt x="80677" y="80772"/>
                    <a:pt x="70961" y="89726"/>
                  </a:cubicBezTo>
                  <a:cubicBezTo>
                    <a:pt x="61246" y="98679"/>
                    <a:pt x="47815" y="103156"/>
                    <a:pt x="30575" y="103156"/>
                  </a:cubicBezTo>
                  <a:lnTo>
                    <a:pt x="95" y="103156"/>
                  </a:lnTo>
                  <a:close/>
                  <a:moveTo>
                    <a:pt x="14764" y="12954"/>
                  </a:moveTo>
                  <a:lnTo>
                    <a:pt x="14764" y="90106"/>
                  </a:lnTo>
                  <a:lnTo>
                    <a:pt x="30290" y="90106"/>
                  </a:lnTo>
                  <a:cubicBezTo>
                    <a:pt x="56579" y="90106"/>
                    <a:pt x="69723" y="77153"/>
                    <a:pt x="69723" y="51245"/>
                  </a:cubicBezTo>
                  <a:cubicBezTo>
                    <a:pt x="69723" y="39529"/>
                    <a:pt x="66104" y="30099"/>
                    <a:pt x="58960" y="23051"/>
                  </a:cubicBezTo>
                  <a:cubicBezTo>
                    <a:pt x="52006" y="16288"/>
                    <a:pt x="42958" y="12954"/>
                    <a:pt x="32004" y="12954"/>
                  </a:cubicBezTo>
                  <a:lnTo>
                    <a:pt x="14669" y="12954"/>
                  </a:lnTo>
                  <a:close/>
                </a:path>
              </a:pathLst>
            </a:custGeom>
            <a:grpFill/>
            <a:ln w="9525" cap="flat">
              <a:noFill/>
              <a:prstDash val="solid"/>
              <a:miter/>
            </a:ln>
          </p:spPr>
          <p:txBody>
            <a:bodyPr rtlCol="0" anchor="ctr"/>
            <a:lstStyle/>
            <a:p>
              <a:endParaRPr lang="en-GB"/>
            </a:p>
          </p:txBody>
        </p:sp>
        <p:sp>
          <p:nvSpPr>
            <p:cNvPr id="45" name="Freeform: Shape 37">
              <a:extLst>
                <a:ext uri="{FF2B5EF4-FFF2-40B4-BE49-F238E27FC236}">
                  <a16:creationId xmlns:a16="http://schemas.microsoft.com/office/drawing/2014/main" id="{33828D5C-97A3-4351-2281-D8310BEE14EE}"/>
                </a:ext>
              </a:extLst>
            </p:cNvPr>
            <p:cNvSpPr/>
            <p:nvPr/>
          </p:nvSpPr>
          <p:spPr>
            <a:xfrm>
              <a:off x="1885790" y="3614298"/>
              <a:ext cx="103155" cy="103155"/>
            </a:xfrm>
            <a:custGeom>
              <a:avLst/>
              <a:gdLst>
                <a:gd name="connsiteX0" fmla="*/ 0 w 103155"/>
                <a:gd name="connsiteY0" fmla="*/ 103156 h 103155"/>
                <a:gd name="connsiteX1" fmla="*/ 44005 w 103155"/>
                <a:gd name="connsiteY1" fmla="*/ 0 h 103155"/>
                <a:gd name="connsiteX2" fmla="*/ 59531 w 103155"/>
                <a:gd name="connsiteY2" fmla="*/ 0 h 103155"/>
                <a:gd name="connsiteX3" fmla="*/ 103156 w 103155"/>
                <a:gd name="connsiteY3" fmla="*/ 103156 h 103155"/>
                <a:gd name="connsiteX4" fmla="*/ 87058 w 103155"/>
                <a:gd name="connsiteY4" fmla="*/ 103156 h 103155"/>
                <a:gd name="connsiteX5" fmla="*/ 76581 w 103155"/>
                <a:gd name="connsiteY5" fmla="*/ 77153 h 103155"/>
                <a:gd name="connsiteX6" fmla="*/ 26003 w 103155"/>
                <a:gd name="connsiteY6" fmla="*/ 77153 h 103155"/>
                <a:gd name="connsiteX7" fmla="*/ 15526 w 103155"/>
                <a:gd name="connsiteY7" fmla="*/ 103156 h 103155"/>
                <a:gd name="connsiteX8" fmla="*/ 0 w 103155"/>
                <a:gd name="connsiteY8" fmla="*/ 103156 h 103155"/>
                <a:gd name="connsiteX9" fmla="*/ 71819 w 103155"/>
                <a:gd name="connsiteY9" fmla="*/ 64960 h 103155"/>
                <a:gd name="connsiteX10" fmla="*/ 51244 w 103155"/>
                <a:gd name="connsiteY10" fmla="*/ 13811 h 103155"/>
                <a:gd name="connsiteX11" fmla="*/ 30671 w 103155"/>
                <a:gd name="connsiteY11" fmla="*/ 64960 h 103155"/>
                <a:gd name="connsiteX12" fmla="*/ 71819 w 103155"/>
                <a:gd name="connsiteY12" fmla="*/ 64960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155" h="103155">
                  <a:moveTo>
                    <a:pt x="0" y="103156"/>
                  </a:moveTo>
                  <a:lnTo>
                    <a:pt x="44005" y="0"/>
                  </a:lnTo>
                  <a:lnTo>
                    <a:pt x="59531" y="0"/>
                  </a:lnTo>
                  <a:lnTo>
                    <a:pt x="103156" y="103156"/>
                  </a:lnTo>
                  <a:lnTo>
                    <a:pt x="87058" y="103156"/>
                  </a:lnTo>
                  <a:lnTo>
                    <a:pt x="76581" y="77153"/>
                  </a:lnTo>
                  <a:lnTo>
                    <a:pt x="26003" y="77153"/>
                  </a:lnTo>
                  <a:lnTo>
                    <a:pt x="15526" y="103156"/>
                  </a:lnTo>
                  <a:lnTo>
                    <a:pt x="0" y="103156"/>
                  </a:lnTo>
                  <a:close/>
                  <a:moveTo>
                    <a:pt x="71819" y="64960"/>
                  </a:moveTo>
                  <a:lnTo>
                    <a:pt x="51244" y="13811"/>
                  </a:lnTo>
                  <a:lnTo>
                    <a:pt x="30671" y="64960"/>
                  </a:lnTo>
                  <a:lnTo>
                    <a:pt x="71819" y="64960"/>
                  </a:lnTo>
                  <a:close/>
                </a:path>
              </a:pathLst>
            </a:custGeom>
            <a:grpFill/>
            <a:ln w="9525" cap="flat">
              <a:noFill/>
              <a:prstDash val="solid"/>
              <a:miter/>
            </a:ln>
          </p:spPr>
          <p:txBody>
            <a:bodyPr rtlCol="0" anchor="ctr"/>
            <a:lstStyle/>
            <a:p>
              <a:endParaRPr lang="en-GB"/>
            </a:p>
          </p:txBody>
        </p:sp>
        <p:sp>
          <p:nvSpPr>
            <p:cNvPr id="46" name="Freeform: Shape 38">
              <a:extLst>
                <a:ext uri="{FF2B5EF4-FFF2-40B4-BE49-F238E27FC236}">
                  <a16:creationId xmlns:a16="http://schemas.microsoft.com/office/drawing/2014/main" id="{8C452903-DC56-25F4-BC76-2C6E0C53077D}"/>
                </a:ext>
              </a:extLst>
            </p:cNvPr>
            <p:cNvSpPr/>
            <p:nvPr/>
          </p:nvSpPr>
          <p:spPr>
            <a:xfrm>
              <a:off x="2021903" y="3614298"/>
              <a:ext cx="78962" cy="103155"/>
            </a:xfrm>
            <a:custGeom>
              <a:avLst/>
              <a:gdLst>
                <a:gd name="connsiteX0" fmla="*/ 32099 w 78962"/>
                <a:gd name="connsiteY0" fmla="*/ 103156 h 103155"/>
                <a:gd name="connsiteX1" fmla="*/ 32099 w 78962"/>
                <a:gd name="connsiteY1" fmla="*/ 12954 h 103155"/>
                <a:gd name="connsiteX2" fmla="*/ 0 w 78962"/>
                <a:gd name="connsiteY2" fmla="*/ 12954 h 103155"/>
                <a:gd name="connsiteX3" fmla="*/ 0 w 78962"/>
                <a:gd name="connsiteY3" fmla="*/ 0 h 103155"/>
                <a:gd name="connsiteX4" fmla="*/ 78962 w 78962"/>
                <a:gd name="connsiteY4" fmla="*/ 0 h 103155"/>
                <a:gd name="connsiteX5" fmla="*/ 78962 w 78962"/>
                <a:gd name="connsiteY5" fmla="*/ 12954 h 103155"/>
                <a:gd name="connsiteX6" fmla="*/ 46863 w 78962"/>
                <a:gd name="connsiteY6" fmla="*/ 12954 h 103155"/>
                <a:gd name="connsiteX7" fmla="*/ 46863 w 78962"/>
                <a:gd name="connsiteY7" fmla="*/ 103156 h 103155"/>
                <a:gd name="connsiteX8" fmla="*/ 32099 w 78962"/>
                <a:gd name="connsiteY8"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62" h="103155">
                  <a:moveTo>
                    <a:pt x="32099" y="103156"/>
                  </a:moveTo>
                  <a:lnTo>
                    <a:pt x="32099" y="12954"/>
                  </a:lnTo>
                  <a:lnTo>
                    <a:pt x="0" y="12954"/>
                  </a:lnTo>
                  <a:lnTo>
                    <a:pt x="0" y="0"/>
                  </a:lnTo>
                  <a:lnTo>
                    <a:pt x="78962" y="0"/>
                  </a:lnTo>
                  <a:lnTo>
                    <a:pt x="78962" y="12954"/>
                  </a:lnTo>
                  <a:lnTo>
                    <a:pt x="46863" y="12954"/>
                  </a:lnTo>
                  <a:lnTo>
                    <a:pt x="46863" y="103156"/>
                  </a:lnTo>
                  <a:lnTo>
                    <a:pt x="32099" y="103156"/>
                  </a:lnTo>
                  <a:close/>
                </a:path>
              </a:pathLst>
            </a:custGeom>
            <a:grpFill/>
            <a:ln w="9525" cap="flat">
              <a:noFill/>
              <a:prstDash val="solid"/>
              <a:miter/>
            </a:ln>
          </p:spPr>
          <p:txBody>
            <a:bodyPr rtlCol="0" anchor="ctr"/>
            <a:lstStyle/>
            <a:p>
              <a:endParaRPr lang="en-GB"/>
            </a:p>
          </p:txBody>
        </p:sp>
        <p:sp>
          <p:nvSpPr>
            <p:cNvPr id="47" name="Freeform: Shape 39">
              <a:extLst>
                <a:ext uri="{FF2B5EF4-FFF2-40B4-BE49-F238E27FC236}">
                  <a16:creationId xmlns:a16="http://schemas.microsoft.com/office/drawing/2014/main" id="{E0F1E513-76B1-65CE-6065-41D5E590A2FB}"/>
                </a:ext>
              </a:extLst>
            </p:cNvPr>
            <p:cNvSpPr/>
            <p:nvPr/>
          </p:nvSpPr>
          <p:spPr>
            <a:xfrm>
              <a:off x="2145251" y="3614299"/>
              <a:ext cx="14763" cy="103155"/>
            </a:xfrm>
            <a:custGeom>
              <a:avLst/>
              <a:gdLst>
                <a:gd name="connsiteX0" fmla="*/ 0 w 14763"/>
                <a:gd name="connsiteY0" fmla="*/ 0 h 103155"/>
                <a:gd name="connsiteX1" fmla="*/ 14764 w 14763"/>
                <a:gd name="connsiteY1" fmla="*/ 0 h 103155"/>
                <a:gd name="connsiteX2" fmla="*/ 14764 w 14763"/>
                <a:gd name="connsiteY2" fmla="*/ 103156 h 103155"/>
                <a:gd name="connsiteX3" fmla="*/ 0 w 14763"/>
                <a:gd name="connsiteY3" fmla="*/ 103156 h 103155"/>
              </a:gdLst>
              <a:ahLst/>
              <a:cxnLst>
                <a:cxn ang="0">
                  <a:pos x="connsiteX0" y="connsiteY0"/>
                </a:cxn>
                <a:cxn ang="0">
                  <a:pos x="connsiteX1" y="connsiteY1"/>
                </a:cxn>
                <a:cxn ang="0">
                  <a:pos x="connsiteX2" y="connsiteY2"/>
                </a:cxn>
                <a:cxn ang="0">
                  <a:pos x="connsiteX3" y="connsiteY3"/>
                </a:cxn>
              </a:cxnLst>
              <a:rect l="l" t="t" r="r" b="b"/>
              <a:pathLst>
                <a:path w="14763" h="103155">
                  <a:moveTo>
                    <a:pt x="0" y="0"/>
                  </a:moveTo>
                  <a:lnTo>
                    <a:pt x="14764" y="0"/>
                  </a:lnTo>
                  <a:lnTo>
                    <a:pt x="14764" y="103156"/>
                  </a:lnTo>
                  <a:lnTo>
                    <a:pt x="0" y="103156"/>
                  </a:lnTo>
                  <a:close/>
                </a:path>
              </a:pathLst>
            </a:custGeom>
            <a:grpFill/>
            <a:ln w="9525" cap="flat">
              <a:noFill/>
              <a:prstDash val="solid"/>
              <a:miter/>
            </a:ln>
          </p:spPr>
          <p:txBody>
            <a:bodyPr rtlCol="0" anchor="ctr"/>
            <a:lstStyle/>
            <a:p>
              <a:endParaRPr lang="en-GB"/>
            </a:p>
          </p:txBody>
        </p:sp>
        <p:sp>
          <p:nvSpPr>
            <p:cNvPr id="48" name="Freeform: Shape 40">
              <a:extLst>
                <a:ext uri="{FF2B5EF4-FFF2-40B4-BE49-F238E27FC236}">
                  <a16:creationId xmlns:a16="http://schemas.microsoft.com/office/drawing/2014/main" id="{580CE6DA-A4D8-AC92-F014-CFB12CBFB091}"/>
                </a:ext>
              </a:extLst>
            </p:cNvPr>
            <p:cNvSpPr/>
            <p:nvPr/>
          </p:nvSpPr>
          <p:spPr>
            <a:xfrm>
              <a:off x="2210593" y="3612489"/>
              <a:ext cx="99345" cy="106775"/>
            </a:xfrm>
            <a:custGeom>
              <a:avLst/>
              <a:gdLst>
                <a:gd name="connsiteX0" fmla="*/ 0 w 99345"/>
                <a:gd name="connsiteY0" fmla="*/ 53340 h 106775"/>
                <a:gd name="connsiteX1" fmla="*/ 13145 w 99345"/>
                <a:gd name="connsiteY1" fmla="*/ 15240 h 106775"/>
                <a:gd name="connsiteX2" fmla="*/ 49625 w 99345"/>
                <a:gd name="connsiteY2" fmla="*/ 0 h 106775"/>
                <a:gd name="connsiteX3" fmla="*/ 86296 w 99345"/>
                <a:gd name="connsiteY3" fmla="*/ 15240 h 106775"/>
                <a:gd name="connsiteX4" fmla="*/ 99346 w 99345"/>
                <a:gd name="connsiteY4" fmla="*/ 53340 h 106775"/>
                <a:gd name="connsiteX5" fmla="*/ 86296 w 99345"/>
                <a:gd name="connsiteY5" fmla="*/ 91821 h 106775"/>
                <a:gd name="connsiteX6" fmla="*/ 49625 w 99345"/>
                <a:gd name="connsiteY6" fmla="*/ 106775 h 106775"/>
                <a:gd name="connsiteX7" fmla="*/ 12954 w 99345"/>
                <a:gd name="connsiteY7" fmla="*/ 91821 h 106775"/>
                <a:gd name="connsiteX8" fmla="*/ 0 w 99345"/>
                <a:gd name="connsiteY8" fmla="*/ 53340 h 106775"/>
                <a:gd name="connsiteX9" fmla="*/ 15621 w 99345"/>
                <a:gd name="connsiteY9" fmla="*/ 53340 h 106775"/>
                <a:gd name="connsiteX10" fmla="*/ 23717 w 99345"/>
                <a:gd name="connsiteY10" fmla="*/ 81248 h 106775"/>
                <a:gd name="connsiteX11" fmla="*/ 49625 w 99345"/>
                <a:gd name="connsiteY11" fmla="*/ 93631 h 106775"/>
                <a:gd name="connsiteX12" fmla="*/ 75533 w 99345"/>
                <a:gd name="connsiteY12" fmla="*/ 81248 h 106775"/>
                <a:gd name="connsiteX13" fmla="*/ 83629 w 99345"/>
                <a:gd name="connsiteY13" fmla="*/ 53340 h 106775"/>
                <a:gd name="connsiteX14" fmla="*/ 75152 w 99345"/>
                <a:gd name="connsiteY14" fmla="*/ 25241 h 106775"/>
                <a:gd name="connsiteX15" fmla="*/ 49625 w 99345"/>
                <a:gd name="connsiteY15" fmla="*/ 12954 h 106775"/>
                <a:gd name="connsiteX16" fmla="*/ 24098 w 99345"/>
                <a:gd name="connsiteY16" fmla="*/ 25241 h 106775"/>
                <a:gd name="connsiteX17" fmla="*/ 15716 w 99345"/>
                <a:gd name="connsiteY17" fmla="*/ 53340 h 10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345" h="106775">
                  <a:moveTo>
                    <a:pt x="0" y="53340"/>
                  </a:moveTo>
                  <a:cubicBezTo>
                    <a:pt x="0" y="37719"/>
                    <a:pt x="4382" y="24955"/>
                    <a:pt x="13145" y="15240"/>
                  </a:cubicBezTo>
                  <a:cubicBezTo>
                    <a:pt x="22098" y="5048"/>
                    <a:pt x="34290" y="0"/>
                    <a:pt x="49625" y="0"/>
                  </a:cubicBezTo>
                  <a:cubicBezTo>
                    <a:pt x="64961" y="0"/>
                    <a:pt x="77248" y="5048"/>
                    <a:pt x="86296" y="15240"/>
                  </a:cubicBezTo>
                  <a:cubicBezTo>
                    <a:pt x="94964" y="24955"/>
                    <a:pt x="99346" y="37719"/>
                    <a:pt x="99346" y="53340"/>
                  </a:cubicBezTo>
                  <a:cubicBezTo>
                    <a:pt x="99346" y="68961"/>
                    <a:pt x="94964" y="82105"/>
                    <a:pt x="86296" y="91821"/>
                  </a:cubicBezTo>
                  <a:cubicBezTo>
                    <a:pt x="77343" y="101822"/>
                    <a:pt x="65056" y="106775"/>
                    <a:pt x="49625" y="106775"/>
                  </a:cubicBezTo>
                  <a:cubicBezTo>
                    <a:pt x="34195" y="106775"/>
                    <a:pt x="21908" y="101822"/>
                    <a:pt x="12954" y="91821"/>
                  </a:cubicBezTo>
                  <a:cubicBezTo>
                    <a:pt x="4286" y="82201"/>
                    <a:pt x="0" y="69342"/>
                    <a:pt x="0" y="53340"/>
                  </a:cubicBezTo>
                  <a:moveTo>
                    <a:pt x="15621" y="53340"/>
                  </a:moveTo>
                  <a:cubicBezTo>
                    <a:pt x="15621" y="64579"/>
                    <a:pt x="18288" y="73914"/>
                    <a:pt x="23717" y="81248"/>
                  </a:cubicBezTo>
                  <a:cubicBezTo>
                    <a:pt x="29813" y="89535"/>
                    <a:pt x="38481" y="93631"/>
                    <a:pt x="49625" y="93631"/>
                  </a:cubicBezTo>
                  <a:cubicBezTo>
                    <a:pt x="60770" y="93631"/>
                    <a:pt x="69437" y="89535"/>
                    <a:pt x="75533" y="81248"/>
                  </a:cubicBezTo>
                  <a:cubicBezTo>
                    <a:pt x="80963" y="73819"/>
                    <a:pt x="83629" y="64579"/>
                    <a:pt x="83629" y="53340"/>
                  </a:cubicBezTo>
                  <a:cubicBezTo>
                    <a:pt x="83629" y="42100"/>
                    <a:pt x="80772" y="32766"/>
                    <a:pt x="75152" y="25241"/>
                  </a:cubicBezTo>
                  <a:cubicBezTo>
                    <a:pt x="68961" y="17050"/>
                    <a:pt x="60388" y="12954"/>
                    <a:pt x="49625" y="12954"/>
                  </a:cubicBezTo>
                  <a:cubicBezTo>
                    <a:pt x="38862" y="12954"/>
                    <a:pt x="30289" y="17050"/>
                    <a:pt x="24098" y="25241"/>
                  </a:cubicBezTo>
                  <a:cubicBezTo>
                    <a:pt x="18479" y="32766"/>
                    <a:pt x="15716" y="42100"/>
                    <a:pt x="15716" y="53340"/>
                  </a:cubicBezTo>
                </a:path>
              </a:pathLst>
            </a:custGeom>
            <a:grpFill/>
            <a:ln w="9525" cap="flat">
              <a:noFill/>
              <a:prstDash val="solid"/>
              <a:miter/>
            </a:ln>
          </p:spPr>
          <p:txBody>
            <a:bodyPr rtlCol="0" anchor="ctr"/>
            <a:lstStyle/>
            <a:p>
              <a:endParaRPr lang="en-GB"/>
            </a:p>
          </p:txBody>
        </p:sp>
        <p:sp>
          <p:nvSpPr>
            <p:cNvPr id="49" name="Freeform: Shape 41">
              <a:extLst>
                <a:ext uri="{FF2B5EF4-FFF2-40B4-BE49-F238E27FC236}">
                  <a16:creationId xmlns:a16="http://schemas.microsoft.com/office/drawing/2014/main" id="{BF9C919C-3E45-BE0C-CF32-42F06E59DC7D}"/>
                </a:ext>
              </a:extLst>
            </p:cNvPr>
            <p:cNvSpPr/>
            <p:nvPr/>
          </p:nvSpPr>
          <p:spPr>
            <a:xfrm>
              <a:off x="2358802" y="3614298"/>
              <a:ext cx="80771" cy="103155"/>
            </a:xfrm>
            <a:custGeom>
              <a:avLst/>
              <a:gdLst>
                <a:gd name="connsiteX0" fmla="*/ 0 w 80771"/>
                <a:gd name="connsiteY0" fmla="*/ 103156 h 103155"/>
                <a:gd name="connsiteX1" fmla="*/ 0 w 80771"/>
                <a:gd name="connsiteY1" fmla="*/ 0 h 103155"/>
                <a:gd name="connsiteX2" fmla="*/ 20098 w 80771"/>
                <a:gd name="connsiteY2" fmla="*/ 0 h 103155"/>
                <a:gd name="connsiteX3" fmla="*/ 65627 w 80771"/>
                <a:gd name="connsiteY3" fmla="*/ 83058 h 103155"/>
                <a:gd name="connsiteX4" fmla="*/ 65913 w 80771"/>
                <a:gd name="connsiteY4" fmla="*/ 83058 h 103155"/>
                <a:gd name="connsiteX5" fmla="*/ 65913 w 80771"/>
                <a:gd name="connsiteY5" fmla="*/ 0 h 103155"/>
                <a:gd name="connsiteX6" fmla="*/ 80772 w 80771"/>
                <a:gd name="connsiteY6" fmla="*/ 0 h 103155"/>
                <a:gd name="connsiteX7" fmla="*/ 80772 w 80771"/>
                <a:gd name="connsiteY7" fmla="*/ 103156 h 103155"/>
                <a:gd name="connsiteX8" fmla="*/ 61817 w 80771"/>
                <a:gd name="connsiteY8" fmla="*/ 103156 h 103155"/>
                <a:gd name="connsiteX9" fmla="*/ 15050 w 80771"/>
                <a:gd name="connsiteY9" fmla="*/ 18288 h 103155"/>
                <a:gd name="connsiteX10" fmla="*/ 14764 w 80771"/>
                <a:gd name="connsiteY10" fmla="*/ 18288 h 103155"/>
                <a:gd name="connsiteX11" fmla="*/ 14764 w 80771"/>
                <a:gd name="connsiteY11" fmla="*/ 103156 h 103155"/>
                <a:gd name="connsiteX12" fmla="*/ 0 w 80771"/>
                <a:gd name="connsiteY12"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771" h="103155">
                  <a:moveTo>
                    <a:pt x="0" y="103156"/>
                  </a:moveTo>
                  <a:lnTo>
                    <a:pt x="0" y="0"/>
                  </a:lnTo>
                  <a:lnTo>
                    <a:pt x="20098" y="0"/>
                  </a:lnTo>
                  <a:lnTo>
                    <a:pt x="65627" y="83058"/>
                  </a:lnTo>
                  <a:lnTo>
                    <a:pt x="65913" y="83058"/>
                  </a:lnTo>
                  <a:lnTo>
                    <a:pt x="65913" y="0"/>
                  </a:lnTo>
                  <a:lnTo>
                    <a:pt x="80772" y="0"/>
                  </a:lnTo>
                  <a:lnTo>
                    <a:pt x="80772" y="103156"/>
                  </a:lnTo>
                  <a:lnTo>
                    <a:pt x="61817" y="103156"/>
                  </a:lnTo>
                  <a:lnTo>
                    <a:pt x="15050" y="18288"/>
                  </a:lnTo>
                  <a:lnTo>
                    <a:pt x="14764" y="18288"/>
                  </a:lnTo>
                  <a:lnTo>
                    <a:pt x="14764" y="103156"/>
                  </a:lnTo>
                  <a:lnTo>
                    <a:pt x="0" y="103156"/>
                  </a:lnTo>
                  <a:close/>
                </a:path>
              </a:pathLst>
            </a:custGeom>
            <a:grpFill/>
            <a:ln w="9525" cap="flat">
              <a:noFill/>
              <a:prstDash val="solid"/>
              <a:miter/>
            </a:ln>
          </p:spPr>
          <p:txBody>
            <a:bodyPr rtlCol="0" anchor="ctr"/>
            <a:lstStyle/>
            <a:p>
              <a:endParaRPr lang="en-GB"/>
            </a:p>
          </p:txBody>
        </p:sp>
        <p:sp>
          <p:nvSpPr>
            <p:cNvPr id="50" name="Freeform: Shape 42">
              <a:extLst>
                <a:ext uri="{FF2B5EF4-FFF2-40B4-BE49-F238E27FC236}">
                  <a16:creationId xmlns:a16="http://schemas.microsoft.com/office/drawing/2014/main" id="{D3CF160F-4B8C-EDF9-6CBE-238C79E1C3AD}"/>
                </a:ext>
              </a:extLst>
            </p:cNvPr>
            <p:cNvSpPr/>
            <p:nvPr/>
          </p:nvSpPr>
          <p:spPr>
            <a:xfrm>
              <a:off x="970533" y="2918783"/>
              <a:ext cx="854201" cy="422719"/>
            </a:xfrm>
            <a:custGeom>
              <a:avLst/>
              <a:gdLst>
                <a:gd name="connsiteX0" fmla="*/ 321469 w 854201"/>
                <a:gd name="connsiteY0" fmla="*/ 41339 h 422719"/>
                <a:gd name="connsiteX1" fmla="*/ 0 w 854201"/>
                <a:gd name="connsiteY1" fmla="*/ 0 h 422719"/>
                <a:gd name="connsiteX2" fmla="*/ 854202 w 854201"/>
                <a:gd name="connsiteY2" fmla="*/ 422719 h 422719"/>
                <a:gd name="connsiteX3" fmla="*/ 321469 w 854201"/>
                <a:gd name="connsiteY3" fmla="*/ 41339 h 422719"/>
              </a:gdLst>
              <a:ahLst/>
              <a:cxnLst>
                <a:cxn ang="0">
                  <a:pos x="connsiteX0" y="connsiteY0"/>
                </a:cxn>
                <a:cxn ang="0">
                  <a:pos x="connsiteX1" y="connsiteY1"/>
                </a:cxn>
                <a:cxn ang="0">
                  <a:pos x="connsiteX2" y="connsiteY2"/>
                </a:cxn>
                <a:cxn ang="0">
                  <a:pos x="connsiteX3" y="connsiteY3"/>
                </a:cxn>
              </a:cxnLst>
              <a:rect l="l" t="t" r="r" b="b"/>
              <a:pathLst>
                <a:path w="854201" h="422719">
                  <a:moveTo>
                    <a:pt x="321469" y="41339"/>
                  </a:moveTo>
                  <a:lnTo>
                    <a:pt x="0" y="0"/>
                  </a:lnTo>
                  <a:lnTo>
                    <a:pt x="854202" y="422719"/>
                  </a:lnTo>
                  <a:lnTo>
                    <a:pt x="321469" y="41339"/>
                  </a:lnTo>
                  <a:close/>
                </a:path>
              </a:pathLst>
            </a:custGeom>
            <a:grpFill/>
            <a:ln w="9525" cap="flat">
              <a:noFill/>
              <a:prstDash val="solid"/>
              <a:miter/>
            </a:ln>
          </p:spPr>
          <p:txBody>
            <a:bodyPr rtlCol="0" anchor="ctr"/>
            <a:lstStyle/>
            <a:p>
              <a:endParaRPr lang="en-GB"/>
            </a:p>
          </p:txBody>
        </p:sp>
        <p:sp>
          <p:nvSpPr>
            <p:cNvPr id="51" name="Freeform: Shape 43">
              <a:extLst>
                <a:ext uri="{FF2B5EF4-FFF2-40B4-BE49-F238E27FC236}">
                  <a16:creationId xmlns:a16="http://schemas.microsoft.com/office/drawing/2014/main" id="{9DBD0412-916F-5420-A9F9-18293F157501}"/>
                </a:ext>
              </a:extLst>
            </p:cNvPr>
            <p:cNvSpPr/>
            <p:nvPr/>
          </p:nvSpPr>
          <p:spPr>
            <a:xfrm>
              <a:off x="1292002" y="2882207"/>
              <a:ext cx="534638" cy="453389"/>
            </a:xfrm>
            <a:custGeom>
              <a:avLst/>
              <a:gdLst>
                <a:gd name="connsiteX0" fmla="*/ 257080 w 534638"/>
                <a:gd name="connsiteY0" fmla="*/ 69914 h 453389"/>
                <a:gd name="connsiteX1" fmla="*/ 0 w 534638"/>
                <a:gd name="connsiteY1" fmla="*/ 0 h 453389"/>
                <a:gd name="connsiteX2" fmla="*/ 534638 w 534638"/>
                <a:gd name="connsiteY2" fmla="*/ 453390 h 453389"/>
                <a:gd name="connsiteX3" fmla="*/ 257080 w 534638"/>
                <a:gd name="connsiteY3" fmla="*/ 69914 h 453389"/>
              </a:gdLst>
              <a:ahLst/>
              <a:cxnLst>
                <a:cxn ang="0">
                  <a:pos x="connsiteX0" y="connsiteY0"/>
                </a:cxn>
                <a:cxn ang="0">
                  <a:pos x="connsiteX1" y="connsiteY1"/>
                </a:cxn>
                <a:cxn ang="0">
                  <a:pos x="connsiteX2" y="connsiteY2"/>
                </a:cxn>
                <a:cxn ang="0">
                  <a:pos x="connsiteX3" y="connsiteY3"/>
                </a:cxn>
              </a:cxnLst>
              <a:rect l="l" t="t" r="r" b="b"/>
              <a:pathLst>
                <a:path w="534638" h="453389">
                  <a:moveTo>
                    <a:pt x="257080" y="69914"/>
                  </a:moveTo>
                  <a:lnTo>
                    <a:pt x="0" y="0"/>
                  </a:lnTo>
                  <a:lnTo>
                    <a:pt x="534638" y="453390"/>
                  </a:lnTo>
                  <a:lnTo>
                    <a:pt x="257080" y="69914"/>
                  </a:lnTo>
                  <a:close/>
                </a:path>
              </a:pathLst>
            </a:custGeom>
            <a:grpFill/>
            <a:ln w="9525" cap="flat">
              <a:noFill/>
              <a:prstDash val="solid"/>
              <a:miter/>
            </a:ln>
          </p:spPr>
          <p:txBody>
            <a:bodyPr rtlCol="0" anchor="ctr"/>
            <a:lstStyle/>
            <a:p>
              <a:endParaRPr lang="en-GB"/>
            </a:p>
          </p:txBody>
        </p:sp>
        <p:sp>
          <p:nvSpPr>
            <p:cNvPr id="52" name="Freeform: Shape 44">
              <a:extLst>
                <a:ext uri="{FF2B5EF4-FFF2-40B4-BE49-F238E27FC236}">
                  <a16:creationId xmlns:a16="http://schemas.microsoft.com/office/drawing/2014/main" id="{0CD56C9E-D97F-7578-3299-3AFD1183BD3D}"/>
                </a:ext>
              </a:extLst>
            </p:cNvPr>
            <p:cNvSpPr/>
            <p:nvPr/>
          </p:nvSpPr>
          <p:spPr>
            <a:xfrm>
              <a:off x="1856072" y="2918688"/>
              <a:ext cx="854202" cy="422814"/>
            </a:xfrm>
            <a:custGeom>
              <a:avLst/>
              <a:gdLst>
                <a:gd name="connsiteX0" fmla="*/ 532733 w 854202"/>
                <a:gd name="connsiteY0" fmla="*/ 41434 h 422814"/>
                <a:gd name="connsiteX1" fmla="*/ 854202 w 854202"/>
                <a:gd name="connsiteY1" fmla="*/ 0 h 422814"/>
                <a:gd name="connsiteX2" fmla="*/ 0 w 854202"/>
                <a:gd name="connsiteY2" fmla="*/ 422815 h 422814"/>
                <a:gd name="connsiteX3" fmla="*/ 532733 w 854202"/>
                <a:gd name="connsiteY3" fmla="*/ 41434 h 422814"/>
              </a:gdLst>
              <a:ahLst/>
              <a:cxnLst>
                <a:cxn ang="0">
                  <a:pos x="connsiteX0" y="connsiteY0"/>
                </a:cxn>
                <a:cxn ang="0">
                  <a:pos x="connsiteX1" y="connsiteY1"/>
                </a:cxn>
                <a:cxn ang="0">
                  <a:pos x="connsiteX2" y="connsiteY2"/>
                </a:cxn>
                <a:cxn ang="0">
                  <a:pos x="connsiteX3" y="connsiteY3"/>
                </a:cxn>
              </a:cxnLst>
              <a:rect l="l" t="t" r="r" b="b"/>
              <a:pathLst>
                <a:path w="854202" h="422814">
                  <a:moveTo>
                    <a:pt x="532733" y="41434"/>
                  </a:moveTo>
                  <a:lnTo>
                    <a:pt x="854202" y="0"/>
                  </a:lnTo>
                  <a:lnTo>
                    <a:pt x="0" y="422815"/>
                  </a:lnTo>
                  <a:lnTo>
                    <a:pt x="532733" y="41434"/>
                  </a:lnTo>
                  <a:close/>
                </a:path>
              </a:pathLst>
            </a:custGeom>
            <a:grpFill/>
            <a:ln w="9525" cap="flat">
              <a:noFill/>
              <a:prstDash val="solid"/>
              <a:miter/>
            </a:ln>
          </p:spPr>
          <p:txBody>
            <a:bodyPr rtlCol="0" anchor="ctr"/>
            <a:lstStyle/>
            <a:p>
              <a:endParaRPr lang="en-GB"/>
            </a:p>
          </p:txBody>
        </p:sp>
        <p:sp>
          <p:nvSpPr>
            <p:cNvPr id="53" name="Freeform: Shape 45">
              <a:extLst>
                <a:ext uri="{FF2B5EF4-FFF2-40B4-BE49-F238E27FC236}">
                  <a16:creationId xmlns:a16="http://schemas.microsoft.com/office/drawing/2014/main" id="{D03FBC7E-1FB0-F546-9543-8AC73243478C}"/>
                </a:ext>
              </a:extLst>
            </p:cNvPr>
            <p:cNvSpPr/>
            <p:nvPr/>
          </p:nvSpPr>
          <p:spPr>
            <a:xfrm>
              <a:off x="1854167" y="2882207"/>
              <a:ext cx="534638" cy="453294"/>
            </a:xfrm>
            <a:custGeom>
              <a:avLst/>
              <a:gdLst>
                <a:gd name="connsiteX0" fmla="*/ 277654 w 534638"/>
                <a:gd name="connsiteY0" fmla="*/ 69914 h 453294"/>
                <a:gd name="connsiteX1" fmla="*/ 534638 w 534638"/>
                <a:gd name="connsiteY1" fmla="*/ 0 h 453294"/>
                <a:gd name="connsiteX2" fmla="*/ 0 w 534638"/>
                <a:gd name="connsiteY2" fmla="*/ 453295 h 453294"/>
                <a:gd name="connsiteX3" fmla="*/ 277654 w 534638"/>
                <a:gd name="connsiteY3" fmla="*/ 69914 h 453294"/>
              </a:gdLst>
              <a:ahLst/>
              <a:cxnLst>
                <a:cxn ang="0">
                  <a:pos x="connsiteX0" y="connsiteY0"/>
                </a:cxn>
                <a:cxn ang="0">
                  <a:pos x="connsiteX1" y="connsiteY1"/>
                </a:cxn>
                <a:cxn ang="0">
                  <a:pos x="connsiteX2" y="connsiteY2"/>
                </a:cxn>
                <a:cxn ang="0">
                  <a:pos x="connsiteX3" y="connsiteY3"/>
                </a:cxn>
              </a:cxnLst>
              <a:rect l="l" t="t" r="r" b="b"/>
              <a:pathLst>
                <a:path w="534638" h="453294">
                  <a:moveTo>
                    <a:pt x="277654" y="69914"/>
                  </a:moveTo>
                  <a:lnTo>
                    <a:pt x="534638" y="0"/>
                  </a:lnTo>
                  <a:lnTo>
                    <a:pt x="0" y="453295"/>
                  </a:lnTo>
                  <a:lnTo>
                    <a:pt x="277654" y="69914"/>
                  </a:lnTo>
                  <a:close/>
                </a:path>
              </a:pathLst>
            </a:custGeom>
            <a:grpFill/>
            <a:ln w="9525" cap="flat">
              <a:noFill/>
              <a:prstDash val="solid"/>
              <a:miter/>
            </a:ln>
          </p:spPr>
          <p:txBody>
            <a:bodyPr rtlCol="0" anchor="ctr"/>
            <a:lstStyle/>
            <a:p>
              <a:endParaRPr lang="en-GB"/>
            </a:p>
          </p:txBody>
        </p:sp>
        <p:sp>
          <p:nvSpPr>
            <p:cNvPr id="54" name="Freeform: Shape 46">
              <a:extLst>
                <a:ext uri="{FF2B5EF4-FFF2-40B4-BE49-F238E27FC236}">
                  <a16:creationId xmlns:a16="http://schemas.microsoft.com/office/drawing/2014/main" id="{B31390DA-1D9B-FE05-0048-4672E630345C}"/>
                </a:ext>
              </a:extLst>
            </p:cNvPr>
            <p:cNvSpPr/>
            <p:nvPr/>
          </p:nvSpPr>
          <p:spPr>
            <a:xfrm>
              <a:off x="1523935" y="2846965"/>
              <a:ext cx="633031" cy="495109"/>
            </a:xfrm>
            <a:custGeom>
              <a:avLst/>
              <a:gdLst>
                <a:gd name="connsiteX0" fmla="*/ 633032 w 633031"/>
                <a:gd name="connsiteY0" fmla="*/ 0 h 495109"/>
                <a:gd name="connsiteX1" fmla="*/ 426720 w 633031"/>
                <a:gd name="connsiteY1" fmla="*/ 97727 h 495109"/>
                <a:gd name="connsiteX2" fmla="*/ 388239 w 633031"/>
                <a:gd name="connsiteY2" fmla="*/ 252413 h 495109"/>
                <a:gd name="connsiteX3" fmla="*/ 316516 w 633031"/>
                <a:gd name="connsiteY3" fmla="*/ 111062 h 495109"/>
                <a:gd name="connsiteX4" fmla="*/ 244412 w 633031"/>
                <a:gd name="connsiteY4" fmla="*/ 252413 h 495109"/>
                <a:gd name="connsiteX5" fmla="*/ 206216 w 633031"/>
                <a:gd name="connsiteY5" fmla="*/ 97727 h 495109"/>
                <a:gd name="connsiteX6" fmla="*/ 0 w 633031"/>
                <a:gd name="connsiteY6" fmla="*/ 0 h 495109"/>
                <a:gd name="connsiteX7" fmla="*/ 316516 w 633031"/>
                <a:gd name="connsiteY7" fmla="*/ 495110 h 495109"/>
                <a:gd name="connsiteX8" fmla="*/ 633032 w 633031"/>
                <a:gd name="connsiteY8" fmla="*/ 0 h 495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3031" h="495109">
                  <a:moveTo>
                    <a:pt x="633032" y="0"/>
                  </a:moveTo>
                  <a:lnTo>
                    <a:pt x="426720" y="97727"/>
                  </a:lnTo>
                  <a:lnTo>
                    <a:pt x="388239" y="252413"/>
                  </a:lnTo>
                  <a:lnTo>
                    <a:pt x="316516" y="111062"/>
                  </a:lnTo>
                  <a:lnTo>
                    <a:pt x="244412" y="252413"/>
                  </a:lnTo>
                  <a:lnTo>
                    <a:pt x="206216" y="97727"/>
                  </a:lnTo>
                  <a:lnTo>
                    <a:pt x="0" y="0"/>
                  </a:lnTo>
                  <a:lnTo>
                    <a:pt x="316516" y="495110"/>
                  </a:lnTo>
                  <a:lnTo>
                    <a:pt x="633032" y="0"/>
                  </a:lnTo>
                  <a:close/>
                </a:path>
              </a:pathLst>
            </a:custGeom>
            <a:grpFill/>
            <a:ln w="9525" cap="flat">
              <a:noFill/>
              <a:prstDash val="solid"/>
              <a:miter/>
            </a:ln>
          </p:spPr>
          <p:txBody>
            <a:bodyPr rtlCol="0" anchor="ctr"/>
            <a:lstStyle/>
            <a:p>
              <a:endParaRPr lang="en-GB"/>
            </a:p>
          </p:txBody>
        </p:sp>
      </p:grpSp>
    </p:spTree>
    <p:extLst>
      <p:ext uri="{BB962C8B-B14F-4D97-AF65-F5344CB8AC3E}">
        <p14:creationId xmlns:p14="http://schemas.microsoft.com/office/powerpoint/2010/main" val="172391074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Divider Slide">
    <p:bg>
      <p:bgPr>
        <a:gradFill>
          <a:gsLst>
            <a:gs pos="100000">
              <a:schemeClr val="tx2"/>
            </a:gs>
            <a:gs pos="0">
              <a:schemeClr val="tx2">
                <a:lumMod val="75000"/>
              </a:schemeClr>
            </a:gs>
          </a:gsLst>
          <a:lin ang="5400000" scaled="1"/>
        </a:gra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2DD018E-7252-47A2-DCDA-E0E4C75A9C35}"/>
              </a:ext>
            </a:extLst>
          </p:cNvPr>
          <p:cNvSpPr/>
          <p:nvPr userDrawn="1"/>
        </p:nvSpPr>
        <p:spPr>
          <a:xfrm>
            <a:off x="0" y="0"/>
            <a:ext cx="12192000" cy="6853555"/>
          </a:xfrm>
          <a:prstGeom prst="rect">
            <a:avLst/>
          </a:prstGeom>
          <a:gradFill>
            <a:gsLst>
              <a:gs pos="100000">
                <a:schemeClr val="tx2"/>
              </a:gs>
              <a:gs pos="0">
                <a:schemeClr val="tx2">
                  <a:lumMod val="7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6F2BB40-2670-383A-AA42-DB1EDE9E664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1460" y="14778"/>
            <a:ext cx="4384738" cy="6861222"/>
          </a:xfrm>
          <a:prstGeom prst="rect">
            <a:avLst/>
          </a:prstGeom>
        </p:spPr>
      </p:pic>
      <p:sp>
        <p:nvSpPr>
          <p:cNvPr id="2" name="Title 1">
            <a:extLst>
              <a:ext uri="{FF2B5EF4-FFF2-40B4-BE49-F238E27FC236}">
                <a16:creationId xmlns:a16="http://schemas.microsoft.com/office/drawing/2014/main" id="{F6B8D04E-BDD5-1F64-6209-2F4B4F2000E7}"/>
              </a:ext>
            </a:extLst>
          </p:cNvPr>
          <p:cNvSpPr>
            <a:spLocks noGrp="1"/>
          </p:cNvSpPr>
          <p:nvPr>
            <p:ph type="ctrTitle" hasCustomPrompt="1"/>
          </p:nvPr>
        </p:nvSpPr>
        <p:spPr>
          <a:xfrm>
            <a:off x="3156238" y="2321004"/>
            <a:ext cx="8439419" cy="984885"/>
          </a:xfrm>
          <a:prstGeom prst="rect">
            <a:avLst/>
          </a:prstGeom>
        </p:spPr>
        <p:txBody>
          <a:bodyPr vert="horz" wrap="square" lIns="0" tIns="0" rIns="0" bIns="0" rtlCol="0" anchor="ctr" anchorCtr="0">
            <a:spAutoFit/>
          </a:bodyPr>
          <a:lstStyle>
            <a:lvl1pPr algn="l">
              <a:lnSpc>
                <a:spcPct val="100000"/>
              </a:lnSpc>
              <a:defRPr lang="en-US" sz="3200" dirty="0">
                <a:solidFill>
                  <a:schemeClr val="bg1"/>
                </a:solidFill>
              </a:defRPr>
            </a:lvl1pPr>
          </a:lstStyle>
          <a:p>
            <a:pPr lvl="0"/>
            <a:r>
              <a:rPr lang="en-GB" dirty="0"/>
              <a:t>Click to edit </a:t>
            </a:r>
            <a:br>
              <a:rPr lang="en-GB" dirty="0"/>
            </a:br>
            <a:r>
              <a:rPr lang="en-GB" dirty="0"/>
              <a:t>Master title style</a:t>
            </a:r>
            <a:endParaRPr lang="en-US" dirty="0"/>
          </a:p>
        </p:txBody>
      </p:sp>
      <p:sp>
        <p:nvSpPr>
          <p:cNvPr id="3" name="Subtitle 2">
            <a:extLst>
              <a:ext uri="{FF2B5EF4-FFF2-40B4-BE49-F238E27FC236}">
                <a16:creationId xmlns:a16="http://schemas.microsoft.com/office/drawing/2014/main" id="{A4E4F35D-11C4-5CAB-4D65-A671ADAD38B0}"/>
              </a:ext>
            </a:extLst>
          </p:cNvPr>
          <p:cNvSpPr>
            <a:spLocks noGrp="1"/>
          </p:cNvSpPr>
          <p:nvPr>
            <p:ph type="subTitle" idx="1"/>
          </p:nvPr>
        </p:nvSpPr>
        <p:spPr>
          <a:xfrm>
            <a:off x="3156238" y="3479447"/>
            <a:ext cx="8439419" cy="579303"/>
          </a:xfrm>
        </p:spPr>
        <p:txBody>
          <a:bodyPr wrap="square">
            <a:spAutoFit/>
          </a:bodyPr>
          <a:lstStyle>
            <a:lvl1pPr marL="270000" indent="-270000" algn="l">
              <a:spcBef>
                <a:spcPts val="600"/>
              </a:spcBef>
              <a:buFont typeface="Arial" panose="020B0604020202020204" pitchFamily="34" charset="0"/>
              <a:buChar char="•"/>
              <a:defRPr sz="20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7565411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2_Divider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2DD018E-7252-47A2-DCDA-E0E4C75A9C35}"/>
              </a:ext>
            </a:extLst>
          </p:cNvPr>
          <p:cNvSpPr/>
          <p:nvPr userDrawn="1"/>
        </p:nvSpPr>
        <p:spPr>
          <a:xfrm>
            <a:off x="12000" y="4445"/>
            <a:ext cx="12192000" cy="68535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a:extLst>
              <a:ext uri="{FF2B5EF4-FFF2-40B4-BE49-F238E27FC236}">
                <a16:creationId xmlns:a16="http://schemas.microsoft.com/office/drawing/2014/main" id="{91754848-8A85-8A25-4E00-11CBD12476F1}"/>
              </a:ext>
            </a:extLst>
          </p:cNvPr>
          <p:cNvSpPr/>
          <p:nvPr userDrawn="1"/>
        </p:nvSpPr>
        <p:spPr>
          <a:xfrm>
            <a:off x="12000" y="0"/>
            <a:ext cx="4377301" cy="6858000"/>
          </a:xfrm>
          <a:custGeom>
            <a:avLst/>
            <a:gdLst>
              <a:gd name="connsiteX0" fmla="*/ 0 w 4415589"/>
              <a:gd name="connsiteY0" fmla="*/ 1579486 h 6886776"/>
              <a:gd name="connsiteX1" fmla="*/ 0 w 4415589"/>
              <a:gd name="connsiteY1" fmla="*/ 6886776 h 6886776"/>
              <a:gd name="connsiteX2" fmla="*/ 4415589 w 4415589"/>
              <a:gd name="connsiteY2" fmla="*/ 0 h 6886776"/>
              <a:gd name="connsiteX3" fmla="*/ 1479884 w 4415589"/>
              <a:gd name="connsiteY3" fmla="*/ 1395663 h 6886776"/>
              <a:gd name="connsiteX4" fmla="*/ 974558 w 4415589"/>
              <a:gd name="connsiteY4" fmla="*/ 3441031 h 6886776"/>
              <a:gd name="connsiteX5" fmla="*/ 0 w 4415589"/>
              <a:gd name="connsiteY5" fmla="*/ 1579486 h 6886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15589" h="6886776">
                <a:moveTo>
                  <a:pt x="0" y="1579486"/>
                </a:moveTo>
                <a:lnTo>
                  <a:pt x="0" y="6886776"/>
                </a:lnTo>
                <a:lnTo>
                  <a:pt x="4415589" y="0"/>
                </a:lnTo>
                <a:lnTo>
                  <a:pt x="1479884" y="1395663"/>
                </a:lnTo>
                <a:lnTo>
                  <a:pt x="974558" y="3441031"/>
                </a:lnTo>
                <a:lnTo>
                  <a:pt x="0" y="1579486"/>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B8D04E-BDD5-1F64-6209-2F4B4F2000E7}"/>
              </a:ext>
            </a:extLst>
          </p:cNvPr>
          <p:cNvSpPr>
            <a:spLocks noGrp="1"/>
          </p:cNvSpPr>
          <p:nvPr>
            <p:ph type="ctrTitle" hasCustomPrompt="1"/>
          </p:nvPr>
        </p:nvSpPr>
        <p:spPr>
          <a:xfrm>
            <a:off x="3582991" y="2738704"/>
            <a:ext cx="7572689" cy="984885"/>
          </a:xfrm>
          <a:prstGeom prst="rect">
            <a:avLst/>
          </a:prstGeom>
        </p:spPr>
        <p:txBody>
          <a:bodyPr vert="horz" wrap="square" lIns="0" tIns="0" rIns="0" bIns="0" rtlCol="0" anchor="ctr" anchorCtr="0">
            <a:spAutoFit/>
          </a:bodyPr>
          <a:lstStyle>
            <a:lvl1pPr algn="l">
              <a:lnSpc>
                <a:spcPct val="100000"/>
              </a:lnSpc>
              <a:defRPr lang="en-US" sz="3200" dirty="0">
                <a:solidFill>
                  <a:srgbClr val="BF2026"/>
                </a:solidFill>
              </a:defRPr>
            </a:lvl1pPr>
          </a:lstStyle>
          <a:p>
            <a:pPr lvl="0"/>
            <a:r>
              <a:rPr lang="en-GB" dirty="0"/>
              <a:t>Click to edit </a:t>
            </a:r>
            <a:br>
              <a:rPr lang="en-GB" dirty="0"/>
            </a:br>
            <a:r>
              <a:rPr lang="en-GB" dirty="0"/>
              <a:t>Master title style</a:t>
            </a:r>
            <a:endParaRPr lang="en-US" dirty="0"/>
          </a:p>
        </p:txBody>
      </p:sp>
      <p:sp>
        <p:nvSpPr>
          <p:cNvPr id="3" name="Subtitle 2">
            <a:extLst>
              <a:ext uri="{FF2B5EF4-FFF2-40B4-BE49-F238E27FC236}">
                <a16:creationId xmlns:a16="http://schemas.microsoft.com/office/drawing/2014/main" id="{A4E4F35D-11C4-5CAB-4D65-A671ADAD38B0}"/>
              </a:ext>
            </a:extLst>
          </p:cNvPr>
          <p:cNvSpPr>
            <a:spLocks noGrp="1"/>
          </p:cNvSpPr>
          <p:nvPr>
            <p:ph type="subTitle" idx="1"/>
          </p:nvPr>
        </p:nvSpPr>
        <p:spPr>
          <a:xfrm>
            <a:off x="3582991" y="3897147"/>
            <a:ext cx="7572689" cy="371127"/>
          </a:xfrm>
        </p:spPr>
        <p:txBody>
          <a:bodyPr wrap="square">
            <a:spAutoFit/>
          </a:bodyPr>
          <a:lstStyle>
            <a:lvl1pPr marL="0" indent="0" algn="l">
              <a:spcBef>
                <a:spcPts val="600"/>
              </a:spcBef>
              <a:buFont typeface="Arial" panose="020B0604020202020204" pitchFamily="34" charset="0"/>
              <a:buNone/>
              <a:defRPr sz="2000">
                <a:solidFill>
                  <a:srgbClr val="BF2026"/>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216844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3_Divider Slide">
    <p:bg>
      <p:bgPr>
        <a:gradFill>
          <a:gsLst>
            <a:gs pos="100000">
              <a:schemeClr val="tx2"/>
            </a:gs>
            <a:gs pos="0">
              <a:schemeClr val="tx2">
                <a:lumMod val="75000"/>
              </a:schemeClr>
            </a:gs>
          </a:gsLst>
          <a:lin ang="5400000" scaled="1"/>
        </a:gradFill>
        <a:effectLst/>
      </p:bgPr>
    </p:bg>
    <p:spTree>
      <p:nvGrpSpPr>
        <p:cNvPr id="1" name=""/>
        <p:cNvGrpSpPr/>
        <p:nvPr/>
      </p:nvGrpSpPr>
      <p:grpSpPr>
        <a:xfrm>
          <a:off x="0" y="0"/>
          <a:ext cx="0" cy="0"/>
          <a:chOff x="0" y="0"/>
          <a:chExt cx="0" cy="0"/>
        </a:xfrm>
      </p:grpSpPr>
      <p:sp>
        <p:nvSpPr>
          <p:cNvPr id="4" name="Rectangle 54">
            <a:extLst>
              <a:ext uri="{FF2B5EF4-FFF2-40B4-BE49-F238E27FC236}">
                <a16:creationId xmlns:a16="http://schemas.microsoft.com/office/drawing/2014/main" id="{D934D638-005E-C5D7-9B66-5AA8E3D1FBBC}"/>
              </a:ext>
            </a:extLst>
          </p:cNvPr>
          <p:cNvSpPr/>
          <p:nvPr userDrawn="1"/>
        </p:nvSpPr>
        <p:spPr>
          <a:xfrm>
            <a:off x="4635500" y="-25400"/>
            <a:ext cx="7564100" cy="6883400"/>
          </a:xfrm>
          <a:custGeom>
            <a:avLst/>
            <a:gdLst>
              <a:gd name="connsiteX0" fmla="*/ 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0 w 7564100"/>
              <a:gd name="connsiteY4" fmla="*/ 0 h 6858000"/>
              <a:gd name="connsiteX0" fmla="*/ 403860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4038600 w 7564100"/>
              <a:gd name="connsiteY4" fmla="*/ 0 h 6858000"/>
              <a:gd name="connsiteX0" fmla="*/ 4622800 w 7564100"/>
              <a:gd name="connsiteY0" fmla="*/ 0 h 6883400"/>
              <a:gd name="connsiteX1" fmla="*/ 7564100 w 7564100"/>
              <a:gd name="connsiteY1" fmla="*/ 25400 h 6883400"/>
              <a:gd name="connsiteX2" fmla="*/ 7564100 w 7564100"/>
              <a:gd name="connsiteY2" fmla="*/ 6883400 h 6883400"/>
              <a:gd name="connsiteX3" fmla="*/ 0 w 7564100"/>
              <a:gd name="connsiteY3" fmla="*/ 6883400 h 6883400"/>
              <a:gd name="connsiteX4" fmla="*/ 4622800 w 7564100"/>
              <a:gd name="connsiteY4" fmla="*/ 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4100" h="6883400">
                <a:moveTo>
                  <a:pt x="4622800" y="0"/>
                </a:moveTo>
                <a:lnTo>
                  <a:pt x="7564100" y="25400"/>
                </a:lnTo>
                <a:lnTo>
                  <a:pt x="7564100" y="6883400"/>
                </a:lnTo>
                <a:lnTo>
                  <a:pt x="0" y="6883400"/>
                </a:lnTo>
                <a:lnTo>
                  <a:pt x="4622800" y="0"/>
                </a:lnTo>
                <a:close/>
              </a:path>
            </a:pathLst>
          </a:custGeom>
          <a:solidFill>
            <a:srgbClr val="C32626">
              <a:alpha val="38000"/>
            </a:srgbClr>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srgbClr val="FFFFFF"/>
              </a:solidFill>
              <a:effectLst/>
              <a:uLnTx/>
              <a:uFillTx/>
              <a:latin typeface="Barlow-Regular" panose="02040502050405020303"/>
              <a:ea typeface="+mn-ea"/>
              <a:cs typeface="+mn-cs"/>
            </a:endParaRPr>
          </a:p>
        </p:txBody>
      </p:sp>
      <p:sp>
        <p:nvSpPr>
          <p:cNvPr id="5" name="Title 1">
            <a:extLst>
              <a:ext uri="{FF2B5EF4-FFF2-40B4-BE49-F238E27FC236}">
                <a16:creationId xmlns:a16="http://schemas.microsoft.com/office/drawing/2014/main" id="{7ABB3D88-35BD-7D98-E3B9-3F9F5DD78C67}"/>
              </a:ext>
            </a:extLst>
          </p:cNvPr>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dirty="0"/>
              <a:t>Click to edit Master title style</a:t>
            </a:r>
            <a:endParaRPr lang="en-IN" dirty="0"/>
          </a:p>
        </p:txBody>
      </p:sp>
      <p:sp>
        <p:nvSpPr>
          <p:cNvPr id="6" name="Subtitle 2">
            <a:extLst>
              <a:ext uri="{FF2B5EF4-FFF2-40B4-BE49-F238E27FC236}">
                <a16:creationId xmlns:a16="http://schemas.microsoft.com/office/drawing/2014/main" id="{0B1B10E8-02DA-BBBE-7B1F-DEA618D6945F}"/>
              </a:ext>
            </a:extLst>
          </p:cNvPr>
          <p:cNvSpPr>
            <a:spLocks noGrp="1"/>
          </p:cNvSpPr>
          <p:nvPr>
            <p:ph type="subTitle" idx="1"/>
          </p:nvPr>
        </p:nvSpPr>
        <p:spPr>
          <a:xfrm>
            <a:off x="1524000" y="3602038"/>
            <a:ext cx="9144000" cy="1655762"/>
          </a:xfrm>
        </p:spPr>
        <p:txBody>
          <a:bodyPr/>
          <a:lstStyle>
            <a:lvl1pPr marL="0" indent="0" algn="ctr">
              <a:buNone/>
              <a:defRPr sz="2400">
                <a:solidFill>
                  <a:schemeClr val="bg1"/>
                </a:solidFill>
                <a:latin typeface="Barlow"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IN" dirty="0"/>
          </a:p>
        </p:txBody>
      </p:sp>
    </p:spTree>
    <p:extLst>
      <p:ext uri="{BB962C8B-B14F-4D97-AF65-F5344CB8AC3E}">
        <p14:creationId xmlns:p14="http://schemas.microsoft.com/office/powerpoint/2010/main" val="207186863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Basic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5158830-04D2-B24C-C3E4-FA2D3EFAAC0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217604" y="-66299"/>
            <a:ext cx="1974396" cy="2815474"/>
          </a:xfrm>
          <a:prstGeom prst="rect">
            <a:avLst/>
          </a:prstGeom>
        </p:spPr>
      </p:pic>
      <p:sp>
        <p:nvSpPr>
          <p:cNvPr id="6" name="Title 1">
            <a:extLst>
              <a:ext uri="{FF2B5EF4-FFF2-40B4-BE49-F238E27FC236}">
                <a16:creationId xmlns:a16="http://schemas.microsoft.com/office/drawing/2014/main" id="{47E03D08-E7E5-0625-F089-56B61B810947}"/>
              </a:ext>
            </a:extLst>
          </p:cNvPr>
          <p:cNvSpPr>
            <a:spLocks noGrp="1"/>
          </p:cNvSpPr>
          <p:nvPr>
            <p:ph type="ctrTitle" hasCustomPrompt="1"/>
          </p:nvPr>
        </p:nvSpPr>
        <p:spPr>
          <a:xfrm>
            <a:off x="360000" y="338447"/>
            <a:ext cx="11484000" cy="984885"/>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a:t>
            </a:r>
            <a:br>
              <a:rPr lang="en-GB"/>
            </a:br>
            <a:r>
              <a:rPr lang="en-GB"/>
              <a:t>Master title style</a:t>
            </a:r>
            <a:endParaRPr lang="en-US"/>
          </a:p>
        </p:txBody>
      </p:sp>
      <p:sp>
        <p:nvSpPr>
          <p:cNvPr id="7" name="Rectangle 6">
            <a:extLst>
              <a:ext uri="{FF2B5EF4-FFF2-40B4-BE49-F238E27FC236}">
                <a16:creationId xmlns:a16="http://schemas.microsoft.com/office/drawing/2014/main" id="{AB963EDD-C568-B0D6-3246-59FC7F1B098D}"/>
              </a:ext>
            </a:extLst>
          </p:cNvPr>
          <p:cNvSpPr/>
          <p:nvPr userDrawn="1"/>
        </p:nvSpPr>
        <p:spPr>
          <a:xfrm>
            <a:off x="359998" y="1488586"/>
            <a:ext cx="5400000" cy="72000"/>
          </a:xfrm>
          <a:prstGeom prst="rect">
            <a:avLst/>
          </a:prstGeom>
          <a:gradFill flip="none" rotWithShape="1">
            <a:gsLst>
              <a:gs pos="100000">
                <a:schemeClr val="bg1"/>
              </a:gs>
              <a:gs pos="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ubtitle 2">
            <a:extLst>
              <a:ext uri="{FF2B5EF4-FFF2-40B4-BE49-F238E27FC236}">
                <a16:creationId xmlns:a16="http://schemas.microsoft.com/office/drawing/2014/main" id="{7BB53FCF-24B3-A076-E68F-18C74C69765B}"/>
              </a:ext>
            </a:extLst>
          </p:cNvPr>
          <p:cNvSpPr>
            <a:spLocks noGrp="1"/>
          </p:cNvSpPr>
          <p:nvPr>
            <p:ph type="subTitle" idx="1"/>
          </p:nvPr>
        </p:nvSpPr>
        <p:spPr>
          <a:xfrm>
            <a:off x="360000" y="1719524"/>
            <a:ext cx="11484000" cy="458757"/>
          </a:xfrm>
        </p:spPr>
        <p:txBody>
          <a:bodyPr>
            <a:spAutoFit/>
          </a:bodyPr>
          <a:lstStyle>
            <a:lvl1pPr marL="0" indent="0" algn="l">
              <a:lnSpc>
                <a:spcPct val="100000"/>
              </a:lnSpc>
              <a:spcBef>
                <a:spcPts val="0"/>
              </a:spcBef>
              <a:buNone/>
              <a:defRPr sz="1800">
                <a:solidFill>
                  <a:schemeClr val="tx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58710440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2_Basic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6CDE1A2-F85B-32AA-CE59-F2FC232966CD}"/>
              </a:ext>
            </a:extLst>
          </p:cNvPr>
          <p:cNvSpPr>
            <a:spLocks noGrp="1"/>
          </p:cNvSpPr>
          <p:nvPr>
            <p:ph type="ctrTitle" hasCustomPrompt="1"/>
          </p:nvPr>
        </p:nvSpPr>
        <p:spPr>
          <a:xfrm>
            <a:off x="360000" y="338447"/>
            <a:ext cx="11484000" cy="984885"/>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a:t>
            </a:r>
            <a:br>
              <a:rPr lang="en-GB"/>
            </a:br>
            <a:r>
              <a:rPr lang="en-GB"/>
              <a:t>Master title style</a:t>
            </a:r>
            <a:endParaRPr lang="en-US"/>
          </a:p>
        </p:txBody>
      </p:sp>
      <p:sp>
        <p:nvSpPr>
          <p:cNvPr id="8" name="Rectangle 7">
            <a:extLst>
              <a:ext uri="{FF2B5EF4-FFF2-40B4-BE49-F238E27FC236}">
                <a16:creationId xmlns:a16="http://schemas.microsoft.com/office/drawing/2014/main" id="{A31635F8-3916-7801-F497-D00741DD50AE}"/>
              </a:ext>
            </a:extLst>
          </p:cNvPr>
          <p:cNvSpPr/>
          <p:nvPr userDrawn="1"/>
        </p:nvSpPr>
        <p:spPr>
          <a:xfrm>
            <a:off x="359998" y="1488586"/>
            <a:ext cx="5400000" cy="72000"/>
          </a:xfrm>
          <a:prstGeom prst="rect">
            <a:avLst/>
          </a:prstGeom>
          <a:gradFill flip="none" rotWithShape="1">
            <a:gsLst>
              <a:gs pos="100000">
                <a:schemeClr val="bg1"/>
              </a:gs>
              <a:gs pos="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FE5A60ED-7A14-BC45-201C-D633BE8DA7A9}"/>
              </a:ext>
            </a:extLst>
          </p:cNvPr>
          <p:cNvSpPr>
            <a:spLocks noGrp="1"/>
          </p:cNvSpPr>
          <p:nvPr>
            <p:ph type="subTitle" idx="1"/>
          </p:nvPr>
        </p:nvSpPr>
        <p:spPr>
          <a:xfrm>
            <a:off x="360000" y="1719524"/>
            <a:ext cx="11484000" cy="458757"/>
          </a:xfrm>
        </p:spPr>
        <p:txBody>
          <a:bodyPr>
            <a:spAutoFit/>
          </a:bodyPr>
          <a:lstStyle>
            <a:lvl1pPr marL="0" indent="0" algn="l">
              <a:lnSpc>
                <a:spcPct val="100000"/>
              </a:lnSpc>
              <a:spcBef>
                <a:spcPts val="0"/>
              </a:spcBef>
              <a:buNone/>
              <a:defRPr sz="1800">
                <a:solidFill>
                  <a:schemeClr val="tx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387341085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_Basic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49E88B5-8AE5-FDFD-0B7D-4470E1B62B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217604" y="-66299"/>
            <a:ext cx="1974396" cy="2815474"/>
          </a:xfrm>
          <a:prstGeom prst="rect">
            <a:avLst/>
          </a:prstGeom>
        </p:spPr>
      </p:pic>
      <p:sp>
        <p:nvSpPr>
          <p:cNvPr id="7" name="Title 1">
            <a:extLst>
              <a:ext uri="{FF2B5EF4-FFF2-40B4-BE49-F238E27FC236}">
                <a16:creationId xmlns:a16="http://schemas.microsoft.com/office/drawing/2014/main" id="{FAAB6A95-7DFD-3C79-097F-EE03C8E1DC48}"/>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8" name="Rectangle 7">
            <a:extLst>
              <a:ext uri="{FF2B5EF4-FFF2-40B4-BE49-F238E27FC236}">
                <a16:creationId xmlns:a16="http://schemas.microsoft.com/office/drawing/2014/main" id="{B0FBD702-0245-F51A-D51E-DABA22336F0A}"/>
              </a:ext>
            </a:extLst>
          </p:cNvPr>
          <p:cNvSpPr/>
          <p:nvPr userDrawn="1"/>
        </p:nvSpPr>
        <p:spPr>
          <a:xfrm>
            <a:off x="359998" y="977410"/>
            <a:ext cx="5400000" cy="72000"/>
          </a:xfrm>
          <a:prstGeom prst="rect">
            <a:avLst/>
          </a:prstGeom>
          <a:gradFill flip="none" rotWithShape="1">
            <a:gsLst>
              <a:gs pos="100000">
                <a:schemeClr val="bg1"/>
              </a:gs>
              <a:gs pos="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9" name="Subtitle 2">
            <a:extLst>
              <a:ext uri="{FF2B5EF4-FFF2-40B4-BE49-F238E27FC236}">
                <a16:creationId xmlns:a16="http://schemas.microsoft.com/office/drawing/2014/main" id="{5BD309DB-C55C-01DD-2D53-2DC71D81B621}"/>
              </a:ext>
            </a:extLst>
          </p:cNvPr>
          <p:cNvSpPr>
            <a:spLocks noGrp="1"/>
          </p:cNvSpPr>
          <p:nvPr>
            <p:ph type="subTitle" idx="1"/>
          </p:nvPr>
        </p:nvSpPr>
        <p:spPr>
          <a:xfrm>
            <a:off x="360000" y="1187381"/>
            <a:ext cx="11484000" cy="458757"/>
          </a:xfrm>
        </p:spPr>
        <p:txBody>
          <a:bodyPr>
            <a:spAutoFit/>
          </a:bodyPr>
          <a:lstStyle>
            <a:lvl1pPr marL="0" indent="0" algn="l">
              <a:lnSpc>
                <a:spcPct val="100000"/>
              </a:lnSpc>
              <a:spcBef>
                <a:spcPts val="0"/>
              </a:spcBef>
              <a:buNone/>
              <a:defRPr sz="1800">
                <a:solidFill>
                  <a:schemeClr val="tx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Tree>
    <p:extLst>
      <p:ext uri="{BB962C8B-B14F-4D97-AF65-F5344CB8AC3E}">
        <p14:creationId xmlns:p14="http://schemas.microsoft.com/office/powerpoint/2010/main" val="21903325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4_Basic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AAB6A95-7DFD-3C79-097F-EE03C8E1DC48}"/>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dirty="0"/>
              <a:t>Click to edit Master title style</a:t>
            </a:r>
            <a:endParaRPr lang="en-US" dirty="0"/>
          </a:p>
        </p:txBody>
      </p:sp>
      <p:sp>
        <p:nvSpPr>
          <p:cNvPr id="8" name="Rectangle 7">
            <a:extLst>
              <a:ext uri="{FF2B5EF4-FFF2-40B4-BE49-F238E27FC236}">
                <a16:creationId xmlns:a16="http://schemas.microsoft.com/office/drawing/2014/main" id="{B0FBD702-0245-F51A-D51E-DABA22336F0A}"/>
              </a:ext>
            </a:extLst>
          </p:cNvPr>
          <p:cNvSpPr/>
          <p:nvPr userDrawn="1"/>
        </p:nvSpPr>
        <p:spPr>
          <a:xfrm>
            <a:off x="359998" y="977410"/>
            <a:ext cx="5400000" cy="72000"/>
          </a:xfrm>
          <a:prstGeom prst="rect">
            <a:avLst/>
          </a:prstGeom>
          <a:gradFill flip="none" rotWithShape="1">
            <a:gsLst>
              <a:gs pos="100000">
                <a:schemeClr val="bg1"/>
              </a:gs>
              <a:gs pos="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9" name="Subtitle 2">
            <a:extLst>
              <a:ext uri="{FF2B5EF4-FFF2-40B4-BE49-F238E27FC236}">
                <a16:creationId xmlns:a16="http://schemas.microsoft.com/office/drawing/2014/main" id="{5BD309DB-C55C-01DD-2D53-2DC71D81B621}"/>
              </a:ext>
            </a:extLst>
          </p:cNvPr>
          <p:cNvSpPr>
            <a:spLocks noGrp="1"/>
          </p:cNvSpPr>
          <p:nvPr>
            <p:ph type="subTitle" idx="1"/>
          </p:nvPr>
        </p:nvSpPr>
        <p:spPr>
          <a:xfrm>
            <a:off x="360000" y="1187381"/>
            <a:ext cx="11484000" cy="458757"/>
          </a:xfrm>
        </p:spPr>
        <p:txBody>
          <a:bodyPr>
            <a:spAutoFit/>
          </a:bodyPr>
          <a:lstStyle>
            <a:lvl1pPr marL="0" indent="0" algn="l">
              <a:lnSpc>
                <a:spcPct val="100000"/>
              </a:lnSpc>
              <a:spcBef>
                <a:spcPts val="0"/>
              </a:spcBef>
              <a:buNone/>
              <a:defRPr sz="1800">
                <a:solidFill>
                  <a:schemeClr val="tx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Tree>
    <p:extLst>
      <p:ext uri="{BB962C8B-B14F-4D97-AF65-F5344CB8AC3E}">
        <p14:creationId xmlns:p14="http://schemas.microsoft.com/office/powerpoint/2010/main" val="30188532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5_Basic Slide">
    <p:spTree>
      <p:nvGrpSpPr>
        <p:cNvPr id="1" name=""/>
        <p:cNvGrpSpPr/>
        <p:nvPr/>
      </p:nvGrpSpPr>
      <p:grpSpPr>
        <a:xfrm>
          <a:off x="0" y="0"/>
          <a:ext cx="0" cy="0"/>
          <a:chOff x="0" y="0"/>
          <a:chExt cx="0" cy="0"/>
        </a:xfrm>
      </p:grpSpPr>
      <p:sp>
        <p:nvSpPr>
          <p:cNvPr id="2" name="Rectangle 54">
            <a:extLst>
              <a:ext uri="{FF2B5EF4-FFF2-40B4-BE49-F238E27FC236}">
                <a16:creationId xmlns:a16="http://schemas.microsoft.com/office/drawing/2014/main" id="{ABCA9587-0B3E-5EFA-2A4F-E25A5E6F10E8}"/>
              </a:ext>
            </a:extLst>
          </p:cNvPr>
          <p:cNvSpPr/>
          <p:nvPr userDrawn="1"/>
        </p:nvSpPr>
        <p:spPr>
          <a:xfrm>
            <a:off x="4635500" y="-25400"/>
            <a:ext cx="7564100" cy="6883400"/>
          </a:xfrm>
          <a:custGeom>
            <a:avLst/>
            <a:gdLst>
              <a:gd name="connsiteX0" fmla="*/ 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0 w 7564100"/>
              <a:gd name="connsiteY4" fmla="*/ 0 h 6858000"/>
              <a:gd name="connsiteX0" fmla="*/ 403860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4038600 w 7564100"/>
              <a:gd name="connsiteY4" fmla="*/ 0 h 6858000"/>
              <a:gd name="connsiteX0" fmla="*/ 4622800 w 7564100"/>
              <a:gd name="connsiteY0" fmla="*/ 0 h 6883400"/>
              <a:gd name="connsiteX1" fmla="*/ 7564100 w 7564100"/>
              <a:gd name="connsiteY1" fmla="*/ 25400 h 6883400"/>
              <a:gd name="connsiteX2" fmla="*/ 7564100 w 7564100"/>
              <a:gd name="connsiteY2" fmla="*/ 6883400 h 6883400"/>
              <a:gd name="connsiteX3" fmla="*/ 0 w 7564100"/>
              <a:gd name="connsiteY3" fmla="*/ 6883400 h 6883400"/>
              <a:gd name="connsiteX4" fmla="*/ 4622800 w 7564100"/>
              <a:gd name="connsiteY4" fmla="*/ 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4100" h="6883400">
                <a:moveTo>
                  <a:pt x="4622800" y="0"/>
                </a:moveTo>
                <a:lnTo>
                  <a:pt x="7564100" y="25400"/>
                </a:lnTo>
                <a:lnTo>
                  <a:pt x="7564100" y="6883400"/>
                </a:lnTo>
                <a:lnTo>
                  <a:pt x="0" y="6883400"/>
                </a:lnTo>
                <a:lnTo>
                  <a:pt x="4622800" y="0"/>
                </a:lnTo>
                <a:close/>
              </a:path>
            </a:pathLst>
          </a:custGeom>
          <a:solidFill>
            <a:schemeClr val="bg1">
              <a:lumMod val="85000"/>
              <a:alpha val="50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Barlow-Regular" panose="02040502050405020303"/>
              <a:ea typeface="+mn-ea"/>
              <a:cs typeface="+mn-cs"/>
            </a:endParaRPr>
          </a:p>
        </p:txBody>
      </p:sp>
      <p:sp>
        <p:nvSpPr>
          <p:cNvPr id="7" name="Title 1">
            <a:extLst>
              <a:ext uri="{FF2B5EF4-FFF2-40B4-BE49-F238E27FC236}">
                <a16:creationId xmlns:a16="http://schemas.microsoft.com/office/drawing/2014/main" id="{16CDE1A2-F85B-32AA-CE59-F2FC232966CD}"/>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dirty="0"/>
              <a:t>Click to edit Master title style</a:t>
            </a:r>
            <a:endParaRPr lang="en-US" dirty="0"/>
          </a:p>
        </p:txBody>
      </p:sp>
      <p:sp>
        <p:nvSpPr>
          <p:cNvPr id="8" name="Rectangle 7">
            <a:extLst>
              <a:ext uri="{FF2B5EF4-FFF2-40B4-BE49-F238E27FC236}">
                <a16:creationId xmlns:a16="http://schemas.microsoft.com/office/drawing/2014/main" id="{A31635F8-3916-7801-F497-D00741DD50AE}"/>
              </a:ext>
            </a:extLst>
          </p:cNvPr>
          <p:cNvSpPr/>
          <p:nvPr userDrawn="1"/>
        </p:nvSpPr>
        <p:spPr>
          <a:xfrm>
            <a:off x="359998" y="1488586"/>
            <a:ext cx="5400000" cy="72000"/>
          </a:xfrm>
          <a:prstGeom prst="rect">
            <a:avLst/>
          </a:prstGeom>
          <a:gradFill flip="none" rotWithShape="1">
            <a:gsLst>
              <a:gs pos="100000">
                <a:schemeClr val="bg1"/>
              </a:gs>
              <a:gs pos="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9" name="Subtitle 2">
            <a:extLst>
              <a:ext uri="{FF2B5EF4-FFF2-40B4-BE49-F238E27FC236}">
                <a16:creationId xmlns:a16="http://schemas.microsoft.com/office/drawing/2014/main" id="{FE5A60ED-7A14-BC45-201C-D633BE8DA7A9}"/>
              </a:ext>
            </a:extLst>
          </p:cNvPr>
          <p:cNvSpPr>
            <a:spLocks noGrp="1"/>
          </p:cNvSpPr>
          <p:nvPr>
            <p:ph type="subTitle" idx="1"/>
          </p:nvPr>
        </p:nvSpPr>
        <p:spPr>
          <a:xfrm>
            <a:off x="285135" y="854284"/>
            <a:ext cx="11558865" cy="461665"/>
          </a:xfrm>
        </p:spPr>
        <p:txBody>
          <a:bodyPr wrap="square">
            <a:spAutoFit/>
          </a:bodyPr>
          <a:lstStyle>
            <a:lvl1pPr marL="0" indent="0" algn="l">
              <a:lnSpc>
                <a:spcPct val="100000"/>
              </a:lnSpc>
              <a:spcBef>
                <a:spcPts val="0"/>
              </a:spcBef>
              <a:buNone/>
              <a:defRPr lang="en-US" sz="2400" b="1" kern="1200" dirty="0">
                <a:solidFill>
                  <a:schemeClr val="accent1"/>
                </a:solidFill>
                <a:latin typeface="Barlow Medium" panose="00000600000000000000"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Tree>
    <p:extLst>
      <p:ext uri="{BB962C8B-B14F-4D97-AF65-F5344CB8AC3E}">
        <p14:creationId xmlns:p14="http://schemas.microsoft.com/office/powerpoint/2010/main" val="326774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0_Basic Slide">
    <p:spTree>
      <p:nvGrpSpPr>
        <p:cNvPr id="1" name=""/>
        <p:cNvGrpSpPr/>
        <p:nvPr/>
      </p:nvGrpSpPr>
      <p:grpSpPr>
        <a:xfrm>
          <a:off x="0" y="0"/>
          <a:ext cx="0" cy="0"/>
          <a:chOff x="0" y="0"/>
          <a:chExt cx="0" cy="0"/>
        </a:xfrm>
      </p:grpSpPr>
      <p:sp>
        <p:nvSpPr>
          <p:cNvPr id="2" name="Rectangle 54">
            <a:extLst>
              <a:ext uri="{FF2B5EF4-FFF2-40B4-BE49-F238E27FC236}">
                <a16:creationId xmlns:a16="http://schemas.microsoft.com/office/drawing/2014/main" id="{ABCA9587-0B3E-5EFA-2A4F-E25A5E6F10E8}"/>
              </a:ext>
            </a:extLst>
          </p:cNvPr>
          <p:cNvSpPr/>
          <p:nvPr userDrawn="1"/>
        </p:nvSpPr>
        <p:spPr>
          <a:xfrm>
            <a:off x="4635500" y="-25400"/>
            <a:ext cx="7564100" cy="6883400"/>
          </a:xfrm>
          <a:custGeom>
            <a:avLst/>
            <a:gdLst>
              <a:gd name="connsiteX0" fmla="*/ 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0 w 7564100"/>
              <a:gd name="connsiteY4" fmla="*/ 0 h 6858000"/>
              <a:gd name="connsiteX0" fmla="*/ 403860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4038600 w 7564100"/>
              <a:gd name="connsiteY4" fmla="*/ 0 h 6858000"/>
              <a:gd name="connsiteX0" fmla="*/ 4622800 w 7564100"/>
              <a:gd name="connsiteY0" fmla="*/ 0 h 6883400"/>
              <a:gd name="connsiteX1" fmla="*/ 7564100 w 7564100"/>
              <a:gd name="connsiteY1" fmla="*/ 25400 h 6883400"/>
              <a:gd name="connsiteX2" fmla="*/ 7564100 w 7564100"/>
              <a:gd name="connsiteY2" fmla="*/ 6883400 h 6883400"/>
              <a:gd name="connsiteX3" fmla="*/ 0 w 7564100"/>
              <a:gd name="connsiteY3" fmla="*/ 6883400 h 6883400"/>
              <a:gd name="connsiteX4" fmla="*/ 4622800 w 7564100"/>
              <a:gd name="connsiteY4" fmla="*/ 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4100" h="6883400">
                <a:moveTo>
                  <a:pt x="4622800" y="0"/>
                </a:moveTo>
                <a:lnTo>
                  <a:pt x="7564100" y="25400"/>
                </a:lnTo>
                <a:lnTo>
                  <a:pt x="7564100" y="6883400"/>
                </a:lnTo>
                <a:lnTo>
                  <a:pt x="0" y="6883400"/>
                </a:lnTo>
                <a:lnTo>
                  <a:pt x="4622800" y="0"/>
                </a:lnTo>
                <a:close/>
              </a:path>
            </a:pathLst>
          </a:custGeom>
          <a:solidFill>
            <a:schemeClr val="bg1">
              <a:lumMod val="85000"/>
              <a:alpha val="50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Barlow-Regular" panose="02040502050405020303"/>
              <a:ea typeface="+mn-ea"/>
              <a:cs typeface="+mn-cs"/>
            </a:endParaRPr>
          </a:p>
        </p:txBody>
      </p:sp>
      <p:sp>
        <p:nvSpPr>
          <p:cNvPr id="7" name="Title 1">
            <a:extLst>
              <a:ext uri="{FF2B5EF4-FFF2-40B4-BE49-F238E27FC236}">
                <a16:creationId xmlns:a16="http://schemas.microsoft.com/office/drawing/2014/main" id="{16CDE1A2-F85B-32AA-CE59-F2FC232966CD}"/>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dirty="0"/>
              <a:t>Click to edit Master title style</a:t>
            </a:r>
            <a:endParaRPr lang="en-US" dirty="0"/>
          </a:p>
        </p:txBody>
      </p:sp>
      <p:sp>
        <p:nvSpPr>
          <p:cNvPr id="8" name="Rectangle 7">
            <a:extLst>
              <a:ext uri="{FF2B5EF4-FFF2-40B4-BE49-F238E27FC236}">
                <a16:creationId xmlns:a16="http://schemas.microsoft.com/office/drawing/2014/main" id="{A31635F8-3916-7801-F497-D00741DD50AE}"/>
              </a:ext>
            </a:extLst>
          </p:cNvPr>
          <p:cNvSpPr/>
          <p:nvPr userDrawn="1"/>
        </p:nvSpPr>
        <p:spPr>
          <a:xfrm>
            <a:off x="359998" y="945661"/>
            <a:ext cx="5400000" cy="72000"/>
          </a:xfrm>
          <a:prstGeom prst="rect">
            <a:avLst/>
          </a:prstGeom>
          <a:gradFill flip="none" rotWithShape="1">
            <a:gsLst>
              <a:gs pos="100000">
                <a:schemeClr val="bg1"/>
              </a:gs>
              <a:gs pos="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Tree>
    <p:extLst>
      <p:ext uri="{BB962C8B-B14F-4D97-AF65-F5344CB8AC3E}">
        <p14:creationId xmlns:p14="http://schemas.microsoft.com/office/powerpoint/2010/main" val="227930435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6_Basic Slide">
    <p:spTree>
      <p:nvGrpSpPr>
        <p:cNvPr id="1" name=""/>
        <p:cNvGrpSpPr/>
        <p:nvPr/>
      </p:nvGrpSpPr>
      <p:grpSpPr>
        <a:xfrm>
          <a:off x="0" y="0"/>
          <a:ext cx="0" cy="0"/>
          <a:chOff x="0" y="0"/>
          <a:chExt cx="0" cy="0"/>
        </a:xfrm>
      </p:grpSpPr>
      <p:sp>
        <p:nvSpPr>
          <p:cNvPr id="2" name="Rectangle 54">
            <a:extLst>
              <a:ext uri="{FF2B5EF4-FFF2-40B4-BE49-F238E27FC236}">
                <a16:creationId xmlns:a16="http://schemas.microsoft.com/office/drawing/2014/main" id="{ABCA9587-0B3E-5EFA-2A4F-E25A5E6F10E8}"/>
              </a:ext>
            </a:extLst>
          </p:cNvPr>
          <p:cNvSpPr/>
          <p:nvPr userDrawn="1"/>
        </p:nvSpPr>
        <p:spPr>
          <a:xfrm>
            <a:off x="4635500" y="-25400"/>
            <a:ext cx="7564100" cy="6883400"/>
          </a:xfrm>
          <a:custGeom>
            <a:avLst/>
            <a:gdLst>
              <a:gd name="connsiteX0" fmla="*/ 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0 w 7564100"/>
              <a:gd name="connsiteY4" fmla="*/ 0 h 6858000"/>
              <a:gd name="connsiteX0" fmla="*/ 403860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4038600 w 7564100"/>
              <a:gd name="connsiteY4" fmla="*/ 0 h 6858000"/>
              <a:gd name="connsiteX0" fmla="*/ 4622800 w 7564100"/>
              <a:gd name="connsiteY0" fmla="*/ 0 h 6883400"/>
              <a:gd name="connsiteX1" fmla="*/ 7564100 w 7564100"/>
              <a:gd name="connsiteY1" fmla="*/ 25400 h 6883400"/>
              <a:gd name="connsiteX2" fmla="*/ 7564100 w 7564100"/>
              <a:gd name="connsiteY2" fmla="*/ 6883400 h 6883400"/>
              <a:gd name="connsiteX3" fmla="*/ 0 w 7564100"/>
              <a:gd name="connsiteY3" fmla="*/ 6883400 h 6883400"/>
              <a:gd name="connsiteX4" fmla="*/ 4622800 w 7564100"/>
              <a:gd name="connsiteY4" fmla="*/ 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4100" h="6883400">
                <a:moveTo>
                  <a:pt x="4622800" y="0"/>
                </a:moveTo>
                <a:lnTo>
                  <a:pt x="7564100" y="25400"/>
                </a:lnTo>
                <a:lnTo>
                  <a:pt x="7564100" y="6883400"/>
                </a:lnTo>
                <a:lnTo>
                  <a:pt x="0" y="6883400"/>
                </a:lnTo>
                <a:lnTo>
                  <a:pt x="4622800" y="0"/>
                </a:lnTo>
                <a:close/>
              </a:path>
            </a:pathLst>
          </a:custGeom>
          <a:solidFill>
            <a:schemeClr val="bg1">
              <a:lumMod val="85000"/>
              <a:alpha val="50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Barlow-Regular" panose="02040502050405020303"/>
              <a:ea typeface="+mn-ea"/>
              <a:cs typeface="+mn-cs"/>
            </a:endParaRPr>
          </a:p>
        </p:txBody>
      </p:sp>
      <p:sp>
        <p:nvSpPr>
          <p:cNvPr id="7" name="Title 1">
            <a:extLst>
              <a:ext uri="{FF2B5EF4-FFF2-40B4-BE49-F238E27FC236}">
                <a16:creationId xmlns:a16="http://schemas.microsoft.com/office/drawing/2014/main" id="{16CDE1A2-F85B-32AA-CE59-F2FC232966CD}"/>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dirty="0"/>
              <a:t>Click to edit Master title style</a:t>
            </a:r>
            <a:endParaRPr lang="en-US" dirty="0"/>
          </a:p>
        </p:txBody>
      </p:sp>
      <p:sp>
        <p:nvSpPr>
          <p:cNvPr id="9" name="Subtitle 2">
            <a:extLst>
              <a:ext uri="{FF2B5EF4-FFF2-40B4-BE49-F238E27FC236}">
                <a16:creationId xmlns:a16="http://schemas.microsoft.com/office/drawing/2014/main" id="{FE5A60ED-7A14-BC45-201C-D633BE8DA7A9}"/>
              </a:ext>
            </a:extLst>
          </p:cNvPr>
          <p:cNvSpPr>
            <a:spLocks noGrp="1"/>
          </p:cNvSpPr>
          <p:nvPr>
            <p:ph type="subTitle" idx="1"/>
          </p:nvPr>
        </p:nvSpPr>
        <p:spPr>
          <a:xfrm>
            <a:off x="285135" y="854284"/>
            <a:ext cx="11558865" cy="461665"/>
          </a:xfrm>
        </p:spPr>
        <p:txBody>
          <a:bodyPr wrap="square">
            <a:spAutoFit/>
          </a:bodyPr>
          <a:lstStyle>
            <a:lvl1pPr marL="0" indent="0" algn="l">
              <a:lnSpc>
                <a:spcPct val="100000"/>
              </a:lnSpc>
              <a:spcBef>
                <a:spcPts val="0"/>
              </a:spcBef>
              <a:buNone/>
              <a:defRPr lang="en-US" sz="2400" b="1" kern="1200" dirty="0">
                <a:solidFill>
                  <a:schemeClr val="accent1"/>
                </a:solidFill>
                <a:latin typeface="Barlow Medium" panose="00000600000000000000"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Tree>
    <p:extLst>
      <p:ext uri="{BB962C8B-B14F-4D97-AF65-F5344CB8AC3E}">
        <p14:creationId xmlns:p14="http://schemas.microsoft.com/office/powerpoint/2010/main" val="41470767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7_Basic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6CDE1A2-F85B-32AA-CE59-F2FC232966CD}"/>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dirty="0"/>
              <a:t>Click to edit Master title style</a:t>
            </a:r>
            <a:endParaRPr lang="en-US" dirty="0"/>
          </a:p>
        </p:txBody>
      </p:sp>
      <p:sp>
        <p:nvSpPr>
          <p:cNvPr id="8" name="Rectangle 7">
            <a:extLst>
              <a:ext uri="{FF2B5EF4-FFF2-40B4-BE49-F238E27FC236}">
                <a16:creationId xmlns:a16="http://schemas.microsoft.com/office/drawing/2014/main" id="{A31635F8-3916-7801-F497-D00741DD50AE}"/>
              </a:ext>
            </a:extLst>
          </p:cNvPr>
          <p:cNvSpPr/>
          <p:nvPr userDrawn="1"/>
        </p:nvSpPr>
        <p:spPr>
          <a:xfrm>
            <a:off x="359998" y="1488586"/>
            <a:ext cx="5400000" cy="72000"/>
          </a:xfrm>
          <a:prstGeom prst="rect">
            <a:avLst/>
          </a:prstGeom>
          <a:gradFill flip="none" rotWithShape="1">
            <a:gsLst>
              <a:gs pos="100000">
                <a:schemeClr val="bg1"/>
              </a:gs>
              <a:gs pos="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9" name="Subtitle 2">
            <a:extLst>
              <a:ext uri="{FF2B5EF4-FFF2-40B4-BE49-F238E27FC236}">
                <a16:creationId xmlns:a16="http://schemas.microsoft.com/office/drawing/2014/main" id="{FE5A60ED-7A14-BC45-201C-D633BE8DA7A9}"/>
              </a:ext>
            </a:extLst>
          </p:cNvPr>
          <p:cNvSpPr>
            <a:spLocks noGrp="1"/>
          </p:cNvSpPr>
          <p:nvPr>
            <p:ph type="subTitle" idx="1"/>
          </p:nvPr>
        </p:nvSpPr>
        <p:spPr>
          <a:xfrm>
            <a:off x="285135" y="854284"/>
            <a:ext cx="11558865" cy="461665"/>
          </a:xfrm>
        </p:spPr>
        <p:txBody>
          <a:bodyPr wrap="square">
            <a:spAutoFit/>
          </a:bodyPr>
          <a:lstStyle>
            <a:lvl1pPr marL="0" indent="0" algn="l">
              <a:lnSpc>
                <a:spcPct val="100000"/>
              </a:lnSpc>
              <a:spcBef>
                <a:spcPts val="0"/>
              </a:spcBef>
              <a:buNone/>
              <a:defRPr lang="en-US" sz="2400" b="1" kern="1200" dirty="0">
                <a:solidFill>
                  <a:schemeClr val="accent1"/>
                </a:solidFill>
                <a:latin typeface="Barlow Medium" panose="00000600000000000000"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Tree>
    <p:extLst>
      <p:ext uri="{BB962C8B-B14F-4D97-AF65-F5344CB8AC3E}">
        <p14:creationId xmlns:p14="http://schemas.microsoft.com/office/powerpoint/2010/main" val="10710962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8_Basic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DF577-0399-8162-ABC5-8FB67BFA2106}"/>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91402802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9_Basic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DF577-0399-8162-ABC5-8FB67BFA2106}"/>
              </a:ext>
            </a:extLst>
          </p:cNvPr>
          <p:cNvSpPr>
            <a:spLocks noGrp="1"/>
          </p:cNvSpPr>
          <p:nvPr>
            <p:ph type="title"/>
          </p:nvPr>
        </p:nvSpPr>
        <p:spPr/>
        <p:txBody>
          <a:bodyPr/>
          <a:lstStyle/>
          <a:p>
            <a:r>
              <a:rPr lang="en-US"/>
              <a:t>Click to edit Master title style</a:t>
            </a:r>
            <a:endParaRPr lang="en-IN"/>
          </a:p>
        </p:txBody>
      </p:sp>
      <p:pic>
        <p:nvPicPr>
          <p:cNvPr id="7" name="Picture 6">
            <a:extLst>
              <a:ext uri="{FF2B5EF4-FFF2-40B4-BE49-F238E27FC236}">
                <a16:creationId xmlns:a16="http://schemas.microsoft.com/office/drawing/2014/main" id="{981ABF0B-681C-455F-418D-973A5CE2C95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217604" y="-66299"/>
            <a:ext cx="1974396" cy="2815474"/>
          </a:xfrm>
          <a:prstGeom prst="rect">
            <a:avLst/>
          </a:prstGeom>
        </p:spPr>
      </p:pic>
    </p:spTree>
    <p:extLst>
      <p:ext uri="{BB962C8B-B14F-4D97-AF65-F5344CB8AC3E}">
        <p14:creationId xmlns:p14="http://schemas.microsoft.com/office/powerpoint/2010/main" val="426131059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CA0E38E-1D61-B95E-12B0-674CF7659089}"/>
              </a:ext>
            </a:extLst>
          </p:cNvPr>
          <p:cNvSpPr/>
          <p:nvPr userDrawn="1"/>
        </p:nvSpPr>
        <p:spPr>
          <a:xfrm>
            <a:off x="6096000" y="0"/>
            <a:ext cx="6096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546E6081-AD2E-D1AF-4131-88FE8904941B}"/>
              </a:ext>
            </a:extLst>
          </p:cNvPr>
          <p:cNvSpPr/>
          <p:nvPr userDrawn="1"/>
        </p:nvSpPr>
        <p:spPr>
          <a:xfrm rot="10800000">
            <a:off x="0" y="1802014"/>
            <a:ext cx="6135276" cy="99461"/>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6B4BA1DC-D95B-3A5E-FB6B-E02B175393F8}"/>
              </a:ext>
            </a:extLst>
          </p:cNvPr>
          <p:cNvSpPr/>
          <p:nvPr userDrawn="1"/>
        </p:nvSpPr>
        <p:spPr>
          <a:xfrm>
            <a:off x="6107220" y="1802014"/>
            <a:ext cx="6135276" cy="99461"/>
          </a:xfrm>
          <a:prstGeom prst="rect">
            <a:avLst/>
          </a:prstGeom>
          <a:gradFill flip="none" rotWithShape="1">
            <a:gsLst>
              <a:gs pos="0">
                <a:schemeClr val="accent1"/>
              </a:gs>
              <a:gs pos="99000">
                <a:schemeClr val="bg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19" name="Text Placeholder 17">
            <a:extLst>
              <a:ext uri="{FF2B5EF4-FFF2-40B4-BE49-F238E27FC236}">
                <a16:creationId xmlns:a16="http://schemas.microsoft.com/office/drawing/2014/main" id="{B0DD31ED-843B-AB08-40B4-E77E227B3185}"/>
              </a:ext>
            </a:extLst>
          </p:cNvPr>
          <p:cNvSpPr>
            <a:spLocks noGrp="1"/>
          </p:cNvSpPr>
          <p:nvPr>
            <p:ph type="body" sz="quarter" idx="13"/>
          </p:nvPr>
        </p:nvSpPr>
        <p:spPr>
          <a:xfrm>
            <a:off x="1" y="648455"/>
            <a:ext cx="6084777" cy="592137"/>
          </a:xfrm>
        </p:spPr>
        <p:txBody>
          <a:bodyPr/>
          <a:lstStyle>
            <a:lvl1pPr marL="0" indent="0" algn="ctr">
              <a:buNone/>
              <a:defRPr b="1">
                <a:solidFill>
                  <a:schemeClr val="tx2"/>
                </a:solidFill>
                <a:latin typeface="Barlow" panose="00000500000000000000" pitchFamily="2" charset="0"/>
              </a:defRPr>
            </a:lvl1pPr>
          </a:lstStyle>
          <a:p>
            <a:pPr lvl="0"/>
            <a:r>
              <a:rPr lang="en-US" dirty="0"/>
              <a:t>Click to edit Master text styles</a:t>
            </a:r>
            <a:endParaRPr lang="en-IN" dirty="0"/>
          </a:p>
        </p:txBody>
      </p:sp>
      <p:sp>
        <p:nvSpPr>
          <p:cNvPr id="21" name="Text Placeholder 17">
            <a:extLst>
              <a:ext uri="{FF2B5EF4-FFF2-40B4-BE49-F238E27FC236}">
                <a16:creationId xmlns:a16="http://schemas.microsoft.com/office/drawing/2014/main" id="{9E4E0B59-C188-E6A4-3D48-36E51B3FD261}"/>
              </a:ext>
            </a:extLst>
          </p:cNvPr>
          <p:cNvSpPr>
            <a:spLocks noGrp="1"/>
          </p:cNvSpPr>
          <p:nvPr>
            <p:ph type="body" sz="quarter" idx="14"/>
          </p:nvPr>
        </p:nvSpPr>
        <p:spPr>
          <a:xfrm>
            <a:off x="6095998" y="643885"/>
            <a:ext cx="6095998" cy="592137"/>
          </a:xfrm>
        </p:spPr>
        <p:txBody>
          <a:bodyPr/>
          <a:lstStyle>
            <a:lvl1pPr marL="0" indent="0" algn="ctr">
              <a:buNone/>
              <a:defRPr b="1">
                <a:solidFill>
                  <a:schemeClr val="bg2"/>
                </a:solidFill>
                <a:latin typeface="Barlow" panose="00000500000000000000" pitchFamily="2" charset="0"/>
              </a:defRPr>
            </a:lvl1pPr>
          </a:lstStyle>
          <a:p>
            <a:pPr lvl="0"/>
            <a:r>
              <a:rPr lang="en-US" dirty="0"/>
              <a:t>Click to edit Master text styles</a:t>
            </a:r>
            <a:endParaRPr lang="en-IN" dirty="0"/>
          </a:p>
        </p:txBody>
      </p:sp>
      <p:sp>
        <p:nvSpPr>
          <p:cNvPr id="23" name="Text Placeholder 17">
            <a:extLst>
              <a:ext uri="{FF2B5EF4-FFF2-40B4-BE49-F238E27FC236}">
                <a16:creationId xmlns:a16="http://schemas.microsoft.com/office/drawing/2014/main" id="{8B71C1BA-BDE9-8980-AEF0-8284B3B67974}"/>
              </a:ext>
            </a:extLst>
          </p:cNvPr>
          <p:cNvSpPr>
            <a:spLocks noGrp="1"/>
          </p:cNvSpPr>
          <p:nvPr>
            <p:ph type="body" sz="quarter" idx="16"/>
          </p:nvPr>
        </p:nvSpPr>
        <p:spPr>
          <a:xfrm>
            <a:off x="0" y="1264891"/>
            <a:ext cx="6084777" cy="592137"/>
          </a:xfrm>
        </p:spPr>
        <p:txBody>
          <a:bodyPr>
            <a:normAutofit/>
          </a:bodyPr>
          <a:lstStyle>
            <a:lvl1pPr marL="0" indent="0" algn="ctr">
              <a:buNone/>
              <a:defRPr sz="1800" b="0">
                <a:solidFill>
                  <a:schemeClr val="tx1"/>
                </a:solidFill>
                <a:latin typeface="Barlow" panose="00000500000000000000" pitchFamily="2" charset="0"/>
              </a:defRPr>
            </a:lvl1pPr>
          </a:lstStyle>
          <a:p>
            <a:pPr lvl="0"/>
            <a:r>
              <a:rPr lang="en-US" dirty="0"/>
              <a:t>Click to edit Master text styles</a:t>
            </a:r>
            <a:endParaRPr lang="en-IN" dirty="0"/>
          </a:p>
        </p:txBody>
      </p:sp>
      <p:sp>
        <p:nvSpPr>
          <p:cNvPr id="24" name="Text Placeholder 17">
            <a:extLst>
              <a:ext uri="{FF2B5EF4-FFF2-40B4-BE49-F238E27FC236}">
                <a16:creationId xmlns:a16="http://schemas.microsoft.com/office/drawing/2014/main" id="{F2C9D2D5-E96A-1B64-E0C4-86A77C86A249}"/>
              </a:ext>
            </a:extLst>
          </p:cNvPr>
          <p:cNvSpPr>
            <a:spLocks noGrp="1"/>
          </p:cNvSpPr>
          <p:nvPr>
            <p:ph type="body" sz="quarter" idx="15"/>
          </p:nvPr>
        </p:nvSpPr>
        <p:spPr>
          <a:xfrm>
            <a:off x="393604" y="2383583"/>
            <a:ext cx="5308793" cy="592137"/>
          </a:xfrm>
        </p:spPr>
        <p:txBody>
          <a:bodyPr>
            <a:normAutofit/>
          </a:bodyPr>
          <a:lstStyle>
            <a:lvl1pPr marL="285750" indent="-285750" algn="l">
              <a:buFont typeface="Arial" panose="020B0604020202020204" pitchFamily="34" charset="0"/>
              <a:buChar char="•"/>
              <a:defRPr sz="1800" b="0">
                <a:solidFill>
                  <a:schemeClr val="tx1"/>
                </a:solidFill>
                <a:latin typeface="Open Sans" pitchFamily="2" charset="0"/>
                <a:ea typeface="Open Sans" pitchFamily="2" charset="0"/>
                <a:cs typeface="Open Sans" pitchFamily="2" charset="0"/>
              </a:defRPr>
            </a:lvl1pPr>
          </a:lstStyle>
          <a:p>
            <a:pPr lvl="0"/>
            <a:r>
              <a:rPr lang="en-US" dirty="0"/>
              <a:t>Click to edit Master text styles</a:t>
            </a:r>
            <a:endParaRPr lang="en-IN" dirty="0"/>
          </a:p>
        </p:txBody>
      </p:sp>
      <p:sp>
        <p:nvSpPr>
          <p:cNvPr id="25" name="Text Placeholder 17">
            <a:extLst>
              <a:ext uri="{FF2B5EF4-FFF2-40B4-BE49-F238E27FC236}">
                <a16:creationId xmlns:a16="http://schemas.microsoft.com/office/drawing/2014/main" id="{637CFF45-44EF-04C7-0E71-DA4CF0C7736A}"/>
              </a:ext>
            </a:extLst>
          </p:cNvPr>
          <p:cNvSpPr>
            <a:spLocks noGrp="1"/>
          </p:cNvSpPr>
          <p:nvPr>
            <p:ph type="body" sz="quarter" idx="17"/>
          </p:nvPr>
        </p:nvSpPr>
        <p:spPr>
          <a:xfrm>
            <a:off x="6489600" y="2383582"/>
            <a:ext cx="5308793" cy="592137"/>
          </a:xfrm>
        </p:spPr>
        <p:txBody>
          <a:bodyPr>
            <a:normAutofit/>
          </a:bodyPr>
          <a:lstStyle>
            <a:lvl1pPr marL="285750" indent="-285750" algn="l">
              <a:buFont typeface="Arial" panose="020B0604020202020204" pitchFamily="34" charset="0"/>
              <a:buChar char="•"/>
              <a:defRPr sz="1800" b="0">
                <a:solidFill>
                  <a:schemeClr val="bg1"/>
                </a:solidFill>
                <a:latin typeface="Open Sans" pitchFamily="2" charset="0"/>
                <a:ea typeface="Open Sans" pitchFamily="2" charset="0"/>
                <a:cs typeface="Open Sans" pitchFamily="2" charset="0"/>
              </a:defRPr>
            </a:lvl1pPr>
          </a:lstStyle>
          <a:p>
            <a:pPr lvl="0"/>
            <a:r>
              <a:rPr lang="en-US" dirty="0"/>
              <a:t>Click to edit Master text styles</a:t>
            </a:r>
            <a:endParaRPr lang="en-IN" dirty="0"/>
          </a:p>
        </p:txBody>
      </p:sp>
    </p:spTree>
    <p:extLst>
      <p:ext uri="{BB962C8B-B14F-4D97-AF65-F5344CB8AC3E}">
        <p14:creationId xmlns:p14="http://schemas.microsoft.com/office/powerpoint/2010/main" val="871318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Timeline/Roadmap">
    <p:spTree>
      <p:nvGrpSpPr>
        <p:cNvPr id="1" name=""/>
        <p:cNvGrpSpPr/>
        <p:nvPr/>
      </p:nvGrpSpPr>
      <p:grpSpPr>
        <a:xfrm>
          <a:off x="0" y="0"/>
          <a:ext cx="0" cy="0"/>
          <a:chOff x="0" y="0"/>
          <a:chExt cx="0" cy="0"/>
        </a:xfrm>
      </p:grpSpPr>
      <p:sp>
        <p:nvSpPr>
          <p:cNvPr id="72" name="Picture Placeholder 71">
            <a:extLst>
              <a:ext uri="{FF2B5EF4-FFF2-40B4-BE49-F238E27FC236}">
                <a16:creationId xmlns:a16="http://schemas.microsoft.com/office/drawing/2014/main" id="{349C073C-0843-4AD4-1024-53C7FF615665}"/>
              </a:ext>
            </a:extLst>
          </p:cNvPr>
          <p:cNvSpPr>
            <a:spLocks noGrp="1"/>
          </p:cNvSpPr>
          <p:nvPr>
            <p:ph type="pic" sz="quarter" idx="10"/>
          </p:nvPr>
        </p:nvSpPr>
        <p:spPr>
          <a:xfrm>
            <a:off x="0" y="-7067"/>
            <a:ext cx="12192000" cy="3743325"/>
          </a:xfrm>
        </p:spPr>
        <p:txBody>
          <a:bodyPr/>
          <a:lstStyle/>
          <a:p>
            <a:endParaRPr lang="en-IN" dirty="0"/>
          </a:p>
        </p:txBody>
      </p:sp>
      <p:sp>
        <p:nvSpPr>
          <p:cNvPr id="74" name="Rectangle 73">
            <a:extLst>
              <a:ext uri="{FF2B5EF4-FFF2-40B4-BE49-F238E27FC236}">
                <a16:creationId xmlns:a16="http://schemas.microsoft.com/office/drawing/2014/main" id="{0A175A4C-0A49-C6B7-3772-E31C4BF5E9EC}"/>
              </a:ext>
            </a:extLst>
          </p:cNvPr>
          <p:cNvSpPr/>
          <p:nvPr userDrawn="1"/>
        </p:nvSpPr>
        <p:spPr>
          <a:xfrm>
            <a:off x="0" y="0"/>
            <a:ext cx="12192000" cy="3750338"/>
          </a:xfrm>
          <a:prstGeom prst="rect">
            <a:avLst/>
          </a:prstGeom>
          <a:solidFill>
            <a:srgbClr val="BF2026">
              <a:alpha val="8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Freeform 42">
            <a:extLst>
              <a:ext uri="{FF2B5EF4-FFF2-40B4-BE49-F238E27FC236}">
                <a16:creationId xmlns:a16="http://schemas.microsoft.com/office/drawing/2014/main" id="{1F2E0D6F-C7C6-6DF1-B62F-5A1E2AE4127C}"/>
              </a:ext>
            </a:extLst>
          </p:cNvPr>
          <p:cNvSpPr/>
          <p:nvPr userDrawn="1"/>
        </p:nvSpPr>
        <p:spPr>
          <a:xfrm>
            <a:off x="4827986" y="3045019"/>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Freeform 86">
            <a:extLst>
              <a:ext uri="{FF2B5EF4-FFF2-40B4-BE49-F238E27FC236}">
                <a16:creationId xmlns:a16="http://schemas.microsoft.com/office/drawing/2014/main" id="{F7D720D5-3F6B-2B88-4C70-E73A05FB1933}"/>
              </a:ext>
            </a:extLst>
          </p:cNvPr>
          <p:cNvSpPr/>
          <p:nvPr userDrawn="1"/>
        </p:nvSpPr>
        <p:spPr>
          <a:xfrm>
            <a:off x="9730911" y="3914586"/>
            <a:ext cx="1259218" cy="2283082"/>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0">
                <a:schemeClr val="bg1"/>
              </a:gs>
              <a:gs pos="100000">
                <a:schemeClr val="tx2">
                  <a:lumMod val="75000"/>
                </a:schemeClr>
              </a:gs>
              <a:gs pos="81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0" name="Freeform 87">
            <a:extLst>
              <a:ext uri="{FF2B5EF4-FFF2-40B4-BE49-F238E27FC236}">
                <a16:creationId xmlns:a16="http://schemas.microsoft.com/office/drawing/2014/main" id="{25A225EB-AC53-0FDB-DAC5-15C1021B4A9F}"/>
              </a:ext>
            </a:extLst>
          </p:cNvPr>
          <p:cNvSpPr/>
          <p:nvPr userDrawn="1"/>
        </p:nvSpPr>
        <p:spPr>
          <a:xfrm>
            <a:off x="1215720" y="3909882"/>
            <a:ext cx="1259218" cy="228778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0">
                <a:schemeClr val="bg1"/>
              </a:gs>
              <a:gs pos="100000">
                <a:schemeClr val="tx2">
                  <a:lumMod val="75000"/>
                </a:schemeClr>
              </a:gs>
              <a:gs pos="81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1" name="Freeform 70">
            <a:extLst>
              <a:ext uri="{FF2B5EF4-FFF2-40B4-BE49-F238E27FC236}">
                <a16:creationId xmlns:a16="http://schemas.microsoft.com/office/drawing/2014/main" id="{AC944F06-205B-94B8-1525-1B4D8A649C58}"/>
              </a:ext>
            </a:extLst>
          </p:cNvPr>
          <p:cNvSpPr/>
          <p:nvPr userDrawn="1"/>
        </p:nvSpPr>
        <p:spPr>
          <a:xfrm>
            <a:off x="1997998" y="3071972"/>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eeform 81">
            <a:extLst>
              <a:ext uri="{FF2B5EF4-FFF2-40B4-BE49-F238E27FC236}">
                <a16:creationId xmlns:a16="http://schemas.microsoft.com/office/drawing/2014/main" id="{E0963E7E-A298-500E-584C-2A8B0CC7EC38}"/>
              </a:ext>
            </a:extLst>
          </p:cNvPr>
          <p:cNvSpPr/>
          <p:nvPr userDrawn="1"/>
        </p:nvSpPr>
        <p:spPr>
          <a:xfrm rot="3274323">
            <a:off x="9071202" y="3042969"/>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45">
            <a:extLst>
              <a:ext uri="{FF2B5EF4-FFF2-40B4-BE49-F238E27FC236}">
                <a16:creationId xmlns:a16="http://schemas.microsoft.com/office/drawing/2014/main" id="{E7760CB2-44FA-C19F-D43D-A8FC1EBE3774}"/>
              </a:ext>
            </a:extLst>
          </p:cNvPr>
          <p:cNvSpPr/>
          <p:nvPr userDrawn="1"/>
        </p:nvSpPr>
        <p:spPr>
          <a:xfrm rot="3274323">
            <a:off x="3381605" y="3069728"/>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Freeform 43">
            <a:extLst>
              <a:ext uri="{FF2B5EF4-FFF2-40B4-BE49-F238E27FC236}">
                <a16:creationId xmlns:a16="http://schemas.microsoft.com/office/drawing/2014/main" id="{B949A590-6141-0C2B-7273-086C98A0DEA4}"/>
              </a:ext>
            </a:extLst>
          </p:cNvPr>
          <p:cNvSpPr/>
          <p:nvPr userDrawn="1"/>
        </p:nvSpPr>
        <p:spPr>
          <a:xfrm>
            <a:off x="7644657" y="3045019"/>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Freeform 44">
            <a:extLst>
              <a:ext uri="{FF2B5EF4-FFF2-40B4-BE49-F238E27FC236}">
                <a16:creationId xmlns:a16="http://schemas.microsoft.com/office/drawing/2014/main" id="{C0E82D49-FF96-7DF4-C7F9-C12C3BB38307}"/>
              </a:ext>
            </a:extLst>
          </p:cNvPr>
          <p:cNvSpPr/>
          <p:nvPr userDrawn="1"/>
        </p:nvSpPr>
        <p:spPr>
          <a:xfrm rot="3274323">
            <a:off x="6217238" y="3061403"/>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Freeform 56">
            <a:extLst>
              <a:ext uri="{FF2B5EF4-FFF2-40B4-BE49-F238E27FC236}">
                <a16:creationId xmlns:a16="http://schemas.microsoft.com/office/drawing/2014/main" id="{7B192090-2319-18EE-2672-5A0A5733E26E}"/>
              </a:ext>
            </a:extLst>
          </p:cNvPr>
          <p:cNvSpPr/>
          <p:nvPr userDrawn="1"/>
        </p:nvSpPr>
        <p:spPr>
          <a:xfrm rot="10800000">
            <a:off x="2634419" y="1036247"/>
            <a:ext cx="1259218" cy="228816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0">
                <a:srgbClr val="EAE4DD">
                  <a:alpha val="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21" name="Chart 20">
            <a:extLst>
              <a:ext uri="{FF2B5EF4-FFF2-40B4-BE49-F238E27FC236}">
                <a16:creationId xmlns:a16="http://schemas.microsoft.com/office/drawing/2014/main" id="{CB337BC4-9072-A93B-0982-F1B598F1F8DA}"/>
              </a:ext>
            </a:extLst>
          </p:cNvPr>
          <p:cNvGraphicFramePr/>
          <p:nvPr userDrawn="1">
            <p:extLst>
              <p:ext uri="{D42A27DB-BD31-4B8C-83A1-F6EECF244321}">
                <p14:modId xmlns:p14="http://schemas.microsoft.com/office/powerpoint/2010/main" val="4180694835"/>
              </p:ext>
            </p:extLst>
          </p:nvPr>
        </p:nvGraphicFramePr>
        <p:xfrm>
          <a:off x="2128110" y="2485373"/>
          <a:ext cx="2283579" cy="1522386"/>
        </p:xfrm>
        <a:graphic>
          <a:graphicData uri="http://schemas.openxmlformats.org/drawingml/2006/chart">
            <c:chart xmlns:c="http://schemas.openxmlformats.org/drawingml/2006/chart" xmlns:r="http://schemas.openxmlformats.org/officeDocument/2006/relationships" r:id="rId2"/>
          </a:graphicData>
        </a:graphic>
      </p:graphicFrame>
      <p:sp>
        <p:nvSpPr>
          <p:cNvPr id="23" name="Oval 22">
            <a:extLst>
              <a:ext uri="{FF2B5EF4-FFF2-40B4-BE49-F238E27FC236}">
                <a16:creationId xmlns:a16="http://schemas.microsoft.com/office/drawing/2014/main" id="{342C2A8B-1937-09C5-3521-D7D9DB357F0E}"/>
              </a:ext>
            </a:extLst>
          </p:cNvPr>
          <p:cNvSpPr/>
          <p:nvPr/>
        </p:nvSpPr>
        <p:spPr>
          <a:xfrm rot="18900000">
            <a:off x="2818299" y="2794966"/>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57">
            <a:extLst>
              <a:ext uri="{FF2B5EF4-FFF2-40B4-BE49-F238E27FC236}">
                <a16:creationId xmlns:a16="http://schemas.microsoft.com/office/drawing/2014/main" id="{19445A15-C98A-DE20-85BC-1AAE1C085422}"/>
              </a:ext>
            </a:extLst>
          </p:cNvPr>
          <p:cNvSpPr/>
          <p:nvPr userDrawn="1"/>
        </p:nvSpPr>
        <p:spPr>
          <a:xfrm rot="10800000">
            <a:off x="5469719" y="1036247"/>
            <a:ext cx="1259218" cy="228816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0">
                <a:srgbClr val="EAE4DD">
                  <a:alpha val="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26" name="Chart 25">
            <a:extLst>
              <a:ext uri="{FF2B5EF4-FFF2-40B4-BE49-F238E27FC236}">
                <a16:creationId xmlns:a16="http://schemas.microsoft.com/office/drawing/2014/main" id="{9AEAB0BC-8F45-4424-8268-F43B0426C978}"/>
              </a:ext>
            </a:extLst>
          </p:cNvPr>
          <p:cNvGraphicFramePr/>
          <p:nvPr userDrawn="1">
            <p:extLst>
              <p:ext uri="{D42A27DB-BD31-4B8C-83A1-F6EECF244321}">
                <p14:modId xmlns:p14="http://schemas.microsoft.com/office/powerpoint/2010/main" val="1623490663"/>
              </p:ext>
            </p:extLst>
          </p:nvPr>
        </p:nvGraphicFramePr>
        <p:xfrm>
          <a:off x="4956596" y="2485373"/>
          <a:ext cx="2283579" cy="1522386"/>
        </p:xfrm>
        <a:graphic>
          <a:graphicData uri="http://schemas.openxmlformats.org/drawingml/2006/chart">
            <c:chart xmlns:c="http://schemas.openxmlformats.org/drawingml/2006/chart" xmlns:r="http://schemas.openxmlformats.org/officeDocument/2006/relationships" r:id="rId3"/>
          </a:graphicData>
        </a:graphic>
      </p:graphicFrame>
      <p:sp>
        <p:nvSpPr>
          <p:cNvPr id="27" name="Oval 26">
            <a:extLst>
              <a:ext uri="{FF2B5EF4-FFF2-40B4-BE49-F238E27FC236}">
                <a16:creationId xmlns:a16="http://schemas.microsoft.com/office/drawing/2014/main" id="{481DEC7E-E3E4-5A32-DA5B-6271370CCE01}"/>
              </a:ext>
            </a:extLst>
          </p:cNvPr>
          <p:cNvSpPr/>
          <p:nvPr userDrawn="1"/>
        </p:nvSpPr>
        <p:spPr>
          <a:xfrm>
            <a:off x="5646785" y="2794966"/>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Freeform 58">
            <a:extLst>
              <a:ext uri="{FF2B5EF4-FFF2-40B4-BE49-F238E27FC236}">
                <a16:creationId xmlns:a16="http://schemas.microsoft.com/office/drawing/2014/main" id="{4A006E82-B833-E5FF-9D74-F9B910EC999F}"/>
              </a:ext>
            </a:extLst>
          </p:cNvPr>
          <p:cNvSpPr/>
          <p:nvPr userDrawn="1"/>
        </p:nvSpPr>
        <p:spPr>
          <a:xfrm rot="10800000">
            <a:off x="8283983" y="1036247"/>
            <a:ext cx="1259218" cy="228816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0">
                <a:srgbClr val="EAE4DD">
                  <a:alpha val="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29" name="Chart 28">
            <a:extLst>
              <a:ext uri="{FF2B5EF4-FFF2-40B4-BE49-F238E27FC236}">
                <a16:creationId xmlns:a16="http://schemas.microsoft.com/office/drawing/2014/main" id="{1AD4CE96-75C6-7E9D-9C6A-419F6B648BBB}"/>
              </a:ext>
            </a:extLst>
          </p:cNvPr>
          <p:cNvGraphicFramePr/>
          <p:nvPr userDrawn="1">
            <p:extLst>
              <p:ext uri="{D42A27DB-BD31-4B8C-83A1-F6EECF244321}">
                <p14:modId xmlns:p14="http://schemas.microsoft.com/office/powerpoint/2010/main" val="211302602"/>
              </p:ext>
            </p:extLst>
          </p:nvPr>
        </p:nvGraphicFramePr>
        <p:xfrm>
          <a:off x="7771209" y="2472275"/>
          <a:ext cx="2283579" cy="1522386"/>
        </p:xfrm>
        <a:graphic>
          <a:graphicData uri="http://schemas.openxmlformats.org/drawingml/2006/chart">
            <c:chart xmlns:c="http://schemas.openxmlformats.org/drawingml/2006/chart" xmlns:r="http://schemas.openxmlformats.org/officeDocument/2006/relationships" r:id="rId4"/>
          </a:graphicData>
        </a:graphic>
      </p:graphicFrame>
      <p:sp>
        <p:nvSpPr>
          <p:cNvPr id="31" name="Oval 30">
            <a:extLst>
              <a:ext uri="{FF2B5EF4-FFF2-40B4-BE49-F238E27FC236}">
                <a16:creationId xmlns:a16="http://schemas.microsoft.com/office/drawing/2014/main" id="{3710C60C-7948-EDF3-679E-DFB7A18F23C3}"/>
              </a:ext>
            </a:extLst>
          </p:cNvPr>
          <p:cNvSpPr/>
          <p:nvPr/>
        </p:nvSpPr>
        <p:spPr>
          <a:xfrm rot="18900000">
            <a:off x="8461398" y="2781868"/>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60">
            <a:extLst>
              <a:ext uri="{FF2B5EF4-FFF2-40B4-BE49-F238E27FC236}">
                <a16:creationId xmlns:a16="http://schemas.microsoft.com/office/drawing/2014/main" id="{9D6FFD3F-528B-4A5A-EA9A-5EB830163F44}"/>
              </a:ext>
            </a:extLst>
          </p:cNvPr>
          <p:cNvSpPr/>
          <p:nvPr userDrawn="1"/>
        </p:nvSpPr>
        <p:spPr>
          <a:xfrm>
            <a:off x="4043931" y="3913601"/>
            <a:ext cx="1259218" cy="228406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0">
                <a:schemeClr val="bg1"/>
              </a:gs>
              <a:gs pos="100000">
                <a:schemeClr val="tx2">
                  <a:lumMod val="75000"/>
                </a:schemeClr>
              </a:gs>
              <a:gs pos="81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44" name="Freeform 61">
            <a:extLst>
              <a:ext uri="{FF2B5EF4-FFF2-40B4-BE49-F238E27FC236}">
                <a16:creationId xmlns:a16="http://schemas.microsoft.com/office/drawing/2014/main" id="{7C40E5A5-B5AB-1525-E741-37A6B35668BE}"/>
              </a:ext>
            </a:extLst>
          </p:cNvPr>
          <p:cNvSpPr/>
          <p:nvPr userDrawn="1"/>
        </p:nvSpPr>
        <p:spPr>
          <a:xfrm>
            <a:off x="6881131" y="3913602"/>
            <a:ext cx="1259218" cy="2283082"/>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0">
                <a:schemeClr val="bg1"/>
              </a:gs>
              <a:gs pos="100000">
                <a:schemeClr val="tx2">
                  <a:lumMod val="75000"/>
                </a:schemeClr>
              </a:gs>
              <a:gs pos="81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77" name="Text Placeholder 75">
            <a:extLst>
              <a:ext uri="{FF2B5EF4-FFF2-40B4-BE49-F238E27FC236}">
                <a16:creationId xmlns:a16="http://schemas.microsoft.com/office/drawing/2014/main" id="{1A2F1737-F8FA-04CD-DBB6-B1619BDE71CF}"/>
              </a:ext>
            </a:extLst>
          </p:cNvPr>
          <p:cNvSpPr>
            <a:spLocks noGrp="1"/>
          </p:cNvSpPr>
          <p:nvPr>
            <p:ph type="body" sz="quarter" idx="11" hasCustomPrompt="1"/>
          </p:nvPr>
        </p:nvSpPr>
        <p:spPr>
          <a:xfrm>
            <a:off x="1713144" y="435047"/>
            <a:ext cx="8760197" cy="552450"/>
          </a:xfrm>
        </p:spPr>
        <p:txBody>
          <a:bodyPr/>
          <a:lstStyle>
            <a:lvl1pPr marL="0" indent="0" algn="ctr">
              <a:buNone/>
              <a:defRPr lang="en-US" sz="4400" b="1" kern="1200" dirty="0" smtClean="0">
                <a:solidFill>
                  <a:schemeClr val="bg1"/>
                </a:solidFill>
                <a:latin typeface="Barlow Medium" panose="00000600000000000000" pitchFamily="2" charset="0"/>
                <a:ea typeface="+mj-ea"/>
                <a:cs typeface="+mj-cs"/>
              </a:defRPr>
            </a:lvl1pPr>
          </a:lstStyle>
          <a:p>
            <a:pPr lvl="0"/>
            <a:r>
              <a:rPr lang="en-US" dirty="0"/>
              <a:t>Click to edit Master title style</a:t>
            </a:r>
            <a:endParaRPr lang="en-IN" dirty="0"/>
          </a:p>
        </p:txBody>
      </p:sp>
      <p:sp>
        <p:nvSpPr>
          <p:cNvPr id="80" name="Content Placeholder 78">
            <a:extLst>
              <a:ext uri="{FF2B5EF4-FFF2-40B4-BE49-F238E27FC236}">
                <a16:creationId xmlns:a16="http://schemas.microsoft.com/office/drawing/2014/main" id="{81DF78FE-081D-9D73-E005-BBF9935ECEE4}"/>
              </a:ext>
            </a:extLst>
          </p:cNvPr>
          <p:cNvSpPr>
            <a:spLocks noGrp="1"/>
          </p:cNvSpPr>
          <p:nvPr>
            <p:ph sz="quarter" idx="13" hasCustomPrompt="1"/>
          </p:nvPr>
        </p:nvSpPr>
        <p:spPr>
          <a:xfrm>
            <a:off x="2923085" y="2916591"/>
            <a:ext cx="669925" cy="646112"/>
          </a:xfrm>
        </p:spPr>
        <p:txBody>
          <a:bodyPr>
            <a:noAutofit/>
          </a:bodyPr>
          <a:lstStyle>
            <a:lvl1pPr marL="0" indent="0" algn="ctr">
              <a:buNone/>
              <a:defRPr sz="1200">
                <a:solidFill>
                  <a:schemeClr val="bg1"/>
                </a:solidFill>
              </a:defRPr>
            </a:lvl1pPr>
          </a:lstStyle>
          <a:p>
            <a:pPr lvl="0"/>
            <a:r>
              <a:rPr lang="en-US" dirty="0"/>
              <a:t>Insert Icon here</a:t>
            </a:r>
            <a:endParaRPr lang="en-IN" dirty="0"/>
          </a:p>
        </p:txBody>
      </p:sp>
      <p:sp>
        <p:nvSpPr>
          <p:cNvPr id="82" name="Content Placeholder 78">
            <a:extLst>
              <a:ext uri="{FF2B5EF4-FFF2-40B4-BE49-F238E27FC236}">
                <a16:creationId xmlns:a16="http://schemas.microsoft.com/office/drawing/2014/main" id="{59BD77F7-D5E3-B3B8-2E11-18343F029D8C}"/>
              </a:ext>
            </a:extLst>
          </p:cNvPr>
          <p:cNvSpPr>
            <a:spLocks noGrp="1"/>
          </p:cNvSpPr>
          <p:nvPr>
            <p:ph sz="quarter" idx="15" hasCustomPrompt="1"/>
          </p:nvPr>
        </p:nvSpPr>
        <p:spPr>
          <a:xfrm>
            <a:off x="5763422" y="2943036"/>
            <a:ext cx="669925" cy="646112"/>
          </a:xfrm>
        </p:spPr>
        <p:txBody>
          <a:bodyPr>
            <a:noAutofit/>
          </a:bodyPr>
          <a:lstStyle>
            <a:lvl1pPr marL="0" indent="0" algn="ctr">
              <a:buNone/>
              <a:defRPr sz="1200">
                <a:solidFill>
                  <a:schemeClr val="bg1"/>
                </a:solidFill>
              </a:defRPr>
            </a:lvl1pPr>
          </a:lstStyle>
          <a:p>
            <a:pPr lvl="0"/>
            <a:r>
              <a:rPr lang="en-US" dirty="0"/>
              <a:t>Insert Icon here</a:t>
            </a:r>
            <a:endParaRPr lang="en-IN" dirty="0"/>
          </a:p>
        </p:txBody>
      </p:sp>
      <p:sp>
        <p:nvSpPr>
          <p:cNvPr id="84" name="Content Placeholder 78">
            <a:extLst>
              <a:ext uri="{FF2B5EF4-FFF2-40B4-BE49-F238E27FC236}">
                <a16:creationId xmlns:a16="http://schemas.microsoft.com/office/drawing/2014/main" id="{D06812F1-B46E-398D-1705-8849FE13FE68}"/>
              </a:ext>
            </a:extLst>
          </p:cNvPr>
          <p:cNvSpPr>
            <a:spLocks noGrp="1"/>
          </p:cNvSpPr>
          <p:nvPr>
            <p:ph sz="quarter" idx="17" hasCustomPrompt="1"/>
          </p:nvPr>
        </p:nvSpPr>
        <p:spPr>
          <a:xfrm>
            <a:off x="8573401" y="2925318"/>
            <a:ext cx="669925" cy="646112"/>
          </a:xfrm>
        </p:spPr>
        <p:txBody>
          <a:bodyPr>
            <a:noAutofit/>
          </a:bodyPr>
          <a:lstStyle>
            <a:lvl1pPr marL="0" indent="0" algn="ctr">
              <a:buNone/>
              <a:defRPr sz="1200">
                <a:solidFill>
                  <a:schemeClr val="bg1"/>
                </a:solidFill>
              </a:defRPr>
            </a:lvl1pPr>
          </a:lstStyle>
          <a:p>
            <a:pPr lvl="0"/>
            <a:r>
              <a:rPr lang="en-US" dirty="0"/>
              <a:t>Insert Icon here</a:t>
            </a:r>
            <a:endParaRPr lang="en-IN" dirty="0"/>
          </a:p>
        </p:txBody>
      </p:sp>
      <p:sp>
        <p:nvSpPr>
          <p:cNvPr id="86" name="Text Placeholder 17">
            <a:extLst>
              <a:ext uri="{FF2B5EF4-FFF2-40B4-BE49-F238E27FC236}">
                <a16:creationId xmlns:a16="http://schemas.microsoft.com/office/drawing/2014/main" id="{C0283055-3B32-20C0-BCCE-4628A22EF5F3}"/>
              </a:ext>
            </a:extLst>
          </p:cNvPr>
          <p:cNvSpPr>
            <a:spLocks noGrp="1"/>
          </p:cNvSpPr>
          <p:nvPr>
            <p:ph type="body" sz="quarter" idx="19"/>
          </p:nvPr>
        </p:nvSpPr>
        <p:spPr>
          <a:xfrm>
            <a:off x="1222654" y="4835532"/>
            <a:ext cx="1231377" cy="727864"/>
          </a:xfrm>
        </p:spPr>
        <p:txBody>
          <a:bodyPr>
            <a:normAutofit/>
          </a:bodyPr>
          <a:lstStyle>
            <a:lvl1pPr marL="0" indent="0" algn="l">
              <a:buFont typeface="Arial" panose="020B0604020202020204" pitchFamily="34" charset="0"/>
              <a:buNone/>
              <a:defRPr sz="1200" b="0">
                <a:solidFill>
                  <a:schemeClr val="bg1"/>
                </a:solidFill>
                <a:latin typeface="Open Sans" pitchFamily="2" charset="0"/>
                <a:ea typeface="Open Sans" pitchFamily="2" charset="0"/>
                <a:cs typeface="Open Sans" pitchFamily="2" charset="0"/>
              </a:defRPr>
            </a:lvl1pPr>
          </a:lstStyle>
          <a:p>
            <a:pPr lvl="0"/>
            <a:r>
              <a:rPr lang="en-US" dirty="0"/>
              <a:t>Click to edit Master text styles</a:t>
            </a:r>
            <a:endParaRPr lang="en-IN" dirty="0"/>
          </a:p>
        </p:txBody>
      </p:sp>
      <p:sp>
        <p:nvSpPr>
          <p:cNvPr id="87" name="Text Placeholder 17">
            <a:extLst>
              <a:ext uri="{FF2B5EF4-FFF2-40B4-BE49-F238E27FC236}">
                <a16:creationId xmlns:a16="http://schemas.microsoft.com/office/drawing/2014/main" id="{6AD64C47-E863-9FE7-D3C6-2CF8047F65CB}"/>
              </a:ext>
            </a:extLst>
          </p:cNvPr>
          <p:cNvSpPr>
            <a:spLocks noGrp="1"/>
          </p:cNvSpPr>
          <p:nvPr>
            <p:ph type="body" sz="quarter" idx="20"/>
          </p:nvPr>
        </p:nvSpPr>
        <p:spPr>
          <a:xfrm>
            <a:off x="2642160" y="1716402"/>
            <a:ext cx="1231377" cy="727864"/>
          </a:xfrm>
        </p:spPr>
        <p:txBody>
          <a:bodyPr>
            <a:normAutofit/>
          </a:bodyPr>
          <a:lstStyle>
            <a:lvl1pPr marL="0" indent="0" algn="l">
              <a:buFont typeface="Arial" panose="020B0604020202020204" pitchFamily="34" charset="0"/>
              <a:buNone/>
              <a:defRPr sz="1200" b="0">
                <a:solidFill>
                  <a:schemeClr val="tx1"/>
                </a:solidFill>
                <a:latin typeface="Open Sans" pitchFamily="2" charset="0"/>
                <a:ea typeface="Open Sans" pitchFamily="2" charset="0"/>
                <a:cs typeface="Open Sans" pitchFamily="2" charset="0"/>
              </a:defRPr>
            </a:lvl1pPr>
          </a:lstStyle>
          <a:p>
            <a:pPr lvl="0"/>
            <a:r>
              <a:rPr lang="en-US" dirty="0"/>
              <a:t>Click to edit Master text styles</a:t>
            </a:r>
            <a:endParaRPr lang="en-IN" dirty="0"/>
          </a:p>
        </p:txBody>
      </p:sp>
      <p:sp>
        <p:nvSpPr>
          <p:cNvPr id="88" name="Text Placeholder 17">
            <a:extLst>
              <a:ext uri="{FF2B5EF4-FFF2-40B4-BE49-F238E27FC236}">
                <a16:creationId xmlns:a16="http://schemas.microsoft.com/office/drawing/2014/main" id="{AA2ED314-2D76-FD5B-4096-94F2DD0AE583}"/>
              </a:ext>
            </a:extLst>
          </p:cNvPr>
          <p:cNvSpPr>
            <a:spLocks noGrp="1"/>
          </p:cNvSpPr>
          <p:nvPr>
            <p:ph type="body" sz="quarter" idx="21"/>
          </p:nvPr>
        </p:nvSpPr>
        <p:spPr>
          <a:xfrm>
            <a:off x="5479021" y="1716402"/>
            <a:ext cx="1231377" cy="727864"/>
          </a:xfrm>
        </p:spPr>
        <p:txBody>
          <a:bodyPr>
            <a:normAutofit/>
          </a:bodyPr>
          <a:lstStyle>
            <a:lvl1pPr marL="0" indent="0" algn="l">
              <a:buFont typeface="Arial" panose="020B0604020202020204" pitchFamily="34" charset="0"/>
              <a:buNone/>
              <a:defRPr sz="1200" b="0">
                <a:solidFill>
                  <a:schemeClr val="tx1"/>
                </a:solidFill>
                <a:latin typeface="Open Sans" pitchFamily="2" charset="0"/>
                <a:ea typeface="Open Sans" pitchFamily="2" charset="0"/>
                <a:cs typeface="Open Sans" pitchFamily="2" charset="0"/>
              </a:defRPr>
            </a:lvl1pPr>
          </a:lstStyle>
          <a:p>
            <a:pPr lvl="0"/>
            <a:r>
              <a:rPr lang="en-US" dirty="0"/>
              <a:t>Click to edit Master text styles</a:t>
            </a:r>
            <a:endParaRPr lang="en-IN" dirty="0"/>
          </a:p>
        </p:txBody>
      </p:sp>
      <p:sp>
        <p:nvSpPr>
          <p:cNvPr id="89" name="Text Placeholder 17">
            <a:extLst>
              <a:ext uri="{FF2B5EF4-FFF2-40B4-BE49-F238E27FC236}">
                <a16:creationId xmlns:a16="http://schemas.microsoft.com/office/drawing/2014/main" id="{9DBF1630-99BF-3A2B-FA7F-F4D8725CBB5D}"/>
              </a:ext>
            </a:extLst>
          </p:cNvPr>
          <p:cNvSpPr>
            <a:spLocks noGrp="1"/>
          </p:cNvSpPr>
          <p:nvPr>
            <p:ph type="body" sz="quarter" idx="22"/>
          </p:nvPr>
        </p:nvSpPr>
        <p:spPr>
          <a:xfrm>
            <a:off x="8299152" y="1716711"/>
            <a:ext cx="1231377" cy="727864"/>
          </a:xfrm>
        </p:spPr>
        <p:txBody>
          <a:bodyPr>
            <a:normAutofit/>
          </a:bodyPr>
          <a:lstStyle>
            <a:lvl1pPr marL="0" indent="0" algn="l">
              <a:buFont typeface="Arial" panose="020B0604020202020204" pitchFamily="34" charset="0"/>
              <a:buNone/>
              <a:defRPr sz="1200" b="0">
                <a:solidFill>
                  <a:schemeClr val="tx1"/>
                </a:solidFill>
                <a:latin typeface="Open Sans" pitchFamily="2" charset="0"/>
                <a:ea typeface="Open Sans" pitchFamily="2" charset="0"/>
                <a:cs typeface="Open Sans" pitchFamily="2" charset="0"/>
              </a:defRPr>
            </a:lvl1pPr>
          </a:lstStyle>
          <a:p>
            <a:pPr lvl="0"/>
            <a:r>
              <a:rPr lang="en-US" dirty="0"/>
              <a:t>Click to edit Master text styles</a:t>
            </a:r>
            <a:endParaRPr lang="en-IN" dirty="0"/>
          </a:p>
        </p:txBody>
      </p:sp>
      <p:sp>
        <p:nvSpPr>
          <p:cNvPr id="90" name="Text Placeholder 17">
            <a:extLst>
              <a:ext uri="{FF2B5EF4-FFF2-40B4-BE49-F238E27FC236}">
                <a16:creationId xmlns:a16="http://schemas.microsoft.com/office/drawing/2014/main" id="{7699AD6F-37E8-D417-5AB4-F0613BE2E683}"/>
              </a:ext>
            </a:extLst>
          </p:cNvPr>
          <p:cNvSpPr>
            <a:spLocks noGrp="1"/>
          </p:cNvSpPr>
          <p:nvPr>
            <p:ph type="body" sz="quarter" idx="23"/>
          </p:nvPr>
        </p:nvSpPr>
        <p:spPr>
          <a:xfrm>
            <a:off x="4051562" y="4835532"/>
            <a:ext cx="1231377" cy="727864"/>
          </a:xfrm>
        </p:spPr>
        <p:txBody>
          <a:bodyPr>
            <a:normAutofit/>
          </a:bodyPr>
          <a:lstStyle>
            <a:lvl1pPr marL="0" indent="0" algn="l">
              <a:buFont typeface="Arial" panose="020B0604020202020204" pitchFamily="34" charset="0"/>
              <a:buNone/>
              <a:defRPr sz="1200" b="0">
                <a:solidFill>
                  <a:schemeClr val="bg1"/>
                </a:solidFill>
                <a:latin typeface="Open Sans" pitchFamily="2" charset="0"/>
                <a:ea typeface="Open Sans" pitchFamily="2" charset="0"/>
                <a:cs typeface="Open Sans" pitchFamily="2" charset="0"/>
              </a:defRPr>
            </a:lvl1pPr>
          </a:lstStyle>
          <a:p>
            <a:pPr lvl="0"/>
            <a:r>
              <a:rPr lang="en-US" dirty="0"/>
              <a:t>Click to edit Master text styles</a:t>
            </a:r>
            <a:endParaRPr lang="en-IN" dirty="0"/>
          </a:p>
        </p:txBody>
      </p:sp>
      <p:sp>
        <p:nvSpPr>
          <p:cNvPr id="91" name="Text Placeholder 17">
            <a:extLst>
              <a:ext uri="{FF2B5EF4-FFF2-40B4-BE49-F238E27FC236}">
                <a16:creationId xmlns:a16="http://schemas.microsoft.com/office/drawing/2014/main" id="{A3623C65-01C4-A2AA-8BF5-B34DEF90AC79}"/>
              </a:ext>
            </a:extLst>
          </p:cNvPr>
          <p:cNvSpPr>
            <a:spLocks noGrp="1"/>
          </p:cNvSpPr>
          <p:nvPr>
            <p:ph type="body" sz="quarter" idx="24"/>
          </p:nvPr>
        </p:nvSpPr>
        <p:spPr>
          <a:xfrm>
            <a:off x="6901341" y="4835532"/>
            <a:ext cx="1231377" cy="727864"/>
          </a:xfrm>
        </p:spPr>
        <p:txBody>
          <a:bodyPr>
            <a:normAutofit/>
          </a:bodyPr>
          <a:lstStyle>
            <a:lvl1pPr marL="0" indent="0" algn="l">
              <a:buFont typeface="Arial" panose="020B0604020202020204" pitchFamily="34" charset="0"/>
              <a:buNone/>
              <a:defRPr sz="1200" b="0">
                <a:solidFill>
                  <a:schemeClr val="bg1"/>
                </a:solidFill>
                <a:latin typeface="Open Sans" pitchFamily="2" charset="0"/>
                <a:ea typeface="Open Sans" pitchFamily="2" charset="0"/>
                <a:cs typeface="Open Sans" pitchFamily="2" charset="0"/>
              </a:defRPr>
            </a:lvl1pPr>
          </a:lstStyle>
          <a:p>
            <a:pPr lvl="0"/>
            <a:r>
              <a:rPr lang="en-US" dirty="0"/>
              <a:t>Click to edit Master text styles</a:t>
            </a:r>
            <a:endParaRPr lang="en-IN" dirty="0"/>
          </a:p>
        </p:txBody>
      </p:sp>
      <p:sp>
        <p:nvSpPr>
          <p:cNvPr id="92" name="Text Placeholder 17">
            <a:extLst>
              <a:ext uri="{FF2B5EF4-FFF2-40B4-BE49-F238E27FC236}">
                <a16:creationId xmlns:a16="http://schemas.microsoft.com/office/drawing/2014/main" id="{88956E02-EA19-956D-6674-C1D87B972ADC}"/>
              </a:ext>
            </a:extLst>
          </p:cNvPr>
          <p:cNvSpPr>
            <a:spLocks noGrp="1"/>
          </p:cNvSpPr>
          <p:nvPr>
            <p:ph type="body" sz="quarter" idx="25"/>
          </p:nvPr>
        </p:nvSpPr>
        <p:spPr>
          <a:xfrm>
            <a:off x="9744903" y="4835532"/>
            <a:ext cx="1231377" cy="727864"/>
          </a:xfrm>
        </p:spPr>
        <p:txBody>
          <a:bodyPr>
            <a:normAutofit/>
          </a:bodyPr>
          <a:lstStyle>
            <a:lvl1pPr marL="0" indent="0" algn="l">
              <a:buFont typeface="Arial" panose="020B0604020202020204" pitchFamily="34" charset="0"/>
              <a:buNone/>
              <a:defRPr sz="1200" b="0">
                <a:solidFill>
                  <a:schemeClr val="bg1"/>
                </a:solidFill>
                <a:latin typeface="Open Sans" pitchFamily="2" charset="0"/>
                <a:ea typeface="Open Sans" pitchFamily="2" charset="0"/>
                <a:cs typeface="Open Sans" pitchFamily="2" charset="0"/>
              </a:defRPr>
            </a:lvl1pPr>
          </a:lstStyle>
          <a:p>
            <a:pPr lvl="0"/>
            <a:r>
              <a:rPr lang="en-US" dirty="0"/>
              <a:t>Click to edit Master text styles</a:t>
            </a:r>
            <a:endParaRPr lang="en-IN" dirty="0"/>
          </a:p>
        </p:txBody>
      </p:sp>
      <p:graphicFrame>
        <p:nvGraphicFramePr>
          <p:cNvPr id="100" name="Chart 99">
            <a:extLst>
              <a:ext uri="{FF2B5EF4-FFF2-40B4-BE49-F238E27FC236}">
                <a16:creationId xmlns:a16="http://schemas.microsoft.com/office/drawing/2014/main" id="{96E7BC8C-6201-0BD0-5851-B438856CD50D}"/>
              </a:ext>
            </a:extLst>
          </p:cNvPr>
          <p:cNvGraphicFramePr/>
          <p:nvPr userDrawn="1">
            <p:extLst>
              <p:ext uri="{D42A27DB-BD31-4B8C-83A1-F6EECF244321}">
                <p14:modId xmlns:p14="http://schemas.microsoft.com/office/powerpoint/2010/main" val="2209717853"/>
              </p:ext>
            </p:extLst>
          </p:nvPr>
        </p:nvGraphicFramePr>
        <p:xfrm>
          <a:off x="696554" y="3246336"/>
          <a:ext cx="2283579" cy="1522386"/>
        </p:xfrm>
        <a:graphic>
          <a:graphicData uri="http://schemas.openxmlformats.org/drawingml/2006/chart">
            <c:chart xmlns:c="http://schemas.openxmlformats.org/drawingml/2006/chart" xmlns:r="http://schemas.openxmlformats.org/officeDocument/2006/relationships" r:id="rId5"/>
          </a:graphicData>
        </a:graphic>
      </p:graphicFrame>
      <p:sp>
        <p:nvSpPr>
          <p:cNvPr id="101" name="Oval 100">
            <a:extLst>
              <a:ext uri="{FF2B5EF4-FFF2-40B4-BE49-F238E27FC236}">
                <a16:creationId xmlns:a16="http://schemas.microsoft.com/office/drawing/2014/main" id="{E739744F-155B-43D3-6A0D-67A192AA7FE5}"/>
              </a:ext>
            </a:extLst>
          </p:cNvPr>
          <p:cNvSpPr/>
          <p:nvPr userDrawn="1"/>
        </p:nvSpPr>
        <p:spPr>
          <a:xfrm>
            <a:off x="1402124" y="3571310"/>
            <a:ext cx="872438" cy="872438"/>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 name="Content Placeholder 78">
            <a:extLst>
              <a:ext uri="{FF2B5EF4-FFF2-40B4-BE49-F238E27FC236}">
                <a16:creationId xmlns:a16="http://schemas.microsoft.com/office/drawing/2014/main" id="{930C3527-1647-F98B-B741-F5DD69114946}"/>
              </a:ext>
            </a:extLst>
          </p:cNvPr>
          <p:cNvSpPr>
            <a:spLocks noGrp="1"/>
          </p:cNvSpPr>
          <p:nvPr>
            <p:ph sz="quarter" idx="12" hasCustomPrompt="1"/>
          </p:nvPr>
        </p:nvSpPr>
        <p:spPr>
          <a:xfrm>
            <a:off x="1510366" y="3713220"/>
            <a:ext cx="669925" cy="646112"/>
          </a:xfrm>
        </p:spPr>
        <p:txBody>
          <a:bodyPr>
            <a:noAutofit/>
          </a:bodyPr>
          <a:lstStyle>
            <a:lvl1pPr marL="0" indent="0" algn="ctr">
              <a:buNone/>
              <a:defRPr sz="1200">
                <a:solidFill>
                  <a:schemeClr val="bg1"/>
                </a:solidFill>
              </a:defRPr>
            </a:lvl1pPr>
          </a:lstStyle>
          <a:p>
            <a:pPr lvl="0"/>
            <a:r>
              <a:rPr lang="en-US" dirty="0"/>
              <a:t>Insert Icon here</a:t>
            </a:r>
            <a:endParaRPr lang="en-IN" dirty="0"/>
          </a:p>
        </p:txBody>
      </p:sp>
      <p:graphicFrame>
        <p:nvGraphicFramePr>
          <p:cNvPr id="103" name="Chart 102">
            <a:extLst>
              <a:ext uri="{FF2B5EF4-FFF2-40B4-BE49-F238E27FC236}">
                <a16:creationId xmlns:a16="http://schemas.microsoft.com/office/drawing/2014/main" id="{B6A8C584-7814-4316-C7B6-8013735DB374}"/>
              </a:ext>
            </a:extLst>
          </p:cNvPr>
          <p:cNvGraphicFramePr/>
          <p:nvPr userDrawn="1">
            <p:extLst>
              <p:ext uri="{D42A27DB-BD31-4B8C-83A1-F6EECF244321}">
                <p14:modId xmlns:p14="http://schemas.microsoft.com/office/powerpoint/2010/main" val="4150079512"/>
              </p:ext>
            </p:extLst>
          </p:nvPr>
        </p:nvGraphicFramePr>
        <p:xfrm>
          <a:off x="3527104" y="3184215"/>
          <a:ext cx="2283579" cy="1522386"/>
        </p:xfrm>
        <a:graphic>
          <a:graphicData uri="http://schemas.openxmlformats.org/drawingml/2006/chart">
            <c:chart xmlns:c="http://schemas.openxmlformats.org/drawingml/2006/chart" xmlns:r="http://schemas.openxmlformats.org/officeDocument/2006/relationships" r:id="rId6"/>
          </a:graphicData>
        </a:graphic>
      </p:graphicFrame>
      <p:sp>
        <p:nvSpPr>
          <p:cNvPr id="104" name="Oval 103">
            <a:extLst>
              <a:ext uri="{FF2B5EF4-FFF2-40B4-BE49-F238E27FC236}">
                <a16:creationId xmlns:a16="http://schemas.microsoft.com/office/drawing/2014/main" id="{96649B97-DEFA-5EE9-B3ED-A6A40AFBB950}"/>
              </a:ext>
            </a:extLst>
          </p:cNvPr>
          <p:cNvSpPr/>
          <p:nvPr userDrawn="1"/>
        </p:nvSpPr>
        <p:spPr>
          <a:xfrm>
            <a:off x="4232674" y="3509189"/>
            <a:ext cx="872438" cy="872438"/>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Content Placeholder 78">
            <a:extLst>
              <a:ext uri="{FF2B5EF4-FFF2-40B4-BE49-F238E27FC236}">
                <a16:creationId xmlns:a16="http://schemas.microsoft.com/office/drawing/2014/main" id="{E0BCE497-1AA8-EB10-FC9F-5FF90846E1C8}"/>
              </a:ext>
            </a:extLst>
          </p:cNvPr>
          <p:cNvSpPr>
            <a:spLocks noGrp="1"/>
          </p:cNvSpPr>
          <p:nvPr>
            <p:ph sz="quarter" idx="14" hasCustomPrompt="1"/>
          </p:nvPr>
        </p:nvSpPr>
        <p:spPr>
          <a:xfrm>
            <a:off x="4333930" y="3629271"/>
            <a:ext cx="669925" cy="646112"/>
          </a:xfrm>
        </p:spPr>
        <p:txBody>
          <a:bodyPr>
            <a:noAutofit/>
          </a:bodyPr>
          <a:lstStyle>
            <a:lvl1pPr marL="0" indent="0" algn="ctr">
              <a:buNone/>
              <a:defRPr sz="1200">
                <a:solidFill>
                  <a:schemeClr val="bg1"/>
                </a:solidFill>
              </a:defRPr>
            </a:lvl1pPr>
          </a:lstStyle>
          <a:p>
            <a:pPr lvl="0"/>
            <a:r>
              <a:rPr lang="en-US" dirty="0"/>
              <a:t>Insert Icon here</a:t>
            </a:r>
            <a:endParaRPr lang="en-IN" dirty="0"/>
          </a:p>
        </p:txBody>
      </p:sp>
      <p:graphicFrame>
        <p:nvGraphicFramePr>
          <p:cNvPr id="106" name="Chart 105">
            <a:extLst>
              <a:ext uri="{FF2B5EF4-FFF2-40B4-BE49-F238E27FC236}">
                <a16:creationId xmlns:a16="http://schemas.microsoft.com/office/drawing/2014/main" id="{9FC84A14-4C5A-BBB6-1BDD-F0BE8215464E}"/>
              </a:ext>
            </a:extLst>
          </p:cNvPr>
          <p:cNvGraphicFramePr/>
          <p:nvPr userDrawn="1">
            <p:extLst>
              <p:ext uri="{D42A27DB-BD31-4B8C-83A1-F6EECF244321}">
                <p14:modId xmlns:p14="http://schemas.microsoft.com/office/powerpoint/2010/main" val="2081236819"/>
              </p:ext>
            </p:extLst>
          </p:nvPr>
        </p:nvGraphicFramePr>
        <p:xfrm>
          <a:off x="6373338" y="3195523"/>
          <a:ext cx="2283579" cy="1522386"/>
        </p:xfrm>
        <a:graphic>
          <a:graphicData uri="http://schemas.openxmlformats.org/drawingml/2006/chart">
            <c:chart xmlns:c="http://schemas.openxmlformats.org/drawingml/2006/chart" xmlns:r="http://schemas.openxmlformats.org/officeDocument/2006/relationships" r:id="rId7"/>
          </a:graphicData>
        </a:graphic>
      </p:graphicFrame>
      <p:sp>
        <p:nvSpPr>
          <p:cNvPr id="107" name="Oval 106">
            <a:extLst>
              <a:ext uri="{FF2B5EF4-FFF2-40B4-BE49-F238E27FC236}">
                <a16:creationId xmlns:a16="http://schemas.microsoft.com/office/drawing/2014/main" id="{F833C2BF-5B05-0178-697F-8F83DB04C47B}"/>
              </a:ext>
            </a:extLst>
          </p:cNvPr>
          <p:cNvSpPr/>
          <p:nvPr userDrawn="1"/>
        </p:nvSpPr>
        <p:spPr>
          <a:xfrm rot="2700000">
            <a:off x="7063527" y="3505116"/>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Content Placeholder 78">
            <a:extLst>
              <a:ext uri="{FF2B5EF4-FFF2-40B4-BE49-F238E27FC236}">
                <a16:creationId xmlns:a16="http://schemas.microsoft.com/office/drawing/2014/main" id="{91FBD237-0D9A-F918-B4E0-065FBAF3369A}"/>
              </a:ext>
            </a:extLst>
          </p:cNvPr>
          <p:cNvSpPr>
            <a:spLocks noGrp="1"/>
          </p:cNvSpPr>
          <p:nvPr>
            <p:ph sz="quarter" idx="16" hasCustomPrompt="1"/>
          </p:nvPr>
        </p:nvSpPr>
        <p:spPr>
          <a:xfrm>
            <a:off x="7173307" y="3643716"/>
            <a:ext cx="669925" cy="646112"/>
          </a:xfrm>
        </p:spPr>
        <p:txBody>
          <a:bodyPr>
            <a:noAutofit/>
          </a:bodyPr>
          <a:lstStyle>
            <a:lvl1pPr marL="0" indent="0" algn="ctr">
              <a:buNone/>
              <a:defRPr sz="1200">
                <a:solidFill>
                  <a:schemeClr val="bg1"/>
                </a:solidFill>
              </a:defRPr>
            </a:lvl1pPr>
          </a:lstStyle>
          <a:p>
            <a:pPr lvl="0"/>
            <a:r>
              <a:rPr lang="en-US" dirty="0"/>
              <a:t>Insert Icon here</a:t>
            </a:r>
            <a:endParaRPr lang="en-IN" dirty="0"/>
          </a:p>
        </p:txBody>
      </p:sp>
      <p:graphicFrame>
        <p:nvGraphicFramePr>
          <p:cNvPr id="109" name="Chart 108">
            <a:extLst>
              <a:ext uri="{FF2B5EF4-FFF2-40B4-BE49-F238E27FC236}">
                <a16:creationId xmlns:a16="http://schemas.microsoft.com/office/drawing/2014/main" id="{106EC56A-6030-6DF2-1E7E-A108A14CDD4A}"/>
              </a:ext>
            </a:extLst>
          </p:cNvPr>
          <p:cNvGraphicFramePr/>
          <p:nvPr userDrawn="1">
            <p:extLst>
              <p:ext uri="{D42A27DB-BD31-4B8C-83A1-F6EECF244321}">
                <p14:modId xmlns:p14="http://schemas.microsoft.com/office/powerpoint/2010/main" val="554360780"/>
              </p:ext>
            </p:extLst>
          </p:nvPr>
        </p:nvGraphicFramePr>
        <p:xfrm>
          <a:off x="9222809" y="3173171"/>
          <a:ext cx="2283579" cy="1522386"/>
        </p:xfrm>
        <a:graphic>
          <a:graphicData uri="http://schemas.openxmlformats.org/drawingml/2006/chart">
            <c:chart xmlns:c="http://schemas.openxmlformats.org/drawingml/2006/chart" xmlns:r="http://schemas.openxmlformats.org/officeDocument/2006/relationships" r:id="rId8"/>
          </a:graphicData>
        </a:graphic>
      </p:graphicFrame>
      <p:sp>
        <p:nvSpPr>
          <p:cNvPr id="110" name="Oval 109">
            <a:extLst>
              <a:ext uri="{FF2B5EF4-FFF2-40B4-BE49-F238E27FC236}">
                <a16:creationId xmlns:a16="http://schemas.microsoft.com/office/drawing/2014/main" id="{CA754DC7-E6CA-6CC2-0B34-5AE8C75F0D7B}"/>
              </a:ext>
            </a:extLst>
          </p:cNvPr>
          <p:cNvSpPr/>
          <p:nvPr userDrawn="1"/>
        </p:nvSpPr>
        <p:spPr>
          <a:xfrm rot="2700000">
            <a:off x="9912998" y="3482764"/>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Content Placeholder 78">
            <a:extLst>
              <a:ext uri="{FF2B5EF4-FFF2-40B4-BE49-F238E27FC236}">
                <a16:creationId xmlns:a16="http://schemas.microsoft.com/office/drawing/2014/main" id="{3CC3D40B-C414-5E1C-BF1D-3FF6D866B01A}"/>
              </a:ext>
            </a:extLst>
          </p:cNvPr>
          <p:cNvSpPr>
            <a:spLocks noGrp="1"/>
          </p:cNvSpPr>
          <p:nvPr>
            <p:ph sz="quarter" idx="18" hasCustomPrompt="1"/>
          </p:nvPr>
        </p:nvSpPr>
        <p:spPr>
          <a:xfrm>
            <a:off x="10033836" y="3618440"/>
            <a:ext cx="669925" cy="646112"/>
          </a:xfrm>
        </p:spPr>
        <p:txBody>
          <a:bodyPr>
            <a:noAutofit/>
          </a:bodyPr>
          <a:lstStyle>
            <a:lvl1pPr marL="0" indent="0" algn="ctr">
              <a:buNone/>
              <a:defRPr sz="1200">
                <a:solidFill>
                  <a:schemeClr val="bg1"/>
                </a:solidFill>
              </a:defRPr>
            </a:lvl1pPr>
          </a:lstStyle>
          <a:p>
            <a:pPr lvl="0"/>
            <a:r>
              <a:rPr lang="en-US" dirty="0"/>
              <a:t>Insert Icon here</a:t>
            </a:r>
            <a:endParaRPr lang="en-IN" dirty="0"/>
          </a:p>
        </p:txBody>
      </p:sp>
    </p:spTree>
    <p:extLst>
      <p:ext uri="{BB962C8B-B14F-4D97-AF65-F5344CB8AC3E}">
        <p14:creationId xmlns:p14="http://schemas.microsoft.com/office/powerpoint/2010/main" val="31832518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2_Timeline/Roadmap">
    <p:spTree>
      <p:nvGrpSpPr>
        <p:cNvPr id="1" name=""/>
        <p:cNvGrpSpPr/>
        <p:nvPr/>
      </p:nvGrpSpPr>
      <p:grpSpPr>
        <a:xfrm>
          <a:off x="0" y="0"/>
          <a:ext cx="0" cy="0"/>
          <a:chOff x="0" y="0"/>
          <a:chExt cx="0" cy="0"/>
        </a:xfrm>
      </p:grpSpPr>
      <p:sp>
        <p:nvSpPr>
          <p:cNvPr id="72" name="Picture Placeholder 71">
            <a:extLst>
              <a:ext uri="{FF2B5EF4-FFF2-40B4-BE49-F238E27FC236}">
                <a16:creationId xmlns:a16="http://schemas.microsoft.com/office/drawing/2014/main" id="{349C073C-0843-4AD4-1024-53C7FF615665}"/>
              </a:ext>
            </a:extLst>
          </p:cNvPr>
          <p:cNvSpPr>
            <a:spLocks noGrp="1"/>
          </p:cNvSpPr>
          <p:nvPr>
            <p:ph type="pic" sz="quarter" idx="10"/>
          </p:nvPr>
        </p:nvSpPr>
        <p:spPr>
          <a:xfrm>
            <a:off x="0" y="-7067"/>
            <a:ext cx="12192000" cy="3743325"/>
          </a:xfrm>
        </p:spPr>
        <p:txBody>
          <a:bodyPr/>
          <a:lstStyle/>
          <a:p>
            <a:endParaRPr lang="en-IN" dirty="0"/>
          </a:p>
        </p:txBody>
      </p:sp>
      <p:sp>
        <p:nvSpPr>
          <p:cNvPr id="74" name="Rectangle 73">
            <a:extLst>
              <a:ext uri="{FF2B5EF4-FFF2-40B4-BE49-F238E27FC236}">
                <a16:creationId xmlns:a16="http://schemas.microsoft.com/office/drawing/2014/main" id="{0A175A4C-0A49-C6B7-3772-E31C4BF5E9EC}"/>
              </a:ext>
            </a:extLst>
          </p:cNvPr>
          <p:cNvSpPr/>
          <p:nvPr userDrawn="1"/>
        </p:nvSpPr>
        <p:spPr>
          <a:xfrm>
            <a:off x="0" y="0"/>
            <a:ext cx="12192000" cy="3750338"/>
          </a:xfrm>
          <a:prstGeom prst="rect">
            <a:avLst/>
          </a:prstGeom>
          <a:solidFill>
            <a:srgbClr val="BF2026">
              <a:alpha val="8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Freeform 42">
            <a:extLst>
              <a:ext uri="{FF2B5EF4-FFF2-40B4-BE49-F238E27FC236}">
                <a16:creationId xmlns:a16="http://schemas.microsoft.com/office/drawing/2014/main" id="{1F2E0D6F-C7C6-6DF1-B62F-5A1E2AE4127C}"/>
              </a:ext>
            </a:extLst>
          </p:cNvPr>
          <p:cNvSpPr/>
          <p:nvPr userDrawn="1"/>
        </p:nvSpPr>
        <p:spPr>
          <a:xfrm>
            <a:off x="6209317" y="3045019"/>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Freeform 87">
            <a:extLst>
              <a:ext uri="{FF2B5EF4-FFF2-40B4-BE49-F238E27FC236}">
                <a16:creationId xmlns:a16="http://schemas.microsoft.com/office/drawing/2014/main" id="{25A225EB-AC53-0FDB-DAC5-15C1021B4A9F}"/>
              </a:ext>
            </a:extLst>
          </p:cNvPr>
          <p:cNvSpPr/>
          <p:nvPr userDrawn="1"/>
        </p:nvSpPr>
        <p:spPr>
          <a:xfrm>
            <a:off x="2597051" y="3909882"/>
            <a:ext cx="1259218" cy="228778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0">
                <a:schemeClr val="bg1"/>
              </a:gs>
              <a:gs pos="100000">
                <a:schemeClr val="tx2">
                  <a:lumMod val="75000"/>
                </a:schemeClr>
              </a:gs>
              <a:gs pos="81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1" name="Freeform 70">
            <a:extLst>
              <a:ext uri="{FF2B5EF4-FFF2-40B4-BE49-F238E27FC236}">
                <a16:creationId xmlns:a16="http://schemas.microsoft.com/office/drawing/2014/main" id="{AC944F06-205B-94B8-1525-1B4D8A649C58}"/>
              </a:ext>
            </a:extLst>
          </p:cNvPr>
          <p:cNvSpPr/>
          <p:nvPr userDrawn="1"/>
        </p:nvSpPr>
        <p:spPr>
          <a:xfrm>
            <a:off x="3379329" y="3071972"/>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45">
            <a:extLst>
              <a:ext uri="{FF2B5EF4-FFF2-40B4-BE49-F238E27FC236}">
                <a16:creationId xmlns:a16="http://schemas.microsoft.com/office/drawing/2014/main" id="{E7760CB2-44FA-C19F-D43D-A8FC1EBE3774}"/>
              </a:ext>
            </a:extLst>
          </p:cNvPr>
          <p:cNvSpPr/>
          <p:nvPr userDrawn="1"/>
        </p:nvSpPr>
        <p:spPr>
          <a:xfrm rot="3274323">
            <a:off x="4762936" y="3069728"/>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Freeform 44">
            <a:extLst>
              <a:ext uri="{FF2B5EF4-FFF2-40B4-BE49-F238E27FC236}">
                <a16:creationId xmlns:a16="http://schemas.microsoft.com/office/drawing/2014/main" id="{C0E82D49-FF96-7DF4-C7F9-C12C3BB38307}"/>
              </a:ext>
            </a:extLst>
          </p:cNvPr>
          <p:cNvSpPr/>
          <p:nvPr userDrawn="1"/>
        </p:nvSpPr>
        <p:spPr>
          <a:xfrm rot="3274323">
            <a:off x="7598569" y="3061403"/>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Freeform 56">
            <a:extLst>
              <a:ext uri="{FF2B5EF4-FFF2-40B4-BE49-F238E27FC236}">
                <a16:creationId xmlns:a16="http://schemas.microsoft.com/office/drawing/2014/main" id="{7B192090-2319-18EE-2672-5A0A5733E26E}"/>
              </a:ext>
            </a:extLst>
          </p:cNvPr>
          <p:cNvSpPr/>
          <p:nvPr userDrawn="1"/>
        </p:nvSpPr>
        <p:spPr>
          <a:xfrm rot="10800000">
            <a:off x="4015750" y="1036247"/>
            <a:ext cx="1259218" cy="228816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0">
                <a:srgbClr val="EAE4DD">
                  <a:alpha val="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21" name="Chart 20">
            <a:extLst>
              <a:ext uri="{FF2B5EF4-FFF2-40B4-BE49-F238E27FC236}">
                <a16:creationId xmlns:a16="http://schemas.microsoft.com/office/drawing/2014/main" id="{CB337BC4-9072-A93B-0982-F1B598F1F8DA}"/>
              </a:ext>
            </a:extLst>
          </p:cNvPr>
          <p:cNvGraphicFramePr/>
          <p:nvPr userDrawn="1">
            <p:extLst>
              <p:ext uri="{D42A27DB-BD31-4B8C-83A1-F6EECF244321}">
                <p14:modId xmlns:p14="http://schemas.microsoft.com/office/powerpoint/2010/main" val="549184517"/>
              </p:ext>
            </p:extLst>
          </p:nvPr>
        </p:nvGraphicFramePr>
        <p:xfrm>
          <a:off x="3509441" y="2485373"/>
          <a:ext cx="2283579" cy="1522386"/>
        </p:xfrm>
        <a:graphic>
          <a:graphicData uri="http://schemas.openxmlformats.org/drawingml/2006/chart">
            <c:chart xmlns:c="http://schemas.openxmlformats.org/drawingml/2006/chart" xmlns:r="http://schemas.openxmlformats.org/officeDocument/2006/relationships" r:id="rId2"/>
          </a:graphicData>
        </a:graphic>
      </p:graphicFrame>
      <p:sp>
        <p:nvSpPr>
          <p:cNvPr id="23" name="Oval 22">
            <a:extLst>
              <a:ext uri="{FF2B5EF4-FFF2-40B4-BE49-F238E27FC236}">
                <a16:creationId xmlns:a16="http://schemas.microsoft.com/office/drawing/2014/main" id="{342C2A8B-1937-09C5-3521-D7D9DB357F0E}"/>
              </a:ext>
            </a:extLst>
          </p:cNvPr>
          <p:cNvSpPr/>
          <p:nvPr/>
        </p:nvSpPr>
        <p:spPr>
          <a:xfrm rot="18900000">
            <a:off x="4199630" y="2794966"/>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57">
            <a:extLst>
              <a:ext uri="{FF2B5EF4-FFF2-40B4-BE49-F238E27FC236}">
                <a16:creationId xmlns:a16="http://schemas.microsoft.com/office/drawing/2014/main" id="{19445A15-C98A-DE20-85BC-1AAE1C085422}"/>
              </a:ext>
            </a:extLst>
          </p:cNvPr>
          <p:cNvSpPr/>
          <p:nvPr userDrawn="1"/>
        </p:nvSpPr>
        <p:spPr>
          <a:xfrm rot="10800000">
            <a:off x="6851050" y="1036247"/>
            <a:ext cx="1259218" cy="228816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0">
                <a:srgbClr val="EAE4DD">
                  <a:alpha val="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26" name="Chart 25">
            <a:extLst>
              <a:ext uri="{FF2B5EF4-FFF2-40B4-BE49-F238E27FC236}">
                <a16:creationId xmlns:a16="http://schemas.microsoft.com/office/drawing/2014/main" id="{9AEAB0BC-8F45-4424-8268-F43B0426C978}"/>
              </a:ext>
            </a:extLst>
          </p:cNvPr>
          <p:cNvGraphicFramePr/>
          <p:nvPr userDrawn="1">
            <p:extLst>
              <p:ext uri="{D42A27DB-BD31-4B8C-83A1-F6EECF244321}">
                <p14:modId xmlns:p14="http://schemas.microsoft.com/office/powerpoint/2010/main" val="1932812578"/>
              </p:ext>
            </p:extLst>
          </p:nvPr>
        </p:nvGraphicFramePr>
        <p:xfrm>
          <a:off x="6337927" y="2485373"/>
          <a:ext cx="2283579" cy="1522386"/>
        </p:xfrm>
        <a:graphic>
          <a:graphicData uri="http://schemas.openxmlformats.org/drawingml/2006/chart">
            <c:chart xmlns:c="http://schemas.openxmlformats.org/drawingml/2006/chart" xmlns:r="http://schemas.openxmlformats.org/officeDocument/2006/relationships" r:id="rId3"/>
          </a:graphicData>
        </a:graphic>
      </p:graphicFrame>
      <p:sp>
        <p:nvSpPr>
          <p:cNvPr id="27" name="Oval 26">
            <a:extLst>
              <a:ext uri="{FF2B5EF4-FFF2-40B4-BE49-F238E27FC236}">
                <a16:creationId xmlns:a16="http://schemas.microsoft.com/office/drawing/2014/main" id="{481DEC7E-E3E4-5A32-DA5B-6271370CCE01}"/>
              </a:ext>
            </a:extLst>
          </p:cNvPr>
          <p:cNvSpPr/>
          <p:nvPr userDrawn="1"/>
        </p:nvSpPr>
        <p:spPr>
          <a:xfrm>
            <a:off x="7028116" y="2794966"/>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Freeform 60">
            <a:extLst>
              <a:ext uri="{FF2B5EF4-FFF2-40B4-BE49-F238E27FC236}">
                <a16:creationId xmlns:a16="http://schemas.microsoft.com/office/drawing/2014/main" id="{9D6FFD3F-528B-4A5A-EA9A-5EB830163F44}"/>
              </a:ext>
            </a:extLst>
          </p:cNvPr>
          <p:cNvSpPr/>
          <p:nvPr userDrawn="1"/>
        </p:nvSpPr>
        <p:spPr>
          <a:xfrm>
            <a:off x="5425262" y="3913601"/>
            <a:ext cx="1259218" cy="228406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0">
                <a:schemeClr val="bg1"/>
              </a:gs>
              <a:gs pos="100000">
                <a:schemeClr val="tx2">
                  <a:lumMod val="75000"/>
                </a:schemeClr>
              </a:gs>
              <a:gs pos="81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44" name="Freeform 61">
            <a:extLst>
              <a:ext uri="{FF2B5EF4-FFF2-40B4-BE49-F238E27FC236}">
                <a16:creationId xmlns:a16="http://schemas.microsoft.com/office/drawing/2014/main" id="{7C40E5A5-B5AB-1525-E741-37A6B35668BE}"/>
              </a:ext>
            </a:extLst>
          </p:cNvPr>
          <p:cNvSpPr/>
          <p:nvPr userDrawn="1"/>
        </p:nvSpPr>
        <p:spPr>
          <a:xfrm>
            <a:off x="8262462" y="3913602"/>
            <a:ext cx="1259218" cy="2283082"/>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0">
                <a:schemeClr val="bg1"/>
              </a:gs>
              <a:gs pos="100000">
                <a:schemeClr val="tx2">
                  <a:lumMod val="75000"/>
                </a:schemeClr>
              </a:gs>
              <a:gs pos="81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77" name="Text Placeholder 75">
            <a:extLst>
              <a:ext uri="{FF2B5EF4-FFF2-40B4-BE49-F238E27FC236}">
                <a16:creationId xmlns:a16="http://schemas.microsoft.com/office/drawing/2014/main" id="{1A2F1737-F8FA-04CD-DBB6-B1619BDE71CF}"/>
              </a:ext>
            </a:extLst>
          </p:cNvPr>
          <p:cNvSpPr>
            <a:spLocks noGrp="1"/>
          </p:cNvSpPr>
          <p:nvPr>
            <p:ph type="body" sz="quarter" idx="11" hasCustomPrompt="1"/>
          </p:nvPr>
        </p:nvSpPr>
        <p:spPr>
          <a:xfrm>
            <a:off x="1713144" y="435047"/>
            <a:ext cx="8760197" cy="552450"/>
          </a:xfrm>
        </p:spPr>
        <p:txBody>
          <a:bodyPr/>
          <a:lstStyle>
            <a:lvl1pPr marL="0" indent="0" algn="ctr">
              <a:buNone/>
              <a:defRPr lang="en-US" sz="4400" b="1" kern="1200" dirty="0" smtClean="0">
                <a:solidFill>
                  <a:schemeClr val="bg1"/>
                </a:solidFill>
                <a:latin typeface="Barlow Medium" panose="00000600000000000000" pitchFamily="2" charset="0"/>
                <a:ea typeface="+mj-ea"/>
                <a:cs typeface="+mj-cs"/>
              </a:defRPr>
            </a:lvl1pPr>
          </a:lstStyle>
          <a:p>
            <a:pPr lvl="0"/>
            <a:r>
              <a:rPr lang="en-US" dirty="0"/>
              <a:t>Click to edit Master title style</a:t>
            </a:r>
            <a:endParaRPr lang="en-IN" dirty="0"/>
          </a:p>
        </p:txBody>
      </p:sp>
      <p:sp>
        <p:nvSpPr>
          <p:cNvPr id="80" name="Content Placeholder 78">
            <a:extLst>
              <a:ext uri="{FF2B5EF4-FFF2-40B4-BE49-F238E27FC236}">
                <a16:creationId xmlns:a16="http://schemas.microsoft.com/office/drawing/2014/main" id="{81DF78FE-081D-9D73-E005-BBF9935ECEE4}"/>
              </a:ext>
            </a:extLst>
          </p:cNvPr>
          <p:cNvSpPr>
            <a:spLocks noGrp="1"/>
          </p:cNvSpPr>
          <p:nvPr>
            <p:ph sz="quarter" idx="13" hasCustomPrompt="1"/>
          </p:nvPr>
        </p:nvSpPr>
        <p:spPr>
          <a:xfrm>
            <a:off x="4304416" y="2916591"/>
            <a:ext cx="669925" cy="646112"/>
          </a:xfrm>
        </p:spPr>
        <p:txBody>
          <a:bodyPr>
            <a:noAutofit/>
          </a:bodyPr>
          <a:lstStyle>
            <a:lvl1pPr marL="0" indent="0" algn="ctr">
              <a:buNone/>
              <a:defRPr sz="1200">
                <a:solidFill>
                  <a:schemeClr val="bg1"/>
                </a:solidFill>
              </a:defRPr>
            </a:lvl1pPr>
          </a:lstStyle>
          <a:p>
            <a:pPr lvl="0"/>
            <a:r>
              <a:rPr lang="en-US" dirty="0"/>
              <a:t>Insert Icon here</a:t>
            </a:r>
            <a:endParaRPr lang="en-IN" dirty="0"/>
          </a:p>
        </p:txBody>
      </p:sp>
      <p:sp>
        <p:nvSpPr>
          <p:cNvPr id="82" name="Content Placeholder 78">
            <a:extLst>
              <a:ext uri="{FF2B5EF4-FFF2-40B4-BE49-F238E27FC236}">
                <a16:creationId xmlns:a16="http://schemas.microsoft.com/office/drawing/2014/main" id="{59BD77F7-D5E3-B3B8-2E11-18343F029D8C}"/>
              </a:ext>
            </a:extLst>
          </p:cNvPr>
          <p:cNvSpPr>
            <a:spLocks noGrp="1"/>
          </p:cNvSpPr>
          <p:nvPr>
            <p:ph sz="quarter" idx="15" hasCustomPrompt="1"/>
          </p:nvPr>
        </p:nvSpPr>
        <p:spPr>
          <a:xfrm>
            <a:off x="7144753" y="2943036"/>
            <a:ext cx="669925" cy="646112"/>
          </a:xfrm>
        </p:spPr>
        <p:txBody>
          <a:bodyPr>
            <a:noAutofit/>
          </a:bodyPr>
          <a:lstStyle>
            <a:lvl1pPr marL="0" indent="0" algn="ctr">
              <a:buNone/>
              <a:defRPr sz="1200">
                <a:solidFill>
                  <a:schemeClr val="bg1"/>
                </a:solidFill>
              </a:defRPr>
            </a:lvl1pPr>
          </a:lstStyle>
          <a:p>
            <a:pPr lvl="0"/>
            <a:r>
              <a:rPr lang="en-US" dirty="0"/>
              <a:t>Insert Icon here</a:t>
            </a:r>
            <a:endParaRPr lang="en-IN" dirty="0"/>
          </a:p>
        </p:txBody>
      </p:sp>
      <p:sp>
        <p:nvSpPr>
          <p:cNvPr id="86" name="Text Placeholder 17">
            <a:extLst>
              <a:ext uri="{FF2B5EF4-FFF2-40B4-BE49-F238E27FC236}">
                <a16:creationId xmlns:a16="http://schemas.microsoft.com/office/drawing/2014/main" id="{C0283055-3B32-20C0-BCCE-4628A22EF5F3}"/>
              </a:ext>
            </a:extLst>
          </p:cNvPr>
          <p:cNvSpPr>
            <a:spLocks noGrp="1"/>
          </p:cNvSpPr>
          <p:nvPr>
            <p:ph type="body" sz="quarter" idx="19"/>
          </p:nvPr>
        </p:nvSpPr>
        <p:spPr>
          <a:xfrm>
            <a:off x="2603985" y="4835532"/>
            <a:ext cx="1231377" cy="727864"/>
          </a:xfrm>
        </p:spPr>
        <p:txBody>
          <a:bodyPr>
            <a:normAutofit/>
          </a:bodyPr>
          <a:lstStyle>
            <a:lvl1pPr marL="0" indent="0" algn="l">
              <a:buFont typeface="Arial" panose="020B0604020202020204" pitchFamily="34" charset="0"/>
              <a:buNone/>
              <a:defRPr sz="1200" b="0">
                <a:solidFill>
                  <a:schemeClr val="bg1"/>
                </a:solidFill>
                <a:latin typeface="Open Sans" pitchFamily="2" charset="0"/>
                <a:ea typeface="Open Sans" pitchFamily="2" charset="0"/>
                <a:cs typeface="Open Sans" pitchFamily="2" charset="0"/>
              </a:defRPr>
            </a:lvl1pPr>
          </a:lstStyle>
          <a:p>
            <a:pPr lvl="0"/>
            <a:r>
              <a:rPr lang="en-US" dirty="0"/>
              <a:t>Click to edit Master text styles</a:t>
            </a:r>
            <a:endParaRPr lang="en-IN" dirty="0"/>
          </a:p>
        </p:txBody>
      </p:sp>
      <p:sp>
        <p:nvSpPr>
          <p:cNvPr id="87" name="Text Placeholder 17">
            <a:extLst>
              <a:ext uri="{FF2B5EF4-FFF2-40B4-BE49-F238E27FC236}">
                <a16:creationId xmlns:a16="http://schemas.microsoft.com/office/drawing/2014/main" id="{6AD64C47-E863-9FE7-D3C6-2CF8047F65CB}"/>
              </a:ext>
            </a:extLst>
          </p:cNvPr>
          <p:cNvSpPr>
            <a:spLocks noGrp="1"/>
          </p:cNvSpPr>
          <p:nvPr>
            <p:ph type="body" sz="quarter" idx="20"/>
          </p:nvPr>
        </p:nvSpPr>
        <p:spPr>
          <a:xfrm>
            <a:off x="4023491" y="1716402"/>
            <a:ext cx="1231377" cy="727864"/>
          </a:xfrm>
        </p:spPr>
        <p:txBody>
          <a:bodyPr>
            <a:normAutofit/>
          </a:bodyPr>
          <a:lstStyle>
            <a:lvl1pPr marL="0" indent="0" algn="l">
              <a:buFont typeface="Arial" panose="020B0604020202020204" pitchFamily="34" charset="0"/>
              <a:buNone/>
              <a:defRPr sz="1200" b="0">
                <a:solidFill>
                  <a:schemeClr val="tx1"/>
                </a:solidFill>
                <a:latin typeface="Open Sans" pitchFamily="2" charset="0"/>
                <a:ea typeface="Open Sans" pitchFamily="2" charset="0"/>
                <a:cs typeface="Open Sans" pitchFamily="2" charset="0"/>
              </a:defRPr>
            </a:lvl1pPr>
          </a:lstStyle>
          <a:p>
            <a:pPr lvl="0"/>
            <a:r>
              <a:rPr lang="en-US" dirty="0"/>
              <a:t>Click to edit Master text styles</a:t>
            </a:r>
            <a:endParaRPr lang="en-IN" dirty="0"/>
          </a:p>
        </p:txBody>
      </p:sp>
      <p:sp>
        <p:nvSpPr>
          <p:cNvPr id="88" name="Text Placeholder 17">
            <a:extLst>
              <a:ext uri="{FF2B5EF4-FFF2-40B4-BE49-F238E27FC236}">
                <a16:creationId xmlns:a16="http://schemas.microsoft.com/office/drawing/2014/main" id="{AA2ED314-2D76-FD5B-4096-94F2DD0AE583}"/>
              </a:ext>
            </a:extLst>
          </p:cNvPr>
          <p:cNvSpPr>
            <a:spLocks noGrp="1"/>
          </p:cNvSpPr>
          <p:nvPr>
            <p:ph type="body" sz="quarter" idx="21"/>
          </p:nvPr>
        </p:nvSpPr>
        <p:spPr>
          <a:xfrm>
            <a:off x="6860352" y="1716402"/>
            <a:ext cx="1231377" cy="727864"/>
          </a:xfrm>
        </p:spPr>
        <p:txBody>
          <a:bodyPr>
            <a:normAutofit/>
          </a:bodyPr>
          <a:lstStyle>
            <a:lvl1pPr marL="0" indent="0" algn="l">
              <a:buFont typeface="Arial" panose="020B0604020202020204" pitchFamily="34" charset="0"/>
              <a:buNone/>
              <a:defRPr sz="1200" b="0">
                <a:solidFill>
                  <a:schemeClr val="tx1"/>
                </a:solidFill>
                <a:latin typeface="Open Sans" pitchFamily="2" charset="0"/>
                <a:ea typeface="Open Sans" pitchFamily="2" charset="0"/>
                <a:cs typeface="Open Sans" pitchFamily="2" charset="0"/>
              </a:defRPr>
            </a:lvl1pPr>
          </a:lstStyle>
          <a:p>
            <a:pPr lvl="0"/>
            <a:r>
              <a:rPr lang="en-US" dirty="0"/>
              <a:t>Click to edit Master text styles</a:t>
            </a:r>
            <a:endParaRPr lang="en-IN" dirty="0"/>
          </a:p>
        </p:txBody>
      </p:sp>
      <p:sp>
        <p:nvSpPr>
          <p:cNvPr id="90" name="Text Placeholder 17">
            <a:extLst>
              <a:ext uri="{FF2B5EF4-FFF2-40B4-BE49-F238E27FC236}">
                <a16:creationId xmlns:a16="http://schemas.microsoft.com/office/drawing/2014/main" id="{7699AD6F-37E8-D417-5AB4-F0613BE2E683}"/>
              </a:ext>
            </a:extLst>
          </p:cNvPr>
          <p:cNvSpPr>
            <a:spLocks noGrp="1"/>
          </p:cNvSpPr>
          <p:nvPr>
            <p:ph type="body" sz="quarter" idx="23"/>
          </p:nvPr>
        </p:nvSpPr>
        <p:spPr>
          <a:xfrm>
            <a:off x="5432893" y="4835532"/>
            <a:ext cx="1231377" cy="727864"/>
          </a:xfrm>
        </p:spPr>
        <p:txBody>
          <a:bodyPr>
            <a:normAutofit/>
          </a:bodyPr>
          <a:lstStyle>
            <a:lvl1pPr marL="0" indent="0" algn="l">
              <a:buFont typeface="Arial" panose="020B0604020202020204" pitchFamily="34" charset="0"/>
              <a:buNone/>
              <a:defRPr sz="1200" b="0">
                <a:solidFill>
                  <a:schemeClr val="bg1"/>
                </a:solidFill>
                <a:latin typeface="Open Sans" pitchFamily="2" charset="0"/>
                <a:ea typeface="Open Sans" pitchFamily="2" charset="0"/>
                <a:cs typeface="Open Sans" pitchFamily="2" charset="0"/>
              </a:defRPr>
            </a:lvl1pPr>
          </a:lstStyle>
          <a:p>
            <a:pPr lvl="0"/>
            <a:r>
              <a:rPr lang="en-US" dirty="0"/>
              <a:t>Click to edit Master text styles</a:t>
            </a:r>
            <a:endParaRPr lang="en-IN" dirty="0"/>
          </a:p>
        </p:txBody>
      </p:sp>
      <p:sp>
        <p:nvSpPr>
          <p:cNvPr id="91" name="Text Placeholder 17">
            <a:extLst>
              <a:ext uri="{FF2B5EF4-FFF2-40B4-BE49-F238E27FC236}">
                <a16:creationId xmlns:a16="http://schemas.microsoft.com/office/drawing/2014/main" id="{A3623C65-01C4-A2AA-8BF5-B34DEF90AC79}"/>
              </a:ext>
            </a:extLst>
          </p:cNvPr>
          <p:cNvSpPr>
            <a:spLocks noGrp="1"/>
          </p:cNvSpPr>
          <p:nvPr>
            <p:ph type="body" sz="quarter" idx="24"/>
          </p:nvPr>
        </p:nvSpPr>
        <p:spPr>
          <a:xfrm>
            <a:off x="8282672" y="4835532"/>
            <a:ext cx="1231377" cy="727864"/>
          </a:xfrm>
        </p:spPr>
        <p:txBody>
          <a:bodyPr>
            <a:normAutofit/>
          </a:bodyPr>
          <a:lstStyle>
            <a:lvl1pPr marL="0" indent="0" algn="l">
              <a:buFont typeface="Arial" panose="020B0604020202020204" pitchFamily="34" charset="0"/>
              <a:buNone/>
              <a:defRPr sz="1200" b="0">
                <a:solidFill>
                  <a:schemeClr val="bg1"/>
                </a:solidFill>
                <a:latin typeface="Open Sans" pitchFamily="2" charset="0"/>
                <a:ea typeface="Open Sans" pitchFamily="2" charset="0"/>
                <a:cs typeface="Open Sans" pitchFamily="2" charset="0"/>
              </a:defRPr>
            </a:lvl1pPr>
          </a:lstStyle>
          <a:p>
            <a:pPr lvl="0"/>
            <a:r>
              <a:rPr lang="en-US" dirty="0"/>
              <a:t>Click to edit Master text styles</a:t>
            </a:r>
            <a:endParaRPr lang="en-IN" dirty="0"/>
          </a:p>
        </p:txBody>
      </p:sp>
      <p:graphicFrame>
        <p:nvGraphicFramePr>
          <p:cNvPr id="100" name="Chart 99">
            <a:extLst>
              <a:ext uri="{FF2B5EF4-FFF2-40B4-BE49-F238E27FC236}">
                <a16:creationId xmlns:a16="http://schemas.microsoft.com/office/drawing/2014/main" id="{96E7BC8C-6201-0BD0-5851-B438856CD50D}"/>
              </a:ext>
            </a:extLst>
          </p:cNvPr>
          <p:cNvGraphicFramePr/>
          <p:nvPr userDrawn="1">
            <p:extLst>
              <p:ext uri="{D42A27DB-BD31-4B8C-83A1-F6EECF244321}">
                <p14:modId xmlns:p14="http://schemas.microsoft.com/office/powerpoint/2010/main" val="44044212"/>
              </p:ext>
            </p:extLst>
          </p:nvPr>
        </p:nvGraphicFramePr>
        <p:xfrm>
          <a:off x="2077885" y="3246336"/>
          <a:ext cx="2283579" cy="1522386"/>
        </p:xfrm>
        <a:graphic>
          <a:graphicData uri="http://schemas.openxmlformats.org/drawingml/2006/chart">
            <c:chart xmlns:c="http://schemas.openxmlformats.org/drawingml/2006/chart" xmlns:r="http://schemas.openxmlformats.org/officeDocument/2006/relationships" r:id="rId4"/>
          </a:graphicData>
        </a:graphic>
      </p:graphicFrame>
      <p:sp>
        <p:nvSpPr>
          <p:cNvPr id="101" name="Oval 100">
            <a:extLst>
              <a:ext uri="{FF2B5EF4-FFF2-40B4-BE49-F238E27FC236}">
                <a16:creationId xmlns:a16="http://schemas.microsoft.com/office/drawing/2014/main" id="{E739744F-155B-43D3-6A0D-67A192AA7FE5}"/>
              </a:ext>
            </a:extLst>
          </p:cNvPr>
          <p:cNvSpPr/>
          <p:nvPr userDrawn="1"/>
        </p:nvSpPr>
        <p:spPr>
          <a:xfrm>
            <a:off x="2783455" y="3571310"/>
            <a:ext cx="872438" cy="872438"/>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 name="Content Placeholder 78">
            <a:extLst>
              <a:ext uri="{FF2B5EF4-FFF2-40B4-BE49-F238E27FC236}">
                <a16:creationId xmlns:a16="http://schemas.microsoft.com/office/drawing/2014/main" id="{930C3527-1647-F98B-B741-F5DD69114946}"/>
              </a:ext>
            </a:extLst>
          </p:cNvPr>
          <p:cNvSpPr>
            <a:spLocks noGrp="1"/>
          </p:cNvSpPr>
          <p:nvPr>
            <p:ph sz="quarter" idx="12" hasCustomPrompt="1"/>
          </p:nvPr>
        </p:nvSpPr>
        <p:spPr>
          <a:xfrm>
            <a:off x="2891697" y="3713220"/>
            <a:ext cx="669925" cy="646112"/>
          </a:xfrm>
        </p:spPr>
        <p:txBody>
          <a:bodyPr>
            <a:noAutofit/>
          </a:bodyPr>
          <a:lstStyle>
            <a:lvl1pPr marL="0" indent="0" algn="ctr">
              <a:buNone/>
              <a:defRPr sz="1200">
                <a:solidFill>
                  <a:schemeClr val="bg1"/>
                </a:solidFill>
              </a:defRPr>
            </a:lvl1pPr>
          </a:lstStyle>
          <a:p>
            <a:pPr lvl="0"/>
            <a:r>
              <a:rPr lang="en-US" dirty="0"/>
              <a:t>Insert Icon here</a:t>
            </a:r>
            <a:endParaRPr lang="en-IN" dirty="0"/>
          </a:p>
        </p:txBody>
      </p:sp>
      <p:graphicFrame>
        <p:nvGraphicFramePr>
          <p:cNvPr id="103" name="Chart 102">
            <a:extLst>
              <a:ext uri="{FF2B5EF4-FFF2-40B4-BE49-F238E27FC236}">
                <a16:creationId xmlns:a16="http://schemas.microsoft.com/office/drawing/2014/main" id="{B6A8C584-7814-4316-C7B6-8013735DB374}"/>
              </a:ext>
            </a:extLst>
          </p:cNvPr>
          <p:cNvGraphicFramePr/>
          <p:nvPr userDrawn="1">
            <p:extLst>
              <p:ext uri="{D42A27DB-BD31-4B8C-83A1-F6EECF244321}">
                <p14:modId xmlns:p14="http://schemas.microsoft.com/office/powerpoint/2010/main" val="1614023657"/>
              </p:ext>
            </p:extLst>
          </p:nvPr>
        </p:nvGraphicFramePr>
        <p:xfrm>
          <a:off x="4908435" y="3184215"/>
          <a:ext cx="2283579" cy="1522386"/>
        </p:xfrm>
        <a:graphic>
          <a:graphicData uri="http://schemas.openxmlformats.org/drawingml/2006/chart">
            <c:chart xmlns:c="http://schemas.openxmlformats.org/drawingml/2006/chart" xmlns:r="http://schemas.openxmlformats.org/officeDocument/2006/relationships" r:id="rId5"/>
          </a:graphicData>
        </a:graphic>
      </p:graphicFrame>
      <p:sp>
        <p:nvSpPr>
          <p:cNvPr id="104" name="Oval 103">
            <a:extLst>
              <a:ext uri="{FF2B5EF4-FFF2-40B4-BE49-F238E27FC236}">
                <a16:creationId xmlns:a16="http://schemas.microsoft.com/office/drawing/2014/main" id="{96649B97-DEFA-5EE9-B3ED-A6A40AFBB950}"/>
              </a:ext>
            </a:extLst>
          </p:cNvPr>
          <p:cNvSpPr/>
          <p:nvPr userDrawn="1"/>
        </p:nvSpPr>
        <p:spPr>
          <a:xfrm>
            <a:off x="5614005" y="3509189"/>
            <a:ext cx="872438" cy="872438"/>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Content Placeholder 78">
            <a:extLst>
              <a:ext uri="{FF2B5EF4-FFF2-40B4-BE49-F238E27FC236}">
                <a16:creationId xmlns:a16="http://schemas.microsoft.com/office/drawing/2014/main" id="{E0BCE497-1AA8-EB10-FC9F-5FF90846E1C8}"/>
              </a:ext>
            </a:extLst>
          </p:cNvPr>
          <p:cNvSpPr>
            <a:spLocks noGrp="1"/>
          </p:cNvSpPr>
          <p:nvPr>
            <p:ph sz="quarter" idx="14" hasCustomPrompt="1"/>
          </p:nvPr>
        </p:nvSpPr>
        <p:spPr>
          <a:xfrm>
            <a:off x="5715261" y="3629271"/>
            <a:ext cx="669925" cy="646112"/>
          </a:xfrm>
        </p:spPr>
        <p:txBody>
          <a:bodyPr>
            <a:noAutofit/>
          </a:bodyPr>
          <a:lstStyle>
            <a:lvl1pPr marL="0" indent="0" algn="ctr">
              <a:buNone/>
              <a:defRPr sz="1200">
                <a:solidFill>
                  <a:schemeClr val="bg1"/>
                </a:solidFill>
              </a:defRPr>
            </a:lvl1pPr>
          </a:lstStyle>
          <a:p>
            <a:pPr lvl="0"/>
            <a:r>
              <a:rPr lang="en-US" dirty="0"/>
              <a:t>Insert Icon here</a:t>
            </a:r>
            <a:endParaRPr lang="en-IN" dirty="0"/>
          </a:p>
        </p:txBody>
      </p:sp>
      <p:graphicFrame>
        <p:nvGraphicFramePr>
          <p:cNvPr id="106" name="Chart 105">
            <a:extLst>
              <a:ext uri="{FF2B5EF4-FFF2-40B4-BE49-F238E27FC236}">
                <a16:creationId xmlns:a16="http://schemas.microsoft.com/office/drawing/2014/main" id="{9FC84A14-4C5A-BBB6-1BDD-F0BE8215464E}"/>
              </a:ext>
            </a:extLst>
          </p:cNvPr>
          <p:cNvGraphicFramePr/>
          <p:nvPr userDrawn="1">
            <p:extLst>
              <p:ext uri="{D42A27DB-BD31-4B8C-83A1-F6EECF244321}">
                <p14:modId xmlns:p14="http://schemas.microsoft.com/office/powerpoint/2010/main" val="1296580256"/>
              </p:ext>
            </p:extLst>
          </p:nvPr>
        </p:nvGraphicFramePr>
        <p:xfrm>
          <a:off x="7754669" y="3195523"/>
          <a:ext cx="2283579" cy="1522386"/>
        </p:xfrm>
        <a:graphic>
          <a:graphicData uri="http://schemas.openxmlformats.org/drawingml/2006/chart">
            <c:chart xmlns:c="http://schemas.openxmlformats.org/drawingml/2006/chart" xmlns:r="http://schemas.openxmlformats.org/officeDocument/2006/relationships" r:id="rId6"/>
          </a:graphicData>
        </a:graphic>
      </p:graphicFrame>
      <p:sp>
        <p:nvSpPr>
          <p:cNvPr id="107" name="Oval 106">
            <a:extLst>
              <a:ext uri="{FF2B5EF4-FFF2-40B4-BE49-F238E27FC236}">
                <a16:creationId xmlns:a16="http://schemas.microsoft.com/office/drawing/2014/main" id="{F833C2BF-5B05-0178-697F-8F83DB04C47B}"/>
              </a:ext>
            </a:extLst>
          </p:cNvPr>
          <p:cNvSpPr/>
          <p:nvPr userDrawn="1"/>
        </p:nvSpPr>
        <p:spPr>
          <a:xfrm rot="2700000">
            <a:off x="8444858" y="3505116"/>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Content Placeholder 78">
            <a:extLst>
              <a:ext uri="{FF2B5EF4-FFF2-40B4-BE49-F238E27FC236}">
                <a16:creationId xmlns:a16="http://schemas.microsoft.com/office/drawing/2014/main" id="{91FBD237-0D9A-F918-B4E0-065FBAF3369A}"/>
              </a:ext>
            </a:extLst>
          </p:cNvPr>
          <p:cNvSpPr>
            <a:spLocks noGrp="1"/>
          </p:cNvSpPr>
          <p:nvPr>
            <p:ph sz="quarter" idx="16" hasCustomPrompt="1"/>
          </p:nvPr>
        </p:nvSpPr>
        <p:spPr>
          <a:xfrm>
            <a:off x="8554638" y="3643716"/>
            <a:ext cx="669925" cy="646112"/>
          </a:xfrm>
        </p:spPr>
        <p:txBody>
          <a:bodyPr>
            <a:noAutofit/>
          </a:bodyPr>
          <a:lstStyle>
            <a:lvl1pPr marL="0" indent="0" algn="ctr">
              <a:buNone/>
              <a:defRPr sz="1200">
                <a:solidFill>
                  <a:schemeClr val="bg1"/>
                </a:solidFill>
              </a:defRPr>
            </a:lvl1pPr>
          </a:lstStyle>
          <a:p>
            <a:pPr lvl="0"/>
            <a:r>
              <a:rPr lang="en-US" dirty="0"/>
              <a:t>Insert Icon here</a:t>
            </a:r>
            <a:endParaRPr lang="en-IN" dirty="0"/>
          </a:p>
        </p:txBody>
      </p:sp>
    </p:spTree>
    <p:extLst>
      <p:ext uri="{BB962C8B-B14F-4D97-AF65-F5344CB8AC3E}">
        <p14:creationId xmlns:p14="http://schemas.microsoft.com/office/powerpoint/2010/main" val="255983534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3_Timeline/Roadmap">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718560-168F-E8A9-4F1A-BC4FAF66A1F3}"/>
              </a:ext>
            </a:extLst>
          </p:cNvPr>
          <p:cNvSpPr/>
          <p:nvPr userDrawn="1"/>
        </p:nvSpPr>
        <p:spPr>
          <a:xfrm>
            <a:off x="1476274" y="3105945"/>
            <a:ext cx="9254659" cy="882072"/>
          </a:xfrm>
          <a:prstGeom prst="rect">
            <a:avLst/>
          </a:prstGeom>
          <a:gradFill flip="none" rotWithShape="1">
            <a:gsLst>
              <a:gs pos="0">
                <a:schemeClr val="accent1"/>
              </a:gs>
              <a:gs pos="10000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 name="Straight Connector 6">
            <a:extLst>
              <a:ext uri="{FF2B5EF4-FFF2-40B4-BE49-F238E27FC236}">
                <a16:creationId xmlns:a16="http://schemas.microsoft.com/office/drawing/2014/main" id="{26F18EE7-9A3F-F8F7-7876-AB5FF00CA395}"/>
              </a:ext>
            </a:extLst>
          </p:cNvPr>
          <p:cNvCxnSpPr>
            <a:cxnSpLocks/>
          </p:cNvCxnSpPr>
          <p:nvPr userDrawn="1"/>
        </p:nvCxnSpPr>
        <p:spPr>
          <a:xfrm>
            <a:off x="1053266" y="3546981"/>
            <a:ext cx="967766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Content Placeholder 23">
            <a:extLst>
              <a:ext uri="{FF2B5EF4-FFF2-40B4-BE49-F238E27FC236}">
                <a16:creationId xmlns:a16="http://schemas.microsoft.com/office/drawing/2014/main" id="{BC98202B-12AD-6061-1E93-899441AF25A5}"/>
              </a:ext>
            </a:extLst>
          </p:cNvPr>
          <p:cNvSpPr>
            <a:spLocks noGrp="1"/>
          </p:cNvSpPr>
          <p:nvPr>
            <p:ph sz="quarter" idx="17" hasCustomPrompt="1"/>
          </p:nvPr>
        </p:nvSpPr>
        <p:spPr>
          <a:xfrm>
            <a:off x="5762614" y="3213594"/>
            <a:ext cx="666772" cy="666772"/>
          </a:xfrm>
          <a:prstGeom prst="ellipse">
            <a:avLst/>
          </a:prstGeom>
          <a:solidFill>
            <a:schemeClr val="tx2"/>
          </a:solidFill>
        </p:spPr>
        <p:txBody>
          <a:bodyPr>
            <a:noAutofit/>
          </a:bodyPr>
          <a:lstStyle>
            <a:lvl1pPr marL="0" indent="0" algn="ctr">
              <a:buNone/>
              <a:defRPr sz="800">
                <a:solidFill>
                  <a:schemeClr val="bg1"/>
                </a:solidFill>
              </a:defRPr>
            </a:lvl1pPr>
          </a:lstStyle>
          <a:p>
            <a:pPr lvl="0"/>
            <a:r>
              <a:rPr lang="en-US" dirty="0"/>
              <a:t>Insert content here</a:t>
            </a:r>
            <a:endParaRPr lang="en-IN" dirty="0"/>
          </a:p>
        </p:txBody>
      </p:sp>
      <p:sp>
        <p:nvSpPr>
          <p:cNvPr id="30" name="Content Placeholder 23">
            <a:extLst>
              <a:ext uri="{FF2B5EF4-FFF2-40B4-BE49-F238E27FC236}">
                <a16:creationId xmlns:a16="http://schemas.microsoft.com/office/drawing/2014/main" id="{EB643735-EA65-D91F-3A6E-C73CBA098297}"/>
              </a:ext>
            </a:extLst>
          </p:cNvPr>
          <p:cNvSpPr>
            <a:spLocks noGrp="1"/>
          </p:cNvSpPr>
          <p:nvPr>
            <p:ph sz="quarter" idx="18" hasCustomPrompt="1"/>
          </p:nvPr>
        </p:nvSpPr>
        <p:spPr>
          <a:xfrm>
            <a:off x="7258010" y="3213594"/>
            <a:ext cx="666772" cy="666772"/>
          </a:xfrm>
          <a:prstGeom prst="ellipse">
            <a:avLst/>
          </a:prstGeom>
          <a:solidFill>
            <a:schemeClr val="tx2"/>
          </a:solidFill>
        </p:spPr>
        <p:txBody>
          <a:bodyPr>
            <a:noAutofit/>
          </a:bodyPr>
          <a:lstStyle>
            <a:lvl1pPr marL="0" indent="0" algn="ctr">
              <a:buNone/>
              <a:defRPr sz="800">
                <a:solidFill>
                  <a:schemeClr val="bg1"/>
                </a:solidFill>
              </a:defRPr>
            </a:lvl1pPr>
          </a:lstStyle>
          <a:p>
            <a:pPr lvl="0"/>
            <a:r>
              <a:rPr lang="en-US" dirty="0"/>
              <a:t>Insert content here</a:t>
            </a:r>
            <a:endParaRPr lang="en-IN" dirty="0"/>
          </a:p>
        </p:txBody>
      </p:sp>
      <p:sp>
        <p:nvSpPr>
          <p:cNvPr id="31" name="Content Placeholder 23">
            <a:extLst>
              <a:ext uri="{FF2B5EF4-FFF2-40B4-BE49-F238E27FC236}">
                <a16:creationId xmlns:a16="http://schemas.microsoft.com/office/drawing/2014/main" id="{174B61E2-2DC1-2B4F-A49E-724D3A8E4902}"/>
              </a:ext>
            </a:extLst>
          </p:cNvPr>
          <p:cNvSpPr>
            <a:spLocks noGrp="1"/>
          </p:cNvSpPr>
          <p:nvPr>
            <p:ph sz="quarter" idx="19" hasCustomPrompt="1"/>
          </p:nvPr>
        </p:nvSpPr>
        <p:spPr>
          <a:xfrm>
            <a:off x="8753406" y="3203264"/>
            <a:ext cx="666772" cy="666772"/>
          </a:xfrm>
          <a:prstGeom prst="ellipse">
            <a:avLst/>
          </a:prstGeom>
          <a:solidFill>
            <a:schemeClr val="tx2"/>
          </a:solidFill>
        </p:spPr>
        <p:txBody>
          <a:bodyPr>
            <a:noAutofit/>
          </a:bodyPr>
          <a:lstStyle>
            <a:lvl1pPr marL="0" indent="0" algn="ctr">
              <a:buNone/>
              <a:defRPr sz="800">
                <a:solidFill>
                  <a:schemeClr val="bg1"/>
                </a:solidFill>
              </a:defRPr>
            </a:lvl1pPr>
          </a:lstStyle>
          <a:p>
            <a:pPr lvl="0"/>
            <a:r>
              <a:rPr lang="en-US" dirty="0"/>
              <a:t>Insert content here</a:t>
            </a:r>
            <a:endParaRPr lang="en-IN" dirty="0"/>
          </a:p>
        </p:txBody>
      </p:sp>
      <p:cxnSp>
        <p:nvCxnSpPr>
          <p:cNvPr id="52" name="Straight Connector 51">
            <a:extLst>
              <a:ext uri="{FF2B5EF4-FFF2-40B4-BE49-F238E27FC236}">
                <a16:creationId xmlns:a16="http://schemas.microsoft.com/office/drawing/2014/main" id="{8A38320C-F110-9684-9406-5E2809B585C7}"/>
              </a:ext>
            </a:extLst>
          </p:cNvPr>
          <p:cNvCxnSpPr>
            <a:endCxn id="55" idx="0"/>
          </p:cNvCxnSpPr>
          <p:nvPr userDrawn="1"/>
        </p:nvCxnSpPr>
        <p:spPr>
          <a:xfrm flipH="1">
            <a:off x="3102197" y="3229353"/>
            <a:ext cx="2114" cy="259744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33" name="Content Placeholder 78">
            <a:extLst>
              <a:ext uri="{FF2B5EF4-FFF2-40B4-BE49-F238E27FC236}">
                <a16:creationId xmlns:a16="http://schemas.microsoft.com/office/drawing/2014/main" id="{C1477727-E5D9-6BEC-EA60-D6A9A850B22D}"/>
              </a:ext>
            </a:extLst>
          </p:cNvPr>
          <p:cNvSpPr>
            <a:spLocks noGrp="1"/>
          </p:cNvSpPr>
          <p:nvPr>
            <p:ph sz="quarter" idx="12" hasCustomPrompt="1"/>
          </p:nvPr>
        </p:nvSpPr>
        <p:spPr>
          <a:xfrm>
            <a:off x="1035237" y="3105945"/>
            <a:ext cx="901731" cy="869678"/>
          </a:xfrm>
          <a:prstGeom prst="ellipse">
            <a:avLst/>
          </a:prstGeom>
          <a:solidFill>
            <a:schemeClr val="tx2"/>
          </a:solidFill>
        </p:spPr>
        <p:txBody>
          <a:bodyPr>
            <a:noAutofit/>
          </a:bodyPr>
          <a:lstStyle>
            <a:lvl1pPr marL="0" indent="0" algn="ctr">
              <a:buNone/>
              <a:defRPr sz="1200">
                <a:solidFill>
                  <a:schemeClr val="bg1"/>
                </a:solidFill>
              </a:defRPr>
            </a:lvl1pPr>
          </a:lstStyle>
          <a:p>
            <a:pPr lvl="0"/>
            <a:r>
              <a:rPr lang="en-US" dirty="0"/>
              <a:t>Insert Icon here</a:t>
            </a:r>
            <a:endParaRPr lang="en-IN" dirty="0"/>
          </a:p>
        </p:txBody>
      </p:sp>
      <p:sp>
        <p:nvSpPr>
          <p:cNvPr id="34" name="Content Placeholder 78">
            <a:extLst>
              <a:ext uri="{FF2B5EF4-FFF2-40B4-BE49-F238E27FC236}">
                <a16:creationId xmlns:a16="http://schemas.microsoft.com/office/drawing/2014/main" id="{057351ED-E565-6A39-EE44-10DFFD5594E9}"/>
              </a:ext>
            </a:extLst>
          </p:cNvPr>
          <p:cNvSpPr>
            <a:spLocks noGrp="1"/>
          </p:cNvSpPr>
          <p:nvPr>
            <p:ph sz="quarter" idx="20" hasCustomPrompt="1"/>
          </p:nvPr>
        </p:nvSpPr>
        <p:spPr>
          <a:xfrm>
            <a:off x="10248802" y="3112141"/>
            <a:ext cx="901731" cy="869678"/>
          </a:xfrm>
          <a:prstGeom prst="ellipse">
            <a:avLst/>
          </a:prstGeom>
          <a:solidFill>
            <a:schemeClr val="tx2"/>
          </a:solidFill>
        </p:spPr>
        <p:txBody>
          <a:bodyPr>
            <a:noAutofit/>
          </a:bodyPr>
          <a:lstStyle>
            <a:lvl1pPr marL="0" indent="0" algn="ctr">
              <a:buNone/>
              <a:defRPr sz="1200">
                <a:solidFill>
                  <a:schemeClr val="bg1"/>
                </a:solidFill>
              </a:defRPr>
            </a:lvl1pPr>
          </a:lstStyle>
          <a:p>
            <a:pPr lvl="0"/>
            <a:r>
              <a:rPr lang="en-US" dirty="0"/>
              <a:t>Insert Icon here</a:t>
            </a:r>
            <a:endParaRPr lang="en-IN" dirty="0"/>
          </a:p>
        </p:txBody>
      </p:sp>
      <p:sp>
        <p:nvSpPr>
          <p:cNvPr id="53" name="Oval 52">
            <a:extLst>
              <a:ext uri="{FF2B5EF4-FFF2-40B4-BE49-F238E27FC236}">
                <a16:creationId xmlns:a16="http://schemas.microsoft.com/office/drawing/2014/main" id="{DDBF9905-9724-6A73-2983-2D9946968D62}"/>
              </a:ext>
            </a:extLst>
          </p:cNvPr>
          <p:cNvSpPr/>
          <p:nvPr userDrawn="1"/>
        </p:nvSpPr>
        <p:spPr>
          <a:xfrm>
            <a:off x="3005626" y="4555757"/>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dirty="0">
              <a:latin typeface="+mj-lt"/>
            </a:endParaRPr>
          </a:p>
        </p:txBody>
      </p:sp>
      <p:sp>
        <p:nvSpPr>
          <p:cNvPr id="54" name="Oval 53">
            <a:extLst>
              <a:ext uri="{FF2B5EF4-FFF2-40B4-BE49-F238E27FC236}">
                <a16:creationId xmlns:a16="http://schemas.microsoft.com/office/drawing/2014/main" id="{CC536F99-A16F-26BB-08EE-3BA641BC774E}"/>
              </a:ext>
            </a:extLst>
          </p:cNvPr>
          <p:cNvSpPr/>
          <p:nvPr userDrawn="1"/>
        </p:nvSpPr>
        <p:spPr>
          <a:xfrm>
            <a:off x="3006223" y="5188935"/>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dirty="0">
              <a:latin typeface="+mj-lt"/>
            </a:endParaRPr>
          </a:p>
        </p:txBody>
      </p:sp>
      <p:sp>
        <p:nvSpPr>
          <p:cNvPr id="55" name="Oval 54">
            <a:extLst>
              <a:ext uri="{FF2B5EF4-FFF2-40B4-BE49-F238E27FC236}">
                <a16:creationId xmlns:a16="http://schemas.microsoft.com/office/drawing/2014/main" id="{E3AA2B3B-B812-0A60-80E0-3C365048AB0F}"/>
              </a:ext>
            </a:extLst>
          </p:cNvPr>
          <p:cNvSpPr/>
          <p:nvPr userDrawn="1"/>
        </p:nvSpPr>
        <p:spPr>
          <a:xfrm>
            <a:off x="3005626" y="5826801"/>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dirty="0">
              <a:latin typeface="+mj-lt"/>
            </a:endParaRPr>
          </a:p>
        </p:txBody>
      </p:sp>
      <p:sp>
        <p:nvSpPr>
          <p:cNvPr id="25" name="Content Placeholder 23">
            <a:extLst>
              <a:ext uri="{FF2B5EF4-FFF2-40B4-BE49-F238E27FC236}">
                <a16:creationId xmlns:a16="http://schemas.microsoft.com/office/drawing/2014/main" id="{5DA08EBD-1415-06BB-16F9-EA4E52107F1F}"/>
              </a:ext>
            </a:extLst>
          </p:cNvPr>
          <p:cNvSpPr>
            <a:spLocks noGrp="1"/>
          </p:cNvSpPr>
          <p:nvPr>
            <p:ph sz="quarter" idx="15" hasCustomPrompt="1"/>
          </p:nvPr>
        </p:nvSpPr>
        <p:spPr>
          <a:xfrm>
            <a:off x="2763972" y="3213594"/>
            <a:ext cx="666772" cy="666772"/>
          </a:xfrm>
          <a:prstGeom prst="ellipse">
            <a:avLst/>
          </a:prstGeom>
          <a:solidFill>
            <a:schemeClr val="tx2"/>
          </a:solidFill>
        </p:spPr>
        <p:txBody>
          <a:bodyPr>
            <a:noAutofit/>
          </a:bodyPr>
          <a:lstStyle>
            <a:lvl1pPr marL="0" indent="0" algn="ctr">
              <a:buNone/>
              <a:defRPr sz="800">
                <a:solidFill>
                  <a:schemeClr val="bg1"/>
                </a:solidFill>
              </a:defRPr>
            </a:lvl1pPr>
          </a:lstStyle>
          <a:p>
            <a:pPr lvl="0"/>
            <a:r>
              <a:rPr lang="en-US" dirty="0"/>
              <a:t>Insert content here</a:t>
            </a:r>
            <a:endParaRPr lang="en-IN" dirty="0"/>
          </a:p>
        </p:txBody>
      </p:sp>
      <p:cxnSp>
        <p:nvCxnSpPr>
          <p:cNvPr id="69" name="Straight Connector 68">
            <a:extLst>
              <a:ext uri="{FF2B5EF4-FFF2-40B4-BE49-F238E27FC236}">
                <a16:creationId xmlns:a16="http://schemas.microsoft.com/office/drawing/2014/main" id="{8D3CAE58-3A86-801C-2271-DF1B97FC05B6}"/>
              </a:ext>
            </a:extLst>
          </p:cNvPr>
          <p:cNvCxnSpPr/>
          <p:nvPr userDrawn="1"/>
        </p:nvCxnSpPr>
        <p:spPr>
          <a:xfrm flipH="1">
            <a:off x="4592970" y="1136809"/>
            <a:ext cx="2114" cy="259744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7" name="Content Placeholder 23">
            <a:extLst>
              <a:ext uri="{FF2B5EF4-FFF2-40B4-BE49-F238E27FC236}">
                <a16:creationId xmlns:a16="http://schemas.microsoft.com/office/drawing/2014/main" id="{0D37C339-6F45-DF3F-6280-27820D5DC21F}"/>
              </a:ext>
            </a:extLst>
          </p:cNvPr>
          <p:cNvSpPr>
            <a:spLocks noGrp="1"/>
          </p:cNvSpPr>
          <p:nvPr>
            <p:ph sz="quarter" idx="16" hasCustomPrompt="1"/>
          </p:nvPr>
        </p:nvSpPr>
        <p:spPr>
          <a:xfrm>
            <a:off x="4263293" y="3213594"/>
            <a:ext cx="666772" cy="666772"/>
          </a:xfrm>
          <a:prstGeom prst="ellipse">
            <a:avLst/>
          </a:prstGeom>
          <a:solidFill>
            <a:schemeClr val="tx2"/>
          </a:solidFill>
        </p:spPr>
        <p:txBody>
          <a:bodyPr>
            <a:noAutofit/>
          </a:bodyPr>
          <a:lstStyle>
            <a:lvl1pPr marL="0" indent="0" algn="ctr">
              <a:buNone/>
              <a:defRPr sz="800">
                <a:solidFill>
                  <a:schemeClr val="bg1"/>
                </a:solidFill>
              </a:defRPr>
            </a:lvl1pPr>
          </a:lstStyle>
          <a:p>
            <a:pPr lvl="0"/>
            <a:r>
              <a:rPr lang="en-US" dirty="0"/>
              <a:t>Insert content here</a:t>
            </a:r>
            <a:endParaRPr lang="en-IN" dirty="0"/>
          </a:p>
        </p:txBody>
      </p:sp>
      <p:sp>
        <p:nvSpPr>
          <p:cNvPr id="80" name="Text Placeholder 74">
            <a:extLst>
              <a:ext uri="{FF2B5EF4-FFF2-40B4-BE49-F238E27FC236}">
                <a16:creationId xmlns:a16="http://schemas.microsoft.com/office/drawing/2014/main" id="{77DFB414-EEEA-C09F-F1EA-CD2368080A59}"/>
              </a:ext>
            </a:extLst>
          </p:cNvPr>
          <p:cNvSpPr>
            <a:spLocks noGrp="1"/>
          </p:cNvSpPr>
          <p:nvPr>
            <p:ph type="body" sz="quarter" idx="33" hasCustomPrompt="1"/>
          </p:nvPr>
        </p:nvSpPr>
        <p:spPr>
          <a:xfrm>
            <a:off x="3248322" y="4090313"/>
            <a:ext cx="1992015" cy="317463"/>
          </a:xfrm>
        </p:spPr>
        <p:txBody>
          <a:bodyPr/>
          <a:lstStyle>
            <a:lvl1pPr marL="0" indent="0">
              <a:buNone/>
              <a:defRPr sz="2000" b="1">
                <a:latin typeface="Barlow" panose="00000500000000000000" pitchFamily="2" charset="0"/>
              </a:defRPr>
            </a:lvl1pPr>
            <a:lvl2pPr>
              <a:defRPr sz="1800"/>
            </a:lvl2pPr>
            <a:lvl3pPr>
              <a:defRPr sz="1600"/>
            </a:lvl3pPr>
          </a:lstStyle>
          <a:p>
            <a:pPr lvl="0"/>
            <a:r>
              <a:rPr lang="en-US" dirty="0"/>
              <a:t>Subheading</a:t>
            </a:r>
          </a:p>
        </p:txBody>
      </p:sp>
      <p:sp>
        <p:nvSpPr>
          <p:cNvPr id="81" name="Text Placeholder 74">
            <a:extLst>
              <a:ext uri="{FF2B5EF4-FFF2-40B4-BE49-F238E27FC236}">
                <a16:creationId xmlns:a16="http://schemas.microsoft.com/office/drawing/2014/main" id="{268C71BB-89FF-D7F5-5394-EABBA9A330E9}"/>
              </a:ext>
            </a:extLst>
          </p:cNvPr>
          <p:cNvSpPr>
            <a:spLocks noGrp="1"/>
          </p:cNvSpPr>
          <p:nvPr>
            <p:ph type="body" sz="quarter" idx="34" hasCustomPrompt="1"/>
          </p:nvPr>
        </p:nvSpPr>
        <p:spPr>
          <a:xfrm>
            <a:off x="3248321" y="4482368"/>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dirty="0"/>
              <a:t>Point 1</a:t>
            </a:r>
          </a:p>
        </p:txBody>
      </p:sp>
      <p:sp>
        <p:nvSpPr>
          <p:cNvPr id="82" name="Text Placeholder 74">
            <a:extLst>
              <a:ext uri="{FF2B5EF4-FFF2-40B4-BE49-F238E27FC236}">
                <a16:creationId xmlns:a16="http://schemas.microsoft.com/office/drawing/2014/main" id="{A7C9ED1D-FE93-D946-F8E8-4A2E4F10D197}"/>
              </a:ext>
            </a:extLst>
          </p:cNvPr>
          <p:cNvSpPr>
            <a:spLocks noGrp="1"/>
          </p:cNvSpPr>
          <p:nvPr>
            <p:ph type="body" sz="quarter" idx="35" hasCustomPrompt="1"/>
          </p:nvPr>
        </p:nvSpPr>
        <p:spPr>
          <a:xfrm>
            <a:off x="3248321" y="5134240"/>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dirty="0"/>
              <a:t>Point 2</a:t>
            </a:r>
          </a:p>
        </p:txBody>
      </p:sp>
      <p:sp>
        <p:nvSpPr>
          <p:cNvPr id="83" name="Text Placeholder 74">
            <a:extLst>
              <a:ext uri="{FF2B5EF4-FFF2-40B4-BE49-F238E27FC236}">
                <a16:creationId xmlns:a16="http://schemas.microsoft.com/office/drawing/2014/main" id="{30C250FE-3B2F-8E64-F74F-43A2ADEBB404}"/>
              </a:ext>
            </a:extLst>
          </p:cNvPr>
          <p:cNvSpPr>
            <a:spLocks noGrp="1"/>
          </p:cNvSpPr>
          <p:nvPr>
            <p:ph type="body" sz="quarter" idx="36" hasCustomPrompt="1"/>
          </p:nvPr>
        </p:nvSpPr>
        <p:spPr>
          <a:xfrm>
            <a:off x="3250236" y="5749256"/>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dirty="0"/>
              <a:t>Point 3</a:t>
            </a:r>
          </a:p>
        </p:txBody>
      </p:sp>
      <p:sp>
        <p:nvSpPr>
          <p:cNvPr id="84" name="Title 1">
            <a:extLst>
              <a:ext uri="{FF2B5EF4-FFF2-40B4-BE49-F238E27FC236}">
                <a16:creationId xmlns:a16="http://schemas.microsoft.com/office/drawing/2014/main" id="{187BD3FF-2BF4-D0F0-BC40-2AD164FC4035}"/>
              </a:ext>
            </a:extLst>
          </p:cNvPr>
          <p:cNvSpPr>
            <a:spLocks noGrp="1"/>
          </p:cNvSpPr>
          <p:nvPr>
            <p:ph type="title"/>
          </p:nvPr>
        </p:nvSpPr>
        <p:spPr>
          <a:xfrm>
            <a:off x="396663" y="471246"/>
            <a:ext cx="3663459" cy="1798429"/>
          </a:xfrm>
        </p:spPr>
        <p:txBody>
          <a:bodyPr/>
          <a:lstStyle/>
          <a:p>
            <a:r>
              <a:rPr lang="en-US" dirty="0"/>
              <a:t>Click to edit Master title style</a:t>
            </a:r>
            <a:endParaRPr lang="en-IN" dirty="0"/>
          </a:p>
        </p:txBody>
      </p:sp>
      <p:sp>
        <p:nvSpPr>
          <p:cNvPr id="141" name="Oval 140">
            <a:extLst>
              <a:ext uri="{FF2B5EF4-FFF2-40B4-BE49-F238E27FC236}">
                <a16:creationId xmlns:a16="http://schemas.microsoft.com/office/drawing/2014/main" id="{512C8301-9675-1ABE-32F5-2E991021C977}"/>
              </a:ext>
            </a:extLst>
          </p:cNvPr>
          <p:cNvSpPr/>
          <p:nvPr userDrawn="1"/>
        </p:nvSpPr>
        <p:spPr>
          <a:xfrm>
            <a:off x="4504545" y="1132495"/>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dirty="0">
              <a:latin typeface="+mj-lt"/>
            </a:endParaRPr>
          </a:p>
        </p:txBody>
      </p:sp>
      <p:sp>
        <p:nvSpPr>
          <p:cNvPr id="142" name="Oval 141">
            <a:extLst>
              <a:ext uri="{FF2B5EF4-FFF2-40B4-BE49-F238E27FC236}">
                <a16:creationId xmlns:a16="http://schemas.microsoft.com/office/drawing/2014/main" id="{4261A292-8F83-A379-4280-D58A80AAEC53}"/>
              </a:ext>
            </a:extLst>
          </p:cNvPr>
          <p:cNvSpPr/>
          <p:nvPr userDrawn="1"/>
        </p:nvSpPr>
        <p:spPr>
          <a:xfrm>
            <a:off x="4505142" y="1765673"/>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dirty="0">
              <a:latin typeface="+mj-lt"/>
            </a:endParaRPr>
          </a:p>
        </p:txBody>
      </p:sp>
      <p:sp>
        <p:nvSpPr>
          <p:cNvPr id="143" name="Oval 142">
            <a:extLst>
              <a:ext uri="{FF2B5EF4-FFF2-40B4-BE49-F238E27FC236}">
                <a16:creationId xmlns:a16="http://schemas.microsoft.com/office/drawing/2014/main" id="{1F5CCAB9-00A8-13E3-D61A-52AB81A5F65C}"/>
              </a:ext>
            </a:extLst>
          </p:cNvPr>
          <p:cNvSpPr/>
          <p:nvPr userDrawn="1"/>
        </p:nvSpPr>
        <p:spPr>
          <a:xfrm>
            <a:off x="4504545" y="2403539"/>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dirty="0">
              <a:latin typeface="+mj-lt"/>
            </a:endParaRPr>
          </a:p>
        </p:txBody>
      </p:sp>
      <p:sp>
        <p:nvSpPr>
          <p:cNvPr id="144" name="Text Placeholder 74">
            <a:extLst>
              <a:ext uri="{FF2B5EF4-FFF2-40B4-BE49-F238E27FC236}">
                <a16:creationId xmlns:a16="http://schemas.microsoft.com/office/drawing/2014/main" id="{1385A779-53A7-E703-C71F-6F867C0018EB}"/>
              </a:ext>
            </a:extLst>
          </p:cNvPr>
          <p:cNvSpPr>
            <a:spLocks noGrp="1"/>
          </p:cNvSpPr>
          <p:nvPr>
            <p:ph type="body" sz="quarter" idx="49" hasCustomPrompt="1"/>
          </p:nvPr>
        </p:nvSpPr>
        <p:spPr>
          <a:xfrm>
            <a:off x="4747240" y="1059106"/>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dirty="0"/>
              <a:t>Point 1</a:t>
            </a:r>
          </a:p>
        </p:txBody>
      </p:sp>
      <p:sp>
        <p:nvSpPr>
          <p:cNvPr id="145" name="Text Placeholder 74">
            <a:extLst>
              <a:ext uri="{FF2B5EF4-FFF2-40B4-BE49-F238E27FC236}">
                <a16:creationId xmlns:a16="http://schemas.microsoft.com/office/drawing/2014/main" id="{B073D01E-9BBD-B1EE-24ED-979DF9215425}"/>
              </a:ext>
            </a:extLst>
          </p:cNvPr>
          <p:cNvSpPr>
            <a:spLocks noGrp="1"/>
          </p:cNvSpPr>
          <p:nvPr>
            <p:ph type="body" sz="quarter" idx="50" hasCustomPrompt="1"/>
          </p:nvPr>
        </p:nvSpPr>
        <p:spPr>
          <a:xfrm>
            <a:off x="4747240" y="1710978"/>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dirty="0"/>
              <a:t>Point 2</a:t>
            </a:r>
          </a:p>
        </p:txBody>
      </p:sp>
      <p:sp>
        <p:nvSpPr>
          <p:cNvPr id="146" name="Text Placeholder 74">
            <a:extLst>
              <a:ext uri="{FF2B5EF4-FFF2-40B4-BE49-F238E27FC236}">
                <a16:creationId xmlns:a16="http://schemas.microsoft.com/office/drawing/2014/main" id="{E3757DA5-6829-5E7E-5CB5-B9BD84D7F22C}"/>
              </a:ext>
            </a:extLst>
          </p:cNvPr>
          <p:cNvSpPr>
            <a:spLocks noGrp="1"/>
          </p:cNvSpPr>
          <p:nvPr>
            <p:ph type="body" sz="quarter" idx="51" hasCustomPrompt="1"/>
          </p:nvPr>
        </p:nvSpPr>
        <p:spPr>
          <a:xfrm>
            <a:off x="4749155" y="2325994"/>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dirty="0"/>
              <a:t>Point 3</a:t>
            </a:r>
          </a:p>
        </p:txBody>
      </p:sp>
      <p:sp>
        <p:nvSpPr>
          <p:cNvPr id="147" name="Text Placeholder 74">
            <a:extLst>
              <a:ext uri="{FF2B5EF4-FFF2-40B4-BE49-F238E27FC236}">
                <a16:creationId xmlns:a16="http://schemas.microsoft.com/office/drawing/2014/main" id="{0AD34D85-629E-8436-265B-D2E04C221617}"/>
              </a:ext>
            </a:extLst>
          </p:cNvPr>
          <p:cNvSpPr>
            <a:spLocks noGrp="1"/>
          </p:cNvSpPr>
          <p:nvPr>
            <p:ph type="body" sz="quarter" idx="52" hasCustomPrompt="1"/>
          </p:nvPr>
        </p:nvSpPr>
        <p:spPr>
          <a:xfrm>
            <a:off x="4747241" y="665173"/>
            <a:ext cx="1992015" cy="317463"/>
          </a:xfrm>
        </p:spPr>
        <p:txBody>
          <a:bodyPr/>
          <a:lstStyle>
            <a:lvl1pPr marL="0" indent="0">
              <a:buNone/>
              <a:defRPr sz="2000" b="1">
                <a:latin typeface="Barlow" panose="00000500000000000000" pitchFamily="2" charset="0"/>
              </a:defRPr>
            </a:lvl1pPr>
            <a:lvl2pPr>
              <a:defRPr sz="1800"/>
            </a:lvl2pPr>
            <a:lvl3pPr>
              <a:defRPr sz="1600"/>
            </a:lvl3pPr>
          </a:lstStyle>
          <a:p>
            <a:pPr lvl="0"/>
            <a:r>
              <a:rPr lang="en-US" dirty="0"/>
              <a:t>Subheading</a:t>
            </a:r>
          </a:p>
        </p:txBody>
      </p:sp>
      <p:cxnSp>
        <p:nvCxnSpPr>
          <p:cNvPr id="149" name="Straight Connector 148">
            <a:extLst>
              <a:ext uri="{FF2B5EF4-FFF2-40B4-BE49-F238E27FC236}">
                <a16:creationId xmlns:a16="http://schemas.microsoft.com/office/drawing/2014/main" id="{74A355D3-A901-47CF-8C15-080D98FC2BBB}"/>
              </a:ext>
            </a:extLst>
          </p:cNvPr>
          <p:cNvCxnSpPr>
            <a:endCxn id="152" idx="0"/>
          </p:cNvCxnSpPr>
          <p:nvPr userDrawn="1"/>
        </p:nvCxnSpPr>
        <p:spPr>
          <a:xfrm flipH="1">
            <a:off x="6067903" y="3229551"/>
            <a:ext cx="2114" cy="259744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50" name="Oval 149">
            <a:extLst>
              <a:ext uri="{FF2B5EF4-FFF2-40B4-BE49-F238E27FC236}">
                <a16:creationId xmlns:a16="http://schemas.microsoft.com/office/drawing/2014/main" id="{876FDBF6-6AC9-7ACD-278D-68C81C04C689}"/>
              </a:ext>
            </a:extLst>
          </p:cNvPr>
          <p:cNvSpPr/>
          <p:nvPr userDrawn="1"/>
        </p:nvSpPr>
        <p:spPr>
          <a:xfrm>
            <a:off x="5971332" y="4555955"/>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dirty="0">
              <a:latin typeface="+mj-lt"/>
            </a:endParaRPr>
          </a:p>
        </p:txBody>
      </p:sp>
      <p:sp>
        <p:nvSpPr>
          <p:cNvPr id="151" name="Oval 150">
            <a:extLst>
              <a:ext uri="{FF2B5EF4-FFF2-40B4-BE49-F238E27FC236}">
                <a16:creationId xmlns:a16="http://schemas.microsoft.com/office/drawing/2014/main" id="{8956EE46-A1BA-464A-678C-A99185FB71DF}"/>
              </a:ext>
            </a:extLst>
          </p:cNvPr>
          <p:cNvSpPr/>
          <p:nvPr userDrawn="1"/>
        </p:nvSpPr>
        <p:spPr>
          <a:xfrm>
            <a:off x="5971929" y="5189133"/>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dirty="0">
              <a:latin typeface="+mj-lt"/>
            </a:endParaRPr>
          </a:p>
        </p:txBody>
      </p:sp>
      <p:sp>
        <p:nvSpPr>
          <p:cNvPr id="152" name="Oval 151">
            <a:extLst>
              <a:ext uri="{FF2B5EF4-FFF2-40B4-BE49-F238E27FC236}">
                <a16:creationId xmlns:a16="http://schemas.microsoft.com/office/drawing/2014/main" id="{C78D0618-A5F4-D898-8249-5CAC95AF56E3}"/>
              </a:ext>
            </a:extLst>
          </p:cNvPr>
          <p:cNvSpPr/>
          <p:nvPr userDrawn="1"/>
        </p:nvSpPr>
        <p:spPr>
          <a:xfrm>
            <a:off x="5971332" y="5826999"/>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dirty="0">
              <a:latin typeface="+mj-lt"/>
            </a:endParaRPr>
          </a:p>
        </p:txBody>
      </p:sp>
      <p:sp>
        <p:nvSpPr>
          <p:cNvPr id="153" name="Text Placeholder 74">
            <a:extLst>
              <a:ext uri="{FF2B5EF4-FFF2-40B4-BE49-F238E27FC236}">
                <a16:creationId xmlns:a16="http://schemas.microsoft.com/office/drawing/2014/main" id="{AD9238F5-D397-5AD3-1DBD-4D5661D2C433}"/>
              </a:ext>
            </a:extLst>
          </p:cNvPr>
          <p:cNvSpPr>
            <a:spLocks noGrp="1"/>
          </p:cNvSpPr>
          <p:nvPr>
            <p:ph type="body" sz="quarter" idx="53" hasCustomPrompt="1"/>
          </p:nvPr>
        </p:nvSpPr>
        <p:spPr>
          <a:xfrm>
            <a:off x="6214028" y="4090511"/>
            <a:ext cx="1992015" cy="317463"/>
          </a:xfrm>
        </p:spPr>
        <p:txBody>
          <a:bodyPr/>
          <a:lstStyle>
            <a:lvl1pPr marL="0" indent="0">
              <a:buNone/>
              <a:defRPr sz="2000" b="1">
                <a:latin typeface="Barlow" panose="00000500000000000000" pitchFamily="2" charset="0"/>
              </a:defRPr>
            </a:lvl1pPr>
            <a:lvl2pPr>
              <a:defRPr sz="1800"/>
            </a:lvl2pPr>
            <a:lvl3pPr>
              <a:defRPr sz="1600"/>
            </a:lvl3pPr>
          </a:lstStyle>
          <a:p>
            <a:pPr lvl="0"/>
            <a:r>
              <a:rPr lang="en-US" dirty="0"/>
              <a:t>Subheading</a:t>
            </a:r>
          </a:p>
        </p:txBody>
      </p:sp>
      <p:sp>
        <p:nvSpPr>
          <p:cNvPr id="154" name="Text Placeholder 74">
            <a:extLst>
              <a:ext uri="{FF2B5EF4-FFF2-40B4-BE49-F238E27FC236}">
                <a16:creationId xmlns:a16="http://schemas.microsoft.com/office/drawing/2014/main" id="{266B5D54-3114-EB59-6784-24075C4F8721}"/>
              </a:ext>
            </a:extLst>
          </p:cNvPr>
          <p:cNvSpPr>
            <a:spLocks noGrp="1"/>
          </p:cNvSpPr>
          <p:nvPr>
            <p:ph type="body" sz="quarter" idx="54" hasCustomPrompt="1"/>
          </p:nvPr>
        </p:nvSpPr>
        <p:spPr>
          <a:xfrm>
            <a:off x="6214027" y="4482566"/>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dirty="0"/>
              <a:t>Point 1</a:t>
            </a:r>
          </a:p>
        </p:txBody>
      </p:sp>
      <p:sp>
        <p:nvSpPr>
          <p:cNvPr id="155" name="Text Placeholder 74">
            <a:extLst>
              <a:ext uri="{FF2B5EF4-FFF2-40B4-BE49-F238E27FC236}">
                <a16:creationId xmlns:a16="http://schemas.microsoft.com/office/drawing/2014/main" id="{AF7A92CD-FDF0-43E2-54C4-353F99E86073}"/>
              </a:ext>
            </a:extLst>
          </p:cNvPr>
          <p:cNvSpPr>
            <a:spLocks noGrp="1"/>
          </p:cNvSpPr>
          <p:nvPr>
            <p:ph type="body" sz="quarter" idx="55" hasCustomPrompt="1"/>
          </p:nvPr>
        </p:nvSpPr>
        <p:spPr>
          <a:xfrm>
            <a:off x="6214027" y="5134438"/>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dirty="0"/>
              <a:t>Point 2</a:t>
            </a:r>
          </a:p>
        </p:txBody>
      </p:sp>
      <p:sp>
        <p:nvSpPr>
          <p:cNvPr id="156" name="Text Placeholder 74">
            <a:extLst>
              <a:ext uri="{FF2B5EF4-FFF2-40B4-BE49-F238E27FC236}">
                <a16:creationId xmlns:a16="http://schemas.microsoft.com/office/drawing/2014/main" id="{F8CD8510-A813-102D-2FAD-280C3EB19A06}"/>
              </a:ext>
            </a:extLst>
          </p:cNvPr>
          <p:cNvSpPr>
            <a:spLocks noGrp="1"/>
          </p:cNvSpPr>
          <p:nvPr>
            <p:ph type="body" sz="quarter" idx="56" hasCustomPrompt="1"/>
          </p:nvPr>
        </p:nvSpPr>
        <p:spPr>
          <a:xfrm>
            <a:off x="6215942" y="5749454"/>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dirty="0"/>
              <a:t>Point 3</a:t>
            </a:r>
          </a:p>
        </p:txBody>
      </p:sp>
      <p:cxnSp>
        <p:nvCxnSpPr>
          <p:cNvPr id="157" name="Straight Connector 156">
            <a:extLst>
              <a:ext uri="{FF2B5EF4-FFF2-40B4-BE49-F238E27FC236}">
                <a16:creationId xmlns:a16="http://schemas.microsoft.com/office/drawing/2014/main" id="{C720AB1A-E64E-667F-D30E-45A8C246C9DA}"/>
              </a:ext>
            </a:extLst>
          </p:cNvPr>
          <p:cNvCxnSpPr>
            <a:endCxn id="160" idx="0"/>
          </p:cNvCxnSpPr>
          <p:nvPr userDrawn="1"/>
        </p:nvCxnSpPr>
        <p:spPr>
          <a:xfrm flipH="1">
            <a:off x="9064484" y="3231153"/>
            <a:ext cx="2114" cy="259744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58" name="Oval 157">
            <a:extLst>
              <a:ext uri="{FF2B5EF4-FFF2-40B4-BE49-F238E27FC236}">
                <a16:creationId xmlns:a16="http://schemas.microsoft.com/office/drawing/2014/main" id="{CEEED0BC-940B-1C92-1DDE-33C6F18C2726}"/>
              </a:ext>
            </a:extLst>
          </p:cNvPr>
          <p:cNvSpPr/>
          <p:nvPr userDrawn="1"/>
        </p:nvSpPr>
        <p:spPr>
          <a:xfrm>
            <a:off x="8967913" y="4557557"/>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dirty="0">
              <a:latin typeface="+mj-lt"/>
            </a:endParaRPr>
          </a:p>
        </p:txBody>
      </p:sp>
      <p:sp>
        <p:nvSpPr>
          <p:cNvPr id="159" name="Oval 158">
            <a:extLst>
              <a:ext uri="{FF2B5EF4-FFF2-40B4-BE49-F238E27FC236}">
                <a16:creationId xmlns:a16="http://schemas.microsoft.com/office/drawing/2014/main" id="{0D60993E-C550-CA3B-62B9-162F7F6CEF7F}"/>
              </a:ext>
            </a:extLst>
          </p:cNvPr>
          <p:cNvSpPr/>
          <p:nvPr userDrawn="1"/>
        </p:nvSpPr>
        <p:spPr>
          <a:xfrm>
            <a:off x="8968510" y="5190735"/>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dirty="0">
              <a:latin typeface="+mj-lt"/>
            </a:endParaRPr>
          </a:p>
        </p:txBody>
      </p:sp>
      <p:sp>
        <p:nvSpPr>
          <p:cNvPr id="160" name="Oval 159">
            <a:extLst>
              <a:ext uri="{FF2B5EF4-FFF2-40B4-BE49-F238E27FC236}">
                <a16:creationId xmlns:a16="http://schemas.microsoft.com/office/drawing/2014/main" id="{8312B568-E88C-6D68-58E1-8670D9552806}"/>
              </a:ext>
            </a:extLst>
          </p:cNvPr>
          <p:cNvSpPr/>
          <p:nvPr userDrawn="1"/>
        </p:nvSpPr>
        <p:spPr>
          <a:xfrm>
            <a:off x="8967913" y="5828601"/>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dirty="0">
              <a:latin typeface="+mj-lt"/>
            </a:endParaRPr>
          </a:p>
        </p:txBody>
      </p:sp>
      <p:sp>
        <p:nvSpPr>
          <p:cNvPr id="161" name="Text Placeholder 74">
            <a:extLst>
              <a:ext uri="{FF2B5EF4-FFF2-40B4-BE49-F238E27FC236}">
                <a16:creationId xmlns:a16="http://schemas.microsoft.com/office/drawing/2014/main" id="{DA7EADC4-3437-3B71-694D-09E02CDA9F8E}"/>
              </a:ext>
            </a:extLst>
          </p:cNvPr>
          <p:cNvSpPr>
            <a:spLocks noGrp="1"/>
          </p:cNvSpPr>
          <p:nvPr>
            <p:ph type="body" sz="quarter" idx="57" hasCustomPrompt="1"/>
          </p:nvPr>
        </p:nvSpPr>
        <p:spPr>
          <a:xfrm>
            <a:off x="9210609" y="4092113"/>
            <a:ext cx="1992015" cy="317463"/>
          </a:xfrm>
        </p:spPr>
        <p:txBody>
          <a:bodyPr/>
          <a:lstStyle>
            <a:lvl1pPr marL="0" indent="0">
              <a:buNone/>
              <a:defRPr sz="2000" b="1">
                <a:latin typeface="Barlow" panose="00000500000000000000" pitchFamily="2" charset="0"/>
              </a:defRPr>
            </a:lvl1pPr>
            <a:lvl2pPr>
              <a:defRPr sz="1800"/>
            </a:lvl2pPr>
            <a:lvl3pPr>
              <a:defRPr sz="1600"/>
            </a:lvl3pPr>
          </a:lstStyle>
          <a:p>
            <a:pPr lvl="0"/>
            <a:r>
              <a:rPr lang="en-US" dirty="0"/>
              <a:t>Subheading</a:t>
            </a:r>
          </a:p>
        </p:txBody>
      </p:sp>
      <p:sp>
        <p:nvSpPr>
          <p:cNvPr id="162" name="Text Placeholder 74">
            <a:extLst>
              <a:ext uri="{FF2B5EF4-FFF2-40B4-BE49-F238E27FC236}">
                <a16:creationId xmlns:a16="http://schemas.microsoft.com/office/drawing/2014/main" id="{032A2C98-DBFB-C03F-70E6-30CDC76C8E70}"/>
              </a:ext>
            </a:extLst>
          </p:cNvPr>
          <p:cNvSpPr>
            <a:spLocks noGrp="1"/>
          </p:cNvSpPr>
          <p:nvPr>
            <p:ph type="body" sz="quarter" idx="58" hasCustomPrompt="1"/>
          </p:nvPr>
        </p:nvSpPr>
        <p:spPr>
          <a:xfrm>
            <a:off x="9210608" y="4484168"/>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dirty="0"/>
              <a:t>Point 1</a:t>
            </a:r>
          </a:p>
        </p:txBody>
      </p:sp>
      <p:sp>
        <p:nvSpPr>
          <p:cNvPr id="163" name="Text Placeholder 74">
            <a:extLst>
              <a:ext uri="{FF2B5EF4-FFF2-40B4-BE49-F238E27FC236}">
                <a16:creationId xmlns:a16="http://schemas.microsoft.com/office/drawing/2014/main" id="{985D4A03-2CDC-31F6-B192-369356C61ABC}"/>
              </a:ext>
            </a:extLst>
          </p:cNvPr>
          <p:cNvSpPr>
            <a:spLocks noGrp="1"/>
          </p:cNvSpPr>
          <p:nvPr>
            <p:ph type="body" sz="quarter" idx="59" hasCustomPrompt="1"/>
          </p:nvPr>
        </p:nvSpPr>
        <p:spPr>
          <a:xfrm>
            <a:off x="9210608" y="5136040"/>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dirty="0"/>
              <a:t>Point 2</a:t>
            </a:r>
          </a:p>
        </p:txBody>
      </p:sp>
      <p:sp>
        <p:nvSpPr>
          <p:cNvPr id="164" name="Text Placeholder 74">
            <a:extLst>
              <a:ext uri="{FF2B5EF4-FFF2-40B4-BE49-F238E27FC236}">
                <a16:creationId xmlns:a16="http://schemas.microsoft.com/office/drawing/2014/main" id="{32CECDC3-E565-A0C4-7A4E-5D6972CC978A}"/>
              </a:ext>
            </a:extLst>
          </p:cNvPr>
          <p:cNvSpPr>
            <a:spLocks noGrp="1"/>
          </p:cNvSpPr>
          <p:nvPr>
            <p:ph type="body" sz="quarter" idx="60" hasCustomPrompt="1"/>
          </p:nvPr>
        </p:nvSpPr>
        <p:spPr>
          <a:xfrm>
            <a:off x="9212523" y="5751056"/>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dirty="0"/>
              <a:t>Point 3</a:t>
            </a:r>
          </a:p>
        </p:txBody>
      </p:sp>
      <p:cxnSp>
        <p:nvCxnSpPr>
          <p:cNvPr id="172" name="Straight Connector 171">
            <a:extLst>
              <a:ext uri="{FF2B5EF4-FFF2-40B4-BE49-F238E27FC236}">
                <a16:creationId xmlns:a16="http://schemas.microsoft.com/office/drawing/2014/main" id="{0F433108-739E-2887-1691-82249F920A3A}"/>
              </a:ext>
            </a:extLst>
          </p:cNvPr>
          <p:cNvCxnSpPr/>
          <p:nvPr userDrawn="1"/>
        </p:nvCxnSpPr>
        <p:spPr>
          <a:xfrm flipH="1">
            <a:off x="7565640" y="1136809"/>
            <a:ext cx="2114" cy="259744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73" name="Oval 172">
            <a:extLst>
              <a:ext uri="{FF2B5EF4-FFF2-40B4-BE49-F238E27FC236}">
                <a16:creationId xmlns:a16="http://schemas.microsoft.com/office/drawing/2014/main" id="{6059F916-3B01-A7D0-7D25-49418E03FB8F}"/>
              </a:ext>
            </a:extLst>
          </p:cNvPr>
          <p:cNvSpPr/>
          <p:nvPr userDrawn="1"/>
        </p:nvSpPr>
        <p:spPr>
          <a:xfrm>
            <a:off x="7477215" y="1132495"/>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dirty="0">
              <a:latin typeface="+mj-lt"/>
            </a:endParaRPr>
          </a:p>
        </p:txBody>
      </p:sp>
      <p:sp>
        <p:nvSpPr>
          <p:cNvPr id="174" name="Oval 173">
            <a:extLst>
              <a:ext uri="{FF2B5EF4-FFF2-40B4-BE49-F238E27FC236}">
                <a16:creationId xmlns:a16="http://schemas.microsoft.com/office/drawing/2014/main" id="{435312CA-7FA6-6F2E-5949-8EB5AA1EE2FD}"/>
              </a:ext>
            </a:extLst>
          </p:cNvPr>
          <p:cNvSpPr/>
          <p:nvPr userDrawn="1"/>
        </p:nvSpPr>
        <p:spPr>
          <a:xfrm>
            <a:off x="7477812" y="1765673"/>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dirty="0">
              <a:latin typeface="+mj-lt"/>
            </a:endParaRPr>
          </a:p>
        </p:txBody>
      </p:sp>
      <p:sp>
        <p:nvSpPr>
          <p:cNvPr id="175" name="Oval 174">
            <a:extLst>
              <a:ext uri="{FF2B5EF4-FFF2-40B4-BE49-F238E27FC236}">
                <a16:creationId xmlns:a16="http://schemas.microsoft.com/office/drawing/2014/main" id="{E3AA5E5C-67A9-4CD7-85A0-B493A3CE1C1B}"/>
              </a:ext>
            </a:extLst>
          </p:cNvPr>
          <p:cNvSpPr/>
          <p:nvPr userDrawn="1"/>
        </p:nvSpPr>
        <p:spPr>
          <a:xfrm>
            <a:off x="7477215" y="2403539"/>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dirty="0">
              <a:latin typeface="+mj-lt"/>
            </a:endParaRPr>
          </a:p>
        </p:txBody>
      </p:sp>
      <p:sp>
        <p:nvSpPr>
          <p:cNvPr id="176" name="Text Placeholder 74">
            <a:extLst>
              <a:ext uri="{FF2B5EF4-FFF2-40B4-BE49-F238E27FC236}">
                <a16:creationId xmlns:a16="http://schemas.microsoft.com/office/drawing/2014/main" id="{8C1E1BF6-12BC-FDD3-3E98-C017EED796F0}"/>
              </a:ext>
            </a:extLst>
          </p:cNvPr>
          <p:cNvSpPr>
            <a:spLocks noGrp="1"/>
          </p:cNvSpPr>
          <p:nvPr>
            <p:ph type="body" sz="quarter" idx="61" hasCustomPrompt="1"/>
          </p:nvPr>
        </p:nvSpPr>
        <p:spPr>
          <a:xfrm>
            <a:off x="7719910" y="1059106"/>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dirty="0"/>
              <a:t>Point 1</a:t>
            </a:r>
          </a:p>
        </p:txBody>
      </p:sp>
      <p:sp>
        <p:nvSpPr>
          <p:cNvPr id="177" name="Text Placeholder 74">
            <a:extLst>
              <a:ext uri="{FF2B5EF4-FFF2-40B4-BE49-F238E27FC236}">
                <a16:creationId xmlns:a16="http://schemas.microsoft.com/office/drawing/2014/main" id="{FD0E3C09-90D8-CE0C-2F09-5DC009D37759}"/>
              </a:ext>
            </a:extLst>
          </p:cNvPr>
          <p:cNvSpPr>
            <a:spLocks noGrp="1"/>
          </p:cNvSpPr>
          <p:nvPr>
            <p:ph type="body" sz="quarter" idx="62" hasCustomPrompt="1"/>
          </p:nvPr>
        </p:nvSpPr>
        <p:spPr>
          <a:xfrm>
            <a:off x="7719910" y="1710978"/>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dirty="0"/>
              <a:t>Point 2</a:t>
            </a:r>
          </a:p>
        </p:txBody>
      </p:sp>
      <p:sp>
        <p:nvSpPr>
          <p:cNvPr id="178" name="Text Placeholder 74">
            <a:extLst>
              <a:ext uri="{FF2B5EF4-FFF2-40B4-BE49-F238E27FC236}">
                <a16:creationId xmlns:a16="http://schemas.microsoft.com/office/drawing/2014/main" id="{ABF08054-C517-CE9B-D9DB-2DF3CBC0820D}"/>
              </a:ext>
            </a:extLst>
          </p:cNvPr>
          <p:cNvSpPr>
            <a:spLocks noGrp="1"/>
          </p:cNvSpPr>
          <p:nvPr>
            <p:ph type="body" sz="quarter" idx="63" hasCustomPrompt="1"/>
          </p:nvPr>
        </p:nvSpPr>
        <p:spPr>
          <a:xfrm>
            <a:off x="7721825" y="2325994"/>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dirty="0"/>
              <a:t>Point 3</a:t>
            </a:r>
          </a:p>
        </p:txBody>
      </p:sp>
      <p:sp>
        <p:nvSpPr>
          <p:cNvPr id="179" name="Text Placeholder 74">
            <a:extLst>
              <a:ext uri="{FF2B5EF4-FFF2-40B4-BE49-F238E27FC236}">
                <a16:creationId xmlns:a16="http://schemas.microsoft.com/office/drawing/2014/main" id="{DD80457C-31BE-46E7-8BED-90E6205E3CCA}"/>
              </a:ext>
            </a:extLst>
          </p:cNvPr>
          <p:cNvSpPr>
            <a:spLocks noGrp="1"/>
          </p:cNvSpPr>
          <p:nvPr>
            <p:ph type="body" sz="quarter" idx="64" hasCustomPrompt="1"/>
          </p:nvPr>
        </p:nvSpPr>
        <p:spPr>
          <a:xfrm>
            <a:off x="7719911" y="665173"/>
            <a:ext cx="1992015" cy="317463"/>
          </a:xfrm>
        </p:spPr>
        <p:txBody>
          <a:bodyPr/>
          <a:lstStyle>
            <a:lvl1pPr marL="0" indent="0">
              <a:buNone/>
              <a:defRPr sz="2000" b="1">
                <a:latin typeface="Barlow" panose="00000500000000000000" pitchFamily="2" charset="0"/>
              </a:defRPr>
            </a:lvl1pPr>
            <a:lvl2pPr>
              <a:defRPr sz="1800"/>
            </a:lvl2pPr>
            <a:lvl3pPr>
              <a:defRPr sz="1600"/>
            </a:lvl3pPr>
          </a:lstStyle>
          <a:p>
            <a:pPr lvl="0"/>
            <a:r>
              <a:rPr lang="en-US" dirty="0"/>
              <a:t>Subheading</a:t>
            </a:r>
          </a:p>
        </p:txBody>
      </p:sp>
    </p:spTree>
    <p:extLst>
      <p:ext uri="{BB962C8B-B14F-4D97-AF65-F5344CB8AC3E}">
        <p14:creationId xmlns:p14="http://schemas.microsoft.com/office/powerpoint/2010/main" val="83799293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4_Timeline/Roadmap">
    <p:spTree>
      <p:nvGrpSpPr>
        <p:cNvPr id="1" name=""/>
        <p:cNvGrpSpPr/>
        <p:nvPr/>
      </p:nvGrpSpPr>
      <p:grpSpPr>
        <a:xfrm>
          <a:off x="0" y="0"/>
          <a:ext cx="0" cy="0"/>
          <a:chOff x="0" y="0"/>
          <a:chExt cx="0" cy="0"/>
        </a:xfrm>
      </p:grpSpPr>
      <p:sp>
        <p:nvSpPr>
          <p:cNvPr id="20" name="Freeform 57">
            <a:extLst>
              <a:ext uri="{FF2B5EF4-FFF2-40B4-BE49-F238E27FC236}">
                <a16:creationId xmlns:a16="http://schemas.microsoft.com/office/drawing/2014/main" id="{CBCA779C-1E21-76D0-5006-06BD8371E8F1}"/>
              </a:ext>
            </a:extLst>
          </p:cNvPr>
          <p:cNvSpPr/>
          <p:nvPr userDrawn="1"/>
        </p:nvSpPr>
        <p:spPr>
          <a:xfrm rot="5400000">
            <a:off x="9388770" y="2242512"/>
            <a:ext cx="869679" cy="195531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1000">
                <a:schemeClr val="bg2"/>
              </a:gs>
              <a:gs pos="100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cxnSp>
        <p:nvCxnSpPr>
          <p:cNvPr id="23" name="Straight Connector 22">
            <a:extLst>
              <a:ext uri="{FF2B5EF4-FFF2-40B4-BE49-F238E27FC236}">
                <a16:creationId xmlns:a16="http://schemas.microsoft.com/office/drawing/2014/main" id="{484CCC9D-4F9E-9399-DF2E-250E50239B23}"/>
              </a:ext>
            </a:extLst>
          </p:cNvPr>
          <p:cNvCxnSpPr>
            <a:cxnSpLocks/>
          </p:cNvCxnSpPr>
          <p:nvPr userDrawn="1"/>
        </p:nvCxnSpPr>
        <p:spPr>
          <a:xfrm>
            <a:off x="9299800" y="3207198"/>
            <a:ext cx="18254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Freeform 56">
            <a:extLst>
              <a:ext uri="{FF2B5EF4-FFF2-40B4-BE49-F238E27FC236}">
                <a16:creationId xmlns:a16="http://schemas.microsoft.com/office/drawing/2014/main" id="{988FAECE-9B89-BF93-9A5E-AE7BB9F89896}"/>
              </a:ext>
            </a:extLst>
          </p:cNvPr>
          <p:cNvSpPr/>
          <p:nvPr userDrawn="1"/>
        </p:nvSpPr>
        <p:spPr>
          <a:xfrm rot="16200000">
            <a:off x="2038006" y="2342742"/>
            <a:ext cx="869677" cy="1754858"/>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1000">
                <a:schemeClr val="bg2"/>
              </a:gs>
              <a:gs pos="100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 name="Title 1">
            <a:extLst>
              <a:ext uri="{FF2B5EF4-FFF2-40B4-BE49-F238E27FC236}">
                <a16:creationId xmlns:a16="http://schemas.microsoft.com/office/drawing/2014/main" id="{63F5623A-97BF-0B7E-A4D8-9BCDBB23C8E4}"/>
              </a:ext>
            </a:extLst>
          </p:cNvPr>
          <p:cNvSpPr>
            <a:spLocks noGrp="1"/>
          </p:cNvSpPr>
          <p:nvPr>
            <p:ph type="ctrTitle"/>
          </p:nvPr>
        </p:nvSpPr>
        <p:spPr>
          <a:xfrm>
            <a:off x="360000" y="308292"/>
            <a:ext cx="3308889" cy="984885"/>
          </a:xfrm>
          <a:prstGeom prst="rect">
            <a:avLst/>
          </a:prstGeom>
        </p:spPr>
        <p:txBody>
          <a:bodyPr vert="horz" wrap="square" lIns="0" tIns="0" rIns="0" bIns="0" rtlCol="0" anchor="t" anchorCtr="0">
            <a:spAutoFit/>
          </a:bodyPr>
          <a:lstStyle>
            <a:lvl1pPr algn="l">
              <a:lnSpc>
                <a:spcPct val="100000"/>
              </a:lnSpc>
              <a:defRPr lang="en-US" sz="3200" dirty="0">
                <a:solidFill>
                  <a:schemeClr val="tx2"/>
                </a:solidFill>
              </a:defRPr>
            </a:lvl1pPr>
          </a:lstStyle>
          <a:p>
            <a:pPr lvl="0"/>
            <a:r>
              <a:rPr lang="en-GB" dirty="0"/>
              <a:t>Click to edit Master title style</a:t>
            </a:r>
            <a:endParaRPr lang="en-US" dirty="0"/>
          </a:p>
        </p:txBody>
      </p:sp>
      <p:cxnSp>
        <p:nvCxnSpPr>
          <p:cNvPr id="9" name="Straight Connector 8">
            <a:extLst>
              <a:ext uri="{FF2B5EF4-FFF2-40B4-BE49-F238E27FC236}">
                <a16:creationId xmlns:a16="http://schemas.microsoft.com/office/drawing/2014/main" id="{9B63439F-E37F-45DA-ED77-FA760FFDF6A3}"/>
              </a:ext>
            </a:extLst>
          </p:cNvPr>
          <p:cNvCxnSpPr>
            <a:cxnSpLocks/>
          </p:cNvCxnSpPr>
          <p:nvPr userDrawn="1"/>
        </p:nvCxnSpPr>
        <p:spPr>
          <a:xfrm>
            <a:off x="1154867" y="3226375"/>
            <a:ext cx="18254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Content Placeholder 78">
            <a:extLst>
              <a:ext uri="{FF2B5EF4-FFF2-40B4-BE49-F238E27FC236}">
                <a16:creationId xmlns:a16="http://schemas.microsoft.com/office/drawing/2014/main" id="{D79D512B-2E2C-CDFA-E6A0-50D61D038365}"/>
              </a:ext>
            </a:extLst>
          </p:cNvPr>
          <p:cNvSpPr>
            <a:spLocks noGrp="1"/>
          </p:cNvSpPr>
          <p:nvPr>
            <p:ph sz="quarter" idx="12" hasCustomPrompt="1"/>
          </p:nvPr>
        </p:nvSpPr>
        <p:spPr>
          <a:xfrm>
            <a:off x="1136838" y="2785339"/>
            <a:ext cx="901731" cy="869678"/>
          </a:xfrm>
          <a:prstGeom prst="ellipse">
            <a:avLst/>
          </a:prstGeom>
          <a:solidFill>
            <a:schemeClr val="tx1"/>
          </a:solidFill>
        </p:spPr>
        <p:txBody>
          <a:bodyPr>
            <a:noAutofit/>
          </a:bodyPr>
          <a:lstStyle>
            <a:lvl1pPr marL="0" indent="0" algn="ctr">
              <a:buNone/>
              <a:defRPr sz="1200">
                <a:solidFill>
                  <a:schemeClr val="bg1"/>
                </a:solidFill>
              </a:defRPr>
            </a:lvl1pPr>
          </a:lstStyle>
          <a:p>
            <a:pPr lvl="0"/>
            <a:r>
              <a:rPr lang="en-US" dirty="0"/>
              <a:t>Insert Icon here</a:t>
            </a:r>
            <a:endParaRPr lang="en-IN" dirty="0"/>
          </a:p>
        </p:txBody>
      </p:sp>
      <p:sp>
        <p:nvSpPr>
          <p:cNvPr id="11" name="Content Placeholder 78">
            <a:extLst>
              <a:ext uri="{FF2B5EF4-FFF2-40B4-BE49-F238E27FC236}">
                <a16:creationId xmlns:a16="http://schemas.microsoft.com/office/drawing/2014/main" id="{A145B88C-3836-704D-3821-763B152D410B}"/>
              </a:ext>
            </a:extLst>
          </p:cNvPr>
          <p:cNvSpPr>
            <a:spLocks noGrp="1"/>
          </p:cNvSpPr>
          <p:nvPr>
            <p:ph sz="quarter" idx="20" hasCustomPrompt="1"/>
          </p:nvPr>
        </p:nvSpPr>
        <p:spPr>
          <a:xfrm>
            <a:off x="10350403" y="2791535"/>
            <a:ext cx="901731" cy="869678"/>
          </a:xfrm>
          <a:prstGeom prst="ellipse">
            <a:avLst/>
          </a:prstGeom>
          <a:solidFill>
            <a:schemeClr val="tx1"/>
          </a:solidFill>
        </p:spPr>
        <p:txBody>
          <a:bodyPr>
            <a:noAutofit/>
          </a:bodyPr>
          <a:lstStyle>
            <a:lvl1pPr marL="0" indent="0" algn="ctr">
              <a:buNone/>
              <a:defRPr sz="1200">
                <a:solidFill>
                  <a:schemeClr val="bg1"/>
                </a:solidFill>
              </a:defRPr>
            </a:lvl1pPr>
          </a:lstStyle>
          <a:p>
            <a:pPr lvl="0"/>
            <a:r>
              <a:rPr lang="en-US" dirty="0"/>
              <a:t>Insert Icon here</a:t>
            </a:r>
            <a:endParaRPr lang="en-IN" dirty="0"/>
          </a:p>
        </p:txBody>
      </p:sp>
      <p:sp>
        <p:nvSpPr>
          <p:cNvPr id="12" name="Freeform 23">
            <a:extLst>
              <a:ext uri="{FF2B5EF4-FFF2-40B4-BE49-F238E27FC236}">
                <a16:creationId xmlns:a16="http://schemas.microsoft.com/office/drawing/2014/main" id="{3D9DFBA3-AF9A-06A6-3199-5CEFCC1772E7}"/>
              </a:ext>
            </a:extLst>
          </p:cNvPr>
          <p:cNvSpPr/>
          <p:nvPr userDrawn="1"/>
        </p:nvSpPr>
        <p:spPr>
          <a:xfrm>
            <a:off x="2741300" y="3237314"/>
            <a:ext cx="1986094" cy="3278882"/>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tx2"/>
              </a:gs>
              <a:gs pos="0">
                <a:schemeClr val="bg1"/>
              </a:gs>
              <a:gs pos="100000">
                <a:schemeClr val="tx2">
                  <a:lumMod val="7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3" name="Freeform 30">
            <a:extLst>
              <a:ext uri="{FF2B5EF4-FFF2-40B4-BE49-F238E27FC236}">
                <a16:creationId xmlns:a16="http://schemas.microsoft.com/office/drawing/2014/main" id="{69B5B8DD-07D6-C202-9B21-C13839BDB6EB}"/>
              </a:ext>
            </a:extLst>
          </p:cNvPr>
          <p:cNvSpPr/>
          <p:nvPr userDrawn="1"/>
        </p:nvSpPr>
        <p:spPr>
          <a:xfrm>
            <a:off x="5869327" y="3246800"/>
            <a:ext cx="1986094" cy="326939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tx2"/>
              </a:gs>
              <a:gs pos="0">
                <a:schemeClr val="bg1"/>
              </a:gs>
              <a:gs pos="100000">
                <a:schemeClr val="tx2">
                  <a:lumMod val="7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4" name="Donut 34">
            <a:extLst>
              <a:ext uri="{FF2B5EF4-FFF2-40B4-BE49-F238E27FC236}">
                <a16:creationId xmlns:a16="http://schemas.microsoft.com/office/drawing/2014/main" id="{AB732627-BD7E-C009-630A-0D29FC28BA69}"/>
              </a:ext>
            </a:extLst>
          </p:cNvPr>
          <p:cNvSpPr/>
          <p:nvPr userDrawn="1"/>
        </p:nvSpPr>
        <p:spPr>
          <a:xfrm>
            <a:off x="2739923" y="2235072"/>
            <a:ext cx="1986094" cy="1986094"/>
          </a:xfrm>
          <a:prstGeom prst="donut">
            <a:avLst>
              <a:gd name="adj" fmla="val 21670"/>
            </a:avLst>
          </a:prstGeom>
          <a:gradFill flip="none" rotWithShape="1">
            <a:gsLst>
              <a:gs pos="0">
                <a:schemeClr val="bg1">
                  <a:lumMod val="85000"/>
                </a:schemeClr>
              </a:gs>
              <a:gs pos="100000">
                <a:schemeClr val="bg2">
                  <a:lumMod val="65000"/>
                </a:schemeClr>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Freeform 29">
            <a:extLst>
              <a:ext uri="{FF2B5EF4-FFF2-40B4-BE49-F238E27FC236}">
                <a16:creationId xmlns:a16="http://schemas.microsoft.com/office/drawing/2014/main" id="{978907E7-C322-F06F-C558-814901D25623}"/>
              </a:ext>
            </a:extLst>
          </p:cNvPr>
          <p:cNvSpPr/>
          <p:nvPr userDrawn="1"/>
        </p:nvSpPr>
        <p:spPr>
          <a:xfrm rot="10800000">
            <a:off x="4307914" y="364382"/>
            <a:ext cx="1986094" cy="2872931"/>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tx2"/>
              </a:gs>
              <a:gs pos="0">
                <a:schemeClr val="bg1"/>
              </a:gs>
              <a:gs pos="100000">
                <a:schemeClr val="tx2">
                  <a:lumMod val="7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6" name="Donut 37">
            <a:extLst>
              <a:ext uri="{FF2B5EF4-FFF2-40B4-BE49-F238E27FC236}">
                <a16:creationId xmlns:a16="http://schemas.microsoft.com/office/drawing/2014/main" id="{42DF2E53-9066-1457-A0D9-81A0AB7D03DC}"/>
              </a:ext>
            </a:extLst>
          </p:cNvPr>
          <p:cNvSpPr/>
          <p:nvPr userDrawn="1"/>
        </p:nvSpPr>
        <p:spPr>
          <a:xfrm>
            <a:off x="4299531" y="2235072"/>
            <a:ext cx="1986094" cy="1986094"/>
          </a:xfrm>
          <a:prstGeom prst="donut">
            <a:avLst>
              <a:gd name="adj" fmla="val 21670"/>
            </a:avLst>
          </a:prstGeom>
          <a:gradFill flip="none" rotWithShape="1">
            <a:gsLst>
              <a:gs pos="0">
                <a:schemeClr val="bg1">
                  <a:lumMod val="85000"/>
                </a:schemeClr>
              </a:gs>
              <a:gs pos="100000">
                <a:schemeClr val="bg2">
                  <a:lumMod val="65000"/>
                </a:schemeClr>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17" name="Donut 41">
            <a:extLst>
              <a:ext uri="{FF2B5EF4-FFF2-40B4-BE49-F238E27FC236}">
                <a16:creationId xmlns:a16="http://schemas.microsoft.com/office/drawing/2014/main" id="{0B0BCAF6-D003-1B01-246F-80A9F5C235F4}"/>
              </a:ext>
            </a:extLst>
          </p:cNvPr>
          <p:cNvSpPr/>
          <p:nvPr userDrawn="1"/>
        </p:nvSpPr>
        <p:spPr>
          <a:xfrm>
            <a:off x="5865157" y="2235072"/>
            <a:ext cx="1986094" cy="1986094"/>
          </a:xfrm>
          <a:prstGeom prst="donut">
            <a:avLst>
              <a:gd name="adj" fmla="val 21670"/>
            </a:avLst>
          </a:prstGeom>
          <a:gradFill flip="none" rotWithShape="1">
            <a:gsLst>
              <a:gs pos="0">
                <a:schemeClr val="bg1">
                  <a:lumMod val="85000"/>
                </a:schemeClr>
              </a:gs>
              <a:gs pos="100000">
                <a:schemeClr val="bg2">
                  <a:lumMod val="65000"/>
                </a:schemeClr>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18" name="Freeform 31">
            <a:extLst>
              <a:ext uri="{FF2B5EF4-FFF2-40B4-BE49-F238E27FC236}">
                <a16:creationId xmlns:a16="http://schemas.microsoft.com/office/drawing/2014/main" id="{9FC13F5C-1AF7-E2CF-66D4-D409CF8E59AF}"/>
              </a:ext>
            </a:extLst>
          </p:cNvPr>
          <p:cNvSpPr/>
          <p:nvPr userDrawn="1"/>
        </p:nvSpPr>
        <p:spPr>
          <a:xfrm rot="10800000">
            <a:off x="7428956" y="364381"/>
            <a:ext cx="1986094" cy="2882264"/>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tx2"/>
              </a:gs>
              <a:gs pos="0">
                <a:schemeClr val="bg1"/>
              </a:gs>
              <a:gs pos="100000">
                <a:schemeClr val="tx2">
                  <a:lumMod val="7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9" name="Donut 42">
            <a:extLst>
              <a:ext uri="{FF2B5EF4-FFF2-40B4-BE49-F238E27FC236}">
                <a16:creationId xmlns:a16="http://schemas.microsoft.com/office/drawing/2014/main" id="{8B2F838E-615F-22BF-E216-81E4DC1DAD1E}"/>
              </a:ext>
            </a:extLst>
          </p:cNvPr>
          <p:cNvSpPr/>
          <p:nvPr userDrawn="1"/>
        </p:nvSpPr>
        <p:spPr>
          <a:xfrm>
            <a:off x="7428958" y="2235072"/>
            <a:ext cx="1986094" cy="1986094"/>
          </a:xfrm>
          <a:prstGeom prst="donut">
            <a:avLst>
              <a:gd name="adj" fmla="val 21670"/>
            </a:avLst>
          </a:prstGeom>
          <a:gradFill flip="none" rotWithShape="1">
            <a:gsLst>
              <a:gs pos="0">
                <a:schemeClr val="bg1">
                  <a:lumMod val="85000"/>
                </a:schemeClr>
              </a:gs>
              <a:gs pos="100000">
                <a:schemeClr val="bg2">
                  <a:lumMod val="65000"/>
                </a:schemeClr>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24" name="Content Placeholder 78">
            <a:extLst>
              <a:ext uri="{FF2B5EF4-FFF2-40B4-BE49-F238E27FC236}">
                <a16:creationId xmlns:a16="http://schemas.microsoft.com/office/drawing/2014/main" id="{6045BCB6-087E-6217-FBDA-0821A50B8209}"/>
              </a:ext>
            </a:extLst>
          </p:cNvPr>
          <p:cNvSpPr>
            <a:spLocks noGrp="1"/>
          </p:cNvSpPr>
          <p:nvPr>
            <p:ph sz="quarter" idx="21" hasCustomPrompt="1"/>
          </p:nvPr>
        </p:nvSpPr>
        <p:spPr>
          <a:xfrm>
            <a:off x="3285061" y="2790230"/>
            <a:ext cx="901731" cy="869678"/>
          </a:xfrm>
          <a:prstGeom prst="ellipse">
            <a:avLst/>
          </a:prstGeom>
          <a:noFill/>
        </p:spPr>
        <p:txBody>
          <a:bodyPr>
            <a:noAutofit/>
          </a:bodyPr>
          <a:lstStyle>
            <a:lvl1pPr marL="0" indent="0" algn="ctr">
              <a:buNone/>
              <a:defRPr sz="1200" b="1">
                <a:solidFill>
                  <a:schemeClr val="tx1"/>
                </a:solidFill>
              </a:defRPr>
            </a:lvl1pPr>
          </a:lstStyle>
          <a:p>
            <a:pPr lvl="0"/>
            <a:r>
              <a:rPr lang="en-US" dirty="0"/>
              <a:t>Insert Icon here</a:t>
            </a:r>
            <a:endParaRPr lang="en-IN" dirty="0"/>
          </a:p>
        </p:txBody>
      </p:sp>
      <p:sp>
        <p:nvSpPr>
          <p:cNvPr id="25" name="Content Placeholder 78">
            <a:extLst>
              <a:ext uri="{FF2B5EF4-FFF2-40B4-BE49-F238E27FC236}">
                <a16:creationId xmlns:a16="http://schemas.microsoft.com/office/drawing/2014/main" id="{6E54BB1D-F2BE-BF56-BE4C-FCC948FE2383}"/>
              </a:ext>
            </a:extLst>
          </p:cNvPr>
          <p:cNvSpPr>
            <a:spLocks noGrp="1"/>
          </p:cNvSpPr>
          <p:nvPr>
            <p:ph sz="quarter" idx="22" hasCustomPrompt="1"/>
          </p:nvPr>
        </p:nvSpPr>
        <p:spPr>
          <a:xfrm>
            <a:off x="4840249" y="2793280"/>
            <a:ext cx="901731" cy="869678"/>
          </a:xfrm>
          <a:prstGeom prst="ellipse">
            <a:avLst/>
          </a:prstGeom>
          <a:noFill/>
        </p:spPr>
        <p:txBody>
          <a:bodyPr>
            <a:noAutofit/>
          </a:bodyPr>
          <a:lstStyle>
            <a:lvl1pPr marL="0" indent="0" algn="ctr">
              <a:buNone/>
              <a:defRPr lang="en-US" sz="1200" b="1" kern="1200" dirty="0">
                <a:solidFill>
                  <a:schemeClr val="tx1"/>
                </a:solidFill>
                <a:latin typeface="Open Sans" pitchFamily="2" charset="0"/>
                <a:ea typeface="Open Sans" pitchFamily="2" charset="0"/>
                <a:cs typeface="Open Sans" pitchFamily="2" charset="0"/>
              </a:defRPr>
            </a:lvl1pPr>
          </a:lstStyle>
          <a:p>
            <a:pPr lvl="0"/>
            <a:r>
              <a:rPr lang="en-US" dirty="0"/>
              <a:t>Insert Icon here</a:t>
            </a:r>
            <a:endParaRPr lang="en-IN" dirty="0"/>
          </a:p>
        </p:txBody>
      </p:sp>
      <p:sp>
        <p:nvSpPr>
          <p:cNvPr id="26" name="Content Placeholder 78">
            <a:extLst>
              <a:ext uri="{FF2B5EF4-FFF2-40B4-BE49-F238E27FC236}">
                <a16:creationId xmlns:a16="http://schemas.microsoft.com/office/drawing/2014/main" id="{526E25CD-638F-D44D-0CF0-A8C37F30C455}"/>
              </a:ext>
            </a:extLst>
          </p:cNvPr>
          <p:cNvSpPr>
            <a:spLocks noGrp="1"/>
          </p:cNvSpPr>
          <p:nvPr>
            <p:ph sz="quarter" idx="23" hasCustomPrompt="1"/>
          </p:nvPr>
        </p:nvSpPr>
        <p:spPr>
          <a:xfrm>
            <a:off x="6406424" y="2796620"/>
            <a:ext cx="901731" cy="869678"/>
          </a:xfrm>
          <a:prstGeom prst="ellipse">
            <a:avLst/>
          </a:prstGeom>
          <a:noFill/>
        </p:spPr>
        <p:txBody>
          <a:bodyPr>
            <a:noAutofit/>
          </a:bodyPr>
          <a:lstStyle>
            <a:lvl1pPr marL="0" indent="0" algn="ctr">
              <a:buNone/>
              <a:defRPr lang="en-US" sz="1200" b="1" kern="1200" dirty="0">
                <a:solidFill>
                  <a:schemeClr val="tx1"/>
                </a:solidFill>
                <a:latin typeface="Open Sans" pitchFamily="2" charset="0"/>
                <a:ea typeface="Open Sans" pitchFamily="2" charset="0"/>
                <a:cs typeface="Open Sans" pitchFamily="2" charset="0"/>
              </a:defRPr>
            </a:lvl1pPr>
          </a:lstStyle>
          <a:p>
            <a:pPr lvl="0"/>
            <a:r>
              <a:rPr lang="en-US" dirty="0"/>
              <a:t>Insert Icon here</a:t>
            </a:r>
            <a:endParaRPr lang="en-IN" dirty="0"/>
          </a:p>
        </p:txBody>
      </p:sp>
      <p:sp>
        <p:nvSpPr>
          <p:cNvPr id="27" name="Content Placeholder 78">
            <a:extLst>
              <a:ext uri="{FF2B5EF4-FFF2-40B4-BE49-F238E27FC236}">
                <a16:creationId xmlns:a16="http://schemas.microsoft.com/office/drawing/2014/main" id="{85CEDCD5-C71E-759A-7C6D-E4CBE4F75B64}"/>
              </a:ext>
            </a:extLst>
          </p:cNvPr>
          <p:cNvSpPr>
            <a:spLocks noGrp="1"/>
          </p:cNvSpPr>
          <p:nvPr>
            <p:ph sz="quarter" idx="24" hasCustomPrompt="1"/>
          </p:nvPr>
        </p:nvSpPr>
        <p:spPr>
          <a:xfrm>
            <a:off x="7971137" y="2793280"/>
            <a:ext cx="901731" cy="869678"/>
          </a:xfrm>
          <a:prstGeom prst="ellipse">
            <a:avLst/>
          </a:prstGeom>
          <a:noFill/>
        </p:spPr>
        <p:txBody>
          <a:bodyPr>
            <a:noAutofit/>
          </a:bodyPr>
          <a:lstStyle>
            <a:lvl1pPr marL="0" indent="0" algn="ctr">
              <a:buNone/>
              <a:defRPr lang="en-US" sz="1200" b="1" kern="1200" dirty="0">
                <a:solidFill>
                  <a:schemeClr val="tx1"/>
                </a:solidFill>
                <a:latin typeface="Open Sans" pitchFamily="2" charset="0"/>
                <a:ea typeface="Open Sans" pitchFamily="2" charset="0"/>
                <a:cs typeface="Open Sans" pitchFamily="2" charset="0"/>
              </a:defRPr>
            </a:lvl1pPr>
          </a:lstStyle>
          <a:p>
            <a:pPr lvl="0"/>
            <a:r>
              <a:rPr lang="en-US" dirty="0"/>
              <a:t>Insert Icon here</a:t>
            </a:r>
            <a:endParaRPr lang="en-IN" dirty="0"/>
          </a:p>
        </p:txBody>
      </p:sp>
      <p:sp>
        <p:nvSpPr>
          <p:cNvPr id="53" name="Text Placeholder 37">
            <a:extLst>
              <a:ext uri="{FF2B5EF4-FFF2-40B4-BE49-F238E27FC236}">
                <a16:creationId xmlns:a16="http://schemas.microsoft.com/office/drawing/2014/main" id="{71AB040B-597C-A5C7-F1F1-909D63030316}"/>
              </a:ext>
            </a:extLst>
          </p:cNvPr>
          <p:cNvSpPr>
            <a:spLocks noGrp="1"/>
          </p:cNvSpPr>
          <p:nvPr>
            <p:ph type="body" sz="quarter" idx="25" hasCustomPrompt="1"/>
          </p:nvPr>
        </p:nvSpPr>
        <p:spPr>
          <a:xfrm>
            <a:off x="2855049" y="4801305"/>
            <a:ext cx="1766902" cy="469070"/>
          </a:xfrm>
        </p:spPr>
        <p:txBody>
          <a:bodyPr>
            <a:normAutofit/>
          </a:bodyPr>
          <a:lstStyle>
            <a:lvl1pPr marL="0" indent="0" algn="ctr">
              <a:buNone/>
              <a:defRPr sz="1400" b="0">
                <a:solidFill>
                  <a:schemeClr val="bg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57" name="Text Placeholder 37">
            <a:extLst>
              <a:ext uri="{FF2B5EF4-FFF2-40B4-BE49-F238E27FC236}">
                <a16:creationId xmlns:a16="http://schemas.microsoft.com/office/drawing/2014/main" id="{A8120741-3EAF-7630-BC5E-64C1B432D41F}"/>
              </a:ext>
            </a:extLst>
          </p:cNvPr>
          <p:cNvSpPr>
            <a:spLocks noGrp="1"/>
          </p:cNvSpPr>
          <p:nvPr>
            <p:ph type="body" sz="quarter" idx="26" hasCustomPrompt="1"/>
          </p:nvPr>
        </p:nvSpPr>
        <p:spPr>
          <a:xfrm>
            <a:off x="2855050" y="4311177"/>
            <a:ext cx="1766901" cy="285646"/>
          </a:xfrm>
        </p:spPr>
        <p:txBody>
          <a:bodyPr>
            <a:noAutofit/>
          </a:bodyPr>
          <a:lstStyle>
            <a:lvl1pPr marL="0" indent="0" algn="ctr">
              <a:buNone/>
              <a:defRPr sz="1600" b="1">
                <a:solidFill>
                  <a:schemeClr val="bg1"/>
                </a:solidFill>
                <a:latin typeface="Barlow" panose="00000500000000000000" pitchFamily="2" charset="0"/>
              </a:defRPr>
            </a:lvl1pPr>
          </a:lstStyle>
          <a:p>
            <a:pPr lvl="0"/>
            <a:r>
              <a:rPr lang="en-US" dirty="0"/>
              <a:t>Click to add text</a:t>
            </a:r>
            <a:endParaRPr lang="en-IN" dirty="0"/>
          </a:p>
        </p:txBody>
      </p:sp>
      <p:sp>
        <p:nvSpPr>
          <p:cNvPr id="58" name="Text Placeholder 37">
            <a:extLst>
              <a:ext uri="{FF2B5EF4-FFF2-40B4-BE49-F238E27FC236}">
                <a16:creationId xmlns:a16="http://schemas.microsoft.com/office/drawing/2014/main" id="{BB488A77-4B23-0D6E-D5E2-DC0755954378}"/>
              </a:ext>
            </a:extLst>
          </p:cNvPr>
          <p:cNvSpPr>
            <a:spLocks noGrp="1"/>
          </p:cNvSpPr>
          <p:nvPr>
            <p:ph type="body" sz="quarter" idx="27" hasCustomPrompt="1"/>
          </p:nvPr>
        </p:nvSpPr>
        <p:spPr>
          <a:xfrm>
            <a:off x="4439522" y="1844267"/>
            <a:ext cx="1766901" cy="285646"/>
          </a:xfrm>
        </p:spPr>
        <p:txBody>
          <a:bodyPr>
            <a:noAutofit/>
          </a:bodyPr>
          <a:lstStyle>
            <a:lvl1pPr marL="0" indent="0" algn="ctr">
              <a:buNone/>
              <a:defRPr sz="1600" b="1">
                <a:solidFill>
                  <a:schemeClr val="bg1"/>
                </a:solidFill>
                <a:latin typeface="Barlow" panose="00000500000000000000" pitchFamily="2" charset="0"/>
              </a:defRPr>
            </a:lvl1pPr>
          </a:lstStyle>
          <a:p>
            <a:pPr lvl="0"/>
            <a:r>
              <a:rPr lang="en-US" dirty="0"/>
              <a:t>Click to add text</a:t>
            </a:r>
            <a:endParaRPr lang="en-IN" dirty="0"/>
          </a:p>
        </p:txBody>
      </p:sp>
      <p:sp>
        <p:nvSpPr>
          <p:cNvPr id="59" name="Text Placeholder 37">
            <a:extLst>
              <a:ext uri="{FF2B5EF4-FFF2-40B4-BE49-F238E27FC236}">
                <a16:creationId xmlns:a16="http://schemas.microsoft.com/office/drawing/2014/main" id="{E8658DEB-F265-558A-005C-27F637A03007}"/>
              </a:ext>
            </a:extLst>
          </p:cNvPr>
          <p:cNvSpPr>
            <a:spLocks noGrp="1"/>
          </p:cNvSpPr>
          <p:nvPr>
            <p:ph type="body" sz="quarter" idx="28" hasCustomPrompt="1"/>
          </p:nvPr>
        </p:nvSpPr>
        <p:spPr>
          <a:xfrm>
            <a:off x="4439522" y="1215893"/>
            <a:ext cx="1766902" cy="469070"/>
          </a:xfrm>
        </p:spPr>
        <p:txBody>
          <a:bodyPr>
            <a:normAutofit/>
          </a:bodyPr>
          <a:lstStyle>
            <a:lvl1pPr marL="0" indent="0" algn="ctr">
              <a:buNone/>
              <a:defRPr sz="1400" b="0">
                <a:solidFill>
                  <a:schemeClr val="bg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30" name="Text Placeholder 37">
            <a:extLst>
              <a:ext uri="{FF2B5EF4-FFF2-40B4-BE49-F238E27FC236}">
                <a16:creationId xmlns:a16="http://schemas.microsoft.com/office/drawing/2014/main" id="{EE7D17B4-7F3B-027E-CB0C-CFCCCBBA5E3E}"/>
              </a:ext>
            </a:extLst>
          </p:cNvPr>
          <p:cNvSpPr>
            <a:spLocks noGrp="1"/>
          </p:cNvSpPr>
          <p:nvPr>
            <p:ph type="body" sz="quarter" idx="29" hasCustomPrompt="1"/>
          </p:nvPr>
        </p:nvSpPr>
        <p:spPr>
          <a:xfrm>
            <a:off x="5983753" y="4802605"/>
            <a:ext cx="1766902" cy="469070"/>
          </a:xfrm>
        </p:spPr>
        <p:txBody>
          <a:bodyPr>
            <a:normAutofit/>
          </a:bodyPr>
          <a:lstStyle>
            <a:lvl1pPr marL="0" indent="0" algn="ctr">
              <a:buNone/>
              <a:defRPr sz="1400" b="0">
                <a:solidFill>
                  <a:schemeClr val="bg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31" name="Text Placeholder 37">
            <a:extLst>
              <a:ext uri="{FF2B5EF4-FFF2-40B4-BE49-F238E27FC236}">
                <a16:creationId xmlns:a16="http://schemas.microsoft.com/office/drawing/2014/main" id="{1A94115C-516D-2E90-3E57-5E23B68D414B}"/>
              </a:ext>
            </a:extLst>
          </p:cNvPr>
          <p:cNvSpPr>
            <a:spLocks noGrp="1"/>
          </p:cNvSpPr>
          <p:nvPr>
            <p:ph type="body" sz="quarter" idx="30" hasCustomPrompt="1"/>
          </p:nvPr>
        </p:nvSpPr>
        <p:spPr>
          <a:xfrm>
            <a:off x="5983754" y="4312477"/>
            <a:ext cx="1766901" cy="285646"/>
          </a:xfrm>
        </p:spPr>
        <p:txBody>
          <a:bodyPr>
            <a:noAutofit/>
          </a:bodyPr>
          <a:lstStyle>
            <a:lvl1pPr marL="0" indent="0" algn="ctr">
              <a:buNone/>
              <a:defRPr sz="1600" b="1">
                <a:solidFill>
                  <a:schemeClr val="bg1"/>
                </a:solidFill>
                <a:latin typeface="Barlow" panose="00000500000000000000" pitchFamily="2" charset="0"/>
              </a:defRPr>
            </a:lvl1pPr>
          </a:lstStyle>
          <a:p>
            <a:pPr lvl="0"/>
            <a:r>
              <a:rPr lang="en-US" dirty="0"/>
              <a:t>Click to add text</a:t>
            </a:r>
            <a:endParaRPr lang="en-IN" dirty="0"/>
          </a:p>
        </p:txBody>
      </p:sp>
      <p:sp>
        <p:nvSpPr>
          <p:cNvPr id="32" name="Text Placeholder 37">
            <a:extLst>
              <a:ext uri="{FF2B5EF4-FFF2-40B4-BE49-F238E27FC236}">
                <a16:creationId xmlns:a16="http://schemas.microsoft.com/office/drawing/2014/main" id="{1DAA1A3B-355B-36F3-7924-6976B2E8CE9C}"/>
              </a:ext>
            </a:extLst>
          </p:cNvPr>
          <p:cNvSpPr>
            <a:spLocks noGrp="1"/>
          </p:cNvSpPr>
          <p:nvPr>
            <p:ph type="body" sz="quarter" idx="31" hasCustomPrompt="1"/>
          </p:nvPr>
        </p:nvSpPr>
        <p:spPr>
          <a:xfrm>
            <a:off x="7532899" y="1826707"/>
            <a:ext cx="1766901" cy="285646"/>
          </a:xfrm>
        </p:spPr>
        <p:txBody>
          <a:bodyPr>
            <a:noAutofit/>
          </a:bodyPr>
          <a:lstStyle>
            <a:lvl1pPr marL="0" indent="0" algn="ctr">
              <a:buNone/>
              <a:defRPr sz="1600" b="1">
                <a:solidFill>
                  <a:schemeClr val="bg1"/>
                </a:solidFill>
                <a:latin typeface="Barlow" panose="00000500000000000000" pitchFamily="2" charset="0"/>
              </a:defRPr>
            </a:lvl1pPr>
          </a:lstStyle>
          <a:p>
            <a:pPr lvl="0"/>
            <a:r>
              <a:rPr lang="en-US" dirty="0"/>
              <a:t>Click to add text</a:t>
            </a:r>
            <a:endParaRPr lang="en-IN" dirty="0"/>
          </a:p>
        </p:txBody>
      </p:sp>
      <p:sp>
        <p:nvSpPr>
          <p:cNvPr id="33" name="Text Placeholder 37">
            <a:extLst>
              <a:ext uri="{FF2B5EF4-FFF2-40B4-BE49-F238E27FC236}">
                <a16:creationId xmlns:a16="http://schemas.microsoft.com/office/drawing/2014/main" id="{B3D87676-9AFC-06DD-9F65-958976B64EFC}"/>
              </a:ext>
            </a:extLst>
          </p:cNvPr>
          <p:cNvSpPr>
            <a:spLocks noGrp="1"/>
          </p:cNvSpPr>
          <p:nvPr>
            <p:ph type="body" sz="quarter" idx="32" hasCustomPrompt="1"/>
          </p:nvPr>
        </p:nvSpPr>
        <p:spPr>
          <a:xfrm>
            <a:off x="7532899" y="1198333"/>
            <a:ext cx="1766902" cy="469070"/>
          </a:xfrm>
        </p:spPr>
        <p:txBody>
          <a:bodyPr>
            <a:normAutofit/>
          </a:bodyPr>
          <a:lstStyle>
            <a:lvl1pPr marL="0" indent="0" algn="ctr">
              <a:buNone/>
              <a:defRPr sz="1400" b="0">
                <a:solidFill>
                  <a:schemeClr val="bg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Tree>
    <p:extLst>
      <p:ext uri="{BB962C8B-B14F-4D97-AF65-F5344CB8AC3E}">
        <p14:creationId xmlns:p14="http://schemas.microsoft.com/office/powerpoint/2010/main" val="178784389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5_Timeline/Roadmap">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19C9B7E9-FB89-1F1B-9254-6A23D8DBE79B}"/>
              </a:ext>
            </a:extLst>
          </p:cNvPr>
          <p:cNvCxnSpPr>
            <a:cxnSpLocks/>
          </p:cNvCxnSpPr>
          <p:nvPr userDrawn="1"/>
        </p:nvCxnSpPr>
        <p:spPr>
          <a:xfrm>
            <a:off x="1708220" y="787627"/>
            <a:ext cx="9029449" cy="0"/>
          </a:xfrm>
          <a:prstGeom prst="line">
            <a:avLst/>
          </a:prstGeom>
          <a:ln w="5080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7" name="Arc 6">
            <a:extLst>
              <a:ext uri="{FF2B5EF4-FFF2-40B4-BE49-F238E27FC236}">
                <a16:creationId xmlns:a16="http://schemas.microsoft.com/office/drawing/2014/main" id="{832BF05A-518E-EB20-83EE-D005C623D4ED}"/>
              </a:ext>
            </a:extLst>
          </p:cNvPr>
          <p:cNvSpPr/>
          <p:nvPr userDrawn="1"/>
        </p:nvSpPr>
        <p:spPr>
          <a:xfrm>
            <a:off x="9912532" y="795247"/>
            <a:ext cx="1500051" cy="1500051"/>
          </a:xfrm>
          <a:prstGeom prst="arc">
            <a:avLst>
              <a:gd name="adj1" fmla="val 16200000"/>
              <a:gd name="adj2" fmla="val 4601008"/>
            </a:avLst>
          </a:prstGeom>
          <a:ln w="508000">
            <a:solidFill>
              <a:schemeClr val="bg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3121169A-6BB1-D41B-3F80-38B4F767754D}"/>
              </a:ext>
            </a:extLst>
          </p:cNvPr>
          <p:cNvCxnSpPr>
            <a:cxnSpLocks/>
          </p:cNvCxnSpPr>
          <p:nvPr userDrawn="1"/>
        </p:nvCxnSpPr>
        <p:spPr>
          <a:xfrm>
            <a:off x="1436914" y="2263730"/>
            <a:ext cx="9470572" cy="0"/>
          </a:xfrm>
          <a:prstGeom prst="line">
            <a:avLst/>
          </a:prstGeom>
          <a:ln w="5080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9" name="Arc 8">
            <a:extLst>
              <a:ext uri="{FF2B5EF4-FFF2-40B4-BE49-F238E27FC236}">
                <a16:creationId xmlns:a16="http://schemas.microsoft.com/office/drawing/2014/main" id="{74E2AEF6-B3A1-D58E-4171-AB2204CC4B59}"/>
              </a:ext>
            </a:extLst>
          </p:cNvPr>
          <p:cNvSpPr/>
          <p:nvPr userDrawn="1"/>
        </p:nvSpPr>
        <p:spPr>
          <a:xfrm flipH="1">
            <a:off x="703217" y="2263730"/>
            <a:ext cx="1500051" cy="1500051"/>
          </a:xfrm>
          <a:prstGeom prst="arc">
            <a:avLst>
              <a:gd name="adj1" fmla="val 16058938"/>
              <a:gd name="adj2" fmla="val 5382642"/>
            </a:avLst>
          </a:prstGeom>
          <a:ln w="508000">
            <a:solidFill>
              <a:schemeClr val="bg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88AF7056-6B5A-AE62-6555-153C2AB5B25C}"/>
              </a:ext>
            </a:extLst>
          </p:cNvPr>
          <p:cNvCxnSpPr>
            <a:cxnSpLocks/>
            <a:stCxn id="9" idx="2"/>
          </p:cNvCxnSpPr>
          <p:nvPr userDrawn="1"/>
        </p:nvCxnSpPr>
        <p:spPr>
          <a:xfrm flipV="1">
            <a:off x="1449455" y="3724592"/>
            <a:ext cx="9288214" cy="39179"/>
          </a:xfrm>
          <a:prstGeom prst="line">
            <a:avLst/>
          </a:prstGeom>
          <a:ln w="5080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11" name="Arc 10">
            <a:extLst>
              <a:ext uri="{FF2B5EF4-FFF2-40B4-BE49-F238E27FC236}">
                <a16:creationId xmlns:a16="http://schemas.microsoft.com/office/drawing/2014/main" id="{3456D1FE-029A-B4CE-A05B-E3AD4E9403D7}"/>
              </a:ext>
            </a:extLst>
          </p:cNvPr>
          <p:cNvSpPr/>
          <p:nvPr userDrawn="1"/>
        </p:nvSpPr>
        <p:spPr>
          <a:xfrm>
            <a:off x="9912532" y="3726770"/>
            <a:ext cx="1500051" cy="1500051"/>
          </a:xfrm>
          <a:prstGeom prst="arc">
            <a:avLst>
              <a:gd name="adj1" fmla="val 16200000"/>
              <a:gd name="adj2" fmla="val 5341256"/>
            </a:avLst>
          </a:prstGeom>
          <a:ln w="508000">
            <a:solidFill>
              <a:schemeClr val="bg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38D68D3A-EA91-20A1-9C99-099C528D78EA}"/>
              </a:ext>
            </a:extLst>
          </p:cNvPr>
          <p:cNvCxnSpPr>
            <a:cxnSpLocks/>
          </p:cNvCxnSpPr>
          <p:nvPr userDrawn="1"/>
        </p:nvCxnSpPr>
        <p:spPr>
          <a:xfrm>
            <a:off x="1817393" y="5226602"/>
            <a:ext cx="8995387" cy="0"/>
          </a:xfrm>
          <a:prstGeom prst="line">
            <a:avLst/>
          </a:prstGeom>
          <a:ln w="5080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EDE3C33-5102-DD91-B910-2373B00D9632}"/>
              </a:ext>
            </a:extLst>
          </p:cNvPr>
          <p:cNvCxnSpPr>
            <a:cxnSpLocks/>
          </p:cNvCxnSpPr>
          <p:nvPr userDrawn="1"/>
        </p:nvCxnSpPr>
        <p:spPr>
          <a:xfrm>
            <a:off x="1817393" y="774564"/>
            <a:ext cx="8920276" cy="0"/>
          </a:xfrm>
          <a:prstGeom prst="line">
            <a:avLst/>
          </a:prstGeom>
          <a:ln w="1270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Arc 13">
            <a:extLst>
              <a:ext uri="{FF2B5EF4-FFF2-40B4-BE49-F238E27FC236}">
                <a16:creationId xmlns:a16="http://schemas.microsoft.com/office/drawing/2014/main" id="{C0D06F49-D796-A871-C373-24DDD6B5DF29}"/>
              </a:ext>
            </a:extLst>
          </p:cNvPr>
          <p:cNvSpPr/>
          <p:nvPr userDrawn="1"/>
        </p:nvSpPr>
        <p:spPr>
          <a:xfrm>
            <a:off x="9912532" y="774564"/>
            <a:ext cx="1500051" cy="1500051"/>
          </a:xfrm>
          <a:prstGeom prst="arc">
            <a:avLst>
              <a:gd name="adj1" fmla="val 16200000"/>
              <a:gd name="adj2" fmla="val 5503193"/>
            </a:avLst>
          </a:prstGeom>
          <a:ln w="12700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AFD4568D-E665-D741-D129-946C6555BF7E}"/>
              </a:ext>
            </a:extLst>
          </p:cNvPr>
          <p:cNvCxnSpPr>
            <a:cxnSpLocks/>
            <a:endCxn id="14" idx="2"/>
          </p:cNvCxnSpPr>
          <p:nvPr userDrawn="1"/>
        </p:nvCxnSpPr>
        <p:spPr>
          <a:xfrm>
            <a:off x="1436914" y="2250667"/>
            <a:ext cx="9203133" cy="23610"/>
          </a:xfrm>
          <a:prstGeom prst="line">
            <a:avLst/>
          </a:prstGeom>
          <a:ln w="12700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Arc 15">
            <a:extLst>
              <a:ext uri="{FF2B5EF4-FFF2-40B4-BE49-F238E27FC236}">
                <a16:creationId xmlns:a16="http://schemas.microsoft.com/office/drawing/2014/main" id="{15DF3449-B601-C4FD-798F-89409F09746E}"/>
              </a:ext>
            </a:extLst>
          </p:cNvPr>
          <p:cNvSpPr/>
          <p:nvPr userDrawn="1"/>
        </p:nvSpPr>
        <p:spPr>
          <a:xfrm flipH="1">
            <a:off x="703217" y="2250667"/>
            <a:ext cx="1500051" cy="1500051"/>
          </a:xfrm>
          <a:prstGeom prst="arc">
            <a:avLst>
              <a:gd name="adj1" fmla="val 16200000"/>
              <a:gd name="adj2" fmla="val 5481035"/>
            </a:avLst>
          </a:prstGeom>
          <a:ln w="12700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A71555A8-4664-9CD4-65D3-172657A69E01}"/>
              </a:ext>
            </a:extLst>
          </p:cNvPr>
          <p:cNvCxnSpPr>
            <a:cxnSpLocks/>
            <a:stCxn id="16" idx="2"/>
          </p:cNvCxnSpPr>
          <p:nvPr userDrawn="1"/>
        </p:nvCxnSpPr>
        <p:spPr>
          <a:xfrm flipV="1">
            <a:off x="1470921" y="3726043"/>
            <a:ext cx="9266748" cy="24467"/>
          </a:xfrm>
          <a:prstGeom prst="line">
            <a:avLst/>
          </a:prstGeom>
          <a:ln w="127000">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Arc 17">
            <a:extLst>
              <a:ext uri="{FF2B5EF4-FFF2-40B4-BE49-F238E27FC236}">
                <a16:creationId xmlns:a16="http://schemas.microsoft.com/office/drawing/2014/main" id="{DA4684CD-072C-ACC1-A628-496592A819ED}"/>
              </a:ext>
            </a:extLst>
          </p:cNvPr>
          <p:cNvSpPr/>
          <p:nvPr userDrawn="1"/>
        </p:nvSpPr>
        <p:spPr>
          <a:xfrm>
            <a:off x="9912532" y="3726770"/>
            <a:ext cx="1500051" cy="1500051"/>
          </a:xfrm>
          <a:prstGeom prst="arc">
            <a:avLst>
              <a:gd name="adj1" fmla="val 16200000"/>
              <a:gd name="adj2" fmla="val 5696084"/>
            </a:avLst>
          </a:prstGeom>
          <a:ln w="12700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2DD749B2-9BC5-D80D-B171-8171853EFDB9}"/>
              </a:ext>
            </a:extLst>
          </p:cNvPr>
          <p:cNvCxnSpPr>
            <a:cxnSpLocks/>
          </p:cNvCxnSpPr>
          <p:nvPr userDrawn="1"/>
        </p:nvCxnSpPr>
        <p:spPr>
          <a:xfrm>
            <a:off x="1898091" y="5215804"/>
            <a:ext cx="8839578" cy="8828"/>
          </a:xfrm>
          <a:prstGeom prst="line">
            <a:avLst/>
          </a:prstGeom>
          <a:ln w="127000">
            <a:solidFill>
              <a:schemeClr val="tx2"/>
            </a:solidFill>
          </a:ln>
        </p:spPr>
        <p:style>
          <a:lnRef idx="1">
            <a:schemeClr val="accent1"/>
          </a:lnRef>
          <a:fillRef idx="0">
            <a:schemeClr val="accent1"/>
          </a:fillRef>
          <a:effectRef idx="0">
            <a:schemeClr val="accent1"/>
          </a:effectRef>
          <a:fontRef idx="minor">
            <a:schemeClr val="tx1"/>
          </a:fontRef>
        </p:style>
      </p:cxnSp>
      <p:sp>
        <p:nvSpPr>
          <p:cNvPr id="78" name="Content Placeholder 50">
            <a:extLst>
              <a:ext uri="{FF2B5EF4-FFF2-40B4-BE49-F238E27FC236}">
                <a16:creationId xmlns:a16="http://schemas.microsoft.com/office/drawing/2014/main" id="{FC20027F-612B-4349-1712-D764804590FE}"/>
              </a:ext>
            </a:extLst>
          </p:cNvPr>
          <p:cNvSpPr>
            <a:spLocks noGrp="1"/>
          </p:cNvSpPr>
          <p:nvPr>
            <p:ph sz="quarter" idx="14" hasCustomPrompt="1"/>
          </p:nvPr>
        </p:nvSpPr>
        <p:spPr>
          <a:xfrm>
            <a:off x="1449455" y="406822"/>
            <a:ext cx="760960" cy="760960"/>
          </a:xfrm>
          <a:prstGeom prst="ellipse">
            <a:avLst/>
          </a:prstGeom>
          <a:solidFill>
            <a:schemeClr val="tx2"/>
          </a:solidFill>
          <a:ln w="76200">
            <a:solidFill>
              <a:schemeClr val="bg2"/>
            </a:solidFill>
          </a:ln>
        </p:spPr>
        <p:txBody>
          <a:bodyPr vert="horz" lIns="91440" tIns="91440" rIns="91440" bIns="91440" rtlCol="0" anchor="ctr">
            <a:noAutofit/>
          </a:bodyPr>
          <a:lstStyle>
            <a:lvl1pPr>
              <a:defRPr lang="en-IN" sz="2000" b="1" dirty="0">
                <a:solidFill>
                  <a:schemeClr val="bg1"/>
                </a:solidFill>
                <a:latin typeface="Barlow" panose="00000500000000000000" pitchFamily="2" charset="0"/>
              </a:defRPr>
            </a:lvl1pPr>
          </a:lstStyle>
          <a:p>
            <a:pPr marL="0" lvl="0" indent="0" algn="ctr">
              <a:buNone/>
            </a:pPr>
            <a:r>
              <a:rPr lang="en-US" dirty="0"/>
              <a:t>01</a:t>
            </a:r>
            <a:endParaRPr lang="en-IN" dirty="0"/>
          </a:p>
        </p:txBody>
      </p:sp>
      <p:sp>
        <p:nvSpPr>
          <p:cNvPr id="79" name="Content Placeholder 50">
            <a:extLst>
              <a:ext uri="{FF2B5EF4-FFF2-40B4-BE49-F238E27FC236}">
                <a16:creationId xmlns:a16="http://schemas.microsoft.com/office/drawing/2014/main" id="{2EF26B25-D3D9-65C3-CA17-9CE195B2D629}"/>
              </a:ext>
            </a:extLst>
          </p:cNvPr>
          <p:cNvSpPr>
            <a:spLocks noGrp="1"/>
          </p:cNvSpPr>
          <p:nvPr>
            <p:ph sz="quarter" idx="15" hasCustomPrompt="1"/>
          </p:nvPr>
        </p:nvSpPr>
        <p:spPr>
          <a:xfrm>
            <a:off x="5020621" y="406822"/>
            <a:ext cx="760960" cy="760960"/>
          </a:xfrm>
          <a:prstGeom prst="ellipse">
            <a:avLst/>
          </a:prstGeom>
          <a:solidFill>
            <a:schemeClr val="tx2"/>
          </a:solidFill>
          <a:ln w="76200">
            <a:solidFill>
              <a:schemeClr val="bg2"/>
            </a:solidFill>
          </a:ln>
        </p:spPr>
        <p:txBody>
          <a:bodyPr tIns="91440" bIns="91440" anchor="ctr">
            <a:noAutofit/>
          </a:bodyPr>
          <a:lstStyle>
            <a:lvl1pPr marL="0" indent="0" algn="ctr">
              <a:buNone/>
              <a:defRPr lang="en-IN" sz="2000" b="1" kern="1200" dirty="0">
                <a:solidFill>
                  <a:schemeClr val="bg1"/>
                </a:solidFill>
                <a:latin typeface="Barlow" panose="00000500000000000000" pitchFamily="2" charset="0"/>
                <a:ea typeface="Open Sans" pitchFamily="2" charset="0"/>
                <a:cs typeface="Open Sans" pitchFamily="2" charset="0"/>
              </a:defRPr>
            </a:lvl1pPr>
          </a:lstStyle>
          <a:p>
            <a:pPr lvl="0"/>
            <a:r>
              <a:rPr lang="en-US" dirty="0"/>
              <a:t>02</a:t>
            </a:r>
            <a:endParaRPr lang="en-IN" dirty="0"/>
          </a:p>
        </p:txBody>
      </p:sp>
      <p:sp>
        <p:nvSpPr>
          <p:cNvPr id="80" name="Content Placeholder 50">
            <a:extLst>
              <a:ext uri="{FF2B5EF4-FFF2-40B4-BE49-F238E27FC236}">
                <a16:creationId xmlns:a16="http://schemas.microsoft.com/office/drawing/2014/main" id="{ED169606-3BF2-0717-5600-A633B533506D}"/>
              </a:ext>
            </a:extLst>
          </p:cNvPr>
          <p:cNvSpPr>
            <a:spLocks noGrp="1"/>
          </p:cNvSpPr>
          <p:nvPr>
            <p:ph sz="quarter" idx="16" hasCustomPrompt="1"/>
          </p:nvPr>
        </p:nvSpPr>
        <p:spPr>
          <a:xfrm>
            <a:off x="6316431" y="1914818"/>
            <a:ext cx="760960" cy="760960"/>
          </a:xfrm>
          <a:prstGeom prst="ellipse">
            <a:avLst/>
          </a:prstGeom>
          <a:solidFill>
            <a:schemeClr val="tx2"/>
          </a:solidFill>
          <a:ln w="76200">
            <a:solidFill>
              <a:schemeClr val="bg2"/>
            </a:solidFill>
          </a:ln>
        </p:spPr>
        <p:txBody>
          <a:bodyPr vert="horz" lIns="91440" tIns="91440" rIns="91440" bIns="91440" rtlCol="0" anchor="ctr">
            <a:noAutofit/>
          </a:bodyPr>
          <a:lstStyle>
            <a:lvl1pPr>
              <a:defRPr lang="en-IN" sz="2000" b="1" dirty="0">
                <a:solidFill>
                  <a:schemeClr val="bg1"/>
                </a:solidFill>
                <a:latin typeface="Barlow" panose="00000500000000000000" pitchFamily="2" charset="0"/>
              </a:defRPr>
            </a:lvl1pPr>
          </a:lstStyle>
          <a:p>
            <a:pPr marL="0" lvl="0" indent="0" algn="ctr">
              <a:buNone/>
            </a:pPr>
            <a:r>
              <a:rPr lang="en-US" dirty="0"/>
              <a:t>05</a:t>
            </a:r>
            <a:endParaRPr lang="en-IN" dirty="0"/>
          </a:p>
        </p:txBody>
      </p:sp>
      <p:sp>
        <p:nvSpPr>
          <p:cNvPr id="81" name="Content Placeholder 50">
            <a:extLst>
              <a:ext uri="{FF2B5EF4-FFF2-40B4-BE49-F238E27FC236}">
                <a16:creationId xmlns:a16="http://schemas.microsoft.com/office/drawing/2014/main" id="{5D4638D9-9C1D-5220-DC1F-57BEB178AE33}"/>
              </a:ext>
            </a:extLst>
          </p:cNvPr>
          <p:cNvSpPr>
            <a:spLocks noGrp="1"/>
          </p:cNvSpPr>
          <p:nvPr>
            <p:ph sz="quarter" idx="17" hasCustomPrompt="1"/>
          </p:nvPr>
        </p:nvSpPr>
        <p:spPr>
          <a:xfrm>
            <a:off x="9974679" y="1906980"/>
            <a:ext cx="760960" cy="760960"/>
          </a:xfrm>
          <a:prstGeom prst="ellipse">
            <a:avLst/>
          </a:prstGeom>
          <a:solidFill>
            <a:schemeClr val="tx2"/>
          </a:solidFill>
          <a:ln w="76200">
            <a:solidFill>
              <a:schemeClr val="bg2"/>
            </a:solidFill>
          </a:ln>
        </p:spPr>
        <p:txBody>
          <a:bodyPr tIns="91440" bIns="91440" anchor="ctr">
            <a:noAutofit/>
          </a:bodyPr>
          <a:lstStyle>
            <a:lvl1pPr marL="0" indent="0" algn="ctr">
              <a:buNone/>
              <a:defRPr sz="2000" b="1">
                <a:solidFill>
                  <a:schemeClr val="bg1"/>
                </a:solidFill>
                <a:latin typeface="Barlow" panose="00000500000000000000" pitchFamily="2" charset="0"/>
              </a:defRPr>
            </a:lvl1pPr>
          </a:lstStyle>
          <a:p>
            <a:pPr lvl="0"/>
            <a:r>
              <a:rPr lang="en-US" dirty="0"/>
              <a:t>04</a:t>
            </a:r>
            <a:endParaRPr lang="en-IN" dirty="0"/>
          </a:p>
        </p:txBody>
      </p:sp>
      <p:sp>
        <p:nvSpPr>
          <p:cNvPr id="83" name="Content Placeholder 50">
            <a:extLst>
              <a:ext uri="{FF2B5EF4-FFF2-40B4-BE49-F238E27FC236}">
                <a16:creationId xmlns:a16="http://schemas.microsoft.com/office/drawing/2014/main" id="{50645EBC-1FF7-8BF3-5BB7-7B78F857C84C}"/>
              </a:ext>
            </a:extLst>
          </p:cNvPr>
          <p:cNvSpPr>
            <a:spLocks noGrp="1"/>
          </p:cNvSpPr>
          <p:nvPr>
            <p:ph sz="quarter" idx="19" hasCustomPrompt="1"/>
          </p:nvPr>
        </p:nvSpPr>
        <p:spPr>
          <a:xfrm>
            <a:off x="9040538" y="3383083"/>
            <a:ext cx="760960" cy="760960"/>
          </a:xfrm>
          <a:prstGeom prst="ellipse">
            <a:avLst/>
          </a:prstGeom>
          <a:solidFill>
            <a:schemeClr val="tx2"/>
          </a:solidFill>
          <a:ln w="76200">
            <a:solidFill>
              <a:schemeClr val="bg2"/>
            </a:solidFill>
          </a:ln>
        </p:spPr>
        <p:txBody>
          <a:bodyPr tIns="91440" bIns="91440" anchor="ctr">
            <a:noAutofit/>
          </a:bodyPr>
          <a:lstStyle>
            <a:lvl1pPr marL="0" indent="0" algn="ctr">
              <a:buNone/>
              <a:defRPr sz="2000" b="1">
                <a:solidFill>
                  <a:schemeClr val="bg1"/>
                </a:solidFill>
                <a:latin typeface="Barlow" panose="00000500000000000000" pitchFamily="2" charset="0"/>
              </a:defRPr>
            </a:lvl1pPr>
          </a:lstStyle>
          <a:p>
            <a:pPr lvl="0"/>
            <a:r>
              <a:rPr lang="en-US" dirty="0"/>
              <a:t>09</a:t>
            </a:r>
            <a:endParaRPr lang="en-IN" dirty="0"/>
          </a:p>
        </p:txBody>
      </p:sp>
      <p:sp>
        <p:nvSpPr>
          <p:cNvPr id="84" name="Content Placeholder 50">
            <a:extLst>
              <a:ext uri="{FF2B5EF4-FFF2-40B4-BE49-F238E27FC236}">
                <a16:creationId xmlns:a16="http://schemas.microsoft.com/office/drawing/2014/main" id="{12F5A052-E631-1F24-1762-E6676FD03218}"/>
              </a:ext>
            </a:extLst>
          </p:cNvPr>
          <p:cNvSpPr>
            <a:spLocks noGrp="1"/>
          </p:cNvSpPr>
          <p:nvPr>
            <p:ph sz="quarter" idx="20" hasCustomPrompt="1"/>
          </p:nvPr>
        </p:nvSpPr>
        <p:spPr>
          <a:xfrm>
            <a:off x="2658183" y="1891640"/>
            <a:ext cx="760960" cy="760960"/>
          </a:xfrm>
          <a:prstGeom prst="ellipse">
            <a:avLst/>
          </a:prstGeom>
          <a:solidFill>
            <a:schemeClr val="tx2"/>
          </a:solidFill>
          <a:ln w="76200">
            <a:solidFill>
              <a:schemeClr val="bg2"/>
            </a:solidFill>
          </a:ln>
        </p:spPr>
        <p:txBody>
          <a:bodyPr tIns="91440" bIns="91440" anchor="ctr">
            <a:noAutofit/>
          </a:bodyPr>
          <a:lstStyle>
            <a:lvl1pPr marL="0" indent="0" algn="ctr">
              <a:buNone/>
              <a:defRPr sz="2000" b="1">
                <a:solidFill>
                  <a:schemeClr val="bg1"/>
                </a:solidFill>
                <a:latin typeface="Barlow" panose="00000500000000000000" pitchFamily="2" charset="0"/>
              </a:defRPr>
            </a:lvl1pPr>
          </a:lstStyle>
          <a:p>
            <a:pPr lvl="0"/>
            <a:r>
              <a:rPr lang="en-US" dirty="0"/>
              <a:t>06</a:t>
            </a:r>
            <a:endParaRPr lang="en-IN" dirty="0"/>
          </a:p>
        </p:txBody>
      </p:sp>
      <p:sp>
        <p:nvSpPr>
          <p:cNvPr id="85" name="Content Placeholder 50">
            <a:extLst>
              <a:ext uri="{FF2B5EF4-FFF2-40B4-BE49-F238E27FC236}">
                <a16:creationId xmlns:a16="http://schemas.microsoft.com/office/drawing/2014/main" id="{11758FA9-0D18-8326-1972-2FBDB30BEB42}"/>
              </a:ext>
            </a:extLst>
          </p:cNvPr>
          <p:cNvSpPr>
            <a:spLocks noGrp="1"/>
          </p:cNvSpPr>
          <p:nvPr>
            <p:ph sz="quarter" idx="21" hasCustomPrompt="1"/>
          </p:nvPr>
        </p:nvSpPr>
        <p:spPr>
          <a:xfrm>
            <a:off x="2175730" y="3344112"/>
            <a:ext cx="760960" cy="760960"/>
          </a:xfrm>
          <a:prstGeom prst="ellipse">
            <a:avLst/>
          </a:prstGeom>
          <a:solidFill>
            <a:schemeClr val="tx2"/>
          </a:solidFill>
          <a:ln w="76200">
            <a:solidFill>
              <a:schemeClr val="bg2"/>
            </a:solidFill>
          </a:ln>
        </p:spPr>
        <p:txBody>
          <a:bodyPr vert="horz" lIns="91440" tIns="91440" rIns="91440" bIns="91440" rtlCol="0">
            <a:noAutofit/>
          </a:bodyPr>
          <a:lstStyle>
            <a:lvl1pPr>
              <a:defRPr lang="en-IN" sz="2000" b="1" dirty="0">
                <a:solidFill>
                  <a:schemeClr val="bg1"/>
                </a:solidFill>
                <a:latin typeface="Barlow" panose="00000500000000000000" pitchFamily="2" charset="0"/>
              </a:defRPr>
            </a:lvl1pPr>
          </a:lstStyle>
          <a:p>
            <a:pPr marL="0" lvl="0" indent="0" algn="ctr">
              <a:buNone/>
            </a:pPr>
            <a:r>
              <a:rPr lang="en-US" dirty="0"/>
              <a:t>07</a:t>
            </a:r>
            <a:endParaRPr lang="en-IN" dirty="0"/>
          </a:p>
        </p:txBody>
      </p:sp>
      <p:sp>
        <p:nvSpPr>
          <p:cNvPr id="86" name="Content Placeholder 50">
            <a:extLst>
              <a:ext uri="{FF2B5EF4-FFF2-40B4-BE49-F238E27FC236}">
                <a16:creationId xmlns:a16="http://schemas.microsoft.com/office/drawing/2014/main" id="{F5CAD0D1-3B56-853B-912E-DD33A50C76DA}"/>
              </a:ext>
            </a:extLst>
          </p:cNvPr>
          <p:cNvSpPr>
            <a:spLocks noGrp="1"/>
          </p:cNvSpPr>
          <p:nvPr>
            <p:ph sz="quarter" idx="22" hasCustomPrompt="1"/>
          </p:nvPr>
        </p:nvSpPr>
        <p:spPr>
          <a:xfrm>
            <a:off x="5621903" y="3369889"/>
            <a:ext cx="760960" cy="760960"/>
          </a:xfrm>
          <a:prstGeom prst="ellipse">
            <a:avLst/>
          </a:prstGeom>
          <a:solidFill>
            <a:schemeClr val="tx2"/>
          </a:solidFill>
          <a:ln w="76200">
            <a:solidFill>
              <a:schemeClr val="bg2"/>
            </a:solidFill>
          </a:ln>
        </p:spPr>
        <p:txBody>
          <a:bodyPr tIns="91440" bIns="91440">
            <a:noAutofit/>
          </a:bodyPr>
          <a:lstStyle>
            <a:lvl1pPr marL="0" indent="0" algn="ctr">
              <a:buNone/>
              <a:defRPr lang="en-IN" sz="2000" b="1" kern="1200" dirty="0">
                <a:solidFill>
                  <a:schemeClr val="bg1"/>
                </a:solidFill>
                <a:latin typeface="Barlow" panose="00000500000000000000" pitchFamily="2" charset="0"/>
                <a:ea typeface="Open Sans" pitchFamily="2" charset="0"/>
                <a:cs typeface="Open Sans" pitchFamily="2" charset="0"/>
              </a:defRPr>
            </a:lvl1pPr>
          </a:lstStyle>
          <a:p>
            <a:pPr lvl="0"/>
            <a:r>
              <a:rPr lang="en-US" dirty="0"/>
              <a:t>08</a:t>
            </a:r>
            <a:endParaRPr lang="en-IN" dirty="0"/>
          </a:p>
        </p:txBody>
      </p:sp>
      <p:sp>
        <p:nvSpPr>
          <p:cNvPr id="87" name="Content Placeholder 50">
            <a:extLst>
              <a:ext uri="{FF2B5EF4-FFF2-40B4-BE49-F238E27FC236}">
                <a16:creationId xmlns:a16="http://schemas.microsoft.com/office/drawing/2014/main" id="{AB6D3CC3-B577-59E2-851C-FAF65AE0A58E}"/>
              </a:ext>
            </a:extLst>
          </p:cNvPr>
          <p:cNvSpPr>
            <a:spLocks noGrp="1"/>
          </p:cNvSpPr>
          <p:nvPr>
            <p:ph sz="quarter" idx="23" hasCustomPrompt="1"/>
          </p:nvPr>
        </p:nvSpPr>
        <p:spPr>
          <a:xfrm>
            <a:off x="8591787" y="406822"/>
            <a:ext cx="760960" cy="760960"/>
          </a:xfrm>
          <a:prstGeom prst="ellipse">
            <a:avLst/>
          </a:prstGeom>
          <a:solidFill>
            <a:schemeClr val="tx2"/>
          </a:solidFill>
          <a:ln w="76200">
            <a:solidFill>
              <a:schemeClr val="bg2"/>
            </a:solidFill>
          </a:ln>
        </p:spPr>
        <p:txBody>
          <a:bodyPr vert="horz" lIns="91440" tIns="91440" rIns="91440" bIns="91440" rtlCol="0" anchor="ctr">
            <a:noAutofit/>
          </a:bodyPr>
          <a:lstStyle>
            <a:lvl1pPr>
              <a:defRPr lang="en-IN" sz="2000" b="1" dirty="0">
                <a:solidFill>
                  <a:schemeClr val="bg1"/>
                </a:solidFill>
                <a:latin typeface="Barlow" panose="00000500000000000000" pitchFamily="2" charset="0"/>
              </a:defRPr>
            </a:lvl1pPr>
          </a:lstStyle>
          <a:p>
            <a:pPr marL="0" lvl="0" indent="0" algn="ctr">
              <a:buNone/>
            </a:pPr>
            <a:r>
              <a:rPr lang="en-US" dirty="0"/>
              <a:t>04</a:t>
            </a:r>
            <a:endParaRPr lang="en-IN" dirty="0"/>
          </a:p>
        </p:txBody>
      </p:sp>
      <p:sp>
        <p:nvSpPr>
          <p:cNvPr id="88" name="Content Placeholder 50">
            <a:extLst>
              <a:ext uri="{FF2B5EF4-FFF2-40B4-BE49-F238E27FC236}">
                <a16:creationId xmlns:a16="http://schemas.microsoft.com/office/drawing/2014/main" id="{BF653D63-A095-1492-3077-9AECBA457078}"/>
              </a:ext>
            </a:extLst>
          </p:cNvPr>
          <p:cNvSpPr>
            <a:spLocks noGrp="1"/>
          </p:cNvSpPr>
          <p:nvPr>
            <p:ph sz="quarter" idx="24" hasCustomPrompt="1"/>
          </p:nvPr>
        </p:nvSpPr>
        <p:spPr>
          <a:xfrm>
            <a:off x="5020621" y="4814228"/>
            <a:ext cx="760960" cy="760960"/>
          </a:xfrm>
          <a:prstGeom prst="ellipse">
            <a:avLst/>
          </a:prstGeom>
          <a:solidFill>
            <a:schemeClr val="tx2"/>
          </a:solidFill>
          <a:ln w="76200">
            <a:solidFill>
              <a:schemeClr val="bg2"/>
            </a:solidFill>
          </a:ln>
        </p:spPr>
        <p:txBody>
          <a:bodyPr vert="horz" lIns="91440" tIns="91440" rIns="91440" bIns="91440" rtlCol="0" anchor="ctr">
            <a:noAutofit/>
          </a:bodyPr>
          <a:lstStyle>
            <a:lvl1pPr>
              <a:defRPr lang="en-IN" sz="2000" b="1" dirty="0">
                <a:solidFill>
                  <a:schemeClr val="bg1"/>
                </a:solidFill>
                <a:latin typeface="Barlow" panose="00000500000000000000" pitchFamily="2" charset="0"/>
              </a:defRPr>
            </a:lvl1pPr>
          </a:lstStyle>
          <a:p>
            <a:pPr marL="0" lvl="0" indent="0" algn="ctr">
              <a:buNone/>
            </a:pPr>
            <a:r>
              <a:rPr lang="en-US" dirty="0"/>
              <a:t>11</a:t>
            </a:r>
            <a:endParaRPr lang="en-IN" dirty="0"/>
          </a:p>
        </p:txBody>
      </p:sp>
      <p:sp>
        <p:nvSpPr>
          <p:cNvPr id="89" name="Content Placeholder 50">
            <a:extLst>
              <a:ext uri="{FF2B5EF4-FFF2-40B4-BE49-F238E27FC236}">
                <a16:creationId xmlns:a16="http://schemas.microsoft.com/office/drawing/2014/main" id="{52AF807D-C4F4-ECAE-C08B-D33BC123C39D}"/>
              </a:ext>
            </a:extLst>
          </p:cNvPr>
          <p:cNvSpPr>
            <a:spLocks noGrp="1"/>
          </p:cNvSpPr>
          <p:nvPr>
            <p:ph sz="quarter" idx="25" hasCustomPrompt="1"/>
          </p:nvPr>
        </p:nvSpPr>
        <p:spPr>
          <a:xfrm>
            <a:off x="8584638" y="4833398"/>
            <a:ext cx="760960" cy="760960"/>
          </a:xfrm>
          <a:prstGeom prst="ellipse">
            <a:avLst/>
          </a:prstGeom>
          <a:solidFill>
            <a:schemeClr val="tx2"/>
          </a:solidFill>
          <a:ln w="76200">
            <a:solidFill>
              <a:schemeClr val="bg2"/>
            </a:solidFill>
          </a:ln>
        </p:spPr>
        <p:txBody>
          <a:bodyPr tIns="91440" bIns="91440" anchor="ctr">
            <a:noAutofit/>
          </a:bodyPr>
          <a:lstStyle>
            <a:lvl1pPr marL="0" indent="0" algn="ctr">
              <a:buNone/>
              <a:defRPr sz="2000" b="1">
                <a:solidFill>
                  <a:schemeClr val="bg1"/>
                </a:solidFill>
                <a:latin typeface="Barlow" panose="00000500000000000000" pitchFamily="2" charset="0"/>
              </a:defRPr>
            </a:lvl1pPr>
          </a:lstStyle>
          <a:p>
            <a:pPr lvl="0"/>
            <a:r>
              <a:rPr lang="en-US" dirty="0"/>
              <a:t>10</a:t>
            </a:r>
            <a:endParaRPr lang="en-IN" dirty="0"/>
          </a:p>
        </p:txBody>
      </p:sp>
      <p:sp>
        <p:nvSpPr>
          <p:cNvPr id="91" name="Content Placeholder 50">
            <a:extLst>
              <a:ext uri="{FF2B5EF4-FFF2-40B4-BE49-F238E27FC236}">
                <a16:creationId xmlns:a16="http://schemas.microsoft.com/office/drawing/2014/main" id="{CD059482-EBA5-A35C-7937-5A2B40CB3707}"/>
              </a:ext>
            </a:extLst>
          </p:cNvPr>
          <p:cNvSpPr>
            <a:spLocks noGrp="1"/>
          </p:cNvSpPr>
          <p:nvPr>
            <p:ph sz="quarter" idx="26" hasCustomPrompt="1"/>
          </p:nvPr>
        </p:nvSpPr>
        <p:spPr>
          <a:xfrm>
            <a:off x="330941" y="4679277"/>
            <a:ext cx="1030862" cy="1030862"/>
          </a:xfrm>
          <a:prstGeom prst="ellipse">
            <a:avLst/>
          </a:prstGeom>
          <a:noFill/>
          <a:ln w="76200">
            <a:noFill/>
          </a:ln>
        </p:spPr>
        <p:txBody>
          <a:bodyPr vert="horz" lIns="91440" tIns="91440" rIns="91440" bIns="91440" rtlCol="0" anchor="ctr">
            <a:noAutofit/>
          </a:bodyPr>
          <a:lstStyle>
            <a:lvl1pPr>
              <a:defRPr lang="en-IN" sz="1400" b="0" dirty="0">
                <a:solidFill>
                  <a:schemeClr val="tx2"/>
                </a:solidFill>
                <a:latin typeface="Barlow" panose="00000500000000000000" pitchFamily="2" charset="0"/>
              </a:defRPr>
            </a:lvl1pPr>
          </a:lstStyle>
          <a:p>
            <a:pPr marL="0" lvl="0" indent="0" algn="ctr">
              <a:buNone/>
            </a:pPr>
            <a:r>
              <a:rPr lang="en-US" dirty="0"/>
              <a:t>Insert Icon Here</a:t>
            </a:r>
            <a:endParaRPr lang="en-IN" dirty="0"/>
          </a:p>
        </p:txBody>
      </p:sp>
      <p:sp>
        <p:nvSpPr>
          <p:cNvPr id="92" name="Text Placeholder 37">
            <a:extLst>
              <a:ext uri="{FF2B5EF4-FFF2-40B4-BE49-F238E27FC236}">
                <a16:creationId xmlns:a16="http://schemas.microsoft.com/office/drawing/2014/main" id="{F3D3EE0B-3F65-C3E3-E520-5439C4055450}"/>
              </a:ext>
            </a:extLst>
          </p:cNvPr>
          <p:cNvSpPr>
            <a:spLocks noGrp="1"/>
          </p:cNvSpPr>
          <p:nvPr>
            <p:ph type="body" sz="quarter" idx="36" hasCustomPrompt="1"/>
          </p:nvPr>
        </p:nvSpPr>
        <p:spPr>
          <a:xfrm>
            <a:off x="689363" y="1251754"/>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93" name="Text Placeholder 37">
            <a:extLst>
              <a:ext uri="{FF2B5EF4-FFF2-40B4-BE49-F238E27FC236}">
                <a16:creationId xmlns:a16="http://schemas.microsoft.com/office/drawing/2014/main" id="{5175113E-7DFE-4862-6F71-815DA10E95AB}"/>
              </a:ext>
            </a:extLst>
          </p:cNvPr>
          <p:cNvSpPr>
            <a:spLocks noGrp="1"/>
          </p:cNvSpPr>
          <p:nvPr>
            <p:ph type="body" sz="quarter" idx="37" hasCustomPrompt="1"/>
          </p:nvPr>
        </p:nvSpPr>
        <p:spPr>
          <a:xfrm>
            <a:off x="4256955" y="1243381"/>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94" name="Text Placeholder 37">
            <a:extLst>
              <a:ext uri="{FF2B5EF4-FFF2-40B4-BE49-F238E27FC236}">
                <a16:creationId xmlns:a16="http://schemas.microsoft.com/office/drawing/2014/main" id="{418E5980-45CC-9DC8-BB36-9BD8051D75C7}"/>
              </a:ext>
            </a:extLst>
          </p:cNvPr>
          <p:cNvSpPr>
            <a:spLocks noGrp="1"/>
          </p:cNvSpPr>
          <p:nvPr>
            <p:ph type="body" sz="quarter" idx="38" hasCustomPrompt="1"/>
          </p:nvPr>
        </p:nvSpPr>
        <p:spPr>
          <a:xfrm>
            <a:off x="7824547" y="1244222"/>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95" name="Text Placeholder 37">
            <a:extLst>
              <a:ext uri="{FF2B5EF4-FFF2-40B4-BE49-F238E27FC236}">
                <a16:creationId xmlns:a16="http://schemas.microsoft.com/office/drawing/2014/main" id="{D1546AC0-0B93-45D2-34FB-ABCE06A01E42}"/>
              </a:ext>
            </a:extLst>
          </p:cNvPr>
          <p:cNvSpPr>
            <a:spLocks noGrp="1"/>
          </p:cNvSpPr>
          <p:nvPr>
            <p:ph type="body" sz="quarter" idx="39" hasCustomPrompt="1"/>
          </p:nvPr>
        </p:nvSpPr>
        <p:spPr>
          <a:xfrm>
            <a:off x="5556339" y="2712705"/>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96" name="Text Placeholder 37">
            <a:extLst>
              <a:ext uri="{FF2B5EF4-FFF2-40B4-BE49-F238E27FC236}">
                <a16:creationId xmlns:a16="http://schemas.microsoft.com/office/drawing/2014/main" id="{20E4F732-F314-617C-6E12-542FD120025E}"/>
              </a:ext>
            </a:extLst>
          </p:cNvPr>
          <p:cNvSpPr>
            <a:spLocks noGrp="1"/>
          </p:cNvSpPr>
          <p:nvPr>
            <p:ph type="body" sz="quarter" idx="40" hasCustomPrompt="1"/>
          </p:nvPr>
        </p:nvSpPr>
        <p:spPr>
          <a:xfrm>
            <a:off x="9214587" y="2723147"/>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97" name="Text Placeholder 37">
            <a:extLst>
              <a:ext uri="{FF2B5EF4-FFF2-40B4-BE49-F238E27FC236}">
                <a16:creationId xmlns:a16="http://schemas.microsoft.com/office/drawing/2014/main" id="{E2A654D5-C917-1105-3952-150FDE39BD2E}"/>
              </a:ext>
            </a:extLst>
          </p:cNvPr>
          <p:cNvSpPr>
            <a:spLocks noGrp="1"/>
          </p:cNvSpPr>
          <p:nvPr>
            <p:ph type="body" sz="quarter" idx="41" hasCustomPrompt="1"/>
          </p:nvPr>
        </p:nvSpPr>
        <p:spPr>
          <a:xfrm>
            <a:off x="1898091" y="2712705"/>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98" name="Text Placeholder 37">
            <a:extLst>
              <a:ext uri="{FF2B5EF4-FFF2-40B4-BE49-F238E27FC236}">
                <a16:creationId xmlns:a16="http://schemas.microsoft.com/office/drawing/2014/main" id="{709C953B-8B9B-EE3B-A0C6-FDA649749300}"/>
              </a:ext>
            </a:extLst>
          </p:cNvPr>
          <p:cNvSpPr>
            <a:spLocks noGrp="1"/>
          </p:cNvSpPr>
          <p:nvPr>
            <p:ph type="body" sz="quarter" idx="42" hasCustomPrompt="1"/>
          </p:nvPr>
        </p:nvSpPr>
        <p:spPr>
          <a:xfrm>
            <a:off x="1436914" y="4162927"/>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99" name="Text Placeholder 37">
            <a:extLst>
              <a:ext uri="{FF2B5EF4-FFF2-40B4-BE49-F238E27FC236}">
                <a16:creationId xmlns:a16="http://schemas.microsoft.com/office/drawing/2014/main" id="{E54B5282-6556-B135-D3AA-0C8E2065E727}"/>
              </a:ext>
            </a:extLst>
          </p:cNvPr>
          <p:cNvSpPr>
            <a:spLocks noGrp="1"/>
          </p:cNvSpPr>
          <p:nvPr>
            <p:ph type="body" sz="quarter" idx="43" hasCustomPrompt="1"/>
          </p:nvPr>
        </p:nvSpPr>
        <p:spPr>
          <a:xfrm>
            <a:off x="4861811" y="4165415"/>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100" name="Text Placeholder 37">
            <a:extLst>
              <a:ext uri="{FF2B5EF4-FFF2-40B4-BE49-F238E27FC236}">
                <a16:creationId xmlns:a16="http://schemas.microsoft.com/office/drawing/2014/main" id="{AC85B1F9-F1F4-95BD-1CA4-B61F5C0A0531}"/>
              </a:ext>
            </a:extLst>
          </p:cNvPr>
          <p:cNvSpPr>
            <a:spLocks noGrp="1"/>
          </p:cNvSpPr>
          <p:nvPr>
            <p:ph type="body" sz="quarter" idx="44" hasCustomPrompt="1"/>
          </p:nvPr>
        </p:nvSpPr>
        <p:spPr>
          <a:xfrm>
            <a:off x="8286708" y="4165051"/>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101" name="Text Placeholder 37">
            <a:extLst>
              <a:ext uri="{FF2B5EF4-FFF2-40B4-BE49-F238E27FC236}">
                <a16:creationId xmlns:a16="http://schemas.microsoft.com/office/drawing/2014/main" id="{2FE681A2-F6EC-1711-D174-E643B3F083A0}"/>
              </a:ext>
            </a:extLst>
          </p:cNvPr>
          <p:cNvSpPr>
            <a:spLocks noGrp="1"/>
          </p:cNvSpPr>
          <p:nvPr>
            <p:ph type="body" sz="quarter" idx="45" hasCustomPrompt="1"/>
          </p:nvPr>
        </p:nvSpPr>
        <p:spPr>
          <a:xfrm>
            <a:off x="7843195" y="5600905"/>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102" name="Content Placeholder 50">
            <a:extLst>
              <a:ext uri="{FF2B5EF4-FFF2-40B4-BE49-F238E27FC236}">
                <a16:creationId xmlns:a16="http://schemas.microsoft.com/office/drawing/2014/main" id="{26F14AC0-FE75-621F-87E1-90482F5D4B06}"/>
              </a:ext>
            </a:extLst>
          </p:cNvPr>
          <p:cNvSpPr>
            <a:spLocks noGrp="1"/>
          </p:cNvSpPr>
          <p:nvPr>
            <p:ph sz="quarter" idx="46" hasCustomPrompt="1"/>
          </p:nvPr>
        </p:nvSpPr>
        <p:spPr>
          <a:xfrm>
            <a:off x="1436914" y="4794427"/>
            <a:ext cx="760960" cy="760960"/>
          </a:xfrm>
          <a:prstGeom prst="ellipse">
            <a:avLst/>
          </a:prstGeom>
          <a:solidFill>
            <a:schemeClr val="tx2"/>
          </a:solidFill>
          <a:ln w="76200">
            <a:solidFill>
              <a:schemeClr val="bg2"/>
            </a:solidFill>
          </a:ln>
        </p:spPr>
        <p:txBody>
          <a:bodyPr vert="horz" lIns="91440" tIns="91440" rIns="91440" bIns="91440" rtlCol="0" anchor="ctr">
            <a:noAutofit/>
          </a:bodyPr>
          <a:lstStyle>
            <a:lvl1pPr>
              <a:defRPr lang="en-IN" sz="2000" b="1" dirty="0">
                <a:solidFill>
                  <a:schemeClr val="bg1"/>
                </a:solidFill>
                <a:latin typeface="Barlow" panose="00000500000000000000" pitchFamily="2" charset="0"/>
              </a:defRPr>
            </a:lvl1pPr>
          </a:lstStyle>
          <a:p>
            <a:pPr marL="0" lvl="0" indent="0" algn="ctr">
              <a:buNone/>
            </a:pPr>
            <a:r>
              <a:rPr lang="en-US" dirty="0"/>
              <a:t>12</a:t>
            </a:r>
            <a:endParaRPr lang="en-IN" dirty="0"/>
          </a:p>
        </p:txBody>
      </p:sp>
      <p:sp>
        <p:nvSpPr>
          <p:cNvPr id="103" name="Text Placeholder 37">
            <a:extLst>
              <a:ext uri="{FF2B5EF4-FFF2-40B4-BE49-F238E27FC236}">
                <a16:creationId xmlns:a16="http://schemas.microsoft.com/office/drawing/2014/main" id="{E4677AE7-013A-3D70-3DC7-37EA2F939328}"/>
              </a:ext>
            </a:extLst>
          </p:cNvPr>
          <p:cNvSpPr>
            <a:spLocks noGrp="1"/>
          </p:cNvSpPr>
          <p:nvPr>
            <p:ph type="body" sz="quarter" idx="47" hasCustomPrompt="1"/>
          </p:nvPr>
        </p:nvSpPr>
        <p:spPr>
          <a:xfrm>
            <a:off x="4256955" y="5600905"/>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104" name="Text Placeholder 37">
            <a:extLst>
              <a:ext uri="{FF2B5EF4-FFF2-40B4-BE49-F238E27FC236}">
                <a16:creationId xmlns:a16="http://schemas.microsoft.com/office/drawing/2014/main" id="{7E943531-4F9E-D05F-7096-46011B27DEEE}"/>
              </a:ext>
            </a:extLst>
          </p:cNvPr>
          <p:cNvSpPr>
            <a:spLocks noGrp="1"/>
          </p:cNvSpPr>
          <p:nvPr>
            <p:ph type="body" sz="quarter" idx="48" hasCustomPrompt="1"/>
          </p:nvPr>
        </p:nvSpPr>
        <p:spPr>
          <a:xfrm>
            <a:off x="676822" y="5600905"/>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111" name="Isosceles Triangle 110">
            <a:extLst>
              <a:ext uri="{FF2B5EF4-FFF2-40B4-BE49-F238E27FC236}">
                <a16:creationId xmlns:a16="http://schemas.microsoft.com/office/drawing/2014/main" id="{24910E83-DEEB-F7EE-EF42-3FB3801ACA29}"/>
              </a:ext>
            </a:extLst>
          </p:cNvPr>
          <p:cNvSpPr/>
          <p:nvPr userDrawn="1"/>
        </p:nvSpPr>
        <p:spPr>
          <a:xfrm rot="5400000">
            <a:off x="3622542" y="589590"/>
            <a:ext cx="338901" cy="369271"/>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 name="Isosceles Triangle 111">
            <a:extLst>
              <a:ext uri="{FF2B5EF4-FFF2-40B4-BE49-F238E27FC236}">
                <a16:creationId xmlns:a16="http://schemas.microsoft.com/office/drawing/2014/main" id="{7E5E0CF2-E878-328A-1D5E-83664160472E}"/>
              </a:ext>
            </a:extLst>
          </p:cNvPr>
          <p:cNvSpPr/>
          <p:nvPr userDrawn="1"/>
        </p:nvSpPr>
        <p:spPr>
          <a:xfrm rot="5400000">
            <a:off x="7654601" y="3555187"/>
            <a:ext cx="338901" cy="369271"/>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3" name="Isosceles Triangle 112">
            <a:extLst>
              <a:ext uri="{FF2B5EF4-FFF2-40B4-BE49-F238E27FC236}">
                <a16:creationId xmlns:a16="http://schemas.microsoft.com/office/drawing/2014/main" id="{30ECA77B-A46D-35ED-D3FE-E3F1F7759055}"/>
              </a:ext>
            </a:extLst>
          </p:cNvPr>
          <p:cNvSpPr/>
          <p:nvPr userDrawn="1"/>
        </p:nvSpPr>
        <p:spPr>
          <a:xfrm rot="16200000">
            <a:off x="4645990" y="2087484"/>
            <a:ext cx="338901" cy="369271"/>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4" name="Isosceles Triangle 113">
            <a:extLst>
              <a:ext uri="{FF2B5EF4-FFF2-40B4-BE49-F238E27FC236}">
                <a16:creationId xmlns:a16="http://schemas.microsoft.com/office/drawing/2014/main" id="{2E22167D-407C-FB57-9EB3-2253F585F9D5}"/>
              </a:ext>
            </a:extLst>
          </p:cNvPr>
          <p:cNvSpPr/>
          <p:nvPr userDrawn="1"/>
        </p:nvSpPr>
        <p:spPr>
          <a:xfrm rot="16200000">
            <a:off x="3477514" y="5031607"/>
            <a:ext cx="338901" cy="369271"/>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5378745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6_Roadmap Zoom-In">
    <p:spTree>
      <p:nvGrpSpPr>
        <p:cNvPr id="1" name=""/>
        <p:cNvGrpSpPr/>
        <p:nvPr/>
      </p:nvGrpSpPr>
      <p:grpSpPr>
        <a:xfrm>
          <a:off x="0" y="0"/>
          <a:ext cx="0" cy="0"/>
          <a:chOff x="0" y="0"/>
          <a:chExt cx="0" cy="0"/>
        </a:xfrm>
      </p:grpSpPr>
      <p:sp>
        <p:nvSpPr>
          <p:cNvPr id="14" name="Picture Placeholder 40">
            <a:extLst>
              <a:ext uri="{FF2B5EF4-FFF2-40B4-BE49-F238E27FC236}">
                <a16:creationId xmlns:a16="http://schemas.microsoft.com/office/drawing/2014/main" id="{A040DD3E-1F33-EF46-7DD8-E703F936E47B}"/>
              </a:ext>
            </a:extLst>
          </p:cNvPr>
          <p:cNvSpPr>
            <a:spLocks noGrp="1"/>
          </p:cNvSpPr>
          <p:nvPr>
            <p:ph type="pic" sz="quarter" idx="13"/>
          </p:nvPr>
        </p:nvSpPr>
        <p:spPr>
          <a:xfrm>
            <a:off x="-2223246" y="-12411263"/>
            <a:ext cx="16566776" cy="14544863"/>
          </a:xfrm>
          <a:prstGeom prst="ellipse">
            <a:avLst/>
          </a:prstGeom>
          <a:noFill/>
        </p:spPr>
        <p:txBody>
          <a:bodyPr/>
          <a:lstStyle/>
          <a:p>
            <a:endParaRPr lang="en-IN" dirty="0"/>
          </a:p>
        </p:txBody>
      </p:sp>
      <p:sp>
        <p:nvSpPr>
          <p:cNvPr id="6" name="Content Placeholder 50">
            <a:extLst>
              <a:ext uri="{FF2B5EF4-FFF2-40B4-BE49-F238E27FC236}">
                <a16:creationId xmlns:a16="http://schemas.microsoft.com/office/drawing/2014/main" id="{CB4594AB-A699-B43B-6D62-86C246FB699D}"/>
              </a:ext>
            </a:extLst>
          </p:cNvPr>
          <p:cNvSpPr>
            <a:spLocks noGrp="1"/>
          </p:cNvSpPr>
          <p:nvPr>
            <p:ph sz="quarter" idx="15" hasCustomPrompt="1"/>
          </p:nvPr>
        </p:nvSpPr>
        <p:spPr>
          <a:xfrm>
            <a:off x="5337261" y="1302417"/>
            <a:ext cx="1517477" cy="1517477"/>
          </a:xfrm>
          <a:prstGeom prst="ellipse">
            <a:avLst/>
          </a:prstGeom>
          <a:solidFill>
            <a:schemeClr val="tx2"/>
          </a:solidFill>
          <a:ln w="76200">
            <a:solidFill>
              <a:schemeClr val="bg2"/>
            </a:solidFill>
          </a:ln>
        </p:spPr>
        <p:txBody>
          <a:bodyPr tIns="91440" bIns="91440" anchor="ctr">
            <a:noAutofit/>
          </a:bodyPr>
          <a:lstStyle>
            <a:lvl1pPr marL="0" indent="0" algn="ctr">
              <a:buNone/>
              <a:defRPr lang="en-IN" sz="3600" b="1" kern="1200" dirty="0">
                <a:solidFill>
                  <a:schemeClr val="bg1"/>
                </a:solidFill>
                <a:latin typeface="Barlow" panose="00000500000000000000" pitchFamily="2" charset="0"/>
                <a:ea typeface="Open Sans" pitchFamily="2" charset="0"/>
                <a:cs typeface="Open Sans" pitchFamily="2" charset="0"/>
              </a:defRPr>
            </a:lvl1pPr>
          </a:lstStyle>
          <a:p>
            <a:pPr lvl="0"/>
            <a:r>
              <a:rPr lang="en-US" dirty="0"/>
              <a:t>01</a:t>
            </a:r>
            <a:endParaRPr lang="en-IN" dirty="0"/>
          </a:p>
        </p:txBody>
      </p:sp>
      <p:sp>
        <p:nvSpPr>
          <p:cNvPr id="7" name="Text Placeholder 37">
            <a:extLst>
              <a:ext uri="{FF2B5EF4-FFF2-40B4-BE49-F238E27FC236}">
                <a16:creationId xmlns:a16="http://schemas.microsoft.com/office/drawing/2014/main" id="{034A5FC7-E079-EC58-476C-0A4F9B151211}"/>
              </a:ext>
            </a:extLst>
          </p:cNvPr>
          <p:cNvSpPr>
            <a:spLocks noGrp="1"/>
          </p:cNvSpPr>
          <p:nvPr>
            <p:ph type="body" sz="quarter" idx="37" hasCustomPrompt="1"/>
          </p:nvPr>
        </p:nvSpPr>
        <p:spPr>
          <a:xfrm>
            <a:off x="3940628" y="2978363"/>
            <a:ext cx="4310742" cy="539871"/>
          </a:xfrm>
        </p:spPr>
        <p:txBody>
          <a:bodyPr>
            <a:noAutofit/>
          </a:bodyPr>
          <a:lstStyle>
            <a:lvl1pPr marL="0" indent="0" algn="ctr">
              <a:buNone/>
              <a:defRPr lang="en-IN" sz="3200" b="1" kern="1200" dirty="0">
                <a:solidFill>
                  <a:schemeClr val="tx2"/>
                </a:solidFill>
                <a:latin typeface="Barlow Medium" panose="00000600000000000000" pitchFamily="2" charset="0"/>
                <a:ea typeface="+mj-ea"/>
                <a:cs typeface="+mj-cs"/>
              </a:defRPr>
            </a:lvl1pPr>
          </a:lstStyle>
          <a:p>
            <a:pPr lvl="0"/>
            <a:r>
              <a:rPr lang="en-US" dirty="0"/>
              <a:t>Click to add text</a:t>
            </a:r>
            <a:endParaRPr lang="en-IN" dirty="0"/>
          </a:p>
        </p:txBody>
      </p:sp>
      <p:sp>
        <p:nvSpPr>
          <p:cNvPr id="9" name="Text Placeholder 2">
            <a:extLst>
              <a:ext uri="{FF2B5EF4-FFF2-40B4-BE49-F238E27FC236}">
                <a16:creationId xmlns:a16="http://schemas.microsoft.com/office/drawing/2014/main" id="{81293E63-5803-F9A5-C6BB-D8C8AA4856B0}"/>
              </a:ext>
            </a:extLst>
          </p:cNvPr>
          <p:cNvSpPr>
            <a:spLocks noGrp="1"/>
          </p:cNvSpPr>
          <p:nvPr>
            <p:ph idx="1"/>
          </p:nvPr>
        </p:nvSpPr>
        <p:spPr>
          <a:xfrm>
            <a:off x="838200" y="3783033"/>
            <a:ext cx="10515600" cy="195236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29581474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_Agenda/Topics">
    <p:spTree>
      <p:nvGrpSpPr>
        <p:cNvPr id="1" name=""/>
        <p:cNvGrpSpPr/>
        <p:nvPr/>
      </p:nvGrpSpPr>
      <p:grpSpPr>
        <a:xfrm>
          <a:off x="0" y="0"/>
          <a:ext cx="0" cy="0"/>
          <a:chOff x="0" y="0"/>
          <a:chExt cx="0" cy="0"/>
        </a:xfrm>
      </p:grpSpPr>
      <p:sp>
        <p:nvSpPr>
          <p:cNvPr id="8" name="Picture Placeholder 33">
            <a:extLst>
              <a:ext uri="{FF2B5EF4-FFF2-40B4-BE49-F238E27FC236}">
                <a16:creationId xmlns:a16="http://schemas.microsoft.com/office/drawing/2014/main" id="{6EE604FD-48EE-A084-5146-0B4279C892DF}"/>
              </a:ext>
            </a:extLst>
          </p:cNvPr>
          <p:cNvSpPr>
            <a:spLocks noGrp="1"/>
          </p:cNvSpPr>
          <p:nvPr>
            <p:ph type="pic" sz="quarter" idx="11"/>
          </p:nvPr>
        </p:nvSpPr>
        <p:spPr>
          <a:xfrm>
            <a:off x="4598435" y="3203575"/>
            <a:ext cx="2462213" cy="2851150"/>
          </a:xfrm>
          <a:solidFill>
            <a:schemeClr val="bg1">
              <a:lumMod val="95000"/>
            </a:schemeClr>
          </a:solidFill>
        </p:spPr>
        <p:txBody>
          <a:bodyPr/>
          <a:lstStyle>
            <a:lvl1pPr>
              <a:defRPr>
                <a:solidFill>
                  <a:schemeClr val="tx1"/>
                </a:solidFill>
              </a:defRPr>
            </a:lvl1pPr>
          </a:lstStyle>
          <a:p>
            <a:endParaRPr lang="en-IN" dirty="0"/>
          </a:p>
        </p:txBody>
      </p:sp>
      <p:sp>
        <p:nvSpPr>
          <p:cNvPr id="11" name="Title 1">
            <a:extLst>
              <a:ext uri="{FF2B5EF4-FFF2-40B4-BE49-F238E27FC236}">
                <a16:creationId xmlns:a16="http://schemas.microsoft.com/office/drawing/2014/main" id="{AAEFD626-0FB9-90A7-A837-3804FC6AF928}"/>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dirty="0"/>
              <a:t>Click to edit Master title style</a:t>
            </a:r>
            <a:endParaRPr lang="en-US" dirty="0"/>
          </a:p>
        </p:txBody>
      </p:sp>
      <p:sp>
        <p:nvSpPr>
          <p:cNvPr id="12" name="Rectangle 11">
            <a:extLst>
              <a:ext uri="{FF2B5EF4-FFF2-40B4-BE49-F238E27FC236}">
                <a16:creationId xmlns:a16="http://schemas.microsoft.com/office/drawing/2014/main" id="{09F2BF07-3F11-9B42-B30B-E4BD79323828}"/>
              </a:ext>
            </a:extLst>
          </p:cNvPr>
          <p:cNvSpPr/>
          <p:nvPr userDrawn="1"/>
        </p:nvSpPr>
        <p:spPr>
          <a:xfrm>
            <a:off x="359998" y="1488586"/>
            <a:ext cx="5400000" cy="72000"/>
          </a:xfrm>
          <a:prstGeom prst="rect">
            <a:avLst/>
          </a:prstGeom>
          <a:gradFill flip="none" rotWithShape="1">
            <a:gsLst>
              <a:gs pos="100000">
                <a:schemeClr val="bg1"/>
              </a:gs>
              <a:gs pos="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3" name="Subtitle 2">
            <a:extLst>
              <a:ext uri="{FF2B5EF4-FFF2-40B4-BE49-F238E27FC236}">
                <a16:creationId xmlns:a16="http://schemas.microsoft.com/office/drawing/2014/main" id="{9841068F-C9A4-D43E-E643-C4C8D5EAF260}"/>
              </a:ext>
            </a:extLst>
          </p:cNvPr>
          <p:cNvSpPr>
            <a:spLocks noGrp="1"/>
          </p:cNvSpPr>
          <p:nvPr>
            <p:ph type="subTitle" idx="1"/>
          </p:nvPr>
        </p:nvSpPr>
        <p:spPr>
          <a:xfrm>
            <a:off x="285135" y="854284"/>
            <a:ext cx="11558865" cy="461665"/>
          </a:xfrm>
        </p:spPr>
        <p:txBody>
          <a:bodyPr wrap="square">
            <a:spAutoFit/>
          </a:bodyPr>
          <a:lstStyle>
            <a:lvl1pPr marL="0" indent="0" algn="l">
              <a:lnSpc>
                <a:spcPct val="100000"/>
              </a:lnSpc>
              <a:spcBef>
                <a:spcPts val="0"/>
              </a:spcBef>
              <a:buNone/>
              <a:defRPr lang="en-US" sz="2400" b="1" kern="1200" dirty="0">
                <a:solidFill>
                  <a:schemeClr val="accent1"/>
                </a:solidFill>
                <a:latin typeface="Barlow Medium" panose="00000600000000000000"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14" name="Text Placeholder 37">
            <a:extLst>
              <a:ext uri="{FF2B5EF4-FFF2-40B4-BE49-F238E27FC236}">
                <a16:creationId xmlns:a16="http://schemas.microsoft.com/office/drawing/2014/main" id="{5EE45784-96AF-F9D2-8B67-013732EC8A19}"/>
              </a:ext>
            </a:extLst>
          </p:cNvPr>
          <p:cNvSpPr>
            <a:spLocks noGrp="1"/>
          </p:cNvSpPr>
          <p:nvPr>
            <p:ph type="body" sz="quarter" idx="12" hasCustomPrompt="1"/>
          </p:nvPr>
        </p:nvSpPr>
        <p:spPr>
          <a:xfrm>
            <a:off x="4803866" y="4628513"/>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dirty="0"/>
              <a:t>Click to add text</a:t>
            </a:r>
            <a:endParaRPr lang="en-IN" dirty="0"/>
          </a:p>
        </p:txBody>
      </p:sp>
      <p:sp>
        <p:nvSpPr>
          <p:cNvPr id="15" name="Text Placeholder 37">
            <a:extLst>
              <a:ext uri="{FF2B5EF4-FFF2-40B4-BE49-F238E27FC236}">
                <a16:creationId xmlns:a16="http://schemas.microsoft.com/office/drawing/2014/main" id="{016DBCDF-C1B4-EA55-E10A-65BA8CA1A213}"/>
              </a:ext>
            </a:extLst>
          </p:cNvPr>
          <p:cNvSpPr>
            <a:spLocks noGrp="1"/>
          </p:cNvSpPr>
          <p:nvPr>
            <p:ph type="body" sz="quarter" idx="13" hasCustomPrompt="1"/>
          </p:nvPr>
        </p:nvSpPr>
        <p:spPr>
          <a:xfrm>
            <a:off x="4803866" y="3791269"/>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dirty="0"/>
              <a:t>02</a:t>
            </a:r>
            <a:endParaRPr lang="en-IN" dirty="0"/>
          </a:p>
        </p:txBody>
      </p:sp>
      <p:sp>
        <p:nvSpPr>
          <p:cNvPr id="16" name="Text Placeholder 37">
            <a:extLst>
              <a:ext uri="{FF2B5EF4-FFF2-40B4-BE49-F238E27FC236}">
                <a16:creationId xmlns:a16="http://schemas.microsoft.com/office/drawing/2014/main" id="{3B8417F7-E2A6-7B5C-6B0F-CB5DF4D65B5A}"/>
              </a:ext>
            </a:extLst>
          </p:cNvPr>
          <p:cNvSpPr>
            <a:spLocks noGrp="1"/>
          </p:cNvSpPr>
          <p:nvPr>
            <p:ph type="body" sz="quarter" idx="14" hasCustomPrompt="1"/>
          </p:nvPr>
        </p:nvSpPr>
        <p:spPr>
          <a:xfrm>
            <a:off x="4803866" y="5449410"/>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22" name="Picture Placeholder 33">
            <a:extLst>
              <a:ext uri="{FF2B5EF4-FFF2-40B4-BE49-F238E27FC236}">
                <a16:creationId xmlns:a16="http://schemas.microsoft.com/office/drawing/2014/main" id="{099FC05D-3DE2-F66A-8653-2AA71D0F3F59}"/>
              </a:ext>
            </a:extLst>
          </p:cNvPr>
          <p:cNvSpPr>
            <a:spLocks noGrp="1"/>
          </p:cNvSpPr>
          <p:nvPr>
            <p:ph type="pic" sz="quarter" idx="20"/>
          </p:nvPr>
        </p:nvSpPr>
        <p:spPr>
          <a:xfrm>
            <a:off x="7162373" y="3203575"/>
            <a:ext cx="2462213" cy="2851150"/>
          </a:xfrm>
          <a:solidFill>
            <a:schemeClr val="bg1">
              <a:lumMod val="95000"/>
            </a:schemeClr>
          </a:solidFill>
        </p:spPr>
        <p:txBody>
          <a:bodyPr vert="horz" lIns="91440" tIns="45720" rIns="91440" bIns="45720" rtlCol="0">
            <a:normAutofit/>
          </a:bodyPr>
          <a:lstStyle>
            <a:lvl1pPr>
              <a:defRPr lang="en-IN" dirty="0"/>
            </a:lvl1pPr>
          </a:lstStyle>
          <a:p>
            <a:pPr lvl="0"/>
            <a:endParaRPr lang="en-IN" dirty="0"/>
          </a:p>
        </p:txBody>
      </p:sp>
      <p:sp>
        <p:nvSpPr>
          <p:cNvPr id="23" name="Text Placeholder 37">
            <a:extLst>
              <a:ext uri="{FF2B5EF4-FFF2-40B4-BE49-F238E27FC236}">
                <a16:creationId xmlns:a16="http://schemas.microsoft.com/office/drawing/2014/main" id="{E7F92616-B01E-082C-1AE0-83915486A083}"/>
              </a:ext>
            </a:extLst>
          </p:cNvPr>
          <p:cNvSpPr>
            <a:spLocks noGrp="1"/>
          </p:cNvSpPr>
          <p:nvPr>
            <p:ph type="body" sz="quarter" idx="21" hasCustomPrompt="1"/>
          </p:nvPr>
        </p:nvSpPr>
        <p:spPr>
          <a:xfrm>
            <a:off x="7368124" y="4612735"/>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dirty="0"/>
              <a:t>Click to add text</a:t>
            </a:r>
            <a:endParaRPr lang="en-IN" dirty="0"/>
          </a:p>
        </p:txBody>
      </p:sp>
      <p:sp>
        <p:nvSpPr>
          <p:cNvPr id="24" name="Text Placeholder 37">
            <a:extLst>
              <a:ext uri="{FF2B5EF4-FFF2-40B4-BE49-F238E27FC236}">
                <a16:creationId xmlns:a16="http://schemas.microsoft.com/office/drawing/2014/main" id="{8B5ECCAE-2FD0-9E06-DD59-F13F42208326}"/>
              </a:ext>
            </a:extLst>
          </p:cNvPr>
          <p:cNvSpPr>
            <a:spLocks noGrp="1"/>
          </p:cNvSpPr>
          <p:nvPr>
            <p:ph type="body" sz="quarter" idx="22" hasCustomPrompt="1"/>
          </p:nvPr>
        </p:nvSpPr>
        <p:spPr>
          <a:xfrm>
            <a:off x="7368124" y="3775491"/>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dirty="0"/>
              <a:t>03</a:t>
            </a:r>
            <a:endParaRPr lang="en-IN" dirty="0"/>
          </a:p>
        </p:txBody>
      </p:sp>
      <p:sp>
        <p:nvSpPr>
          <p:cNvPr id="25" name="Text Placeholder 37">
            <a:extLst>
              <a:ext uri="{FF2B5EF4-FFF2-40B4-BE49-F238E27FC236}">
                <a16:creationId xmlns:a16="http://schemas.microsoft.com/office/drawing/2014/main" id="{096380EB-20FA-DCCE-3E3E-E0D01E08A0BA}"/>
              </a:ext>
            </a:extLst>
          </p:cNvPr>
          <p:cNvSpPr>
            <a:spLocks noGrp="1"/>
          </p:cNvSpPr>
          <p:nvPr>
            <p:ph type="body" sz="quarter" idx="23" hasCustomPrompt="1"/>
          </p:nvPr>
        </p:nvSpPr>
        <p:spPr>
          <a:xfrm>
            <a:off x="7368124" y="5433632"/>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26" name="Picture Placeholder 33">
            <a:extLst>
              <a:ext uri="{FF2B5EF4-FFF2-40B4-BE49-F238E27FC236}">
                <a16:creationId xmlns:a16="http://schemas.microsoft.com/office/drawing/2014/main" id="{E1D78B23-AC99-415E-F5A8-F4EC89B576F3}"/>
              </a:ext>
            </a:extLst>
          </p:cNvPr>
          <p:cNvSpPr>
            <a:spLocks noGrp="1"/>
          </p:cNvSpPr>
          <p:nvPr>
            <p:ph type="pic" sz="quarter" idx="24"/>
          </p:nvPr>
        </p:nvSpPr>
        <p:spPr>
          <a:xfrm>
            <a:off x="9729787" y="3203575"/>
            <a:ext cx="2462213" cy="2851150"/>
          </a:xfrm>
          <a:solidFill>
            <a:schemeClr val="bg1">
              <a:lumMod val="95000"/>
            </a:schemeClr>
          </a:solidFill>
        </p:spPr>
        <p:txBody>
          <a:bodyPr vert="horz" lIns="91440" tIns="45720" rIns="91440" bIns="45720" rtlCol="0">
            <a:normAutofit/>
          </a:bodyPr>
          <a:lstStyle>
            <a:lvl1pPr>
              <a:defRPr lang="en-IN" dirty="0"/>
            </a:lvl1pPr>
          </a:lstStyle>
          <a:p>
            <a:pPr lvl="0"/>
            <a:endParaRPr lang="en-IN" dirty="0"/>
          </a:p>
        </p:txBody>
      </p:sp>
      <p:sp>
        <p:nvSpPr>
          <p:cNvPr id="27" name="Text Placeholder 37">
            <a:extLst>
              <a:ext uri="{FF2B5EF4-FFF2-40B4-BE49-F238E27FC236}">
                <a16:creationId xmlns:a16="http://schemas.microsoft.com/office/drawing/2014/main" id="{B21BF39C-5380-3F53-7510-E1B958B5AE40}"/>
              </a:ext>
            </a:extLst>
          </p:cNvPr>
          <p:cNvSpPr>
            <a:spLocks noGrp="1"/>
          </p:cNvSpPr>
          <p:nvPr>
            <p:ph type="body" sz="quarter" idx="25" hasCustomPrompt="1"/>
          </p:nvPr>
        </p:nvSpPr>
        <p:spPr>
          <a:xfrm>
            <a:off x="9935538" y="4612735"/>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dirty="0"/>
              <a:t>Click to add text</a:t>
            </a:r>
            <a:endParaRPr lang="en-IN" dirty="0"/>
          </a:p>
        </p:txBody>
      </p:sp>
      <p:sp>
        <p:nvSpPr>
          <p:cNvPr id="28" name="Text Placeholder 37">
            <a:extLst>
              <a:ext uri="{FF2B5EF4-FFF2-40B4-BE49-F238E27FC236}">
                <a16:creationId xmlns:a16="http://schemas.microsoft.com/office/drawing/2014/main" id="{DAC7C0CE-6BF4-09A2-9B2C-46692B60BBEE}"/>
              </a:ext>
            </a:extLst>
          </p:cNvPr>
          <p:cNvSpPr>
            <a:spLocks noGrp="1"/>
          </p:cNvSpPr>
          <p:nvPr>
            <p:ph type="body" sz="quarter" idx="26" hasCustomPrompt="1"/>
          </p:nvPr>
        </p:nvSpPr>
        <p:spPr>
          <a:xfrm>
            <a:off x="9935538" y="3775491"/>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dirty="0"/>
              <a:t>04</a:t>
            </a:r>
            <a:endParaRPr lang="en-IN" dirty="0"/>
          </a:p>
        </p:txBody>
      </p:sp>
      <p:sp>
        <p:nvSpPr>
          <p:cNvPr id="29" name="Text Placeholder 37">
            <a:extLst>
              <a:ext uri="{FF2B5EF4-FFF2-40B4-BE49-F238E27FC236}">
                <a16:creationId xmlns:a16="http://schemas.microsoft.com/office/drawing/2014/main" id="{3755B927-A0C6-9B95-8975-78E5814C7405}"/>
              </a:ext>
            </a:extLst>
          </p:cNvPr>
          <p:cNvSpPr>
            <a:spLocks noGrp="1"/>
          </p:cNvSpPr>
          <p:nvPr>
            <p:ph type="body" sz="quarter" idx="27" hasCustomPrompt="1"/>
          </p:nvPr>
        </p:nvSpPr>
        <p:spPr>
          <a:xfrm>
            <a:off x="9935538" y="5433632"/>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41" name="Rectangle 40">
            <a:extLst>
              <a:ext uri="{FF2B5EF4-FFF2-40B4-BE49-F238E27FC236}">
                <a16:creationId xmlns:a16="http://schemas.microsoft.com/office/drawing/2014/main" id="{0D269521-AB6F-FEB8-6646-124213ABB645}"/>
              </a:ext>
            </a:extLst>
          </p:cNvPr>
          <p:cNvSpPr/>
          <p:nvPr userDrawn="1"/>
        </p:nvSpPr>
        <p:spPr>
          <a:xfrm>
            <a:off x="2320714" y="2949672"/>
            <a:ext cx="647613" cy="769441"/>
          </a:xfrm>
          <a:prstGeom prst="rect">
            <a:avLst/>
          </a:prstGeom>
        </p:spPr>
        <p:txBody>
          <a:bodyPr wrap="none" lIns="0" rIns="0">
            <a:spAutoFit/>
          </a:bodyPr>
          <a:lstStyle/>
          <a:p>
            <a:pPr algn="ctr">
              <a:spcBef>
                <a:spcPts val="2400"/>
              </a:spcBef>
            </a:pPr>
            <a:r>
              <a:rPr lang="en-US" sz="4400" b="1" dirty="0">
                <a:solidFill>
                  <a:srgbClr val="FFFFFF"/>
                </a:solidFill>
                <a:latin typeface="Segoe UI" panose="020B0502040204020203" pitchFamily="34" charset="0"/>
                <a:ea typeface="Open Sans" charset="0"/>
                <a:cs typeface="Segoe UI" panose="020B0502040204020203" pitchFamily="34" charset="0"/>
              </a:rPr>
              <a:t>02</a:t>
            </a:r>
          </a:p>
        </p:txBody>
      </p:sp>
      <p:pic>
        <p:nvPicPr>
          <p:cNvPr id="42" name="Graphic 41">
            <a:extLst>
              <a:ext uri="{FF2B5EF4-FFF2-40B4-BE49-F238E27FC236}">
                <a16:creationId xmlns:a16="http://schemas.microsoft.com/office/drawing/2014/main" id="{9DD6BC2F-9246-6E82-4BE9-97CEC0EB3FC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25610" y="2638523"/>
            <a:ext cx="391390" cy="358774"/>
          </a:xfrm>
          <a:prstGeom prst="rect">
            <a:avLst/>
          </a:prstGeom>
        </p:spPr>
      </p:pic>
      <p:sp>
        <p:nvSpPr>
          <p:cNvPr id="43" name="Picture Placeholder 33">
            <a:extLst>
              <a:ext uri="{FF2B5EF4-FFF2-40B4-BE49-F238E27FC236}">
                <a16:creationId xmlns:a16="http://schemas.microsoft.com/office/drawing/2014/main" id="{6CD5EFDA-C31A-8467-87AB-E90970975248}"/>
              </a:ext>
            </a:extLst>
          </p:cNvPr>
          <p:cNvSpPr>
            <a:spLocks noGrp="1"/>
          </p:cNvSpPr>
          <p:nvPr>
            <p:ph type="pic" sz="quarter" idx="31"/>
          </p:nvPr>
        </p:nvSpPr>
        <p:spPr>
          <a:xfrm>
            <a:off x="2030510" y="2372361"/>
            <a:ext cx="2462213" cy="3682364"/>
          </a:xfrm>
          <a:solidFill>
            <a:schemeClr val="tx2"/>
          </a:solidFill>
        </p:spPr>
        <p:txBody>
          <a:bodyPr/>
          <a:lstStyle>
            <a:lvl1pPr>
              <a:defRPr>
                <a:solidFill>
                  <a:schemeClr val="bg1"/>
                </a:solidFill>
              </a:defRPr>
            </a:lvl1pPr>
          </a:lstStyle>
          <a:p>
            <a:endParaRPr lang="en-IN" dirty="0"/>
          </a:p>
        </p:txBody>
      </p:sp>
      <p:sp>
        <p:nvSpPr>
          <p:cNvPr id="44" name="Text Placeholder 37">
            <a:extLst>
              <a:ext uri="{FF2B5EF4-FFF2-40B4-BE49-F238E27FC236}">
                <a16:creationId xmlns:a16="http://schemas.microsoft.com/office/drawing/2014/main" id="{5C1A8521-9DB1-494E-8742-5D6AA3C721DA}"/>
              </a:ext>
            </a:extLst>
          </p:cNvPr>
          <p:cNvSpPr>
            <a:spLocks noGrp="1"/>
          </p:cNvSpPr>
          <p:nvPr>
            <p:ph type="body" sz="quarter" idx="32" hasCustomPrompt="1"/>
          </p:nvPr>
        </p:nvSpPr>
        <p:spPr>
          <a:xfrm>
            <a:off x="2235941" y="4613372"/>
            <a:ext cx="2051032" cy="682625"/>
          </a:xfrm>
        </p:spPr>
        <p:txBody>
          <a:bodyPr>
            <a:normAutofit/>
          </a:bodyPr>
          <a:lstStyle>
            <a:lvl1pPr marL="0" indent="0">
              <a:buNone/>
              <a:defRPr sz="1800" b="1">
                <a:solidFill>
                  <a:schemeClr val="bg1"/>
                </a:solidFill>
                <a:latin typeface="Barlow" panose="00000500000000000000" pitchFamily="2" charset="0"/>
              </a:defRPr>
            </a:lvl1pPr>
          </a:lstStyle>
          <a:p>
            <a:pPr lvl="0"/>
            <a:r>
              <a:rPr lang="en-US" dirty="0"/>
              <a:t>Click to add text</a:t>
            </a:r>
            <a:endParaRPr lang="en-IN" dirty="0"/>
          </a:p>
        </p:txBody>
      </p:sp>
      <p:sp>
        <p:nvSpPr>
          <p:cNvPr id="45" name="Text Placeholder 37">
            <a:extLst>
              <a:ext uri="{FF2B5EF4-FFF2-40B4-BE49-F238E27FC236}">
                <a16:creationId xmlns:a16="http://schemas.microsoft.com/office/drawing/2014/main" id="{F6AAC11A-094F-312F-AD68-2CB1547DCAE7}"/>
              </a:ext>
            </a:extLst>
          </p:cNvPr>
          <p:cNvSpPr>
            <a:spLocks noGrp="1"/>
          </p:cNvSpPr>
          <p:nvPr>
            <p:ph type="body" sz="quarter" idx="33" hasCustomPrompt="1"/>
          </p:nvPr>
        </p:nvSpPr>
        <p:spPr>
          <a:xfrm>
            <a:off x="2235941" y="3776128"/>
            <a:ext cx="2051032" cy="682625"/>
          </a:xfrm>
        </p:spPr>
        <p:txBody>
          <a:bodyPr>
            <a:normAutofit/>
          </a:bodyPr>
          <a:lstStyle>
            <a:lvl1pPr marL="0" indent="0">
              <a:buNone/>
              <a:defRPr sz="3600" b="1">
                <a:solidFill>
                  <a:schemeClr val="bg1"/>
                </a:solidFill>
                <a:latin typeface="Barlow" panose="00000500000000000000" pitchFamily="2" charset="0"/>
              </a:defRPr>
            </a:lvl1pPr>
          </a:lstStyle>
          <a:p>
            <a:pPr lvl="0"/>
            <a:r>
              <a:rPr lang="en-US" dirty="0"/>
              <a:t>01</a:t>
            </a:r>
            <a:endParaRPr lang="en-IN" dirty="0"/>
          </a:p>
        </p:txBody>
      </p:sp>
      <p:sp>
        <p:nvSpPr>
          <p:cNvPr id="46" name="Text Placeholder 37">
            <a:extLst>
              <a:ext uri="{FF2B5EF4-FFF2-40B4-BE49-F238E27FC236}">
                <a16:creationId xmlns:a16="http://schemas.microsoft.com/office/drawing/2014/main" id="{F175CA0C-22C5-684C-D4CC-3356CD3E6F71}"/>
              </a:ext>
            </a:extLst>
          </p:cNvPr>
          <p:cNvSpPr>
            <a:spLocks noGrp="1"/>
          </p:cNvSpPr>
          <p:nvPr>
            <p:ph type="body" sz="quarter" idx="34" hasCustomPrompt="1"/>
          </p:nvPr>
        </p:nvSpPr>
        <p:spPr>
          <a:xfrm>
            <a:off x="2235941" y="5434269"/>
            <a:ext cx="2051032" cy="469070"/>
          </a:xfrm>
        </p:spPr>
        <p:txBody>
          <a:bodyPr>
            <a:normAutofit/>
          </a:bodyPr>
          <a:lstStyle>
            <a:lvl1pPr marL="0" indent="0">
              <a:buNone/>
              <a:defRPr sz="1400" b="0">
                <a:solidFill>
                  <a:schemeClr val="bg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47" name="Content Placeholder 51">
            <a:extLst>
              <a:ext uri="{FF2B5EF4-FFF2-40B4-BE49-F238E27FC236}">
                <a16:creationId xmlns:a16="http://schemas.microsoft.com/office/drawing/2014/main" id="{A8BB0185-BC07-CD65-FEEF-D82A6104BE23}"/>
              </a:ext>
            </a:extLst>
          </p:cNvPr>
          <p:cNvSpPr>
            <a:spLocks noGrp="1"/>
          </p:cNvSpPr>
          <p:nvPr>
            <p:ph sz="quarter" idx="35" hasCustomPrompt="1"/>
          </p:nvPr>
        </p:nvSpPr>
        <p:spPr>
          <a:xfrm>
            <a:off x="3826186" y="2501900"/>
            <a:ext cx="460375" cy="579438"/>
          </a:xfrm>
        </p:spPr>
        <p:txBody>
          <a:bodyPr>
            <a:noAutofit/>
          </a:bodyPr>
          <a:lstStyle>
            <a:lvl1pPr marL="0" indent="0" algn="ctr">
              <a:buNone/>
              <a:defRPr sz="800">
                <a:solidFill>
                  <a:schemeClr val="bg1"/>
                </a:solidFill>
              </a:defRPr>
            </a:lvl1pPr>
          </a:lstStyle>
          <a:p>
            <a:pPr lvl="0"/>
            <a:r>
              <a:rPr lang="en-US" dirty="0"/>
              <a:t>Insert Icon here</a:t>
            </a:r>
            <a:endParaRPr lang="en-IN" dirty="0"/>
          </a:p>
        </p:txBody>
      </p:sp>
    </p:spTree>
    <p:extLst>
      <p:ext uri="{BB962C8B-B14F-4D97-AF65-F5344CB8AC3E}">
        <p14:creationId xmlns:p14="http://schemas.microsoft.com/office/powerpoint/2010/main" val="286407437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2_Agenda/Topics">
    <p:spTree>
      <p:nvGrpSpPr>
        <p:cNvPr id="1" name=""/>
        <p:cNvGrpSpPr/>
        <p:nvPr/>
      </p:nvGrpSpPr>
      <p:grpSpPr>
        <a:xfrm>
          <a:off x="0" y="0"/>
          <a:ext cx="0" cy="0"/>
          <a:chOff x="0" y="0"/>
          <a:chExt cx="0" cy="0"/>
        </a:xfrm>
      </p:grpSpPr>
      <p:sp>
        <p:nvSpPr>
          <p:cNvPr id="34" name="Picture Placeholder 33">
            <a:extLst>
              <a:ext uri="{FF2B5EF4-FFF2-40B4-BE49-F238E27FC236}">
                <a16:creationId xmlns:a16="http://schemas.microsoft.com/office/drawing/2014/main" id="{1FF237B7-8015-09EF-7990-429E9F9D024D}"/>
              </a:ext>
            </a:extLst>
          </p:cNvPr>
          <p:cNvSpPr>
            <a:spLocks noGrp="1"/>
          </p:cNvSpPr>
          <p:nvPr>
            <p:ph type="pic" sz="quarter" idx="11"/>
          </p:nvPr>
        </p:nvSpPr>
        <p:spPr>
          <a:xfrm>
            <a:off x="2028825" y="3203575"/>
            <a:ext cx="2462213" cy="2851150"/>
          </a:xfrm>
          <a:solidFill>
            <a:schemeClr val="bg1">
              <a:lumMod val="95000"/>
            </a:schemeClr>
          </a:solidFill>
        </p:spPr>
        <p:txBody>
          <a:bodyPr/>
          <a:lstStyle>
            <a:lvl1pPr>
              <a:defRPr>
                <a:solidFill>
                  <a:schemeClr val="tx1"/>
                </a:solidFill>
              </a:defRPr>
            </a:lvl1pPr>
          </a:lstStyle>
          <a:p>
            <a:endParaRPr lang="en-IN" dirty="0"/>
          </a:p>
        </p:txBody>
      </p:sp>
      <p:sp>
        <p:nvSpPr>
          <p:cNvPr id="15" name="Rectangle 14">
            <a:extLst>
              <a:ext uri="{FF2B5EF4-FFF2-40B4-BE49-F238E27FC236}">
                <a16:creationId xmlns:a16="http://schemas.microsoft.com/office/drawing/2014/main" id="{ABB0DFD5-EC03-7C13-92D3-95C263B60051}"/>
              </a:ext>
            </a:extLst>
          </p:cNvPr>
          <p:cNvSpPr/>
          <p:nvPr userDrawn="1"/>
        </p:nvSpPr>
        <p:spPr>
          <a:xfrm>
            <a:off x="4885803" y="2949672"/>
            <a:ext cx="647613" cy="769441"/>
          </a:xfrm>
          <a:prstGeom prst="rect">
            <a:avLst/>
          </a:prstGeom>
        </p:spPr>
        <p:txBody>
          <a:bodyPr wrap="none" lIns="0" rIns="0">
            <a:spAutoFit/>
          </a:bodyPr>
          <a:lstStyle/>
          <a:p>
            <a:pPr algn="ctr">
              <a:spcBef>
                <a:spcPts val="2400"/>
              </a:spcBef>
            </a:pPr>
            <a:r>
              <a:rPr lang="en-US" sz="4400" b="1" dirty="0">
                <a:solidFill>
                  <a:srgbClr val="FFFFFF"/>
                </a:solidFill>
                <a:latin typeface="Segoe UI" panose="020B0502040204020203" pitchFamily="34" charset="0"/>
                <a:ea typeface="Open Sans" charset="0"/>
                <a:cs typeface="Segoe UI" panose="020B0502040204020203" pitchFamily="34" charset="0"/>
              </a:rPr>
              <a:t>02</a:t>
            </a:r>
          </a:p>
        </p:txBody>
      </p:sp>
      <p:pic>
        <p:nvPicPr>
          <p:cNvPr id="16" name="Graphic 15">
            <a:extLst>
              <a:ext uri="{FF2B5EF4-FFF2-40B4-BE49-F238E27FC236}">
                <a16:creationId xmlns:a16="http://schemas.microsoft.com/office/drawing/2014/main" id="{68D3135B-BDB6-3302-3AE9-132C215975E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390699" y="2638523"/>
            <a:ext cx="391390" cy="358774"/>
          </a:xfrm>
          <a:prstGeom prst="rect">
            <a:avLst/>
          </a:prstGeom>
        </p:spPr>
      </p:pic>
      <p:sp>
        <p:nvSpPr>
          <p:cNvPr id="28" name="Title 1">
            <a:extLst>
              <a:ext uri="{FF2B5EF4-FFF2-40B4-BE49-F238E27FC236}">
                <a16:creationId xmlns:a16="http://schemas.microsoft.com/office/drawing/2014/main" id="{56D72B48-86E0-A19C-BF54-0ACCD30C0972}"/>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dirty="0"/>
              <a:t>Click to edit Master title style</a:t>
            </a:r>
            <a:endParaRPr lang="en-US" dirty="0"/>
          </a:p>
        </p:txBody>
      </p:sp>
      <p:sp>
        <p:nvSpPr>
          <p:cNvPr id="29" name="Rectangle 28">
            <a:extLst>
              <a:ext uri="{FF2B5EF4-FFF2-40B4-BE49-F238E27FC236}">
                <a16:creationId xmlns:a16="http://schemas.microsoft.com/office/drawing/2014/main" id="{A9C97C2A-1F40-D32B-B31B-182B25DB6D53}"/>
              </a:ext>
            </a:extLst>
          </p:cNvPr>
          <p:cNvSpPr/>
          <p:nvPr userDrawn="1"/>
        </p:nvSpPr>
        <p:spPr>
          <a:xfrm>
            <a:off x="359998" y="1488586"/>
            <a:ext cx="5400000" cy="72000"/>
          </a:xfrm>
          <a:prstGeom prst="rect">
            <a:avLst/>
          </a:prstGeom>
          <a:gradFill flip="none" rotWithShape="1">
            <a:gsLst>
              <a:gs pos="100000">
                <a:schemeClr val="bg1"/>
              </a:gs>
              <a:gs pos="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0" name="Subtitle 2">
            <a:extLst>
              <a:ext uri="{FF2B5EF4-FFF2-40B4-BE49-F238E27FC236}">
                <a16:creationId xmlns:a16="http://schemas.microsoft.com/office/drawing/2014/main" id="{02D1EE33-E415-6645-7776-9CF2A96766DB}"/>
              </a:ext>
            </a:extLst>
          </p:cNvPr>
          <p:cNvSpPr>
            <a:spLocks noGrp="1"/>
          </p:cNvSpPr>
          <p:nvPr>
            <p:ph type="subTitle" idx="1"/>
          </p:nvPr>
        </p:nvSpPr>
        <p:spPr>
          <a:xfrm>
            <a:off x="285135" y="854284"/>
            <a:ext cx="11558865" cy="461665"/>
          </a:xfrm>
        </p:spPr>
        <p:txBody>
          <a:bodyPr wrap="square">
            <a:spAutoFit/>
          </a:bodyPr>
          <a:lstStyle>
            <a:lvl1pPr marL="0" indent="0" algn="l">
              <a:lnSpc>
                <a:spcPct val="100000"/>
              </a:lnSpc>
              <a:spcBef>
                <a:spcPts val="0"/>
              </a:spcBef>
              <a:buNone/>
              <a:defRPr lang="en-US" sz="2400" b="1" kern="1200" dirty="0">
                <a:solidFill>
                  <a:schemeClr val="accent1"/>
                </a:solidFill>
                <a:latin typeface="Barlow Medium" panose="00000600000000000000"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39" name="Text Placeholder 37">
            <a:extLst>
              <a:ext uri="{FF2B5EF4-FFF2-40B4-BE49-F238E27FC236}">
                <a16:creationId xmlns:a16="http://schemas.microsoft.com/office/drawing/2014/main" id="{A67E9280-7AA6-D4DE-CFBB-C9EBC909F982}"/>
              </a:ext>
            </a:extLst>
          </p:cNvPr>
          <p:cNvSpPr>
            <a:spLocks noGrp="1"/>
          </p:cNvSpPr>
          <p:nvPr>
            <p:ph type="body" sz="quarter" idx="12" hasCustomPrompt="1"/>
          </p:nvPr>
        </p:nvSpPr>
        <p:spPr>
          <a:xfrm>
            <a:off x="2234256" y="4628513"/>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dirty="0"/>
              <a:t>Click to add text</a:t>
            </a:r>
            <a:endParaRPr lang="en-IN" dirty="0"/>
          </a:p>
        </p:txBody>
      </p:sp>
      <p:sp>
        <p:nvSpPr>
          <p:cNvPr id="41" name="Text Placeholder 37">
            <a:extLst>
              <a:ext uri="{FF2B5EF4-FFF2-40B4-BE49-F238E27FC236}">
                <a16:creationId xmlns:a16="http://schemas.microsoft.com/office/drawing/2014/main" id="{44E83B8C-F811-EB6C-D697-F9018EDB3CB5}"/>
              </a:ext>
            </a:extLst>
          </p:cNvPr>
          <p:cNvSpPr>
            <a:spLocks noGrp="1"/>
          </p:cNvSpPr>
          <p:nvPr>
            <p:ph type="body" sz="quarter" idx="13" hasCustomPrompt="1"/>
          </p:nvPr>
        </p:nvSpPr>
        <p:spPr>
          <a:xfrm>
            <a:off x="2234256" y="3791269"/>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dirty="0"/>
              <a:t>01</a:t>
            </a:r>
            <a:endParaRPr lang="en-IN" dirty="0"/>
          </a:p>
        </p:txBody>
      </p:sp>
      <p:sp>
        <p:nvSpPr>
          <p:cNvPr id="42" name="Text Placeholder 37">
            <a:extLst>
              <a:ext uri="{FF2B5EF4-FFF2-40B4-BE49-F238E27FC236}">
                <a16:creationId xmlns:a16="http://schemas.microsoft.com/office/drawing/2014/main" id="{F27E5D43-A6C5-BE43-C80C-5C13A01F082E}"/>
              </a:ext>
            </a:extLst>
          </p:cNvPr>
          <p:cNvSpPr>
            <a:spLocks noGrp="1"/>
          </p:cNvSpPr>
          <p:nvPr>
            <p:ph type="body" sz="quarter" idx="14" hasCustomPrompt="1"/>
          </p:nvPr>
        </p:nvSpPr>
        <p:spPr>
          <a:xfrm>
            <a:off x="2234256" y="5449410"/>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47" name="Picture Placeholder 33">
            <a:extLst>
              <a:ext uri="{FF2B5EF4-FFF2-40B4-BE49-F238E27FC236}">
                <a16:creationId xmlns:a16="http://schemas.microsoft.com/office/drawing/2014/main" id="{ED88EBC0-C2F3-2E75-B989-C84F8E7E12BA}"/>
              </a:ext>
            </a:extLst>
          </p:cNvPr>
          <p:cNvSpPr>
            <a:spLocks noGrp="1"/>
          </p:cNvSpPr>
          <p:nvPr>
            <p:ph type="pic" sz="quarter" idx="15"/>
          </p:nvPr>
        </p:nvSpPr>
        <p:spPr>
          <a:xfrm>
            <a:off x="4595599" y="2372361"/>
            <a:ext cx="2462213" cy="3682364"/>
          </a:xfrm>
          <a:solidFill>
            <a:schemeClr val="tx2"/>
          </a:solidFill>
        </p:spPr>
        <p:txBody>
          <a:bodyPr/>
          <a:lstStyle>
            <a:lvl1pPr>
              <a:defRPr>
                <a:solidFill>
                  <a:schemeClr val="bg1"/>
                </a:solidFill>
              </a:defRPr>
            </a:lvl1pPr>
          </a:lstStyle>
          <a:p>
            <a:endParaRPr lang="en-IN" dirty="0"/>
          </a:p>
        </p:txBody>
      </p:sp>
      <p:sp>
        <p:nvSpPr>
          <p:cNvPr id="48" name="Text Placeholder 37">
            <a:extLst>
              <a:ext uri="{FF2B5EF4-FFF2-40B4-BE49-F238E27FC236}">
                <a16:creationId xmlns:a16="http://schemas.microsoft.com/office/drawing/2014/main" id="{B570BA34-9423-2566-1B19-46CB414C9866}"/>
              </a:ext>
            </a:extLst>
          </p:cNvPr>
          <p:cNvSpPr>
            <a:spLocks noGrp="1"/>
          </p:cNvSpPr>
          <p:nvPr>
            <p:ph type="body" sz="quarter" idx="16" hasCustomPrompt="1"/>
          </p:nvPr>
        </p:nvSpPr>
        <p:spPr>
          <a:xfrm>
            <a:off x="4801030" y="4613372"/>
            <a:ext cx="2051032" cy="682625"/>
          </a:xfrm>
        </p:spPr>
        <p:txBody>
          <a:bodyPr>
            <a:normAutofit/>
          </a:bodyPr>
          <a:lstStyle>
            <a:lvl1pPr marL="0" indent="0">
              <a:buNone/>
              <a:defRPr sz="1800" b="1">
                <a:solidFill>
                  <a:schemeClr val="bg1"/>
                </a:solidFill>
                <a:latin typeface="Barlow" panose="00000500000000000000" pitchFamily="2" charset="0"/>
              </a:defRPr>
            </a:lvl1pPr>
          </a:lstStyle>
          <a:p>
            <a:pPr lvl="0"/>
            <a:r>
              <a:rPr lang="en-US" dirty="0"/>
              <a:t>Click to add text</a:t>
            </a:r>
            <a:endParaRPr lang="en-IN" dirty="0"/>
          </a:p>
        </p:txBody>
      </p:sp>
      <p:sp>
        <p:nvSpPr>
          <p:cNvPr id="49" name="Text Placeholder 37">
            <a:extLst>
              <a:ext uri="{FF2B5EF4-FFF2-40B4-BE49-F238E27FC236}">
                <a16:creationId xmlns:a16="http://schemas.microsoft.com/office/drawing/2014/main" id="{E381F9F2-CB0F-FD6E-7419-6E930F54D993}"/>
              </a:ext>
            </a:extLst>
          </p:cNvPr>
          <p:cNvSpPr>
            <a:spLocks noGrp="1"/>
          </p:cNvSpPr>
          <p:nvPr>
            <p:ph type="body" sz="quarter" idx="17" hasCustomPrompt="1"/>
          </p:nvPr>
        </p:nvSpPr>
        <p:spPr>
          <a:xfrm>
            <a:off x="4801030" y="3776128"/>
            <a:ext cx="2051032" cy="682625"/>
          </a:xfrm>
        </p:spPr>
        <p:txBody>
          <a:bodyPr>
            <a:normAutofit/>
          </a:bodyPr>
          <a:lstStyle>
            <a:lvl1pPr marL="0" indent="0">
              <a:buNone/>
              <a:defRPr sz="3600" b="1">
                <a:solidFill>
                  <a:schemeClr val="bg1"/>
                </a:solidFill>
                <a:latin typeface="Barlow" panose="00000500000000000000" pitchFamily="2" charset="0"/>
              </a:defRPr>
            </a:lvl1pPr>
          </a:lstStyle>
          <a:p>
            <a:pPr lvl="0"/>
            <a:r>
              <a:rPr lang="en-US" dirty="0"/>
              <a:t>02</a:t>
            </a:r>
            <a:endParaRPr lang="en-IN" dirty="0"/>
          </a:p>
        </p:txBody>
      </p:sp>
      <p:sp>
        <p:nvSpPr>
          <p:cNvPr id="50" name="Text Placeholder 37">
            <a:extLst>
              <a:ext uri="{FF2B5EF4-FFF2-40B4-BE49-F238E27FC236}">
                <a16:creationId xmlns:a16="http://schemas.microsoft.com/office/drawing/2014/main" id="{525B970E-AF3A-4EDB-A48B-631F3063BB1D}"/>
              </a:ext>
            </a:extLst>
          </p:cNvPr>
          <p:cNvSpPr>
            <a:spLocks noGrp="1"/>
          </p:cNvSpPr>
          <p:nvPr>
            <p:ph type="body" sz="quarter" idx="18" hasCustomPrompt="1"/>
          </p:nvPr>
        </p:nvSpPr>
        <p:spPr>
          <a:xfrm>
            <a:off x="4801030" y="5434269"/>
            <a:ext cx="2051032" cy="469070"/>
          </a:xfrm>
        </p:spPr>
        <p:txBody>
          <a:bodyPr>
            <a:normAutofit/>
          </a:bodyPr>
          <a:lstStyle>
            <a:lvl1pPr marL="0" indent="0">
              <a:buNone/>
              <a:defRPr sz="1400" b="0">
                <a:solidFill>
                  <a:schemeClr val="bg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52" name="Content Placeholder 51">
            <a:extLst>
              <a:ext uri="{FF2B5EF4-FFF2-40B4-BE49-F238E27FC236}">
                <a16:creationId xmlns:a16="http://schemas.microsoft.com/office/drawing/2014/main" id="{9A32F8C6-F543-86A4-411B-F7A82CBAD1DF}"/>
              </a:ext>
            </a:extLst>
          </p:cNvPr>
          <p:cNvSpPr>
            <a:spLocks noGrp="1"/>
          </p:cNvSpPr>
          <p:nvPr>
            <p:ph sz="quarter" idx="19" hasCustomPrompt="1"/>
          </p:nvPr>
        </p:nvSpPr>
        <p:spPr>
          <a:xfrm>
            <a:off x="6391275" y="2501900"/>
            <a:ext cx="460375" cy="579438"/>
          </a:xfrm>
        </p:spPr>
        <p:txBody>
          <a:bodyPr>
            <a:noAutofit/>
          </a:bodyPr>
          <a:lstStyle>
            <a:lvl1pPr marL="0" indent="0" algn="ctr">
              <a:buNone/>
              <a:defRPr sz="800">
                <a:solidFill>
                  <a:schemeClr val="bg1"/>
                </a:solidFill>
              </a:defRPr>
            </a:lvl1pPr>
          </a:lstStyle>
          <a:p>
            <a:pPr lvl="0"/>
            <a:r>
              <a:rPr lang="en-US" dirty="0"/>
              <a:t>Insert Icon here</a:t>
            </a:r>
            <a:endParaRPr lang="en-IN" dirty="0"/>
          </a:p>
        </p:txBody>
      </p:sp>
      <p:sp>
        <p:nvSpPr>
          <p:cNvPr id="57" name="Picture Placeholder 33">
            <a:extLst>
              <a:ext uri="{FF2B5EF4-FFF2-40B4-BE49-F238E27FC236}">
                <a16:creationId xmlns:a16="http://schemas.microsoft.com/office/drawing/2014/main" id="{93E8929C-F85C-4BC7-DD77-D40DCD3B5CFF}"/>
              </a:ext>
            </a:extLst>
          </p:cNvPr>
          <p:cNvSpPr>
            <a:spLocks noGrp="1"/>
          </p:cNvSpPr>
          <p:nvPr>
            <p:ph type="pic" sz="quarter" idx="20"/>
          </p:nvPr>
        </p:nvSpPr>
        <p:spPr>
          <a:xfrm>
            <a:off x="7162373" y="3203575"/>
            <a:ext cx="2462213" cy="2851150"/>
          </a:xfrm>
          <a:solidFill>
            <a:schemeClr val="bg1">
              <a:lumMod val="95000"/>
            </a:schemeClr>
          </a:solidFill>
        </p:spPr>
        <p:txBody>
          <a:bodyPr vert="horz" lIns="91440" tIns="45720" rIns="91440" bIns="45720" rtlCol="0">
            <a:normAutofit/>
          </a:bodyPr>
          <a:lstStyle>
            <a:lvl1pPr>
              <a:defRPr lang="en-IN" dirty="0"/>
            </a:lvl1pPr>
          </a:lstStyle>
          <a:p>
            <a:pPr lvl="0"/>
            <a:endParaRPr lang="en-IN" dirty="0"/>
          </a:p>
        </p:txBody>
      </p:sp>
      <p:sp>
        <p:nvSpPr>
          <p:cNvPr id="58" name="Text Placeholder 37">
            <a:extLst>
              <a:ext uri="{FF2B5EF4-FFF2-40B4-BE49-F238E27FC236}">
                <a16:creationId xmlns:a16="http://schemas.microsoft.com/office/drawing/2014/main" id="{A9E36D95-5EC6-B080-1302-2F2D4E3D0B0E}"/>
              </a:ext>
            </a:extLst>
          </p:cNvPr>
          <p:cNvSpPr>
            <a:spLocks noGrp="1"/>
          </p:cNvSpPr>
          <p:nvPr>
            <p:ph type="body" sz="quarter" idx="21" hasCustomPrompt="1"/>
          </p:nvPr>
        </p:nvSpPr>
        <p:spPr>
          <a:xfrm>
            <a:off x="7368124" y="4612735"/>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dirty="0"/>
              <a:t>Click to add text</a:t>
            </a:r>
            <a:endParaRPr lang="en-IN" dirty="0"/>
          </a:p>
        </p:txBody>
      </p:sp>
      <p:sp>
        <p:nvSpPr>
          <p:cNvPr id="59" name="Text Placeholder 37">
            <a:extLst>
              <a:ext uri="{FF2B5EF4-FFF2-40B4-BE49-F238E27FC236}">
                <a16:creationId xmlns:a16="http://schemas.microsoft.com/office/drawing/2014/main" id="{E145F5B3-FB2E-ABC1-6FBE-3F6038A18A9D}"/>
              </a:ext>
            </a:extLst>
          </p:cNvPr>
          <p:cNvSpPr>
            <a:spLocks noGrp="1"/>
          </p:cNvSpPr>
          <p:nvPr>
            <p:ph type="body" sz="quarter" idx="22" hasCustomPrompt="1"/>
          </p:nvPr>
        </p:nvSpPr>
        <p:spPr>
          <a:xfrm>
            <a:off x="7368124" y="3775491"/>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dirty="0"/>
              <a:t>03</a:t>
            </a:r>
            <a:endParaRPr lang="en-IN" dirty="0"/>
          </a:p>
        </p:txBody>
      </p:sp>
      <p:sp>
        <p:nvSpPr>
          <p:cNvPr id="60" name="Text Placeholder 37">
            <a:extLst>
              <a:ext uri="{FF2B5EF4-FFF2-40B4-BE49-F238E27FC236}">
                <a16:creationId xmlns:a16="http://schemas.microsoft.com/office/drawing/2014/main" id="{027554F2-F7AB-485D-0B21-5BA8D6A414FD}"/>
              </a:ext>
            </a:extLst>
          </p:cNvPr>
          <p:cNvSpPr>
            <a:spLocks noGrp="1"/>
          </p:cNvSpPr>
          <p:nvPr>
            <p:ph type="body" sz="quarter" idx="23" hasCustomPrompt="1"/>
          </p:nvPr>
        </p:nvSpPr>
        <p:spPr>
          <a:xfrm>
            <a:off x="7368124" y="5433632"/>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62" name="Picture Placeholder 33">
            <a:extLst>
              <a:ext uri="{FF2B5EF4-FFF2-40B4-BE49-F238E27FC236}">
                <a16:creationId xmlns:a16="http://schemas.microsoft.com/office/drawing/2014/main" id="{1D1F2AE2-3567-99CC-824D-6ECB840E5412}"/>
              </a:ext>
            </a:extLst>
          </p:cNvPr>
          <p:cNvSpPr>
            <a:spLocks noGrp="1"/>
          </p:cNvSpPr>
          <p:nvPr>
            <p:ph type="pic" sz="quarter" idx="24"/>
          </p:nvPr>
        </p:nvSpPr>
        <p:spPr>
          <a:xfrm>
            <a:off x="9729787" y="3203575"/>
            <a:ext cx="2462213" cy="2851150"/>
          </a:xfrm>
          <a:solidFill>
            <a:schemeClr val="bg1">
              <a:lumMod val="95000"/>
            </a:schemeClr>
          </a:solidFill>
        </p:spPr>
        <p:txBody>
          <a:bodyPr vert="horz" lIns="91440" tIns="45720" rIns="91440" bIns="45720" rtlCol="0">
            <a:normAutofit/>
          </a:bodyPr>
          <a:lstStyle>
            <a:lvl1pPr>
              <a:defRPr lang="en-IN" dirty="0"/>
            </a:lvl1pPr>
          </a:lstStyle>
          <a:p>
            <a:pPr lvl="0"/>
            <a:endParaRPr lang="en-IN" dirty="0"/>
          </a:p>
        </p:txBody>
      </p:sp>
      <p:sp>
        <p:nvSpPr>
          <p:cNvPr id="63" name="Text Placeholder 37">
            <a:extLst>
              <a:ext uri="{FF2B5EF4-FFF2-40B4-BE49-F238E27FC236}">
                <a16:creationId xmlns:a16="http://schemas.microsoft.com/office/drawing/2014/main" id="{7F4005D5-65DA-FEE5-6036-5FA19C1D2344}"/>
              </a:ext>
            </a:extLst>
          </p:cNvPr>
          <p:cNvSpPr>
            <a:spLocks noGrp="1"/>
          </p:cNvSpPr>
          <p:nvPr>
            <p:ph type="body" sz="quarter" idx="25" hasCustomPrompt="1"/>
          </p:nvPr>
        </p:nvSpPr>
        <p:spPr>
          <a:xfrm>
            <a:off x="9935538" y="4612735"/>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dirty="0"/>
              <a:t>Click to add text</a:t>
            </a:r>
            <a:endParaRPr lang="en-IN" dirty="0"/>
          </a:p>
        </p:txBody>
      </p:sp>
      <p:sp>
        <p:nvSpPr>
          <p:cNvPr id="64" name="Text Placeholder 37">
            <a:extLst>
              <a:ext uri="{FF2B5EF4-FFF2-40B4-BE49-F238E27FC236}">
                <a16:creationId xmlns:a16="http://schemas.microsoft.com/office/drawing/2014/main" id="{B3E3E185-0A2C-4367-520F-2EAD931BCA39}"/>
              </a:ext>
            </a:extLst>
          </p:cNvPr>
          <p:cNvSpPr>
            <a:spLocks noGrp="1"/>
          </p:cNvSpPr>
          <p:nvPr>
            <p:ph type="body" sz="quarter" idx="26" hasCustomPrompt="1"/>
          </p:nvPr>
        </p:nvSpPr>
        <p:spPr>
          <a:xfrm>
            <a:off x="9935538" y="3775491"/>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dirty="0"/>
              <a:t>04</a:t>
            </a:r>
            <a:endParaRPr lang="en-IN" dirty="0"/>
          </a:p>
        </p:txBody>
      </p:sp>
      <p:sp>
        <p:nvSpPr>
          <p:cNvPr id="65" name="Text Placeholder 37">
            <a:extLst>
              <a:ext uri="{FF2B5EF4-FFF2-40B4-BE49-F238E27FC236}">
                <a16:creationId xmlns:a16="http://schemas.microsoft.com/office/drawing/2014/main" id="{4A8ADF34-7962-3E2D-0885-D8DA7EB104F3}"/>
              </a:ext>
            </a:extLst>
          </p:cNvPr>
          <p:cNvSpPr>
            <a:spLocks noGrp="1"/>
          </p:cNvSpPr>
          <p:nvPr>
            <p:ph type="body" sz="quarter" idx="27" hasCustomPrompt="1"/>
          </p:nvPr>
        </p:nvSpPr>
        <p:spPr>
          <a:xfrm>
            <a:off x="9935538" y="5433632"/>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Tree>
    <p:extLst>
      <p:ext uri="{BB962C8B-B14F-4D97-AF65-F5344CB8AC3E}">
        <p14:creationId xmlns:p14="http://schemas.microsoft.com/office/powerpoint/2010/main" val="380721642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3_Agenda/Topics">
    <p:spTree>
      <p:nvGrpSpPr>
        <p:cNvPr id="1" name=""/>
        <p:cNvGrpSpPr/>
        <p:nvPr/>
      </p:nvGrpSpPr>
      <p:grpSpPr>
        <a:xfrm>
          <a:off x="0" y="0"/>
          <a:ext cx="0" cy="0"/>
          <a:chOff x="0" y="0"/>
          <a:chExt cx="0" cy="0"/>
        </a:xfrm>
      </p:grpSpPr>
      <p:sp>
        <p:nvSpPr>
          <p:cNvPr id="9" name="Picture Placeholder 33">
            <a:extLst>
              <a:ext uri="{FF2B5EF4-FFF2-40B4-BE49-F238E27FC236}">
                <a16:creationId xmlns:a16="http://schemas.microsoft.com/office/drawing/2014/main" id="{9E220401-C279-5A75-E79E-B3C2F3E61281}"/>
              </a:ext>
            </a:extLst>
          </p:cNvPr>
          <p:cNvSpPr>
            <a:spLocks noGrp="1"/>
          </p:cNvSpPr>
          <p:nvPr>
            <p:ph type="pic" sz="quarter" idx="11"/>
          </p:nvPr>
        </p:nvSpPr>
        <p:spPr>
          <a:xfrm>
            <a:off x="2028825" y="3203575"/>
            <a:ext cx="2462213" cy="2851150"/>
          </a:xfrm>
          <a:solidFill>
            <a:schemeClr val="bg1">
              <a:lumMod val="95000"/>
            </a:schemeClr>
          </a:solidFill>
        </p:spPr>
        <p:txBody>
          <a:bodyPr/>
          <a:lstStyle>
            <a:lvl1pPr>
              <a:defRPr>
                <a:solidFill>
                  <a:schemeClr val="tx1"/>
                </a:solidFill>
              </a:defRPr>
            </a:lvl1pPr>
          </a:lstStyle>
          <a:p>
            <a:endParaRPr lang="en-IN" dirty="0"/>
          </a:p>
        </p:txBody>
      </p:sp>
      <p:sp>
        <p:nvSpPr>
          <p:cNvPr id="10" name="Rectangle 9">
            <a:extLst>
              <a:ext uri="{FF2B5EF4-FFF2-40B4-BE49-F238E27FC236}">
                <a16:creationId xmlns:a16="http://schemas.microsoft.com/office/drawing/2014/main" id="{1E8B928E-4924-E3AA-E6DD-4902C66312FC}"/>
              </a:ext>
            </a:extLst>
          </p:cNvPr>
          <p:cNvSpPr/>
          <p:nvPr userDrawn="1"/>
        </p:nvSpPr>
        <p:spPr>
          <a:xfrm>
            <a:off x="7452577" y="2949672"/>
            <a:ext cx="647613" cy="769441"/>
          </a:xfrm>
          <a:prstGeom prst="rect">
            <a:avLst/>
          </a:prstGeom>
        </p:spPr>
        <p:txBody>
          <a:bodyPr wrap="none" lIns="0" rIns="0">
            <a:spAutoFit/>
          </a:bodyPr>
          <a:lstStyle/>
          <a:p>
            <a:pPr algn="ctr">
              <a:spcBef>
                <a:spcPts val="2400"/>
              </a:spcBef>
            </a:pPr>
            <a:r>
              <a:rPr lang="en-US" sz="4400" b="1" dirty="0">
                <a:solidFill>
                  <a:srgbClr val="FFFFFF"/>
                </a:solidFill>
                <a:latin typeface="Segoe UI" panose="020B0502040204020203" pitchFamily="34" charset="0"/>
                <a:ea typeface="Open Sans" charset="0"/>
                <a:cs typeface="Segoe UI" panose="020B0502040204020203" pitchFamily="34" charset="0"/>
              </a:rPr>
              <a:t>02</a:t>
            </a:r>
          </a:p>
        </p:txBody>
      </p:sp>
      <p:pic>
        <p:nvPicPr>
          <p:cNvPr id="11" name="Graphic 10">
            <a:extLst>
              <a:ext uri="{FF2B5EF4-FFF2-40B4-BE49-F238E27FC236}">
                <a16:creationId xmlns:a16="http://schemas.microsoft.com/office/drawing/2014/main" id="{741C4B56-D91C-EAE6-E14A-F7EF02A4C3C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957473" y="2638523"/>
            <a:ext cx="391390" cy="358774"/>
          </a:xfrm>
          <a:prstGeom prst="rect">
            <a:avLst/>
          </a:prstGeom>
        </p:spPr>
      </p:pic>
      <p:sp>
        <p:nvSpPr>
          <p:cNvPr id="12" name="Title 1">
            <a:extLst>
              <a:ext uri="{FF2B5EF4-FFF2-40B4-BE49-F238E27FC236}">
                <a16:creationId xmlns:a16="http://schemas.microsoft.com/office/drawing/2014/main" id="{4E83683A-8FAE-ECFE-858C-40B7194D37DB}"/>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dirty="0"/>
              <a:t>Click to edit Master title style</a:t>
            </a:r>
            <a:endParaRPr lang="en-US" dirty="0"/>
          </a:p>
        </p:txBody>
      </p:sp>
      <p:sp>
        <p:nvSpPr>
          <p:cNvPr id="13" name="Rectangle 12">
            <a:extLst>
              <a:ext uri="{FF2B5EF4-FFF2-40B4-BE49-F238E27FC236}">
                <a16:creationId xmlns:a16="http://schemas.microsoft.com/office/drawing/2014/main" id="{73824315-B5DE-36AE-2DCE-E7BE9BA7B476}"/>
              </a:ext>
            </a:extLst>
          </p:cNvPr>
          <p:cNvSpPr/>
          <p:nvPr userDrawn="1"/>
        </p:nvSpPr>
        <p:spPr>
          <a:xfrm>
            <a:off x="359998" y="1488586"/>
            <a:ext cx="5400000" cy="72000"/>
          </a:xfrm>
          <a:prstGeom prst="rect">
            <a:avLst/>
          </a:prstGeom>
          <a:gradFill flip="none" rotWithShape="1">
            <a:gsLst>
              <a:gs pos="100000">
                <a:schemeClr val="bg1"/>
              </a:gs>
              <a:gs pos="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4" name="Subtitle 2">
            <a:extLst>
              <a:ext uri="{FF2B5EF4-FFF2-40B4-BE49-F238E27FC236}">
                <a16:creationId xmlns:a16="http://schemas.microsoft.com/office/drawing/2014/main" id="{C653E87C-C30B-A55C-CAE4-4ED8F963495A}"/>
              </a:ext>
            </a:extLst>
          </p:cNvPr>
          <p:cNvSpPr>
            <a:spLocks noGrp="1"/>
          </p:cNvSpPr>
          <p:nvPr>
            <p:ph type="subTitle" idx="1"/>
          </p:nvPr>
        </p:nvSpPr>
        <p:spPr>
          <a:xfrm>
            <a:off x="285135" y="854284"/>
            <a:ext cx="11558865" cy="461665"/>
          </a:xfrm>
        </p:spPr>
        <p:txBody>
          <a:bodyPr wrap="square">
            <a:spAutoFit/>
          </a:bodyPr>
          <a:lstStyle>
            <a:lvl1pPr marL="0" indent="0" algn="l">
              <a:lnSpc>
                <a:spcPct val="100000"/>
              </a:lnSpc>
              <a:spcBef>
                <a:spcPts val="0"/>
              </a:spcBef>
              <a:buNone/>
              <a:defRPr lang="en-US" sz="2400" b="1" kern="1200" dirty="0">
                <a:solidFill>
                  <a:schemeClr val="accent1"/>
                </a:solidFill>
                <a:latin typeface="Barlow Medium" panose="00000600000000000000"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15" name="Text Placeholder 37">
            <a:extLst>
              <a:ext uri="{FF2B5EF4-FFF2-40B4-BE49-F238E27FC236}">
                <a16:creationId xmlns:a16="http://schemas.microsoft.com/office/drawing/2014/main" id="{A616F389-7FB4-9BCF-8361-CC6F70CC23CD}"/>
              </a:ext>
            </a:extLst>
          </p:cNvPr>
          <p:cNvSpPr>
            <a:spLocks noGrp="1"/>
          </p:cNvSpPr>
          <p:nvPr>
            <p:ph type="body" sz="quarter" idx="12" hasCustomPrompt="1"/>
          </p:nvPr>
        </p:nvSpPr>
        <p:spPr>
          <a:xfrm>
            <a:off x="2234256" y="4628513"/>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dirty="0"/>
              <a:t>Click to add text</a:t>
            </a:r>
            <a:endParaRPr lang="en-IN" dirty="0"/>
          </a:p>
        </p:txBody>
      </p:sp>
      <p:sp>
        <p:nvSpPr>
          <p:cNvPr id="16" name="Text Placeholder 37">
            <a:extLst>
              <a:ext uri="{FF2B5EF4-FFF2-40B4-BE49-F238E27FC236}">
                <a16:creationId xmlns:a16="http://schemas.microsoft.com/office/drawing/2014/main" id="{AFD49B92-BC62-5115-308D-6E75E1F720F9}"/>
              </a:ext>
            </a:extLst>
          </p:cNvPr>
          <p:cNvSpPr>
            <a:spLocks noGrp="1"/>
          </p:cNvSpPr>
          <p:nvPr>
            <p:ph type="body" sz="quarter" idx="13" hasCustomPrompt="1"/>
          </p:nvPr>
        </p:nvSpPr>
        <p:spPr>
          <a:xfrm>
            <a:off x="2234256" y="3791269"/>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dirty="0"/>
              <a:t>01</a:t>
            </a:r>
            <a:endParaRPr lang="en-IN" dirty="0"/>
          </a:p>
        </p:txBody>
      </p:sp>
      <p:sp>
        <p:nvSpPr>
          <p:cNvPr id="17" name="Text Placeholder 37">
            <a:extLst>
              <a:ext uri="{FF2B5EF4-FFF2-40B4-BE49-F238E27FC236}">
                <a16:creationId xmlns:a16="http://schemas.microsoft.com/office/drawing/2014/main" id="{96984DB0-633B-BF3C-B959-37D6EAB545A8}"/>
              </a:ext>
            </a:extLst>
          </p:cNvPr>
          <p:cNvSpPr>
            <a:spLocks noGrp="1"/>
          </p:cNvSpPr>
          <p:nvPr>
            <p:ph type="body" sz="quarter" idx="14" hasCustomPrompt="1"/>
          </p:nvPr>
        </p:nvSpPr>
        <p:spPr>
          <a:xfrm>
            <a:off x="2234256" y="5449410"/>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18" name="Picture Placeholder 33">
            <a:extLst>
              <a:ext uri="{FF2B5EF4-FFF2-40B4-BE49-F238E27FC236}">
                <a16:creationId xmlns:a16="http://schemas.microsoft.com/office/drawing/2014/main" id="{D228BC18-0A5B-2E96-B64C-0B9E8100D38F}"/>
              </a:ext>
            </a:extLst>
          </p:cNvPr>
          <p:cNvSpPr>
            <a:spLocks noGrp="1"/>
          </p:cNvSpPr>
          <p:nvPr>
            <p:ph type="pic" sz="quarter" idx="15"/>
          </p:nvPr>
        </p:nvSpPr>
        <p:spPr>
          <a:xfrm>
            <a:off x="7162373" y="2372361"/>
            <a:ext cx="2462213" cy="3682364"/>
          </a:xfrm>
          <a:solidFill>
            <a:schemeClr val="tx2"/>
          </a:solidFill>
        </p:spPr>
        <p:txBody>
          <a:bodyPr/>
          <a:lstStyle>
            <a:lvl1pPr>
              <a:defRPr>
                <a:solidFill>
                  <a:schemeClr val="bg1"/>
                </a:solidFill>
              </a:defRPr>
            </a:lvl1pPr>
          </a:lstStyle>
          <a:p>
            <a:endParaRPr lang="en-IN" dirty="0"/>
          </a:p>
        </p:txBody>
      </p:sp>
      <p:sp>
        <p:nvSpPr>
          <p:cNvPr id="19" name="Text Placeholder 37">
            <a:extLst>
              <a:ext uri="{FF2B5EF4-FFF2-40B4-BE49-F238E27FC236}">
                <a16:creationId xmlns:a16="http://schemas.microsoft.com/office/drawing/2014/main" id="{AFEBBBC7-C356-A790-292A-24FF23304DBF}"/>
              </a:ext>
            </a:extLst>
          </p:cNvPr>
          <p:cNvSpPr>
            <a:spLocks noGrp="1"/>
          </p:cNvSpPr>
          <p:nvPr>
            <p:ph type="body" sz="quarter" idx="16" hasCustomPrompt="1"/>
          </p:nvPr>
        </p:nvSpPr>
        <p:spPr>
          <a:xfrm>
            <a:off x="7367804" y="4613372"/>
            <a:ext cx="2051032" cy="682625"/>
          </a:xfrm>
        </p:spPr>
        <p:txBody>
          <a:bodyPr>
            <a:normAutofit/>
          </a:bodyPr>
          <a:lstStyle>
            <a:lvl1pPr marL="0" indent="0">
              <a:buNone/>
              <a:defRPr sz="1800" b="1">
                <a:solidFill>
                  <a:schemeClr val="bg1"/>
                </a:solidFill>
                <a:latin typeface="Barlow" panose="00000500000000000000" pitchFamily="2" charset="0"/>
              </a:defRPr>
            </a:lvl1pPr>
          </a:lstStyle>
          <a:p>
            <a:pPr lvl="0"/>
            <a:r>
              <a:rPr lang="en-US" dirty="0"/>
              <a:t>Click to add text</a:t>
            </a:r>
            <a:endParaRPr lang="en-IN" dirty="0"/>
          </a:p>
        </p:txBody>
      </p:sp>
      <p:sp>
        <p:nvSpPr>
          <p:cNvPr id="20" name="Text Placeholder 37">
            <a:extLst>
              <a:ext uri="{FF2B5EF4-FFF2-40B4-BE49-F238E27FC236}">
                <a16:creationId xmlns:a16="http://schemas.microsoft.com/office/drawing/2014/main" id="{652678D2-DE38-5B75-ECCE-29A45AF00A7D}"/>
              </a:ext>
            </a:extLst>
          </p:cNvPr>
          <p:cNvSpPr>
            <a:spLocks noGrp="1"/>
          </p:cNvSpPr>
          <p:nvPr>
            <p:ph type="body" sz="quarter" idx="17" hasCustomPrompt="1"/>
          </p:nvPr>
        </p:nvSpPr>
        <p:spPr>
          <a:xfrm>
            <a:off x="7367804" y="3776128"/>
            <a:ext cx="2051032" cy="682625"/>
          </a:xfrm>
        </p:spPr>
        <p:txBody>
          <a:bodyPr>
            <a:normAutofit/>
          </a:bodyPr>
          <a:lstStyle>
            <a:lvl1pPr marL="0" indent="0">
              <a:buNone/>
              <a:defRPr sz="3600" b="1">
                <a:solidFill>
                  <a:schemeClr val="bg1"/>
                </a:solidFill>
                <a:latin typeface="Barlow" panose="00000500000000000000" pitchFamily="2" charset="0"/>
              </a:defRPr>
            </a:lvl1pPr>
          </a:lstStyle>
          <a:p>
            <a:pPr lvl="0"/>
            <a:r>
              <a:rPr lang="en-US" dirty="0"/>
              <a:t>03</a:t>
            </a:r>
            <a:endParaRPr lang="en-IN" dirty="0"/>
          </a:p>
        </p:txBody>
      </p:sp>
      <p:sp>
        <p:nvSpPr>
          <p:cNvPr id="21" name="Text Placeholder 37">
            <a:extLst>
              <a:ext uri="{FF2B5EF4-FFF2-40B4-BE49-F238E27FC236}">
                <a16:creationId xmlns:a16="http://schemas.microsoft.com/office/drawing/2014/main" id="{232F0683-D529-40D7-2787-AB0BD35DAD0E}"/>
              </a:ext>
            </a:extLst>
          </p:cNvPr>
          <p:cNvSpPr>
            <a:spLocks noGrp="1"/>
          </p:cNvSpPr>
          <p:nvPr>
            <p:ph type="body" sz="quarter" idx="18" hasCustomPrompt="1"/>
          </p:nvPr>
        </p:nvSpPr>
        <p:spPr>
          <a:xfrm>
            <a:off x="7367804" y="5434269"/>
            <a:ext cx="2051032" cy="469070"/>
          </a:xfrm>
        </p:spPr>
        <p:txBody>
          <a:bodyPr>
            <a:normAutofit/>
          </a:bodyPr>
          <a:lstStyle>
            <a:lvl1pPr marL="0" indent="0">
              <a:buNone/>
              <a:defRPr sz="1400" b="0">
                <a:solidFill>
                  <a:schemeClr val="bg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22" name="Content Placeholder 51">
            <a:extLst>
              <a:ext uri="{FF2B5EF4-FFF2-40B4-BE49-F238E27FC236}">
                <a16:creationId xmlns:a16="http://schemas.microsoft.com/office/drawing/2014/main" id="{67A0953E-13D1-8A22-1241-8F0375527332}"/>
              </a:ext>
            </a:extLst>
          </p:cNvPr>
          <p:cNvSpPr>
            <a:spLocks noGrp="1"/>
          </p:cNvSpPr>
          <p:nvPr>
            <p:ph sz="quarter" idx="19" hasCustomPrompt="1"/>
          </p:nvPr>
        </p:nvSpPr>
        <p:spPr>
          <a:xfrm>
            <a:off x="8958049" y="2501900"/>
            <a:ext cx="460375" cy="579438"/>
          </a:xfrm>
        </p:spPr>
        <p:txBody>
          <a:bodyPr>
            <a:noAutofit/>
          </a:bodyPr>
          <a:lstStyle>
            <a:lvl1pPr marL="0" indent="0" algn="ctr">
              <a:buNone/>
              <a:defRPr sz="800">
                <a:solidFill>
                  <a:schemeClr val="bg1"/>
                </a:solidFill>
              </a:defRPr>
            </a:lvl1pPr>
          </a:lstStyle>
          <a:p>
            <a:pPr lvl="0"/>
            <a:r>
              <a:rPr lang="en-US" dirty="0"/>
              <a:t>Insert Icon here</a:t>
            </a:r>
            <a:endParaRPr lang="en-IN" dirty="0"/>
          </a:p>
        </p:txBody>
      </p:sp>
      <p:sp>
        <p:nvSpPr>
          <p:cNvPr id="23" name="Picture Placeholder 33">
            <a:extLst>
              <a:ext uri="{FF2B5EF4-FFF2-40B4-BE49-F238E27FC236}">
                <a16:creationId xmlns:a16="http://schemas.microsoft.com/office/drawing/2014/main" id="{01D40387-DD15-16AB-923A-1B2DFA9B3046}"/>
              </a:ext>
            </a:extLst>
          </p:cNvPr>
          <p:cNvSpPr>
            <a:spLocks noGrp="1"/>
          </p:cNvSpPr>
          <p:nvPr>
            <p:ph type="pic" sz="quarter" idx="20"/>
          </p:nvPr>
        </p:nvSpPr>
        <p:spPr>
          <a:xfrm>
            <a:off x="4597124" y="3203575"/>
            <a:ext cx="2462213" cy="2851150"/>
          </a:xfrm>
          <a:solidFill>
            <a:schemeClr val="bg1">
              <a:lumMod val="95000"/>
            </a:schemeClr>
          </a:solidFill>
        </p:spPr>
        <p:txBody>
          <a:bodyPr vert="horz" lIns="91440" tIns="45720" rIns="91440" bIns="45720" rtlCol="0">
            <a:normAutofit/>
          </a:bodyPr>
          <a:lstStyle>
            <a:lvl1pPr>
              <a:defRPr lang="en-IN" dirty="0"/>
            </a:lvl1pPr>
          </a:lstStyle>
          <a:p>
            <a:pPr lvl="0"/>
            <a:endParaRPr lang="en-IN" dirty="0"/>
          </a:p>
        </p:txBody>
      </p:sp>
      <p:sp>
        <p:nvSpPr>
          <p:cNvPr id="24" name="Text Placeholder 37">
            <a:extLst>
              <a:ext uri="{FF2B5EF4-FFF2-40B4-BE49-F238E27FC236}">
                <a16:creationId xmlns:a16="http://schemas.microsoft.com/office/drawing/2014/main" id="{234B3329-0B9A-1C64-8837-BF867B5E44A4}"/>
              </a:ext>
            </a:extLst>
          </p:cNvPr>
          <p:cNvSpPr>
            <a:spLocks noGrp="1"/>
          </p:cNvSpPr>
          <p:nvPr>
            <p:ph type="body" sz="quarter" idx="21" hasCustomPrompt="1"/>
          </p:nvPr>
        </p:nvSpPr>
        <p:spPr>
          <a:xfrm>
            <a:off x="4802875" y="4612735"/>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dirty="0"/>
              <a:t>Click to add text</a:t>
            </a:r>
            <a:endParaRPr lang="en-IN" dirty="0"/>
          </a:p>
        </p:txBody>
      </p:sp>
      <p:sp>
        <p:nvSpPr>
          <p:cNvPr id="25" name="Text Placeholder 37">
            <a:extLst>
              <a:ext uri="{FF2B5EF4-FFF2-40B4-BE49-F238E27FC236}">
                <a16:creationId xmlns:a16="http://schemas.microsoft.com/office/drawing/2014/main" id="{FBBB7DE2-7E10-89F2-78ED-C2DB6D709DC8}"/>
              </a:ext>
            </a:extLst>
          </p:cNvPr>
          <p:cNvSpPr>
            <a:spLocks noGrp="1"/>
          </p:cNvSpPr>
          <p:nvPr>
            <p:ph type="body" sz="quarter" idx="22" hasCustomPrompt="1"/>
          </p:nvPr>
        </p:nvSpPr>
        <p:spPr>
          <a:xfrm>
            <a:off x="4802875" y="3775491"/>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dirty="0"/>
              <a:t>02</a:t>
            </a:r>
            <a:endParaRPr lang="en-IN" dirty="0"/>
          </a:p>
        </p:txBody>
      </p:sp>
      <p:sp>
        <p:nvSpPr>
          <p:cNvPr id="26" name="Text Placeholder 37">
            <a:extLst>
              <a:ext uri="{FF2B5EF4-FFF2-40B4-BE49-F238E27FC236}">
                <a16:creationId xmlns:a16="http://schemas.microsoft.com/office/drawing/2014/main" id="{6B41F9FC-7377-A91B-EFEE-6DD1B0368755}"/>
              </a:ext>
            </a:extLst>
          </p:cNvPr>
          <p:cNvSpPr>
            <a:spLocks noGrp="1"/>
          </p:cNvSpPr>
          <p:nvPr>
            <p:ph type="body" sz="quarter" idx="23" hasCustomPrompt="1"/>
          </p:nvPr>
        </p:nvSpPr>
        <p:spPr>
          <a:xfrm>
            <a:off x="4802875" y="5433632"/>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27" name="Picture Placeholder 33">
            <a:extLst>
              <a:ext uri="{FF2B5EF4-FFF2-40B4-BE49-F238E27FC236}">
                <a16:creationId xmlns:a16="http://schemas.microsoft.com/office/drawing/2014/main" id="{EFA566A5-3E4E-D157-D0DE-67352B32FC58}"/>
              </a:ext>
            </a:extLst>
          </p:cNvPr>
          <p:cNvSpPr>
            <a:spLocks noGrp="1"/>
          </p:cNvSpPr>
          <p:nvPr>
            <p:ph type="pic" sz="quarter" idx="24"/>
          </p:nvPr>
        </p:nvSpPr>
        <p:spPr>
          <a:xfrm>
            <a:off x="9729787" y="3203575"/>
            <a:ext cx="2462213" cy="2851150"/>
          </a:xfrm>
          <a:solidFill>
            <a:schemeClr val="bg1">
              <a:lumMod val="95000"/>
            </a:schemeClr>
          </a:solidFill>
        </p:spPr>
        <p:txBody>
          <a:bodyPr vert="horz" lIns="91440" tIns="45720" rIns="91440" bIns="45720" rtlCol="0">
            <a:normAutofit/>
          </a:bodyPr>
          <a:lstStyle>
            <a:lvl1pPr>
              <a:defRPr lang="en-IN" dirty="0"/>
            </a:lvl1pPr>
          </a:lstStyle>
          <a:p>
            <a:pPr lvl="0"/>
            <a:endParaRPr lang="en-IN" dirty="0"/>
          </a:p>
        </p:txBody>
      </p:sp>
      <p:sp>
        <p:nvSpPr>
          <p:cNvPr id="28" name="Text Placeholder 37">
            <a:extLst>
              <a:ext uri="{FF2B5EF4-FFF2-40B4-BE49-F238E27FC236}">
                <a16:creationId xmlns:a16="http://schemas.microsoft.com/office/drawing/2014/main" id="{A0A8CFF2-957B-2AF0-E32F-D0E9C6415592}"/>
              </a:ext>
            </a:extLst>
          </p:cNvPr>
          <p:cNvSpPr>
            <a:spLocks noGrp="1"/>
          </p:cNvSpPr>
          <p:nvPr>
            <p:ph type="body" sz="quarter" idx="25" hasCustomPrompt="1"/>
          </p:nvPr>
        </p:nvSpPr>
        <p:spPr>
          <a:xfrm>
            <a:off x="9935538" y="4612735"/>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dirty="0"/>
              <a:t>Click to add text</a:t>
            </a:r>
            <a:endParaRPr lang="en-IN" dirty="0"/>
          </a:p>
        </p:txBody>
      </p:sp>
      <p:sp>
        <p:nvSpPr>
          <p:cNvPr id="29" name="Text Placeholder 37">
            <a:extLst>
              <a:ext uri="{FF2B5EF4-FFF2-40B4-BE49-F238E27FC236}">
                <a16:creationId xmlns:a16="http://schemas.microsoft.com/office/drawing/2014/main" id="{15C50F6E-7085-66AC-D639-7F51591B9E92}"/>
              </a:ext>
            </a:extLst>
          </p:cNvPr>
          <p:cNvSpPr>
            <a:spLocks noGrp="1"/>
          </p:cNvSpPr>
          <p:nvPr>
            <p:ph type="body" sz="quarter" idx="26" hasCustomPrompt="1"/>
          </p:nvPr>
        </p:nvSpPr>
        <p:spPr>
          <a:xfrm>
            <a:off x="9935538" y="3775491"/>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dirty="0"/>
              <a:t>04</a:t>
            </a:r>
            <a:endParaRPr lang="en-IN" dirty="0"/>
          </a:p>
        </p:txBody>
      </p:sp>
      <p:sp>
        <p:nvSpPr>
          <p:cNvPr id="30" name="Text Placeholder 37">
            <a:extLst>
              <a:ext uri="{FF2B5EF4-FFF2-40B4-BE49-F238E27FC236}">
                <a16:creationId xmlns:a16="http://schemas.microsoft.com/office/drawing/2014/main" id="{714361A5-C069-C8AB-1C70-CC4B528EECEF}"/>
              </a:ext>
            </a:extLst>
          </p:cNvPr>
          <p:cNvSpPr>
            <a:spLocks noGrp="1"/>
          </p:cNvSpPr>
          <p:nvPr>
            <p:ph type="body" sz="quarter" idx="27" hasCustomPrompt="1"/>
          </p:nvPr>
        </p:nvSpPr>
        <p:spPr>
          <a:xfrm>
            <a:off x="9935538" y="5433632"/>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Tree>
    <p:extLst>
      <p:ext uri="{BB962C8B-B14F-4D97-AF65-F5344CB8AC3E}">
        <p14:creationId xmlns:p14="http://schemas.microsoft.com/office/powerpoint/2010/main" val="94325833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4_Agenda/Topics">
    <p:spTree>
      <p:nvGrpSpPr>
        <p:cNvPr id="1" name=""/>
        <p:cNvGrpSpPr/>
        <p:nvPr/>
      </p:nvGrpSpPr>
      <p:grpSpPr>
        <a:xfrm>
          <a:off x="0" y="0"/>
          <a:ext cx="0" cy="0"/>
          <a:chOff x="0" y="0"/>
          <a:chExt cx="0" cy="0"/>
        </a:xfrm>
      </p:grpSpPr>
      <p:sp>
        <p:nvSpPr>
          <p:cNvPr id="9" name="Picture Placeholder 33">
            <a:extLst>
              <a:ext uri="{FF2B5EF4-FFF2-40B4-BE49-F238E27FC236}">
                <a16:creationId xmlns:a16="http://schemas.microsoft.com/office/drawing/2014/main" id="{9E220401-C279-5A75-E79E-B3C2F3E61281}"/>
              </a:ext>
            </a:extLst>
          </p:cNvPr>
          <p:cNvSpPr>
            <a:spLocks noGrp="1"/>
          </p:cNvSpPr>
          <p:nvPr>
            <p:ph type="pic" sz="quarter" idx="11"/>
          </p:nvPr>
        </p:nvSpPr>
        <p:spPr>
          <a:xfrm>
            <a:off x="2028825" y="3203575"/>
            <a:ext cx="2462213" cy="2851150"/>
          </a:xfrm>
          <a:solidFill>
            <a:schemeClr val="bg1">
              <a:lumMod val="95000"/>
            </a:schemeClr>
          </a:solidFill>
        </p:spPr>
        <p:txBody>
          <a:bodyPr/>
          <a:lstStyle>
            <a:lvl1pPr>
              <a:defRPr>
                <a:solidFill>
                  <a:schemeClr val="tx1"/>
                </a:solidFill>
              </a:defRPr>
            </a:lvl1pPr>
          </a:lstStyle>
          <a:p>
            <a:endParaRPr lang="en-IN" dirty="0"/>
          </a:p>
        </p:txBody>
      </p:sp>
      <p:sp>
        <p:nvSpPr>
          <p:cNvPr id="10" name="Rectangle 9">
            <a:extLst>
              <a:ext uri="{FF2B5EF4-FFF2-40B4-BE49-F238E27FC236}">
                <a16:creationId xmlns:a16="http://schemas.microsoft.com/office/drawing/2014/main" id="{1E8B928E-4924-E3AA-E6DD-4902C66312FC}"/>
              </a:ext>
            </a:extLst>
          </p:cNvPr>
          <p:cNvSpPr/>
          <p:nvPr userDrawn="1"/>
        </p:nvSpPr>
        <p:spPr>
          <a:xfrm>
            <a:off x="10019991" y="2949672"/>
            <a:ext cx="647613" cy="769441"/>
          </a:xfrm>
          <a:prstGeom prst="rect">
            <a:avLst/>
          </a:prstGeom>
        </p:spPr>
        <p:txBody>
          <a:bodyPr wrap="none" lIns="0" rIns="0">
            <a:spAutoFit/>
          </a:bodyPr>
          <a:lstStyle/>
          <a:p>
            <a:pPr algn="ctr">
              <a:spcBef>
                <a:spcPts val="2400"/>
              </a:spcBef>
            </a:pPr>
            <a:r>
              <a:rPr lang="en-US" sz="4400" b="1" dirty="0">
                <a:solidFill>
                  <a:srgbClr val="FFFFFF"/>
                </a:solidFill>
                <a:latin typeface="Segoe UI" panose="020B0502040204020203" pitchFamily="34" charset="0"/>
                <a:ea typeface="Open Sans" charset="0"/>
                <a:cs typeface="Segoe UI" panose="020B0502040204020203" pitchFamily="34" charset="0"/>
              </a:rPr>
              <a:t>02</a:t>
            </a:r>
          </a:p>
        </p:txBody>
      </p:sp>
      <p:pic>
        <p:nvPicPr>
          <p:cNvPr id="11" name="Graphic 10">
            <a:extLst>
              <a:ext uri="{FF2B5EF4-FFF2-40B4-BE49-F238E27FC236}">
                <a16:creationId xmlns:a16="http://schemas.microsoft.com/office/drawing/2014/main" id="{741C4B56-D91C-EAE6-E14A-F7EF02A4C3C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524887" y="2638523"/>
            <a:ext cx="391390" cy="358774"/>
          </a:xfrm>
          <a:prstGeom prst="rect">
            <a:avLst/>
          </a:prstGeom>
        </p:spPr>
      </p:pic>
      <p:sp>
        <p:nvSpPr>
          <p:cNvPr id="12" name="Title 1">
            <a:extLst>
              <a:ext uri="{FF2B5EF4-FFF2-40B4-BE49-F238E27FC236}">
                <a16:creationId xmlns:a16="http://schemas.microsoft.com/office/drawing/2014/main" id="{4E83683A-8FAE-ECFE-858C-40B7194D37DB}"/>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dirty="0"/>
              <a:t>Click to edit Master title style</a:t>
            </a:r>
            <a:endParaRPr lang="en-US" dirty="0"/>
          </a:p>
        </p:txBody>
      </p:sp>
      <p:sp>
        <p:nvSpPr>
          <p:cNvPr id="13" name="Rectangle 12">
            <a:extLst>
              <a:ext uri="{FF2B5EF4-FFF2-40B4-BE49-F238E27FC236}">
                <a16:creationId xmlns:a16="http://schemas.microsoft.com/office/drawing/2014/main" id="{73824315-B5DE-36AE-2DCE-E7BE9BA7B476}"/>
              </a:ext>
            </a:extLst>
          </p:cNvPr>
          <p:cNvSpPr/>
          <p:nvPr userDrawn="1"/>
        </p:nvSpPr>
        <p:spPr>
          <a:xfrm>
            <a:off x="359998" y="1488586"/>
            <a:ext cx="5400000" cy="72000"/>
          </a:xfrm>
          <a:prstGeom prst="rect">
            <a:avLst/>
          </a:prstGeom>
          <a:gradFill flip="none" rotWithShape="1">
            <a:gsLst>
              <a:gs pos="100000">
                <a:schemeClr val="bg1"/>
              </a:gs>
              <a:gs pos="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4" name="Subtitle 2">
            <a:extLst>
              <a:ext uri="{FF2B5EF4-FFF2-40B4-BE49-F238E27FC236}">
                <a16:creationId xmlns:a16="http://schemas.microsoft.com/office/drawing/2014/main" id="{C653E87C-C30B-A55C-CAE4-4ED8F963495A}"/>
              </a:ext>
            </a:extLst>
          </p:cNvPr>
          <p:cNvSpPr>
            <a:spLocks noGrp="1"/>
          </p:cNvSpPr>
          <p:nvPr>
            <p:ph type="subTitle" idx="1"/>
          </p:nvPr>
        </p:nvSpPr>
        <p:spPr>
          <a:xfrm>
            <a:off x="285135" y="854284"/>
            <a:ext cx="11558865" cy="461665"/>
          </a:xfrm>
        </p:spPr>
        <p:txBody>
          <a:bodyPr wrap="square">
            <a:spAutoFit/>
          </a:bodyPr>
          <a:lstStyle>
            <a:lvl1pPr marL="0" indent="0" algn="l">
              <a:lnSpc>
                <a:spcPct val="100000"/>
              </a:lnSpc>
              <a:spcBef>
                <a:spcPts val="0"/>
              </a:spcBef>
              <a:buNone/>
              <a:defRPr lang="en-US" sz="2400" b="1" kern="1200" dirty="0">
                <a:solidFill>
                  <a:schemeClr val="accent1"/>
                </a:solidFill>
                <a:latin typeface="Barlow Medium" panose="00000600000000000000"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15" name="Text Placeholder 37">
            <a:extLst>
              <a:ext uri="{FF2B5EF4-FFF2-40B4-BE49-F238E27FC236}">
                <a16:creationId xmlns:a16="http://schemas.microsoft.com/office/drawing/2014/main" id="{A616F389-7FB4-9BCF-8361-CC6F70CC23CD}"/>
              </a:ext>
            </a:extLst>
          </p:cNvPr>
          <p:cNvSpPr>
            <a:spLocks noGrp="1"/>
          </p:cNvSpPr>
          <p:nvPr>
            <p:ph type="body" sz="quarter" idx="12" hasCustomPrompt="1"/>
          </p:nvPr>
        </p:nvSpPr>
        <p:spPr>
          <a:xfrm>
            <a:off x="2234256" y="4628513"/>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dirty="0"/>
              <a:t>Click to add text</a:t>
            </a:r>
            <a:endParaRPr lang="en-IN" dirty="0"/>
          </a:p>
        </p:txBody>
      </p:sp>
      <p:sp>
        <p:nvSpPr>
          <p:cNvPr id="16" name="Text Placeholder 37">
            <a:extLst>
              <a:ext uri="{FF2B5EF4-FFF2-40B4-BE49-F238E27FC236}">
                <a16:creationId xmlns:a16="http://schemas.microsoft.com/office/drawing/2014/main" id="{AFD49B92-BC62-5115-308D-6E75E1F720F9}"/>
              </a:ext>
            </a:extLst>
          </p:cNvPr>
          <p:cNvSpPr>
            <a:spLocks noGrp="1"/>
          </p:cNvSpPr>
          <p:nvPr>
            <p:ph type="body" sz="quarter" idx="13" hasCustomPrompt="1"/>
          </p:nvPr>
        </p:nvSpPr>
        <p:spPr>
          <a:xfrm>
            <a:off x="2234256" y="3791269"/>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dirty="0"/>
              <a:t>01</a:t>
            </a:r>
            <a:endParaRPr lang="en-IN" dirty="0"/>
          </a:p>
        </p:txBody>
      </p:sp>
      <p:sp>
        <p:nvSpPr>
          <p:cNvPr id="17" name="Text Placeholder 37">
            <a:extLst>
              <a:ext uri="{FF2B5EF4-FFF2-40B4-BE49-F238E27FC236}">
                <a16:creationId xmlns:a16="http://schemas.microsoft.com/office/drawing/2014/main" id="{96984DB0-633B-BF3C-B959-37D6EAB545A8}"/>
              </a:ext>
            </a:extLst>
          </p:cNvPr>
          <p:cNvSpPr>
            <a:spLocks noGrp="1"/>
          </p:cNvSpPr>
          <p:nvPr>
            <p:ph type="body" sz="quarter" idx="14" hasCustomPrompt="1"/>
          </p:nvPr>
        </p:nvSpPr>
        <p:spPr>
          <a:xfrm>
            <a:off x="2234256" y="5449410"/>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18" name="Picture Placeholder 33">
            <a:extLst>
              <a:ext uri="{FF2B5EF4-FFF2-40B4-BE49-F238E27FC236}">
                <a16:creationId xmlns:a16="http://schemas.microsoft.com/office/drawing/2014/main" id="{D228BC18-0A5B-2E96-B64C-0B9E8100D38F}"/>
              </a:ext>
            </a:extLst>
          </p:cNvPr>
          <p:cNvSpPr>
            <a:spLocks noGrp="1"/>
          </p:cNvSpPr>
          <p:nvPr>
            <p:ph type="pic" sz="quarter" idx="15"/>
          </p:nvPr>
        </p:nvSpPr>
        <p:spPr>
          <a:xfrm>
            <a:off x="9729787" y="2372361"/>
            <a:ext cx="2462213" cy="3682364"/>
          </a:xfrm>
          <a:solidFill>
            <a:schemeClr val="tx2"/>
          </a:solidFill>
        </p:spPr>
        <p:txBody>
          <a:bodyPr/>
          <a:lstStyle>
            <a:lvl1pPr>
              <a:defRPr>
                <a:solidFill>
                  <a:schemeClr val="bg1"/>
                </a:solidFill>
              </a:defRPr>
            </a:lvl1pPr>
          </a:lstStyle>
          <a:p>
            <a:endParaRPr lang="en-IN" dirty="0"/>
          </a:p>
        </p:txBody>
      </p:sp>
      <p:sp>
        <p:nvSpPr>
          <p:cNvPr id="19" name="Text Placeholder 37">
            <a:extLst>
              <a:ext uri="{FF2B5EF4-FFF2-40B4-BE49-F238E27FC236}">
                <a16:creationId xmlns:a16="http://schemas.microsoft.com/office/drawing/2014/main" id="{AFEBBBC7-C356-A790-292A-24FF23304DBF}"/>
              </a:ext>
            </a:extLst>
          </p:cNvPr>
          <p:cNvSpPr>
            <a:spLocks noGrp="1"/>
          </p:cNvSpPr>
          <p:nvPr>
            <p:ph type="body" sz="quarter" idx="16" hasCustomPrompt="1"/>
          </p:nvPr>
        </p:nvSpPr>
        <p:spPr>
          <a:xfrm>
            <a:off x="9935218" y="4613372"/>
            <a:ext cx="2051032" cy="682625"/>
          </a:xfrm>
        </p:spPr>
        <p:txBody>
          <a:bodyPr>
            <a:normAutofit/>
          </a:bodyPr>
          <a:lstStyle>
            <a:lvl1pPr marL="0" indent="0">
              <a:buNone/>
              <a:defRPr sz="1800" b="1">
                <a:solidFill>
                  <a:schemeClr val="bg1"/>
                </a:solidFill>
                <a:latin typeface="Barlow" panose="00000500000000000000" pitchFamily="2" charset="0"/>
              </a:defRPr>
            </a:lvl1pPr>
          </a:lstStyle>
          <a:p>
            <a:pPr lvl="0"/>
            <a:r>
              <a:rPr lang="en-US" dirty="0"/>
              <a:t>Click to add text</a:t>
            </a:r>
            <a:endParaRPr lang="en-IN" dirty="0"/>
          </a:p>
        </p:txBody>
      </p:sp>
      <p:sp>
        <p:nvSpPr>
          <p:cNvPr id="20" name="Text Placeholder 37">
            <a:extLst>
              <a:ext uri="{FF2B5EF4-FFF2-40B4-BE49-F238E27FC236}">
                <a16:creationId xmlns:a16="http://schemas.microsoft.com/office/drawing/2014/main" id="{652678D2-DE38-5B75-ECCE-29A45AF00A7D}"/>
              </a:ext>
            </a:extLst>
          </p:cNvPr>
          <p:cNvSpPr>
            <a:spLocks noGrp="1"/>
          </p:cNvSpPr>
          <p:nvPr>
            <p:ph type="body" sz="quarter" idx="17" hasCustomPrompt="1"/>
          </p:nvPr>
        </p:nvSpPr>
        <p:spPr>
          <a:xfrm>
            <a:off x="9935218" y="3776128"/>
            <a:ext cx="2051032" cy="682625"/>
          </a:xfrm>
        </p:spPr>
        <p:txBody>
          <a:bodyPr>
            <a:normAutofit/>
          </a:bodyPr>
          <a:lstStyle>
            <a:lvl1pPr marL="0" indent="0">
              <a:buNone/>
              <a:defRPr sz="3600" b="1">
                <a:solidFill>
                  <a:schemeClr val="bg1"/>
                </a:solidFill>
                <a:latin typeface="Barlow" panose="00000500000000000000" pitchFamily="2" charset="0"/>
              </a:defRPr>
            </a:lvl1pPr>
          </a:lstStyle>
          <a:p>
            <a:pPr lvl="0"/>
            <a:r>
              <a:rPr lang="en-US" dirty="0"/>
              <a:t>04</a:t>
            </a:r>
            <a:endParaRPr lang="en-IN" dirty="0"/>
          </a:p>
        </p:txBody>
      </p:sp>
      <p:sp>
        <p:nvSpPr>
          <p:cNvPr id="21" name="Text Placeholder 37">
            <a:extLst>
              <a:ext uri="{FF2B5EF4-FFF2-40B4-BE49-F238E27FC236}">
                <a16:creationId xmlns:a16="http://schemas.microsoft.com/office/drawing/2014/main" id="{232F0683-D529-40D7-2787-AB0BD35DAD0E}"/>
              </a:ext>
            </a:extLst>
          </p:cNvPr>
          <p:cNvSpPr>
            <a:spLocks noGrp="1"/>
          </p:cNvSpPr>
          <p:nvPr>
            <p:ph type="body" sz="quarter" idx="18" hasCustomPrompt="1"/>
          </p:nvPr>
        </p:nvSpPr>
        <p:spPr>
          <a:xfrm>
            <a:off x="9935218" y="5434269"/>
            <a:ext cx="2051032" cy="469070"/>
          </a:xfrm>
        </p:spPr>
        <p:txBody>
          <a:bodyPr>
            <a:normAutofit/>
          </a:bodyPr>
          <a:lstStyle>
            <a:lvl1pPr marL="0" indent="0">
              <a:buNone/>
              <a:defRPr sz="1400" b="0">
                <a:solidFill>
                  <a:schemeClr val="bg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22" name="Content Placeholder 51">
            <a:extLst>
              <a:ext uri="{FF2B5EF4-FFF2-40B4-BE49-F238E27FC236}">
                <a16:creationId xmlns:a16="http://schemas.microsoft.com/office/drawing/2014/main" id="{67A0953E-13D1-8A22-1241-8F0375527332}"/>
              </a:ext>
            </a:extLst>
          </p:cNvPr>
          <p:cNvSpPr>
            <a:spLocks noGrp="1"/>
          </p:cNvSpPr>
          <p:nvPr>
            <p:ph sz="quarter" idx="19" hasCustomPrompt="1"/>
          </p:nvPr>
        </p:nvSpPr>
        <p:spPr>
          <a:xfrm>
            <a:off x="11525463" y="2501900"/>
            <a:ext cx="460375" cy="579438"/>
          </a:xfrm>
        </p:spPr>
        <p:txBody>
          <a:bodyPr>
            <a:noAutofit/>
          </a:bodyPr>
          <a:lstStyle>
            <a:lvl1pPr marL="0" indent="0" algn="ctr">
              <a:buNone/>
              <a:defRPr sz="800">
                <a:solidFill>
                  <a:schemeClr val="bg1"/>
                </a:solidFill>
              </a:defRPr>
            </a:lvl1pPr>
          </a:lstStyle>
          <a:p>
            <a:pPr lvl="0"/>
            <a:r>
              <a:rPr lang="en-US" dirty="0"/>
              <a:t>Insert Icon here</a:t>
            </a:r>
            <a:endParaRPr lang="en-IN" dirty="0"/>
          </a:p>
        </p:txBody>
      </p:sp>
      <p:sp>
        <p:nvSpPr>
          <p:cNvPr id="23" name="Picture Placeholder 33">
            <a:extLst>
              <a:ext uri="{FF2B5EF4-FFF2-40B4-BE49-F238E27FC236}">
                <a16:creationId xmlns:a16="http://schemas.microsoft.com/office/drawing/2014/main" id="{01D40387-DD15-16AB-923A-1B2DFA9B3046}"/>
              </a:ext>
            </a:extLst>
          </p:cNvPr>
          <p:cNvSpPr>
            <a:spLocks noGrp="1"/>
          </p:cNvSpPr>
          <p:nvPr>
            <p:ph type="pic" sz="quarter" idx="20"/>
          </p:nvPr>
        </p:nvSpPr>
        <p:spPr>
          <a:xfrm>
            <a:off x="4597124" y="3203575"/>
            <a:ext cx="2462213" cy="2851150"/>
          </a:xfrm>
          <a:solidFill>
            <a:schemeClr val="bg1">
              <a:lumMod val="95000"/>
            </a:schemeClr>
          </a:solidFill>
        </p:spPr>
        <p:txBody>
          <a:bodyPr vert="horz" lIns="91440" tIns="45720" rIns="91440" bIns="45720" rtlCol="0">
            <a:normAutofit/>
          </a:bodyPr>
          <a:lstStyle>
            <a:lvl1pPr>
              <a:defRPr lang="en-IN" dirty="0"/>
            </a:lvl1pPr>
          </a:lstStyle>
          <a:p>
            <a:pPr lvl="0"/>
            <a:endParaRPr lang="en-IN" dirty="0"/>
          </a:p>
        </p:txBody>
      </p:sp>
      <p:sp>
        <p:nvSpPr>
          <p:cNvPr id="24" name="Text Placeholder 37">
            <a:extLst>
              <a:ext uri="{FF2B5EF4-FFF2-40B4-BE49-F238E27FC236}">
                <a16:creationId xmlns:a16="http://schemas.microsoft.com/office/drawing/2014/main" id="{234B3329-0B9A-1C64-8837-BF867B5E44A4}"/>
              </a:ext>
            </a:extLst>
          </p:cNvPr>
          <p:cNvSpPr>
            <a:spLocks noGrp="1"/>
          </p:cNvSpPr>
          <p:nvPr>
            <p:ph type="body" sz="quarter" idx="21" hasCustomPrompt="1"/>
          </p:nvPr>
        </p:nvSpPr>
        <p:spPr>
          <a:xfrm>
            <a:off x="4802875" y="4612735"/>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dirty="0"/>
              <a:t>Click to add text</a:t>
            </a:r>
            <a:endParaRPr lang="en-IN" dirty="0"/>
          </a:p>
        </p:txBody>
      </p:sp>
      <p:sp>
        <p:nvSpPr>
          <p:cNvPr id="25" name="Text Placeholder 37">
            <a:extLst>
              <a:ext uri="{FF2B5EF4-FFF2-40B4-BE49-F238E27FC236}">
                <a16:creationId xmlns:a16="http://schemas.microsoft.com/office/drawing/2014/main" id="{FBBB7DE2-7E10-89F2-78ED-C2DB6D709DC8}"/>
              </a:ext>
            </a:extLst>
          </p:cNvPr>
          <p:cNvSpPr>
            <a:spLocks noGrp="1"/>
          </p:cNvSpPr>
          <p:nvPr>
            <p:ph type="body" sz="quarter" idx="22" hasCustomPrompt="1"/>
          </p:nvPr>
        </p:nvSpPr>
        <p:spPr>
          <a:xfrm>
            <a:off x="4802875" y="3775491"/>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dirty="0"/>
              <a:t>02</a:t>
            </a:r>
            <a:endParaRPr lang="en-IN" dirty="0"/>
          </a:p>
        </p:txBody>
      </p:sp>
      <p:sp>
        <p:nvSpPr>
          <p:cNvPr id="26" name="Text Placeholder 37">
            <a:extLst>
              <a:ext uri="{FF2B5EF4-FFF2-40B4-BE49-F238E27FC236}">
                <a16:creationId xmlns:a16="http://schemas.microsoft.com/office/drawing/2014/main" id="{6B41F9FC-7377-A91B-EFEE-6DD1B0368755}"/>
              </a:ext>
            </a:extLst>
          </p:cNvPr>
          <p:cNvSpPr>
            <a:spLocks noGrp="1"/>
          </p:cNvSpPr>
          <p:nvPr>
            <p:ph type="body" sz="quarter" idx="23" hasCustomPrompt="1"/>
          </p:nvPr>
        </p:nvSpPr>
        <p:spPr>
          <a:xfrm>
            <a:off x="4802875" y="5433632"/>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27" name="Picture Placeholder 33">
            <a:extLst>
              <a:ext uri="{FF2B5EF4-FFF2-40B4-BE49-F238E27FC236}">
                <a16:creationId xmlns:a16="http://schemas.microsoft.com/office/drawing/2014/main" id="{EFA566A5-3E4E-D157-D0DE-67352B32FC58}"/>
              </a:ext>
            </a:extLst>
          </p:cNvPr>
          <p:cNvSpPr>
            <a:spLocks noGrp="1"/>
          </p:cNvSpPr>
          <p:nvPr>
            <p:ph type="pic" sz="quarter" idx="24"/>
          </p:nvPr>
        </p:nvSpPr>
        <p:spPr>
          <a:xfrm>
            <a:off x="7164858" y="3203575"/>
            <a:ext cx="2462213" cy="2851150"/>
          </a:xfrm>
          <a:solidFill>
            <a:schemeClr val="bg1">
              <a:lumMod val="95000"/>
            </a:schemeClr>
          </a:solidFill>
        </p:spPr>
        <p:txBody>
          <a:bodyPr vert="horz" lIns="91440" tIns="45720" rIns="91440" bIns="45720" rtlCol="0">
            <a:normAutofit/>
          </a:bodyPr>
          <a:lstStyle>
            <a:lvl1pPr>
              <a:defRPr lang="en-IN" dirty="0"/>
            </a:lvl1pPr>
          </a:lstStyle>
          <a:p>
            <a:pPr lvl="0"/>
            <a:endParaRPr lang="en-IN" dirty="0"/>
          </a:p>
        </p:txBody>
      </p:sp>
      <p:sp>
        <p:nvSpPr>
          <p:cNvPr id="28" name="Text Placeholder 37">
            <a:extLst>
              <a:ext uri="{FF2B5EF4-FFF2-40B4-BE49-F238E27FC236}">
                <a16:creationId xmlns:a16="http://schemas.microsoft.com/office/drawing/2014/main" id="{A0A8CFF2-957B-2AF0-E32F-D0E9C6415592}"/>
              </a:ext>
            </a:extLst>
          </p:cNvPr>
          <p:cNvSpPr>
            <a:spLocks noGrp="1"/>
          </p:cNvSpPr>
          <p:nvPr>
            <p:ph type="body" sz="quarter" idx="25" hasCustomPrompt="1"/>
          </p:nvPr>
        </p:nvSpPr>
        <p:spPr>
          <a:xfrm>
            <a:off x="7370609" y="4612735"/>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dirty="0"/>
              <a:t>Click to add text</a:t>
            </a:r>
            <a:endParaRPr lang="en-IN" dirty="0"/>
          </a:p>
        </p:txBody>
      </p:sp>
      <p:sp>
        <p:nvSpPr>
          <p:cNvPr id="29" name="Text Placeholder 37">
            <a:extLst>
              <a:ext uri="{FF2B5EF4-FFF2-40B4-BE49-F238E27FC236}">
                <a16:creationId xmlns:a16="http://schemas.microsoft.com/office/drawing/2014/main" id="{15C50F6E-7085-66AC-D639-7F51591B9E92}"/>
              </a:ext>
            </a:extLst>
          </p:cNvPr>
          <p:cNvSpPr>
            <a:spLocks noGrp="1"/>
          </p:cNvSpPr>
          <p:nvPr>
            <p:ph type="body" sz="quarter" idx="26" hasCustomPrompt="1"/>
          </p:nvPr>
        </p:nvSpPr>
        <p:spPr>
          <a:xfrm>
            <a:off x="7370609" y="3775491"/>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dirty="0"/>
              <a:t>03</a:t>
            </a:r>
            <a:endParaRPr lang="en-IN" dirty="0"/>
          </a:p>
        </p:txBody>
      </p:sp>
      <p:sp>
        <p:nvSpPr>
          <p:cNvPr id="30" name="Text Placeholder 37">
            <a:extLst>
              <a:ext uri="{FF2B5EF4-FFF2-40B4-BE49-F238E27FC236}">
                <a16:creationId xmlns:a16="http://schemas.microsoft.com/office/drawing/2014/main" id="{714361A5-C069-C8AB-1C70-CC4B528EECEF}"/>
              </a:ext>
            </a:extLst>
          </p:cNvPr>
          <p:cNvSpPr>
            <a:spLocks noGrp="1"/>
          </p:cNvSpPr>
          <p:nvPr>
            <p:ph type="body" sz="quarter" idx="27" hasCustomPrompt="1"/>
          </p:nvPr>
        </p:nvSpPr>
        <p:spPr>
          <a:xfrm>
            <a:off x="7370609" y="5433632"/>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Tree>
    <p:extLst>
      <p:ext uri="{BB962C8B-B14F-4D97-AF65-F5344CB8AC3E}">
        <p14:creationId xmlns:p14="http://schemas.microsoft.com/office/powerpoint/2010/main" val="307880243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_Image + Content">
    <p:spTree>
      <p:nvGrpSpPr>
        <p:cNvPr id="1" name=""/>
        <p:cNvGrpSpPr/>
        <p:nvPr/>
      </p:nvGrpSpPr>
      <p:grpSpPr>
        <a:xfrm>
          <a:off x="0" y="0"/>
          <a:ext cx="0" cy="0"/>
          <a:chOff x="0" y="0"/>
          <a:chExt cx="0" cy="0"/>
        </a:xfrm>
      </p:grpSpPr>
      <p:sp>
        <p:nvSpPr>
          <p:cNvPr id="3" name="Parallelogram 2">
            <a:extLst>
              <a:ext uri="{FF2B5EF4-FFF2-40B4-BE49-F238E27FC236}">
                <a16:creationId xmlns:a16="http://schemas.microsoft.com/office/drawing/2014/main" id="{06681D1E-CCB4-8F17-75CC-7BB8D076C27A}"/>
              </a:ext>
            </a:extLst>
          </p:cNvPr>
          <p:cNvSpPr/>
          <p:nvPr userDrawn="1"/>
        </p:nvSpPr>
        <p:spPr>
          <a:xfrm>
            <a:off x="8921623" y="4626433"/>
            <a:ext cx="1592758" cy="1555292"/>
          </a:xfrm>
          <a:prstGeom prst="parallelogram">
            <a:avLst>
              <a:gd name="adj" fmla="val 32821"/>
            </a:avLst>
          </a:prstGeom>
          <a:solidFill>
            <a:schemeClr val="tx2">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74320" tIns="1828800" rIns="274320" bIns="0" rtlCol="0" anchor="t" anchorCtr="0"/>
          <a:lstStyle/>
          <a:p>
            <a:pPr>
              <a:spcBef>
                <a:spcPts val="2400"/>
              </a:spcBef>
            </a:pPr>
            <a:endParaRPr lang="en-ID" sz="1600" b="1">
              <a:solidFill>
                <a:srgbClr val="FFFFFF"/>
              </a:solidFill>
              <a:latin typeface="Segoe UI" panose="020B0502040204020203" pitchFamily="34" charset="0"/>
              <a:ea typeface="Open Sans" charset="0"/>
              <a:cs typeface="Segoe UI" panose="020B0502040204020203" pitchFamily="34" charset="0"/>
            </a:endParaRPr>
          </a:p>
        </p:txBody>
      </p:sp>
      <p:sp>
        <p:nvSpPr>
          <p:cNvPr id="7" name="Picture Placeholder 6">
            <a:extLst>
              <a:ext uri="{FF2B5EF4-FFF2-40B4-BE49-F238E27FC236}">
                <a16:creationId xmlns:a16="http://schemas.microsoft.com/office/drawing/2014/main" id="{A7AE8C84-3C26-4742-1E75-3369D8085788}"/>
              </a:ext>
            </a:extLst>
          </p:cNvPr>
          <p:cNvSpPr>
            <a:spLocks noGrp="1"/>
          </p:cNvSpPr>
          <p:nvPr>
            <p:ph type="pic" sz="quarter" idx="10"/>
          </p:nvPr>
        </p:nvSpPr>
        <p:spPr>
          <a:xfrm>
            <a:off x="4469157" y="-1"/>
            <a:ext cx="7114233" cy="6868049"/>
          </a:xfrm>
          <a:custGeom>
            <a:avLst/>
            <a:gdLst>
              <a:gd name="connsiteX0" fmla="*/ 0 w 5858189"/>
              <a:gd name="connsiteY0" fmla="*/ 6858000 h 6858000"/>
              <a:gd name="connsiteX1" fmla="*/ 1464547 w 5858189"/>
              <a:gd name="connsiteY1" fmla="*/ 0 h 6858000"/>
              <a:gd name="connsiteX2" fmla="*/ 5858189 w 5858189"/>
              <a:gd name="connsiteY2" fmla="*/ 0 h 6858000"/>
              <a:gd name="connsiteX3" fmla="*/ 4393642 w 5858189"/>
              <a:gd name="connsiteY3" fmla="*/ 6858000 h 6858000"/>
              <a:gd name="connsiteX4" fmla="*/ 0 w 5858189"/>
              <a:gd name="connsiteY4" fmla="*/ 6858000 h 6858000"/>
              <a:gd name="connsiteX0" fmla="*/ 0 w 5858189"/>
              <a:gd name="connsiteY0" fmla="*/ 6858000 h 6858000"/>
              <a:gd name="connsiteX1" fmla="*/ 1786094 w 5858189"/>
              <a:gd name="connsiteY1" fmla="*/ 20097 h 6858000"/>
              <a:gd name="connsiteX2" fmla="*/ 5858189 w 5858189"/>
              <a:gd name="connsiteY2" fmla="*/ 0 h 6858000"/>
              <a:gd name="connsiteX3" fmla="*/ 4393642 w 5858189"/>
              <a:gd name="connsiteY3" fmla="*/ 6858000 h 6858000"/>
              <a:gd name="connsiteX4" fmla="*/ 0 w 5858189"/>
              <a:gd name="connsiteY4" fmla="*/ 6858000 h 6858000"/>
              <a:gd name="connsiteX0" fmla="*/ 0 w 6320414"/>
              <a:gd name="connsiteY0" fmla="*/ 6878097 h 6878097"/>
              <a:gd name="connsiteX1" fmla="*/ 2248319 w 6320414"/>
              <a:gd name="connsiteY1" fmla="*/ 20097 h 6878097"/>
              <a:gd name="connsiteX2" fmla="*/ 6320414 w 6320414"/>
              <a:gd name="connsiteY2" fmla="*/ 0 h 6878097"/>
              <a:gd name="connsiteX3" fmla="*/ 4855867 w 6320414"/>
              <a:gd name="connsiteY3" fmla="*/ 6858000 h 6878097"/>
              <a:gd name="connsiteX4" fmla="*/ 0 w 6320414"/>
              <a:gd name="connsiteY4" fmla="*/ 6878097 h 6878097"/>
              <a:gd name="connsiteX0" fmla="*/ 0 w 6320414"/>
              <a:gd name="connsiteY0" fmla="*/ 6878097 h 6878097"/>
              <a:gd name="connsiteX1" fmla="*/ 2248319 w 6320414"/>
              <a:gd name="connsiteY1" fmla="*/ 20097 h 6878097"/>
              <a:gd name="connsiteX2" fmla="*/ 6320414 w 6320414"/>
              <a:gd name="connsiteY2" fmla="*/ 0 h 6878097"/>
              <a:gd name="connsiteX3" fmla="*/ 4886012 w 6320414"/>
              <a:gd name="connsiteY3" fmla="*/ 6868048 h 6878097"/>
              <a:gd name="connsiteX4" fmla="*/ 0 w 6320414"/>
              <a:gd name="connsiteY4" fmla="*/ 6878097 h 6878097"/>
              <a:gd name="connsiteX0" fmla="*/ 0 w 7114233"/>
              <a:gd name="connsiteY0" fmla="*/ 6868049 h 6868049"/>
              <a:gd name="connsiteX1" fmla="*/ 2248319 w 7114233"/>
              <a:gd name="connsiteY1" fmla="*/ 10049 h 6868049"/>
              <a:gd name="connsiteX2" fmla="*/ 7114233 w 7114233"/>
              <a:gd name="connsiteY2" fmla="*/ 0 h 6868049"/>
              <a:gd name="connsiteX3" fmla="*/ 4886012 w 7114233"/>
              <a:gd name="connsiteY3" fmla="*/ 6858000 h 6868049"/>
              <a:gd name="connsiteX4" fmla="*/ 0 w 7114233"/>
              <a:gd name="connsiteY4" fmla="*/ 6868049 h 6868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4233" h="6868049">
                <a:moveTo>
                  <a:pt x="0" y="6868049"/>
                </a:moveTo>
                <a:lnTo>
                  <a:pt x="2248319" y="10049"/>
                </a:lnTo>
                <a:lnTo>
                  <a:pt x="7114233" y="0"/>
                </a:lnTo>
                <a:lnTo>
                  <a:pt x="4886012" y="6858000"/>
                </a:lnTo>
                <a:lnTo>
                  <a:pt x="0" y="6868049"/>
                </a:lnTo>
                <a:close/>
              </a:path>
            </a:pathLst>
          </a:custGeom>
        </p:spPr>
        <p:txBody>
          <a:bodyPr/>
          <a:lstStyle/>
          <a:p>
            <a:endParaRPr lang="en-IN" dirty="0"/>
          </a:p>
        </p:txBody>
      </p:sp>
      <p:sp>
        <p:nvSpPr>
          <p:cNvPr id="4" name="Picture Placeholder 3">
            <a:extLst>
              <a:ext uri="{FF2B5EF4-FFF2-40B4-BE49-F238E27FC236}">
                <a16:creationId xmlns:a16="http://schemas.microsoft.com/office/drawing/2014/main" id="{8E91C17B-E488-B7FE-8F79-EE3741D683B0}"/>
              </a:ext>
            </a:extLst>
          </p:cNvPr>
          <p:cNvSpPr>
            <a:spLocks noGrp="1"/>
          </p:cNvSpPr>
          <p:nvPr>
            <p:ph type="pic" sz="quarter" idx="32"/>
          </p:nvPr>
        </p:nvSpPr>
        <p:spPr>
          <a:xfrm>
            <a:off x="6621458" y="4188053"/>
            <a:ext cx="4032071" cy="1773425"/>
          </a:xfrm>
          <a:custGeom>
            <a:avLst/>
            <a:gdLst>
              <a:gd name="connsiteX0" fmla="*/ 0 w 3793532"/>
              <a:gd name="connsiteY0" fmla="*/ 1763486 h 1763486"/>
              <a:gd name="connsiteX1" fmla="*/ 440872 w 3793532"/>
              <a:gd name="connsiteY1" fmla="*/ 0 h 1763486"/>
              <a:gd name="connsiteX2" fmla="*/ 3793532 w 3793532"/>
              <a:gd name="connsiteY2" fmla="*/ 0 h 1763486"/>
              <a:gd name="connsiteX3" fmla="*/ 3352661 w 3793532"/>
              <a:gd name="connsiteY3" fmla="*/ 1763486 h 1763486"/>
              <a:gd name="connsiteX4" fmla="*/ 0 w 3793532"/>
              <a:gd name="connsiteY4" fmla="*/ 1763486 h 1763486"/>
              <a:gd name="connsiteX0" fmla="*/ 0 w 3892923"/>
              <a:gd name="connsiteY0" fmla="*/ 1773425 h 1773425"/>
              <a:gd name="connsiteX1" fmla="*/ 540263 w 3892923"/>
              <a:gd name="connsiteY1" fmla="*/ 0 h 1773425"/>
              <a:gd name="connsiteX2" fmla="*/ 3892923 w 3892923"/>
              <a:gd name="connsiteY2" fmla="*/ 0 h 1773425"/>
              <a:gd name="connsiteX3" fmla="*/ 3452052 w 3892923"/>
              <a:gd name="connsiteY3" fmla="*/ 1763486 h 1773425"/>
              <a:gd name="connsiteX4" fmla="*/ 0 w 3892923"/>
              <a:gd name="connsiteY4" fmla="*/ 1773425 h 1773425"/>
              <a:gd name="connsiteX0" fmla="*/ 0 w 3892923"/>
              <a:gd name="connsiteY0" fmla="*/ 1773425 h 1773425"/>
              <a:gd name="connsiteX1" fmla="*/ 580019 w 3892923"/>
              <a:gd name="connsiteY1" fmla="*/ 0 h 1773425"/>
              <a:gd name="connsiteX2" fmla="*/ 3892923 w 3892923"/>
              <a:gd name="connsiteY2" fmla="*/ 0 h 1773425"/>
              <a:gd name="connsiteX3" fmla="*/ 3452052 w 3892923"/>
              <a:gd name="connsiteY3" fmla="*/ 1763486 h 1773425"/>
              <a:gd name="connsiteX4" fmla="*/ 0 w 3892923"/>
              <a:gd name="connsiteY4" fmla="*/ 1773425 h 1773425"/>
              <a:gd name="connsiteX0" fmla="*/ 0 w 4022132"/>
              <a:gd name="connsiteY0" fmla="*/ 1773425 h 1773425"/>
              <a:gd name="connsiteX1" fmla="*/ 580019 w 4022132"/>
              <a:gd name="connsiteY1" fmla="*/ 0 h 1773425"/>
              <a:gd name="connsiteX2" fmla="*/ 4022132 w 4022132"/>
              <a:gd name="connsiteY2" fmla="*/ 0 h 1773425"/>
              <a:gd name="connsiteX3" fmla="*/ 3452052 w 4022132"/>
              <a:gd name="connsiteY3" fmla="*/ 1763486 h 1773425"/>
              <a:gd name="connsiteX4" fmla="*/ 0 w 4022132"/>
              <a:gd name="connsiteY4" fmla="*/ 1773425 h 1773425"/>
              <a:gd name="connsiteX0" fmla="*/ 0 w 4032071"/>
              <a:gd name="connsiteY0" fmla="*/ 1773425 h 1773425"/>
              <a:gd name="connsiteX1" fmla="*/ 580019 w 4032071"/>
              <a:gd name="connsiteY1" fmla="*/ 0 h 1773425"/>
              <a:gd name="connsiteX2" fmla="*/ 4032071 w 4032071"/>
              <a:gd name="connsiteY2" fmla="*/ 0 h 1773425"/>
              <a:gd name="connsiteX3" fmla="*/ 3452052 w 4032071"/>
              <a:gd name="connsiteY3" fmla="*/ 1763486 h 1773425"/>
              <a:gd name="connsiteX4" fmla="*/ 0 w 4032071"/>
              <a:gd name="connsiteY4" fmla="*/ 1773425 h 1773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2071" h="1773425">
                <a:moveTo>
                  <a:pt x="0" y="1773425"/>
                </a:moveTo>
                <a:lnTo>
                  <a:pt x="580019" y="0"/>
                </a:lnTo>
                <a:lnTo>
                  <a:pt x="4032071" y="0"/>
                </a:lnTo>
                <a:lnTo>
                  <a:pt x="3452052" y="1763486"/>
                </a:lnTo>
                <a:lnTo>
                  <a:pt x="0" y="1773425"/>
                </a:lnTo>
                <a:close/>
              </a:path>
            </a:pathLst>
          </a:custGeom>
          <a:solidFill>
            <a:schemeClr val="tx2"/>
          </a:solidFill>
        </p:spPr>
        <p:txBody>
          <a:bodyPr/>
          <a:lstStyle/>
          <a:p>
            <a:endParaRPr lang="en-IN"/>
          </a:p>
        </p:txBody>
      </p:sp>
      <p:sp>
        <p:nvSpPr>
          <p:cNvPr id="43" name="Content Placeholder 41">
            <a:extLst>
              <a:ext uri="{FF2B5EF4-FFF2-40B4-BE49-F238E27FC236}">
                <a16:creationId xmlns:a16="http://schemas.microsoft.com/office/drawing/2014/main" id="{20D7B730-6FA5-64AF-0FE0-C7EEF4DAC668}"/>
              </a:ext>
            </a:extLst>
          </p:cNvPr>
          <p:cNvSpPr>
            <a:spLocks noGrp="1"/>
          </p:cNvSpPr>
          <p:nvPr>
            <p:ph sz="quarter" idx="11" hasCustomPrompt="1"/>
          </p:nvPr>
        </p:nvSpPr>
        <p:spPr>
          <a:xfrm>
            <a:off x="9304338" y="4775200"/>
            <a:ext cx="642937" cy="642938"/>
          </a:xfrm>
        </p:spPr>
        <p:txBody>
          <a:bodyPr>
            <a:noAutofit/>
          </a:bodyPr>
          <a:lstStyle>
            <a:lvl1pPr marL="0" indent="0" algn="ctr">
              <a:buNone/>
              <a:defRPr sz="1100">
                <a:solidFill>
                  <a:schemeClr val="bg1"/>
                </a:solidFill>
              </a:defRPr>
            </a:lvl1pPr>
          </a:lstStyle>
          <a:p>
            <a:pPr lvl="0"/>
            <a:r>
              <a:rPr lang="en-US" dirty="0"/>
              <a:t>Insert Icon here</a:t>
            </a:r>
            <a:endParaRPr lang="en-IN" dirty="0"/>
          </a:p>
        </p:txBody>
      </p:sp>
      <p:sp>
        <p:nvSpPr>
          <p:cNvPr id="44" name="Title 1">
            <a:extLst>
              <a:ext uri="{FF2B5EF4-FFF2-40B4-BE49-F238E27FC236}">
                <a16:creationId xmlns:a16="http://schemas.microsoft.com/office/drawing/2014/main" id="{186DB59D-D7F8-7931-5348-66DA644969D0}"/>
              </a:ext>
            </a:extLst>
          </p:cNvPr>
          <p:cNvSpPr>
            <a:spLocks noGrp="1"/>
          </p:cNvSpPr>
          <p:nvPr>
            <p:ph type="ctrTitle" hasCustomPrompt="1"/>
          </p:nvPr>
        </p:nvSpPr>
        <p:spPr>
          <a:xfrm>
            <a:off x="7224766" y="4681675"/>
            <a:ext cx="1863426" cy="276999"/>
          </a:xfrm>
          <a:prstGeom prst="rect">
            <a:avLst/>
          </a:prstGeom>
        </p:spPr>
        <p:txBody>
          <a:bodyPr vert="horz" wrap="square" lIns="0" tIns="0" rIns="0" bIns="0" rtlCol="0" anchor="t" anchorCtr="0">
            <a:spAutoFit/>
          </a:bodyPr>
          <a:lstStyle>
            <a:lvl1pPr algn="ctr">
              <a:lnSpc>
                <a:spcPct val="100000"/>
              </a:lnSpc>
              <a:defRPr lang="en-US" sz="2000" b="1" kern="1200" dirty="0">
                <a:solidFill>
                  <a:schemeClr val="bg1"/>
                </a:solidFill>
                <a:latin typeface="Barlow" panose="00000500000000000000" pitchFamily="2" charset="0"/>
                <a:ea typeface="Open Sans" pitchFamily="2" charset="0"/>
                <a:cs typeface="Open Sans" pitchFamily="2" charset="0"/>
              </a:defRPr>
            </a:lvl1pPr>
          </a:lstStyle>
          <a:p>
            <a:pPr marL="0" lvl="0" indent="0" algn="ctr" defTabSz="914400" rtl="0" eaLnBrk="1" latinLnBrk="0" hangingPunct="1">
              <a:lnSpc>
                <a:spcPct val="90000"/>
              </a:lnSpc>
              <a:spcBef>
                <a:spcPts val="1000"/>
              </a:spcBef>
              <a:buFont typeface="Arial" panose="020B0604020202020204" pitchFamily="34" charset="0"/>
              <a:buNone/>
            </a:pPr>
            <a:r>
              <a:rPr lang="en-GB" dirty="0"/>
              <a:t>Heading</a:t>
            </a:r>
            <a:endParaRPr lang="en-US" dirty="0"/>
          </a:p>
        </p:txBody>
      </p:sp>
      <p:sp>
        <p:nvSpPr>
          <p:cNvPr id="52" name="Content Placeholder 50">
            <a:extLst>
              <a:ext uri="{FF2B5EF4-FFF2-40B4-BE49-F238E27FC236}">
                <a16:creationId xmlns:a16="http://schemas.microsoft.com/office/drawing/2014/main" id="{FB17CE1D-2011-C199-3294-9C2263A2A3F6}"/>
              </a:ext>
            </a:extLst>
          </p:cNvPr>
          <p:cNvSpPr>
            <a:spLocks noGrp="1"/>
          </p:cNvSpPr>
          <p:nvPr>
            <p:ph sz="quarter" idx="12" hasCustomPrompt="1"/>
          </p:nvPr>
        </p:nvSpPr>
        <p:spPr>
          <a:xfrm>
            <a:off x="5868315" y="465138"/>
            <a:ext cx="981075" cy="981075"/>
          </a:xfrm>
          <a:prstGeom prst="ellipse">
            <a:avLst/>
          </a:prstGeom>
          <a:solidFill>
            <a:schemeClr val="tx1">
              <a:lumMod val="20000"/>
              <a:lumOff val="80000"/>
            </a:schemeClr>
          </a:solidFill>
        </p:spPr>
        <p:txBody>
          <a:bodyPr vert="horz" lIns="91440" tIns="91440" rIns="91440" bIns="91440" rtlCol="0">
            <a:normAutofit/>
          </a:bodyPr>
          <a:lstStyle>
            <a:lvl1pPr>
              <a:defRPr lang="en-IN" sz="3200" b="1" dirty="0">
                <a:solidFill>
                  <a:schemeClr val="tx1"/>
                </a:solidFill>
                <a:latin typeface="Barlow" panose="00000500000000000000" pitchFamily="2" charset="0"/>
              </a:defRPr>
            </a:lvl1pPr>
          </a:lstStyle>
          <a:p>
            <a:pPr marL="0" lvl="0" indent="0" algn="ctr">
              <a:buNone/>
            </a:pPr>
            <a:r>
              <a:rPr lang="en-US" dirty="0"/>
              <a:t>01</a:t>
            </a:r>
            <a:endParaRPr lang="en-IN" dirty="0"/>
          </a:p>
        </p:txBody>
      </p:sp>
      <p:sp>
        <p:nvSpPr>
          <p:cNvPr id="56" name="Content Placeholder 50">
            <a:extLst>
              <a:ext uri="{FF2B5EF4-FFF2-40B4-BE49-F238E27FC236}">
                <a16:creationId xmlns:a16="http://schemas.microsoft.com/office/drawing/2014/main" id="{346788EE-266F-DA82-577A-286D92FF7143}"/>
              </a:ext>
            </a:extLst>
          </p:cNvPr>
          <p:cNvSpPr>
            <a:spLocks noGrp="1"/>
          </p:cNvSpPr>
          <p:nvPr>
            <p:ph sz="quarter" idx="15" hasCustomPrompt="1"/>
          </p:nvPr>
        </p:nvSpPr>
        <p:spPr>
          <a:xfrm>
            <a:off x="4396703" y="4970463"/>
            <a:ext cx="981075" cy="981075"/>
          </a:xfrm>
          <a:prstGeom prst="ellipse">
            <a:avLst/>
          </a:prstGeom>
          <a:solidFill>
            <a:schemeClr val="tx1">
              <a:lumMod val="20000"/>
              <a:lumOff val="80000"/>
            </a:schemeClr>
          </a:solidFill>
        </p:spPr>
        <p:txBody>
          <a:bodyPr vert="horz" lIns="91440" tIns="91440" rIns="91440" bIns="91440" rtlCol="0">
            <a:normAutofit/>
          </a:bodyPr>
          <a:lstStyle>
            <a:lvl1pPr>
              <a:defRPr lang="en-IN" sz="3200" b="1" dirty="0">
                <a:latin typeface="Barlow" panose="00000500000000000000" pitchFamily="2" charset="0"/>
              </a:defRPr>
            </a:lvl1pPr>
          </a:lstStyle>
          <a:p>
            <a:pPr marL="0" lvl="0" indent="0" algn="ctr">
              <a:buNone/>
            </a:pPr>
            <a:r>
              <a:rPr lang="en-US" dirty="0"/>
              <a:t>04</a:t>
            </a:r>
            <a:endParaRPr lang="en-IN" dirty="0"/>
          </a:p>
        </p:txBody>
      </p:sp>
      <p:sp>
        <p:nvSpPr>
          <p:cNvPr id="57" name="Content Placeholder 50">
            <a:extLst>
              <a:ext uri="{FF2B5EF4-FFF2-40B4-BE49-F238E27FC236}">
                <a16:creationId xmlns:a16="http://schemas.microsoft.com/office/drawing/2014/main" id="{992F6B07-ED0B-B633-8864-3BB1D8CAE1D5}"/>
              </a:ext>
            </a:extLst>
          </p:cNvPr>
          <p:cNvSpPr>
            <a:spLocks noGrp="1"/>
          </p:cNvSpPr>
          <p:nvPr>
            <p:ph sz="quarter" idx="14" hasCustomPrompt="1"/>
          </p:nvPr>
        </p:nvSpPr>
        <p:spPr>
          <a:xfrm>
            <a:off x="4877715" y="3468689"/>
            <a:ext cx="981075" cy="981075"/>
          </a:xfrm>
          <a:prstGeom prst="ellipse">
            <a:avLst/>
          </a:prstGeom>
          <a:solidFill>
            <a:schemeClr val="tx2"/>
          </a:solidFill>
        </p:spPr>
        <p:txBody>
          <a:bodyPr tIns="91440" bIns="91440">
            <a:normAutofit/>
          </a:bodyPr>
          <a:lstStyle>
            <a:lvl1pPr marL="0" indent="0" algn="ctr">
              <a:buNone/>
              <a:defRPr sz="3200" b="1">
                <a:solidFill>
                  <a:schemeClr val="bg1"/>
                </a:solidFill>
                <a:latin typeface="Barlow" panose="00000500000000000000" pitchFamily="2" charset="0"/>
              </a:defRPr>
            </a:lvl1pPr>
          </a:lstStyle>
          <a:p>
            <a:pPr lvl="0"/>
            <a:r>
              <a:rPr lang="en-US" dirty="0"/>
              <a:t>03</a:t>
            </a:r>
            <a:endParaRPr lang="en-IN" dirty="0"/>
          </a:p>
        </p:txBody>
      </p:sp>
      <p:sp>
        <p:nvSpPr>
          <p:cNvPr id="58" name="Content Placeholder 50">
            <a:extLst>
              <a:ext uri="{FF2B5EF4-FFF2-40B4-BE49-F238E27FC236}">
                <a16:creationId xmlns:a16="http://schemas.microsoft.com/office/drawing/2014/main" id="{4281D770-A3E8-4015-3D1F-786BFD3B177A}"/>
              </a:ext>
            </a:extLst>
          </p:cNvPr>
          <p:cNvSpPr>
            <a:spLocks noGrp="1"/>
          </p:cNvSpPr>
          <p:nvPr>
            <p:ph sz="quarter" idx="13" hasCustomPrompt="1"/>
          </p:nvPr>
        </p:nvSpPr>
        <p:spPr>
          <a:xfrm>
            <a:off x="5379743" y="1966914"/>
            <a:ext cx="981075" cy="981075"/>
          </a:xfrm>
          <a:prstGeom prst="ellipse">
            <a:avLst/>
          </a:prstGeom>
          <a:solidFill>
            <a:schemeClr val="tx1">
              <a:lumMod val="20000"/>
              <a:lumOff val="80000"/>
            </a:schemeClr>
          </a:solidFill>
        </p:spPr>
        <p:txBody>
          <a:bodyPr vert="horz" lIns="91440" tIns="91440" rIns="91440" bIns="91440" rtlCol="0">
            <a:normAutofit/>
          </a:bodyPr>
          <a:lstStyle>
            <a:lvl1pPr>
              <a:defRPr lang="en-IN" sz="3200" b="1" dirty="0">
                <a:latin typeface="Barlow" panose="00000500000000000000" pitchFamily="2" charset="0"/>
              </a:defRPr>
            </a:lvl1pPr>
          </a:lstStyle>
          <a:p>
            <a:pPr marL="0" lvl="0" indent="0" algn="ctr">
              <a:buNone/>
            </a:pPr>
            <a:r>
              <a:rPr lang="en-US" dirty="0"/>
              <a:t>02</a:t>
            </a:r>
            <a:endParaRPr lang="en-IN" dirty="0"/>
          </a:p>
        </p:txBody>
      </p:sp>
      <p:cxnSp>
        <p:nvCxnSpPr>
          <p:cNvPr id="59" name="Straight Connector 58">
            <a:extLst>
              <a:ext uri="{FF2B5EF4-FFF2-40B4-BE49-F238E27FC236}">
                <a16:creationId xmlns:a16="http://schemas.microsoft.com/office/drawing/2014/main" id="{4BAF6FA9-9849-7360-E3AA-A7BAA5F5B4FC}"/>
              </a:ext>
            </a:extLst>
          </p:cNvPr>
          <p:cNvCxnSpPr/>
          <p:nvPr userDrawn="1"/>
        </p:nvCxnSpPr>
        <p:spPr>
          <a:xfrm flipH="1">
            <a:off x="678825" y="1714352"/>
            <a:ext cx="4597400"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D28D7415-2587-02DB-DF53-18E83F018695}"/>
              </a:ext>
            </a:extLst>
          </p:cNvPr>
          <p:cNvCxnSpPr>
            <a:cxnSpLocks/>
          </p:cNvCxnSpPr>
          <p:nvPr userDrawn="1"/>
        </p:nvCxnSpPr>
        <p:spPr>
          <a:xfrm flipH="1">
            <a:off x="678825" y="3216128"/>
            <a:ext cx="4089400"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D18A602E-2958-3079-40BA-275EEE47304B}"/>
              </a:ext>
            </a:extLst>
          </p:cNvPr>
          <p:cNvCxnSpPr>
            <a:cxnSpLocks/>
          </p:cNvCxnSpPr>
          <p:nvPr userDrawn="1"/>
        </p:nvCxnSpPr>
        <p:spPr>
          <a:xfrm flipH="1">
            <a:off x="678825" y="4717902"/>
            <a:ext cx="3568700"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62" name="Text Placeholder 37">
            <a:extLst>
              <a:ext uri="{FF2B5EF4-FFF2-40B4-BE49-F238E27FC236}">
                <a16:creationId xmlns:a16="http://schemas.microsoft.com/office/drawing/2014/main" id="{706475DB-6D52-41D7-685D-D1BDE09BF73B}"/>
              </a:ext>
            </a:extLst>
          </p:cNvPr>
          <p:cNvSpPr>
            <a:spLocks noGrp="1"/>
          </p:cNvSpPr>
          <p:nvPr>
            <p:ph type="body" sz="quarter" idx="16" hasCustomPrompt="1"/>
          </p:nvPr>
        </p:nvSpPr>
        <p:spPr>
          <a:xfrm>
            <a:off x="678824" y="691497"/>
            <a:ext cx="4879179" cy="285646"/>
          </a:xfrm>
        </p:spPr>
        <p:txBody>
          <a:bodyPr>
            <a:normAutofit/>
          </a:bodyPr>
          <a:lstStyle>
            <a:lvl1pPr marL="0" indent="0" algn="r">
              <a:buNone/>
              <a:defRPr sz="1800" b="1">
                <a:solidFill>
                  <a:schemeClr val="tx1"/>
                </a:solidFill>
                <a:latin typeface="Barlow" panose="00000500000000000000" pitchFamily="2" charset="0"/>
              </a:defRPr>
            </a:lvl1pPr>
          </a:lstStyle>
          <a:p>
            <a:pPr lvl="0"/>
            <a:r>
              <a:rPr lang="en-US" dirty="0"/>
              <a:t>Click to add text</a:t>
            </a:r>
            <a:endParaRPr lang="en-IN" dirty="0"/>
          </a:p>
        </p:txBody>
      </p:sp>
      <p:sp>
        <p:nvSpPr>
          <p:cNvPr id="72" name="Text Placeholder 37">
            <a:extLst>
              <a:ext uri="{FF2B5EF4-FFF2-40B4-BE49-F238E27FC236}">
                <a16:creationId xmlns:a16="http://schemas.microsoft.com/office/drawing/2014/main" id="{15114829-AB75-D63C-02D3-823E159EF2E9}"/>
              </a:ext>
            </a:extLst>
          </p:cNvPr>
          <p:cNvSpPr>
            <a:spLocks noGrp="1"/>
          </p:cNvSpPr>
          <p:nvPr>
            <p:ph type="body" sz="quarter" idx="17" hasCustomPrompt="1"/>
          </p:nvPr>
        </p:nvSpPr>
        <p:spPr>
          <a:xfrm>
            <a:off x="678823" y="977143"/>
            <a:ext cx="4879180" cy="469070"/>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75" name="Text Placeholder 37">
            <a:extLst>
              <a:ext uri="{FF2B5EF4-FFF2-40B4-BE49-F238E27FC236}">
                <a16:creationId xmlns:a16="http://schemas.microsoft.com/office/drawing/2014/main" id="{8E221E9A-C8CC-27FC-AD39-A00E6087CDCF}"/>
              </a:ext>
            </a:extLst>
          </p:cNvPr>
          <p:cNvSpPr>
            <a:spLocks noGrp="1"/>
          </p:cNvSpPr>
          <p:nvPr>
            <p:ph type="body" sz="quarter" idx="18" hasCustomPrompt="1"/>
          </p:nvPr>
        </p:nvSpPr>
        <p:spPr>
          <a:xfrm>
            <a:off x="678824" y="2211296"/>
            <a:ext cx="4387417" cy="285646"/>
          </a:xfrm>
        </p:spPr>
        <p:txBody>
          <a:bodyPr>
            <a:normAutofit/>
          </a:bodyPr>
          <a:lstStyle>
            <a:lvl1pPr marL="0" indent="0" algn="r">
              <a:buNone/>
              <a:defRPr sz="1800" b="1">
                <a:solidFill>
                  <a:schemeClr val="tx1"/>
                </a:solidFill>
                <a:latin typeface="Barlow" panose="00000500000000000000" pitchFamily="2" charset="0"/>
              </a:defRPr>
            </a:lvl1pPr>
          </a:lstStyle>
          <a:p>
            <a:pPr lvl="0"/>
            <a:r>
              <a:rPr lang="en-US" dirty="0"/>
              <a:t>Click to add text</a:t>
            </a:r>
            <a:endParaRPr lang="en-IN" dirty="0"/>
          </a:p>
        </p:txBody>
      </p:sp>
      <p:sp>
        <p:nvSpPr>
          <p:cNvPr id="76" name="Text Placeholder 37">
            <a:extLst>
              <a:ext uri="{FF2B5EF4-FFF2-40B4-BE49-F238E27FC236}">
                <a16:creationId xmlns:a16="http://schemas.microsoft.com/office/drawing/2014/main" id="{B0A26A45-E5B0-871E-9BAD-C69DBDAF053F}"/>
              </a:ext>
            </a:extLst>
          </p:cNvPr>
          <p:cNvSpPr>
            <a:spLocks noGrp="1"/>
          </p:cNvSpPr>
          <p:nvPr>
            <p:ph type="body" sz="quarter" idx="19" hasCustomPrompt="1"/>
          </p:nvPr>
        </p:nvSpPr>
        <p:spPr>
          <a:xfrm>
            <a:off x="678823" y="2496942"/>
            <a:ext cx="4387418" cy="469070"/>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79" name="Text Placeholder 37">
            <a:extLst>
              <a:ext uri="{FF2B5EF4-FFF2-40B4-BE49-F238E27FC236}">
                <a16:creationId xmlns:a16="http://schemas.microsoft.com/office/drawing/2014/main" id="{6D7E3728-8D0D-D009-A046-34681F170E47}"/>
              </a:ext>
            </a:extLst>
          </p:cNvPr>
          <p:cNvSpPr>
            <a:spLocks noGrp="1"/>
          </p:cNvSpPr>
          <p:nvPr>
            <p:ph type="body" sz="quarter" idx="20" hasCustomPrompt="1"/>
          </p:nvPr>
        </p:nvSpPr>
        <p:spPr>
          <a:xfrm>
            <a:off x="678824" y="3713594"/>
            <a:ext cx="3887353" cy="285646"/>
          </a:xfrm>
        </p:spPr>
        <p:txBody>
          <a:bodyPr>
            <a:normAutofit/>
          </a:bodyPr>
          <a:lstStyle>
            <a:lvl1pPr marL="0" indent="0" algn="r">
              <a:buNone/>
              <a:defRPr sz="1800" b="1">
                <a:solidFill>
                  <a:schemeClr val="tx1"/>
                </a:solidFill>
                <a:latin typeface="Barlow" panose="00000500000000000000" pitchFamily="2" charset="0"/>
              </a:defRPr>
            </a:lvl1pPr>
          </a:lstStyle>
          <a:p>
            <a:pPr lvl="0"/>
            <a:r>
              <a:rPr lang="en-US" dirty="0"/>
              <a:t>Click to add text</a:t>
            </a:r>
            <a:endParaRPr lang="en-IN" dirty="0"/>
          </a:p>
        </p:txBody>
      </p:sp>
      <p:sp>
        <p:nvSpPr>
          <p:cNvPr id="80" name="Text Placeholder 37">
            <a:extLst>
              <a:ext uri="{FF2B5EF4-FFF2-40B4-BE49-F238E27FC236}">
                <a16:creationId xmlns:a16="http://schemas.microsoft.com/office/drawing/2014/main" id="{366D2E2B-E93A-7827-E869-A37A8A522EE9}"/>
              </a:ext>
            </a:extLst>
          </p:cNvPr>
          <p:cNvSpPr>
            <a:spLocks noGrp="1"/>
          </p:cNvSpPr>
          <p:nvPr>
            <p:ph type="body" sz="quarter" idx="21" hasCustomPrompt="1"/>
          </p:nvPr>
        </p:nvSpPr>
        <p:spPr>
          <a:xfrm>
            <a:off x="678823" y="3999240"/>
            <a:ext cx="3887354" cy="469070"/>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83" name="Text Placeholder 37">
            <a:extLst>
              <a:ext uri="{FF2B5EF4-FFF2-40B4-BE49-F238E27FC236}">
                <a16:creationId xmlns:a16="http://schemas.microsoft.com/office/drawing/2014/main" id="{3F5A52E8-9D57-660B-EB55-7DBE4CEF2EB5}"/>
              </a:ext>
            </a:extLst>
          </p:cNvPr>
          <p:cNvSpPr>
            <a:spLocks noGrp="1"/>
          </p:cNvSpPr>
          <p:nvPr>
            <p:ph type="body" sz="quarter" idx="22" hasCustomPrompt="1"/>
          </p:nvPr>
        </p:nvSpPr>
        <p:spPr>
          <a:xfrm>
            <a:off x="678825" y="5162048"/>
            <a:ext cx="3500694" cy="285646"/>
          </a:xfrm>
        </p:spPr>
        <p:txBody>
          <a:bodyPr>
            <a:normAutofit/>
          </a:bodyPr>
          <a:lstStyle>
            <a:lvl1pPr marL="0" indent="0" algn="r">
              <a:buNone/>
              <a:defRPr sz="1800" b="1">
                <a:solidFill>
                  <a:schemeClr val="tx1"/>
                </a:solidFill>
                <a:latin typeface="Barlow" panose="00000500000000000000" pitchFamily="2" charset="0"/>
              </a:defRPr>
            </a:lvl1pPr>
          </a:lstStyle>
          <a:p>
            <a:pPr lvl="0"/>
            <a:r>
              <a:rPr lang="en-US" dirty="0"/>
              <a:t>Click to add text</a:t>
            </a:r>
            <a:endParaRPr lang="en-IN" dirty="0"/>
          </a:p>
        </p:txBody>
      </p:sp>
      <p:sp>
        <p:nvSpPr>
          <p:cNvPr id="84" name="Text Placeholder 37">
            <a:extLst>
              <a:ext uri="{FF2B5EF4-FFF2-40B4-BE49-F238E27FC236}">
                <a16:creationId xmlns:a16="http://schemas.microsoft.com/office/drawing/2014/main" id="{51925A67-D207-7369-FBB0-70EE2A3BC4E8}"/>
              </a:ext>
            </a:extLst>
          </p:cNvPr>
          <p:cNvSpPr>
            <a:spLocks noGrp="1"/>
          </p:cNvSpPr>
          <p:nvPr>
            <p:ph type="body" sz="quarter" idx="23" hasCustomPrompt="1"/>
          </p:nvPr>
        </p:nvSpPr>
        <p:spPr>
          <a:xfrm>
            <a:off x="678823" y="5447694"/>
            <a:ext cx="3500695" cy="469070"/>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90" name="Text Placeholder 88">
            <a:extLst>
              <a:ext uri="{FF2B5EF4-FFF2-40B4-BE49-F238E27FC236}">
                <a16:creationId xmlns:a16="http://schemas.microsoft.com/office/drawing/2014/main" id="{2ADD3D66-3DFC-D491-E6D3-3248F45B9C93}"/>
              </a:ext>
            </a:extLst>
          </p:cNvPr>
          <p:cNvSpPr>
            <a:spLocks noGrp="1"/>
          </p:cNvSpPr>
          <p:nvPr>
            <p:ph type="body" sz="quarter" idx="31" hasCustomPrompt="1"/>
          </p:nvPr>
        </p:nvSpPr>
        <p:spPr>
          <a:xfrm>
            <a:off x="7222826" y="5125408"/>
            <a:ext cx="1863725" cy="290512"/>
          </a:xfrm>
        </p:spPr>
        <p:txBody>
          <a:bodyPr>
            <a:noAutofit/>
          </a:bodyPr>
          <a:lstStyle>
            <a:lvl1pPr marL="0" indent="0" algn="ctr">
              <a:buNone/>
              <a:defRPr sz="1400">
                <a:solidFill>
                  <a:schemeClr val="bg1"/>
                </a:solidFill>
              </a:defRPr>
            </a:lvl1pPr>
          </a:lstStyle>
          <a:p>
            <a:pPr lvl="0"/>
            <a:r>
              <a:rPr lang="en-US" dirty="0"/>
              <a:t>Description</a:t>
            </a:r>
            <a:endParaRPr lang="en-IN" dirty="0"/>
          </a:p>
        </p:txBody>
      </p:sp>
    </p:spTree>
    <p:extLst>
      <p:ext uri="{BB962C8B-B14F-4D97-AF65-F5344CB8AC3E}">
        <p14:creationId xmlns:p14="http://schemas.microsoft.com/office/powerpoint/2010/main" val="81588897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_Image + Content">
    <p:spTree>
      <p:nvGrpSpPr>
        <p:cNvPr id="1" name=""/>
        <p:cNvGrpSpPr/>
        <p:nvPr/>
      </p:nvGrpSpPr>
      <p:grpSpPr>
        <a:xfrm>
          <a:off x="0" y="0"/>
          <a:ext cx="0" cy="0"/>
          <a:chOff x="0" y="0"/>
          <a:chExt cx="0" cy="0"/>
        </a:xfrm>
      </p:grpSpPr>
      <p:sp>
        <p:nvSpPr>
          <p:cNvPr id="3" name="Parallelogram 2">
            <a:extLst>
              <a:ext uri="{FF2B5EF4-FFF2-40B4-BE49-F238E27FC236}">
                <a16:creationId xmlns:a16="http://schemas.microsoft.com/office/drawing/2014/main" id="{06681D1E-CCB4-8F17-75CC-7BB8D076C27A}"/>
              </a:ext>
            </a:extLst>
          </p:cNvPr>
          <p:cNvSpPr/>
          <p:nvPr userDrawn="1"/>
        </p:nvSpPr>
        <p:spPr>
          <a:xfrm>
            <a:off x="8921623" y="4626433"/>
            <a:ext cx="1592758" cy="1555292"/>
          </a:xfrm>
          <a:prstGeom prst="parallelogram">
            <a:avLst>
              <a:gd name="adj" fmla="val 32821"/>
            </a:avLst>
          </a:prstGeom>
          <a:solidFill>
            <a:schemeClr val="tx2">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74320" tIns="1828800" rIns="274320" bIns="0" rtlCol="0" anchor="t" anchorCtr="0"/>
          <a:lstStyle/>
          <a:p>
            <a:pPr>
              <a:spcBef>
                <a:spcPts val="2400"/>
              </a:spcBef>
            </a:pPr>
            <a:endParaRPr lang="en-ID" sz="1600" b="1">
              <a:solidFill>
                <a:srgbClr val="FFFFFF"/>
              </a:solidFill>
              <a:latin typeface="Segoe UI" panose="020B0502040204020203" pitchFamily="34" charset="0"/>
              <a:ea typeface="Open Sans" charset="0"/>
              <a:cs typeface="Segoe UI" panose="020B0502040204020203" pitchFamily="34" charset="0"/>
            </a:endParaRPr>
          </a:p>
        </p:txBody>
      </p:sp>
      <p:sp>
        <p:nvSpPr>
          <p:cNvPr id="7" name="Picture Placeholder 6">
            <a:extLst>
              <a:ext uri="{FF2B5EF4-FFF2-40B4-BE49-F238E27FC236}">
                <a16:creationId xmlns:a16="http://schemas.microsoft.com/office/drawing/2014/main" id="{A7AE8C84-3C26-4742-1E75-3369D8085788}"/>
              </a:ext>
            </a:extLst>
          </p:cNvPr>
          <p:cNvSpPr>
            <a:spLocks noGrp="1"/>
          </p:cNvSpPr>
          <p:nvPr>
            <p:ph type="pic" sz="quarter" idx="10"/>
          </p:nvPr>
        </p:nvSpPr>
        <p:spPr>
          <a:xfrm>
            <a:off x="4469157" y="-1"/>
            <a:ext cx="7114233" cy="6868049"/>
          </a:xfrm>
          <a:custGeom>
            <a:avLst/>
            <a:gdLst>
              <a:gd name="connsiteX0" fmla="*/ 0 w 5858189"/>
              <a:gd name="connsiteY0" fmla="*/ 6858000 h 6858000"/>
              <a:gd name="connsiteX1" fmla="*/ 1464547 w 5858189"/>
              <a:gd name="connsiteY1" fmla="*/ 0 h 6858000"/>
              <a:gd name="connsiteX2" fmla="*/ 5858189 w 5858189"/>
              <a:gd name="connsiteY2" fmla="*/ 0 h 6858000"/>
              <a:gd name="connsiteX3" fmla="*/ 4393642 w 5858189"/>
              <a:gd name="connsiteY3" fmla="*/ 6858000 h 6858000"/>
              <a:gd name="connsiteX4" fmla="*/ 0 w 5858189"/>
              <a:gd name="connsiteY4" fmla="*/ 6858000 h 6858000"/>
              <a:gd name="connsiteX0" fmla="*/ 0 w 5858189"/>
              <a:gd name="connsiteY0" fmla="*/ 6858000 h 6858000"/>
              <a:gd name="connsiteX1" fmla="*/ 1786094 w 5858189"/>
              <a:gd name="connsiteY1" fmla="*/ 20097 h 6858000"/>
              <a:gd name="connsiteX2" fmla="*/ 5858189 w 5858189"/>
              <a:gd name="connsiteY2" fmla="*/ 0 h 6858000"/>
              <a:gd name="connsiteX3" fmla="*/ 4393642 w 5858189"/>
              <a:gd name="connsiteY3" fmla="*/ 6858000 h 6858000"/>
              <a:gd name="connsiteX4" fmla="*/ 0 w 5858189"/>
              <a:gd name="connsiteY4" fmla="*/ 6858000 h 6858000"/>
              <a:gd name="connsiteX0" fmla="*/ 0 w 6320414"/>
              <a:gd name="connsiteY0" fmla="*/ 6878097 h 6878097"/>
              <a:gd name="connsiteX1" fmla="*/ 2248319 w 6320414"/>
              <a:gd name="connsiteY1" fmla="*/ 20097 h 6878097"/>
              <a:gd name="connsiteX2" fmla="*/ 6320414 w 6320414"/>
              <a:gd name="connsiteY2" fmla="*/ 0 h 6878097"/>
              <a:gd name="connsiteX3" fmla="*/ 4855867 w 6320414"/>
              <a:gd name="connsiteY3" fmla="*/ 6858000 h 6878097"/>
              <a:gd name="connsiteX4" fmla="*/ 0 w 6320414"/>
              <a:gd name="connsiteY4" fmla="*/ 6878097 h 6878097"/>
              <a:gd name="connsiteX0" fmla="*/ 0 w 6320414"/>
              <a:gd name="connsiteY0" fmla="*/ 6878097 h 6878097"/>
              <a:gd name="connsiteX1" fmla="*/ 2248319 w 6320414"/>
              <a:gd name="connsiteY1" fmla="*/ 20097 h 6878097"/>
              <a:gd name="connsiteX2" fmla="*/ 6320414 w 6320414"/>
              <a:gd name="connsiteY2" fmla="*/ 0 h 6878097"/>
              <a:gd name="connsiteX3" fmla="*/ 4886012 w 6320414"/>
              <a:gd name="connsiteY3" fmla="*/ 6868048 h 6878097"/>
              <a:gd name="connsiteX4" fmla="*/ 0 w 6320414"/>
              <a:gd name="connsiteY4" fmla="*/ 6878097 h 6878097"/>
              <a:gd name="connsiteX0" fmla="*/ 0 w 7114233"/>
              <a:gd name="connsiteY0" fmla="*/ 6868049 h 6868049"/>
              <a:gd name="connsiteX1" fmla="*/ 2248319 w 7114233"/>
              <a:gd name="connsiteY1" fmla="*/ 10049 h 6868049"/>
              <a:gd name="connsiteX2" fmla="*/ 7114233 w 7114233"/>
              <a:gd name="connsiteY2" fmla="*/ 0 h 6868049"/>
              <a:gd name="connsiteX3" fmla="*/ 4886012 w 7114233"/>
              <a:gd name="connsiteY3" fmla="*/ 6858000 h 6868049"/>
              <a:gd name="connsiteX4" fmla="*/ 0 w 7114233"/>
              <a:gd name="connsiteY4" fmla="*/ 6868049 h 6868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4233" h="6868049">
                <a:moveTo>
                  <a:pt x="0" y="6868049"/>
                </a:moveTo>
                <a:lnTo>
                  <a:pt x="2248319" y="10049"/>
                </a:lnTo>
                <a:lnTo>
                  <a:pt x="7114233" y="0"/>
                </a:lnTo>
                <a:lnTo>
                  <a:pt x="4886012" y="6858000"/>
                </a:lnTo>
                <a:lnTo>
                  <a:pt x="0" y="6868049"/>
                </a:lnTo>
                <a:close/>
              </a:path>
            </a:pathLst>
          </a:custGeom>
        </p:spPr>
        <p:txBody>
          <a:bodyPr/>
          <a:lstStyle/>
          <a:p>
            <a:endParaRPr lang="en-IN" dirty="0"/>
          </a:p>
        </p:txBody>
      </p:sp>
      <p:sp>
        <p:nvSpPr>
          <p:cNvPr id="2" name="Title 1">
            <a:extLst>
              <a:ext uri="{FF2B5EF4-FFF2-40B4-BE49-F238E27FC236}">
                <a16:creationId xmlns:a16="http://schemas.microsoft.com/office/drawing/2014/main" id="{F4F918E0-D41A-17E7-5AE7-19226146F999}"/>
              </a:ext>
            </a:extLst>
          </p:cNvPr>
          <p:cNvSpPr txBox="1">
            <a:spLocks/>
          </p:cNvSpPr>
          <p:nvPr userDrawn="1"/>
        </p:nvSpPr>
        <p:spPr>
          <a:xfrm>
            <a:off x="707679" y="1980905"/>
            <a:ext cx="4484082" cy="984885"/>
          </a:xfrm>
          <a:prstGeom prst="rect">
            <a:avLst/>
          </a:prstGeom>
        </p:spPr>
        <p:txBody>
          <a:bodyPr vert="horz" wrap="square" lIns="0" tIns="0" rIns="0" bIns="0" rtlCol="0" anchor="ctr" anchorCtr="0">
            <a:spAutoFit/>
          </a:bodyPr>
          <a:lstStyle>
            <a:lvl1pPr algn="l" defTabSz="914400" rtl="0" eaLnBrk="1" latinLnBrk="0" hangingPunct="1">
              <a:lnSpc>
                <a:spcPct val="100000"/>
              </a:lnSpc>
              <a:spcBef>
                <a:spcPct val="0"/>
              </a:spcBef>
              <a:buNone/>
              <a:defRPr lang="en-US" sz="3200" b="1" kern="1200" dirty="0">
                <a:solidFill>
                  <a:schemeClr val="bg1"/>
                </a:solidFill>
                <a:latin typeface="Barlow Medium" panose="00000600000000000000" pitchFamily="2" charset="0"/>
                <a:ea typeface="+mj-ea"/>
                <a:cs typeface="+mj-cs"/>
              </a:defRPr>
            </a:lvl1pPr>
          </a:lstStyle>
          <a:p>
            <a:r>
              <a:rPr lang="en-US">
                <a:solidFill>
                  <a:schemeClr val="tx1"/>
                </a:solidFill>
              </a:rPr>
              <a:t>Click to edit </a:t>
            </a:r>
            <a:br>
              <a:rPr lang="en-US">
                <a:solidFill>
                  <a:schemeClr val="tx1"/>
                </a:solidFill>
              </a:rPr>
            </a:br>
            <a:r>
              <a:rPr lang="en-US">
                <a:solidFill>
                  <a:schemeClr val="tx1"/>
                </a:solidFill>
              </a:rPr>
              <a:t>Master title style</a:t>
            </a:r>
          </a:p>
        </p:txBody>
      </p:sp>
      <p:sp>
        <p:nvSpPr>
          <p:cNvPr id="4" name="Subtitle 2">
            <a:extLst>
              <a:ext uri="{FF2B5EF4-FFF2-40B4-BE49-F238E27FC236}">
                <a16:creationId xmlns:a16="http://schemas.microsoft.com/office/drawing/2014/main" id="{C7B10A87-351F-C852-4078-7A30074E9F75}"/>
              </a:ext>
            </a:extLst>
          </p:cNvPr>
          <p:cNvSpPr>
            <a:spLocks noGrp="1"/>
          </p:cNvSpPr>
          <p:nvPr>
            <p:ph type="subTitle" idx="1"/>
          </p:nvPr>
        </p:nvSpPr>
        <p:spPr>
          <a:xfrm>
            <a:off x="707679" y="3688881"/>
            <a:ext cx="3569682" cy="648126"/>
          </a:xfrm>
        </p:spPr>
        <p:txBody>
          <a:bodyPr wrap="square">
            <a:spAutoFit/>
          </a:bodyPr>
          <a:lstStyle>
            <a:lvl1pPr marL="270000" indent="-270000" algn="l">
              <a:spcBef>
                <a:spcPts val="600"/>
              </a:spcBef>
              <a:buFont typeface="Arial" panose="020B0604020202020204" pitchFamily="34" charset="0"/>
              <a:buChar char="•"/>
              <a:defRPr sz="20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5" name="Picture Placeholder 3">
            <a:extLst>
              <a:ext uri="{FF2B5EF4-FFF2-40B4-BE49-F238E27FC236}">
                <a16:creationId xmlns:a16="http://schemas.microsoft.com/office/drawing/2014/main" id="{CF6DA02F-DCAD-DC34-233F-A8B5B933619D}"/>
              </a:ext>
            </a:extLst>
          </p:cNvPr>
          <p:cNvSpPr>
            <a:spLocks noGrp="1"/>
          </p:cNvSpPr>
          <p:nvPr>
            <p:ph type="pic" sz="quarter" idx="32"/>
          </p:nvPr>
        </p:nvSpPr>
        <p:spPr>
          <a:xfrm>
            <a:off x="6621458" y="4188053"/>
            <a:ext cx="4032071" cy="1773425"/>
          </a:xfrm>
          <a:custGeom>
            <a:avLst/>
            <a:gdLst>
              <a:gd name="connsiteX0" fmla="*/ 0 w 3793532"/>
              <a:gd name="connsiteY0" fmla="*/ 1763486 h 1763486"/>
              <a:gd name="connsiteX1" fmla="*/ 440872 w 3793532"/>
              <a:gd name="connsiteY1" fmla="*/ 0 h 1763486"/>
              <a:gd name="connsiteX2" fmla="*/ 3793532 w 3793532"/>
              <a:gd name="connsiteY2" fmla="*/ 0 h 1763486"/>
              <a:gd name="connsiteX3" fmla="*/ 3352661 w 3793532"/>
              <a:gd name="connsiteY3" fmla="*/ 1763486 h 1763486"/>
              <a:gd name="connsiteX4" fmla="*/ 0 w 3793532"/>
              <a:gd name="connsiteY4" fmla="*/ 1763486 h 1763486"/>
              <a:gd name="connsiteX0" fmla="*/ 0 w 3892923"/>
              <a:gd name="connsiteY0" fmla="*/ 1773425 h 1773425"/>
              <a:gd name="connsiteX1" fmla="*/ 540263 w 3892923"/>
              <a:gd name="connsiteY1" fmla="*/ 0 h 1773425"/>
              <a:gd name="connsiteX2" fmla="*/ 3892923 w 3892923"/>
              <a:gd name="connsiteY2" fmla="*/ 0 h 1773425"/>
              <a:gd name="connsiteX3" fmla="*/ 3452052 w 3892923"/>
              <a:gd name="connsiteY3" fmla="*/ 1763486 h 1773425"/>
              <a:gd name="connsiteX4" fmla="*/ 0 w 3892923"/>
              <a:gd name="connsiteY4" fmla="*/ 1773425 h 1773425"/>
              <a:gd name="connsiteX0" fmla="*/ 0 w 3892923"/>
              <a:gd name="connsiteY0" fmla="*/ 1773425 h 1773425"/>
              <a:gd name="connsiteX1" fmla="*/ 580019 w 3892923"/>
              <a:gd name="connsiteY1" fmla="*/ 0 h 1773425"/>
              <a:gd name="connsiteX2" fmla="*/ 3892923 w 3892923"/>
              <a:gd name="connsiteY2" fmla="*/ 0 h 1773425"/>
              <a:gd name="connsiteX3" fmla="*/ 3452052 w 3892923"/>
              <a:gd name="connsiteY3" fmla="*/ 1763486 h 1773425"/>
              <a:gd name="connsiteX4" fmla="*/ 0 w 3892923"/>
              <a:gd name="connsiteY4" fmla="*/ 1773425 h 1773425"/>
              <a:gd name="connsiteX0" fmla="*/ 0 w 4022132"/>
              <a:gd name="connsiteY0" fmla="*/ 1773425 h 1773425"/>
              <a:gd name="connsiteX1" fmla="*/ 580019 w 4022132"/>
              <a:gd name="connsiteY1" fmla="*/ 0 h 1773425"/>
              <a:gd name="connsiteX2" fmla="*/ 4022132 w 4022132"/>
              <a:gd name="connsiteY2" fmla="*/ 0 h 1773425"/>
              <a:gd name="connsiteX3" fmla="*/ 3452052 w 4022132"/>
              <a:gd name="connsiteY3" fmla="*/ 1763486 h 1773425"/>
              <a:gd name="connsiteX4" fmla="*/ 0 w 4022132"/>
              <a:gd name="connsiteY4" fmla="*/ 1773425 h 1773425"/>
              <a:gd name="connsiteX0" fmla="*/ 0 w 4032071"/>
              <a:gd name="connsiteY0" fmla="*/ 1773425 h 1773425"/>
              <a:gd name="connsiteX1" fmla="*/ 580019 w 4032071"/>
              <a:gd name="connsiteY1" fmla="*/ 0 h 1773425"/>
              <a:gd name="connsiteX2" fmla="*/ 4032071 w 4032071"/>
              <a:gd name="connsiteY2" fmla="*/ 0 h 1773425"/>
              <a:gd name="connsiteX3" fmla="*/ 3452052 w 4032071"/>
              <a:gd name="connsiteY3" fmla="*/ 1763486 h 1773425"/>
              <a:gd name="connsiteX4" fmla="*/ 0 w 4032071"/>
              <a:gd name="connsiteY4" fmla="*/ 1773425 h 1773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2071" h="1773425">
                <a:moveTo>
                  <a:pt x="0" y="1773425"/>
                </a:moveTo>
                <a:lnTo>
                  <a:pt x="580019" y="0"/>
                </a:lnTo>
                <a:lnTo>
                  <a:pt x="4032071" y="0"/>
                </a:lnTo>
                <a:lnTo>
                  <a:pt x="3452052" y="1763486"/>
                </a:lnTo>
                <a:lnTo>
                  <a:pt x="0" y="1773425"/>
                </a:lnTo>
                <a:close/>
              </a:path>
            </a:pathLst>
          </a:custGeom>
          <a:solidFill>
            <a:schemeClr val="tx2"/>
          </a:solidFill>
        </p:spPr>
        <p:txBody>
          <a:bodyPr/>
          <a:lstStyle/>
          <a:p>
            <a:endParaRPr lang="en-IN"/>
          </a:p>
        </p:txBody>
      </p:sp>
      <p:sp>
        <p:nvSpPr>
          <p:cNvPr id="6" name="Content Placeholder 41">
            <a:extLst>
              <a:ext uri="{FF2B5EF4-FFF2-40B4-BE49-F238E27FC236}">
                <a16:creationId xmlns:a16="http://schemas.microsoft.com/office/drawing/2014/main" id="{3CC5A66C-91EE-7C8A-F453-80BDC9A0F6D6}"/>
              </a:ext>
            </a:extLst>
          </p:cNvPr>
          <p:cNvSpPr>
            <a:spLocks noGrp="1"/>
          </p:cNvSpPr>
          <p:nvPr>
            <p:ph sz="quarter" idx="11" hasCustomPrompt="1"/>
          </p:nvPr>
        </p:nvSpPr>
        <p:spPr>
          <a:xfrm>
            <a:off x="9304338" y="4775200"/>
            <a:ext cx="642937" cy="642938"/>
          </a:xfrm>
        </p:spPr>
        <p:txBody>
          <a:bodyPr>
            <a:noAutofit/>
          </a:bodyPr>
          <a:lstStyle>
            <a:lvl1pPr marL="0" indent="0" algn="ctr">
              <a:buNone/>
              <a:defRPr sz="1100">
                <a:solidFill>
                  <a:schemeClr val="bg1"/>
                </a:solidFill>
              </a:defRPr>
            </a:lvl1pPr>
          </a:lstStyle>
          <a:p>
            <a:pPr lvl="0"/>
            <a:r>
              <a:rPr lang="en-US" dirty="0"/>
              <a:t>Insert Icon here</a:t>
            </a:r>
            <a:endParaRPr lang="en-IN" dirty="0"/>
          </a:p>
        </p:txBody>
      </p:sp>
      <p:sp>
        <p:nvSpPr>
          <p:cNvPr id="8" name="Title 1">
            <a:extLst>
              <a:ext uri="{FF2B5EF4-FFF2-40B4-BE49-F238E27FC236}">
                <a16:creationId xmlns:a16="http://schemas.microsoft.com/office/drawing/2014/main" id="{44D90839-F5BF-9915-3E15-35E36DE98B1E}"/>
              </a:ext>
            </a:extLst>
          </p:cNvPr>
          <p:cNvSpPr>
            <a:spLocks noGrp="1"/>
          </p:cNvSpPr>
          <p:nvPr>
            <p:ph type="ctrTitle" hasCustomPrompt="1"/>
          </p:nvPr>
        </p:nvSpPr>
        <p:spPr>
          <a:xfrm>
            <a:off x="7224766" y="4681675"/>
            <a:ext cx="1863426" cy="276999"/>
          </a:xfrm>
          <a:prstGeom prst="rect">
            <a:avLst/>
          </a:prstGeom>
        </p:spPr>
        <p:txBody>
          <a:bodyPr vert="horz" wrap="square" lIns="0" tIns="0" rIns="0" bIns="0" rtlCol="0" anchor="t" anchorCtr="0">
            <a:spAutoFit/>
          </a:bodyPr>
          <a:lstStyle>
            <a:lvl1pPr algn="ctr">
              <a:lnSpc>
                <a:spcPct val="100000"/>
              </a:lnSpc>
              <a:defRPr lang="en-US" sz="2000" b="1" kern="1200" dirty="0">
                <a:solidFill>
                  <a:schemeClr val="bg1"/>
                </a:solidFill>
                <a:latin typeface="Barlow" panose="00000500000000000000" pitchFamily="2" charset="0"/>
                <a:ea typeface="Open Sans" pitchFamily="2" charset="0"/>
                <a:cs typeface="Open Sans" pitchFamily="2" charset="0"/>
              </a:defRPr>
            </a:lvl1pPr>
          </a:lstStyle>
          <a:p>
            <a:pPr marL="0" lvl="0" indent="0" algn="ctr" defTabSz="914400" rtl="0" eaLnBrk="1" latinLnBrk="0" hangingPunct="1">
              <a:lnSpc>
                <a:spcPct val="90000"/>
              </a:lnSpc>
              <a:spcBef>
                <a:spcPts val="1000"/>
              </a:spcBef>
              <a:buFont typeface="Arial" panose="020B0604020202020204" pitchFamily="34" charset="0"/>
              <a:buNone/>
            </a:pPr>
            <a:r>
              <a:rPr lang="en-GB" dirty="0"/>
              <a:t>Heading</a:t>
            </a:r>
            <a:endParaRPr lang="en-US" dirty="0"/>
          </a:p>
        </p:txBody>
      </p:sp>
      <p:sp>
        <p:nvSpPr>
          <p:cNvPr id="9" name="Text Placeholder 88">
            <a:extLst>
              <a:ext uri="{FF2B5EF4-FFF2-40B4-BE49-F238E27FC236}">
                <a16:creationId xmlns:a16="http://schemas.microsoft.com/office/drawing/2014/main" id="{483D2CC2-F18D-4036-A661-8DA661457BC7}"/>
              </a:ext>
            </a:extLst>
          </p:cNvPr>
          <p:cNvSpPr>
            <a:spLocks noGrp="1"/>
          </p:cNvSpPr>
          <p:nvPr>
            <p:ph type="body" sz="quarter" idx="31" hasCustomPrompt="1"/>
          </p:nvPr>
        </p:nvSpPr>
        <p:spPr>
          <a:xfrm>
            <a:off x="7222826" y="5125408"/>
            <a:ext cx="1863725" cy="290512"/>
          </a:xfrm>
        </p:spPr>
        <p:txBody>
          <a:bodyPr>
            <a:noAutofit/>
          </a:bodyPr>
          <a:lstStyle>
            <a:lvl1pPr marL="0" indent="0" algn="ctr">
              <a:buNone/>
              <a:defRPr sz="1400">
                <a:solidFill>
                  <a:schemeClr val="bg1"/>
                </a:solidFill>
              </a:defRPr>
            </a:lvl1pPr>
          </a:lstStyle>
          <a:p>
            <a:pPr lvl="0"/>
            <a:r>
              <a:rPr lang="en-US" dirty="0"/>
              <a:t>Description</a:t>
            </a:r>
            <a:endParaRPr lang="en-IN" dirty="0"/>
          </a:p>
        </p:txBody>
      </p:sp>
    </p:spTree>
    <p:extLst>
      <p:ext uri="{BB962C8B-B14F-4D97-AF65-F5344CB8AC3E}">
        <p14:creationId xmlns:p14="http://schemas.microsoft.com/office/powerpoint/2010/main" val="419144461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6_Image + Content">
    <p:bg>
      <p:bgPr>
        <a:gradFill>
          <a:gsLst>
            <a:gs pos="100000">
              <a:schemeClr val="tx2"/>
            </a:gs>
            <a:gs pos="0">
              <a:schemeClr val="tx2">
                <a:lumMod val="75000"/>
              </a:schemeClr>
            </a:gs>
          </a:gsLst>
          <a:lin ang="5400000" scaled="1"/>
        </a:gra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7AE8C84-3C26-4742-1E75-3369D8085788}"/>
              </a:ext>
            </a:extLst>
          </p:cNvPr>
          <p:cNvSpPr>
            <a:spLocks noGrp="1"/>
          </p:cNvSpPr>
          <p:nvPr>
            <p:ph type="pic" sz="quarter" idx="10"/>
          </p:nvPr>
        </p:nvSpPr>
        <p:spPr>
          <a:xfrm>
            <a:off x="4469157" y="-1"/>
            <a:ext cx="7114233" cy="6868049"/>
          </a:xfrm>
          <a:custGeom>
            <a:avLst/>
            <a:gdLst>
              <a:gd name="connsiteX0" fmla="*/ 0 w 5858189"/>
              <a:gd name="connsiteY0" fmla="*/ 6858000 h 6858000"/>
              <a:gd name="connsiteX1" fmla="*/ 1464547 w 5858189"/>
              <a:gd name="connsiteY1" fmla="*/ 0 h 6858000"/>
              <a:gd name="connsiteX2" fmla="*/ 5858189 w 5858189"/>
              <a:gd name="connsiteY2" fmla="*/ 0 h 6858000"/>
              <a:gd name="connsiteX3" fmla="*/ 4393642 w 5858189"/>
              <a:gd name="connsiteY3" fmla="*/ 6858000 h 6858000"/>
              <a:gd name="connsiteX4" fmla="*/ 0 w 5858189"/>
              <a:gd name="connsiteY4" fmla="*/ 6858000 h 6858000"/>
              <a:gd name="connsiteX0" fmla="*/ 0 w 5858189"/>
              <a:gd name="connsiteY0" fmla="*/ 6858000 h 6858000"/>
              <a:gd name="connsiteX1" fmla="*/ 1786094 w 5858189"/>
              <a:gd name="connsiteY1" fmla="*/ 20097 h 6858000"/>
              <a:gd name="connsiteX2" fmla="*/ 5858189 w 5858189"/>
              <a:gd name="connsiteY2" fmla="*/ 0 h 6858000"/>
              <a:gd name="connsiteX3" fmla="*/ 4393642 w 5858189"/>
              <a:gd name="connsiteY3" fmla="*/ 6858000 h 6858000"/>
              <a:gd name="connsiteX4" fmla="*/ 0 w 5858189"/>
              <a:gd name="connsiteY4" fmla="*/ 6858000 h 6858000"/>
              <a:gd name="connsiteX0" fmla="*/ 0 w 6320414"/>
              <a:gd name="connsiteY0" fmla="*/ 6878097 h 6878097"/>
              <a:gd name="connsiteX1" fmla="*/ 2248319 w 6320414"/>
              <a:gd name="connsiteY1" fmla="*/ 20097 h 6878097"/>
              <a:gd name="connsiteX2" fmla="*/ 6320414 w 6320414"/>
              <a:gd name="connsiteY2" fmla="*/ 0 h 6878097"/>
              <a:gd name="connsiteX3" fmla="*/ 4855867 w 6320414"/>
              <a:gd name="connsiteY3" fmla="*/ 6858000 h 6878097"/>
              <a:gd name="connsiteX4" fmla="*/ 0 w 6320414"/>
              <a:gd name="connsiteY4" fmla="*/ 6878097 h 6878097"/>
              <a:gd name="connsiteX0" fmla="*/ 0 w 6320414"/>
              <a:gd name="connsiteY0" fmla="*/ 6878097 h 6878097"/>
              <a:gd name="connsiteX1" fmla="*/ 2248319 w 6320414"/>
              <a:gd name="connsiteY1" fmla="*/ 20097 h 6878097"/>
              <a:gd name="connsiteX2" fmla="*/ 6320414 w 6320414"/>
              <a:gd name="connsiteY2" fmla="*/ 0 h 6878097"/>
              <a:gd name="connsiteX3" fmla="*/ 4886012 w 6320414"/>
              <a:gd name="connsiteY3" fmla="*/ 6868048 h 6878097"/>
              <a:gd name="connsiteX4" fmla="*/ 0 w 6320414"/>
              <a:gd name="connsiteY4" fmla="*/ 6878097 h 6878097"/>
              <a:gd name="connsiteX0" fmla="*/ 0 w 7114233"/>
              <a:gd name="connsiteY0" fmla="*/ 6868049 h 6868049"/>
              <a:gd name="connsiteX1" fmla="*/ 2248319 w 7114233"/>
              <a:gd name="connsiteY1" fmla="*/ 10049 h 6868049"/>
              <a:gd name="connsiteX2" fmla="*/ 7114233 w 7114233"/>
              <a:gd name="connsiteY2" fmla="*/ 0 h 6868049"/>
              <a:gd name="connsiteX3" fmla="*/ 4886012 w 7114233"/>
              <a:gd name="connsiteY3" fmla="*/ 6858000 h 6868049"/>
              <a:gd name="connsiteX4" fmla="*/ 0 w 7114233"/>
              <a:gd name="connsiteY4" fmla="*/ 6868049 h 6868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4233" h="6868049">
                <a:moveTo>
                  <a:pt x="0" y="6868049"/>
                </a:moveTo>
                <a:lnTo>
                  <a:pt x="2248319" y="10049"/>
                </a:lnTo>
                <a:lnTo>
                  <a:pt x="7114233" y="0"/>
                </a:lnTo>
                <a:lnTo>
                  <a:pt x="4886012" y="6858000"/>
                </a:lnTo>
                <a:lnTo>
                  <a:pt x="0" y="6868049"/>
                </a:lnTo>
                <a:close/>
              </a:path>
            </a:pathLst>
          </a:custGeom>
          <a:solidFill>
            <a:schemeClr val="bg1">
              <a:alpha val="20000"/>
            </a:schemeClr>
          </a:solidFill>
        </p:spPr>
        <p:txBody>
          <a:bodyPr/>
          <a:lstStyle/>
          <a:p>
            <a:endParaRPr lang="en-IN" dirty="0"/>
          </a:p>
        </p:txBody>
      </p:sp>
      <p:sp>
        <p:nvSpPr>
          <p:cNvPr id="2" name="Title 1">
            <a:extLst>
              <a:ext uri="{FF2B5EF4-FFF2-40B4-BE49-F238E27FC236}">
                <a16:creationId xmlns:a16="http://schemas.microsoft.com/office/drawing/2014/main" id="{31763772-1BB6-9FCE-D196-8B0635F8212F}"/>
              </a:ext>
            </a:extLst>
          </p:cNvPr>
          <p:cNvSpPr>
            <a:spLocks noGrp="1"/>
          </p:cNvSpPr>
          <p:nvPr>
            <p:ph type="ctrTitle" hasCustomPrompt="1"/>
          </p:nvPr>
        </p:nvSpPr>
        <p:spPr>
          <a:xfrm>
            <a:off x="707679" y="1980905"/>
            <a:ext cx="4484082" cy="984885"/>
          </a:xfrm>
          <a:prstGeom prst="rect">
            <a:avLst/>
          </a:prstGeom>
        </p:spPr>
        <p:txBody>
          <a:bodyPr vert="horz" wrap="square" lIns="0" tIns="0" rIns="0" bIns="0" rtlCol="0" anchor="ctr" anchorCtr="0">
            <a:spAutoFit/>
          </a:bodyPr>
          <a:lstStyle>
            <a:lvl1pPr algn="l">
              <a:lnSpc>
                <a:spcPct val="100000"/>
              </a:lnSpc>
              <a:defRPr lang="en-US" sz="3200" dirty="0">
                <a:solidFill>
                  <a:schemeClr val="bg1"/>
                </a:solidFill>
              </a:defRPr>
            </a:lvl1pPr>
          </a:lstStyle>
          <a:p>
            <a:pPr lvl="0"/>
            <a:r>
              <a:rPr lang="en-GB" dirty="0"/>
              <a:t>Click to edit </a:t>
            </a:r>
            <a:br>
              <a:rPr lang="en-GB" dirty="0"/>
            </a:br>
            <a:r>
              <a:rPr lang="en-GB" dirty="0"/>
              <a:t>Master title style</a:t>
            </a:r>
            <a:endParaRPr lang="en-US" dirty="0"/>
          </a:p>
        </p:txBody>
      </p:sp>
      <p:sp>
        <p:nvSpPr>
          <p:cNvPr id="4" name="Subtitle 2">
            <a:extLst>
              <a:ext uri="{FF2B5EF4-FFF2-40B4-BE49-F238E27FC236}">
                <a16:creationId xmlns:a16="http://schemas.microsoft.com/office/drawing/2014/main" id="{0D4EDA2E-020E-68F1-5959-A4717FEFC88E}"/>
              </a:ext>
            </a:extLst>
          </p:cNvPr>
          <p:cNvSpPr>
            <a:spLocks noGrp="1"/>
          </p:cNvSpPr>
          <p:nvPr>
            <p:ph type="subTitle" idx="1"/>
          </p:nvPr>
        </p:nvSpPr>
        <p:spPr>
          <a:xfrm>
            <a:off x="707679" y="3688881"/>
            <a:ext cx="3569682" cy="648126"/>
          </a:xfrm>
        </p:spPr>
        <p:txBody>
          <a:bodyPr wrap="square">
            <a:spAutoFit/>
          </a:bodyPr>
          <a:lstStyle>
            <a:lvl1pPr marL="270000" indent="-270000" algn="l">
              <a:spcBef>
                <a:spcPts val="600"/>
              </a:spcBef>
              <a:buFont typeface="Arial" panose="020B0604020202020204" pitchFamily="34" charset="0"/>
              <a:buChar char="•"/>
              <a:defRPr sz="20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Tree>
    <p:extLst>
      <p:ext uri="{BB962C8B-B14F-4D97-AF65-F5344CB8AC3E}">
        <p14:creationId xmlns:p14="http://schemas.microsoft.com/office/powerpoint/2010/main" val="1503454800"/>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3_Image + Content">
    <p:spTree>
      <p:nvGrpSpPr>
        <p:cNvPr id="1" name=""/>
        <p:cNvGrpSpPr/>
        <p:nvPr/>
      </p:nvGrpSpPr>
      <p:grpSpPr>
        <a:xfrm>
          <a:off x="0" y="0"/>
          <a:ext cx="0" cy="0"/>
          <a:chOff x="0" y="0"/>
          <a:chExt cx="0" cy="0"/>
        </a:xfrm>
      </p:grpSpPr>
      <p:sp>
        <p:nvSpPr>
          <p:cNvPr id="50" name="Text Placeholder 48">
            <a:extLst>
              <a:ext uri="{FF2B5EF4-FFF2-40B4-BE49-F238E27FC236}">
                <a16:creationId xmlns:a16="http://schemas.microsoft.com/office/drawing/2014/main" id="{C734AFB7-B581-3529-B7EB-48FCDF40B44F}"/>
              </a:ext>
            </a:extLst>
          </p:cNvPr>
          <p:cNvSpPr>
            <a:spLocks noGrp="1"/>
          </p:cNvSpPr>
          <p:nvPr>
            <p:ph type="body" sz="quarter" idx="13" hasCustomPrompt="1"/>
          </p:nvPr>
        </p:nvSpPr>
        <p:spPr>
          <a:xfrm>
            <a:off x="2802996" y="5094168"/>
            <a:ext cx="5058303" cy="792162"/>
          </a:xfrm>
          <a:solidFill>
            <a:schemeClr val="tx2"/>
          </a:solidFill>
        </p:spPr>
        <p:txBody>
          <a:bodyPr lIns="182880" rIns="182880" anchor="ctr"/>
          <a:lstStyle>
            <a:lvl1pPr marL="0" indent="0" algn="r">
              <a:buNone/>
              <a:defRPr b="1">
                <a:solidFill>
                  <a:schemeClr val="bg1"/>
                </a:solidFill>
                <a:latin typeface="Barlow ExtraBold" panose="00000900000000000000" pitchFamily="2" charset="0"/>
                <a:ea typeface="Open Sans" pitchFamily="2" charset="0"/>
                <a:cs typeface="Open Sans" pitchFamily="2" charset="0"/>
              </a:defRPr>
            </a:lvl1pPr>
          </a:lstStyle>
          <a:p>
            <a:pPr lvl="0"/>
            <a:r>
              <a:rPr lang="en-US" dirty="0"/>
              <a:t>Insert Text</a:t>
            </a:r>
            <a:endParaRPr lang="en-IN" dirty="0"/>
          </a:p>
        </p:txBody>
      </p:sp>
      <p:sp>
        <p:nvSpPr>
          <p:cNvPr id="49" name="Text Placeholder 48">
            <a:extLst>
              <a:ext uri="{FF2B5EF4-FFF2-40B4-BE49-F238E27FC236}">
                <a16:creationId xmlns:a16="http://schemas.microsoft.com/office/drawing/2014/main" id="{F3326ED7-A903-6A67-0638-B7FF90EB0914}"/>
              </a:ext>
            </a:extLst>
          </p:cNvPr>
          <p:cNvSpPr>
            <a:spLocks noGrp="1"/>
          </p:cNvSpPr>
          <p:nvPr>
            <p:ph type="body" sz="quarter" idx="12" hasCustomPrompt="1"/>
          </p:nvPr>
        </p:nvSpPr>
        <p:spPr>
          <a:xfrm>
            <a:off x="2792413" y="4214813"/>
            <a:ext cx="3376612" cy="792162"/>
          </a:xfrm>
          <a:solidFill>
            <a:schemeClr val="tx2"/>
          </a:solidFill>
        </p:spPr>
        <p:txBody>
          <a:bodyPr lIns="182880" rIns="182880" anchor="ctr"/>
          <a:lstStyle>
            <a:lvl1pPr marL="0" indent="0" algn="r">
              <a:buNone/>
              <a:defRPr b="1">
                <a:solidFill>
                  <a:schemeClr val="bg1"/>
                </a:solidFill>
                <a:latin typeface="Barlow ExtraBold" panose="00000900000000000000" pitchFamily="2" charset="0"/>
                <a:ea typeface="Open Sans" pitchFamily="2" charset="0"/>
                <a:cs typeface="Open Sans" pitchFamily="2" charset="0"/>
              </a:defRPr>
            </a:lvl1pPr>
          </a:lstStyle>
          <a:p>
            <a:pPr lvl="0"/>
            <a:r>
              <a:rPr lang="en-US" dirty="0"/>
              <a:t>Insert Text</a:t>
            </a:r>
            <a:endParaRPr lang="en-IN" dirty="0"/>
          </a:p>
        </p:txBody>
      </p:sp>
      <p:pic>
        <p:nvPicPr>
          <p:cNvPr id="12" name="Picture 11">
            <a:extLst>
              <a:ext uri="{FF2B5EF4-FFF2-40B4-BE49-F238E27FC236}">
                <a16:creationId xmlns:a16="http://schemas.microsoft.com/office/drawing/2014/main" id="{41A03414-4F71-643D-9A35-F2220E3928A0}"/>
              </a:ext>
            </a:extLst>
          </p:cNvPr>
          <p:cNvPicPr>
            <a:picLocks noChangeAspect="1"/>
          </p:cNvPicPr>
          <p:nvPr userDrawn="1"/>
        </p:nvPicPr>
        <p:blipFill>
          <a:blip r:embed="rId2">
            <a:alphaModFix amt="49000"/>
            <a:extLst>
              <a:ext uri="{28A0092B-C50C-407E-A947-70E740481C1C}">
                <a14:useLocalDpi xmlns:a14="http://schemas.microsoft.com/office/drawing/2010/main"/>
              </a:ext>
            </a:extLst>
          </a:blip>
          <a:stretch>
            <a:fillRect/>
          </a:stretch>
        </p:blipFill>
        <p:spPr>
          <a:xfrm rot="1065417" flipH="1">
            <a:off x="4240470" y="-171291"/>
            <a:ext cx="1138782" cy="7518105"/>
          </a:xfrm>
          <a:prstGeom prst="rect">
            <a:avLst/>
          </a:prstGeom>
        </p:spPr>
      </p:pic>
      <p:cxnSp>
        <p:nvCxnSpPr>
          <p:cNvPr id="16" name="Straight Connector 15">
            <a:extLst>
              <a:ext uri="{FF2B5EF4-FFF2-40B4-BE49-F238E27FC236}">
                <a16:creationId xmlns:a16="http://schemas.microsoft.com/office/drawing/2014/main" id="{C223FFE5-2205-50B6-2299-2A987682DD7D}"/>
              </a:ext>
            </a:extLst>
          </p:cNvPr>
          <p:cNvCxnSpPr/>
          <p:nvPr userDrawn="1"/>
        </p:nvCxnSpPr>
        <p:spPr>
          <a:xfrm>
            <a:off x="8759295" y="1195253"/>
            <a:ext cx="323705"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30F463E-CCD1-B7E1-3B71-D978A28406FD}"/>
              </a:ext>
            </a:extLst>
          </p:cNvPr>
          <p:cNvCxnSpPr>
            <a:cxnSpLocks/>
          </p:cNvCxnSpPr>
          <p:nvPr userDrawn="1"/>
        </p:nvCxnSpPr>
        <p:spPr>
          <a:xfrm>
            <a:off x="9073621" y="1195253"/>
            <a:ext cx="31051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4" name="Picture Placeholder 42">
            <a:extLst>
              <a:ext uri="{FF2B5EF4-FFF2-40B4-BE49-F238E27FC236}">
                <a16:creationId xmlns:a16="http://schemas.microsoft.com/office/drawing/2014/main" id="{F86504EF-BFC7-9B0B-7F13-2DDC8689144D}"/>
              </a:ext>
            </a:extLst>
          </p:cNvPr>
          <p:cNvSpPr>
            <a:spLocks noGrp="1"/>
          </p:cNvSpPr>
          <p:nvPr>
            <p:ph type="pic" sz="quarter" idx="11"/>
          </p:nvPr>
        </p:nvSpPr>
        <p:spPr>
          <a:xfrm>
            <a:off x="0" y="0"/>
            <a:ext cx="5408613" cy="6866313"/>
          </a:xfrm>
          <a:custGeom>
            <a:avLst/>
            <a:gdLst>
              <a:gd name="connsiteX0" fmla="*/ 0 w 5408613"/>
              <a:gd name="connsiteY0" fmla="*/ 6858000 h 6858000"/>
              <a:gd name="connsiteX1" fmla="*/ 1352153 w 5408613"/>
              <a:gd name="connsiteY1" fmla="*/ 0 h 6858000"/>
              <a:gd name="connsiteX2" fmla="*/ 5408613 w 5408613"/>
              <a:gd name="connsiteY2" fmla="*/ 0 h 6858000"/>
              <a:gd name="connsiteX3" fmla="*/ 4056460 w 5408613"/>
              <a:gd name="connsiteY3" fmla="*/ 6858000 h 6858000"/>
              <a:gd name="connsiteX4" fmla="*/ 0 w 5408613"/>
              <a:gd name="connsiteY4" fmla="*/ 6858000 h 6858000"/>
              <a:gd name="connsiteX0" fmla="*/ 0 w 5408613"/>
              <a:gd name="connsiteY0" fmla="*/ 6858000 h 6858000"/>
              <a:gd name="connsiteX1" fmla="*/ 5491 w 5408613"/>
              <a:gd name="connsiteY1" fmla="*/ 0 h 6858000"/>
              <a:gd name="connsiteX2" fmla="*/ 5408613 w 5408613"/>
              <a:gd name="connsiteY2" fmla="*/ 0 h 6858000"/>
              <a:gd name="connsiteX3" fmla="*/ 4056460 w 5408613"/>
              <a:gd name="connsiteY3" fmla="*/ 6858000 h 6858000"/>
              <a:gd name="connsiteX4" fmla="*/ 0 w 5408613"/>
              <a:gd name="connsiteY4" fmla="*/ 6858000 h 6858000"/>
              <a:gd name="connsiteX0" fmla="*/ 0 w 5408613"/>
              <a:gd name="connsiteY0" fmla="*/ 6858000 h 6866313"/>
              <a:gd name="connsiteX1" fmla="*/ 5491 w 5408613"/>
              <a:gd name="connsiteY1" fmla="*/ 0 h 6866313"/>
              <a:gd name="connsiteX2" fmla="*/ 5408613 w 5408613"/>
              <a:gd name="connsiteY2" fmla="*/ 0 h 6866313"/>
              <a:gd name="connsiteX3" fmla="*/ 3216875 w 5408613"/>
              <a:gd name="connsiteY3" fmla="*/ 6866313 h 6866313"/>
              <a:gd name="connsiteX4" fmla="*/ 0 w 5408613"/>
              <a:gd name="connsiteY4" fmla="*/ 6858000 h 68663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8613" h="6866313">
                <a:moveTo>
                  <a:pt x="0" y="6858000"/>
                </a:moveTo>
                <a:cubicBezTo>
                  <a:pt x="1830" y="4572000"/>
                  <a:pt x="3661" y="2286000"/>
                  <a:pt x="5491" y="0"/>
                </a:cubicBezTo>
                <a:lnTo>
                  <a:pt x="5408613" y="0"/>
                </a:lnTo>
                <a:lnTo>
                  <a:pt x="3216875" y="6866313"/>
                </a:lnTo>
                <a:lnTo>
                  <a:pt x="0" y="6858000"/>
                </a:lnTo>
                <a:close/>
              </a:path>
            </a:pathLst>
          </a:custGeom>
          <a:effectLst>
            <a:outerShdw blurRad="50800" dist="38100" dir="2700000" algn="tl" rotWithShape="0">
              <a:prstClr val="black">
                <a:alpha val="40000"/>
              </a:prstClr>
            </a:outerShdw>
          </a:effectLst>
        </p:spPr>
        <p:txBody>
          <a:bodyPr/>
          <a:lstStyle/>
          <a:p>
            <a:endParaRPr lang="en-IN"/>
          </a:p>
        </p:txBody>
      </p:sp>
      <p:sp>
        <p:nvSpPr>
          <p:cNvPr id="54" name="Text Placeholder 37">
            <a:extLst>
              <a:ext uri="{FF2B5EF4-FFF2-40B4-BE49-F238E27FC236}">
                <a16:creationId xmlns:a16="http://schemas.microsoft.com/office/drawing/2014/main" id="{98976037-0E5F-034D-7CE2-A1BC24444D7C}"/>
              </a:ext>
            </a:extLst>
          </p:cNvPr>
          <p:cNvSpPr>
            <a:spLocks noGrp="1"/>
          </p:cNvSpPr>
          <p:nvPr>
            <p:ph type="body" sz="quarter" idx="21" hasCustomPrompt="1"/>
          </p:nvPr>
        </p:nvSpPr>
        <p:spPr>
          <a:xfrm>
            <a:off x="8633394" y="1316647"/>
            <a:ext cx="2902459" cy="469070"/>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96" name="Text Placeholder 37">
            <a:extLst>
              <a:ext uri="{FF2B5EF4-FFF2-40B4-BE49-F238E27FC236}">
                <a16:creationId xmlns:a16="http://schemas.microsoft.com/office/drawing/2014/main" id="{D888971C-B70A-072E-DF4A-D269998AE2BA}"/>
              </a:ext>
            </a:extLst>
          </p:cNvPr>
          <p:cNvSpPr>
            <a:spLocks noGrp="1"/>
          </p:cNvSpPr>
          <p:nvPr>
            <p:ph type="body" sz="quarter" idx="20" hasCustomPrompt="1"/>
          </p:nvPr>
        </p:nvSpPr>
        <p:spPr>
          <a:xfrm>
            <a:off x="8633396" y="803941"/>
            <a:ext cx="2902458" cy="285646"/>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dirty="0"/>
              <a:t>Click to add text</a:t>
            </a:r>
            <a:endParaRPr lang="en-IN" dirty="0"/>
          </a:p>
        </p:txBody>
      </p:sp>
      <p:sp>
        <p:nvSpPr>
          <p:cNvPr id="97" name="Content Placeholder 51">
            <a:extLst>
              <a:ext uri="{FF2B5EF4-FFF2-40B4-BE49-F238E27FC236}">
                <a16:creationId xmlns:a16="http://schemas.microsoft.com/office/drawing/2014/main" id="{8E457D21-E349-1874-2B98-7061AEACC60E}"/>
              </a:ext>
            </a:extLst>
          </p:cNvPr>
          <p:cNvSpPr>
            <a:spLocks noGrp="1"/>
          </p:cNvSpPr>
          <p:nvPr>
            <p:ph sz="quarter" idx="14" hasCustomPrompt="1"/>
          </p:nvPr>
        </p:nvSpPr>
        <p:spPr>
          <a:xfrm>
            <a:off x="8763694" y="303959"/>
            <a:ext cx="467451" cy="467451"/>
          </a:xfrm>
          <a:noFill/>
        </p:spPr>
        <p:txBody>
          <a:bodyPr anchor="ctr">
            <a:noAutofit/>
          </a:bodyPr>
          <a:lstStyle>
            <a:lvl1pPr marL="0" indent="0" algn="ctr">
              <a:buNone/>
              <a:defRPr sz="700" b="1">
                <a:solidFill>
                  <a:schemeClr val="tx2"/>
                </a:solidFill>
              </a:defRPr>
            </a:lvl1pPr>
          </a:lstStyle>
          <a:p>
            <a:pPr lvl="0"/>
            <a:r>
              <a:rPr lang="en-US" dirty="0"/>
              <a:t>Insert Icon Here</a:t>
            </a:r>
            <a:endParaRPr lang="en-IN" dirty="0"/>
          </a:p>
        </p:txBody>
      </p:sp>
      <p:cxnSp>
        <p:nvCxnSpPr>
          <p:cNvPr id="103" name="Straight Connector 102">
            <a:extLst>
              <a:ext uri="{FF2B5EF4-FFF2-40B4-BE49-F238E27FC236}">
                <a16:creationId xmlns:a16="http://schemas.microsoft.com/office/drawing/2014/main" id="{EFE67893-4E6D-CAA6-D921-D97B29CA14C6}"/>
              </a:ext>
            </a:extLst>
          </p:cNvPr>
          <p:cNvCxnSpPr/>
          <p:nvPr userDrawn="1"/>
        </p:nvCxnSpPr>
        <p:spPr>
          <a:xfrm>
            <a:off x="7774400" y="3280818"/>
            <a:ext cx="323705"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848EFCE4-3350-C777-9AB0-2BE4740EE3F5}"/>
              </a:ext>
            </a:extLst>
          </p:cNvPr>
          <p:cNvCxnSpPr>
            <a:cxnSpLocks/>
          </p:cNvCxnSpPr>
          <p:nvPr userDrawn="1"/>
        </p:nvCxnSpPr>
        <p:spPr>
          <a:xfrm>
            <a:off x="8088726" y="3280818"/>
            <a:ext cx="4103274"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5" name="Text Placeholder 37">
            <a:extLst>
              <a:ext uri="{FF2B5EF4-FFF2-40B4-BE49-F238E27FC236}">
                <a16:creationId xmlns:a16="http://schemas.microsoft.com/office/drawing/2014/main" id="{88182724-374F-9051-FD51-3A35FFDE6F0C}"/>
              </a:ext>
            </a:extLst>
          </p:cNvPr>
          <p:cNvSpPr>
            <a:spLocks noGrp="1"/>
          </p:cNvSpPr>
          <p:nvPr>
            <p:ph type="body" sz="quarter" idx="22" hasCustomPrompt="1"/>
          </p:nvPr>
        </p:nvSpPr>
        <p:spPr>
          <a:xfrm>
            <a:off x="7648499" y="3402212"/>
            <a:ext cx="3887354" cy="469070"/>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106" name="Text Placeholder 37">
            <a:extLst>
              <a:ext uri="{FF2B5EF4-FFF2-40B4-BE49-F238E27FC236}">
                <a16:creationId xmlns:a16="http://schemas.microsoft.com/office/drawing/2014/main" id="{5C43D540-A593-5E80-A23E-1B552236A280}"/>
              </a:ext>
            </a:extLst>
          </p:cNvPr>
          <p:cNvSpPr>
            <a:spLocks noGrp="1"/>
          </p:cNvSpPr>
          <p:nvPr>
            <p:ph type="body" sz="quarter" idx="23" hasCustomPrompt="1"/>
          </p:nvPr>
        </p:nvSpPr>
        <p:spPr>
          <a:xfrm>
            <a:off x="7648500" y="2889506"/>
            <a:ext cx="3887353" cy="285646"/>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dirty="0"/>
              <a:t>Click to add text</a:t>
            </a:r>
            <a:endParaRPr lang="en-IN" dirty="0"/>
          </a:p>
        </p:txBody>
      </p:sp>
      <p:sp>
        <p:nvSpPr>
          <p:cNvPr id="107" name="Content Placeholder 51">
            <a:extLst>
              <a:ext uri="{FF2B5EF4-FFF2-40B4-BE49-F238E27FC236}">
                <a16:creationId xmlns:a16="http://schemas.microsoft.com/office/drawing/2014/main" id="{D49E74EE-8BC2-B565-7BC1-81B81B3977DB}"/>
              </a:ext>
            </a:extLst>
          </p:cNvPr>
          <p:cNvSpPr>
            <a:spLocks noGrp="1"/>
          </p:cNvSpPr>
          <p:nvPr>
            <p:ph sz="quarter" idx="24" hasCustomPrompt="1"/>
          </p:nvPr>
        </p:nvSpPr>
        <p:spPr>
          <a:xfrm>
            <a:off x="7778799" y="2389524"/>
            <a:ext cx="467451" cy="467451"/>
          </a:xfrm>
          <a:noFill/>
        </p:spPr>
        <p:txBody>
          <a:bodyPr anchor="ctr">
            <a:noAutofit/>
          </a:bodyPr>
          <a:lstStyle>
            <a:lvl1pPr marL="0" indent="0" algn="ctr">
              <a:buNone/>
              <a:defRPr sz="700" b="1">
                <a:solidFill>
                  <a:schemeClr val="tx2"/>
                </a:solidFill>
              </a:defRPr>
            </a:lvl1pPr>
          </a:lstStyle>
          <a:p>
            <a:pPr lvl="0"/>
            <a:r>
              <a:rPr lang="en-US" dirty="0"/>
              <a:t>Insert Icon Here</a:t>
            </a:r>
            <a:endParaRPr lang="en-IN" dirty="0"/>
          </a:p>
        </p:txBody>
      </p:sp>
      <p:cxnSp>
        <p:nvCxnSpPr>
          <p:cNvPr id="114" name="Straight Connector 113">
            <a:extLst>
              <a:ext uri="{FF2B5EF4-FFF2-40B4-BE49-F238E27FC236}">
                <a16:creationId xmlns:a16="http://schemas.microsoft.com/office/drawing/2014/main" id="{F4194E6A-BCE5-9821-D670-4B656F6E0BB7}"/>
              </a:ext>
            </a:extLst>
          </p:cNvPr>
          <p:cNvCxnSpPr/>
          <p:nvPr userDrawn="1"/>
        </p:nvCxnSpPr>
        <p:spPr>
          <a:xfrm>
            <a:off x="8759295" y="5370844"/>
            <a:ext cx="323705"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4C133F6C-9B15-F3F7-DE55-C9045873C3E2}"/>
              </a:ext>
            </a:extLst>
          </p:cNvPr>
          <p:cNvCxnSpPr>
            <a:cxnSpLocks/>
          </p:cNvCxnSpPr>
          <p:nvPr userDrawn="1"/>
        </p:nvCxnSpPr>
        <p:spPr>
          <a:xfrm>
            <a:off x="9073621" y="5370844"/>
            <a:ext cx="31051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16" name="Text Placeholder 37">
            <a:extLst>
              <a:ext uri="{FF2B5EF4-FFF2-40B4-BE49-F238E27FC236}">
                <a16:creationId xmlns:a16="http://schemas.microsoft.com/office/drawing/2014/main" id="{8C7F83C8-B74B-6E6D-F81D-3F808356EE2E}"/>
              </a:ext>
            </a:extLst>
          </p:cNvPr>
          <p:cNvSpPr>
            <a:spLocks noGrp="1"/>
          </p:cNvSpPr>
          <p:nvPr>
            <p:ph type="body" sz="quarter" idx="25" hasCustomPrompt="1"/>
          </p:nvPr>
        </p:nvSpPr>
        <p:spPr>
          <a:xfrm>
            <a:off x="8633394" y="5492238"/>
            <a:ext cx="2902459" cy="469070"/>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117" name="Text Placeholder 37">
            <a:extLst>
              <a:ext uri="{FF2B5EF4-FFF2-40B4-BE49-F238E27FC236}">
                <a16:creationId xmlns:a16="http://schemas.microsoft.com/office/drawing/2014/main" id="{9DE693B2-DD8F-2828-8EAB-10DF780CB39E}"/>
              </a:ext>
            </a:extLst>
          </p:cNvPr>
          <p:cNvSpPr>
            <a:spLocks noGrp="1"/>
          </p:cNvSpPr>
          <p:nvPr>
            <p:ph type="body" sz="quarter" idx="26" hasCustomPrompt="1"/>
          </p:nvPr>
        </p:nvSpPr>
        <p:spPr>
          <a:xfrm>
            <a:off x="8633396" y="4979532"/>
            <a:ext cx="2902458" cy="285646"/>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dirty="0"/>
              <a:t>Click to add text</a:t>
            </a:r>
            <a:endParaRPr lang="en-IN" dirty="0"/>
          </a:p>
        </p:txBody>
      </p:sp>
      <p:sp>
        <p:nvSpPr>
          <p:cNvPr id="118" name="Content Placeholder 51">
            <a:extLst>
              <a:ext uri="{FF2B5EF4-FFF2-40B4-BE49-F238E27FC236}">
                <a16:creationId xmlns:a16="http://schemas.microsoft.com/office/drawing/2014/main" id="{92F61B63-2DDB-71BD-5A0A-837AED51FA6B}"/>
              </a:ext>
            </a:extLst>
          </p:cNvPr>
          <p:cNvSpPr>
            <a:spLocks noGrp="1"/>
          </p:cNvSpPr>
          <p:nvPr>
            <p:ph sz="quarter" idx="27" hasCustomPrompt="1"/>
          </p:nvPr>
        </p:nvSpPr>
        <p:spPr>
          <a:xfrm>
            <a:off x="8763694" y="4479550"/>
            <a:ext cx="467451" cy="467451"/>
          </a:xfrm>
          <a:noFill/>
        </p:spPr>
        <p:txBody>
          <a:bodyPr anchor="ctr">
            <a:noAutofit/>
          </a:bodyPr>
          <a:lstStyle>
            <a:lvl1pPr marL="0" indent="0" algn="ctr">
              <a:buNone/>
              <a:defRPr sz="700" b="1">
                <a:solidFill>
                  <a:schemeClr val="tx2"/>
                </a:solidFill>
              </a:defRPr>
            </a:lvl1pPr>
          </a:lstStyle>
          <a:p>
            <a:pPr lvl="0"/>
            <a:r>
              <a:rPr lang="en-US" dirty="0"/>
              <a:t>Insert Icon Here</a:t>
            </a:r>
            <a:endParaRPr lang="en-IN" dirty="0"/>
          </a:p>
        </p:txBody>
      </p:sp>
    </p:spTree>
    <p:extLst>
      <p:ext uri="{BB962C8B-B14F-4D97-AF65-F5344CB8AC3E}">
        <p14:creationId xmlns:p14="http://schemas.microsoft.com/office/powerpoint/2010/main" val="78049985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7_Image + Content">
    <p:spTree>
      <p:nvGrpSpPr>
        <p:cNvPr id="1" name=""/>
        <p:cNvGrpSpPr/>
        <p:nvPr/>
      </p:nvGrpSpPr>
      <p:grpSpPr>
        <a:xfrm>
          <a:off x="0" y="0"/>
          <a:ext cx="0" cy="0"/>
          <a:chOff x="0" y="0"/>
          <a:chExt cx="0" cy="0"/>
        </a:xfrm>
      </p:grpSpPr>
      <p:sp>
        <p:nvSpPr>
          <p:cNvPr id="50" name="Text Placeholder 48">
            <a:extLst>
              <a:ext uri="{FF2B5EF4-FFF2-40B4-BE49-F238E27FC236}">
                <a16:creationId xmlns:a16="http://schemas.microsoft.com/office/drawing/2014/main" id="{C734AFB7-B581-3529-B7EB-48FCDF40B44F}"/>
              </a:ext>
            </a:extLst>
          </p:cNvPr>
          <p:cNvSpPr>
            <a:spLocks noGrp="1"/>
          </p:cNvSpPr>
          <p:nvPr>
            <p:ph type="body" sz="quarter" idx="13" hasCustomPrompt="1"/>
          </p:nvPr>
        </p:nvSpPr>
        <p:spPr>
          <a:xfrm>
            <a:off x="2802996" y="5493558"/>
            <a:ext cx="5058303" cy="792162"/>
          </a:xfrm>
          <a:solidFill>
            <a:schemeClr val="tx2"/>
          </a:solidFill>
        </p:spPr>
        <p:txBody>
          <a:bodyPr lIns="182880" rIns="182880" anchor="ctr"/>
          <a:lstStyle>
            <a:lvl1pPr marL="0" indent="0" algn="r">
              <a:buNone/>
              <a:defRPr b="1">
                <a:solidFill>
                  <a:schemeClr val="bg1"/>
                </a:solidFill>
                <a:latin typeface="Barlow ExtraBold" panose="00000900000000000000" pitchFamily="2" charset="0"/>
                <a:ea typeface="Open Sans" pitchFamily="2" charset="0"/>
                <a:cs typeface="Open Sans" pitchFamily="2" charset="0"/>
              </a:defRPr>
            </a:lvl1pPr>
          </a:lstStyle>
          <a:p>
            <a:pPr lvl="0"/>
            <a:r>
              <a:rPr lang="en-US" dirty="0"/>
              <a:t>Insert Text</a:t>
            </a:r>
            <a:endParaRPr lang="en-IN" dirty="0"/>
          </a:p>
        </p:txBody>
      </p:sp>
      <p:sp>
        <p:nvSpPr>
          <p:cNvPr id="49" name="Text Placeholder 48">
            <a:extLst>
              <a:ext uri="{FF2B5EF4-FFF2-40B4-BE49-F238E27FC236}">
                <a16:creationId xmlns:a16="http://schemas.microsoft.com/office/drawing/2014/main" id="{F3326ED7-A903-6A67-0638-B7FF90EB0914}"/>
              </a:ext>
            </a:extLst>
          </p:cNvPr>
          <p:cNvSpPr>
            <a:spLocks noGrp="1"/>
          </p:cNvSpPr>
          <p:nvPr>
            <p:ph type="body" sz="quarter" idx="12" hasCustomPrompt="1"/>
          </p:nvPr>
        </p:nvSpPr>
        <p:spPr>
          <a:xfrm>
            <a:off x="2792413" y="4614203"/>
            <a:ext cx="3376612" cy="792162"/>
          </a:xfrm>
          <a:solidFill>
            <a:schemeClr val="tx2"/>
          </a:solidFill>
        </p:spPr>
        <p:txBody>
          <a:bodyPr lIns="182880" rIns="182880" anchor="ctr"/>
          <a:lstStyle>
            <a:lvl1pPr marL="0" indent="0" algn="r">
              <a:buNone/>
              <a:defRPr b="1">
                <a:solidFill>
                  <a:schemeClr val="bg1"/>
                </a:solidFill>
                <a:latin typeface="Barlow ExtraBold" panose="00000900000000000000" pitchFamily="2" charset="0"/>
                <a:ea typeface="Open Sans" pitchFamily="2" charset="0"/>
                <a:cs typeface="Open Sans" pitchFamily="2" charset="0"/>
              </a:defRPr>
            </a:lvl1pPr>
          </a:lstStyle>
          <a:p>
            <a:pPr lvl="0"/>
            <a:r>
              <a:rPr lang="en-US" dirty="0"/>
              <a:t>Insert Text</a:t>
            </a:r>
            <a:endParaRPr lang="en-IN" dirty="0"/>
          </a:p>
        </p:txBody>
      </p:sp>
      <p:pic>
        <p:nvPicPr>
          <p:cNvPr id="12" name="Picture 11">
            <a:extLst>
              <a:ext uri="{FF2B5EF4-FFF2-40B4-BE49-F238E27FC236}">
                <a16:creationId xmlns:a16="http://schemas.microsoft.com/office/drawing/2014/main" id="{41A03414-4F71-643D-9A35-F2220E3928A0}"/>
              </a:ext>
            </a:extLst>
          </p:cNvPr>
          <p:cNvPicPr>
            <a:picLocks noChangeAspect="1"/>
          </p:cNvPicPr>
          <p:nvPr userDrawn="1"/>
        </p:nvPicPr>
        <p:blipFill>
          <a:blip r:embed="rId2">
            <a:alphaModFix amt="49000"/>
            <a:extLst>
              <a:ext uri="{28A0092B-C50C-407E-A947-70E740481C1C}">
                <a14:useLocalDpi xmlns:a14="http://schemas.microsoft.com/office/drawing/2010/main"/>
              </a:ext>
            </a:extLst>
          </a:blip>
          <a:stretch>
            <a:fillRect/>
          </a:stretch>
        </p:blipFill>
        <p:spPr>
          <a:xfrm rot="1065417" flipH="1">
            <a:off x="4240470" y="-171291"/>
            <a:ext cx="1138782" cy="7518105"/>
          </a:xfrm>
          <a:prstGeom prst="rect">
            <a:avLst/>
          </a:prstGeom>
        </p:spPr>
      </p:pic>
      <p:sp>
        <p:nvSpPr>
          <p:cNvPr id="44" name="Picture Placeholder 42">
            <a:extLst>
              <a:ext uri="{FF2B5EF4-FFF2-40B4-BE49-F238E27FC236}">
                <a16:creationId xmlns:a16="http://schemas.microsoft.com/office/drawing/2014/main" id="{F86504EF-BFC7-9B0B-7F13-2DDC8689144D}"/>
              </a:ext>
            </a:extLst>
          </p:cNvPr>
          <p:cNvSpPr>
            <a:spLocks noGrp="1"/>
          </p:cNvSpPr>
          <p:nvPr>
            <p:ph type="pic" sz="quarter" idx="11"/>
          </p:nvPr>
        </p:nvSpPr>
        <p:spPr>
          <a:xfrm>
            <a:off x="0" y="0"/>
            <a:ext cx="5408613" cy="6866313"/>
          </a:xfrm>
          <a:custGeom>
            <a:avLst/>
            <a:gdLst>
              <a:gd name="connsiteX0" fmla="*/ 0 w 5408613"/>
              <a:gd name="connsiteY0" fmla="*/ 6858000 h 6858000"/>
              <a:gd name="connsiteX1" fmla="*/ 1352153 w 5408613"/>
              <a:gd name="connsiteY1" fmla="*/ 0 h 6858000"/>
              <a:gd name="connsiteX2" fmla="*/ 5408613 w 5408613"/>
              <a:gd name="connsiteY2" fmla="*/ 0 h 6858000"/>
              <a:gd name="connsiteX3" fmla="*/ 4056460 w 5408613"/>
              <a:gd name="connsiteY3" fmla="*/ 6858000 h 6858000"/>
              <a:gd name="connsiteX4" fmla="*/ 0 w 5408613"/>
              <a:gd name="connsiteY4" fmla="*/ 6858000 h 6858000"/>
              <a:gd name="connsiteX0" fmla="*/ 0 w 5408613"/>
              <a:gd name="connsiteY0" fmla="*/ 6858000 h 6858000"/>
              <a:gd name="connsiteX1" fmla="*/ 5491 w 5408613"/>
              <a:gd name="connsiteY1" fmla="*/ 0 h 6858000"/>
              <a:gd name="connsiteX2" fmla="*/ 5408613 w 5408613"/>
              <a:gd name="connsiteY2" fmla="*/ 0 h 6858000"/>
              <a:gd name="connsiteX3" fmla="*/ 4056460 w 5408613"/>
              <a:gd name="connsiteY3" fmla="*/ 6858000 h 6858000"/>
              <a:gd name="connsiteX4" fmla="*/ 0 w 5408613"/>
              <a:gd name="connsiteY4" fmla="*/ 6858000 h 6858000"/>
              <a:gd name="connsiteX0" fmla="*/ 0 w 5408613"/>
              <a:gd name="connsiteY0" fmla="*/ 6858000 h 6866313"/>
              <a:gd name="connsiteX1" fmla="*/ 5491 w 5408613"/>
              <a:gd name="connsiteY1" fmla="*/ 0 h 6866313"/>
              <a:gd name="connsiteX2" fmla="*/ 5408613 w 5408613"/>
              <a:gd name="connsiteY2" fmla="*/ 0 h 6866313"/>
              <a:gd name="connsiteX3" fmla="*/ 3216875 w 5408613"/>
              <a:gd name="connsiteY3" fmla="*/ 6866313 h 6866313"/>
              <a:gd name="connsiteX4" fmla="*/ 0 w 5408613"/>
              <a:gd name="connsiteY4" fmla="*/ 6858000 h 68663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8613" h="6866313">
                <a:moveTo>
                  <a:pt x="0" y="6858000"/>
                </a:moveTo>
                <a:cubicBezTo>
                  <a:pt x="1830" y="4572000"/>
                  <a:pt x="3661" y="2286000"/>
                  <a:pt x="5491" y="0"/>
                </a:cubicBezTo>
                <a:lnTo>
                  <a:pt x="5408613" y="0"/>
                </a:lnTo>
                <a:lnTo>
                  <a:pt x="3216875" y="6866313"/>
                </a:lnTo>
                <a:lnTo>
                  <a:pt x="0" y="6858000"/>
                </a:lnTo>
                <a:close/>
              </a:path>
            </a:pathLst>
          </a:custGeom>
          <a:effectLst>
            <a:outerShdw blurRad="50800" dist="38100" dir="2700000" algn="tl" rotWithShape="0">
              <a:prstClr val="black">
                <a:alpha val="40000"/>
              </a:prstClr>
            </a:outerShdw>
          </a:effectLst>
        </p:spPr>
        <p:txBody>
          <a:bodyPr/>
          <a:lstStyle/>
          <a:p>
            <a:endParaRPr lang="en-IN"/>
          </a:p>
        </p:txBody>
      </p:sp>
      <p:sp>
        <p:nvSpPr>
          <p:cNvPr id="54" name="Text Placeholder 37">
            <a:extLst>
              <a:ext uri="{FF2B5EF4-FFF2-40B4-BE49-F238E27FC236}">
                <a16:creationId xmlns:a16="http://schemas.microsoft.com/office/drawing/2014/main" id="{98976037-0E5F-034D-7CE2-A1BC24444D7C}"/>
              </a:ext>
            </a:extLst>
          </p:cNvPr>
          <p:cNvSpPr>
            <a:spLocks noGrp="1"/>
          </p:cNvSpPr>
          <p:nvPr>
            <p:ph type="body" sz="quarter" idx="21" hasCustomPrompt="1"/>
          </p:nvPr>
        </p:nvSpPr>
        <p:spPr>
          <a:xfrm>
            <a:off x="6816726" y="2229619"/>
            <a:ext cx="4702611" cy="284687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96" name="Text Placeholder 37">
            <a:extLst>
              <a:ext uri="{FF2B5EF4-FFF2-40B4-BE49-F238E27FC236}">
                <a16:creationId xmlns:a16="http://schemas.microsoft.com/office/drawing/2014/main" id="{D888971C-B70A-072E-DF4A-D269998AE2BA}"/>
              </a:ext>
            </a:extLst>
          </p:cNvPr>
          <p:cNvSpPr>
            <a:spLocks noGrp="1"/>
          </p:cNvSpPr>
          <p:nvPr>
            <p:ph type="body" sz="quarter" idx="20" hasCustomPrompt="1"/>
          </p:nvPr>
        </p:nvSpPr>
        <p:spPr>
          <a:xfrm>
            <a:off x="6816726" y="782055"/>
            <a:ext cx="4702611" cy="1334419"/>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dirty="0"/>
              <a:t>Click to add text</a:t>
            </a:r>
            <a:endParaRPr lang="en-IN" dirty="0"/>
          </a:p>
        </p:txBody>
      </p:sp>
    </p:spTree>
    <p:extLst>
      <p:ext uri="{BB962C8B-B14F-4D97-AF65-F5344CB8AC3E}">
        <p14:creationId xmlns:p14="http://schemas.microsoft.com/office/powerpoint/2010/main" val="2363538834"/>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_List">
    <p:spTree>
      <p:nvGrpSpPr>
        <p:cNvPr id="1" name=""/>
        <p:cNvGrpSpPr/>
        <p:nvPr/>
      </p:nvGrpSpPr>
      <p:grpSpPr>
        <a:xfrm>
          <a:off x="0" y="0"/>
          <a:ext cx="0" cy="0"/>
          <a:chOff x="0" y="0"/>
          <a:chExt cx="0" cy="0"/>
        </a:xfrm>
      </p:grpSpPr>
      <p:sp>
        <p:nvSpPr>
          <p:cNvPr id="9" name="Picture Placeholder 76">
            <a:extLst>
              <a:ext uri="{FF2B5EF4-FFF2-40B4-BE49-F238E27FC236}">
                <a16:creationId xmlns:a16="http://schemas.microsoft.com/office/drawing/2014/main" id="{00B0AF21-F1B5-6741-D232-B58803B006E0}"/>
              </a:ext>
            </a:extLst>
          </p:cNvPr>
          <p:cNvSpPr>
            <a:spLocks noGrp="1"/>
          </p:cNvSpPr>
          <p:nvPr>
            <p:ph type="pic" sz="quarter" idx="13"/>
          </p:nvPr>
        </p:nvSpPr>
        <p:spPr>
          <a:xfrm>
            <a:off x="0" y="0"/>
            <a:ext cx="6295968" cy="6489229"/>
          </a:xfrm>
          <a:custGeom>
            <a:avLst/>
            <a:gdLst>
              <a:gd name="connsiteX0" fmla="*/ 0 w 6245225"/>
              <a:gd name="connsiteY0" fmla="*/ 0 h 6469063"/>
              <a:gd name="connsiteX1" fmla="*/ 3122613 w 6245225"/>
              <a:gd name="connsiteY1" fmla="*/ 0 h 6469063"/>
              <a:gd name="connsiteX2" fmla="*/ 6245226 w 6245225"/>
              <a:gd name="connsiteY2" fmla="*/ 3234532 h 6469063"/>
              <a:gd name="connsiteX3" fmla="*/ 3122613 w 6245225"/>
              <a:gd name="connsiteY3" fmla="*/ 6469064 h 6469063"/>
              <a:gd name="connsiteX4" fmla="*/ 0 w 6245225"/>
              <a:gd name="connsiteY4" fmla="*/ 6469063 h 6469063"/>
              <a:gd name="connsiteX5" fmla="*/ 0 w 6245225"/>
              <a:gd name="connsiteY5" fmla="*/ 0 h 6469063"/>
              <a:gd name="connsiteX0" fmla="*/ 0 w 6391825"/>
              <a:gd name="connsiteY0" fmla="*/ 16933 h 6485997"/>
              <a:gd name="connsiteX1" fmla="*/ 4832880 w 6391825"/>
              <a:gd name="connsiteY1" fmla="*/ 0 h 6485997"/>
              <a:gd name="connsiteX2" fmla="*/ 6245226 w 6391825"/>
              <a:gd name="connsiteY2" fmla="*/ 3251465 h 6485997"/>
              <a:gd name="connsiteX3" fmla="*/ 3122613 w 6391825"/>
              <a:gd name="connsiteY3" fmla="*/ 6485997 h 6485997"/>
              <a:gd name="connsiteX4" fmla="*/ 0 w 6391825"/>
              <a:gd name="connsiteY4" fmla="*/ 6485996 h 6485997"/>
              <a:gd name="connsiteX5" fmla="*/ 0 w 6391825"/>
              <a:gd name="connsiteY5" fmla="*/ 16933 h 6485997"/>
              <a:gd name="connsiteX0" fmla="*/ 0 w 6424168"/>
              <a:gd name="connsiteY0" fmla="*/ 16933 h 6485997"/>
              <a:gd name="connsiteX1" fmla="*/ 4832880 w 6424168"/>
              <a:gd name="connsiteY1" fmla="*/ 0 h 6485997"/>
              <a:gd name="connsiteX2" fmla="*/ 6245226 w 6424168"/>
              <a:gd name="connsiteY2" fmla="*/ 3251465 h 6485997"/>
              <a:gd name="connsiteX3" fmla="*/ 2682346 w 6424168"/>
              <a:gd name="connsiteY3" fmla="*/ 6485997 h 6485997"/>
              <a:gd name="connsiteX4" fmla="*/ 0 w 6424168"/>
              <a:gd name="connsiteY4" fmla="*/ 6485996 h 6485997"/>
              <a:gd name="connsiteX5" fmla="*/ 0 w 6424168"/>
              <a:gd name="connsiteY5" fmla="*/ 16933 h 6485997"/>
              <a:gd name="connsiteX0" fmla="*/ 0 w 6169168"/>
              <a:gd name="connsiteY0" fmla="*/ 16933 h 6485997"/>
              <a:gd name="connsiteX1" fmla="*/ 4832880 w 6169168"/>
              <a:gd name="connsiteY1" fmla="*/ 0 h 6485997"/>
              <a:gd name="connsiteX2" fmla="*/ 5889626 w 6169168"/>
              <a:gd name="connsiteY2" fmla="*/ 4318265 h 6485997"/>
              <a:gd name="connsiteX3" fmla="*/ 2682346 w 6169168"/>
              <a:gd name="connsiteY3" fmla="*/ 6485997 h 6485997"/>
              <a:gd name="connsiteX4" fmla="*/ 0 w 6169168"/>
              <a:gd name="connsiteY4" fmla="*/ 6485996 h 6485997"/>
              <a:gd name="connsiteX5" fmla="*/ 0 w 6169168"/>
              <a:gd name="connsiteY5" fmla="*/ 16933 h 6485997"/>
              <a:gd name="connsiteX0" fmla="*/ 0 w 6132723"/>
              <a:gd name="connsiteY0" fmla="*/ 16933 h 6485997"/>
              <a:gd name="connsiteX1" fmla="*/ 4832880 w 6132723"/>
              <a:gd name="connsiteY1" fmla="*/ 0 h 6485997"/>
              <a:gd name="connsiteX2" fmla="*/ 5889626 w 6132723"/>
              <a:gd name="connsiteY2" fmla="*/ 4318265 h 6485997"/>
              <a:gd name="connsiteX3" fmla="*/ 2682346 w 6132723"/>
              <a:gd name="connsiteY3" fmla="*/ 6485997 h 6485997"/>
              <a:gd name="connsiteX4" fmla="*/ 0 w 6132723"/>
              <a:gd name="connsiteY4" fmla="*/ 6485996 h 6485997"/>
              <a:gd name="connsiteX5" fmla="*/ 0 w 6132723"/>
              <a:gd name="connsiteY5" fmla="*/ 16933 h 6485997"/>
              <a:gd name="connsiteX0" fmla="*/ 0 w 6321497"/>
              <a:gd name="connsiteY0" fmla="*/ 16933 h 6485997"/>
              <a:gd name="connsiteX1" fmla="*/ 4832880 w 6321497"/>
              <a:gd name="connsiteY1" fmla="*/ 0 h 6485997"/>
              <a:gd name="connsiteX2" fmla="*/ 6160559 w 6321497"/>
              <a:gd name="connsiteY2" fmla="*/ 4199732 h 6485997"/>
              <a:gd name="connsiteX3" fmla="*/ 2682346 w 6321497"/>
              <a:gd name="connsiteY3" fmla="*/ 6485997 h 6485997"/>
              <a:gd name="connsiteX4" fmla="*/ 0 w 6321497"/>
              <a:gd name="connsiteY4" fmla="*/ 6485996 h 6485997"/>
              <a:gd name="connsiteX5" fmla="*/ 0 w 6321497"/>
              <a:gd name="connsiteY5" fmla="*/ 16933 h 6485997"/>
              <a:gd name="connsiteX0" fmla="*/ 0 w 6374144"/>
              <a:gd name="connsiteY0" fmla="*/ 16933 h 6485997"/>
              <a:gd name="connsiteX1" fmla="*/ 4832880 w 6374144"/>
              <a:gd name="connsiteY1" fmla="*/ 0 h 6485997"/>
              <a:gd name="connsiteX2" fmla="*/ 6160559 w 6374144"/>
              <a:gd name="connsiteY2" fmla="*/ 4199732 h 6485997"/>
              <a:gd name="connsiteX3" fmla="*/ 2682346 w 6374144"/>
              <a:gd name="connsiteY3" fmla="*/ 6485997 h 6485997"/>
              <a:gd name="connsiteX4" fmla="*/ 0 w 6374144"/>
              <a:gd name="connsiteY4" fmla="*/ 6485996 h 6485997"/>
              <a:gd name="connsiteX5" fmla="*/ 0 w 6374144"/>
              <a:gd name="connsiteY5" fmla="*/ 16933 h 6485997"/>
              <a:gd name="connsiteX0" fmla="*/ 0 w 6374144"/>
              <a:gd name="connsiteY0" fmla="*/ 0 h 7569730"/>
              <a:gd name="connsiteX1" fmla="*/ 4832880 w 6374144"/>
              <a:gd name="connsiteY1" fmla="*/ 1083733 h 7569730"/>
              <a:gd name="connsiteX2" fmla="*/ 6160559 w 6374144"/>
              <a:gd name="connsiteY2" fmla="*/ 5283465 h 7569730"/>
              <a:gd name="connsiteX3" fmla="*/ 2682346 w 6374144"/>
              <a:gd name="connsiteY3" fmla="*/ 7569730 h 7569730"/>
              <a:gd name="connsiteX4" fmla="*/ 0 w 6374144"/>
              <a:gd name="connsiteY4" fmla="*/ 7569729 h 7569730"/>
              <a:gd name="connsiteX5" fmla="*/ 0 w 6374144"/>
              <a:gd name="connsiteY5" fmla="*/ 0 h 7569730"/>
              <a:gd name="connsiteX0" fmla="*/ 0 w 6297316"/>
              <a:gd name="connsiteY0" fmla="*/ 84667 h 7654397"/>
              <a:gd name="connsiteX1" fmla="*/ 4612747 w 6297316"/>
              <a:gd name="connsiteY1" fmla="*/ 0 h 7654397"/>
              <a:gd name="connsiteX2" fmla="*/ 6160559 w 6297316"/>
              <a:gd name="connsiteY2" fmla="*/ 5368132 h 7654397"/>
              <a:gd name="connsiteX3" fmla="*/ 2682346 w 6297316"/>
              <a:gd name="connsiteY3" fmla="*/ 7654397 h 7654397"/>
              <a:gd name="connsiteX4" fmla="*/ 0 w 6297316"/>
              <a:gd name="connsiteY4" fmla="*/ 7654396 h 7654397"/>
              <a:gd name="connsiteX5" fmla="*/ 0 w 6297316"/>
              <a:gd name="connsiteY5" fmla="*/ 84667 h 7654397"/>
              <a:gd name="connsiteX0" fmla="*/ 0 w 6326070"/>
              <a:gd name="connsiteY0" fmla="*/ 84667 h 7654397"/>
              <a:gd name="connsiteX1" fmla="*/ 4612747 w 6326070"/>
              <a:gd name="connsiteY1" fmla="*/ 0 h 7654397"/>
              <a:gd name="connsiteX2" fmla="*/ 6160559 w 6326070"/>
              <a:gd name="connsiteY2" fmla="*/ 5368132 h 7654397"/>
              <a:gd name="connsiteX3" fmla="*/ 2682346 w 6326070"/>
              <a:gd name="connsiteY3" fmla="*/ 7654397 h 7654397"/>
              <a:gd name="connsiteX4" fmla="*/ 0 w 6326070"/>
              <a:gd name="connsiteY4" fmla="*/ 7654396 h 7654397"/>
              <a:gd name="connsiteX5" fmla="*/ 0 w 6326070"/>
              <a:gd name="connsiteY5" fmla="*/ 84667 h 7654397"/>
              <a:gd name="connsiteX0" fmla="*/ 0 w 6444076"/>
              <a:gd name="connsiteY0" fmla="*/ 0 h 7569730"/>
              <a:gd name="connsiteX1" fmla="*/ 4951414 w 6444076"/>
              <a:gd name="connsiteY1" fmla="*/ 1117599 h 7569730"/>
              <a:gd name="connsiteX2" fmla="*/ 6160559 w 6444076"/>
              <a:gd name="connsiteY2" fmla="*/ 5283465 h 7569730"/>
              <a:gd name="connsiteX3" fmla="*/ 2682346 w 6444076"/>
              <a:gd name="connsiteY3" fmla="*/ 7569730 h 7569730"/>
              <a:gd name="connsiteX4" fmla="*/ 0 w 6444076"/>
              <a:gd name="connsiteY4" fmla="*/ 7569729 h 7569730"/>
              <a:gd name="connsiteX5" fmla="*/ 0 w 6444076"/>
              <a:gd name="connsiteY5" fmla="*/ 0 h 7569730"/>
              <a:gd name="connsiteX0" fmla="*/ 0 w 6444076"/>
              <a:gd name="connsiteY0" fmla="*/ 1 h 6452131"/>
              <a:gd name="connsiteX1" fmla="*/ 4951414 w 6444076"/>
              <a:gd name="connsiteY1" fmla="*/ 0 h 6452131"/>
              <a:gd name="connsiteX2" fmla="*/ 6160559 w 6444076"/>
              <a:gd name="connsiteY2" fmla="*/ 4165866 h 6452131"/>
              <a:gd name="connsiteX3" fmla="*/ 2682346 w 6444076"/>
              <a:gd name="connsiteY3" fmla="*/ 6452131 h 6452131"/>
              <a:gd name="connsiteX4" fmla="*/ 0 w 6444076"/>
              <a:gd name="connsiteY4" fmla="*/ 6452130 h 6452131"/>
              <a:gd name="connsiteX5" fmla="*/ 0 w 6444076"/>
              <a:gd name="connsiteY5" fmla="*/ 1 h 6452131"/>
              <a:gd name="connsiteX0" fmla="*/ 0 w 6347339"/>
              <a:gd name="connsiteY0" fmla="*/ 1 h 6452131"/>
              <a:gd name="connsiteX1" fmla="*/ 4951414 w 6347339"/>
              <a:gd name="connsiteY1" fmla="*/ 0 h 6452131"/>
              <a:gd name="connsiteX2" fmla="*/ 6008159 w 6347339"/>
              <a:gd name="connsiteY2" fmla="*/ 4182799 h 6452131"/>
              <a:gd name="connsiteX3" fmla="*/ 2682346 w 6347339"/>
              <a:gd name="connsiteY3" fmla="*/ 6452131 h 6452131"/>
              <a:gd name="connsiteX4" fmla="*/ 0 w 6347339"/>
              <a:gd name="connsiteY4" fmla="*/ 6452130 h 6452131"/>
              <a:gd name="connsiteX5" fmla="*/ 0 w 6347339"/>
              <a:gd name="connsiteY5" fmla="*/ 1 h 6452131"/>
              <a:gd name="connsiteX0" fmla="*/ 0 w 6368712"/>
              <a:gd name="connsiteY0" fmla="*/ 1 h 6452131"/>
              <a:gd name="connsiteX1" fmla="*/ 4951414 w 6368712"/>
              <a:gd name="connsiteY1" fmla="*/ 0 h 6452131"/>
              <a:gd name="connsiteX2" fmla="*/ 6008159 w 6368712"/>
              <a:gd name="connsiteY2" fmla="*/ 4182799 h 6452131"/>
              <a:gd name="connsiteX3" fmla="*/ 2682346 w 6368712"/>
              <a:gd name="connsiteY3" fmla="*/ 6452131 h 6452131"/>
              <a:gd name="connsiteX4" fmla="*/ 0 w 6368712"/>
              <a:gd name="connsiteY4" fmla="*/ 6452130 h 6452131"/>
              <a:gd name="connsiteX5" fmla="*/ 0 w 6368712"/>
              <a:gd name="connsiteY5" fmla="*/ 1 h 6452131"/>
              <a:gd name="connsiteX0" fmla="*/ 0 w 6290901"/>
              <a:gd name="connsiteY0" fmla="*/ 1 h 6452131"/>
              <a:gd name="connsiteX1" fmla="*/ 4951414 w 6290901"/>
              <a:gd name="connsiteY1" fmla="*/ 0 h 6452131"/>
              <a:gd name="connsiteX2" fmla="*/ 6008159 w 6290901"/>
              <a:gd name="connsiteY2" fmla="*/ 4182799 h 6452131"/>
              <a:gd name="connsiteX3" fmla="*/ 2682346 w 6290901"/>
              <a:gd name="connsiteY3" fmla="*/ 6452131 h 6452131"/>
              <a:gd name="connsiteX4" fmla="*/ 0 w 6290901"/>
              <a:gd name="connsiteY4" fmla="*/ 6452130 h 6452131"/>
              <a:gd name="connsiteX5" fmla="*/ 0 w 6290901"/>
              <a:gd name="connsiteY5" fmla="*/ 1 h 6452131"/>
              <a:gd name="connsiteX0" fmla="*/ 0 w 6243018"/>
              <a:gd name="connsiteY0" fmla="*/ 1 h 6452131"/>
              <a:gd name="connsiteX1" fmla="*/ 4951414 w 6243018"/>
              <a:gd name="connsiteY1" fmla="*/ 0 h 6452131"/>
              <a:gd name="connsiteX2" fmla="*/ 6008159 w 6243018"/>
              <a:gd name="connsiteY2" fmla="*/ 4182799 h 6452131"/>
              <a:gd name="connsiteX3" fmla="*/ 2682346 w 6243018"/>
              <a:gd name="connsiteY3" fmla="*/ 6452131 h 6452131"/>
              <a:gd name="connsiteX4" fmla="*/ 0 w 6243018"/>
              <a:gd name="connsiteY4" fmla="*/ 6452130 h 6452131"/>
              <a:gd name="connsiteX5" fmla="*/ 0 w 6243018"/>
              <a:gd name="connsiteY5" fmla="*/ 1 h 6452131"/>
              <a:gd name="connsiteX0" fmla="*/ 0 w 6275519"/>
              <a:gd name="connsiteY0" fmla="*/ 1 h 6452131"/>
              <a:gd name="connsiteX1" fmla="*/ 4951414 w 6275519"/>
              <a:gd name="connsiteY1" fmla="*/ 0 h 6452131"/>
              <a:gd name="connsiteX2" fmla="*/ 6058959 w 6275519"/>
              <a:gd name="connsiteY2" fmla="*/ 4115066 h 6452131"/>
              <a:gd name="connsiteX3" fmla="*/ 2682346 w 6275519"/>
              <a:gd name="connsiteY3" fmla="*/ 6452131 h 6452131"/>
              <a:gd name="connsiteX4" fmla="*/ 0 w 6275519"/>
              <a:gd name="connsiteY4" fmla="*/ 6452130 h 6452131"/>
              <a:gd name="connsiteX5" fmla="*/ 0 w 6275519"/>
              <a:gd name="connsiteY5" fmla="*/ 1 h 6452131"/>
              <a:gd name="connsiteX0" fmla="*/ 0 w 6312252"/>
              <a:gd name="connsiteY0" fmla="*/ 1 h 6452131"/>
              <a:gd name="connsiteX1" fmla="*/ 4951414 w 6312252"/>
              <a:gd name="connsiteY1" fmla="*/ 0 h 6452131"/>
              <a:gd name="connsiteX2" fmla="*/ 6058959 w 6312252"/>
              <a:gd name="connsiteY2" fmla="*/ 4115066 h 6452131"/>
              <a:gd name="connsiteX3" fmla="*/ 2682346 w 6312252"/>
              <a:gd name="connsiteY3" fmla="*/ 6452131 h 6452131"/>
              <a:gd name="connsiteX4" fmla="*/ 0 w 6312252"/>
              <a:gd name="connsiteY4" fmla="*/ 6452130 h 6452131"/>
              <a:gd name="connsiteX5" fmla="*/ 0 w 6312252"/>
              <a:gd name="connsiteY5" fmla="*/ 1 h 6452131"/>
              <a:gd name="connsiteX0" fmla="*/ 0 w 6236971"/>
              <a:gd name="connsiteY0" fmla="*/ 1 h 6452131"/>
              <a:gd name="connsiteX1" fmla="*/ 4951414 w 6236971"/>
              <a:gd name="connsiteY1" fmla="*/ 0 h 6452131"/>
              <a:gd name="connsiteX2" fmla="*/ 5940426 w 6236971"/>
              <a:gd name="connsiteY2" fmla="*/ 4250532 h 6452131"/>
              <a:gd name="connsiteX3" fmla="*/ 2682346 w 6236971"/>
              <a:gd name="connsiteY3" fmla="*/ 6452131 h 6452131"/>
              <a:gd name="connsiteX4" fmla="*/ 0 w 6236971"/>
              <a:gd name="connsiteY4" fmla="*/ 6452130 h 6452131"/>
              <a:gd name="connsiteX5" fmla="*/ 0 w 6236971"/>
              <a:gd name="connsiteY5" fmla="*/ 1 h 6452131"/>
              <a:gd name="connsiteX0" fmla="*/ 0 w 6229846"/>
              <a:gd name="connsiteY0" fmla="*/ 1 h 6452131"/>
              <a:gd name="connsiteX1" fmla="*/ 4951414 w 6229846"/>
              <a:gd name="connsiteY1" fmla="*/ 0 h 6452131"/>
              <a:gd name="connsiteX2" fmla="*/ 5940426 w 6229846"/>
              <a:gd name="connsiteY2" fmla="*/ 4250532 h 6452131"/>
              <a:gd name="connsiteX3" fmla="*/ 2682346 w 6229846"/>
              <a:gd name="connsiteY3" fmla="*/ 6452131 h 6452131"/>
              <a:gd name="connsiteX4" fmla="*/ 0 w 6229846"/>
              <a:gd name="connsiteY4" fmla="*/ 6452130 h 6452131"/>
              <a:gd name="connsiteX5" fmla="*/ 0 w 6229846"/>
              <a:gd name="connsiteY5" fmla="*/ 1 h 6452131"/>
              <a:gd name="connsiteX0" fmla="*/ 0 w 6208551"/>
              <a:gd name="connsiteY0" fmla="*/ 1 h 6452131"/>
              <a:gd name="connsiteX1" fmla="*/ 4951414 w 6208551"/>
              <a:gd name="connsiteY1" fmla="*/ 0 h 6452131"/>
              <a:gd name="connsiteX2" fmla="*/ 5940426 w 6208551"/>
              <a:gd name="connsiteY2" fmla="*/ 4250532 h 6452131"/>
              <a:gd name="connsiteX3" fmla="*/ 2682346 w 6208551"/>
              <a:gd name="connsiteY3" fmla="*/ 6452131 h 6452131"/>
              <a:gd name="connsiteX4" fmla="*/ 0 w 6208551"/>
              <a:gd name="connsiteY4" fmla="*/ 6452130 h 6452131"/>
              <a:gd name="connsiteX5" fmla="*/ 0 w 6208551"/>
              <a:gd name="connsiteY5" fmla="*/ 1 h 6452131"/>
              <a:gd name="connsiteX0" fmla="*/ 0 w 6213966"/>
              <a:gd name="connsiteY0" fmla="*/ 1 h 6452131"/>
              <a:gd name="connsiteX1" fmla="*/ 4951414 w 6213966"/>
              <a:gd name="connsiteY1" fmla="*/ 0 h 6452131"/>
              <a:gd name="connsiteX2" fmla="*/ 5940426 w 6213966"/>
              <a:gd name="connsiteY2" fmla="*/ 4250532 h 6452131"/>
              <a:gd name="connsiteX3" fmla="*/ 2682346 w 6213966"/>
              <a:gd name="connsiteY3" fmla="*/ 6452131 h 6452131"/>
              <a:gd name="connsiteX4" fmla="*/ 0 w 6213966"/>
              <a:gd name="connsiteY4" fmla="*/ 6452130 h 6452131"/>
              <a:gd name="connsiteX5" fmla="*/ 0 w 6213966"/>
              <a:gd name="connsiteY5" fmla="*/ 1 h 6452131"/>
              <a:gd name="connsiteX0" fmla="*/ 0 w 6321194"/>
              <a:gd name="connsiteY0" fmla="*/ 1 h 6452131"/>
              <a:gd name="connsiteX1" fmla="*/ 4951414 w 6321194"/>
              <a:gd name="connsiteY1" fmla="*/ 0 h 6452131"/>
              <a:gd name="connsiteX2" fmla="*/ 6109759 w 6321194"/>
              <a:gd name="connsiteY2" fmla="*/ 4098132 h 6452131"/>
              <a:gd name="connsiteX3" fmla="*/ 2682346 w 6321194"/>
              <a:gd name="connsiteY3" fmla="*/ 6452131 h 6452131"/>
              <a:gd name="connsiteX4" fmla="*/ 0 w 6321194"/>
              <a:gd name="connsiteY4" fmla="*/ 6452130 h 6452131"/>
              <a:gd name="connsiteX5" fmla="*/ 0 w 6321194"/>
              <a:gd name="connsiteY5" fmla="*/ 1 h 6452131"/>
              <a:gd name="connsiteX0" fmla="*/ 0 w 6266005"/>
              <a:gd name="connsiteY0" fmla="*/ 1 h 6452131"/>
              <a:gd name="connsiteX1" fmla="*/ 4951414 w 6266005"/>
              <a:gd name="connsiteY1" fmla="*/ 0 h 6452131"/>
              <a:gd name="connsiteX2" fmla="*/ 6025092 w 6266005"/>
              <a:gd name="connsiteY2" fmla="*/ 4216665 h 6452131"/>
              <a:gd name="connsiteX3" fmla="*/ 2682346 w 6266005"/>
              <a:gd name="connsiteY3" fmla="*/ 6452131 h 6452131"/>
              <a:gd name="connsiteX4" fmla="*/ 0 w 6266005"/>
              <a:gd name="connsiteY4" fmla="*/ 6452130 h 6452131"/>
              <a:gd name="connsiteX5" fmla="*/ 0 w 6266005"/>
              <a:gd name="connsiteY5" fmla="*/ 1 h 6452131"/>
              <a:gd name="connsiteX0" fmla="*/ 0 w 6266005"/>
              <a:gd name="connsiteY0" fmla="*/ 0 h 6472450"/>
              <a:gd name="connsiteX1" fmla="*/ 4951414 w 6266005"/>
              <a:gd name="connsiteY1" fmla="*/ 20319 h 6472450"/>
              <a:gd name="connsiteX2" fmla="*/ 6025092 w 6266005"/>
              <a:gd name="connsiteY2" fmla="*/ 4236984 h 6472450"/>
              <a:gd name="connsiteX3" fmla="*/ 2682346 w 6266005"/>
              <a:gd name="connsiteY3" fmla="*/ 6472450 h 6472450"/>
              <a:gd name="connsiteX4" fmla="*/ 0 w 6266005"/>
              <a:gd name="connsiteY4" fmla="*/ 6472449 h 6472450"/>
              <a:gd name="connsiteX5" fmla="*/ 0 w 6266005"/>
              <a:gd name="connsiteY5" fmla="*/ 0 h 6472450"/>
              <a:gd name="connsiteX0" fmla="*/ 0 w 6321305"/>
              <a:gd name="connsiteY0" fmla="*/ 10161 h 6482611"/>
              <a:gd name="connsiteX1" fmla="*/ 4961574 w 6321305"/>
              <a:gd name="connsiteY1" fmla="*/ 0 h 6482611"/>
              <a:gd name="connsiteX2" fmla="*/ 6025092 w 6321305"/>
              <a:gd name="connsiteY2" fmla="*/ 4247145 h 6482611"/>
              <a:gd name="connsiteX3" fmla="*/ 2682346 w 6321305"/>
              <a:gd name="connsiteY3" fmla="*/ 6482611 h 6482611"/>
              <a:gd name="connsiteX4" fmla="*/ 0 w 6321305"/>
              <a:gd name="connsiteY4" fmla="*/ 6482610 h 6482611"/>
              <a:gd name="connsiteX5" fmla="*/ 0 w 6321305"/>
              <a:gd name="connsiteY5" fmla="*/ 10161 h 6482611"/>
              <a:gd name="connsiteX0" fmla="*/ 0 w 6281673"/>
              <a:gd name="connsiteY0" fmla="*/ 10161 h 6482611"/>
              <a:gd name="connsiteX1" fmla="*/ 4961574 w 6281673"/>
              <a:gd name="connsiteY1" fmla="*/ 0 h 6482611"/>
              <a:gd name="connsiteX2" fmla="*/ 6025092 w 6281673"/>
              <a:gd name="connsiteY2" fmla="*/ 4247145 h 6482611"/>
              <a:gd name="connsiteX3" fmla="*/ 2682346 w 6281673"/>
              <a:gd name="connsiteY3" fmla="*/ 6482611 h 6482611"/>
              <a:gd name="connsiteX4" fmla="*/ 0 w 6281673"/>
              <a:gd name="connsiteY4" fmla="*/ 6482610 h 6482611"/>
              <a:gd name="connsiteX5" fmla="*/ 0 w 6281673"/>
              <a:gd name="connsiteY5" fmla="*/ 10161 h 6482611"/>
              <a:gd name="connsiteX0" fmla="*/ 0 w 6263095"/>
              <a:gd name="connsiteY0" fmla="*/ 10161 h 6482610"/>
              <a:gd name="connsiteX1" fmla="*/ 4961574 w 6263095"/>
              <a:gd name="connsiteY1" fmla="*/ 0 h 6482610"/>
              <a:gd name="connsiteX2" fmla="*/ 6025092 w 6263095"/>
              <a:gd name="connsiteY2" fmla="*/ 4247145 h 6482610"/>
              <a:gd name="connsiteX3" fmla="*/ 2936346 w 6263095"/>
              <a:gd name="connsiteY3" fmla="*/ 6472451 h 6482610"/>
              <a:gd name="connsiteX4" fmla="*/ 0 w 6263095"/>
              <a:gd name="connsiteY4" fmla="*/ 6482610 h 6482610"/>
              <a:gd name="connsiteX5" fmla="*/ 0 w 6263095"/>
              <a:gd name="connsiteY5" fmla="*/ 10161 h 6482610"/>
              <a:gd name="connsiteX0" fmla="*/ 0 w 6263095"/>
              <a:gd name="connsiteY0" fmla="*/ 10161 h 6482610"/>
              <a:gd name="connsiteX1" fmla="*/ 4961574 w 6263095"/>
              <a:gd name="connsiteY1" fmla="*/ 0 h 6482610"/>
              <a:gd name="connsiteX2" fmla="*/ 6025092 w 6263095"/>
              <a:gd name="connsiteY2" fmla="*/ 4247145 h 6482610"/>
              <a:gd name="connsiteX3" fmla="*/ 2936346 w 6263095"/>
              <a:gd name="connsiteY3" fmla="*/ 6472451 h 6482610"/>
              <a:gd name="connsiteX4" fmla="*/ 0 w 6263095"/>
              <a:gd name="connsiteY4" fmla="*/ 6482610 h 6482610"/>
              <a:gd name="connsiteX5" fmla="*/ 0 w 6263095"/>
              <a:gd name="connsiteY5" fmla="*/ 10161 h 6482610"/>
              <a:gd name="connsiteX0" fmla="*/ 0 w 6289855"/>
              <a:gd name="connsiteY0" fmla="*/ 10161 h 6482610"/>
              <a:gd name="connsiteX1" fmla="*/ 4961574 w 6289855"/>
              <a:gd name="connsiteY1" fmla="*/ 0 h 6482610"/>
              <a:gd name="connsiteX2" fmla="*/ 6025092 w 6289855"/>
              <a:gd name="connsiteY2" fmla="*/ 4247145 h 6482610"/>
              <a:gd name="connsiteX3" fmla="*/ 2936346 w 6289855"/>
              <a:gd name="connsiteY3" fmla="*/ 6472451 h 6482610"/>
              <a:gd name="connsiteX4" fmla="*/ 0 w 6289855"/>
              <a:gd name="connsiteY4" fmla="*/ 6482610 h 6482610"/>
              <a:gd name="connsiteX5" fmla="*/ 0 w 6289855"/>
              <a:gd name="connsiteY5" fmla="*/ 10161 h 6482610"/>
              <a:gd name="connsiteX0" fmla="*/ 0 w 6276060"/>
              <a:gd name="connsiteY0" fmla="*/ 10161 h 6482610"/>
              <a:gd name="connsiteX1" fmla="*/ 4961574 w 6276060"/>
              <a:gd name="connsiteY1" fmla="*/ 0 h 6482610"/>
              <a:gd name="connsiteX2" fmla="*/ 6004772 w 6276060"/>
              <a:gd name="connsiteY2" fmla="*/ 4206505 h 6482610"/>
              <a:gd name="connsiteX3" fmla="*/ 2936346 w 6276060"/>
              <a:gd name="connsiteY3" fmla="*/ 6472451 h 6482610"/>
              <a:gd name="connsiteX4" fmla="*/ 0 w 6276060"/>
              <a:gd name="connsiteY4" fmla="*/ 6482610 h 6482610"/>
              <a:gd name="connsiteX5" fmla="*/ 0 w 6276060"/>
              <a:gd name="connsiteY5" fmla="*/ 10161 h 6482610"/>
              <a:gd name="connsiteX0" fmla="*/ 0 w 6303818"/>
              <a:gd name="connsiteY0" fmla="*/ 10161 h 6482610"/>
              <a:gd name="connsiteX1" fmla="*/ 4961574 w 6303818"/>
              <a:gd name="connsiteY1" fmla="*/ 0 h 6482610"/>
              <a:gd name="connsiteX2" fmla="*/ 6045412 w 6303818"/>
              <a:gd name="connsiteY2" fmla="*/ 4216665 h 6482610"/>
              <a:gd name="connsiteX3" fmla="*/ 2936346 w 6303818"/>
              <a:gd name="connsiteY3" fmla="*/ 6472451 h 6482610"/>
              <a:gd name="connsiteX4" fmla="*/ 0 w 6303818"/>
              <a:gd name="connsiteY4" fmla="*/ 6482610 h 6482610"/>
              <a:gd name="connsiteX5" fmla="*/ 0 w 6303818"/>
              <a:gd name="connsiteY5" fmla="*/ 10161 h 6482610"/>
              <a:gd name="connsiteX0" fmla="*/ 0 w 6317252"/>
              <a:gd name="connsiteY0" fmla="*/ 10161 h 6482610"/>
              <a:gd name="connsiteX1" fmla="*/ 4961574 w 6317252"/>
              <a:gd name="connsiteY1" fmla="*/ 0 h 6482610"/>
              <a:gd name="connsiteX2" fmla="*/ 6045412 w 6317252"/>
              <a:gd name="connsiteY2" fmla="*/ 4216665 h 6482610"/>
              <a:gd name="connsiteX3" fmla="*/ 2936346 w 6317252"/>
              <a:gd name="connsiteY3" fmla="*/ 6472451 h 6482610"/>
              <a:gd name="connsiteX4" fmla="*/ 0 w 6317252"/>
              <a:gd name="connsiteY4" fmla="*/ 6482610 h 6482610"/>
              <a:gd name="connsiteX5" fmla="*/ 0 w 6317252"/>
              <a:gd name="connsiteY5" fmla="*/ 10161 h 6482610"/>
              <a:gd name="connsiteX0" fmla="*/ 0 w 6303818"/>
              <a:gd name="connsiteY0" fmla="*/ 10161 h 6482610"/>
              <a:gd name="connsiteX1" fmla="*/ 4961574 w 6303818"/>
              <a:gd name="connsiteY1" fmla="*/ 0 h 6482610"/>
              <a:gd name="connsiteX2" fmla="*/ 6045412 w 6303818"/>
              <a:gd name="connsiteY2" fmla="*/ 4216665 h 6482610"/>
              <a:gd name="connsiteX3" fmla="*/ 2936346 w 6303818"/>
              <a:gd name="connsiteY3" fmla="*/ 6472451 h 6482610"/>
              <a:gd name="connsiteX4" fmla="*/ 0 w 6303818"/>
              <a:gd name="connsiteY4" fmla="*/ 6482610 h 6482610"/>
              <a:gd name="connsiteX5" fmla="*/ 0 w 6303818"/>
              <a:gd name="connsiteY5" fmla="*/ 10161 h 6482610"/>
              <a:gd name="connsiteX0" fmla="*/ 0 w 6317252"/>
              <a:gd name="connsiteY0" fmla="*/ 10161 h 6482610"/>
              <a:gd name="connsiteX1" fmla="*/ 4961574 w 6317252"/>
              <a:gd name="connsiteY1" fmla="*/ 0 h 6482610"/>
              <a:gd name="connsiteX2" fmla="*/ 6045412 w 6317252"/>
              <a:gd name="connsiteY2" fmla="*/ 4216665 h 6482610"/>
              <a:gd name="connsiteX3" fmla="*/ 2936346 w 6317252"/>
              <a:gd name="connsiteY3" fmla="*/ 6472451 h 6482610"/>
              <a:gd name="connsiteX4" fmla="*/ 0 w 6317252"/>
              <a:gd name="connsiteY4" fmla="*/ 6482610 h 6482610"/>
              <a:gd name="connsiteX5" fmla="*/ 0 w 6317252"/>
              <a:gd name="connsiteY5" fmla="*/ 10161 h 6482610"/>
              <a:gd name="connsiteX0" fmla="*/ 0 w 6299936"/>
              <a:gd name="connsiteY0" fmla="*/ 10161 h 6482610"/>
              <a:gd name="connsiteX1" fmla="*/ 4961574 w 6299936"/>
              <a:gd name="connsiteY1" fmla="*/ 0 h 6482610"/>
              <a:gd name="connsiteX2" fmla="*/ 6020245 w 6299936"/>
              <a:gd name="connsiteY2" fmla="*/ 4216665 h 6482610"/>
              <a:gd name="connsiteX3" fmla="*/ 2936346 w 6299936"/>
              <a:gd name="connsiteY3" fmla="*/ 6472451 h 6482610"/>
              <a:gd name="connsiteX4" fmla="*/ 0 w 6299936"/>
              <a:gd name="connsiteY4" fmla="*/ 6482610 h 6482610"/>
              <a:gd name="connsiteX5" fmla="*/ 0 w 6299936"/>
              <a:gd name="connsiteY5" fmla="*/ 10161 h 6482610"/>
              <a:gd name="connsiteX0" fmla="*/ 0 w 6267165"/>
              <a:gd name="connsiteY0" fmla="*/ 10161 h 6489229"/>
              <a:gd name="connsiteX1" fmla="*/ 4961574 w 6267165"/>
              <a:gd name="connsiteY1" fmla="*/ 0 h 6489229"/>
              <a:gd name="connsiteX2" fmla="*/ 6020245 w 6267165"/>
              <a:gd name="connsiteY2" fmla="*/ 4216665 h 6489229"/>
              <a:gd name="connsiteX3" fmla="*/ 2835678 w 6267165"/>
              <a:gd name="connsiteY3" fmla="*/ 6489229 h 6489229"/>
              <a:gd name="connsiteX4" fmla="*/ 0 w 6267165"/>
              <a:gd name="connsiteY4" fmla="*/ 6482610 h 6489229"/>
              <a:gd name="connsiteX5" fmla="*/ 0 w 6267165"/>
              <a:gd name="connsiteY5" fmla="*/ 10161 h 6489229"/>
              <a:gd name="connsiteX0" fmla="*/ 0 w 6295968"/>
              <a:gd name="connsiteY0" fmla="*/ 10161 h 6489229"/>
              <a:gd name="connsiteX1" fmla="*/ 4961574 w 6295968"/>
              <a:gd name="connsiteY1" fmla="*/ 0 h 6489229"/>
              <a:gd name="connsiteX2" fmla="*/ 6062190 w 6295968"/>
              <a:gd name="connsiteY2" fmla="*/ 4107608 h 6489229"/>
              <a:gd name="connsiteX3" fmla="*/ 2835678 w 6295968"/>
              <a:gd name="connsiteY3" fmla="*/ 6489229 h 6489229"/>
              <a:gd name="connsiteX4" fmla="*/ 0 w 6295968"/>
              <a:gd name="connsiteY4" fmla="*/ 6482610 h 6489229"/>
              <a:gd name="connsiteX5" fmla="*/ 0 w 6295968"/>
              <a:gd name="connsiteY5" fmla="*/ 10161 h 6489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95968" h="6489229">
                <a:moveTo>
                  <a:pt x="0" y="10161"/>
                </a:moveTo>
                <a:lnTo>
                  <a:pt x="4961574" y="0"/>
                </a:lnTo>
                <a:cubicBezTo>
                  <a:pt x="6577772" y="1459654"/>
                  <a:pt x="6416506" y="3026070"/>
                  <a:pt x="6062190" y="4107608"/>
                </a:cubicBezTo>
                <a:cubicBezTo>
                  <a:pt x="5707874" y="5189146"/>
                  <a:pt x="4550090" y="6306349"/>
                  <a:pt x="2835678" y="6489229"/>
                </a:cubicBezTo>
                <a:lnTo>
                  <a:pt x="0" y="6482610"/>
                </a:lnTo>
                <a:lnTo>
                  <a:pt x="0" y="10161"/>
                </a:lnTo>
                <a:close/>
              </a:path>
            </a:pathLst>
          </a:custGeom>
        </p:spPr>
        <p:txBody>
          <a:bodyPr/>
          <a:lstStyle/>
          <a:p>
            <a:endParaRPr lang="en-IN" dirty="0"/>
          </a:p>
        </p:txBody>
      </p:sp>
      <p:sp>
        <p:nvSpPr>
          <p:cNvPr id="6" name="Title 1">
            <a:extLst>
              <a:ext uri="{FF2B5EF4-FFF2-40B4-BE49-F238E27FC236}">
                <a16:creationId xmlns:a16="http://schemas.microsoft.com/office/drawing/2014/main" id="{7B6A8123-506A-0865-AB94-A2207641AC8C}"/>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dirty="0"/>
              <a:t>Click to edit Master title style</a:t>
            </a:r>
            <a:endParaRPr lang="en-US" dirty="0"/>
          </a:p>
        </p:txBody>
      </p:sp>
      <p:sp>
        <p:nvSpPr>
          <p:cNvPr id="7" name="Rectangle 6">
            <a:extLst>
              <a:ext uri="{FF2B5EF4-FFF2-40B4-BE49-F238E27FC236}">
                <a16:creationId xmlns:a16="http://schemas.microsoft.com/office/drawing/2014/main" id="{D60AFFB5-3AED-8612-37BC-EAB3C6E0800F}"/>
              </a:ext>
            </a:extLst>
          </p:cNvPr>
          <p:cNvSpPr/>
          <p:nvPr userDrawn="1"/>
        </p:nvSpPr>
        <p:spPr>
          <a:xfrm>
            <a:off x="359998" y="977410"/>
            <a:ext cx="5400000" cy="72000"/>
          </a:xfrm>
          <a:prstGeom prst="rect">
            <a:avLst/>
          </a:prstGeom>
          <a:gradFill flip="none" rotWithShape="1">
            <a:gsLst>
              <a:gs pos="100000">
                <a:schemeClr val="bg1"/>
              </a:gs>
              <a:gs pos="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1" name="Rectangle: Rounded Corners 10">
            <a:extLst>
              <a:ext uri="{FF2B5EF4-FFF2-40B4-BE49-F238E27FC236}">
                <a16:creationId xmlns:a16="http://schemas.microsoft.com/office/drawing/2014/main" id="{4BBCE8C8-8FF1-ABEF-884F-7F80F4D743E4}"/>
              </a:ext>
            </a:extLst>
          </p:cNvPr>
          <p:cNvSpPr/>
          <p:nvPr userDrawn="1"/>
        </p:nvSpPr>
        <p:spPr>
          <a:xfrm>
            <a:off x="2133600" y="1548789"/>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3279B870-F6B4-628E-51FC-C98DD95C444D}"/>
              </a:ext>
            </a:extLst>
          </p:cNvPr>
          <p:cNvSpPr/>
          <p:nvPr userDrawn="1"/>
        </p:nvSpPr>
        <p:spPr>
          <a:xfrm>
            <a:off x="2133600" y="2496552"/>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4F6F51E1-0D27-5751-5AE0-EEA5852C34FE}"/>
              </a:ext>
            </a:extLst>
          </p:cNvPr>
          <p:cNvSpPr/>
          <p:nvPr userDrawn="1"/>
        </p:nvSpPr>
        <p:spPr>
          <a:xfrm>
            <a:off x="2133600" y="3444315"/>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922D180F-CDD9-9E6F-F4DC-1D36559C7FE7}"/>
              </a:ext>
            </a:extLst>
          </p:cNvPr>
          <p:cNvSpPr/>
          <p:nvPr userDrawn="1"/>
        </p:nvSpPr>
        <p:spPr>
          <a:xfrm>
            <a:off x="2133600" y="4392077"/>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B78E1E1B-6B22-2275-1DEC-E2497CE4C981}"/>
              </a:ext>
            </a:extLst>
          </p:cNvPr>
          <p:cNvSpPr/>
          <p:nvPr userDrawn="1"/>
        </p:nvSpPr>
        <p:spPr>
          <a:xfrm>
            <a:off x="2133600" y="5360440"/>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Content Placeholder 50">
            <a:extLst>
              <a:ext uri="{FF2B5EF4-FFF2-40B4-BE49-F238E27FC236}">
                <a16:creationId xmlns:a16="http://schemas.microsoft.com/office/drawing/2014/main" id="{FDCAE5CE-F9E8-D464-306C-C73CA8A9B1B5}"/>
              </a:ext>
            </a:extLst>
          </p:cNvPr>
          <p:cNvSpPr>
            <a:spLocks noGrp="1"/>
          </p:cNvSpPr>
          <p:nvPr>
            <p:ph sz="quarter" idx="14" hasCustomPrompt="1"/>
          </p:nvPr>
        </p:nvSpPr>
        <p:spPr>
          <a:xfrm>
            <a:off x="4536599" y="1480628"/>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dirty="0"/>
              <a:t>01</a:t>
            </a:r>
            <a:endParaRPr lang="en-IN" dirty="0"/>
          </a:p>
        </p:txBody>
      </p:sp>
      <p:sp>
        <p:nvSpPr>
          <p:cNvPr id="79" name="Content Placeholder 50">
            <a:extLst>
              <a:ext uri="{FF2B5EF4-FFF2-40B4-BE49-F238E27FC236}">
                <a16:creationId xmlns:a16="http://schemas.microsoft.com/office/drawing/2014/main" id="{A97061D2-4941-91EE-E837-F1043807B992}"/>
              </a:ext>
            </a:extLst>
          </p:cNvPr>
          <p:cNvSpPr>
            <a:spLocks noGrp="1"/>
          </p:cNvSpPr>
          <p:nvPr>
            <p:ph sz="quarter" idx="15" hasCustomPrompt="1"/>
          </p:nvPr>
        </p:nvSpPr>
        <p:spPr>
          <a:xfrm>
            <a:off x="4544561" y="2428670"/>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dirty="0"/>
              <a:t>02</a:t>
            </a:r>
            <a:endParaRPr lang="en-IN" dirty="0"/>
          </a:p>
        </p:txBody>
      </p:sp>
      <p:sp>
        <p:nvSpPr>
          <p:cNvPr id="80" name="Content Placeholder 50">
            <a:extLst>
              <a:ext uri="{FF2B5EF4-FFF2-40B4-BE49-F238E27FC236}">
                <a16:creationId xmlns:a16="http://schemas.microsoft.com/office/drawing/2014/main" id="{32BFEA47-006D-C0B3-955B-EA46F126A4B5}"/>
              </a:ext>
            </a:extLst>
          </p:cNvPr>
          <p:cNvSpPr>
            <a:spLocks noGrp="1"/>
          </p:cNvSpPr>
          <p:nvPr>
            <p:ph sz="quarter" idx="16" hasCustomPrompt="1"/>
          </p:nvPr>
        </p:nvSpPr>
        <p:spPr>
          <a:xfrm>
            <a:off x="4511669" y="3378453"/>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dirty="0"/>
              <a:t>03</a:t>
            </a:r>
            <a:endParaRPr lang="en-IN" dirty="0"/>
          </a:p>
        </p:txBody>
      </p:sp>
      <p:sp>
        <p:nvSpPr>
          <p:cNvPr id="81" name="Content Placeholder 50">
            <a:extLst>
              <a:ext uri="{FF2B5EF4-FFF2-40B4-BE49-F238E27FC236}">
                <a16:creationId xmlns:a16="http://schemas.microsoft.com/office/drawing/2014/main" id="{FEE7EDF9-F39F-9CE3-B606-01ED62D0220C}"/>
              </a:ext>
            </a:extLst>
          </p:cNvPr>
          <p:cNvSpPr>
            <a:spLocks noGrp="1"/>
          </p:cNvSpPr>
          <p:nvPr>
            <p:ph sz="quarter" idx="17" hasCustomPrompt="1"/>
          </p:nvPr>
        </p:nvSpPr>
        <p:spPr>
          <a:xfrm>
            <a:off x="4530481" y="4341722"/>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dirty="0"/>
              <a:t>04</a:t>
            </a:r>
            <a:endParaRPr lang="en-IN" dirty="0"/>
          </a:p>
        </p:txBody>
      </p:sp>
      <p:sp>
        <p:nvSpPr>
          <p:cNvPr id="82" name="Content Placeholder 50">
            <a:extLst>
              <a:ext uri="{FF2B5EF4-FFF2-40B4-BE49-F238E27FC236}">
                <a16:creationId xmlns:a16="http://schemas.microsoft.com/office/drawing/2014/main" id="{F5A9671E-0D3D-4BAC-C7FF-F65B784C1823}"/>
              </a:ext>
            </a:extLst>
          </p:cNvPr>
          <p:cNvSpPr>
            <a:spLocks noGrp="1"/>
          </p:cNvSpPr>
          <p:nvPr>
            <p:ph sz="quarter" idx="18" hasCustomPrompt="1"/>
          </p:nvPr>
        </p:nvSpPr>
        <p:spPr>
          <a:xfrm>
            <a:off x="4530480" y="5274877"/>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dirty="0"/>
              <a:t>05</a:t>
            </a:r>
            <a:endParaRPr lang="en-IN" dirty="0"/>
          </a:p>
        </p:txBody>
      </p:sp>
      <p:sp>
        <p:nvSpPr>
          <p:cNvPr id="83" name="Text Placeholder 37">
            <a:extLst>
              <a:ext uri="{FF2B5EF4-FFF2-40B4-BE49-F238E27FC236}">
                <a16:creationId xmlns:a16="http://schemas.microsoft.com/office/drawing/2014/main" id="{BC19F703-56FB-2261-A61F-F258FEF22B05}"/>
              </a:ext>
            </a:extLst>
          </p:cNvPr>
          <p:cNvSpPr>
            <a:spLocks noGrp="1"/>
          </p:cNvSpPr>
          <p:nvPr>
            <p:ph type="body" sz="quarter" idx="21" hasCustomPrompt="1"/>
          </p:nvPr>
        </p:nvSpPr>
        <p:spPr>
          <a:xfrm>
            <a:off x="5500426" y="1691896"/>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84" name="Text Placeholder 37">
            <a:extLst>
              <a:ext uri="{FF2B5EF4-FFF2-40B4-BE49-F238E27FC236}">
                <a16:creationId xmlns:a16="http://schemas.microsoft.com/office/drawing/2014/main" id="{298392FB-6B4D-EA43-EAC9-9078A913EC52}"/>
              </a:ext>
            </a:extLst>
          </p:cNvPr>
          <p:cNvSpPr>
            <a:spLocks noGrp="1"/>
          </p:cNvSpPr>
          <p:nvPr>
            <p:ph type="body" sz="quarter" idx="22" hasCustomPrompt="1"/>
          </p:nvPr>
        </p:nvSpPr>
        <p:spPr>
          <a:xfrm>
            <a:off x="5500425" y="2664887"/>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16" name="Text Placeholder 37">
            <a:extLst>
              <a:ext uri="{FF2B5EF4-FFF2-40B4-BE49-F238E27FC236}">
                <a16:creationId xmlns:a16="http://schemas.microsoft.com/office/drawing/2014/main" id="{8F55CB87-18A7-DC73-05FF-DD116AE8E48B}"/>
              </a:ext>
            </a:extLst>
          </p:cNvPr>
          <p:cNvSpPr>
            <a:spLocks noGrp="1"/>
          </p:cNvSpPr>
          <p:nvPr>
            <p:ph type="body" sz="quarter" idx="23" hasCustomPrompt="1"/>
          </p:nvPr>
        </p:nvSpPr>
        <p:spPr>
          <a:xfrm>
            <a:off x="5500426" y="3590697"/>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17" name="Text Placeholder 37">
            <a:extLst>
              <a:ext uri="{FF2B5EF4-FFF2-40B4-BE49-F238E27FC236}">
                <a16:creationId xmlns:a16="http://schemas.microsoft.com/office/drawing/2014/main" id="{9AC48981-1831-177D-E35E-A52CECE6685E}"/>
              </a:ext>
            </a:extLst>
          </p:cNvPr>
          <p:cNvSpPr>
            <a:spLocks noGrp="1"/>
          </p:cNvSpPr>
          <p:nvPr>
            <p:ph type="body" sz="quarter" idx="24" hasCustomPrompt="1"/>
          </p:nvPr>
        </p:nvSpPr>
        <p:spPr>
          <a:xfrm>
            <a:off x="5500425" y="4563688"/>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20" name="Text Placeholder 37">
            <a:extLst>
              <a:ext uri="{FF2B5EF4-FFF2-40B4-BE49-F238E27FC236}">
                <a16:creationId xmlns:a16="http://schemas.microsoft.com/office/drawing/2014/main" id="{4AAE85F7-BC33-0D17-39C6-A0BB171F5C63}"/>
              </a:ext>
            </a:extLst>
          </p:cNvPr>
          <p:cNvSpPr>
            <a:spLocks noGrp="1"/>
          </p:cNvSpPr>
          <p:nvPr>
            <p:ph type="body" sz="quarter" idx="25" hasCustomPrompt="1"/>
          </p:nvPr>
        </p:nvSpPr>
        <p:spPr>
          <a:xfrm>
            <a:off x="5500425" y="5508033"/>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85" name="Text Placeholder 37">
            <a:extLst>
              <a:ext uri="{FF2B5EF4-FFF2-40B4-BE49-F238E27FC236}">
                <a16:creationId xmlns:a16="http://schemas.microsoft.com/office/drawing/2014/main" id="{DB4417A2-59BE-E1EA-191B-F8A6C4EE8E38}"/>
              </a:ext>
            </a:extLst>
          </p:cNvPr>
          <p:cNvSpPr>
            <a:spLocks noGrp="1"/>
          </p:cNvSpPr>
          <p:nvPr>
            <p:ph type="body" sz="quarter" idx="20" hasCustomPrompt="1"/>
          </p:nvPr>
        </p:nvSpPr>
        <p:spPr>
          <a:xfrm>
            <a:off x="2812026" y="1703976"/>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dirty="0"/>
              <a:t>Heading 1</a:t>
            </a:r>
            <a:endParaRPr lang="en-IN" dirty="0"/>
          </a:p>
        </p:txBody>
      </p:sp>
      <p:sp>
        <p:nvSpPr>
          <p:cNvPr id="22" name="Text Placeholder 37">
            <a:extLst>
              <a:ext uri="{FF2B5EF4-FFF2-40B4-BE49-F238E27FC236}">
                <a16:creationId xmlns:a16="http://schemas.microsoft.com/office/drawing/2014/main" id="{F9B33DDC-B06D-9DE9-0E02-B12036AE88A3}"/>
              </a:ext>
            </a:extLst>
          </p:cNvPr>
          <p:cNvSpPr>
            <a:spLocks noGrp="1"/>
          </p:cNvSpPr>
          <p:nvPr>
            <p:ph type="body" sz="quarter" idx="26" hasCustomPrompt="1"/>
          </p:nvPr>
        </p:nvSpPr>
        <p:spPr>
          <a:xfrm>
            <a:off x="2812025" y="2671195"/>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dirty="0"/>
              <a:t>Heading 2</a:t>
            </a:r>
            <a:endParaRPr lang="en-IN" dirty="0"/>
          </a:p>
        </p:txBody>
      </p:sp>
      <p:sp>
        <p:nvSpPr>
          <p:cNvPr id="23" name="Text Placeholder 37">
            <a:extLst>
              <a:ext uri="{FF2B5EF4-FFF2-40B4-BE49-F238E27FC236}">
                <a16:creationId xmlns:a16="http://schemas.microsoft.com/office/drawing/2014/main" id="{E631A40E-2E83-ABBE-2268-0292550C3DCC}"/>
              </a:ext>
            </a:extLst>
          </p:cNvPr>
          <p:cNvSpPr>
            <a:spLocks noGrp="1"/>
          </p:cNvSpPr>
          <p:nvPr>
            <p:ph type="body" sz="quarter" idx="27" hasCustomPrompt="1"/>
          </p:nvPr>
        </p:nvSpPr>
        <p:spPr>
          <a:xfrm>
            <a:off x="2804550" y="3608549"/>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dirty="0"/>
              <a:t>Heading 3</a:t>
            </a:r>
            <a:endParaRPr lang="en-IN" dirty="0"/>
          </a:p>
        </p:txBody>
      </p:sp>
      <p:sp>
        <p:nvSpPr>
          <p:cNvPr id="24" name="Text Placeholder 37">
            <a:extLst>
              <a:ext uri="{FF2B5EF4-FFF2-40B4-BE49-F238E27FC236}">
                <a16:creationId xmlns:a16="http://schemas.microsoft.com/office/drawing/2014/main" id="{245D9F7D-BC32-4224-3B60-1D70794453B3}"/>
              </a:ext>
            </a:extLst>
          </p:cNvPr>
          <p:cNvSpPr>
            <a:spLocks noGrp="1"/>
          </p:cNvSpPr>
          <p:nvPr>
            <p:ph type="body" sz="quarter" idx="28" hasCustomPrompt="1"/>
          </p:nvPr>
        </p:nvSpPr>
        <p:spPr>
          <a:xfrm>
            <a:off x="2804549" y="4575768"/>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dirty="0"/>
              <a:t>Heading 4</a:t>
            </a:r>
            <a:endParaRPr lang="en-IN" dirty="0"/>
          </a:p>
        </p:txBody>
      </p:sp>
      <p:sp>
        <p:nvSpPr>
          <p:cNvPr id="25" name="Text Placeholder 37">
            <a:extLst>
              <a:ext uri="{FF2B5EF4-FFF2-40B4-BE49-F238E27FC236}">
                <a16:creationId xmlns:a16="http://schemas.microsoft.com/office/drawing/2014/main" id="{D514F02C-D35E-BF40-1C7B-5C8037A0DEBD}"/>
              </a:ext>
            </a:extLst>
          </p:cNvPr>
          <p:cNvSpPr>
            <a:spLocks noGrp="1"/>
          </p:cNvSpPr>
          <p:nvPr>
            <p:ph type="body" sz="quarter" idx="29" hasCustomPrompt="1"/>
          </p:nvPr>
        </p:nvSpPr>
        <p:spPr>
          <a:xfrm>
            <a:off x="2812025" y="5514073"/>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dirty="0"/>
              <a:t>Heading 5</a:t>
            </a:r>
            <a:endParaRPr lang="en-IN" dirty="0"/>
          </a:p>
        </p:txBody>
      </p:sp>
      <p:sp>
        <p:nvSpPr>
          <p:cNvPr id="88" name="Content Placeholder 78">
            <a:extLst>
              <a:ext uri="{FF2B5EF4-FFF2-40B4-BE49-F238E27FC236}">
                <a16:creationId xmlns:a16="http://schemas.microsoft.com/office/drawing/2014/main" id="{EDA7EE76-DC14-3403-AADB-553132E2EF20}"/>
              </a:ext>
            </a:extLst>
          </p:cNvPr>
          <p:cNvSpPr>
            <a:spLocks noGrp="1"/>
          </p:cNvSpPr>
          <p:nvPr>
            <p:ph sz="quarter" idx="30" hasCustomPrompt="1"/>
          </p:nvPr>
        </p:nvSpPr>
        <p:spPr>
          <a:xfrm>
            <a:off x="2241083" y="1639759"/>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dirty="0"/>
              <a:t>Icon</a:t>
            </a:r>
            <a:endParaRPr lang="en-IN" dirty="0"/>
          </a:p>
        </p:txBody>
      </p:sp>
      <p:sp>
        <p:nvSpPr>
          <p:cNvPr id="89" name="Content Placeholder 78">
            <a:extLst>
              <a:ext uri="{FF2B5EF4-FFF2-40B4-BE49-F238E27FC236}">
                <a16:creationId xmlns:a16="http://schemas.microsoft.com/office/drawing/2014/main" id="{7B0E5D52-75D1-A6B9-AF3E-B1FF53A23079}"/>
              </a:ext>
            </a:extLst>
          </p:cNvPr>
          <p:cNvSpPr>
            <a:spLocks noGrp="1"/>
          </p:cNvSpPr>
          <p:nvPr>
            <p:ph sz="quarter" idx="31" hasCustomPrompt="1"/>
          </p:nvPr>
        </p:nvSpPr>
        <p:spPr>
          <a:xfrm>
            <a:off x="2241083" y="2590425"/>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dirty="0"/>
              <a:t>Icon</a:t>
            </a:r>
            <a:endParaRPr lang="en-IN" dirty="0"/>
          </a:p>
        </p:txBody>
      </p:sp>
      <p:sp>
        <p:nvSpPr>
          <p:cNvPr id="26" name="Content Placeholder 78">
            <a:extLst>
              <a:ext uri="{FF2B5EF4-FFF2-40B4-BE49-F238E27FC236}">
                <a16:creationId xmlns:a16="http://schemas.microsoft.com/office/drawing/2014/main" id="{F607488F-018D-7346-4C74-5BC24BD9E5BD}"/>
              </a:ext>
            </a:extLst>
          </p:cNvPr>
          <p:cNvSpPr>
            <a:spLocks noGrp="1"/>
          </p:cNvSpPr>
          <p:nvPr>
            <p:ph sz="quarter" idx="32" hasCustomPrompt="1"/>
          </p:nvPr>
        </p:nvSpPr>
        <p:spPr>
          <a:xfrm>
            <a:off x="2241083" y="3545041"/>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dirty="0"/>
              <a:t>Icon</a:t>
            </a:r>
            <a:endParaRPr lang="en-IN" dirty="0"/>
          </a:p>
        </p:txBody>
      </p:sp>
      <p:sp>
        <p:nvSpPr>
          <p:cNvPr id="27" name="Content Placeholder 78">
            <a:extLst>
              <a:ext uri="{FF2B5EF4-FFF2-40B4-BE49-F238E27FC236}">
                <a16:creationId xmlns:a16="http://schemas.microsoft.com/office/drawing/2014/main" id="{EA33B7F1-7263-8A3A-206E-03E63D199724}"/>
              </a:ext>
            </a:extLst>
          </p:cNvPr>
          <p:cNvSpPr>
            <a:spLocks noGrp="1"/>
          </p:cNvSpPr>
          <p:nvPr>
            <p:ph sz="quarter" idx="33" hasCustomPrompt="1"/>
          </p:nvPr>
        </p:nvSpPr>
        <p:spPr>
          <a:xfrm>
            <a:off x="2241083" y="4495707"/>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dirty="0"/>
              <a:t>Icon</a:t>
            </a:r>
            <a:endParaRPr lang="en-IN" dirty="0"/>
          </a:p>
        </p:txBody>
      </p:sp>
      <p:sp>
        <p:nvSpPr>
          <p:cNvPr id="28" name="Content Placeholder 78">
            <a:extLst>
              <a:ext uri="{FF2B5EF4-FFF2-40B4-BE49-F238E27FC236}">
                <a16:creationId xmlns:a16="http://schemas.microsoft.com/office/drawing/2014/main" id="{1737F89D-F7DA-88FE-E212-BCFD996D78C3}"/>
              </a:ext>
            </a:extLst>
          </p:cNvPr>
          <p:cNvSpPr>
            <a:spLocks noGrp="1"/>
          </p:cNvSpPr>
          <p:nvPr>
            <p:ph sz="quarter" idx="34" hasCustomPrompt="1"/>
          </p:nvPr>
        </p:nvSpPr>
        <p:spPr>
          <a:xfrm>
            <a:off x="2241083" y="5441875"/>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dirty="0"/>
              <a:t>Icon</a:t>
            </a:r>
            <a:endParaRPr lang="en-IN" dirty="0"/>
          </a:p>
        </p:txBody>
      </p:sp>
    </p:spTree>
    <p:extLst>
      <p:ext uri="{BB962C8B-B14F-4D97-AF65-F5344CB8AC3E}">
        <p14:creationId xmlns:p14="http://schemas.microsoft.com/office/powerpoint/2010/main" val="44004458"/>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2_List">
    <p:spTree>
      <p:nvGrpSpPr>
        <p:cNvPr id="1" name=""/>
        <p:cNvGrpSpPr/>
        <p:nvPr/>
      </p:nvGrpSpPr>
      <p:grpSpPr>
        <a:xfrm>
          <a:off x="0" y="0"/>
          <a:ext cx="0" cy="0"/>
          <a:chOff x="0" y="0"/>
          <a:chExt cx="0" cy="0"/>
        </a:xfrm>
      </p:grpSpPr>
      <p:sp>
        <p:nvSpPr>
          <p:cNvPr id="9" name="Picture Placeholder 76">
            <a:extLst>
              <a:ext uri="{FF2B5EF4-FFF2-40B4-BE49-F238E27FC236}">
                <a16:creationId xmlns:a16="http://schemas.microsoft.com/office/drawing/2014/main" id="{00B0AF21-F1B5-6741-D232-B58803B006E0}"/>
              </a:ext>
            </a:extLst>
          </p:cNvPr>
          <p:cNvSpPr>
            <a:spLocks noGrp="1"/>
          </p:cNvSpPr>
          <p:nvPr>
            <p:ph type="pic" sz="quarter" idx="13"/>
          </p:nvPr>
        </p:nvSpPr>
        <p:spPr>
          <a:xfrm>
            <a:off x="0" y="0"/>
            <a:ext cx="6295968" cy="6489229"/>
          </a:xfrm>
          <a:custGeom>
            <a:avLst/>
            <a:gdLst>
              <a:gd name="connsiteX0" fmla="*/ 0 w 6245225"/>
              <a:gd name="connsiteY0" fmla="*/ 0 h 6469063"/>
              <a:gd name="connsiteX1" fmla="*/ 3122613 w 6245225"/>
              <a:gd name="connsiteY1" fmla="*/ 0 h 6469063"/>
              <a:gd name="connsiteX2" fmla="*/ 6245226 w 6245225"/>
              <a:gd name="connsiteY2" fmla="*/ 3234532 h 6469063"/>
              <a:gd name="connsiteX3" fmla="*/ 3122613 w 6245225"/>
              <a:gd name="connsiteY3" fmla="*/ 6469064 h 6469063"/>
              <a:gd name="connsiteX4" fmla="*/ 0 w 6245225"/>
              <a:gd name="connsiteY4" fmla="*/ 6469063 h 6469063"/>
              <a:gd name="connsiteX5" fmla="*/ 0 w 6245225"/>
              <a:gd name="connsiteY5" fmla="*/ 0 h 6469063"/>
              <a:gd name="connsiteX0" fmla="*/ 0 w 6391825"/>
              <a:gd name="connsiteY0" fmla="*/ 16933 h 6485997"/>
              <a:gd name="connsiteX1" fmla="*/ 4832880 w 6391825"/>
              <a:gd name="connsiteY1" fmla="*/ 0 h 6485997"/>
              <a:gd name="connsiteX2" fmla="*/ 6245226 w 6391825"/>
              <a:gd name="connsiteY2" fmla="*/ 3251465 h 6485997"/>
              <a:gd name="connsiteX3" fmla="*/ 3122613 w 6391825"/>
              <a:gd name="connsiteY3" fmla="*/ 6485997 h 6485997"/>
              <a:gd name="connsiteX4" fmla="*/ 0 w 6391825"/>
              <a:gd name="connsiteY4" fmla="*/ 6485996 h 6485997"/>
              <a:gd name="connsiteX5" fmla="*/ 0 w 6391825"/>
              <a:gd name="connsiteY5" fmla="*/ 16933 h 6485997"/>
              <a:gd name="connsiteX0" fmla="*/ 0 w 6424168"/>
              <a:gd name="connsiteY0" fmla="*/ 16933 h 6485997"/>
              <a:gd name="connsiteX1" fmla="*/ 4832880 w 6424168"/>
              <a:gd name="connsiteY1" fmla="*/ 0 h 6485997"/>
              <a:gd name="connsiteX2" fmla="*/ 6245226 w 6424168"/>
              <a:gd name="connsiteY2" fmla="*/ 3251465 h 6485997"/>
              <a:gd name="connsiteX3" fmla="*/ 2682346 w 6424168"/>
              <a:gd name="connsiteY3" fmla="*/ 6485997 h 6485997"/>
              <a:gd name="connsiteX4" fmla="*/ 0 w 6424168"/>
              <a:gd name="connsiteY4" fmla="*/ 6485996 h 6485997"/>
              <a:gd name="connsiteX5" fmla="*/ 0 w 6424168"/>
              <a:gd name="connsiteY5" fmla="*/ 16933 h 6485997"/>
              <a:gd name="connsiteX0" fmla="*/ 0 w 6169168"/>
              <a:gd name="connsiteY0" fmla="*/ 16933 h 6485997"/>
              <a:gd name="connsiteX1" fmla="*/ 4832880 w 6169168"/>
              <a:gd name="connsiteY1" fmla="*/ 0 h 6485997"/>
              <a:gd name="connsiteX2" fmla="*/ 5889626 w 6169168"/>
              <a:gd name="connsiteY2" fmla="*/ 4318265 h 6485997"/>
              <a:gd name="connsiteX3" fmla="*/ 2682346 w 6169168"/>
              <a:gd name="connsiteY3" fmla="*/ 6485997 h 6485997"/>
              <a:gd name="connsiteX4" fmla="*/ 0 w 6169168"/>
              <a:gd name="connsiteY4" fmla="*/ 6485996 h 6485997"/>
              <a:gd name="connsiteX5" fmla="*/ 0 w 6169168"/>
              <a:gd name="connsiteY5" fmla="*/ 16933 h 6485997"/>
              <a:gd name="connsiteX0" fmla="*/ 0 w 6132723"/>
              <a:gd name="connsiteY0" fmla="*/ 16933 h 6485997"/>
              <a:gd name="connsiteX1" fmla="*/ 4832880 w 6132723"/>
              <a:gd name="connsiteY1" fmla="*/ 0 h 6485997"/>
              <a:gd name="connsiteX2" fmla="*/ 5889626 w 6132723"/>
              <a:gd name="connsiteY2" fmla="*/ 4318265 h 6485997"/>
              <a:gd name="connsiteX3" fmla="*/ 2682346 w 6132723"/>
              <a:gd name="connsiteY3" fmla="*/ 6485997 h 6485997"/>
              <a:gd name="connsiteX4" fmla="*/ 0 w 6132723"/>
              <a:gd name="connsiteY4" fmla="*/ 6485996 h 6485997"/>
              <a:gd name="connsiteX5" fmla="*/ 0 w 6132723"/>
              <a:gd name="connsiteY5" fmla="*/ 16933 h 6485997"/>
              <a:gd name="connsiteX0" fmla="*/ 0 w 6321497"/>
              <a:gd name="connsiteY0" fmla="*/ 16933 h 6485997"/>
              <a:gd name="connsiteX1" fmla="*/ 4832880 w 6321497"/>
              <a:gd name="connsiteY1" fmla="*/ 0 h 6485997"/>
              <a:gd name="connsiteX2" fmla="*/ 6160559 w 6321497"/>
              <a:gd name="connsiteY2" fmla="*/ 4199732 h 6485997"/>
              <a:gd name="connsiteX3" fmla="*/ 2682346 w 6321497"/>
              <a:gd name="connsiteY3" fmla="*/ 6485997 h 6485997"/>
              <a:gd name="connsiteX4" fmla="*/ 0 w 6321497"/>
              <a:gd name="connsiteY4" fmla="*/ 6485996 h 6485997"/>
              <a:gd name="connsiteX5" fmla="*/ 0 w 6321497"/>
              <a:gd name="connsiteY5" fmla="*/ 16933 h 6485997"/>
              <a:gd name="connsiteX0" fmla="*/ 0 w 6374144"/>
              <a:gd name="connsiteY0" fmla="*/ 16933 h 6485997"/>
              <a:gd name="connsiteX1" fmla="*/ 4832880 w 6374144"/>
              <a:gd name="connsiteY1" fmla="*/ 0 h 6485997"/>
              <a:gd name="connsiteX2" fmla="*/ 6160559 w 6374144"/>
              <a:gd name="connsiteY2" fmla="*/ 4199732 h 6485997"/>
              <a:gd name="connsiteX3" fmla="*/ 2682346 w 6374144"/>
              <a:gd name="connsiteY3" fmla="*/ 6485997 h 6485997"/>
              <a:gd name="connsiteX4" fmla="*/ 0 w 6374144"/>
              <a:gd name="connsiteY4" fmla="*/ 6485996 h 6485997"/>
              <a:gd name="connsiteX5" fmla="*/ 0 w 6374144"/>
              <a:gd name="connsiteY5" fmla="*/ 16933 h 6485997"/>
              <a:gd name="connsiteX0" fmla="*/ 0 w 6374144"/>
              <a:gd name="connsiteY0" fmla="*/ 0 h 7569730"/>
              <a:gd name="connsiteX1" fmla="*/ 4832880 w 6374144"/>
              <a:gd name="connsiteY1" fmla="*/ 1083733 h 7569730"/>
              <a:gd name="connsiteX2" fmla="*/ 6160559 w 6374144"/>
              <a:gd name="connsiteY2" fmla="*/ 5283465 h 7569730"/>
              <a:gd name="connsiteX3" fmla="*/ 2682346 w 6374144"/>
              <a:gd name="connsiteY3" fmla="*/ 7569730 h 7569730"/>
              <a:gd name="connsiteX4" fmla="*/ 0 w 6374144"/>
              <a:gd name="connsiteY4" fmla="*/ 7569729 h 7569730"/>
              <a:gd name="connsiteX5" fmla="*/ 0 w 6374144"/>
              <a:gd name="connsiteY5" fmla="*/ 0 h 7569730"/>
              <a:gd name="connsiteX0" fmla="*/ 0 w 6297316"/>
              <a:gd name="connsiteY0" fmla="*/ 84667 h 7654397"/>
              <a:gd name="connsiteX1" fmla="*/ 4612747 w 6297316"/>
              <a:gd name="connsiteY1" fmla="*/ 0 h 7654397"/>
              <a:gd name="connsiteX2" fmla="*/ 6160559 w 6297316"/>
              <a:gd name="connsiteY2" fmla="*/ 5368132 h 7654397"/>
              <a:gd name="connsiteX3" fmla="*/ 2682346 w 6297316"/>
              <a:gd name="connsiteY3" fmla="*/ 7654397 h 7654397"/>
              <a:gd name="connsiteX4" fmla="*/ 0 w 6297316"/>
              <a:gd name="connsiteY4" fmla="*/ 7654396 h 7654397"/>
              <a:gd name="connsiteX5" fmla="*/ 0 w 6297316"/>
              <a:gd name="connsiteY5" fmla="*/ 84667 h 7654397"/>
              <a:gd name="connsiteX0" fmla="*/ 0 w 6326070"/>
              <a:gd name="connsiteY0" fmla="*/ 84667 h 7654397"/>
              <a:gd name="connsiteX1" fmla="*/ 4612747 w 6326070"/>
              <a:gd name="connsiteY1" fmla="*/ 0 h 7654397"/>
              <a:gd name="connsiteX2" fmla="*/ 6160559 w 6326070"/>
              <a:gd name="connsiteY2" fmla="*/ 5368132 h 7654397"/>
              <a:gd name="connsiteX3" fmla="*/ 2682346 w 6326070"/>
              <a:gd name="connsiteY3" fmla="*/ 7654397 h 7654397"/>
              <a:gd name="connsiteX4" fmla="*/ 0 w 6326070"/>
              <a:gd name="connsiteY4" fmla="*/ 7654396 h 7654397"/>
              <a:gd name="connsiteX5" fmla="*/ 0 w 6326070"/>
              <a:gd name="connsiteY5" fmla="*/ 84667 h 7654397"/>
              <a:gd name="connsiteX0" fmla="*/ 0 w 6444076"/>
              <a:gd name="connsiteY0" fmla="*/ 0 h 7569730"/>
              <a:gd name="connsiteX1" fmla="*/ 4951414 w 6444076"/>
              <a:gd name="connsiteY1" fmla="*/ 1117599 h 7569730"/>
              <a:gd name="connsiteX2" fmla="*/ 6160559 w 6444076"/>
              <a:gd name="connsiteY2" fmla="*/ 5283465 h 7569730"/>
              <a:gd name="connsiteX3" fmla="*/ 2682346 w 6444076"/>
              <a:gd name="connsiteY3" fmla="*/ 7569730 h 7569730"/>
              <a:gd name="connsiteX4" fmla="*/ 0 w 6444076"/>
              <a:gd name="connsiteY4" fmla="*/ 7569729 h 7569730"/>
              <a:gd name="connsiteX5" fmla="*/ 0 w 6444076"/>
              <a:gd name="connsiteY5" fmla="*/ 0 h 7569730"/>
              <a:gd name="connsiteX0" fmla="*/ 0 w 6444076"/>
              <a:gd name="connsiteY0" fmla="*/ 1 h 6452131"/>
              <a:gd name="connsiteX1" fmla="*/ 4951414 w 6444076"/>
              <a:gd name="connsiteY1" fmla="*/ 0 h 6452131"/>
              <a:gd name="connsiteX2" fmla="*/ 6160559 w 6444076"/>
              <a:gd name="connsiteY2" fmla="*/ 4165866 h 6452131"/>
              <a:gd name="connsiteX3" fmla="*/ 2682346 w 6444076"/>
              <a:gd name="connsiteY3" fmla="*/ 6452131 h 6452131"/>
              <a:gd name="connsiteX4" fmla="*/ 0 w 6444076"/>
              <a:gd name="connsiteY4" fmla="*/ 6452130 h 6452131"/>
              <a:gd name="connsiteX5" fmla="*/ 0 w 6444076"/>
              <a:gd name="connsiteY5" fmla="*/ 1 h 6452131"/>
              <a:gd name="connsiteX0" fmla="*/ 0 w 6347339"/>
              <a:gd name="connsiteY0" fmla="*/ 1 h 6452131"/>
              <a:gd name="connsiteX1" fmla="*/ 4951414 w 6347339"/>
              <a:gd name="connsiteY1" fmla="*/ 0 h 6452131"/>
              <a:gd name="connsiteX2" fmla="*/ 6008159 w 6347339"/>
              <a:gd name="connsiteY2" fmla="*/ 4182799 h 6452131"/>
              <a:gd name="connsiteX3" fmla="*/ 2682346 w 6347339"/>
              <a:gd name="connsiteY3" fmla="*/ 6452131 h 6452131"/>
              <a:gd name="connsiteX4" fmla="*/ 0 w 6347339"/>
              <a:gd name="connsiteY4" fmla="*/ 6452130 h 6452131"/>
              <a:gd name="connsiteX5" fmla="*/ 0 w 6347339"/>
              <a:gd name="connsiteY5" fmla="*/ 1 h 6452131"/>
              <a:gd name="connsiteX0" fmla="*/ 0 w 6368712"/>
              <a:gd name="connsiteY0" fmla="*/ 1 h 6452131"/>
              <a:gd name="connsiteX1" fmla="*/ 4951414 w 6368712"/>
              <a:gd name="connsiteY1" fmla="*/ 0 h 6452131"/>
              <a:gd name="connsiteX2" fmla="*/ 6008159 w 6368712"/>
              <a:gd name="connsiteY2" fmla="*/ 4182799 h 6452131"/>
              <a:gd name="connsiteX3" fmla="*/ 2682346 w 6368712"/>
              <a:gd name="connsiteY3" fmla="*/ 6452131 h 6452131"/>
              <a:gd name="connsiteX4" fmla="*/ 0 w 6368712"/>
              <a:gd name="connsiteY4" fmla="*/ 6452130 h 6452131"/>
              <a:gd name="connsiteX5" fmla="*/ 0 w 6368712"/>
              <a:gd name="connsiteY5" fmla="*/ 1 h 6452131"/>
              <a:gd name="connsiteX0" fmla="*/ 0 w 6290901"/>
              <a:gd name="connsiteY0" fmla="*/ 1 h 6452131"/>
              <a:gd name="connsiteX1" fmla="*/ 4951414 w 6290901"/>
              <a:gd name="connsiteY1" fmla="*/ 0 h 6452131"/>
              <a:gd name="connsiteX2" fmla="*/ 6008159 w 6290901"/>
              <a:gd name="connsiteY2" fmla="*/ 4182799 h 6452131"/>
              <a:gd name="connsiteX3" fmla="*/ 2682346 w 6290901"/>
              <a:gd name="connsiteY3" fmla="*/ 6452131 h 6452131"/>
              <a:gd name="connsiteX4" fmla="*/ 0 w 6290901"/>
              <a:gd name="connsiteY4" fmla="*/ 6452130 h 6452131"/>
              <a:gd name="connsiteX5" fmla="*/ 0 w 6290901"/>
              <a:gd name="connsiteY5" fmla="*/ 1 h 6452131"/>
              <a:gd name="connsiteX0" fmla="*/ 0 w 6243018"/>
              <a:gd name="connsiteY0" fmla="*/ 1 h 6452131"/>
              <a:gd name="connsiteX1" fmla="*/ 4951414 w 6243018"/>
              <a:gd name="connsiteY1" fmla="*/ 0 h 6452131"/>
              <a:gd name="connsiteX2" fmla="*/ 6008159 w 6243018"/>
              <a:gd name="connsiteY2" fmla="*/ 4182799 h 6452131"/>
              <a:gd name="connsiteX3" fmla="*/ 2682346 w 6243018"/>
              <a:gd name="connsiteY3" fmla="*/ 6452131 h 6452131"/>
              <a:gd name="connsiteX4" fmla="*/ 0 w 6243018"/>
              <a:gd name="connsiteY4" fmla="*/ 6452130 h 6452131"/>
              <a:gd name="connsiteX5" fmla="*/ 0 w 6243018"/>
              <a:gd name="connsiteY5" fmla="*/ 1 h 6452131"/>
              <a:gd name="connsiteX0" fmla="*/ 0 w 6275519"/>
              <a:gd name="connsiteY0" fmla="*/ 1 h 6452131"/>
              <a:gd name="connsiteX1" fmla="*/ 4951414 w 6275519"/>
              <a:gd name="connsiteY1" fmla="*/ 0 h 6452131"/>
              <a:gd name="connsiteX2" fmla="*/ 6058959 w 6275519"/>
              <a:gd name="connsiteY2" fmla="*/ 4115066 h 6452131"/>
              <a:gd name="connsiteX3" fmla="*/ 2682346 w 6275519"/>
              <a:gd name="connsiteY3" fmla="*/ 6452131 h 6452131"/>
              <a:gd name="connsiteX4" fmla="*/ 0 w 6275519"/>
              <a:gd name="connsiteY4" fmla="*/ 6452130 h 6452131"/>
              <a:gd name="connsiteX5" fmla="*/ 0 w 6275519"/>
              <a:gd name="connsiteY5" fmla="*/ 1 h 6452131"/>
              <a:gd name="connsiteX0" fmla="*/ 0 w 6312252"/>
              <a:gd name="connsiteY0" fmla="*/ 1 h 6452131"/>
              <a:gd name="connsiteX1" fmla="*/ 4951414 w 6312252"/>
              <a:gd name="connsiteY1" fmla="*/ 0 h 6452131"/>
              <a:gd name="connsiteX2" fmla="*/ 6058959 w 6312252"/>
              <a:gd name="connsiteY2" fmla="*/ 4115066 h 6452131"/>
              <a:gd name="connsiteX3" fmla="*/ 2682346 w 6312252"/>
              <a:gd name="connsiteY3" fmla="*/ 6452131 h 6452131"/>
              <a:gd name="connsiteX4" fmla="*/ 0 w 6312252"/>
              <a:gd name="connsiteY4" fmla="*/ 6452130 h 6452131"/>
              <a:gd name="connsiteX5" fmla="*/ 0 w 6312252"/>
              <a:gd name="connsiteY5" fmla="*/ 1 h 6452131"/>
              <a:gd name="connsiteX0" fmla="*/ 0 w 6236971"/>
              <a:gd name="connsiteY0" fmla="*/ 1 h 6452131"/>
              <a:gd name="connsiteX1" fmla="*/ 4951414 w 6236971"/>
              <a:gd name="connsiteY1" fmla="*/ 0 h 6452131"/>
              <a:gd name="connsiteX2" fmla="*/ 5940426 w 6236971"/>
              <a:gd name="connsiteY2" fmla="*/ 4250532 h 6452131"/>
              <a:gd name="connsiteX3" fmla="*/ 2682346 w 6236971"/>
              <a:gd name="connsiteY3" fmla="*/ 6452131 h 6452131"/>
              <a:gd name="connsiteX4" fmla="*/ 0 w 6236971"/>
              <a:gd name="connsiteY4" fmla="*/ 6452130 h 6452131"/>
              <a:gd name="connsiteX5" fmla="*/ 0 w 6236971"/>
              <a:gd name="connsiteY5" fmla="*/ 1 h 6452131"/>
              <a:gd name="connsiteX0" fmla="*/ 0 w 6229846"/>
              <a:gd name="connsiteY0" fmla="*/ 1 h 6452131"/>
              <a:gd name="connsiteX1" fmla="*/ 4951414 w 6229846"/>
              <a:gd name="connsiteY1" fmla="*/ 0 h 6452131"/>
              <a:gd name="connsiteX2" fmla="*/ 5940426 w 6229846"/>
              <a:gd name="connsiteY2" fmla="*/ 4250532 h 6452131"/>
              <a:gd name="connsiteX3" fmla="*/ 2682346 w 6229846"/>
              <a:gd name="connsiteY3" fmla="*/ 6452131 h 6452131"/>
              <a:gd name="connsiteX4" fmla="*/ 0 w 6229846"/>
              <a:gd name="connsiteY4" fmla="*/ 6452130 h 6452131"/>
              <a:gd name="connsiteX5" fmla="*/ 0 w 6229846"/>
              <a:gd name="connsiteY5" fmla="*/ 1 h 6452131"/>
              <a:gd name="connsiteX0" fmla="*/ 0 w 6208551"/>
              <a:gd name="connsiteY0" fmla="*/ 1 h 6452131"/>
              <a:gd name="connsiteX1" fmla="*/ 4951414 w 6208551"/>
              <a:gd name="connsiteY1" fmla="*/ 0 h 6452131"/>
              <a:gd name="connsiteX2" fmla="*/ 5940426 w 6208551"/>
              <a:gd name="connsiteY2" fmla="*/ 4250532 h 6452131"/>
              <a:gd name="connsiteX3" fmla="*/ 2682346 w 6208551"/>
              <a:gd name="connsiteY3" fmla="*/ 6452131 h 6452131"/>
              <a:gd name="connsiteX4" fmla="*/ 0 w 6208551"/>
              <a:gd name="connsiteY4" fmla="*/ 6452130 h 6452131"/>
              <a:gd name="connsiteX5" fmla="*/ 0 w 6208551"/>
              <a:gd name="connsiteY5" fmla="*/ 1 h 6452131"/>
              <a:gd name="connsiteX0" fmla="*/ 0 w 6213966"/>
              <a:gd name="connsiteY0" fmla="*/ 1 h 6452131"/>
              <a:gd name="connsiteX1" fmla="*/ 4951414 w 6213966"/>
              <a:gd name="connsiteY1" fmla="*/ 0 h 6452131"/>
              <a:gd name="connsiteX2" fmla="*/ 5940426 w 6213966"/>
              <a:gd name="connsiteY2" fmla="*/ 4250532 h 6452131"/>
              <a:gd name="connsiteX3" fmla="*/ 2682346 w 6213966"/>
              <a:gd name="connsiteY3" fmla="*/ 6452131 h 6452131"/>
              <a:gd name="connsiteX4" fmla="*/ 0 w 6213966"/>
              <a:gd name="connsiteY4" fmla="*/ 6452130 h 6452131"/>
              <a:gd name="connsiteX5" fmla="*/ 0 w 6213966"/>
              <a:gd name="connsiteY5" fmla="*/ 1 h 6452131"/>
              <a:gd name="connsiteX0" fmla="*/ 0 w 6321194"/>
              <a:gd name="connsiteY0" fmla="*/ 1 h 6452131"/>
              <a:gd name="connsiteX1" fmla="*/ 4951414 w 6321194"/>
              <a:gd name="connsiteY1" fmla="*/ 0 h 6452131"/>
              <a:gd name="connsiteX2" fmla="*/ 6109759 w 6321194"/>
              <a:gd name="connsiteY2" fmla="*/ 4098132 h 6452131"/>
              <a:gd name="connsiteX3" fmla="*/ 2682346 w 6321194"/>
              <a:gd name="connsiteY3" fmla="*/ 6452131 h 6452131"/>
              <a:gd name="connsiteX4" fmla="*/ 0 w 6321194"/>
              <a:gd name="connsiteY4" fmla="*/ 6452130 h 6452131"/>
              <a:gd name="connsiteX5" fmla="*/ 0 w 6321194"/>
              <a:gd name="connsiteY5" fmla="*/ 1 h 6452131"/>
              <a:gd name="connsiteX0" fmla="*/ 0 w 6266005"/>
              <a:gd name="connsiteY0" fmla="*/ 1 h 6452131"/>
              <a:gd name="connsiteX1" fmla="*/ 4951414 w 6266005"/>
              <a:gd name="connsiteY1" fmla="*/ 0 h 6452131"/>
              <a:gd name="connsiteX2" fmla="*/ 6025092 w 6266005"/>
              <a:gd name="connsiteY2" fmla="*/ 4216665 h 6452131"/>
              <a:gd name="connsiteX3" fmla="*/ 2682346 w 6266005"/>
              <a:gd name="connsiteY3" fmla="*/ 6452131 h 6452131"/>
              <a:gd name="connsiteX4" fmla="*/ 0 w 6266005"/>
              <a:gd name="connsiteY4" fmla="*/ 6452130 h 6452131"/>
              <a:gd name="connsiteX5" fmla="*/ 0 w 6266005"/>
              <a:gd name="connsiteY5" fmla="*/ 1 h 6452131"/>
              <a:gd name="connsiteX0" fmla="*/ 0 w 6266005"/>
              <a:gd name="connsiteY0" fmla="*/ 0 h 6472450"/>
              <a:gd name="connsiteX1" fmla="*/ 4951414 w 6266005"/>
              <a:gd name="connsiteY1" fmla="*/ 20319 h 6472450"/>
              <a:gd name="connsiteX2" fmla="*/ 6025092 w 6266005"/>
              <a:gd name="connsiteY2" fmla="*/ 4236984 h 6472450"/>
              <a:gd name="connsiteX3" fmla="*/ 2682346 w 6266005"/>
              <a:gd name="connsiteY3" fmla="*/ 6472450 h 6472450"/>
              <a:gd name="connsiteX4" fmla="*/ 0 w 6266005"/>
              <a:gd name="connsiteY4" fmla="*/ 6472449 h 6472450"/>
              <a:gd name="connsiteX5" fmla="*/ 0 w 6266005"/>
              <a:gd name="connsiteY5" fmla="*/ 0 h 6472450"/>
              <a:gd name="connsiteX0" fmla="*/ 0 w 6321305"/>
              <a:gd name="connsiteY0" fmla="*/ 10161 h 6482611"/>
              <a:gd name="connsiteX1" fmla="*/ 4961574 w 6321305"/>
              <a:gd name="connsiteY1" fmla="*/ 0 h 6482611"/>
              <a:gd name="connsiteX2" fmla="*/ 6025092 w 6321305"/>
              <a:gd name="connsiteY2" fmla="*/ 4247145 h 6482611"/>
              <a:gd name="connsiteX3" fmla="*/ 2682346 w 6321305"/>
              <a:gd name="connsiteY3" fmla="*/ 6482611 h 6482611"/>
              <a:gd name="connsiteX4" fmla="*/ 0 w 6321305"/>
              <a:gd name="connsiteY4" fmla="*/ 6482610 h 6482611"/>
              <a:gd name="connsiteX5" fmla="*/ 0 w 6321305"/>
              <a:gd name="connsiteY5" fmla="*/ 10161 h 6482611"/>
              <a:gd name="connsiteX0" fmla="*/ 0 w 6281673"/>
              <a:gd name="connsiteY0" fmla="*/ 10161 h 6482611"/>
              <a:gd name="connsiteX1" fmla="*/ 4961574 w 6281673"/>
              <a:gd name="connsiteY1" fmla="*/ 0 h 6482611"/>
              <a:gd name="connsiteX2" fmla="*/ 6025092 w 6281673"/>
              <a:gd name="connsiteY2" fmla="*/ 4247145 h 6482611"/>
              <a:gd name="connsiteX3" fmla="*/ 2682346 w 6281673"/>
              <a:gd name="connsiteY3" fmla="*/ 6482611 h 6482611"/>
              <a:gd name="connsiteX4" fmla="*/ 0 w 6281673"/>
              <a:gd name="connsiteY4" fmla="*/ 6482610 h 6482611"/>
              <a:gd name="connsiteX5" fmla="*/ 0 w 6281673"/>
              <a:gd name="connsiteY5" fmla="*/ 10161 h 6482611"/>
              <a:gd name="connsiteX0" fmla="*/ 0 w 6263095"/>
              <a:gd name="connsiteY0" fmla="*/ 10161 h 6482610"/>
              <a:gd name="connsiteX1" fmla="*/ 4961574 w 6263095"/>
              <a:gd name="connsiteY1" fmla="*/ 0 h 6482610"/>
              <a:gd name="connsiteX2" fmla="*/ 6025092 w 6263095"/>
              <a:gd name="connsiteY2" fmla="*/ 4247145 h 6482610"/>
              <a:gd name="connsiteX3" fmla="*/ 2936346 w 6263095"/>
              <a:gd name="connsiteY3" fmla="*/ 6472451 h 6482610"/>
              <a:gd name="connsiteX4" fmla="*/ 0 w 6263095"/>
              <a:gd name="connsiteY4" fmla="*/ 6482610 h 6482610"/>
              <a:gd name="connsiteX5" fmla="*/ 0 w 6263095"/>
              <a:gd name="connsiteY5" fmla="*/ 10161 h 6482610"/>
              <a:gd name="connsiteX0" fmla="*/ 0 w 6263095"/>
              <a:gd name="connsiteY0" fmla="*/ 10161 h 6482610"/>
              <a:gd name="connsiteX1" fmla="*/ 4961574 w 6263095"/>
              <a:gd name="connsiteY1" fmla="*/ 0 h 6482610"/>
              <a:gd name="connsiteX2" fmla="*/ 6025092 w 6263095"/>
              <a:gd name="connsiteY2" fmla="*/ 4247145 h 6482610"/>
              <a:gd name="connsiteX3" fmla="*/ 2936346 w 6263095"/>
              <a:gd name="connsiteY3" fmla="*/ 6472451 h 6482610"/>
              <a:gd name="connsiteX4" fmla="*/ 0 w 6263095"/>
              <a:gd name="connsiteY4" fmla="*/ 6482610 h 6482610"/>
              <a:gd name="connsiteX5" fmla="*/ 0 w 6263095"/>
              <a:gd name="connsiteY5" fmla="*/ 10161 h 6482610"/>
              <a:gd name="connsiteX0" fmla="*/ 0 w 6289855"/>
              <a:gd name="connsiteY0" fmla="*/ 10161 h 6482610"/>
              <a:gd name="connsiteX1" fmla="*/ 4961574 w 6289855"/>
              <a:gd name="connsiteY1" fmla="*/ 0 h 6482610"/>
              <a:gd name="connsiteX2" fmla="*/ 6025092 w 6289855"/>
              <a:gd name="connsiteY2" fmla="*/ 4247145 h 6482610"/>
              <a:gd name="connsiteX3" fmla="*/ 2936346 w 6289855"/>
              <a:gd name="connsiteY3" fmla="*/ 6472451 h 6482610"/>
              <a:gd name="connsiteX4" fmla="*/ 0 w 6289855"/>
              <a:gd name="connsiteY4" fmla="*/ 6482610 h 6482610"/>
              <a:gd name="connsiteX5" fmla="*/ 0 w 6289855"/>
              <a:gd name="connsiteY5" fmla="*/ 10161 h 6482610"/>
              <a:gd name="connsiteX0" fmla="*/ 0 w 6276060"/>
              <a:gd name="connsiteY0" fmla="*/ 10161 h 6482610"/>
              <a:gd name="connsiteX1" fmla="*/ 4961574 w 6276060"/>
              <a:gd name="connsiteY1" fmla="*/ 0 h 6482610"/>
              <a:gd name="connsiteX2" fmla="*/ 6004772 w 6276060"/>
              <a:gd name="connsiteY2" fmla="*/ 4206505 h 6482610"/>
              <a:gd name="connsiteX3" fmla="*/ 2936346 w 6276060"/>
              <a:gd name="connsiteY3" fmla="*/ 6472451 h 6482610"/>
              <a:gd name="connsiteX4" fmla="*/ 0 w 6276060"/>
              <a:gd name="connsiteY4" fmla="*/ 6482610 h 6482610"/>
              <a:gd name="connsiteX5" fmla="*/ 0 w 6276060"/>
              <a:gd name="connsiteY5" fmla="*/ 10161 h 6482610"/>
              <a:gd name="connsiteX0" fmla="*/ 0 w 6303818"/>
              <a:gd name="connsiteY0" fmla="*/ 10161 h 6482610"/>
              <a:gd name="connsiteX1" fmla="*/ 4961574 w 6303818"/>
              <a:gd name="connsiteY1" fmla="*/ 0 h 6482610"/>
              <a:gd name="connsiteX2" fmla="*/ 6045412 w 6303818"/>
              <a:gd name="connsiteY2" fmla="*/ 4216665 h 6482610"/>
              <a:gd name="connsiteX3" fmla="*/ 2936346 w 6303818"/>
              <a:gd name="connsiteY3" fmla="*/ 6472451 h 6482610"/>
              <a:gd name="connsiteX4" fmla="*/ 0 w 6303818"/>
              <a:gd name="connsiteY4" fmla="*/ 6482610 h 6482610"/>
              <a:gd name="connsiteX5" fmla="*/ 0 w 6303818"/>
              <a:gd name="connsiteY5" fmla="*/ 10161 h 6482610"/>
              <a:gd name="connsiteX0" fmla="*/ 0 w 6317252"/>
              <a:gd name="connsiteY0" fmla="*/ 10161 h 6482610"/>
              <a:gd name="connsiteX1" fmla="*/ 4961574 w 6317252"/>
              <a:gd name="connsiteY1" fmla="*/ 0 h 6482610"/>
              <a:gd name="connsiteX2" fmla="*/ 6045412 w 6317252"/>
              <a:gd name="connsiteY2" fmla="*/ 4216665 h 6482610"/>
              <a:gd name="connsiteX3" fmla="*/ 2936346 w 6317252"/>
              <a:gd name="connsiteY3" fmla="*/ 6472451 h 6482610"/>
              <a:gd name="connsiteX4" fmla="*/ 0 w 6317252"/>
              <a:gd name="connsiteY4" fmla="*/ 6482610 h 6482610"/>
              <a:gd name="connsiteX5" fmla="*/ 0 w 6317252"/>
              <a:gd name="connsiteY5" fmla="*/ 10161 h 6482610"/>
              <a:gd name="connsiteX0" fmla="*/ 0 w 6303818"/>
              <a:gd name="connsiteY0" fmla="*/ 10161 h 6482610"/>
              <a:gd name="connsiteX1" fmla="*/ 4961574 w 6303818"/>
              <a:gd name="connsiteY1" fmla="*/ 0 h 6482610"/>
              <a:gd name="connsiteX2" fmla="*/ 6045412 w 6303818"/>
              <a:gd name="connsiteY2" fmla="*/ 4216665 h 6482610"/>
              <a:gd name="connsiteX3" fmla="*/ 2936346 w 6303818"/>
              <a:gd name="connsiteY3" fmla="*/ 6472451 h 6482610"/>
              <a:gd name="connsiteX4" fmla="*/ 0 w 6303818"/>
              <a:gd name="connsiteY4" fmla="*/ 6482610 h 6482610"/>
              <a:gd name="connsiteX5" fmla="*/ 0 w 6303818"/>
              <a:gd name="connsiteY5" fmla="*/ 10161 h 6482610"/>
              <a:gd name="connsiteX0" fmla="*/ 0 w 6317252"/>
              <a:gd name="connsiteY0" fmla="*/ 10161 h 6482610"/>
              <a:gd name="connsiteX1" fmla="*/ 4961574 w 6317252"/>
              <a:gd name="connsiteY1" fmla="*/ 0 h 6482610"/>
              <a:gd name="connsiteX2" fmla="*/ 6045412 w 6317252"/>
              <a:gd name="connsiteY2" fmla="*/ 4216665 h 6482610"/>
              <a:gd name="connsiteX3" fmla="*/ 2936346 w 6317252"/>
              <a:gd name="connsiteY3" fmla="*/ 6472451 h 6482610"/>
              <a:gd name="connsiteX4" fmla="*/ 0 w 6317252"/>
              <a:gd name="connsiteY4" fmla="*/ 6482610 h 6482610"/>
              <a:gd name="connsiteX5" fmla="*/ 0 w 6317252"/>
              <a:gd name="connsiteY5" fmla="*/ 10161 h 6482610"/>
              <a:gd name="connsiteX0" fmla="*/ 0 w 6299936"/>
              <a:gd name="connsiteY0" fmla="*/ 10161 h 6482610"/>
              <a:gd name="connsiteX1" fmla="*/ 4961574 w 6299936"/>
              <a:gd name="connsiteY1" fmla="*/ 0 h 6482610"/>
              <a:gd name="connsiteX2" fmla="*/ 6020245 w 6299936"/>
              <a:gd name="connsiteY2" fmla="*/ 4216665 h 6482610"/>
              <a:gd name="connsiteX3" fmla="*/ 2936346 w 6299936"/>
              <a:gd name="connsiteY3" fmla="*/ 6472451 h 6482610"/>
              <a:gd name="connsiteX4" fmla="*/ 0 w 6299936"/>
              <a:gd name="connsiteY4" fmla="*/ 6482610 h 6482610"/>
              <a:gd name="connsiteX5" fmla="*/ 0 w 6299936"/>
              <a:gd name="connsiteY5" fmla="*/ 10161 h 6482610"/>
              <a:gd name="connsiteX0" fmla="*/ 0 w 6267165"/>
              <a:gd name="connsiteY0" fmla="*/ 10161 h 6489229"/>
              <a:gd name="connsiteX1" fmla="*/ 4961574 w 6267165"/>
              <a:gd name="connsiteY1" fmla="*/ 0 h 6489229"/>
              <a:gd name="connsiteX2" fmla="*/ 6020245 w 6267165"/>
              <a:gd name="connsiteY2" fmla="*/ 4216665 h 6489229"/>
              <a:gd name="connsiteX3" fmla="*/ 2835678 w 6267165"/>
              <a:gd name="connsiteY3" fmla="*/ 6489229 h 6489229"/>
              <a:gd name="connsiteX4" fmla="*/ 0 w 6267165"/>
              <a:gd name="connsiteY4" fmla="*/ 6482610 h 6489229"/>
              <a:gd name="connsiteX5" fmla="*/ 0 w 6267165"/>
              <a:gd name="connsiteY5" fmla="*/ 10161 h 6489229"/>
              <a:gd name="connsiteX0" fmla="*/ 0 w 6295968"/>
              <a:gd name="connsiteY0" fmla="*/ 10161 h 6489229"/>
              <a:gd name="connsiteX1" fmla="*/ 4961574 w 6295968"/>
              <a:gd name="connsiteY1" fmla="*/ 0 h 6489229"/>
              <a:gd name="connsiteX2" fmla="*/ 6062190 w 6295968"/>
              <a:gd name="connsiteY2" fmla="*/ 4107608 h 6489229"/>
              <a:gd name="connsiteX3" fmla="*/ 2835678 w 6295968"/>
              <a:gd name="connsiteY3" fmla="*/ 6489229 h 6489229"/>
              <a:gd name="connsiteX4" fmla="*/ 0 w 6295968"/>
              <a:gd name="connsiteY4" fmla="*/ 6482610 h 6489229"/>
              <a:gd name="connsiteX5" fmla="*/ 0 w 6295968"/>
              <a:gd name="connsiteY5" fmla="*/ 10161 h 6489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95968" h="6489229">
                <a:moveTo>
                  <a:pt x="0" y="10161"/>
                </a:moveTo>
                <a:lnTo>
                  <a:pt x="4961574" y="0"/>
                </a:lnTo>
                <a:cubicBezTo>
                  <a:pt x="6577772" y="1459654"/>
                  <a:pt x="6416506" y="3026070"/>
                  <a:pt x="6062190" y="4107608"/>
                </a:cubicBezTo>
                <a:cubicBezTo>
                  <a:pt x="5707874" y="5189146"/>
                  <a:pt x="4550090" y="6306349"/>
                  <a:pt x="2835678" y="6489229"/>
                </a:cubicBezTo>
                <a:lnTo>
                  <a:pt x="0" y="6482610"/>
                </a:lnTo>
                <a:lnTo>
                  <a:pt x="0" y="10161"/>
                </a:lnTo>
                <a:close/>
              </a:path>
            </a:pathLst>
          </a:custGeom>
        </p:spPr>
        <p:txBody>
          <a:bodyPr/>
          <a:lstStyle/>
          <a:p>
            <a:endParaRPr lang="en-IN" dirty="0"/>
          </a:p>
        </p:txBody>
      </p:sp>
      <p:sp>
        <p:nvSpPr>
          <p:cNvPr id="6" name="Title 1">
            <a:extLst>
              <a:ext uri="{FF2B5EF4-FFF2-40B4-BE49-F238E27FC236}">
                <a16:creationId xmlns:a16="http://schemas.microsoft.com/office/drawing/2014/main" id="{7B6A8123-506A-0865-AB94-A2207641AC8C}"/>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dirty="0"/>
              <a:t>Click to edit Master title style</a:t>
            </a:r>
            <a:endParaRPr lang="en-US" dirty="0"/>
          </a:p>
        </p:txBody>
      </p:sp>
      <p:sp>
        <p:nvSpPr>
          <p:cNvPr id="7" name="Rectangle 6">
            <a:extLst>
              <a:ext uri="{FF2B5EF4-FFF2-40B4-BE49-F238E27FC236}">
                <a16:creationId xmlns:a16="http://schemas.microsoft.com/office/drawing/2014/main" id="{D60AFFB5-3AED-8612-37BC-EAB3C6E0800F}"/>
              </a:ext>
            </a:extLst>
          </p:cNvPr>
          <p:cNvSpPr/>
          <p:nvPr userDrawn="1"/>
        </p:nvSpPr>
        <p:spPr>
          <a:xfrm>
            <a:off x="359998" y="977410"/>
            <a:ext cx="5400000" cy="72000"/>
          </a:xfrm>
          <a:prstGeom prst="rect">
            <a:avLst/>
          </a:prstGeom>
          <a:gradFill flip="none" rotWithShape="1">
            <a:gsLst>
              <a:gs pos="100000">
                <a:schemeClr val="bg1"/>
              </a:gs>
              <a:gs pos="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1" name="Rectangle: Rounded Corners 10">
            <a:extLst>
              <a:ext uri="{FF2B5EF4-FFF2-40B4-BE49-F238E27FC236}">
                <a16:creationId xmlns:a16="http://schemas.microsoft.com/office/drawing/2014/main" id="{4BBCE8C8-8FF1-ABEF-884F-7F80F4D743E4}"/>
              </a:ext>
            </a:extLst>
          </p:cNvPr>
          <p:cNvSpPr/>
          <p:nvPr userDrawn="1"/>
        </p:nvSpPr>
        <p:spPr>
          <a:xfrm>
            <a:off x="2133600" y="1958697"/>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3279B870-F6B4-628E-51FC-C98DD95C444D}"/>
              </a:ext>
            </a:extLst>
          </p:cNvPr>
          <p:cNvSpPr/>
          <p:nvPr userDrawn="1"/>
        </p:nvSpPr>
        <p:spPr>
          <a:xfrm>
            <a:off x="2133600" y="2906460"/>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4F6F51E1-0D27-5751-5AE0-EEA5852C34FE}"/>
              </a:ext>
            </a:extLst>
          </p:cNvPr>
          <p:cNvSpPr/>
          <p:nvPr userDrawn="1"/>
        </p:nvSpPr>
        <p:spPr>
          <a:xfrm>
            <a:off x="2133600" y="3854223"/>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922D180F-CDD9-9E6F-F4DC-1D36559C7FE7}"/>
              </a:ext>
            </a:extLst>
          </p:cNvPr>
          <p:cNvSpPr/>
          <p:nvPr userDrawn="1"/>
        </p:nvSpPr>
        <p:spPr>
          <a:xfrm>
            <a:off x="2133600" y="4801985"/>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Content Placeholder 50">
            <a:extLst>
              <a:ext uri="{FF2B5EF4-FFF2-40B4-BE49-F238E27FC236}">
                <a16:creationId xmlns:a16="http://schemas.microsoft.com/office/drawing/2014/main" id="{FDCAE5CE-F9E8-D464-306C-C73CA8A9B1B5}"/>
              </a:ext>
            </a:extLst>
          </p:cNvPr>
          <p:cNvSpPr>
            <a:spLocks noGrp="1"/>
          </p:cNvSpPr>
          <p:nvPr>
            <p:ph sz="quarter" idx="14" hasCustomPrompt="1"/>
          </p:nvPr>
        </p:nvSpPr>
        <p:spPr>
          <a:xfrm>
            <a:off x="4536599" y="1890536"/>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dirty="0"/>
              <a:t>01</a:t>
            </a:r>
            <a:endParaRPr lang="en-IN" dirty="0"/>
          </a:p>
        </p:txBody>
      </p:sp>
      <p:sp>
        <p:nvSpPr>
          <p:cNvPr id="79" name="Content Placeholder 50">
            <a:extLst>
              <a:ext uri="{FF2B5EF4-FFF2-40B4-BE49-F238E27FC236}">
                <a16:creationId xmlns:a16="http://schemas.microsoft.com/office/drawing/2014/main" id="{A97061D2-4941-91EE-E837-F1043807B992}"/>
              </a:ext>
            </a:extLst>
          </p:cNvPr>
          <p:cNvSpPr>
            <a:spLocks noGrp="1"/>
          </p:cNvSpPr>
          <p:nvPr>
            <p:ph sz="quarter" idx="15" hasCustomPrompt="1"/>
          </p:nvPr>
        </p:nvSpPr>
        <p:spPr>
          <a:xfrm>
            <a:off x="4544561" y="2838578"/>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dirty="0"/>
              <a:t>02</a:t>
            </a:r>
            <a:endParaRPr lang="en-IN" dirty="0"/>
          </a:p>
        </p:txBody>
      </p:sp>
      <p:sp>
        <p:nvSpPr>
          <p:cNvPr id="80" name="Content Placeholder 50">
            <a:extLst>
              <a:ext uri="{FF2B5EF4-FFF2-40B4-BE49-F238E27FC236}">
                <a16:creationId xmlns:a16="http://schemas.microsoft.com/office/drawing/2014/main" id="{32BFEA47-006D-C0B3-955B-EA46F126A4B5}"/>
              </a:ext>
            </a:extLst>
          </p:cNvPr>
          <p:cNvSpPr>
            <a:spLocks noGrp="1"/>
          </p:cNvSpPr>
          <p:nvPr>
            <p:ph sz="quarter" idx="16" hasCustomPrompt="1"/>
          </p:nvPr>
        </p:nvSpPr>
        <p:spPr>
          <a:xfrm>
            <a:off x="4511669" y="3788361"/>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dirty="0"/>
              <a:t>03</a:t>
            </a:r>
            <a:endParaRPr lang="en-IN" dirty="0"/>
          </a:p>
        </p:txBody>
      </p:sp>
      <p:sp>
        <p:nvSpPr>
          <p:cNvPr id="81" name="Content Placeholder 50">
            <a:extLst>
              <a:ext uri="{FF2B5EF4-FFF2-40B4-BE49-F238E27FC236}">
                <a16:creationId xmlns:a16="http://schemas.microsoft.com/office/drawing/2014/main" id="{FEE7EDF9-F39F-9CE3-B606-01ED62D0220C}"/>
              </a:ext>
            </a:extLst>
          </p:cNvPr>
          <p:cNvSpPr>
            <a:spLocks noGrp="1"/>
          </p:cNvSpPr>
          <p:nvPr>
            <p:ph sz="quarter" idx="17" hasCustomPrompt="1"/>
          </p:nvPr>
        </p:nvSpPr>
        <p:spPr>
          <a:xfrm>
            <a:off x="4530481" y="4751630"/>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dirty="0"/>
              <a:t>04</a:t>
            </a:r>
            <a:endParaRPr lang="en-IN" dirty="0"/>
          </a:p>
        </p:txBody>
      </p:sp>
      <p:sp>
        <p:nvSpPr>
          <p:cNvPr id="83" name="Text Placeholder 37">
            <a:extLst>
              <a:ext uri="{FF2B5EF4-FFF2-40B4-BE49-F238E27FC236}">
                <a16:creationId xmlns:a16="http://schemas.microsoft.com/office/drawing/2014/main" id="{BC19F703-56FB-2261-A61F-F258FEF22B05}"/>
              </a:ext>
            </a:extLst>
          </p:cNvPr>
          <p:cNvSpPr>
            <a:spLocks noGrp="1"/>
          </p:cNvSpPr>
          <p:nvPr>
            <p:ph type="body" sz="quarter" idx="21" hasCustomPrompt="1"/>
          </p:nvPr>
        </p:nvSpPr>
        <p:spPr>
          <a:xfrm>
            <a:off x="5500426" y="2101804"/>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84" name="Text Placeholder 37">
            <a:extLst>
              <a:ext uri="{FF2B5EF4-FFF2-40B4-BE49-F238E27FC236}">
                <a16:creationId xmlns:a16="http://schemas.microsoft.com/office/drawing/2014/main" id="{298392FB-6B4D-EA43-EAC9-9078A913EC52}"/>
              </a:ext>
            </a:extLst>
          </p:cNvPr>
          <p:cNvSpPr>
            <a:spLocks noGrp="1"/>
          </p:cNvSpPr>
          <p:nvPr>
            <p:ph type="body" sz="quarter" idx="22" hasCustomPrompt="1"/>
          </p:nvPr>
        </p:nvSpPr>
        <p:spPr>
          <a:xfrm>
            <a:off x="5500425" y="3074795"/>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16" name="Text Placeholder 37">
            <a:extLst>
              <a:ext uri="{FF2B5EF4-FFF2-40B4-BE49-F238E27FC236}">
                <a16:creationId xmlns:a16="http://schemas.microsoft.com/office/drawing/2014/main" id="{8F55CB87-18A7-DC73-05FF-DD116AE8E48B}"/>
              </a:ext>
            </a:extLst>
          </p:cNvPr>
          <p:cNvSpPr>
            <a:spLocks noGrp="1"/>
          </p:cNvSpPr>
          <p:nvPr>
            <p:ph type="body" sz="quarter" idx="23" hasCustomPrompt="1"/>
          </p:nvPr>
        </p:nvSpPr>
        <p:spPr>
          <a:xfrm>
            <a:off x="5500426" y="4000605"/>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17" name="Text Placeholder 37">
            <a:extLst>
              <a:ext uri="{FF2B5EF4-FFF2-40B4-BE49-F238E27FC236}">
                <a16:creationId xmlns:a16="http://schemas.microsoft.com/office/drawing/2014/main" id="{9AC48981-1831-177D-E35E-A52CECE6685E}"/>
              </a:ext>
            </a:extLst>
          </p:cNvPr>
          <p:cNvSpPr>
            <a:spLocks noGrp="1"/>
          </p:cNvSpPr>
          <p:nvPr>
            <p:ph type="body" sz="quarter" idx="24" hasCustomPrompt="1"/>
          </p:nvPr>
        </p:nvSpPr>
        <p:spPr>
          <a:xfrm>
            <a:off x="5500425" y="4973596"/>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85" name="Text Placeholder 37">
            <a:extLst>
              <a:ext uri="{FF2B5EF4-FFF2-40B4-BE49-F238E27FC236}">
                <a16:creationId xmlns:a16="http://schemas.microsoft.com/office/drawing/2014/main" id="{DB4417A2-59BE-E1EA-191B-F8A6C4EE8E38}"/>
              </a:ext>
            </a:extLst>
          </p:cNvPr>
          <p:cNvSpPr>
            <a:spLocks noGrp="1"/>
          </p:cNvSpPr>
          <p:nvPr>
            <p:ph type="body" sz="quarter" idx="20" hasCustomPrompt="1"/>
          </p:nvPr>
        </p:nvSpPr>
        <p:spPr>
          <a:xfrm>
            <a:off x="2812026" y="2113884"/>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dirty="0"/>
              <a:t>Heading 1</a:t>
            </a:r>
            <a:endParaRPr lang="en-IN" dirty="0"/>
          </a:p>
        </p:txBody>
      </p:sp>
      <p:sp>
        <p:nvSpPr>
          <p:cNvPr id="22" name="Text Placeholder 37">
            <a:extLst>
              <a:ext uri="{FF2B5EF4-FFF2-40B4-BE49-F238E27FC236}">
                <a16:creationId xmlns:a16="http://schemas.microsoft.com/office/drawing/2014/main" id="{F9B33DDC-B06D-9DE9-0E02-B12036AE88A3}"/>
              </a:ext>
            </a:extLst>
          </p:cNvPr>
          <p:cNvSpPr>
            <a:spLocks noGrp="1"/>
          </p:cNvSpPr>
          <p:nvPr>
            <p:ph type="body" sz="quarter" idx="26" hasCustomPrompt="1"/>
          </p:nvPr>
        </p:nvSpPr>
        <p:spPr>
          <a:xfrm>
            <a:off x="2812025" y="3081103"/>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dirty="0"/>
              <a:t>Heading 2</a:t>
            </a:r>
            <a:endParaRPr lang="en-IN" dirty="0"/>
          </a:p>
        </p:txBody>
      </p:sp>
      <p:sp>
        <p:nvSpPr>
          <p:cNvPr id="23" name="Text Placeholder 37">
            <a:extLst>
              <a:ext uri="{FF2B5EF4-FFF2-40B4-BE49-F238E27FC236}">
                <a16:creationId xmlns:a16="http://schemas.microsoft.com/office/drawing/2014/main" id="{E631A40E-2E83-ABBE-2268-0292550C3DCC}"/>
              </a:ext>
            </a:extLst>
          </p:cNvPr>
          <p:cNvSpPr>
            <a:spLocks noGrp="1"/>
          </p:cNvSpPr>
          <p:nvPr>
            <p:ph type="body" sz="quarter" idx="27" hasCustomPrompt="1"/>
          </p:nvPr>
        </p:nvSpPr>
        <p:spPr>
          <a:xfrm>
            <a:off x="2804550" y="4018457"/>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dirty="0"/>
              <a:t>Heading 3</a:t>
            </a:r>
            <a:endParaRPr lang="en-IN" dirty="0"/>
          </a:p>
        </p:txBody>
      </p:sp>
      <p:sp>
        <p:nvSpPr>
          <p:cNvPr id="24" name="Text Placeholder 37">
            <a:extLst>
              <a:ext uri="{FF2B5EF4-FFF2-40B4-BE49-F238E27FC236}">
                <a16:creationId xmlns:a16="http://schemas.microsoft.com/office/drawing/2014/main" id="{245D9F7D-BC32-4224-3B60-1D70794453B3}"/>
              </a:ext>
            </a:extLst>
          </p:cNvPr>
          <p:cNvSpPr>
            <a:spLocks noGrp="1"/>
          </p:cNvSpPr>
          <p:nvPr>
            <p:ph type="body" sz="quarter" idx="28" hasCustomPrompt="1"/>
          </p:nvPr>
        </p:nvSpPr>
        <p:spPr>
          <a:xfrm>
            <a:off x="2804549" y="4985676"/>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dirty="0"/>
              <a:t>Heading 4</a:t>
            </a:r>
            <a:endParaRPr lang="en-IN" dirty="0"/>
          </a:p>
        </p:txBody>
      </p:sp>
      <p:sp>
        <p:nvSpPr>
          <p:cNvPr id="88" name="Content Placeholder 78">
            <a:extLst>
              <a:ext uri="{FF2B5EF4-FFF2-40B4-BE49-F238E27FC236}">
                <a16:creationId xmlns:a16="http://schemas.microsoft.com/office/drawing/2014/main" id="{EDA7EE76-DC14-3403-AADB-553132E2EF20}"/>
              </a:ext>
            </a:extLst>
          </p:cNvPr>
          <p:cNvSpPr>
            <a:spLocks noGrp="1"/>
          </p:cNvSpPr>
          <p:nvPr>
            <p:ph sz="quarter" idx="30" hasCustomPrompt="1"/>
          </p:nvPr>
        </p:nvSpPr>
        <p:spPr>
          <a:xfrm>
            <a:off x="2241083" y="2049667"/>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dirty="0"/>
              <a:t>Icon</a:t>
            </a:r>
            <a:endParaRPr lang="en-IN" dirty="0"/>
          </a:p>
        </p:txBody>
      </p:sp>
      <p:sp>
        <p:nvSpPr>
          <p:cNvPr id="89" name="Content Placeholder 78">
            <a:extLst>
              <a:ext uri="{FF2B5EF4-FFF2-40B4-BE49-F238E27FC236}">
                <a16:creationId xmlns:a16="http://schemas.microsoft.com/office/drawing/2014/main" id="{7B0E5D52-75D1-A6B9-AF3E-B1FF53A23079}"/>
              </a:ext>
            </a:extLst>
          </p:cNvPr>
          <p:cNvSpPr>
            <a:spLocks noGrp="1"/>
          </p:cNvSpPr>
          <p:nvPr>
            <p:ph sz="quarter" idx="31" hasCustomPrompt="1"/>
          </p:nvPr>
        </p:nvSpPr>
        <p:spPr>
          <a:xfrm>
            <a:off x="2241083" y="3000333"/>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dirty="0"/>
              <a:t>Icon</a:t>
            </a:r>
            <a:endParaRPr lang="en-IN" dirty="0"/>
          </a:p>
        </p:txBody>
      </p:sp>
      <p:sp>
        <p:nvSpPr>
          <p:cNvPr id="26" name="Content Placeholder 78">
            <a:extLst>
              <a:ext uri="{FF2B5EF4-FFF2-40B4-BE49-F238E27FC236}">
                <a16:creationId xmlns:a16="http://schemas.microsoft.com/office/drawing/2014/main" id="{F607488F-018D-7346-4C74-5BC24BD9E5BD}"/>
              </a:ext>
            </a:extLst>
          </p:cNvPr>
          <p:cNvSpPr>
            <a:spLocks noGrp="1"/>
          </p:cNvSpPr>
          <p:nvPr>
            <p:ph sz="quarter" idx="32" hasCustomPrompt="1"/>
          </p:nvPr>
        </p:nvSpPr>
        <p:spPr>
          <a:xfrm>
            <a:off x="2241083" y="3954949"/>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dirty="0"/>
              <a:t>Icon</a:t>
            </a:r>
            <a:endParaRPr lang="en-IN" dirty="0"/>
          </a:p>
        </p:txBody>
      </p:sp>
      <p:sp>
        <p:nvSpPr>
          <p:cNvPr id="27" name="Content Placeholder 78">
            <a:extLst>
              <a:ext uri="{FF2B5EF4-FFF2-40B4-BE49-F238E27FC236}">
                <a16:creationId xmlns:a16="http://schemas.microsoft.com/office/drawing/2014/main" id="{EA33B7F1-7263-8A3A-206E-03E63D199724}"/>
              </a:ext>
            </a:extLst>
          </p:cNvPr>
          <p:cNvSpPr>
            <a:spLocks noGrp="1"/>
          </p:cNvSpPr>
          <p:nvPr>
            <p:ph sz="quarter" idx="33" hasCustomPrompt="1"/>
          </p:nvPr>
        </p:nvSpPr>
        <p:spPr>
          <a:xfrm>
            <a:off x="2241083" y="4905615"/>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dirty="0"/>
              <a:t>Icon</a:t>
            </a:r>
            <a:endParaRPr lang="en-IN" dirty="0"/>
          </a:p>
        </p:txBody>
      </p:sp>
    </p:spTree>
    <p:extLst>
      <p:ext uri="{BB962C8B-B14F-4D97-AF65-F5344CB8AC3E}">
        <p14:creationId xmlns:p14="http://schemas.microsoft.com/office/powerpoint/2010/main" val="1589540583"/>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_Objective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FEFD0C3-9018-32A5-E7A1-5CA1E3CD9FC5}"/>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dirty="0"/>
              <a:t>Click to edit Master title style</a:t>
            </a:r>
            <a:endParaRPr lang="en-US" dirty="0"/>
          </a:p>
        </p:txBody>
      </p:sp>
      <p:sp>
        <p:nvSpPr>
          <p:cNvPr id="7" name="Rectangle 6">
            <a:extLst>
              <a:ext uri="{FF2B5EF4-FFF2-40B4-BE49-F238E27FC236}">
                <a16:creationId xmlns:a16="http://schemas.microsoft.com/office/drawing/2014/main" id="{46307A03-750A-7422-8C8B-F4FCFF4D22ED}"/>
              </a:ext>
            </a:extLst>
          </p:cNvPr>
          <p:cNvSpPr/>
          <p:nvPr userDrawn="1"/>
        </p:nvSpPr>
        <p:spPr>
          <a:xfrm>
            <a:off x="359998" y="977410"/>
            <a:ext cx="5400000" cy="72000"/>
          </a:xfrm>
          <a:prstGeom prst="rect">
            <a:avLst/>
          </a:prstGeom>
          <a:gradFill flip="none" rotWithShape="1">
            <a:gsLst>
              <a:gs pos="100000">
                <a:schemeClr val="bg1"/>
              </a:gs>
              <a:gs pos="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7" name="Rectangle: Rounded Corners 16">
            <a:extLst>
              <a:ext uri="{FF2B5EF4-FFF2-40B4-BE49-F238E27FC236}">
                <a16:creationId xmlns:a16="http://schemas.microsoft.com/office/drawing/2014/main" id="{71EEE1AB-0FB0-4BE4-0920-C095C792A366}"/>
              </a:ext>
            </a:extLst>
          </p:cNvPr>
          <p:cNvSpPr/>
          <p:nvPr userDrawn="1"/>
        </p:nvSpPr>
        <p:spPr>
          <a:xfrm>
            <a:off x="4063908" y="3314102"/>
            <a:ext cx="3872616" cy="808305"/>
          </a:xfrm>
          <a:prstGeom prst="roundRect">
            <a:avLst>
              <a:gd name="adj" fmla="val 50000"/>
            </a:avLst>
          </a:prstGeom>
          <a:solidFill>
            <a:schemeClr val="tx2"/>
          </a:solidFill>
          <a:effectLst/>
        </p:spPr>
        <p:txBody>
          <a:bodyPr wrap="square" lIns="1440000" tIns="0" rIns="0" bIns="0" anchor="ctr" anchorCtr="0">
            <a:noAutofit/>
          </a:bodyPr>
          <a:lstStyle/>
          <a:p>
            <a:endParaRPr lang="en-US" sz="2000" b="1" dirty="0">
              <a:solidFill>
                <a:schemeClr val="bg1"/>
              </a:solidFill>
              <a:latin typeface="Segoe UI" panose="020B0502040204020203" pitchFamily="34" charset="0"/>
              <a:cs typeface="Segoe UI" panose="020B0502040204020203" pitchFamily="34" charset="0"/>
            </a:endParaRPr>
          </a:p>
        </p:txBody>
      </p:sp>
      <p:sp>
        <p:nvSpPr>
          <p:cNvPr id="18" name="Rectangle: Rounded Corners 17">
            <a:extLst>
              <a:ext uri="{FF2B5EF4-FFF2-40B4-BE49-F238E27FC236}">
                <a16:creationId xmlns:a16="http://schemas.microsoft.com/office/drawing/2014/main" id="{0CF8D045-EC67-3A42-DF00-773E470DE925}"/>
              </a:ext>
            </a:extLst>
          </p:cNvPr>
          <p:cNvSpPr/>
          <p:nvPr userDrawn="1"/>
        </p:nvSpPr>
        <p:spPr>
          <a:xfrm>
            <a:off x="3319858" y="5089531"/>
            <a:ext cx="4630341" cy="808305"/>
          </a:xfrm>
          <a:prstGeom prst="roundRect">
            <a:avLst>
              <a:gd name="adj" fmla="val 50000"/>
            </a:avLst>
          </a:prstGeom>
          <a:solidFill>
            <a:schemeClr val="accent1"/>
          </a:solidFill>
          <a:effectLst/>
        </p:spPr>
        <p:txBody>
          <a:bodyPr wrap="square" lIns="1440000" tIns="0" rIns="0" bIns="0" anchor="ctr" anchorCtr="0">
            <a:noAutofit/>
          </a:bodyPr>
          <a:lstStyle/>
          <a:p>
            <a:endParaRPr lang="en-US" sz="2000" b="1" dirty="0">
              <a:solidFill>
                <a:schemeClr val="bg1"/>
              </a:solidFill>
              <a:latin typeface="Segoe UI" panose="020B0502040204020203" pitchFamily="34" charset="0"/>
              <a:cs typeface="Segoe UI" panose="020B0502040204020203" pitchFamily="34" charset="0"/>
            </a:endParaRPr>
          </a:p>
        </p:txBody>
      </p:sp>
      <p:sp>
        <p:nvSpPr>
          <p:cNvPr id="19" name="Rectangle: Rounded Corners 18">
            <a:extLst>
              <a:ext uri="{FF2B5EF4-FFF2-40B4-BE49-F238E27FC236}">
                <a16:creationId xmlns:a16="http://schemas.microsoft.com/office/drawing/2014/main" id="{D4EC984A-88CB-374B-254E-79EDBD342641}"/>
              </a:ext>
            </a:extLst>
          </p:cNvPr>
          <p:cNvSpPr/>
          <p:nvPr userDrawn="1"/>
        </p:nvSpPr>
        <p:spPr>
          <a:xfrm>
            <a:off x="3319858" y="1536102"/>
            <a:ext cx="4630341" cy="808305"/>
          </a:xfrm>
          <a:prstGeom prst="roundRect">
            <a:avLst>
              <a:gd name="adj" fmla="val 50000"/>
            </a:avLst>
          </a:prstGeom>
          <a:solidFill>
            <a:schemeClr val="accent2"/>
          </a:solidFill>
          <a:effectLst/>
        </p:spPr>
        <p:txBody>
          <a:bodyPr wrap="square" lIns="1440000" tIns="0" rIns="0" bIns="0" anchor="ctr" anchorCtr="0">
            <a:noAutofit/>
          </a:bodyPr>
          <a:lstStyle/>
          <a:p>
            <a:endParaRPr lang="en-US" sz="2000" b="1" dirty="0">
              <a:solidFill>
                <a:schemeClr val="bg1"/>
              </a:solidFill>
              <a:latin typeface="Segoe UI" panose="020B0502040204020203" pitchFamily="34" charset="0"/>
              <a:cs typeface="Segoe UI" panose="020B0502040204020203" pitchFamily="34" charset="0"/>
            </a:endParaRPr>
          </a:p>
        </p:txBody>
      </p:sp>
      <p:sp>
        <p:nvSpPr>
          <p:cNvPr id="20" name="Oval 19">
            <a:extLst>
              <a:ext uri="{FF2B5EF4-FFF2-40B4-BE49-F238E27FC236}">
                <a16:creationId xmlns:a16="http://schemas.microsoft.com/office/drawing/2014/main" id="{0D39F2EB-70C5-C952-B5F4-5AC6B7BD34EE}"/>
              </a:ext>
            </a:extLst>
          </p:cNvPr>
          <p:cNvSpPr>
            <a:spLocks noChangeArrowheads="1"/>
          </p:cNvSpPr>
          <p:nvPr userDrawn="1"/>
        </p:nvSpPr>
        <p:spPr bwMode="auto">
          <a:xfrm>
            <a:off x="3122973" y="1256124"/>
            <a:ext cx="1583409" cy="1583409"/>
          </a:xfrm>
          <a:prstGeom prst="ellipse">
            <a:avLst/>
          </a:prstGeom>
          <a:solidFill>
            <a:schemeClr val="bg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1" name="Oval 20">
            <a:extLst>
              <a:ext uri="{FF2B5EF4-FFF2-40B4-BE49-F238E27FC236}">
                <a16:creationId xmlns:a16="http://schemas.microsoft.com/office/drawing/2014/main" id="{3DA05484-BAFF-578C-162D-ACC73CD4FC22}"/>
              </a:ext>
            </a:extLst>
          </p:cNvPr>
          <p:cNvSpPr>
            <a:spLocks noChangeArrowheads="1"/>
          </p:cNvSpPr>
          <p:nvPr userDrawn="1"/>
        </p:nvSpPr>
        <p:spPr bwMode="auto">
          <a:xfrm>
            <a:off x="3852041" y="2923714"/>
            <a:ext cx="1583409" cy="1583409"/>
          </a:xfrm>
          <a:prstGeom prst="ellipse">
            <a:avLst/>
          </a:prstGeom>
          <a:solidFill>
            <a:schemeClr val="bg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2" name="Oval 21">
            <a:extLst>
              <a:ext uri="{FF2B5EF4-FFF2-40B4-BE49-F238E27FC236}">
                <a16:creationId xmlns:a16="http://schemas.microsoft.com/office/drawing/2014/main" id="{8CE99E17-476C-F159-EDFD-9218E84F8310}"/>
              </a:ext>
            </a:extLst>
          </p:cNvPr>
          <p:cNvSpPr>
            <a:spLocks noChangeArrowheads="1"/>
          </p:cNvSpPr>
          <p:nvPr userDrawn="1"/>
        </p:nvSpPr>
        <p:spPr bwMode="auto">
          <a:xfrm>
            <a:off x="3115053" y="4794814"/>
            <a:ext cx="1580659" cy="1583409"/>
          </a:xfrm>
          <a:prstGeom prst="ellipse">
            <a:avLst/>
          </a:prstGeom>
          <a:solidFill>
            <a:schemeClr val="bg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3" name="Oval 22">
            <a:extLst>
              <a:ext uri="{FF2B5EF4-FFF2-40B4-BE49-F238E27FC236}">
                <a16:creationId xmlns:a16="http://schemas.microsoft.com/office/drawing/2014/main" id="{2BE51A22-90F6-2E68-DEF6-39D3DC8EFC87}"/>
              </a:ext>
            </a:extLst>
          </p:cNvPr>
          <p:cNvSpPr>
            <a:spLocks noChangeArrowheads="1"/>
          </p:cNvSpPr>
          <p:nvPr userDrawn="1"/>
        </p:nvSpPr>
        <p:spPr bwMode="auto">
          <a:xfrm>
            <a:off x="546100" y="2133366"/>
            <a:ext cx="3166175" cy="3166176"/>
          </a:xfrm>
          <a:prstGeom prst="ellipse">
            <a:avLst/>
          </a:prstGeom>
          <a:solidFill>
            <a:schemeClr val="accent1"/>
          </a:solidFill>
          <a:ln w="15875" cap="flat">
            <a:noFill/>
            <a:prstDash val="solid"/>
            <a:miter lim="800000"/>
            <a:headEnd/>
            <a:tailEnd/>
          </a:ln>
          <a:effectLst>
            <a:outerShdw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4" name="Oval 23">
            <a:extLst>
              <a:ext uri="{FF2B5EF4-FFF2-40B4-BE49-F238E27FC236}">
                <a16:creationId xmlns:a16="http://schemas.microsoft.com/office/drawing/2014/main" id="{A7FE4D61-5471-89BE-6360-3E15DAD22A8F}"/>
              </a:ext>
            </a:extLst>
          </p:cNvPr>
          <p:cNvSpPr>
            <a:spLocks noChangeArrowheads="1"/>
          </p:cNvSpPr>
          <p:nvPr userDrawn="1"/>
        </p:nvSpPr>
        <p:spPr bwMode="auto">
          <a:xfrm>
            <a:off x="806334" y="2391534"/>
            <a:ext cx="2645708" cy="2649839"/>
          </a:xfrm>
          <a:prstGeom prst="ellipse">
            <a:avLst/>
          </a:prstGeom>
          <a:solidFill>
            <a:schemeClr val="tx2"/>
          </a:solidFill>
          <a:ln w="38100" cap="flat">
            <a:noFill/>
            <a:prstDash val="solid"/>
            <a:miter lim="800000"/>
            <a:headEnd/>
            <a:tailEnd/>
          </a:ln>
          <a:effectLst>
            <a:outerShdw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5" name="Oval 24">
            <a:extLst>
              <a:ext uri="{FF2B5EF4-FFF2-40B4-BE49-F238E27FC236}">
                <a16:creationId xmlns:a16="http://schemas.microsoft.com/office/drawing/2014/main" id="{39BFFB99-D941-1CF4-DC56-89A2F4BCB43E}"/>
              </a:ext>
            </a:extLst>
          </p:cNvPr>
          <p:cNvSpPr>
            <a:spLocks noChangeArrowheads="1"/>
          </p:cNvSpPr>
          <p:nvPr userDrawn="1"/>
        </p:nvSpPr>
        <p:spPr bwMode="auto">
          <a:xfrm>
            <a:off x="1064502" y="2651767"/>
            <a:ext cx="2129371" cy="2129372"/>
          </a:xfrm>
          <a:prstGeom prst="ellipse">
            <a:avLst/>
          </a:prstGeom>
          <a:solidFill>
            <a:schemeClr val="accent2"/>
          </a:solidFill>
          <a:ln w="38100" cap="flat">
            <a:noFill/>
            <a:prstDash val="solid"/>
            <a:miter lim="800000"/>
            <a:headEnd/>
            <a:tailEnd/>
          </a:ln>
          <a:effectLst>
            <a:outerShdw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6" name="Oval 25">
            <a:extLst>
              <a:ext uri="{FF2B5EF4-FFF2-40B4-BE49-F238E27FC236}">
                <a16:creationId xmlns:a16="http://schemas.microsoft.com/office/drawing/2014/main" id="{E7F1134B-5CC6-4514-273E-8DC8F06AC2A5}"/>
              </a:ext>
            </a:extLst>
          </p:cNvPr>
          <p:cNvSpPr>
            <a:spLocks noChangeArrowheads="1"/>
          </p:cNvSpPr>
          <p:nvPr userDrawn="1"/>
        </p:nvSpPr>
        <p:spPr bwMode="auto">
          <a:xfrm>
            <a:off x="1328865" y="2916132"/>
            <a:ext cx="1600643" cy="1600644"/>
          </a:xfrm>
          <a:prstGeom prst="ellipse">
            <a:avLst/>
          </a:prstGeom>
          <a:solidFill>
            <a:sysClr val="window" lastClr="FFFFFF"/>
          </a:solidFill>
          <a:ln w="15875" cap="flat">
            <a:noFill/>
            <a:prstDash val="solid"/>
            <a:miter lim="800000"/>
            <a:headEnd/>
            <a:tailEnd/>
          </a:ln>
          <a:effectLst>
            <a:outerShdw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7" name="Oval 26">
            <a:extLst>
              <a:ext uri="{FF2B5EF4-FFF2-40B4-BE49-F238E27FC236}">
                <a16:creationId xmlns:a16="http://schemas.microsoft.com/office/drawing/2014/main" id="{B8C34AD5-83F2-B428-A926-370252CE99CB}"/>
              </a:ext>
            </a:extLst>
          </p:cNvPr>
          <p:cNvSpPr>
            <a:spLocks noChangeArrowheads="1"/>
          </p:cNvSpPr>
          <p:nvPr userDrawn="1"/>
        </p:nvSpPr>
        <p:spPr bwMode="auto">
          <a:xfrm>
            <a:off x="3319859" y="1348534"/>
            <a:ext cx="1189639" cy="1189639"/>
          </a:xfrm>
          <a:prstGeom prst="ellipse">
            <a:avLst/>
          </a:prstGeom>
          <a:solidFill>
            <a:schemeClr val="accent2"/>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8" name="Oval 27">
            <a:extLst>
              <a:ext uri="{FF2B5EF4-FFF2-40B4-BE49-F238E27FC236}">
                <a16:creationId xmlns:a16="http://schemas.microsoft.com/office/drawing/2014/main" id="{ECE97C07-6EF1-199D-6943-60B285D74707}"/>
              </a:ext>
            </a:extLst>
          </p:cNvPr>
          <p:cNvSpPr>
            <a:spLocks noChangeArrowheads="1"/>
          </p:cNvSpPr>
          <p:nvPr userDrawn="1"/>
        </p:nvSpPr>
        <p:spPr bwMode="auto">
          <a:xfrm>
            <a:off x="4048927" y="3120600"/>
            <a:ext cx="1189639" cy="1189639"/>
          </a:xfrm>
          <a:prstGeom prst="ellipse">
            <a:avLst/>
          </a:prstGeom>
          <a:solidFill>
            <a:schemeClr val="tx2"/>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9" name="Oval 28">
            <a:extLst>
              <a:ext uri="{FF2B5EF4-FFF2-40B4-BE49-F238E27FC236}">
                <a16:creationId xmlns:a16="http://schemas.microsoft.com/office/drawing/2014/main" id="{F026070F-C3BE-EC57-0093-991CA0A0FAD2}"/>
              </a:ext>
            </a:extLst>
          </p:cNvPr>
          <p:cNvSpPr>
            <a:spLocks noChangeArrowheads="1"/>
          </p:cNvSpPr>
          <p:nvPr userDrawn="1"/>
        </p:nvSpPr>
        <p:spPr bwMode="auto">
          <a:xfrm>
            <a:off x="3311597" y="4973295"/>
            <a:ext cx="1187573" cy="1189639"/>
          </a:xfrm>
          <a:prstGeom prst="ellipse">
            <a:avLst/>
          </a:prstGeom>
          <a:solidFill>
            <a:schemeClr val="accent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0" name="Freeform 22">
            <a:extLst>
              <a:ext uri="{FF2B5EF4-FFF2-40B4-BE49-F238E27FC236}">
                <a16:creationId xmlns:a16="http://schemas.microsoft.com/office/drawing/2014/main" id="{54B75B26-9BDF-BD1F-BB21-DCDA8B1A6B67}"/>
              </a:ext>
            </a:extLst>
          </p:cNvPr>
          <p:cNvSpPr>
            <a:spLocks/>
          </p:cNvSpPr>
          <p:nvPr userDrawn="1"/>
        </p:nvSpPr>
        <p:spPr bwMode="auto">
          <a:xfrm>
            <a:off x="2762216" y="2255222"/>
            <a:ext cx="828203" cy="826138"/>
          </a:xfrm>
          <a:custGeom>
            <a:avLst/>
            <a:gdLst>
              <a:gd name="T0" fmla="*/ 0 w 401"/>
              <a:gd name="T1" fmla="*/ 310 h 400"/>
              <a:gd name="T2" fmla="*/ 313 w 401"/>
              <a:gd name="T3" fmla="*/ 0 h 400"/>
              <a:gd name="T4" fmla="*/ 391 w 401"/>
              <a:gd name="T5" fmla="*/ 5 h 400"/>
              <a:gd name="T6" fmla="*/ 401 w 401"/>
              <a:gd name="T7" fmla="*/ 90 h 400"/>
              <a:gd name="T8" fmla="*/ 90 w 401"/>
              <a:gd name="T9" fmla="*/ 400 h 400"/>
              <a:gd name="T10" fmla="*/ 24 w 401"/>
              <a:gd name="T11" fmla="*/ 377 h 400"/>
              <a:gd name="T12" fmla="*/ 0 w 401"/>
              <a:gd name="T13" fmla="*/ 310 h 400"/>
            </a:gdLst>
            <a:ahLst/>
            <a:cxnLst>
              <a:cxn ang="0">
                <a:pos x="T0" y="T1"/>
              </a:cxn>
              <a:cxn ang="0">
                <a:pos x="T2" y="T3"/>
              </a:cxn>
              <a:cxn ang="0">
                <a:pos x="T4" y="T5"/>
              </a:cxn>
              <a:cxn ang="0">
                <a:pos x="T6" y="T7"/>
              </a:cxn>
              <a:cxn ang="0">
                <a:pos x="T8" y="T9"/>
              </a:cxn>
              <a:cxn ang="0">
                <a:pos x="T10" y="T11"/>
              </a:cxn>
              <a:cxn ang="0">
                <a:pos x="T12" y="T13"/>
              </a:cxn>
            </a:cxnLst>
            <a:rect l="0" t="0" r="r" b="b"/>
            <a:pathLst>
              <a:path w="401" h="400">
                <a:moveTo>
                  <a:pt x="0" y="310"/>
                </a:moveTo>
                <a:lnTo>
                  <a:pt x="313" y="0"/>
                </a:lnTo>
                <a:lnTo>
                  <a:pt x="391" y="5"/>
                </a:lnTo>
                <a:lnTo>
                  <a:pt x="401" y="90"/>
                </a:lnTo>
                <a:lnTo>
                  <a:pt x="90" y="400"/>
                </a:lnTo>
                <a:lnTo>
                  <a:pt x="24" y="377"/>
                </a:lnTo>
                <a:lnTo>
                  <a:pt x="0" y="310"/>
                </a:lnTo>
                <a:close/>
              </a:path>
            </a:pathLst>
          </a:custGeom>
          <a:solidFill>
            <a:schemeClr val="accent2"/>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1" name="Freeform 23">
            <a:extLst>
              <a:ext uri="{FF2B5EF4-FFF2-40B4-BE49-F238E27FC236}">
                <a16:creationId xmlns:a16="http://schemas.microsoft.com/office/drawing/2014/main" id="{B4EC27A8-EBD4-5713-65E5-AE7B0C60CA46}"/>
              </a:ext>
            </a:extLst>
          </p:cNvPr>
          <p:cNvSpPr>
            <a:spLocks/>
          </p:cNvSpPr>
          <p:nvPr userDrawn="1"/>
        </p:nvSpPr>
        <p:spPr bwMode="auto">
          <a:xfrm>
            <a:off x="3315728" y="3587369"/>
            <a:ext cx="811680" cy="258169"/>
          </a:xfrm>
          <a:custGeom>
            <a:avLst/>
            <a:gdLst>
              <a:gd name="T0" fmla="*/ 38 w 393"/>
              <a:gd name="T1" fmla="*/ 0 h 125"/>
              <a:gd name="T2" fmla="*/ 362 w 393"/>
              <a:gd name="T3" fmla="*/ 0 h 125"/>
              <a:gd name="T4" fmla="*/ 393 w 393"/>
              <a:gd name="T5" fmla="*/ 35 h 125"/>
              <a:gd name="T6" fmla="*/ 362 w 393"/>
              <a:gd name="T7" fmla="*/ 125 h 125"/>
              <a:gd name="T8" fmla="*/ 40 w 393"/>
              <a:gd name="T9" fmla="*/ 125 h 125"/>
              <a:gd name="T10" fmla="*/ 0 w 393"/>
              <a:gd name="T11" fmla="*/ 38 h 125"/>
              <a:gd name="T12" fmla="*/ 38 w 393"/>
              <a:gd name="T13" fmla="*/ 0 h 125"/>
            </a:gdLst>
            <a:ahLst/>
            <a:cxnLst>
              <a:cxn ang="0">
                <a:pos x="T0" y="T1"/>
              </a:cxn>
              <a:cxn ang="0">
                <a:pos x="T2" y="T3"/>
              </a:cxn>
              <a:cxn ang="0">
                <a:pos x="T4" y="T5"/>
              </a:cxn>
              <a:cxn ang="0">
                <a:pos x="T6" y="T7"/>
              </a:cxn>
              <a:cxn ang="0">
                <a:pos x="T8" y="T9"/>
              </a:cxn>
              <a:cxn ang="0">
                <a:pos x="T10" y="T11"/>
              </a:cxn>
              <a:cxn ang="0">
                <a:pos x="T12" y="T13"/>
              </a:cxn>
            </a:cxnLst>
            <a:rect l="0" t="0" r="r" b="b"/>
            <a:pathLst>
              <a:path w="393" h="125">
                <a:moveTo>
                  <a:pt x="38" y="0"/>
                </a:moveTo>
                <a:lnTo>
                  <a:pt x="362" y="0"/>
                </a:lnTo>
                <a:lnTo>
                  <a:pt x="393" y="35"/>
                </a:lnTo>
                <a:lnTo>
                  <a:pt x="362" y="125"/>
                </a:lnTo>
                <a:lnTo>
                  <a:pt x="40" y="125"/>
                </a:lnTo>
                <a:lnTo>
                  <a:pt x="0" y="38"/>
                </a:lnTo>
                <a:lnTo>
                  <a:pt x="38" y="0"/>
                </a:lnTo>
                <a:close/>
              </a:path>
            </a:pathLst>
          </a:custGeom>
          <a:solidFill>
            <a:schemeClr val="tx2"/>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2" name="Freeform 24">
            <a:extLst>
              <a:ext uri="{FF2B5EF4-FFF2-40B4-BE49-F238E27FC236}">
                <a16:creationId xmlns:a16="http://schemas.microsoft.com/office/drawing/2014/main" id="{3A9D2B57-3025-B3F7-6D86-8D2E7D2F654A}"/>
              </a:ext>
            </a:extLst>
          </p:cNvPr>
          <p:cNvSpPr>
            <a:spLocks/>
          </p:cNvSpPr>
          <p:nvPr userDrawn="1"/>
        </p:nvSpPr>
        <p:spPr bwMode="auto">
          <a:xfrm>
            <a:off x="3086475" y="4684068"/>
            <a:ext cx="620008" cy="559681"/>
          </a:xfrm>
          <a:custGeom>
            <a:avLst/>
            <a:gdLst>
              <a:gd name="T0" fmla="*/ 99 w 251"/>
              <a:gd name="T1" fmla="*/ 0 h 239"/>
              <a:gd name="T2" fmla="*/ 246 w 251"/>
              <a:gd name="T3" fmla="*/ 147 h 239"/>
              <a:gd name="T4" fmla="*/ 251 w 251"/>
              <a:gd name="T5" fmla="*/ 222 h 239"/>
              <a:gd name="T6" fmla="*/ 151 w 251"/>
              <a:gd name="T7" fmla="*/ 239 h 239"/>
              <a:gd name="T8" fmla="*/ 0 w 251"/>
              <a:gd name="T9" fmla="*/ 85 h 239"/>
              <a:gd name="T10" fmla="*/ 12 w 251"/>
              <a:gd name="T11" fmla="*/ 42 h 239"/>
              <a:gd name="T12" fmla="*/ 99 w 251"/>
              <a:gd name="T13" fmla="*/ 0 h 239"/>
            </a:gdLst>
            <a:ahLst/>
            <a:cxnLst>
              <a:cxn ang="0">
                <a:pos x="T0" y="T1"/>
              </a:cxn>
              <a:cxn ang="0">
                <a:pos x="T2" y="T3"/>
              </a:cxn>
              <a:cxn ang="0">
                <a:pos x="T4" y="T5"/>
              </a:cxn>
              <a:cxn ang="0">
                <a:pos x="T6" y="T7"/>
              </a:cxn>
              <a:cxn ang="0">
                <a:pos x="T8" y="T9"/>
              </a:cxn>
              <a:cxn ang="0">
                <a:pos x="T10" y="T11"/>
              </a:cxn>
              <a:cxn ang="0">
                <a:pos x="T12" y="T13"/>
              </a:cxn>
            </a:cxnLst>
            <a:rect l="0" t="0" r="r" b="b"/>
            <a:pathLst>
              <a:path w="251" h="239">
                <a:moveTo>
                  <a:pt x="99" y="0"/>
                </a:moveTo>
                <a:lnTo>
                  <a:pt x="246" y="147"/>
                </a:lnTo>
                <a:lnTo>
                  <a:pt x="251" y="222"/>
                </a:lnTo>
                <a:lnTo>
                  <a:pt x="151" y="239"/>
                </a:lnTo>
                <a:lnTo>
                  <a:pt x="0" y="85"/>
                </a:lnTo>
                <a:lnTo>
                  <a:pt x="12" y="42"/>
                </a:lnTo>
                <a:lnTo>
                  <a:pt x="99" y="0"/>
                </a:lnTo>
                <a:close/>
              </a:path>
            </a:pathLst>
          </a:custGeom>
          <a:solidFill>
            <a:schemeClr val="accent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3" name="Oval 18">
            <a:extLst>
              <a:ext uri="{FF2B5EF4-FFF2-40B4-BE49-F238E27FC236}">
                <a16:creationId xmlns:a16="http://schemas.microsoft.com/office/drawing/2014/main" id="{11F77542-95EE-97FF-1D04-E03B4E7599AD}"/>
              </a:ext>
            </a:extLst>
          </p:cNvPr>
          <p:cNvSpPr>
            <a:spLocks noChangeArrowheads="1"/>
          </p:cNvSpPr>
          <p:nvPr userDrawn="1"/>
        </p:nvSpPr>
        <p:spPr bwMode="auto">
          <a:xfrm>
            <a:off x="3503987" y="1532662"/>
            <a:ext cx="821384" cy="821383"/>
          </a:xfrm>
          <a:prstGeom prst="ellipse">
            <a:avLst/>
          </a:prstGeom>
          <a:solidFill>
            <a:sysClr val="window" lastClr="FFFFFF"/>
          </a:solidFill>
          <a:ln w="15875" cap="flat">
            <a:noFill/>
            <a:prstDash val="solid"/>
            <a:miter lim="800000"/>
            <a:headEnd/>
            <a:tailEnd/>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34" name="Oval 18">
            <a:extLst>
              <a:ext uri="{FF2B5EF4-FFF2-40B4-BE49-F238E27FC236}">
                <a16:creationId xmlns:a16="http://schemas.microsoft.com/office/drawing/2014/main" id="{33010B02-6EE5-4E47-3118-C9EBAFCADA43}"/>
              </a:ext>
            </a:extLst>
          </p:cNvPr>
          <p:cNvSpPr>
            <a:spLocks noChangeArrowheads="1"/>
          </p:cNvSpPr>
          <p:nvPr userDrawn="1"/>
        </p:nvSpPr>
        <p:spPr bwMode="auto">
          <a:xfrm>
            <a:off x="4233055" y="3304728"/>
            <a:ext cx="821384" cy="821383"/>
          </a:xfrm>
          <a:prstGeom prst="ellipse">
            <a:avLst/>
          </a:prstGeom>
          <a:solidFill>
            <a:sysClr val="window" lastClr="FFFFFF"/>
          </a:solidFill>
          <a:ln w="15875" cap="flat">
            <a:noFill/>
            <a:prstDash val="solid"/>
            <a:miter lim="800000"/>
            <a:headEnd/>
            <a:tailEnd/>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5" name="Oval 18">
            <a:extLst>
              <a:ext uri="{FF2B5EF4-FFF2-40B4-BE49-F238E27FC236}">
                <a16:creationId xmlns:a16="http://schemas.microsoft.com/office/drawing/2014/main" id="{F3D5716C-1FC1-A63A-0E71-A110CD002AAE}"/>
              </a:ext>
            </a:extLst>
          </p:cNvPr>
          <p:cNvSpPr>
            <a:spLocks noChangeArrowheads="1"/>
          </p:cNvSpPr>
          <p:nvPr userDrawn="1"/>
        </p:nvSpPr>
        <p:spPr bwMode="auto">
          <a:xfrm>
            <a:off x="3494692" y="5178689"/>
            <a:ext cx="821384" cy="821383"/>
          </a:xfrm>
          <a:prstGeom prst="ellipse">
            <a:avLst/>
          </a:prstGeom>
          <a:solidFill>
            <a:sysClr val="window" lastClr="FFFFFF"/>
          </a:solidFill>
          <a:ln w="15875" cap="flat">
            <a:noFill/>
            <a:prstDash val="solid"/>
            <a:miter lim="800000"/>
            <a:headEnd/>
            <a:tailEnd/>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36" name="Freeform 55">
            <a:extLst>
              <a:ext uri="{FF2B5EF4-FFF2-40B4-BE49-F238E27FC236}">
                <a16:creationId xmlns:a16="http://schemas.microsoft.com/office/drawing/2014/main" id="{6D85A67C-7A56-DE2B-22A3-ED2B40C80C8F}"/>
              </a:ext>
            </a:extLst>
          </p:cNvPr>
          <p:cNvSpPr>
            <a:spLocks noEditPoints="1"/>
          </p:cNvSpPr>
          <p:nvPr userDrawn="1"/>
        </p:nvSpPr>
        <p:spPr bwMode="auto">
          <a:xfrm>
            <a:off x="7355515" y="1745733"/>
            <a:ext cx="387340" cy="389043"/>
          </a:xfrm>
          <a:custGeom>
            <a:avLst/>
            <a:gdLst>
              <a:gd name="T0" fmla="*/ 48 w 96"/>
              <a:gd name="T1" fmla="*/ 0 h 96"/>
              <a:gd name="T2" fmla="*/ 0 w 96"/>
              <a:gd name="T3" fmla="*/ 48 h 96"/>
              <a:gd name="T4" fmla="*/ 48 w 96"/>
              <a:gd name="T5" fmla="*/ 96 h 96"/>
              <a:gd name="T6" fmla="*/ 96 w 96"/>
              <a:gd name="T7" fmla="*/ 48 h 96"/>
              <a:gd name="T8" fmla="*/ 48 w 96"/>
              <a:gd name="T9" fmla="*/ 0 h 96"/>
              <a:gd name="T10" fmla="*/ 75 w 96"/>
              <a:gd name="T11" fmla="*/ 50 h 96"/>
              <a:gd name="T12" fmla="*/ 39 w 96"/>
              <a:gd name="T13" fmla="*/ 80 h 96"/>
              <a:gd name="T14" fmla="*/ 38 w 96"/>
              <a:gd name="T15" fmla="*/ 80 h 96"/>
              <a:gd name="T16" fmla="*/ 37 w 96"/>
              <a:gd name="T17" fmla="*/ 80 h 96"/>
              <a:gd name="T18" fmla="*/ 36 w 96"/>
              <a:gd name="T19" fmla="*/ 78 h 96"/>
              <a:gd name="T20" fmla="*/ 36 w 96"/>
              <a:gd name="T21" fmla="*/ 62 h 96"/>
              <a:gd name="T22" fmla="*/ 37 w 96"/>
              <a:gd name="T23" fmla="*/ 60 h 96"/>
              <a:gd name="T24" fmla="*/ 53 w 96"/>
              <a:gd name="T25" fmla="*/ 48 h 96"/>
              <a:gd name="T26" fmla="*/ 37 w 96"/>
              <a:gd name="T27" fmla="*/ 36 h 96"/>
              <a:gd name="T28" fmla="*/ 36 w 96"/>
              <a:gd name="T29" fmla="*/ 34 h 96"/>
              <a:gd name="T30" fmla="*/ 36 w 96"/>
              <a:gd name="T31" fmla="*/ 18 h 96"/>
              <a:gd name="T32" fmla="*/ 37 w 96"/>
              <a:gd name="T33" fmla="*/ 16 h 96"/>
              <a:gd name="T34" fmla="*/ 39 w 96"/>
              <a:gd name="T35" fmla="*/ 16 h 96"/>
              <a:gd name="T36" fmla="*/ 75 w 96"/>
              <a:gd name="T37" fmla="*/ 46 h 96"/>
              <a:gd name="T38" fmla="*/ 76 w 96"/>
              <a:gd name="T39" fmla="*/ 48 h 96"/>
              <a:gd name="T40" fmla="*/ 75 w 96"/>
              <a:gd name="T41" fmla="*/ 5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 h="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p>
        </p:txBody>
      </p:sp>
      <p:sp>
        <p:nvSpPr>
          <p:cNvPr id="37" name="Freeform 55">
            <a:extLst>
              <a:ext uri="{FF2B5EF4-FFF2-40B4-BE49-F238E27FC236}">
                <a16:creationId xmlns:a16="http://schemas.microsoft.com/office/drawing/2014/main" id="{271FD54B-823D-1391-2FD1-60C75B0D6A71}"/>
              </a:ext>
            </a:extLst>
          </p:cNvPr>
          <p:cNvSpPr>
            <a:spLocks noEditPoints="1"/>
          </p:cNvSpPr>
          <p:nvPr userDrawn="1"/>
        </p:nvSpPr>
        <p:spPr bwMode="auto">
          <a:xfrm>
            <a:off x="7355515" y="3523733"/>
            <a:ext cx="387340" cy="389043"/>
          </a:xfrm>
          <a:custGeom>
            <a:avLst/>
            <a:gdLst>
              <a:gd name="T0" fmla="*/ 48 w 96"/>
              <a:gd name="T1" fmla="*/ 0 h 96"/>
              <a:gd name="T2" fmla="*/ 0 w 96"/>
              <a:gd name="T3" fmla="*/ 48 h 96"/>
              <a:gd name="T4" fmla="*/ 48 w 96"/>
              <a:gd name="T5" fmla="*/ 96 h 96"/>
              <a:gd name="T6" fmla="*/ 96 w 96"/>
              <a:gd name="T7" fmla="*/ 48 h 96"/>
              <a:gd name="T8" fmla="*/ 48 w 96"/>
              <a:gd name="T9" fmla="*/ 0 h 96"/>
              <a:gd name="T10" fmla="*/ 75 w 96"/>
              <a:gd name="T11" fmla="*/ 50 h 96"/>
              <a:gd name="T12" fmla="*/ 39 w 96"/>
              <a:gd name="T13" fmla="*/ 80 h 96"/>
              <a:gd name="T14" fmla="*/ 38 w 96"/>
              <a:gd name="T15" fmla="*/ 80 h 96"/>
              <a:gd name="T16" fmla="*/ 37 w 96"/>
              <a:gd name="T17" fmla="*/ 80 h 96"/>
              <a:gd name="T18" fmla="*/ 36 w 96"/>
              <a:gd name="T19" fmla="*/ 78 h 96"/>
              <a:gd name="T20" fmla="*/ 36 w 96"/>
              <a:gd name="T21" fmla="*/ 62 h 96"/>
              <a:gd name="T22" fmla="*/ 37 w 96"/>
              <a:gd name="T23" fmla="*/ 60 h 96"/>
              <a:gd name="T24" fmla="*/ 53 w 96"/>
              <a:gd name="T25" fmla="*/ 48 h 96"/>
              <a:gd name="T26" fmla="*/ 37 w 96"/>
              <a:gd name="T27" fmla="*/ 36 h 96"/>
              <a:gd name="T28" fmla="*/ 36 w 96"/>
              <a:gd name="T29" fmla="*/ 34 h 96"/>
              <a:gd name="T30" fmla="*/ 36 w 96"/>
              <a:gd name="T31" fmla="*/ 18 h 96"/>
              <a:gd name="T32" fmla="*/ 37 w 96"/>
              <a:gd name="T33" fmla="*/ 16 h 96"/>
              <a:gd name="T34" fmla="*/ 39 w 96"/>
              <a:gd name="T35" fmla="*/ 16 h 96"/>
              <a:gd name="T36" fmla="*/ 75 w 96"/>
              <a:gd name="T37" fmla="*/ 46 h 96"/>
              <a:gd name="T38" fmla="*/ 76 w 96"/>
              <a:gd name="T39" fmla="*/ 48 h 96"/>
              <a:gd name="T40" fmla="*/ 75 w 96"/>
              <a:gd name="T41" fmla="*/ 5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 h="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p>
        </p:txBody>
      </p:sp>
      <p:sp>
        <p:nvSpPr>
          <p:cNvPr id="38" name="Freeform 55">
            <a:extLst>
              <a:ext uri="{FF2B5EF4-FFF2-40B4-BE49-F238E27FC236}">
                <a16:creationId xmlns:a16="http://schemas.microsoft.com/office/drawing/2014/main" id="{1F0FBAA0-C49C-F9A3-DB93-FACD5F8C8063}"/>
              </a:ext>
            </a:extLst>
          </p:cNvPr>
          <p:cNvSpPr>
            <a:spLocks noEditPoints="1"/>
          </p:cNvSpPr>
          <p:nvPr userDrawn="1"/>
        </p:nvSpPr>
        <p:spPr bwMode="auto">
          <a:xfrm>
            <a:off x="7355515" y="5299162"/>
            <a:ext cx="387340" cy="389043"/>
          </a:xfrm>
          <a:custGeom>
            <a:avLst/>
            <a:gdLst>
              <a:gd name="T0" fmla="*/ 48 w 96"/>
              <a:gd name="T1" fmla="*/ 0 h 96"/>
              <a:gd name="T2" fmla="*/ 0 w 96"/>
              <a:gd name="T3" fmla="*/ 48 h 96"/>
              <a:gd name="T4" fmla="*/ 48 w 96"/>
              <a:gd name="T5" fmla="*/ 96 h 96"/>
              <a:gd name="T6" fmla="*/ 96 w 96"/>
              <a:gd name="T7" fmla="*/ 48 h 96"/>
              <a:gd name="T8" fmla="*/ 48 w 96"/>
              <a:gd name="T9" fmla="*/ 0 h 96"/>
              <a:gd name="T10" fmla="*/ 75 w 96"/>
              <a:gd name="T11" fmla="*/ 50 h 96"/>
              <a:gd name="T12" fmla="*/ 39 w 96"/>
              <a:gd name="T13" fmla="*/ 80 h 96"/>
              <a:gd name="T14" fmla="*/ 38 w 96"/>
              <a:gd name="T15" fmla="*/ 80 h 96"/>
              <a:gd name="T16" fmla="*/ 37 w 96"/>
              <a:gd name="T17" fmla="*/ 80 h 96"/>
              <a:gd name="T18" fmla="*/ 36 w 96"/>
              <a:gd name="T19" fmla="*/ 78 h 96"/>
              <a:gd name="T20" fmla="*/ 36 w 96"/>
              <a:gd name="T21" fmla="*/ 62 h 96"/>
              <a:gd name="T22" fmla="*/ 37 w 96"/>
              <a:gd name="T23" fmla="*/ 60 h 96"/>
              <a:gd name="T24" fmla="*/ 53 w 96"/>
              <a:gd name="T25" fmla="*/ 48 h 96"/>
              <a:gd name="T26" fmla="*/ 37 w 96"/>
              <a:gd name="T27" fmla="*/ 36 h 96"/>
              <a:gd name="T28" fmla="*/ 36 w 96"/>
              <a:gd name="T29" fmla="*/ 34 h 96"/>
              <a:gd name="T30" fmla="*/ 36 w 96"/>
              <a:gd name="T31" fmla="*/ 18 h 96"/>
              <a:gd name="T32" fmla="*/ 37 w 96"/>
              <a:gd name="T33" fmla="*/ 16 h 96"/>
              <a:gd name="T34" fmla="*/ 39 w 96"/>
              <a:gd name="T35" fmla="*/ 16 h 96"/>
              <a:gd name="T36" fmla="*/ 75 w 96"/>
              <a:gd name="T37" fmla="*/ 46 h 96"/>
              <a:gd name="T38" fmla="*/ 76 w 96"/>
              <a:gd name="T39" fmla="*/ 48 h 96"/>
              <a:gd name="T40" fmla="*/ 75 w 96"/>
              <a:gd name="T41" fmla="*/ 5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 h="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p>
        </p:txBody>
      </p:sp>
      <p:cxnSp>
        <p:nvCxnSpPr>
          <p:cNvPr id="42" name="Straight Connector 41">
            <a:extLst>
              <a:ext uri="{FF2B5EF4-FFF2-40B4-BE49-F238E27FC236}">
                <a16:creationId xmlns:a16="http://schemas.microsoft.com/office/drawing/2014/main" id="{43469BD5-DD37-4B4A-A76F-41DBCCB5DF20}"/>
              </a:ext>
            </a:extLst>
          </p:cNvPr>
          <p:cNvCxnSpPr>
            <a:cxnSpLocks/>
          </p:cNvCxnSpPr>
          <p:nvPr userDrawn="1"/>
        </p:nvCxnSpPr>
        <p:spPr>
          <a:xfrm>
            <a:off x="8229600" y="2806682"/>
            <a:ext cx="3962399" cy="0"/>
          </a:xfrm>
          <a:prstGeom prst="line">
            <a:avLst/>
          </a:prstGeom>
          <a:ln w="19050">
            <a:solidFill>
              <a:schemeClr val="tx1">
                <a:lumMod val="20000"/>
                <a:lumOff val="8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5D531E9-1A0A-DBC7-18BB-ABC9BEBC389B}"/>
              </a:ext>
            </a:extLst>
          </p:cNvPr>
          <p:cNvCxnSpPr>
            <a:cxnSpLocks/>
          </p:cNvCxnSpPr>
          <p:nvPr userDrawn="1"/>
        </p:nvCxnSpPr>
        <p:spPr>
          <a:xfrm>
            <a:off x="8229600" y="4618217"/>
            <a:ext cx="3962399" cy="0"/>
          </a:xfrm>
          <a:prstGeom prst="line">
            <a:avLst/>
          </a:prstGeom>
          <a:ln w="19050">
            <a:solidFill>
              <a:schemeClr val="tx1">
                <a:lumMod val="20000"/>
                <a:lumOff val="80000"/>
              </a:schemeClr>
            </a:solidFill>
            <a:prstDash val="solid"/>
          </a:ln>
        </p:spPr>
        <p:style>
          <a:lnRef idx="1">
            <a:schemeClr val="accent1"/>
          </a:lnRef>
          <a:fillRef idx="0">
            <a:schemeClr val="accent1"/>
          </a:fillRef>
          <a:effectRef idx="0">
            <a:schemeClr val="accent1"/>
          </a:effectRef>
          <a:fontRef idx="minor">
            <a:schemeClr val="tx1"/>
          </a:fontRef>
        </p:style>
      </p:cxnSp>
      <p:sp>
        <p:nvSpPr>
          <p:cNvPr id="50" name="Content Placeholder 48">
            <a:extLst>
              <a:ext uri="{FF2B5EF4-FFF2-40B4-BE49-F238E27FC236}">
                <a16:creationId xmlns:a16="http://schemas.microsoft.com/office/drawing/2014/main" id="{FF5A177C-03B8-06A2-809E-D1AB7CE7C0C0}"/>
              </a:ext>
            </a:extLst>
          </p:cNvPr>
          <p:cNvSpPr>
            <a:spLocks noGrp="1"/>
          </p:cNvSpPr>
          <p:nvPr>
            <p:ph sz="quarter" idx="13" hasCustomPrompt="1"/>
          </p:nvPr>
        </p:nvSpPr>
        <p:spPr>
          <a:xfrm>
            <a:off x="1695450" y="3282983"/>
            <a:ext cx="866775" cy="866775"/>
          </a:xfrm>
          <a:prstGeom prst="ellipse">
            <a:avLst/>
          </a:prstGeom>
          <a:noFill/>
        </p:spPr>
        <p:txBody>
          <a:bodyPr anchor="ctr">
            <a:noAutofit/>
          </a:bodyPr>
          <a:lstStyle>
            <a:lvl1pPr marL="0" indent="0" algn="ctr">
              <a:buNone/>
              <a:defRPr sz="1200" b="0">
                <a:solidFill>
                  <a:schemeClr val="tx1"/>
                </a:solidFill>
              </a:defRPr>
            </a:lvl1pPr>
          </a:lstStyle>
          <a:p>
            <a:pPr lvl="0"/>
            <a:r>
              <a:rPr lang="en-US" dirty="0"/>
              <a:t>Insert Icon here</a:t>
            </a:r>
            <a:endParaRPr lang="en-IN" dirty="0"/>
          </a:p>
        </p:txBody>
      </p:sp>
      <p:sp>
        <p:nvSpPr>
          <p:cNvPr id="52" name="Content Placeholder 48">
            <a:extLst>
              <a:ext uri="{FF2B5EF4-FFF2-40B4-BE49-F238E27FC236}">
                <a16:creationId xmlns:a16="http://schemas.microsoft.com/office/drawing/2014/main" id="{05F77255-05C0-9A74-DD40-A5916AAD5B0C}"/>
              </a:ext>
            </a:extLst>
          </p:cNvPr>
          <p:cNvSpPr>
            <a:spLocks noGrp="1"/>
          </p:cNvSpPr>
          <p:nvPr>
            <p:ph sz="quarter" idx="14" hasCustomPrompt="1"/>
          </p:nvPr>
        </p:nvSpPr>
        <p:spPr>
          <a:xfrm>
            <a:off x="3591617" y="1628048"/>
            <a:ext cx="646119" cy="646119"/>
          </a:xfrm>
          <a:prstGeom prst="ellipse">
            <a:avLst/>
          </a:prstGeom>
          <a:noFill/>
        </p:spPr>
        <p:txBody>
          <a:bodyPr lIns="0" rIns="0" anchor="ctr">
            <a:noAutofit/>
          </a:bodyPr>
          <a:lstStyle>
            <a:lvl1pPr marL="0" indent="0" algn="ctr">
              <a:buNone/>
              <a:defRPr sz="1050" b="0">
                <a:solidFill>
                  <a:schemeClr val="tx1"/>
                </a:solidFill>
              </a:defRPr>
            </a:lvl1pPr>
          </a:lstStyle>
          <a:p>
            <a:pPr lvl="0"/>
            <a:r>
              <a:rPr lang="en-US" dirty="0"/>
              <a:t>Insert Icon here</a:t>
            </a:r>
            <a:endParaRPr lang="en-IN" dirty="0"/>
          </a:p>
        </p:txBody>
      </p:sp>
      <p:sp>
        <p:nvSpPr>
          <p:cNvPr id="53" name="Content Placeholder 48">
            <a:extLst>
              <a:ext uri="{FF2B5EF4-FFF2-40B4-BE49-F238E27FC236}">
                <a16:creationId xmlns:a16="http://schemas.microsoft.com/office/drawing/2014/main" id="{77F5205B-9112-EE4B-620A-91B4E4B97C98}"/>
              </a:ext>
            </a:extLst>
          </p:cNvPr>
          <p:cNvSpPr>
            <a:spLocks noGrp="1"/>
          </p:cNvSpPr>
          <p:nvPr>
            <p:ph sz="quarter" idx="15" hasCustomPrompt="1"/>
          </p:nvPr>
        </p:nvSpPr>
        <p:spPr>
          <a:xfrm>
            <a:off x="4316692" y="3384869"/>
            <a:ext cx="646119" cy="646119"/>
          </a:xfrm>
          <a:prstGeom prst="ellipse">
            <a:avLst/>
          </a:prstGeom>
          <a:noFill/>
        </p:spPr>
        <p:txBody>
          <a:bodyPr lIns="0" rIns="0" anchor="ctr">
            <a:noAutofit/>
          </a:bodyPr>
          <a:lstStyle>
            <a:lvl1pPr marL="0" indent="0" algn="ctr">
              <a:buNone/>
              <a:defRPr sz="1050" b="0">
                <a:solidFill>
                  <a:schemeClr val="tx1"/>
                </a:solidFill>
              </a:defRPr>
            </a:lvl1pPr>
          </a:lstStyle>
          <a:p>
            <a:pPr lvl="0"/>
            <a:r>
              <a:rPr lang="en-US" dirty="0"/>
              <a:t>Insert Icon here</a:t>
            </a:r>
            <a:endParaRPr lang="en-IN" dirty="0"/>
          </a:p>
        </p:txBody>
      </p:sp>
      <p:sp>
        <p:nvSpPr>
          <p:cNvPr id="54" name="Content Placeholder 48">
            <a:extLst>
              <a:ext uri="{FF2B5EF4-FFF2-40B4-BE49-F238E27FC236}">
                <a16:creationId xmlns:a16="http://schemas.microsoft.com/office/drawing/2014/main" id="{3858EDFE-7F0B-98AF-BF6E-4F3225FE588A}"/>
              </a:ext>
            </a:extLst>
          </p:cNvPr>
          <p:cNvSpPr>
            <a:spLocks noGrp="1"/>
          </p:cNvSpPr>
          <p:nvPr>
            <p:ph sz="quarter" idx="16" hasCustomPrompt="1"/>
          </p:nvPr>
        </p:nvSpPr>
        <p:spPr>
          <a:xfrm>
            <a:off x="3582495" y="5267687"/>
            <a:ext cx="646119" cy="646119"/>
          </a:xfrm>
          <a:prstGeom prst="ellipse">
            <a:avLst/>
          </a:prstGeom>
          <a:noFill/>
        </p:spPr>
        <p:txBody>
          <a:bodyPr lIns="0" rIns="0" anchor="ctr">
            <a:noAutofit/>
          </a:bodyPr>
          <a:lstStyle>
            <a:lvl1pPr marL="0" indent="0" algn="ctr">
              <a:buNone/>
              <a:defRPr sz="1050" b="0">
                <a:solidFill>
                  <a:schemeClr val="tx1"/>
                </a:solidFill>
              </a:defRPr>
            </a:lvl1pPr>
          </a:lstStyle>
          <a:p>
            <a:pPr lvl="0"/>
            <a:r>
              <a:rPr lang="en-US" dirty="0"/>
              <a:t>Insert Icon here</a:t>
            </a:r>
            <a:endParaRPr lang="en-IN" dirty="0"/>
          </a:p>
        </p:txBody>
      </p:sp>
      <p:sp>
        <p:nvSpPr>
          <p:cNvPr id="58" name="Text Placeholder 37">
            <a:extLst>
              <a:ext uri="{FF2B5EF4-FFF2-40B4-BE49-F238E27FC236}">
                <a16:creationId xmlns:a16="http://schemas.microsoft.com/office/drawing/2014/main" id="{B593B476-5837-8062-5891-DAC6F0B8ADB9}"/>
              </a:ext>
            </a:extLst>
          </p:cNvPr>
          <p:cNvSpPr>
            <a:spLocks noGrp="1"/>
          </p:cNvSpPr>
          <p:nvPr>
            <p:ph type="body" sz="quarter" idx="17" hasCustomPrompt="1"/>
          </p:nvPr>
        </p:nvSpPr>
        <p:spPr>
          <a:xfrm>
            <a:off x="4779296" y="1760224"/>
            <a:ext cx="2321778" cy="373142"/>
          </a:xfrm>
        </p:spPr>
        <p:txBody>
          <a:bodyPr>
            <a:normAutofit/>
          </a:bodyPr>
          <a:lstStyle>
            <a:lvl1pPr marL="0" indent="0">
              <a:buNone/>
              <a:defRPr sz="1800" b="1">
                <a:solidFill>
                  <a:schemeClr val="tx1"/>
                </a:solidFill>
                <a:latin typeface="Barlow" panose="00000500000000000000" pitchFamily="2" charset="0"/>
              </a:defRPr>
            </a:lvl1pPr>
          </a:lstStyle>
          <a:p>
            <a:pPr lvl="0"/>
            <a:r>
              <a:rPr lang="en-US" dirty="0"/>
              <a:t>Click to add text</a:t>
            </a:r>
            <a:endParaRPr lang="en-IN" dirty="0"/>
          </a:p>
        </p:txBody>
      </p:sp>
      <p:sp>
        <p:nvSpPr>
          <p:cNvPr id="60" name="Text Placeholder 37">
            <a:extLst>
              <a:ext uri="{FF2B5EF4-FFF2-40B4-BE49-F238E27FC236}">
                <a16:creationId xmlns:a16="http://schemas.microsoft.com/office/drawing/2014/main" id="{3F5D3575-335B-A44B-13A3-674D27F0BFCF}"/>
              </a:ext>
            </a:extLst>
          </p:cNvPr>
          <p:cNvSpPr>
            <a:spLocks noGrp="1"/>
          </p:cNvSpPr>
          <p:nvPr>
            <p:ph type="body" sz="quarter" idx="19" hasCustomPrompt="1"/>
          </p:nvPr>
        </p:nvSpPr>
        <p:spPr>
          <a:xfrm>
            <a:off x="5506682" y="3564546"/>
            <a:ext cx="2321778" cy="373142"/>
          </a:xfrm>
        </p:spPr>
        <p:txBody>
          <a:bodyPr>
            <a:normAutofit/>
          </a:bodyPr>
          <a:lstStyle>
            <a:lvl1pPr marL="0" indent="0">
              <a:buNone/>
              <a:defRPr sz="1800" b="1">
                <a:solidFill>
                  <a:schemeClr val="bg1"/>
                </a:solidFill>
                <a:latin typeface="Barlow" panose="00000500000000000000" pitchFamily="2" charset="0"/>
              </a:defRPr>
            </a:lvl1pPr>
          </a:lstStyle>
          <a:p>
            <a:pPr lvl="0"/>
            <a:r>
              <a:rPr lang="en-US" dirty="0"/>
              <a:t>Click to add text</a:t>
            </a:r>
            <a:endParaRPr lang="en-IN" dirty="0"/>
          </a:p>
        </p:txBody>
      </p:sp>
      <p:sp>
        <p:nvSpPr>
          <p:cNvPr id="62" name="Text Placeholder 37">
            <a:extLst>
              <a:ext uri="{FF2B5EF4-FFF2-40B4-BE49-F238E27FC236}">
                <a16:creationId xmlns:a16="http://schemas.microsoft.com/office/drawing/2014/main" id="{B1D4934E-1083-3A67-D325-D1F4D254CC8D}"/>
              </a:ext>
            </a:extLst>
          </p:cNvPr>
          <p:cNvSpPr>
            <a:spLocks noGrp="1"/>
          </p:cNvSpPr>
          <p:nvPr>
            <p:ph type="body" sz="quarter" idx="20" hasCustomPrompt="1"/>
          </p:nvPr>
        </p:nvSpPr>
        <p:spPr>
          <a:xfrm>
            <a:off x="4779296" y="5309475"/>
            <a:ext cx="2321778" cy="373142"/>
          </a:xfrm>
        </p:spPr>
        <p:txBody>
          <a:bodyPr>
            <a:normAutofit/>
          </a:bodyPr>
          <a:lstStyle>
            <a:lvl1pPr marL="0" indent="0">
              <a:buNone/>
              <a:defRPr sz="1800" b="1">
                <a:solidFill>
                  <a:schemeClr val="bg1"/>
                </a:solidFill>
                <a:latin typeface="Barlow" panose="00000500000000000000" pitchFamily="2" charset="0"/>
              </a:defRPr>
            </a:lvl1pPr>
          </a:lstStyle>
          <a:p>
            <a:pPr lvl="0"/>
            <a:r>
              <a:rPr lang="en-US" dirty="0"/>
              <a:t>Click to add text</a:t>
            </a:r>
            <a:endParaRPr lang="en-IN" dirty="0"/>
          </a:p>
        </p:txBody>
      </p:sp>
      <p:sp>
        <p:nvSpPr>
          <p:cNvPr id="63" name="Text Placeholder 37">
            <a:extLst>
              <a:ext uri="{FF2B5EF4-FFF2-40B4-BE49-F238E27FC236}">
                <a16:creationId xmlns:a16="http://schemas.microsoft.com/office/drawing/2014/main" id="{936A35AC-9CB7-807A-A8F9-16D71A589A95}"/>
              </a:ext>
            </a:extLst>
          </p:cNvPr>
          <p:cNvSpPr>
            <a:spLocks noGrp="1"/>
          </p:cNvSpPr>
          <p:nvPr>
            <p:ph type="body" sz="quarter" idx="18" hasCustomPrompt="1"/>
          </p:nvPr>
        </p:nvSpPr>
        <p:spPr>
          <a:xfrm>
            <a:off x="8195944" y="1571162"/>
            <a:ext cx="3648056" cy="68406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65" name="Text Placeholder 37">
            <a:extLst>
              <a:ext uri="{FF2B5EF4-FFF2-40B4-BE49-F238E27FC236}">
                <a16:creationId xmlns:a16="http://schemas.microsoft.com/office/drawing/2014/main" id="{5F6B095A-1098-0FC1-A1C5-34223CB04D6D}"/>
              </a:ext>
            </a:extLst>
          </p:cNvPr>
          <p:cNvSpPr>
            <a:spLocks noGrp="1"/>
          </p:cNvSpPr>
          <p:nvPr>
            <p:ph type="body" sz="quarter" idx="21" hasCustomPrompt="1"/>
          </p:nvPr>
        </p:nvSpPr>
        <p:spPr>
          <a:xfrm>
            <a:off x="8195944" y="3373388"/>
            <a:ext cx="3648056" cy="68406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67" name="Text Placeholder 37">
            <a:extLst>
              <a:ext uri="{FF2B5EF4-FFF2-40B4-BE49-F238E27FC236}">
                <a16:creationId xmlns:a16="http://schemas.microsoft.com/office/drawing/2014/main" id="{F6A5C0E3-76BF-4BA6-E071-47CE251478C4}"/>
              </a:ext>
            </a:extLst>
          </p:cNvPr>
          <p:cNvSpPr>
            <a:spLocks noGrp="1"/>
          </p:cNvSpPr>
          <p:nvPr>
            <p:ph type="body" sz="quarter" idx="22" hasCustomPrompt="1"/>
          </p:nvPr>
        </p:nvSpPr>
        <p:spPr>
          <a:xfrm>
            <a:off x="8195944" y="5198260"/>
            <a:ext cx="3648056" cy="68406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Tree>
    <p:extLst>
      <p:ext uri="{BB962C8B-B14F-4D97-AF65-F5344CB8AC3E}">
        <p14:creationId xmlns:p14="http://schemas.microsoft.com/office/powerpoint/2010/main" val="3871334596"/>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2_Objective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5B70706-665F-D233-927E-7E77D2E88119}"/>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dirty="0"/>
              <a:t>Click to edit Master title style</a:t>
            </a:r>
            <a:endParaRPr lang="en-US" dirty="0"/>
          </a:p>
        </p:txBody>
      </p:sp>
      <p:sp>
        <p:nvSpPr>
          <p:cNvPr id="7" name="Rectangle 6">
            <a:extLst>
              <a:ext uri="{FF2B5EF4-FFF2-40B4-BE49-F238E27FC236}">
                <a16:creationId xmlns:a16="http://schemas.microsoft.com/office/drawing/2014/main" id="{01C507B7-A66D-F0AD-7032-3DC6DCBA8BCA}"/>
              </a:ext>
            </a:extLst>
          </p:cNvPr>
          <p:cNvSpPr/>
          <p:nvPr userDrawn="1"/>
        </p:nvSpPr>
        <p:spPr>
          <a:xfrm>
            <a:off x="359998" y="977410"/>
            <a:ext cx="5400000" cy="72000"/>
          </a:xfrm>
          <a:prstGeom prst="rect">
            <a:avLst/>
          </a:prstGeom>
          <a:gradFill flip="none" rotWithShape="1">
            <a:gsLst>
              <a:gs pos="100000">
                <a:schemeClr val="bg1"/>
              </a:gs>
              <a:gs pos="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2" name="Oval 11">
            <a:extLst>
              <a:ext uri="{FF2B5EF4-FFF2-40B4-BE49-F238E27FC236}">
                <a16:creationId xmlns:a16="http://schemas.microsoft.com/office/drawing/2014/main" id="{F72491EB-A06E-9980-2FDB-4D51DF8F522E}"/>
              </a:ext>
            </a:extLst>
          </p:cNvPr>
          <p:cNvSpPr/>
          <p:nvPr userDrawn="1"/>
        </p:nvSpPr>
        <p:spPr>
          <a:xfrm>
            <a:off x="1670127" y="3161760"/>
            <a:ext cx="921774" cy="9217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ircle: Hollow 12">
            <a:extLst>
              <a:ext uri="{FF2B5EF4-FFF2-40B4-BE49-F238E27FC236}">
                <a16:creationId xmlns:a16="http://schemas.microsoft.com/office/drawing/2014/main" id="{28C64CAD-DDF0-5A97-A7CA-7E4B4EE036FC}"/>
              </a:ext>
            </a:extLst>
          </p:cNvPr>
          <p:cNvSpPr/>
          <p:nvPr userDrawn="1"/>
        </p:nvSpPr>
        <p:spPr>
          <a:xfrm>
            <a:off x="983098" y="2474731"/>
            <a:ext cx="2295832" cy="2295832"/>
          </a:xfrm>
          <a:prstGeom prst="donut">
            <a:avLst>
              <a:gd name="adj" fmla="val 104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ircle: Hollow 13">
            <a:extLst>
              <a:ext uri="{FF2B5EF4-FFF2-40B4-BE49-F238E27FC236}">
                <a16:creationId xmlns:a16="http://schemas.microsoft.com/office/drawing/2014/main" id="{82C2629D-D253-6650-BDF7-34936B0CCC64}"/>
              </a:ext>
            </a:extLst>
          </p:cNvPr>
          <p:cNvSpPr/>
          <p:nvPr userDrawn="1"/>
        </p:nvSpPr>
        <p:spPr>
          <a:xfrm>
            <a:off x="1325491" y="2817124"/>
            <a:ext cx="1611046" cy="1611046"/>
          </a:xfrm>
          <a:prstGeom prst="donut">
            <a:avLst>
              <a:gd name="adj" fmla="val 12789"/>
            </a:avLst>
          </a:prstGeom>
          <a:solidFill>
            <a:schemeClr val="tx2"/>
          </a:solidFill>
          <a:ln>
            <a:noFill/>
          </a:ln>
          <a:effectLst>
            <a:outerShdw blurRad="1524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D6D6733-293C-169D-1343-B7AA221AFDA0}"/>
              </a:ext>
            </a:extLst>
          </p:cNvPr>
          <p:cNvSpPr/>
          <p:nvPr userDrawn="1"/>
        </p:nvSpPr>
        <p:spPr>
          <a:xfrm>
            <a:off x="4241244" y="1474242"/>
            <a:ext cx="853762" cy="853762"/>
          </a:xfrm>
          <a:prstGeom prst="ellipse">
            <a:avLst/>
          </a:prstGeom>
          <a:solidFill>
            <a:schemeClr val="accent1"/>
          </a:solidFill>
          <a:ln>
            <a:noFill/>
          </a:ln>
          <a:effectLst>
            <a:outerShdw blurRad="1524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9FDE78F-686F-FE71-67A0-4CAAE2054F7A}"/>
              </a:ext>
            </a:extLst>
          </p:cNvPr>
          <p:cNvSpPr/>
          <p:nvPr userDrawn="1"/>
        </p:nvSpPr>
        <p:spPr>
          <a:xfrm>
            <a:off x="4241244" y="3195766"/>
            <a:ext cx="853762" cy="853762"/>
          </a:xfrm>
          <a:prstGeom prst="ellipse">
            <a:avLst/>
          </a:prstGeom>
          <a:solidFill>
            <a:schemeClr val="tx2"/>
          </a:solidFill>
          <a:ln>
            <a:noFill/>
          </a:ln>
          <a:effectLst>
            <a:outerShdw blurRad="1524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CD3A2BD4-7029-0ADC-6E6C-557C9E2ED926}"/>
              </a:ext>
            </a:extLst>
          </p:cNvPr>
          <p:cNvSpPr/>
          <p:nvPr userDrawn="1"/>
        </p:nvSpPr>
        <p:spPr>
          <a:xfrm>
            <a:off x="4241244" y="4917290"/>
            <a:ext cx="853762" cy="853762"/>
          </a:xfrm>
          <a:prstGeom prst="ellipse">
            <a:avLst/>
          </a:prstGeom>
          <a:solidFill>
            <a:schemeClr val="accent2"/>
          </a:solidFill>
          <a:ln>
            <a:noFill/>
          </a:ln>
          <a:effectLst>
            <a:outerShdw blurRad="1524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E40917F2-D105-B262-24B4-612AB9BA4C7C}"/>
              </a:ext>
            </a:extLst>
          </p:cNvPr>
          <p:cNvCxnSpPr>
            <a:cxnSpLocks/>
            <a:stCxn id="13" idx="7"/>
            <a:endCxn id="16" idx="2"/>
          </p:cNvCxnSpPr>
          <p:nvPr userDrawn="1"/>
        </p:nvCxnSpPr>
        <p:spPr>
          <a:xfrm flipV="1">
            <a:off x="2942713" y="1901123"/>
            <a:ext cx="1298531" cy="909825"/>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5F856E4-94A5-2A18-E908-01D719F37849}"/>
              </a:ext>
            </a:extLst>
          </p:cNvPr>
          <p:cNvCxnSpPr>
            <a:cxnSpLocks/>
            <a:stCxn id="14" idx="6"/>
            <a:endCxn id="17" idx="2"/>
          </p:cNvCxnSpPr>
          <p:nvPr userDrawn="1"/>
        </p:nvCxnSpPr>
        <p:spPr>
          <a:xfrm>
            <a:off x="2936537" y="3622647"/>
            <a:ext cx="1304707"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4257B5D-566B-DEB5-AAC3-8744847BD2E9}"/>
              </a:ext>
            </a:extLst>
          </p:cNvPr>
          <p:cNvCxnSpPr>
            <a:cxnSpLocks/>
            <a:stCxn id="12" idx="5"/>
            <a:endCxn id="18" idx="2"/>
          </p:cNvCxnSpPr>
          <p:nvPr userDrawn="1"/>
        </p:nvCxnSpPr>
        <p:spPr>
          <a:xfrm>
            <a:off x="2456910" y="3948543"/>
            <a:ext cx="1784334" cy="1395628"/>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68E07A1E-7547-E365-0AFF-0AB1AD229B6D}"/>
              </a:ext>
            </a:extLst>
          </p:cNvPr>
          <p:cNvGrpSpPr/>
          <p:nvPr userDrawn="1"/>
        </p:nvGrpSpPr>
        <p:grpSpPr>
          <a:xfrm>
            <a:off x="5341666" y="2761885"/>
            <a:ext cx="6334396" cy="1721524"/>
            <a:chOff x="4668125" y="3006439"/>
            <a:chExt cx="7007937" cy="1721524"/>
          </a:xfrm>
        </p:grpSpPr>
        <p:cxnSp>
          <p:nvCxnSpPr>
            <p:cNvPr id="26" name="Straight Connector 25">
              <a:extLst>
                <a:ext uri="{FF2B5EF4-FFF2-40B4-BE49-F238E27FC236}">
                  <a16:creationId xmlns:a16="http://schemas.microsoft.com/office/drawing/2014/main" id="{276C1A8B-EFE3-2BC1-84CD-C1E37827BA76}"/>
                </a:ext>
              </a:extLst>
            </p:cNvPr>
            <p:cNvCxnSpPr/>
            <p:nvPr/>
          </p:nvCxnSpPr>
          <p:spPr>
            <a:xfrm>
              <a:off x="4668125" y="3006439"/>
              <a:ext cx="7007937" cy="0"/>
            </a:xfrm>
            <a:prstGeom prst="line">
              <a:avLst/>
            </a:prstGeom>
            <a:ln w="19050">
              <a:solidFill>
                <a:schemeClr val="tx1">
                  <a:lumMod val="20000"/>
                  <a:lumOff val="8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F3AF28A-61CA-C34B-46C9-1EC1A93462D7}"/>
                </a:ext>
              </a:extLst>
            </p:cNvPr>
            <p:cNvCxnSpPr/>
            <p:nvPr/>
          </p:nvCxnSpPr>
          <p:spPr>
            <a:xfrm>
              <a:off x="4668125" y="4727963"/>
              <a:ext cx="7007937" cy="0"/>
            </a:xfrm>
            <a:prstGeom prst="line">
              <a:avLst/>
            </a:prstGeom>
            <a:ln w="19050">
              <a:solidFill>
                <a:schemeClr val="tx1">
                  <a:lumMod val="20000"/>
                  <a:lumOff val="8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31" name="Title 1">
            <a:extLst>
              <a:ext uri="{FF2B5EF4-FFF2-40B4-BE49-F238E27FC236}">
                <a16:creationId xmlns:a16="http://schemas.microsoft.com/office/drawing/2014/main" id="{E0F5C361-A437-A52A-FA93-EC7C046758C6}"/>
              </a:ext>
            </a:extLst>
          </p:cNvPr>
          <p:cNvSpPr txBox="1">
            <a:spLocks/>
          </p:cNvSpPr>
          <p:nvPr userDrawn="1"/>
        </p:nvSpPr>
        <p:spPr>
          <a:xfrm>
            <a:off x="8948107" y="1181122"/>
            <a:ext cx="2727955" cy="1440000"/>
          </a:xfrm>
          <a:prstGeom prst="rect">
            <a:avLst/>
          </a:prstGeom>
          <a:solidFill>
            <a:schemeClr val="accent1"/>
          </a:solidFill>
        </p:spPr>
        <p:txBody>
          <a:bodyPr vert="horz" wrap="square" lIns="108000" tIns="108000" rIns="108000" bIns="10800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00000"/>
              </a:lnSpc>
            </a:pPr>
            <a:endParaRPr lang="en-US" sz="1400" dirty="0">
              <a:solidFill>
                <a:schemeClr val="bg2"/>
              </a:solidFill>
              <a:latin typeface="Segoe UI" panose="020B0502040204020203" pitchFamily="34" charset="0"/>
              <a:ea typeface="Segoe UI Black" panose="020B0A02040204020203" pitchFamily="34" charset="0"/>
              <a:cs typeface="Segoe UI" panose="020B0502040204020203" pitchFamily="34" charset="0"/>
            </a:endParaRPr>
          </a:p>
        </p:txBody>
      </p:sp>
      <p:sp>
        <p:nvSpPr>
          <p:cNvPr id="32" name="Title 1">
            <a:extLst>
              <a:ext uri="{FF2B5EF4-FFF2-40B4-BE49-F238E27FC236}">
                <a16:creationId xmlns:a16="http://schemas.microsoft.com/office/drawing/2014/main" id="{721DE227-155D-2984-CAF6-C85A1B2220DE}"/>
              </a:ext>
            </a:extLst>
          </p:cNvPr>
          <p:cNvSpPr txBox="1">
            <a:spLocks/>
          </p:cNvSpPr>
          <p:nvPr userDrawn="1"/>
        </p:nvSpPr>
        <p:spPr>
          <a:xfrm>
            <a:off x="8948107" y="2902646"/>
            <a:ext cx="2727955" cy="1439998"/>
          </a:xfrm>
          <a:prstGeom prst="rect">
            <a:avLst/>
          </a:prstGeom>
          <a:solidFill>
            <a:schemeClr val="tx2"/>
          </a:solidFill>
        </p:spPr>
        <p:txBody>
          <a:bodyPr vert="horz" wrap="square" lIns="108000" tIns="108000" rIns="108000" bIns="10800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00000"/>
              </a:lnSpc>
            </a:pPr>
            <a:endParaRPr lang="en-US" sz="1400" dirty="0">
              <a:solidFill>
                <a:srgbClr val="00144F"/>
              </a:solidFill>
              <a:latin typeface="Segoe UI" panose="020B0502040204020203" pitchFamily="34" charset="0"/>
              <a:ea typeface="Segoe UI Black" panose="020B0A02040204020203" pitchFamily="34" charset="0"/>
              <a:cs typeface="Segoe UI" panose="020B0502040204020203" pitchFamily="34" charset="0"/>
            </a:endParaRPr>
          </a:p>
        </p:txBody>
      </p:sp>
      <p:sp>
        <p:nvSpPr>
          <p:cNvPr id="33" name="Title 1">
            <a:extLst>
              <a:ext uri="{FF2B5EF4-FFF2-40B4-BE49-F238E27FC236}">
                <a16:creationId xmlns:a16="http://schemas.microsoft.com/office/drawing/2014/main" id="{E4867A67-1B64-CC00-33FE-3D5F826A4DD3}"/>
              </a:ext>
            </a:extLst>
          </p:cNvPr>
          <p:cNvSpPr txBox="1">
            <a:spLocks/>
          </p:cNvSpPr>
          <p:nvPr userDrawn="1"/>
        </p:nvSpPr>
        <p:spPr>
          <a:xfrm>
            <a:off x="8948107" y="4624170"/>
            <a:ext cx="2727955" cy="1439997"/>
          </a:xfrm>
          <a:prstGeom prst="rect">
            <a:avLst/>
          </a:prstGeom>
          <a:solidFill>
            <a:schemeClr val="accent2"/>
          </a:solidFill>
        </p:spPr>
        <p:txBody>
          <a:bodyPr vert="horz" wrap="square" lIns="108000" tIns="108000" rIns="108000" bIns="10800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00000"/>
              </a:lnSpc>
            </a:pPr>
            <a:endParaRPr lang="en-US" sz="1400" dirty="0">
              <a:solidFill>
                <a:srgbClr val="00144F"/>
              </a:solidFill>
              <a:latin typeface="Segoe UI" panose="020B0502040204020203" pitchFamily="34" charset="0"/>
              <a:ea typeface="Segoe UI Black" panose="020B0A02040204020203" pitchFamily="34" charset="0"/>
              <a:cs typeface="Segoe UI" panose="020B0502040204020203" pitchFamily="34" charset="0"/>
            </a:endParaRPr>
          </a:p>
        </p:txBody>
      </p:sp>
      <p:sp>
        <p:nvSpPr>
          <p:cNvPr id="147" name="Content Placeholder 48">
            <a:extLst>
              <a:ext uri="{FF2B5EF4-FFF2-40B4-BE49-F238E27FC236}">
                <a16:creationId xmlns:a16="http://schemas.microsoft.com/office/drawing/2014/main" id="{C4263C6C-B123-303E-D5A8-DDB6BFEF38D0}"/>
              </a:ext>
            </a:extLst>
          </p:cNvPr>
          <p:cNvSpPr>
            <a:spLocks noGrp="1"/>
          </p:cNvSpPr>
          <p:nvPr>
            <p:ph sz="quarter" idx="13" hasCustomPrompt="1"/>
          </p:nvPr>
        </p:nvSpPr>
        <p:spPr>
          <a:xfrm>
            <a:off x="1791624" y="3289230"/>
            <a:ext cx="683166" cy="683166"/>
          </a:xfrm>
          <a:prstGeom prst="ellipse">
            <a:avLst/>
          </a:prstGeom>
          <a:noFill/>
        </p:spPr>
        <p:txBody>
          <a:bodyPr anchor="ctr">
            <a:noAutofit/>
          </a:bodyPr>
          <a:lstStyle>
            <a:lvl1pPr marL="0" indent="0" algn="ctr">
              <a:buNone/>
              <a:defRPr sz="1100" b="0">
                <a:solidFill>
                  <a:schemeClr val="tx1"/>
                </a:solidFill>
              </a:defRPr>
            </a:lvl1pPr>
          </a:lstStyle>
          <a:p>
            <a:pPr lvl="0"/>
            <a:r>
              <a:rPr lang="en-US" dirty="0"/>
              <a:t>Icon</a:t>
            </a:r>
            <a:endParaRPr lang="en-IN" dirty="0"/>
          </a:p>
        </p:txBody>
      </p:sp>
      <p:sp>
        <p:nvSpPr>
          <p:cNvPr id="150" name="Content Placeholder 50">
            <a:extLst>
              <a:ext uri="{FF2B5EF4-FFF2-40B4-BE49-F238E27FC236}">
                <a16:creationId xmlns:a16="http://schemas.microsoft.com/office/drawing/2014/main" id="{E8827325-34B0-0964-CD9C-2E5FE604F49C}"/>
              </a:ext>
            </a:extLst>
          </p:cNvPr>
          <p:cNvSpPr>
            <a:spLocks noGrp="1"/>
          </p:cNvSpPr>
          <p:nvPr>
            <p:ph sz="quarter" idx="14" hasCustomPrompt="1"/>
          </p:nvPr>
        </p:nvSpPr>
        <p:spPr>
          <a:xfrm>
            <a:off x="4355457" y="1590666"/>
            <a:ext cx="629962" cy="629962"/>
          </a:xfrm>
          <a:prstGeom prst="ellipse">
            <a:avLst/>
          </a:prstGeom>
          <a:solidFill>
            <a:schemeClr val="bg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dirty="0"/>
              <a:t>01</a:t>
            </a:r>
            <a:endParaRPr lang="en-IN" dirty="0"/>
          </a:p>
        </p:txBody>
      </p:sp>
      <p:sp>
        <p:nvSpPr>
          <p:cNvPr id="152" name="Content Placeholder 50">
            <a:extLst>
              <a:ext uri="{FF2B5EF4-FFF2-40B4-BE49-F238E27FC236}">
                <a16:creationId xmlns:a16="http://schemas.microsoft.com/office/drawing/2014/main" id="{7E0F1F70-D974-03EE-826E-9C32F8F4B6C8}"/>
              </a:ext>
            </a:extLst>
          </p:cNvPr>
          <p:cNvSpPr>
            <a:spLocks noGrp="1"/>
          </p:cNvSpPr>
          <p:nvPr>
            <p:ph sz="quarter" idx="15" hasCustomPrompt="1"/>
          </p:nvPr>
        </p:nvSpPr>
        <p:spPr>
          <a:xfrm>
            <a:off x="4349802" y="3307167"/>
            <a:ext cx="629962" cy="629962"/>
          </a:xfrm>
          <a:prstGeom prst="ellipse">
            <a:avLst/>
          </a:prstGeom>
          <a:solidFill>
            <a:schemeClr val="bg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dirty="0"/>
              <a:t>02</a:t>
            </a:r>
            <a:endParaRPr lang="en-IN" dirty="0"/>
          </a:p>
        </p:txBody>
      </p:sp>
      <p:sp>
        <p:nvSpPr>
          <p:cNvPr id="154" name="Content Placeholder 50">
            <a:extLst>
              <a:ext uri="{FF2B5EF4-FFF2-40B4-BE49-F238E27FC236}">
                <a16:creationId xmlns:a16="http://schemas.microsoft.com/office/drawing/2014/main" id="{FCCF1862-E649-649A-6E50-0154871E9516}"/>
              </a:ext>
            </a:extLst>
          </p:cNvPr>
          <p:cNvSpPr>
            <a:spLocks noGrp="1"/>
          </p:cNvSpPr>
          <p:nvPr>
            <p:ph sz="quarter" idx="16" hasCustomPrompt="1"/>
          </p:nvPr>
        </p:nvSpPr>
        <p:spPr>
          <a:xfrm>
            <a:off x="4349802" y="5033195"/>
            <a:ext cx="629962" cy="629962"/>
          </a:xfrm>
          <a:prstGeom prst="ellipse">
            <a:avLst/>
          </a:prstGeom>
          <a:solidFill>
            <a:schemeClr val="bg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dirty="0"/>
              <a:t>03</a:t>
            </a:r>
            <a:endParaRPr lang="en-IN" dirty="0"/>
          </a:p>
        </p:txBody>
      </p:sp>
      <p:sp>
        <p:nvSpPr>
          <p:cNvPr id="155" name="Text Placeholder 37">
            <a:extLst>
              <a:ext uri="{FF2B5EF4-FFF2-40B4-BE49-F238E27FC236}">
                <a16:creationId xmlns:a16="http://schemas.microsoft.com/office/drawing/2014/main" id="{F0498DDA-7E44-3523-F943-CDA41C134E24}"/>
              </a:ext>
            </a:extLst>
          </p:cNvPr>
          <p:cNvSpPr>
            <a:spLocks noGrp="1"/>
          </p:cNvSpPr>
          <p:nvPr>
            <p:ph type="body" sz="quarter" idx="18" hasCustomPrompt="1"/>
          </p:nvPr>
        </p:nvSpPr>
        <p:spPr>
          <a:xfrm>
            <a:off x="5220205" y="1461114"/>
            <a:ext cx="3304363" cy="877521"/>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156" name="Text Placeholder 37">
            <a:extLst>
              <a:ext uri="{FF2B5EF4-FFF2-40B4-BE49-F238E27FC236}">
                <a16:creationId xmlns:a16="http://schemas.microsoft.com/office/drawing/2014/main" id="{340B35E3-575F-DDA8-EC88-43C1DBAB5331}"/>
              </a:ext>
            </a:extLst>
          </p:cNvPr>
          <p:cNvSpPr>
            <a:spLocks noGrp="1"/>
          </p:cNvSpPr>
          <p:nvPr>
            <p:ph type="body" sz="quarter" idx="19" hasCustomPrompt="1"/>
          </p:nvPr>
        </p:nvSpPr>
        <p:spPr>
          <a:xfrm>
            <a:off x="5222482" y="3187031"/>
            <a:ext cx="3304363" cy="877521"/>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157" name="Text Placeholder 37">
            <a:extLst>
              <a:ext uri="{FF2B5EF4-FFF2-40B4-BE49-F238E27FC236}">
                <a16:creationId xmlns:a16="http://schemas.microsoft.com/office/drawing/2014/main" id="{5AB6CBB4-FBB8-E26F-589D-63C8ADF1076C}"/>
              </a:ext>
            </a:extLst>
          </p:cNvPr>
          <p:cNvSpPr>
            <a:spLocks noGrp="1"/>
          </p:cNvSpPr>
          <p:nvPr>
            <p:ph type="body" sz="quarter" idx="20" hasCustomPrompt="1"/>
          </p:nvPr>
        </p:nvSpPr>
        <p:spPr>
          <a:xfrm>
            <a:off x="5220204" y="4904162"/>
            <a:ext cx="3304363" cy="877521"/>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159" name="Text Placeholder 37">
            <a:extLst>
              <a:ext uri="{FF2B5EF4-FFF2-40B4-BE49-F238E27FC236}">
                <a16:creationId xmlns:a16="http://schemas.microsoft.com/office/drawing/2014/main" id="{2FE499D0-899F-94C0-8F9F-AD0805A0B64F}"/>
              </a:ext>
            </a:extLst>
          </p:cNvPr>
          <p:cNvSpPr>
            <a:spLocks noGrp="1"/>
          </p:cNvSpPr>
          <p:nvPr>
            <p:ph type="body" sz="quarter" idx="21" hasCustomPrompt="1"/>
          </p:nvPr>
        </p:nvSpPr>
        <p:spPr>
          <a:xfrm>
            <a:off x="8948107" y="1847629"/>
            <a:ext cx="2556321" cy="674630"/>
          </a:xfrm>
        </p:spPr>
        <p:txBody>
          <a:bodyPr>
            <a:normAutofit/>
          </a:bodyPr>
          <a:lstStyle>
            <a:lvl1pPr marL="0" indent="0">
              <a:buNone/>
              <a:defRPr sz="1400" b="0">
                <a:solidFill>
                  <a:schemeClr val="bg2"/>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161" name="Text Placeholder 37">
            <a:extLst>
              <a:ext uri="{FF2B5EF4-FFF2-40B4-BE49-F238E27FC236}">
                <a16:creationId xmlns:a16="http://schemas.microsoft.com/office/drawing/2014/main" id="{5095DA80-723D-46D7-0C63-E8B5C98AE5D0}"/>
              </a:ext>
            </a:extLst>
          </p:cNvPr>
          <p:cNvSpPr>
            <a:spLocks noGrp="1"/>
          </p:cNvSpPr>
          <p:nvPr>
            <p:ph type="body" sz="quarter" idx="22" hasCustomPrompt="1"/>
          </p:nvPr>
        </p:nvSpPr>
        <p:spPr>
          <a:xfrm>
            <a:off x="8948106" y="3531362"/>
            <a:ext cx="2556321" cy="674630"/>
          </a:xfrm>
        </p:spPr>
        <p:txBody>
          <a:bodyPr>
            <a:normAutofit/>
          </a:bodyPr>
          <a:lstStyle>
            <a:lvl1pPr marL="0" indent="0">
              <a:buNone/>
              <a:defRPr sz="1400" b="0">
                <a:solidFill>
                  <a:schemeClr val="bg2"/>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163" name="Text Placeholder 37">
            <a:extLst>
              <a:ext uri="{FF2B5EF4-FFF2-40B4-BE49-F238E27FC236}">
                <a16:creationId xmlns:a16="http://schemas.microsoft.com/office/drawing/2014/main" id="{5BFDC6FA-396A-E049-22C1-CF9E942A8E2E}"/>
              </a:ext>
            </a:extLst>
          </p:cNvPr>
          <p:cNvSpPr>
            <a:spLocks noGrp="1"/>
          </p:cNvSpPr>
          <p:nvPr>
            <p:ph type="body" sz="quarter" idx="23" hasCustomPrompt="1"/>
          </p:nvPr>
        </p:nvSpPr>
        <p:spPr>
          <a:xfrm>
            <a:off x="8948105" y="5314934"/>
            <a:ext cx="2556321" cy="67463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165" name="Content Placeholder 78">
            <a:extLst>
              <a:ext uri="{FF2B5EF4-FFF2-40B4-BE49-F238E27FC236}">
                <a16:creationId xmlns:a16="http://schemas.microsoft.com/office/drawing/2014/main" id="{A9FF4C4C-89EC-6F7C-2D3E-763926983887}"/>
              </a:ext>
            </a:extLst>
          </p:cNvPr>
          <p:cNvSpPr>
            <a:spLocks noGrp="1"/>
          </p:cNvSpPr>
          <p:nvPr>
            <p:ph sz="quarter" idx="30" hasCustomPrompt="1"/>
          </p:nvPr>
        </p:nvSpPr>
        <p:spPr>
          <a:xfrm>
            <a:off x="9058332" y="1318259"/>
            <a:ext cx="458418" cy="442123"/>
          </a:xfrm>
          <a:prstGeom prst="rect">
            <a:avLst/>
          </a:prstGeom>
          <a:noFill/>
        </p:spPr>
        <p:txBody>
          <a:bodyPr lIns="0" rIns="0" anchor="ctr">
            <a:noAutofit/>
          </a:bodyPr>
          <a:lstStyle>
            <a:lvl1pPr marL="0" indent="0" algn="ctr">
              <a:buNone/>
              <a:defRPr sz="900" b="1">
                <a:solidFill>
                  <a:schemeClr val="bg2"/>
                </a:solidFill>
              </a:defRPr>
            </a:lvl1pPr>
          </a:lstStyle>
          <a:p>
            <a:pPr lvl="0"/>
            <a:r>
              <a:rPr lang="en-US" dirty="0"/>
              <a:t>Icon</a:t>
            </a:r>
            <a:endParaRPr lang="en-IN" dirty="0"/>
          </a:p>
        </p:txBody>
      </p:sp>
      <p:sp>
        <p:nvSpPr>
          <p:cNvPr id="167" name="Content Placeholder 78">
            <a:extLst>
              <a:ext uri="{FF2B5EF4-FFF2-40B4-BE49-F238E27FC236}">
                <a16:creationId xmlns:a16="http://schemas.microsoft.com/office/drawing/2014/main" id="{5B546DF5-E573-5EDF-7934-9FFB73E74FC4}"/>
              </a:ext>
            </a:extLst>
          </p:cNvPr>
          <p:cNvSpPr>
            <a:spLocks noGrp="1"/>
          </p:cNvSpPr>
          <p:nvPr>
            <p:ph sz="quarter" idx="31" hasCustomPrompt="1"/>
          </p:nvPr>
        </p:nvSpPr>
        <p:spPr>
          <a:xfrm>
            <a:off x="9058332" y="2992816"/>
            <a:ext cx="458418" cy="442123"/>
          </a:xfrm>
          <a:prstGeom prst="rect">
            <a:avLst/>
          </a:prstGeom>
          <a:noFill/>
        </p:spPr>
        <p:txBody>
          <a:bodyPr lIns="0" rIns="0" anchor="ctr">
            <a:noAutofit/>
          </a:bodyPr>
          <a:lstStyle>
            <a:lvl1pPr marL="0" indent="0" algn="ctr">
              <a:buNone/>
              <a:defRPr sz="900" b="1">
                <a:solidFill>
                  <a:schemeClr val="bg2"/>
                </a:solidFill>
              </a:defRPr>
            </a:lvl1pPr>
          </a:lstStyle>
          <a:p>
            <a:pPr lvl="0"/>
            <a:r>
              <a:rPr lang="en-US" dirty="0"/>
              <a:t>Icon</a:t>
            </a:r>
            <a:endParaRPr lang="en-IN" dirty="0"/>
          </a:p>
        </p:txBody>
      </p:sp>
      <p:sp>
        <p:nvSpPr>
          <p:cNvPr id="169" name="Content Placeholder 78">
            <a:extLst>
              <a:ext uri="{FF2B5EF4-FFF2-40B4-BE49-F238E27FC236}">
                <a16:creationId xmlns:a16="http://schemas.microsoft.com/office/drawing/2014/main" id="{FF88B4C8-1997-E4B8-340A-22ECD454DC0B}"/>
              </a:ext>
            </a:extLst>
          </p:cNvPr>
          <p:cNvSpPr>
            <a:spLocks noGrp="1"/>
          </p:cNvSpPr>
          <p:nvPr>
            <p:ph sz="quarter" idx="32" hasCustomPrompt="1"/>
          </p:nvPr>
        </p:nvSpPr>
        <p:spPr>
          <a:xfrm>
            <a:off x="9058332" y="4770563"/>
            <a:ext cx="458418" cy="442123"/>
          </a:xfrm>
          <a:prstGeom prst="rect">
            <a:avLst/>
          </a:prstGeom>
          <a:noFill/>
        </p:spPr>
        <p:txBody>
          <a:bodyPr lIns="0" rIns="0" anchor="ctr">
            <a:noAutofit/>
          </a:bodyPr>
          <a:lstStyle>
            <a:lvl1pPr marL="0" indent="0" algn="ctr">
              <a:buNone/>
              <a:defRPr sz="900" b="1">
                <a:solidFill>
                  <a:schemeClr val="tx1"/>
                </a:solidFill>
              </a:defRPr>
            </a:lvl1pPr>
          </a:lstStyle>
          <a:p>
            <a:pPr lvl="0"/>
            <a:r>
              <a:rPr lang="en-US" dirty="0"/>
              <a:t>Icon</a:t>
            </a:r>
            <a:endParaRPr lang="en-IN" dirty="0"/>
          </a:p>
        </p:txBody>
      </p:sp>
    </p:spTree>
    <p:extLst>
      <p:ext uri="{BB962C8B-B14F-4D97-AF65-F5344CB8AC3E}">
        <p14:creationId xmlns:p14="http://schemas.microsoft.com/office/powerpoint/2010/main" val="42251387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3_Objectives">
    <p:spTree>
      <p:nvGrpSpPr>
        <p:cNvPr id="1" name=""/>
        <p:cNvGrpSpPr/>
        <p:nvPr/>
      </p:nvGrpSpPr>
      <p:grpSpPr>
        <a:xfrm>
          <a:off x="0" y="0"/>
          <a:ext cx="0" cy="0"/>
          <a:chOff x="0" y="0"/>
          <a:chExt cx="0" cy="0"/>
        </a:xfrm>
      </p:grpSpPr>
      <p:sp>
        <p:nvSpPr>
          <p:cNvPr id="61" name="Freeform: Shape 60">
            <a:extLst>
              <a:ext uri="{FF2B5EF4-FFF2-40B4-BE49-F238E27FC236}">
                <a16:creationId xmlns:a16="http://schemas.microsoft.com/office/drawing/2014/main" id="{EF464E36-3D58-E289-8BB4-A3980CFE8361}"/>
              </a:ext>
            </a:extLst>
          </p:cNvPr>
          <p:cNvSpPr/>
          <p:nvPr userDrawn="1"/>
        </p:nvSpPr>
        <p:spPr>
          <a:xfrm>
            <a:off x="703512" y="1539576"/>
            <a:ext cx="2345826" cy="2649945"/>
          </a:xfrm>
          <a:custGeom>
            <a:avLst/>
            <a:gdLst>
              <a:gd name="connsiteX0" fmla="*/ 1172913 w 2345826"/>
              <a:gd name="connsiteY0" fmla="*/ 0 h 2649945"/>
              <a:gd name="connsiteX1" fmla="*/ 2345826 w 2345826"/>
              <a:gd name="connsiteY1" fmla="*/ 1172913 h 2649945"/>
              <a:gd name="connsiteX2" fmla="*/ 1521702 w 2345826"/>
              <a:gd name="connsiteY2" fmla="*/ 2293094 h 2649945"/>
              <a:gd name="connsiteX3" fmla="*/ 1520205 w 2345826"/>
              <a:gd name="connsiteY3" fmla="*/ 2293479 h 2649945"/>
              <a:gd name="connsiteX4" fmla="*/ 1172914 w 2345826"/>
              <a:gd name="connsiteY4" fmla="*/ 2649945 h 2649945"/>
              <a:gd name="connsiteX5" fmla="*/ 825623 w 2345826"/>
              <a:gd name="connsiteY5" fmla="*/ 2293480 h 2649945"/>
              <a:gd name="connsiteX6" fmla="*/ 824125 w 2345826"/>
              <a:gd name="connsiteY6" fmla="*/ 2293094 h 2649945"/>
              <a:gd name="connsiteX7" fmla="*/ 0 w 2345826"/>
              <a:gd name="connsiteY7" fmla="*/ 1172913 h 2649945"/>
              <a:gd name="connsiteX8" fmla="*/ 1172913 w 2345826"/>
              <a:gd name="connsiteY8" fmla="*/ 0 h 2649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5826" h="2649945">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Shape 61">
            <a:extLst>
              <a:ext uri="{FF2B5EF4-FFF2-40B4-BE49-F238E27FC236}">
                <a16:creationId xmlns:a16="http://schemas.microsoft.com/office/drawing/2014/main" id="{AD398410-E365-6F19-18A5-49537316D865}"/>
              </a:ext>
            </a:extLst>
          </p:cNvPr>
          <p:cNvSpPr/>
          <p:nvPr userDrawn="1"/>
        </p:nvSpPr>
        <p:spPr>
          <a:xfrm>
            <a:off x="3516562" y="1539576"/>
            <a:ext cx="2345826" cy="2649945"/>
          </a:xfrm>
          <a:custGeom>
            <a:avLst/>
            <a:gdLst>
              <a:gd name="connsiteX0" fmla="*/ 1172913 w 2345826"/>
              <a:gd name="connsiteY0" fmla="*/ 0 h 2649945"/>
              <a:gd name="connsiteX1" fmla="*/ 2345826 w 2345826"/>
              <a:gd name="connsiteY1" fmla="*/ 1172913 h 2649945"/>
              <a:gd name="connsiteX2" fmla="*/ 1521702 w 2345826"/>
              <a:gd name="connsiteY2" fmla="*/ 2293094 h 2649945"/>
              <a:gd name="connsiteX3" fmla="*/ 1520205 w 2345826"/>
              <a:gd name="connsiteY3" fmla="*/ 2293479 h 2649945"/>
              <a:gd name="connsiteX4" fmla="*/ 1172914 w 2345826"/>
              <a:gd name="connsiteY4" fmla="*/ 2649945 h 2649945"/>
              <a:gd name="connsiteX5" fmla="*/ 825623 w 2345826"/>
              <a:gd name="connsiteY5" fmla="*/ 2293480 h 2649945"/>
              <a:gd name="connsiteX6" fmla="*/ 824125 w 2345826"/>
              <a:gd name="connsiteY6" fmla="*/ 2293094 h 2649945"/>
              <a:gd name="connsiteX7" fmla="*/ 0 w 2345826"/>
              <a:gd name="connsiteY7" fmla="*/ 1172913 h 2649945"/>
              <a:gd name="connsiteX8" fmla="*/ 1172913 w 2345826"/>
              <a:gd name="connsiteY8" fmla="*/ 0 h 2649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5826" h="2649945">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3" name="Freeform: Shape 62">
            <a:extLst>
              <a:ext uri="{FF2B5EF4-FFF2-40B4-BE49-F238E27FC236}">
                <a16:creationId xmlns:a16="http://schemas.microsoft.com/office/drawing/2014/main" id="{CC473D90-11D2-B60E-C89A-F8F597AB7353}"/>
              </a:ext>
            </a:extLst>
          </p:cNvPr>
          <p:cNvSpPr/>
          <p:nvPr userDrawn="1"/>
        </p:nvSpPr>
        <p:spPr>
          <a:xfrm>
            <a:off x="6329612" y="1539576"/>
            <a:ext cx="2345826" cy="2649945"/>
          </a:xfrm>
          <a:custGeom>
            <a:avLst/>
            <a:gdLst>
              <a:gd name="connsiteX0" fmla="*/ 1172913 w 2345826"/>
              <a:gd name="connsiteY0" fmla="*/ 0 h 2649945"/>
              <a:gd name="connsiteX1" fmla="*/ 2345826 w 2345826"/>
              <a:gd name="connsiteY1" fmla="*/ 1172913 h 2649945"/>
              <a:gd name="connsiteX2" fmla="*/ 1521702 w 2345826"/>
              <a:gd name="connsiteY2" fmla="*/ 2293094 h 2649945"/>
              <a:gd name="connsiteX3" fmla="*/ 1520205 w 2345826"/>
              <a:gd name="connsiteY3" fmla="*/ 2293479 h 2649945"/>
              <a:gd name="connsiteX4" fmla="*/ 1172914 w 2345826"/>
              <a:gd name="connsiteY4" fmla="*/ 2649945 h 2649945"/>
              <a:gd name="connsiteX5" fmla="*/ 825623 w 2345826"/>
              <a:gd name="connsiteY5" fmla="*/ 2293480 h 2649945"/>
              <a:gd name="connsiteX6" fmla="*/ 824125 w 2345826"/>
              <a:gd name="connsiteY6" fmla="*/ 2293094 h 2649945"/>
              <a:gd name="connsiteX7" fmla="*/ 0 w 2345826"/>
              <a:gd name="connsiteY7" fmla="*/ 1172913 h 2649945"/>
              <a:gd name="connsiteX8" fmla="*/ 1172913 w 2345826"/>
              <a:gd name="connsiteY8" fmla="*/ 0 h 2649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5826" h="2649945">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4" name="Freeform: Shape 63">
            <a:extLst>
              <a:ext uri="{FF2B5EF4-FFF2-40B4-BE49-F238E27FC236}">
                <a16:creationId xmlns:a16="http://schemas.microsoft.com/office/drawing/2014/main" id="{2955A60B-5C68-2796-76D9-9896E459AE46}"/>
              </a:ext>
            </a:extLst>
          </p:cNvPr>
          <p:cNvSpPr/>
          <p:nvPr userDrawn="1"/>
        </p:nvSpPr>
        <p:spPr>
          <a:xfrm>
            <a:off x="9142662" y="1539576"/>
            <a:ext cx="2345826" cy="2649945"/>
          </a:xfrm>
          <a:custGeom>
            <a:avLst/>
            <a:gdLst>
              <a:gd name="connsiteX0" fmla="*/ 1172913 w 2345826"/>
              <a:gd name="connsiteY0" fmla="*/ 0 h 2649945"/>
              <a:gd name="connsiteX1" fmla="*/ 2345826 w 2345826"/>
              <a:gd name="connsiteY1" fmla="*/ 1172913 h 2649945"/>
              <a:gd name="connsiteX2" fmla="*/ 1521701 w 2345826"/>
              <a:gd name="connsiteY2" fmla="*/ 2293094 h 2649945"/>
              <a:gd name="connsiteX3" fmla="*/ 1520205 w 2345826"/>
              <a:gd name="connsiteY3" fmla="*/ 2293479 h 2649945"/>
              <a:gd name="connsiteX4" fmla="*/ 1172914 w 2345826"/>
              <a:gd name="connsiteY4" fmla="*/ 2649945 h 2649945"/>
              <a:gd name="connsiteX5" fmla="*/ 825623 w 2345826"/>
              <a:gd name="connsiteY5" fmla="*/ 2293480 h 2649945"/>
              <a:gd name="connsiteX6" fmla="*/ 824125 w 2345826"/>
              <a:gd name="connsiteY6" fmla="*/ 2293094 h 2649945"/>
              <a:gd name="connsiteX7" fmla="*/ 0 w 2345826"/>
              <a:gd name="connsiteY7" fmla="*/ 1172913 h 2649945"/>
              <a:gd name="connsiteX8" fmla="*/ 1172913 w 2345826"/>
              <a:gd name="connsiteY8" fmla="*/ 0 h 2649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5826" h="2649945">
                <a:moveTo>
                  <a:pt x="1172913" y="0"/>
                </a:moveTo>
                <a:cubicBezTo>
                  <a:pt x="1820695" y="0"/>
                  <a:pt x="2345826" y="525131"/>
                  <a:pt x="2345826" y="1172913"/>
                </a:cubicBezTo>
                <a:cubicBezTo>
                  <a:pt x="2345826" y="1699236"/>
                  <a:pt x="1999157" y="2144590"/>
                  <a:pt x="1521701"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Title 1">
            <a:extLst>
              <a:ext uri="{FF2B5EF4-FFF2-40B4-BE49-F238E27FC236}">
                <a16:creationId xmlns:a16="http://schemas.microsoft.com/office/drawing/2014/main" id="{4CD54FF0-DEF8-BE93-EDF5-3C288B911428}"/>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dirty="0"/>
              <a:t>Click to edit Master title style</a:t>
            </a:r>
            <a:endParaRPr lang="en-US" dirty="0"/>
          </a:p>
        </p:txBody>
      </p:sp>
      <p:sp>
        <p:nvSpPr>
          <p:cNvPr id="7" name="Rectangle 6">
            <a:extLst>
              <a:ext uri="{FF2B5EF4-FFF2-40B4-BE49-F238E27FC236}">
                <a16:creationId xmlns:a16="http://schemas.microsoft.com/office/drawing/2014/main" id="{146F0990-3B8E-D6A5-89E4-A147C65EE9F1}"/>
              </a:ext>
            </a:extLst>
          </p:cNvPr>
          <p:cNvSpPr/>
          <p:nvPr userDrawn="1"/>
        </p:nvSpPr>
        <p:spPr>
          <a:xfrm>
            <a:off x="359998" y="977410"/>
            <a:ext cx="5400000" cy="72000"/>
          </a:xfrm>
          <a:prstGeom prst="rect">
            <a:avLst/>
          </a:prstGeom>
          <a:gradFill flip="none" rotWithShape="1">
            <a:gsLst>
              <a:gs pos="100000">
                <a:schemeClr val="bg1"/>
              </a:gs>
              <a:gs pos="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7" name="Content Placeholder 50">
            <a:extLst>
              <a:ext uri="{FF2B5EF4-FFF2-40B4-BE49-F238E27FC236}">
                <a16:creationId xmlns:a16="http://schemas.microsoft.com/office/drawing/2014/main" id="{A934CBA5-1275-47B8-79BD-1F97697E3559}"/>
              </a:ext>
            </a:extLst>
          </p:cNvPr>
          <p:cNvSpPr>
            <a:spLocks noGrp="1"/>
          </p:cNvSpPr>
          <p:nvPr>
            <p:ph sz="quarter" idx="19" hasCustomPrompt="1"/>
          </p:nvPr>
        </p:nvSpPr>
        <p:spPr>
          <a:xfrm>
            <a:off x="3885203" y="1911373"/>
            <a:ext cx="1602232" cy="1602232"/>
          </a:xfrm>
          <a:prstGeom prst="ellipse">
            <a:avLst/>
          </a:prstGeom>
          <a:solidFill>
            <a:schemeClr val="tx2"/>
          </a:solidFill>
        </p:spPr>
        <p:txBody>
          <a:bodyPr tIns="91440" bIns="91440" anchor="ctr">
            <a:noAutofit/>
          </a:bodyPr>
          <a:lstStyle>
            <a:lvl1pPr marL="0" indent="0" algn="ctr">
              <a:buNone/>
              <a:defRPr sz="1800" b="1">
                <a:solidFill>
                  <a:schemeClr val="bg2"/>
                </a:solidFill>
                <a:latin typeface="Barlow" panose="00000500000000000000" pitchFamily="2" charset="0"/>
              </a:defRPr>
            </a:lvl1pPr>
          </a:lstStyle>
          <a:p>
            <a:pPr lvl="0"/>
            <a:r>
              <a:rPr lang="en-US" dirty="0"/>
              <a:t>Insert Icon Here</a:t>
            </a:r>
            <a:endParaRPr lang="en-IN" dirty="0"/>
          </a:p>
        </p:txBody>
      </p:sp>
      <p:sp>
        <p:nvSpPr>
          <p:cNvPr id="78" name="Content Placeholder 50">
            <a:extLst>
              <a:ext uri="{FF2B5EF4-FFF2-40B4-BE49-F238E27FC236}">
                <a16:creationId xmlns:a16="http://schemas.microsoft.com/office/drawing/2014/main" id="{9F787AD2-DBB6-7DA1-B325-AE95FC699DF7}"/>
              </a:ext>
            </a:extLst>
          </p:cNvPr>
          <p:cNvSpPr>
            <a:spLocks noGrp="1"/>
          </p:cNvSpPr>
          <p:nvPr>
            <p:ph sz="quarter" idx="20" hasCustomPrompt="1"/>
          </p:nvPr>
        </p:nvSpPr>
        <p:spPr>
          <a:xfrm>
            <a:off x="3782988" y="1960672"/>
            <a:ext cx="561545" cy="561545"/>
          </a:xfrm>
          <a:prstGeom prst="ellipse">
            <a:avLst/>
          </a:prstGeom>
          <a:solidFill>
            <a:schemeClr val="accent1"/>
          </a:solidFill>
        </p:spPr>
        <p:txBody>
          <a:bodyPr tIns="91440" bIns="91440" anchor="ctr">
            <a:noAutofit/>
          </a:bodyPr>
          <a:lstStyle>
            <a:lvl1pPr marL="0" indent="0" algn="ctr">
              <a:buNone/>
              <a:defRPr lang="en-IN" sz="1800" b="1" kern="1200" dirty="0">
                <a:solidFill>
                  <a:schemeClr val="bg1"/>
                </a:solidFill>
                <a:latin typeface="Barlow" panose="00000500000000000000" pitchFamily="2" charset="0"/>
                <a:ea typeface="Open Sans" pitchFamily="2" charset="0"/>
                <a:cs typeface="Open Sans" pitchFamily="2" charset="0"/>
              </a:defRPr>
            </a:lvl1pPr>
          </a:lstStyle>
          <a:p>
            <a:pPr lvl="0"/>
            <a:r>
              <a:rPr lang="en-US" dirty="0"/>
              <a:t>01</a:t>
            </a:r>
            <a:endParaRPr lang="en-IN" dirty="0"/>
          </a:p>
        </p:txBody>
      </p:sp>
      <p:sp>
        <p:nvSpPr>
          <p:cNvPr id="79" name="Content Placeholder 50">
            <a:extLst>
              <a:ext uri="{FF2B5EF4-FFF2-40B4-BE49-F238E27FC236}">
                <a16:creationId xmlns:a16="http://schemas.microsoft.com/office/drawing/2014/main" id="{308A84F9-3130-7762-7F4E-A849EAB4F551}"/>
              </a:ext>
            </a:extLst>
          </p:cNvPr>
          <p:cNvSpPr>
            <a:spLocks noGrp="1"/>
          </p:cNvSpPr>
          <p:nvPr>
            <p:ph sz="quarter" idx="18" hasCustomPrompt="1"/>
          </p:nvPr>
        </p:nvSpPr>
        <p:spPr>
          <a:xfrm>
            <a:off x="1075309" y="1911373"/>
            <a:ext cx="1602232" cy="1602232"/>
          </a:xfrm>
          <a:prstGeom prst="ellipse">
            <a:avLst/>
          </a:prstGeom>
          <a:solidFill>
            <a:schemeClr val="tx2"/>
          </a:solidFill>
        </p:spPr>
        <p:txBody>
          <a:bodyPr tIns="91440" bIns="91440" anchor="ctr">
            <a:noAutofit/>
          </a:bodyPr>
          <a:lstStyle>
            <a:lvl1pPr marL="0" indent="0" algn="ctr">
              <a:buNone/>
              <a:defRPr sz="1800" b="1">
                <a:solidFill>
                  <a:schemeClr val="bg2"/>
                </a:solidFill>
                <a:latin typeface="Barlow" panose="00000500000000000000" pitchFamily="2" charset="0"/>
              </a:defRPr>
            </a:lvl1pPr>
          </a:lstStyle>
          <a:p>
            <a:pPr lvl="0"/>
            <a:r>
              <a:rPr lang="en-US" dirty="0"/>
              <a:t>Insert Icon Here</a:t>
            </a:r>
            <a:endParaRPr lang="en-IN" dirty="0"/>
          </a:p>
        </p:txBody>
      </p:sp>
      <p:sp>
        <p:nvSpPr>
          <p:cNvPr id="80" name="Content Placeholder 50">
            <a:extLst>
              <a:ext uri="{FF2B5EF4-FFF2-40B4-BE49-F238E27FC236}">
                <a16:creationId xmlns:a16="http://schemas.microsoft.com/office/drawing/2014/main" id="{7A614E02-7FDC-9EB0-DAAF-AB9D0A033435}"/>
              </a:ext>
            </a:extLst>
          </p:cNvPr>
          <p:cNvSpPr>
            <a:spLocks noGrp="1"/>
          </p:cNvSpPr>
          <p:nvPr>
            <p:ph sz="quarter" idx="14" hasCustomPrompt="1"/>
          </p:nvPr>
        </p:nvSpPr>
        <p:spPr>
          <a:xfrm>
            <a:off x="973094" y="1960672"/>
            <a:ext cx="561545" cy="561545"/>
          </a:xfrm>
          <a:prstGeom prst="ellipse">
            <a:avLst/>
          </a:prstGeom>
          <a:solidFill>
            <a:schemeClr val="accent1"/>
          </a:solidFill>
        </p:spPr>
        <p:txBody>
          <a:bodyPr tIns="91440" bIns="91440" anchor="ctr">
            <a:noAutofit/>
          </a:bodyPr>
          <a:lstStyle>
            <a:lvl1pPr marL="0" indent="0" algn="ctr">
              <a:buNone/>
              <a:defRPr sz="1800" b="1">
                <a:solidFill>
                  <a:schemeClr val="bg1"/>
                </a:solidFill>
                <a:latin typeface="Barlow" panose="00000500000000000000" pitchFamily="2" charset="0"/>
              </a:defRPr>
            </a:lvl1pPr>
          </a:lstStyle>
          <a:p>
            <a:pPr lvl="0"/>
            <a:r>
              <a:rPr lang="en-US" dirty="0"/>
              <a:t>01</a:t>
            </a:r>
            <a:endParaRPr lang="en-IN" dirty="0"/>
          </a:p>
        </p:txBody>
      </p:sp>
      <p:sp>
        <p:nvSpPr>
          <p:cNvPr id="83" name="Content Placeholder 50">
            <a:extLst>
              <a:ext uri="{FF2B5EF4-FFF2-40B4-BE49-F238E27FC236}">
                <a16:creationId xmlns:a16="http://schemas.microsoft.com/office/drawing/2014/main" id="{8B057DCB-73A2-773E-1E1A-B95C1C709519}"/>
              </a:ext>
            </a:extLst>
          </p:cNvPr>
          <p:cNvSpPr>
            <a:spLocks noGrp="1"/>
          </p:cNvSpPr>
          <p:nvPr>
            <p:ph sz="quarter" idx="21" hasCustomPrompt="1"/>
          </p:nvPr>
        </p:nvSpPr>
        <p:spPr>
          <a:xfrm>
            <a:off x="6704306" y="1920087"/>
            <a:ext cx="1602232" cy="1602232"/>
          </a:xfrm>
          <a:prstGeom prst="ellipse">
            <a:avLst/>
          </a:prstGeom>
          <a:solidFill>
            <a:schemeClr val="tx2"/>
          </a:solidFill>
        </p:spPr>
        <p:txBody>
          <a:bodyPr tIns="91440" bIns="91440" anchor="ctr">
            <a:noAutofit/>
          </a:bodyPr>
          <a:lstStyle>
            <a:lvl1pPr marL="0" indent="0" algn="ctr">
              <a:buNone/>
              <a:defRPr sz="1800" b="1">
                <a:solidFill>
                  <a:schemeClr val="bg2"/>
                </a:solidFill>
                <a:latin typeface="Barlow" panose="00000500000000000000" pitchFamily="2" charset="0"/>
              </a:defRPr>
            </a:lvl1pPr>
          </a:lstStyle>
          <a:p>
            <a:pPr lvl="0"/>
            <a:r>
              <a:rPr lang="en-US" dirty="0"/>
              <a:t>Insert Icon Here</a:t>
            </a:r>
            <a:endParaRPr lang="en-IN" dirty="0"/>
          </a:p>
        </p:txBody>
      </p:sp>
      <p:sp>
        <p:nvSpPr>
          <p:cNvPr id="84" name="Content Placeholder 50">
            <a:extLst>
              <a:ext uri="{FF2B5EF4-FFF2-40B4-BE49-F238E27FC236}">
                <a16:creationId xmlns:a16="http://schemas.microsoft.com/office/drawing/2014/main" id="{34BFB755-45DF-82D0-6F5A-122A81A7D5C8}"/>
              </a:ext>
            </a:extLst>
          </p:cNvPr>
          <p:cNvSpPr>
            <a:spLocks noGrp="1"/>
          </p:cNvSpPr>
          <p:nvPr>
            <p:ph sz="quarter" idx="22" hasCustomPrompt="1"/>
          </p:nvPr>
        </p:nvSpPr>
        <p:spPr>
          <a:xfrm>
            <a:off x="6602091" y="1969386"/>
            <a:ext cx="561545" cy="561545"/>
          </a:xfrm>
          <a:prstGeom prst="ellipse">
            <a:avLst/>
          </a:prstGeom>
          <a:solidFill>
            <a:schemeClr val="accent1"/>
          </a:solidFill>
        </p:spPr>
        <p:txBody>
          <a:bodyPr tIns="91440" bIns="91440" anchor="ctr">
            <a:noAutofit/>
          </a:bodyPr>
          <a:lstStyle>
            <a:lvl1pPr marL="0" indent="0" algn="ctr">
              <a:buNone/>
              <a:defRPr lang="en-IN" sz="1800" b="1" kern="1200" dirty="0">
                <a:solidFill>
                  <a:schemeClr val="bg1"/>
                </a:solidFill>
                <a:latin typeface="Barlow" panose="00000500000000000000" pitchFamily="2" charset="0"/>
                <a:ea typeface="Open Sans" pitchFamily="2" charset="0"/>
                <a:cs typeface="Open Sans" pitchFamily="2" charset="0"/>
              </a:defRPr>
            </a:lvl1pPr>
          </a:lstStyle>
          <a:p>
            <a:pPr lvl="0"/>
            <a:r>
              <a:rPr lang="en-US" dirty="0"/>
              <a:t>01</a:t>
            </a:r>
            <a:endParaRPr lang="en-IN" dirty="0"/>
          </a:p>
        </p:txBody>
      </p:sp>
      <p:sp>
        <p:nvSpPr>
          <p:cNvPr id="87" name="Content Placeholder 50">
            <a:extLst>
              <a:ext uri="{FF2B5EF4-FFF2-40B4-BE49-F238E27FC236}">
                <a16:creationId xmlns:a16="http://schemas.microsoft.com/office/drawing/2014/main" id="{EF565687-58F5-DE5B-196A-90B3E2D4140D}"/>
              </a:ext>
            </a:extLst>
          </p:cNvPr>
          <p:cNvSpPr>
            <a:spLocks noGrp="1"/>
          </p:cNvSpPr>
          <p:nvPr>
            <p:ph sz="quarter" idx="23" hasCustomPrompt="1"/>
          </p:nvPr>
        </p:nvSpPr>
        <p:spPr>
          <a:xfrm>
            <a:off x="9514460" y="1902641"/>
            <a:ext cx="1602232" cy="1602232"/>
          </a:xfrm>
          <a:prstGeom prst="ellipse">
            <a:avLst/>
          </a:prstGeom>
          <a:solidFill>
            <a:schemeClr val="tx2"/>
          </a:solidFill>
        </p:spPr>
        <p:txBody>
          <a:bodyPr tIns="91440" bIns="91440" anchor="ctr">
            <a:noAutofit/>
          </a:bodyPr>
          <a:lstStyle>
            <a:lvl1pPr marL="0" indent="0" algn="ctr">
              <a:buNone/>
              <a:defRPr sz="1800" b="1">
                <a:solidFill>
                  <a:schemeClr val="bg2"/>
                </a:solidFill>
                <a:latin typeface="Barlow" panose="00000500000000000000" pitchFamily="2" charset="0"/>
              </a:defRPr>
            </a:lvl1pPr>
          </a:lstStyle>
          <a:p>
            <a:pPr lvl="0"/>
            <a:r>
              <a:rPr lang="en-US" dirty="0"/>
              <a:t>Insert Icon Here</a:t>
            </a:r>
            <a:endParaRPr lang="en-IN" dirty="0"/>
          </a:p>
        </p:txBody>
      </p:sp>
      <p:sp>
        <p:nvSpPr>
          <p:cNvPr id="88" name="Content Placeholder 50">
            <a:extLst>
              <a:ext uri="{FF2B5EF4-FFF2-40B4-BE49-F238E27FC236}">
                <a16:creationId xmlns:a16="http://schemas.microsoft.com/office/drawing/2014/main" id="{40D3559D-C107-E78F-6CA3-BCD630758B40}"/>
              </a:ext>
            </a:extLst>
          </p:cNvPr>
          <p:cNvSpPr>
            <a:spLocks noGrp="1"/>
          </p:cNvSpPr>
          <p:nvPr>
            <p:ph sz="quarter" idx="24" hasCustomPrompt="1"/>
          </p:nvPr>
        </p:nvSpPr>
        <p:spPr>
          <a:xfrm>
            <a:off x="9412245" y="1951940"/>
            <a:ext cx="561545" cy="561545"/>
          </a:xfrm>
          <a:prstGeom prst="ellipse">
            <a:avLst/>
          </a:prstGeom>
          <a:solidFill>
            <a:schemeClr val="accent1"/>
          </a:solidFill>
        </p:spPr>
        <p:txBody>
          <a:bodyPr tIns="91440" bIns="91440" anchor="ctr">
            <a:noAutofit/>
          </a:bodyPr>
          <a:lstStyle>
            <a:lvl1pPr marL="0" indent="0" algn="ctr">
              <a:buNone/>
              <a:defRPr sz="1800" b="1">
                <a:solidFill>
                  <a:schemeClr val="bg1"/>
                </a:solidFill>
                <a:latin typeface="Barlow" panose="00000500000000000000" pitchFamily="2" charset="0"/>
              </a:defRPr>
            </a:lvl1pPr>
          </a:lstStyle>
          <a:p>
            <a:pPr lvl="0"/>
            <a:r>
              <a:rPr lang="en-US" dirty="0"/>
              <a:t>01</a:t>
            </a:r>
            <a:endParaRPr lang="en-IN" dirty="0"/>
          </a:p>
        </p:txBody>
      </p:sp>
      <p:sp>
        <p:nvSpPr>
          <p:cNvPr id="91" name="Text Placeholder 37">
            <a:extLst>
              <a:ext uri="{FF2B5EF4-FFF2-40B4-BE49-F238E27FC236}">
                <a16:creationId xmlns:a16="http://schemas.microsoft.com/office/drawing/2014/main" id="{F29A4B6A-6930-5284-6604-ECCA46CCB6BA}"/>
              </a:ext>
            </a:extLst>
          </p:cNvPr>
          <p:cNvSpPr>
            <a:spLocks noGrp="1"/>
          </p:cNvSpPr>
          <p:nvPr>
            <p:ph type="body" sz="quarter" idx="25" hasCustomPrompt="1"/>
          </p:nvPr>
        </p:nvSpPr>
        <p:spPr>
          <a:xfrm>
            <a:off x="585355" y="4402172"/>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dirty="0"/>
              <a:t>Click to add text</a:t>
            </a:r>
            <a:endParaRPr lang="en-IN" dirty="0"/>
          </a:p>
        </p:txBody>
      </p:sp>
      <p:sp>
        <p:nvSpPr>
          <p:cNvPr id="92" name="Text Placeholder 37">
            <a:extLst>
              <a:ext uri="{FF2B5EF4-FFF2-40B4-BE49-F238E27FC236}">
                <a16:creationId xmlns:a16="http://schemas.microsoft.com/office/drawing/2014/main" id="{E01784C6-C40B-9FF2-9B79-BF4AAB93DDB0}"/>
              </a:ext>
            </a:extLst>
          </p:cNvPr>
          <p:cNvSpPr>
            <a:spLocks noGrp="1"/>
          </p:cNvSpPr>
          <p:nvPr>
            <p:ph type="body" sz="quarter" idx="26" hasCustomPrompt="1"/>
          </p:nvPr>
        </p:nvSpPr>
        <p:spPr>
          <a:xfrm>
            <a:off x="585355" y="5004638"/>
            <a:ext cx="2563091" cy="928537"/>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96" name="Text Placeholder 37">
            <a:extLst>
              <a:ext uri="{FF2B5EF4-FFF2-40B4-BE49-F238E27FC236}">
                <a16:creationId xmlns:a16="http://schemas.microsoft.com/office/drawing/2014/main" id="{97C8140E-8A63-7FB1-567D-7B1CD6484449}"/>
              </a:ext>
            </a:extLst>
          </p:cNvPr>
          <p:cNvSpPr>
            <a:spLocks noGrp="1"/>
          </p:cNvSpPr>
          <p:nvPr>
            <p:ph type="body" sz="quarter" idx="27" hasCustomPrompt="1"/>
          </p:nvPr>
        </p:nvSpPr>
        <p:spPr>
          <a:xfrm>
            <a:off x="3412720" y="4402172"/>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dirty="0"/>
              <a:t>Click to add text</a:t>
            </a:r>
            <a:endParaRPr lang="en-IN" dirty="0"/>
          </a:p>
        </p:txBody>
      </p:sp>
      <p:sp>
        <p:nvSpPr>
          <p:cNvPr id="97" name="Text Placeholder 37">
            <a:extLst>
              <a:ext uri="{FF2B5EF4-FFF2-40B4-BE49-F238E27FC236}">
                <a16:creationId xmlns:a16="http://schemas.microsoft.com/office/drawing/2014/main" id="{21F1BD80-AE7E-A1A5-A53E-2CEB3E481406}"/>
              </a:ext>
            </a:extLst>
          </p:cNvPr>
          <p:cNvSpPr>
            <a:spLocks noGrp="1"/>
          </p:cNvSpPr>
          <p:nvPr>
            <p:ph type="body" sz="quarter" idx="28" hasCustomPrompt="1"/>
          </p:nvPr>
        </p:nvSpPr>
        <p:spPr>
          <a:xfrm>
            <a:off x="3412720" y="5004638"/>
            <a:ext cx="2563091" cy="928537"/>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98" name="Text Placeholder 37">
            <a:extLst>
              <a:ext uri="{FF2B5EF4-FFF2-40B4-BE49-F238E27FC236}">
                <a16:creationId xmlns:a16="http://schemas.microsoft.com/office/drawing/2014/main" id="{EA8E4E55-A1E9-8934-99AC-44BA4642ACC5}"/>
              </a:ext>
            </a:extLst>
          </p:cNvPr>
          <p:cNvSpPr>
            <a:spLocks noGrp="1"/>
          </p:cNvSpPr>
          <p:nvPr>
            <p:ph type="body" sz="quarter" idx="29" hasCustomPrompt="1"/>
          </p:nvPr>
        </p:nvSpPr>
        <p:spPr>
          <a:xfrm>
            <a:off x="6240085" y="4397370"/>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dirty="0"/>
              <a:t>Click to add text</a:t>
            </a:r>
            <a:endParaRPr lang="en-IN" dirty="0"/>
          </a:p>
        </p:txBody>
      </p:sp>
      <p:sp>
        <p:nvSpPr>
          <p:cNvPr id="99" name="Text Placeholder 37">
            <a:extLst>
              <a:ext uri="{FF2B5EF4-FFF2-40B4-BE49-F238E27FC236}">
                <a16:creationId xmlns:a16="http://schemas.microsoft.com/office/drawing/2014/main" id="{DB31ED58-3AF7-CC66-6C12-C258A5C0F7A7}"/>
              </a:ext>
            </a:extLst>
          </p:cNvPr>
          <p:cNvSpPr>
            <a:spLocks noGrp="1"/>
          </p:cNvSpPr>
          <p:nvPr>
            <p:ph type="body" sz="quarter" idx="30" hasCustomPrompt="1"/>
          </p:nvPr>
        </p:nvSpPr>
        <p:spPr>
          <a:xfrm>
            <a:off x="6240085" y="4999836"/>
            <a:ext cx="2563091" cy="928537"/>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100" name="Text Placeholder 37">
            <a:extLst>
              <a:ext uri="{FF2B5EF4-FFF2-40B4-BE49-F238E27FC236}">
                <a16:creationId xmlns:a16="http://schemas.microsoft.com/office/drawing/2014/main" id="{AD22421A-7B7E-546F-41BF-0B095C5FAD02}"/>
              </a:ext>
            </a:extLst>
          </p:cNvPr>
          <p:cNvSpPr>
            <a:spLocks noGrp="1"/>
          </p:cNvSpPr>
          <p:nvPr>
            <p:ph type="body" sz="quarter" idx="31" hasCustomPrompt="1"/>
          </p:nvPr>
        </p:nvSpPr>
        <p:spPr>
          <a:xfrm>
            <a:off x="9067450" y="4397370"/>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dirty="0"/>
              <a:t>Click to add text</a:t>
            </a:r>
            <a:endParaRPr lang="en-IN" dirty="0"/>
          </a:p>
        </p:txBody>
      </p:sp>
      <p:sp>
        <p:nvSpPr>
          <p:cNvPr id="101" name="Text Placeholder 37">
            <a:extLst>
              <a:ext uri="{FF2B5EF4-FFF2-40B4-BE49-F238E27FC236}">
                <a16:creationId xmlns:a16="http://schemas.microsoft.com/office/drawing/2014/main" id="{72E9D0E6-3143-70EE-C2D7-10D8026F6E5B}"/>
              </a:ext>
            </a:extLst>
          </p:cNvPr>
          <p:cNvSpPr>
            <a:spLocks noGrp="1"/>
          </p:cNvSpPr>
          <p:nvPr>
            <p:ph type="body" sz="quarter" idx="32" hasCustomPrompt="1"/>
          </p:nvPr>
        </p:nvSpPr>
        <p:spPr>
          <a:xfrm>
            <a:off x="9067450" y="4999836"/>
            <a:ext cx="2563091" cy="928537"/>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Tree>
    <p:extLst>
      <p:ext uri="{BB962C8B-B14F-4D97-AF65-F5344CB8AC3E}">
        <p14:creationId xmlns:p14="http://schemas.microsoft.com/office/powerpoint/2010/main" val="195156293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Match the following">
    <p:bg>
      <p:bgPr>
        <a:solidFill>
          <a:schemeClr val="bg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B6A8123-506A-0865-AB94-A2207641AC8C}"/>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dirty="0"/>
              <a:t>Click to edit Master title style</a:t>
            </a:r>
            <a:endParaRPr lang="en-US" dirty="0"/>
          </a:p>
        </p:txBody>
      </p:sp>
      <p:sp>
        <p:nvSpPr>
          <p:cNvPr id="7" name="Rectangle 6">
            <a:extLst>
              <a:ext uri="{FF2B5EF4-FFF2-40B4-BE49-F238E27FC236}">
                <a16:creationId xmlns:a16="http://schemas.microsoft.com/office/drawing/2014/main" id="{D60AFFB5-3AED-8612-37BC-EAB3C6E0800F}"/>
              </a:ext>
            </a:extLst>
          </p:cNvPr>
          <p:cNvSpPr/>
          <p:nvPr userDrawn="1"/>
        </p:nvSpPr>
        <p:spPr>
          <a:xfrm>
            <a:off x="359998" y="977410"/>
            <a:ext cx="5400000" cy="72000"/>
          </a:xfrm>
          <a:prstGeom prst="rect">
            <a:avLst/>
          </a:prstGeom>
          <a:gradFill flip="none" rotWithShape="1">
            <a:gsLst>
              <a:gs pos="100000">
                <a:schemeClr val="bg1"/>
              </a:gs>
              <a:gs pos="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8" name="Content Placeholder 50">
            <a:extLst>
              <a:ext uri="{FF2B5EF4-FFF2-40B4-BE49-F238E27FC236}">
                <a16:creationId xmlns:a16="http://schemas.microsoft.com/office/drawing/2014/main" id="{FDCAE5CE-F9E8-D464-306C-C73CA8A9B1B5}"/>
              </a:ext>
            </a:extLst>
          </p:cNvPr>
          <p:cNvSpPr>
            <a:spLocks noGrp="1"/>
          </p:cNvSpPr>
          <p:nvPr>
            <p:ph sz="quarter" idx="14" hasCustomPrompt="1"/>
          </p:nvPr>
        </p:nvSpPr>
        <p:spPr>
          <a:xfrm>
            <a:off x="1576999" y="1419668"/>
            <a:ext cx="1937402" cy="776121"/>
          </a:xfrm>
          <a:prstGeom prst="rect">
            <a:avLst/>
          </a:prstGeom>
          <a:solidFill>
            <a:schemeClr val="bg2"/>
          </a:solidFill>
          <a:effectLst>
            <a:outerShdw blurRad="50800" dist="38100" dir="2700000" algn="tl" rotWithShape="0">
              <a:prstClr val="black">
                <a:alpha val="40000"/>
              </a:prstClr>
            </a:outerShdw>
          </a:effectLst>
        </p:spPr>
        <p:txBody>
          <a:bodyPr vert="horz" lIns="0" tIns="91440" rIns="0" bIns="91440" rtlCol="0" anchor="ctr">
            <a:noAutofit/>
          </a:bodyPr>
          <a:lstStyle>
            <a:lvl1pPr>
              <a:defRPr lang="en-IN" sz="1800" b="0" dirty="0">
                <a:solidFill>
                  <a:schemeClr val="tx2"/>
                </a:solidFill>
                <a:latin typeface="Barlow" panose="00000500000000000000" pitchFamily="2" charset="0"/>
              </a:defRPr>
            </a:lvl1pPr>
          </a:lstStyle>
          <a:p>
            <a:pPr marL="0" lvl="0" indent="0" algn="ctr">
              <a:buNone/>
            </a:pPr>
            <a:r>
              <a:rPr lang="en-US" dirty="0"/>
              <a:t>Insert logo here</a:t>
            </a:r>
            <a:endParaRPr lang="en-IN" dirty="0"/>
          </a:p>
        </p:txBody>
      </p:sp>
      <p:sp>
        <p:nvSpPr>
          <p:cNvPr id="79" name="Content Placeholder 50">
            <a:extLst>
              <a:ext uri="{FF2B5EF4-FFF2-40B4-BE49-F238E27FC236}">
                <a16:creationId xmlns:a16="http://schemas.microsoft.com/office/drawing/2014/main" id="{A97061D2-4941-91EE-E837-F1043807B992}"/>
              </a:ext>
            </a:extLst>
          </p:cNvPr>
          <p:cNvSpPr>
            <a:spLocks noGrp="1"/>
          </p:cNvSpPr>
          <p:nvPr>
            <p:ph sz="quarter" idx="15" hasCustomPrompt="1"/>
          </p:nvPr>
        </p:nvSpPr>
        <p:spPr>
          <a:xfrm>
            <a:off x="1584961" y="2367710"/>
            <a:ext cx="1937402" cy="776121"/>
          </a:xfrm>
          <a:prstGeom prst="rect">
            <a:avLst/>
          </a:prstGeom>
          <a:solidFill>
            <a:schemeClr val="bg2"/>
          </a:solidFill>
          <a:effectLst>
            <a:outerShdw blurRad="50800" dist="38100" dir="2700000" algn="tl" rotWithShape="0">
              <a:prstClr val="black">
                <a:alpha val="40000"/>
              </a:prstClr>
            </a:outerShdw>
          </a:effectLst>
        </p:spPr>
        <p:txBody>
          <a:bodyPr vert="horz" lIns="0" tIns="91440" rIns="0" bIns="91440" rtlCol="0" anchor="ctr">
            <a:noAutofit/>
          </a:bodyPr>
          <a:lstStyle>
            <a:lvl1pPr>
              <a:defRPr lang="en-US" sz="1800" b="0" kern="1200" dirty="0" smtClean="0">
                <a:solidFill>
                  <a:schemeClr val="tx2"/>
                </a:solidFill>
                <a:latin typeface="Barlow" panose="00000500000000000000" pitchFamily="2" charset="0"/>
                <a:ea typeface="Open Sans" pitchFamily="2" charset="0"/>
                <a:cs typeface="Open Sans" pitchFamily="2" charset="0"/>
              </a:defRPr>
            </a:lvl1pPr>
          </a:lstStyle>
          <a:p>
            <a:pPr marL="0" lvl="0" indent="0" algn="ctr">
              <a:buNone/>
            </a:pPr>
            <a:r>
              <a:rPr lang="en-US" dirty="0"/>
              <a:t>Insert logo here</a:t>
            </a:r>
          </a:p>
        </p:txBody>
      </p:sp>
      <p:sp>
        <p:nvSpPr>
          <p:cNvPr id="80" name="Content Placeholder 50">
            <a:extLst>
              <a:ext uri="{FF2B5EF4-FFF2-40B4-BE49-F238E27FC236}">
                <a16:creationId xmlns:a16="http://schemas.microsoft.com/office/drawing/2014/main" id="{32BFEA47-006D-C0B3-955B-EA46F126A4B5}"/>
              </a:ext>
            </a:extLst>
          </p:cNvPr>
          <p:cNvSpPr>
            <a:spLocks noGrp="1"/>
          </p:cNvSpPr>
          <p:nvPr>
            <p:ph sz="quarter" idx="16" hasCustomPrompt="1"/>
          </p:nvPr>
        </p:nvSpPr>
        <p:spPr>
          <a:xfrm>
            <a:off x="1552069" y="3317493"/>
            <a:ext cx="1937402" cy="776121"/>
          </a:xfrm>
          <a:prstGeom prst="rect">
            <a:avLst/>
          </a:prstGeom>
          <a:solidFill>
            <a:schemeClr val="bg2"/>
          </a:solidFill>
          <a:effectLst>
            <a:outerShdw blurRad="50800" dist="38100" dir="2700000" algn="tl" rotWithShape="0">
              <a:prstClr val="black">
                <a:alpha val="40000"/>
              </a:prstClr>
            </a:outerShdw>
          </a:effectLst>
        </p:spPr>
        <p:txBody>
          <a:bodyPr vert="horz" lIns="0" tIns="91440" rIns="0" bIns="91440" rtlCol="0" anchor="ctr">
            <a:noAutofit/>
          </a:bodyPr>
          <a:lstStyle>
            <a:lvl1pPr>
              <a:defRPr lang="en-IN" sz="1800" b="0" dirty="0">
                <a:solidFill>
                  <a:schemeClr val="tx2"/>
                </a:solidFill>
                <a:latin typeface="Barlow" panose="00000500000000000000" pitchFamily="2" charset="0"/>
              </a:defRPr>
            </a:lvl1pPr>
          </a:lstStyle>
          <a:p>
            <a:pPr marL="0" lvl="0" indent="0" algn="ctr">
              <a:buNone/>
            </a:pPr>
            <a:r>
              <a:rPr lang="en-US" dirty="0"/>
              <a:t>Insert logo here</a:t>
            </a:r>
          </a:p>
        </p:txBody>
      </p:sp>
      <p:sp>
        <p:nvSpPr>
          <p:cNvPr id="81" name="Content Placeholder 50">
            <a:extLst>
              <a:ext uri="{FF2B5EF4-FFF2-40B4-BE49-F238E27FC236}">
                <a16:creationId xmlns:a16="http://schemas.microsoft.com/office/drawing/2014/main" id="{FEE7EDF9-F39F-9CE3-B606-01ED62D0220C}"/>
              </a:ext>
            </a:extLst>
          </p:cNvPr>
          <p:cNvSpPr>
            <a:spLocks noGrp="1"/>
          </p:cNvSpPr>
          <p:nvPr>
            <p:ph sz="quarter" idx="17" hasCustomPrompt="1"/>
          </p:nvPr>
        </p:nvSpPr>
        <p:spPr>
          <a:xfrm>
            <a:off x="1570881" y="4280762"/>
            <a:ext cx="1937402" cy="776121"/>
          </a:xfrm>
          <a:prstGeom prst="rect">
            <a:avLst/>
          </a:prstGeom>
          <a:solidFill>
            <a:schemeClr val="bg2"/>
          </a:solidFill>
          <a:effectLst>
            <a:outerShdw blurRad="50800" dist="38100" dir="2700000" algn="tl" rotWithShape="0">
              <a:prstClr val="black">
                <a:alpha val="40000"/>
              </a:prstClr>
            </a:outerShdw>
          </a:effectLst>
        </p:spPr>
        <p:txBody>
          <a:bodyPr vert="horz" lIns="0" tIns="91440" rIns="0" bIns="91440" rtlCol="0" anchor="ctr">
            <a:noAutofit/>
          </a:bodyPr>
          <a:lstStyle>
            <a:lvl1pPr>
              <a:defRPr lang="en-IN" sz="1800" b="0" dirty="0">
                <a:solidFill>
                  <a:schemeClr val="tx2"/>
                </a:solidFill>
                <a:latin typeface="Barlow" panose="00000500000000000000" pitchFamily="2" charset="0"/>
              </a:defRPr>
            </a:lvl1pPr>
          </a:lstStyle>
          <a:p>
            <a:pPr marL="0" lvl="0" indent="0" algn="ctr">
              <a:buNone/>
            </a:pPr>
            <a:r>
              <a:rPr lang="en-US" dirty="0"/>
              <a:t>Insert logo here</a:t>
            </a:r>
          </a:p>
        </p:txBody>
      </p:sp>
      <p:sp>
        <p:nvSpPr>
          <p:cNvPr id="82" name="Content Placeholder 50">
            <a:extLst>
              <a:ext uri="{FF2B5EF4-FFF2-40B4-BE49-F238E27FC236}">
                <a16:creationId xmlns:a16="http://schemas.microsoft.com/office/drawing/2014/main" id="{F5A9671E-0D3D-4BAC-C7FF-F65B784C1823}"/>
              </a:ext>
            </a:extLst>
          </p:cNvPr>
          <p:cNvSpPr>
            <a:spLocks noGrp="1"/>
          </p:cNvSpPr>
          <p:nvPr>
            <p:ph sz="quarter" idx="18" hasCustomPrompt="1"/>
          </p:nvPr>
        </p:nvSpPr>
        <p:spPr>
          <a:xfrm>
            <a:off x="1570880" y="5213917"/>
            <a:ext cx="1937402" cy="776121"/>
          </a:xfrm>
          <a:prstGeom prst="rect">
            <a:avLst/>
          </a:prstGeom>
          <a:solidFill>
            <a:schemeClr val="bg2"/>
          </a:solidFill>
          <a:effectLst>
            <a:outerShdw blurRad="50800" dist="38100" dir="2700000" algn="tl" rotWithShape="0">
              <a:prstClr val="black">
                <a:alpha val="40000"/>
              </a:prstClr>
            </a:outerShdw>
          </a:effectLst>
        </p:spPr>
        <p:txBody>
          <a:bodyPr vert="horz" lIns="0" tIns="91440" rIns="0" bIns="91440" rtlCol="0" anchor="ctr">
            <a:noAutofit/>
          </a:bodyPr>
          <a:lstStyle>
            <a:lvl1pPr>
              <a:defRPr lang="en-IN" sz="1800" b="0" dirty="0">
                <a:solidFill>
                  <a:schemeClr val="tx2"/>
                </a:solidFill>
                <a:latin typeface="Barlow" panose="00000500000000000000" pitchFamily="2" charset="0"/>
              </a:defRPr>
            </a:lvl1pPr>
          </a:lstStyle>
          <a:p>
            <a:pPr marL="0" lvl="0" indent="0" algn="ctr">
              <a:buNone/>
            </a:pPr>
            <a:r>
              <a:rPr lang="en-US" dirty="0"/>
              <a:t>Insert logo here</a:t>
            </a:r>
          </a:p>
        </p:txBody>
      </p:sp>
      <p:sp>
        <p:nvSpPr>
          <p:cNvPr id="83" name="Text Placeholder 37">
            <a:extLst>
              <a:ext uri="{FF2B5EF4-FFF2-40B4-BE49-F238E27FC236}">
                <a16:creationId xmlns:a16="http://schemas.microsoft.com/office/drawing/2014/main" id="{BC19F703-56FB-2261-A61F-F258FEF22B05}"/>
              </a:ext>
            </a:extLst>
          </p:cNvPr>
          <p:cNvSpPr>
            <a:spLocks noGrp="1"/>
          </p:cNvSpPr>
          <p:nvPr>
            <p:ph type="body" sz="quarter" idx="21" hasCustomPrompt="1"/>
          </p:nvPr>
        </p:nvSpPr>
        <p:spPr>
          <a:xfrm>
            <a:off x="5033062" y="1496254"/>
            <a:ext cx="5716215" cy="626616"/>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84" name="Text Placeholder 37">
            <a:extLst>
              <a:ext uri="{FF2B5EF4-FFF2-40B4-BE49-F238E27FC236}">
                <a16:creationId xmlns:a16="http://schemas.microsoft.com/office/drawing/2014/main" id="{298392FB-6B4D-EA43-EAC9-9078A913EC52}"/>
              </a:ext>
            </a:extLst>
          </p:cNvPr>
          <p:cNvSpPr>
            <a:spLocks noGrp="1"/>
          </p:cNvSpPr>
          <p:nvPr>
            <p:ph type="body" sz="quarter" idx="22" hasCustomPrompt="1"/>
          </p:nvPr>
        </p:nvSpPr>
        <p:spPr>
          <a:xfrm>
            <a:off x="5033063" y="2425184"/>
            <a:ext cx="5716215" cy="626616"/>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16" name="Text Placeholder 37">
            <a:extLst>
              <a:ext uri="{FF2B5EF4-FFF2-40B4-BE49-F238E27FC236}">
                <a16:creationId xmlns:a16="http://schemas.microsoft.com/office/drawing/2014/main" id="{8F55CB87-18A7-DC73-05FF-DD116AE8E48B}"/>
              </a:ext>
            </a:extLst>
          </p:cNvPr>
          <p:cNvSpPr>
            <a:spLocks noGrp="1"/>
          </p:cNvSpPr>
          <p:nvPr>
            <p:ph type="body" sz="quarter" idx="23" hasCustomPrompt="1"/>
          </p:nvPr>
        </p:nvSpPr>
        <p:spPr>
          <a:xfrm>
            <a:off x="5033064" y="3389572"/>
            <a:ext cx="5716215" cy="626616"/>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17" name="Text Placeholder 37">
            <a:extLst>
              <a:ext uri="{FF2B5EF4-FFF2-40B4-BE49-F238E27FC236}">
                <a16:creationId xmlns:a16="http://schemas.microsoft.com/office/drawing/2014/main" id="{9AC48981-1831-177D-E35E-A52CECE6685E}"/>
              </a:ext>
            </a:extLst>
          </p:cNvPr>
          <p:cNvSpPr>
            <a:spLocks noGrp="1"/>
          </p:cNvSpPr>
          <p:nvPr>
            <p:ph type="body" sz="quarter" idx="24" hasCustomPrompt="1"/>
          </p:nvPr>
        </p:nvSpPr>
        <p:spPr>
          <a:xfrm>
            <a:off x="5033065" y="4353960"/>
            <a:ext cx="5716215" cy="626616"/>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20" name="Text Placeholder 37">
            <a:extLst>
              <a:ext uri="{FF2B5EF4-FFF2-40B4-BE49-F238E27FC236}">
                <a16:creationId xmlns:a16="http://schemas.microsoft.com/office/drawing/2014/main" id="{4AAE85F7-BC33-0D17-39C6-A0BB171F5C63}"/>
              </a:ext>
            </a:extLst>
          </p:cNvPr>
          <p:cNvSpPr>
            <a:spLocks noGrp="1"/>
          </p:cNvSpPr>
          <p:nvPr>
            <p:ph type="body" sz="quarter" idx="25" hasCustomPrompt="1"/>
          </p:nvPr>
        </p:nvSpPr>
        <p:spPr>
          <a:xfrm>
            <a:off x="5033065" y="5288669"/>
            <a:ext cx="5716215" cy="626616"/>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Tree>
    <p:extLst>
      <p:ext uri="{BB962C8B-B14F-4D97-AF65-F5344CB8AC3E}">
        <p14:creationId xmlns:p14="http://schemas.microsoft.com/office/powerpoint/2010/main" val="1064381664"/>
      </p:ext>
    </p:extLst>
  </p:cSld>
  <p:clrMapOvr>
    <a:overrideClrMapping bg1="lt1" tx1="dk1" bg2="lt2" tx2="dk2" accent1="accent1" accent2="accent2" accent3="accent3" accent4="accent4" accent5="accent5" accent6="accent6" hlink="hlink" folHlink="folHlink"/>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Pros &amp; Cons">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D3206B09-0FAE-29ED-6A63-44AF836CBF54}"/>
              </a:ext>
            </a:extLst>
          </p:cNvPr>
          <p:cNvSpPr/>
          <p:nvPr userDrawn="1"/>
        </p:nvSpPr>
        <p:spPr>
          <a:xfrm>
            <a:off x="705717" y="570936"/>
            <a:ext cx="5230886" cy="1642106"/>
          </a:xfrm>
          <a:custGeom>
            <a:avLst/>
            <a:gdLst>
              <a:gd name="connsiteX0" fmla="*/ 464716 w 4183448"/>
              <a:gd name="connsiteY0" fmla="*/ 0 h 1313289"/>
              <a:gd name="connsiteX1" fmla="*/ 3718732 w 4183448"/>
              <a:gd name="connsiteY1" fmla="*/ 0 h 1313289"/>
              <a:gd name="connsiteX2" fmla="*/ 4183448 w 4183448"/>
              <a:gd name="connsiteY2" fmla="*/ 464716 h 1313289"/>
              <a:gd name="connsiteX3" fmla="*/ 3812389 w 4183448"/>
              <a:gd name="connsiteY3" fmla="*/ 919991 h 1313289"/>
              <a:gd name="connsiteX4" fmla="*/ 3784323 w 4183448"/>
              <a:gd name="connsiteY4" fmla="*/ 922820 h 1313289"/>
              <a:gd name="connsiteX5" fmla="*/ 3784323 w 4183448"/>
              <a:gd name="connsiteY5" fmla="*/ 1313289 h 1313289"/>
              <a:gd name="connsiteX6" fmla="*/ 3370070 w 4183448"/>
              <a:gd name="connsiteY6" fmla="*/ 929432 h 1313289"/>
              <a:gd name="connsiteX7" fmla="*/ 464716 w 4183448"/>
              <a:gd name="connsiteY7" fmla="*/ 929432 h 1313289"/>
              <a:gd name="connsiteX8" fmla="*/ 0 w 4183448"/>
              <a:gd name="connsiteY8" fmla="*/ 464716 h 1313289"/>
              <a:gd name="connsiteX9" fmla="*/ 464716 w 4183448"/>
              <a:gd name="connsiteY9" fmla="*/ 0 h 13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83448" h="1313289">
                <a:moveTo>
                  <a:pt x="464716" y="0"/>
                </a:moveTo>
                <a:lnTo>
                  <a:pt x="3718732" y="0"/>
                </a:lnTo>
                <a:cubicBezTo>
                  <a:pt x="3975388" y="0"/>
                  <a:pt x="4183448" y="208060"/>
                  <a:pt x="4183448" y="464716"/>
                </a:cubicBezTo>
                <a:cubicBezTo>
                  <a:pt x="4183448" y="689290"/>
                  <a:pt x="4024152" y="876658"/>
                  <a:pt x="3812389" y="919991"/>
                </a:cubicBezTo>
                <a:lnTo>
                  <a:pt x="3784323" y="922820"/>
                </a:lnTo>
                <a:lnTo>
                  <a:pt x="3784323" y="1313289"/>
                </a:lnTo>
                <a:lnTo>
                  <a:pt x="3370070" y="929432"/>
                </a:lnTo>
                <a:lnTo>
                  <a:pt x="464716" y="929432"/>
                </a:lnTo>
                <a:cubicBezTo>
                  <a:pt x="208060" y="929432"/>
                  <a:pt x="0" y="721372"/>
                  <a:pt x="0" y="464716"/>
                </a:cubicBezTo>
                <a:cubicBezTo>
                  <a:pt x="0" y="208060"/>
                  <a:pt x="208060" y="0"/>
                  <a:pt x="46471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dirty="0"/>
          </a:p>
        </p:txBody>
      </p:sp>
      <p:sp>
        <p:nvSpPr>
          <p:cNvPr id="8" name="Freeform: Shape 7">
            <a:extLst>
              <a:ext uri="{FF2B5EF4-FFF2-40B4-BE49-F238E27FC236}">
                <a16:creationId xmlns:a16="http://schemas.microsoft.com/office/drawing/2014/main" id="{0AD7EFDE-4AFF-5C66-B3EA-8DD6442FF60F}"/>
              </a:ext>
            </a:extLst>
          </p:cNvPr>
          <p:cNvSpPr/>
          <p:nvPr userDrawn="1"/>
        </p:nvSpPr>
        <p:spPr>
          <a:xfrm>
            <a:off x="6095999" y="796701"/>
            <a:ext cx="4979587" cy="1582256"/>
          </a:xfrm>
          <a:custGeom>
            <a:avLst/>
            <a:gdLst>
              <a:gd name="connsiteX0" fmla="*/ 464716 w 4183448"/>
              <a:gd name="connsiteY0" fmla="*/ 0 h 1329284"/>
              <a:gd name="connsiteX1" fmla="*/ 3718732 w 4183448"/>
              <a:gd name="connsiteY1" fmla="*/ 0 h 1329284"/>
              <a:gd name="connsiteX2" fmla="*/ 4183448 w 4183448"/>
              <a:gd name="connsiteY2" fmla="*/ 464716 h 1329284"/>
              <a:gd name="connsiteX3" fmla="*/ 3718732 w 4183448"/>
              <a:gd name="connsiteY3" fmla="*/ 929432 h 1329284"/>
              <a:gd name="connsiteX4" fmla="*/ 858958 w 4183448"/>
              <a:gd name="connsiteY4" fmla="*/ 929432 h 1329284"/>
              <a:gd name="connsiteX5" fmla="*/ 427445 w 4183448"/>
              <a:gd name="connsiteY5" fmla="*/ 1329284 h 1329284"/>
              <a:gd name="connsiteX6" fmla="*/ 427445 w 4183448"/>
              <a:gd name="connsiteY6" fmla="*/ 929432 h 1329284"/>
              <a:gd name="connsiteX7" fmla="*/ 464716 w 4183448"/>
              <a:gd name="connsiteY7" fmla="*/ 929432 h 1329284"/>
              <a:gd name="connsiteX8" fmla="*/ 0 w 4183448"/>
              <a:gd name="connsiteY8" fmla="*/ 464716 h 1329284"/>
              <a:gd name="connsiteX9" fmla="*/ 464716 w 4183448"/>
              <a:gd name="connsiteY9" fmla="*/ 0 h 1329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83448" h="1329284">
                <a:moveTo>
                  <a:pt x="464716" y="0"/>
                </a:moveTo>
                <a:lnTo>
                  <a:pt x="3718732" y="0"/>
                </a:lnTo>
                <a:cubicBezTo>
                  <a:pt x="3975388" y="0"/>
                  <a:pt x="4183448" y="208060"/>
                  <a:pt x="4183448" y="464716"/>
                </a:cubicBezTo>
                <a:cubicBezTo>
                  <a:pt x="4183448" y="721372"/>
                  <a:pt x="3975388" y="929432"/>
                  <a:pt x="3718732" y="929432"/>
                </a:cubicBezTo>
                <a:lnTo>
                  <a:pt x="858958" y="929432"/>
                </a:lnTo>
                <a:lnTo>
                  <a:pt x="427445" y="1329284"/>
                </a:lnTo>
                <a:lnTo>
                  <a:pt x="427445" y="929432"/>
                </a:lnTo>
                <a:lnTo>
                  <a:pt x="464716" y="929432"/>
                </a:lnTo>
                <a:cubicBezTo>
                  <a:pt x="208060" y="929432"/>
                  <a:pt x="0" y="721372"/>
                  <a:pt x="0" y="464716"/>
                </a:cubicBezTo>
                <a:cubicBezTo>
                  <a:pt x="0" y="208060"/>
                  <a:pt x="208060" y="0"/>
                  <a:pt x="464716"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12" name="Arrow: Pentagon 11">
            <a:extLst>
              <a:ext uri="{FF2B5EF4-FFF2-40B4-BE49-F238E27FC236}">
                <a16:creationId xmlns:a16="http://schemas.microsoft.com/office/drawing/2014/main" id="{E49AFB17-3E79-DDDD-BCFF-861BB2D9FEDF}"/>
              </a:ext>
            </a:extLst>
          </p:cNvPr>
          <p:cNvSpPr/>
          <p:nvPr userDrawn="1"/>
        </p:nvSpPr>
        <p:spPr>
          <a:xfrm>
            <a:off x="6884662" y="4958948"/>
            <a:ext cx="4770090" cy="935671"/>
          </a:xfrm>
          <a:prstGeom prst="homePlate">
            <a:avLst>
              <a:gd name="adj" fmla="val 4451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13" name="Group 12">
            <a:extLst>
              <a:ext uri="{FF2B5EF4-FFF2-40B4-BE49-F238E27FC236}">
                <a16:creationId xmlns:a16="http://schemas.microsoft.com/office/drawing/2014/main" id="{9823413E-9ADB-BD26-6B2C-76FE2FC71CE7}"/>
              </a:ext>
            </a:extLst>
          </p:cNvPr>
          <p:cNvGrpSpPr/>
          <p:nvPr userDrawn="1"/>
        </p:nvGrpSpPr>
        <p:grpSpPr>
          <a:xfrm>
            <a:off x="940561" y="2162360"/>
            <a:ext cx="4049937" cy="2542738"/>
            <a:chOff x="940561" y="1812131"/>
            <a:chExt cx="4049937" cy="2542738"/>
          </a:xfrm>
        </p:grpSpPr>
        <p:sp>
          <p:nvSpPr>
            <p:cNvPr id="14" name="Rectangle: Rounded Corners 13">
              <a:extLst>
                <a:ext uri="{FF2B5EF4-FFF2-40B4-BE49-F238E27FC236}">
                  <a16:creationId xmlns:a16="http://schemas.microsoft.com/office/drawing/2014/main" id="{D16E1A27-F279-431D-900D-55A76135A9B2}"/>
                </a:ext>
              </a:extLst>
            </p:cNvPr>
            <p:cNvSpPr/>
            <p:nvPr userDrawn="1"/>
          </p:nvSpPr>
          <p:spPr>
            <a:xfrm>
              <a:off x="940561" y="1812131"/>
              <a:ext cx="4049937" cy="739740"/>
            </a:xfrm>
            <a:prstGeom prst="roundRect">
              <a:avLst>
                <a:gd name="adj" fmla="val 50000"/>
              </a:avLst>
            </a:prstGeom>
            <a:solidFill>
              <a:schemeClr val="bg1"/>
            </a:solidFill>
            <a:ln>
              <a:noFill/>
            </a:ln>
            <a:effectLst>
              <a:outerShdw blurRad="127000" dist="38100" algn="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rIns="216000" rtlCol="0" anchor="ctr"/>
            <a:lstStyle/>
            <a:p>
              <a:pPr algn="ctr"/>
              <a:endParaRPr lang="en-ID" sz="1400" dirty="0"/>
            </a:p>
          </p:txBody>
        </p:sp>
        <p:sp>
          <p:nvSpPr>
            <p:cNvPr id="15" name="Rectangle: Rounded Corners 14">
              <a:extLst>
                <a:ext uri="{FF2B5EF4-FFF2-40B4-BE49-F238E27FC236}">
                  <a16:creationId xmlns:a16="http://schemas.microsoft.com/office/drawing/2014/main" id="{87AAC1C1-DFDB-FD87-756A-ED1F3BB8DBB9}"/>
                </a:ext>
              </a:extLst>
            </p:cNvPr>
            <p:cNvSpPr/>
            <p:nvPr/>
          </p:nvSpPr>
          <p:spPr>
            <a:xfrm>
              <a:off x="940561" y="2713630"/>
              <a:ext cx="4049937" cy="739740"/>
            </a:xfrm>
            <a:prstGeom prst="roundRect">
              <a:avLst>
                <a:gd name="adj" fmla="val 50000"/>
              </a:avLst>
            </a:prstGeom>
            <a:solidFill>
              <a:schemeClr val="bg1"/>
            </a:solidFill>
            <a:ln>
              <a:noFill/>
            </a:ln>
            <a:effectLst>
              <a:outerShdw blurRad="127000" dist="38100" algn="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rIns="216000" rtlCol="0" anchor="ctr"/>
            <a:lstStyle/>
            <a:p>
              <a:pPr algn="ctr"/>
              <a:endParaRPr lang="en-ID" sz="1400" dirty="0"/>
            </a:p>
          </p:txBody>
        </p:sp>
        <p:sp>
          <p:nvSpPr>
            <p:cNvPr id="16" name="Rectangle: Rounded Corners 15">
              <a:extLst>
                <a:ext uri="{FF2B5EF4-FFF2-40B4-BE49-F238E27FC236}">
                  <a16:creationId xmlns:a16="http://schemas.microsoft.com/office/drawing/2014/main" id="{245C8E87-08EB-7D7D-47F1-E6CBF63FAD36}"/>
                </a:ext>
              </a:extLst>
            </p:cNvPr>
            <p:cNvSpPr/>
            <p:nvPr/>
          </p:nvSpPr>
          <p:spPr>
            <a:xfrm>
              <a:off x="940561" y="3615129"/>
              <a:ext cx="4049937" cy="739740"/>
            </a:xfrm>
            <a:prstGeom prst="roundRect">
              <a:avLst>
                <a:gd name="adj" fmla="val 50000"/>
              </a:avLst>
            </a:prstGeom>
            <a:solidFill>
              <a:schemeClr val="bg1"/>
            </a:solidFill>
            <a:ln>
              <a:noFill/>
            </a:ln>
            <a:effectLst>
              <a:outerShdw blurRad="127000" dist="38100" algn="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rIns="216000" rtlCol="0" anchor="ctr"/>
            <a:lstStyle/>
            <a:p>
              <a:pPr algn="ctr"/>
              <a:endParaRPr lang="da-DK" sz="1400" b="0" i="0" dirty="0">
                <a:solidFill>
                  <a:srgbClr val="000000"/>
                </a:solidFill>
                <a:effectLst/>
                <a:latin typeface="Open Sans" pitchFamily="2" charset="0"/>
              </a:endParaRPr>
            </a:p>
          </p:txBody>
        </p:sp>
      </p:grpSp>
      <p:grpSp>
        <p:nvGrpSpPr>
          <p:cNvPr id="17" name="Group 16">
            <a:extLst>
              <a:ext uri="{FF2B5EF4-FFF2-40B4-BE49-F238E27FC236}">
                <a16:creationId xmlns:a16="http://schemas.microsoft.com/office/drawing/2014/main" id="{EDE858D0-C642-1337-995A-6E7BDE240A83}"/>
              </a:ext>
            </a:extLst>
          </p:cNvPr>
          <p:cNvGrpSpPr/>
          <p:nvPr userDrawn="1"/>
        </p:nvGrpSpPr>
        <p:grpSpPr>
          <a:xfrm>
            <a:off x="7204565" y="2162360"/>
            <a:ext cx="4049937" cy="2542738"/>
            <a:chOff x="7204565" y="2322318"/>
            <a:chExt cx="4049937" cy="2542738"/>
          </a:xfrm>
        </p:grpSpPr>
        <p:sp>
          <p:nvSpPr>
            <p:cNvPr id="18" name="Rectangle: Rounded Corners 17">
              <a:extLst>
                <a:ext uri="{FF2B5EF4-FFF2-40B4-BE49-F238E27FC236}">
                  <a16:creationId xmlns:a16="http://schemas.microsoft.com/office/drawing/2014/main" id="{DB1EE182-C645-726A-4D6D-ABD6EEE6A238}"/>
                </a:ext>
              </a:extLst>
            </p:cNvPr>
            <p:cNvSpPr/>
            <p:nvPr/>
          </p:nvSpPr>
          <p:spPr>
            <a:xfrm>
              <a:off x="7204565" y="2322318"/>
              <a:ext cx="4049937" cy="739740"/>
            </a:xfrm>
            <a:prstGeom prst="roundRect">
              <a:avLst>
                <a:gd name="adj" fmla="val 50000"/>
              </a:avLst>
            </a:prstGeom>
            <a:solidFill>
              <a:schemeClr val="bg1"/>
            </a:solidFill>
            <a:ln>
              <a:noFill/>
            </a:ln>
            <a:effectLst>
              <a:outerShdw blurRad="127000" dist="38100" algn="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rIns="21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400" b="0" i="0" u="none" strike="noStrike" kern="1200" cap="none" spc="0" normalizeH="0" baseline="0" noProof="0" dirty="0">
                <a:ln>
                  <a:noFill/>
                </a:ln>
                <a:solidFill>
                  <a:prstClr val="white"/>
                </a:solidFill>
                <a:effectLst/>
                <a:uLnTx/>
                <a:uFillTx/>
                <a:latin typeface="Segoe UI Light"/>
                <a:ea typeface="+mn-ea"/>
                <a:cs typeface="+mn-cs"/>
              </a:endParaRPr>
            </a:p>
          </p:txBody>
        </p:sp>
        <p:sp>
          <p:nvSpPr>
            <p:cNvPr id="19" name="Rectangle: Rounded Corners 18">
              <a:extLst>
                <a:ext uri="{FF2B5EF4-FFF2-40B4-BE49-F238E27FC236}">
                  <a16:creationId xmlns:a16="http://schemas.microsoft.com/office/drawing/2014/main" id="{3BA1541E-79E5-CC46-6D53-906C6A57C481}"/>
                </a:ext>
              </a:extLst>
            </p:cNvPr>
            <p:cNvSpPr/>
            <p:nvPr/>
          </p:nvSpPr>
          <p:spPr>
            <a:xfrm>
              <a:off x="7204565" y="3223817"/>
              <a:ext cx="4049937" cy="739740"/>
            </a:xfrm>
            <a:prstGeom prst="roundRect">
              <a:avLst>
                <a:gd name="adj" fmla="val 50000"/>
              </a:avLst>
            </a:prstGeom>
            <a:solidFill>
              <a:schemeClr val="bg1"/>
            </a:solidFill>
            <a:ln>
              <a:noFill/>
            </a:ln>
            <a:effectLst>
              <a:outerShdw blurRad="127000" dist="38100" algn="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rIns="21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400" b="0" i="0" u="none" strike="noStrike" kern="1200" cap="none" spc="0" normalizeH="0" baseline="0" noProof="0" dirty="0">
                <a:ln>
                  <a:noFill/>
                </a:ln>
                <a:solidFill>
                  <a:prstClr val="white"/>
                </a:solidFill>
                <a:effectLst/>
                <a:uLnTx/>
                <a:uFillTx/>
                <a:latin typeface="Segoe UI Light"/>
                <a:ea typeface="+mn-ea"/>
                <a:cs typeface="+mn-cs"/>
              </a:endParaRPr>
            </a:p>
          </p:txBody>
        </p:sp>
        <p:sp>
          <p:nvSpPr>
            <p:cNvPr id="20" name="Rectangle: Rounded Corners 19">
              <a:extLst>
                <a:ext uri="{FF2B5EF4-FFF2-40B4-BE49-F238E27FC236}">
                  <a16:creationId xmlns:a16="http://schemas.microsoft.com/office/drawing/2014/main" id="{E2445EDE-4CC0-9BE9-5BA1-166B6999F127}"/>
                </a:ext>
              </a:extLst>
            </p:cNvPr>
            <p:cNvSpPr/>
            <p:nvPr/>
          </p:nvSpPr>
          <p:spPr>
            <a:xfrm>
              <a:off x="7204565" y="4125316"/>
              <a:ext cx="4049937" cy="739740"/>
            </a:xfrm>
            <a:prstGeom prst="roundRect">
              <a:avLst>
                <a:gd name="adj" fmla="val 50000"/>
              </a:avLst>
            </a:prstGeom>
            <a:solidFill>
              <a:schemeClr val="bg1"/>
            </a:solidFill>
            <a:ln>
              <a:noFill/>
            </a:ln>
            <a:effectLst>
              <a:outerShdw blurRad="127000" dist="38100" algn="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rIns="21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400" b="0" i="0" u="none" strike="noStrike" kern="1200" cap="none" spc="0" normalizeH="0" baseline="0" noProof="0" dirty="0">
                <a:ln>
                  <a:noFill/>
                </a:ln>
                <a:solidFill>
                  <a:prstClr val="white"/>
                </a:solidFill>
                <a:effectLst/>
                <a:uLnTx/>
                <a:uFillTx/>
                <a:latin typeface="Segoe UI Light"/>
                <a:ea typeface="+mn-ea"/>
                <a:cs typeface="+mn-cs"/>
              </a:endParaRPr>
            </a:p>
          </p:txBody>
        </p:sp>
      </p:grpSp>
      <p:sp>
        <p:nvSpPr>
          <p:cNvPr id="21" name="TextBox 20">
            <a:extLst>
              <a:ext uri="{FF2B5EF4-FFF2-40B4-BE49-F238E27FC236}">
                <a16:creationId xmlns:a16="http://schemas.microsoft.com/office/drawing/2014/main" id="{9FED23E6-0F44-2B56-D842-C8F622C70E37}"/>
              </a:ext>
            </a:extLst>
          </p:cNvPr>
          <p:cNvSpPr txBox="1"/>
          <p:nvPr userDrawn="1"/>
        </p:nvSpPr>
        <p:spPr>
          <a:xfrm>
            <a:off x="2811854" y="818937"/>
            <a:ext cx="1074268" cy="646331"/>
          </a:xfrm>
          <a:prstGeom prst="rect">
            <a:avLst/>
          </a:prstGeom>
          <a:noFill/>
        </p:spPr>
        <p:txBody>
          <a:bodyPr wrap="none" rtlCol="0">
            <a:spAutoFit/>
          </a:bodyPr>
          <a:lstStyle/>
          <a:p>
            <a:r>
              <a:rPr lang="en-US" sz="3600" b="1" dirty="0">
                <a:solidFill>
                  <a:schemeClr val="tx1"/>
                </a:solidFill>
                <a:latin typeface="+mj-lt"/>
              </a:rPr>
              <a:t>Pros</a:t>
            </a:r>
            <a:endParaRPr lang="en-ID" sz="3600" b="1" dirty="0">
              <a:solidFill>
                <a:schemeClr val="tx1"/>
              </a:solidFill>
              <a:latin typeface="+mj-lt"/>
            </a:endParaRPr>
          </a:p>
        </p:txBody>
      </p:sp>
      <p:sp>
        <p:nvSpPr>
          <p:cNvPr id="22" name="TextBox 21">
            <a:extLst>
              <a:ext uri="{FF2B5EF4-FFF2-40B4-BE49-F238E27FC236}">
                <a16:creationId xmlns:a16="http://schemas.microsoft.com/office/drawing/2014/main" id="{3A9329AB-AD0A-7555-E0E9-DAABF0B24C7F}"/>
              </a:ext>
            </a:extLst>
          </p:cNvPr>
          <p:cNvSpPr txBox="1"/>
          <p:nvPr userDrawn="1"/>
        </p:nvSpPr>
        <p:spPr>
          <a:xfrm>
            <a:off x="8134146" y="992886"/>
            <a:ext cx="1237839" cy="646331"/>
          </a:xfrm>
          <a:prstGeom prst="rect">
            <a:avLst/>
          </a:prstGeom>
          <a:noFill/>
        </p:spPr>
        <p:txBody>
          <a:bodyPr wrap="none" rtlCol="0">
            <a:spAutoFit/>
          </a:bodyPr>
          <a:lstStyle/>
          <a:p>
            <a:r>
              <a:rPr lang="en-US" sz="3600" b="1" dirty="0">
                <a:solidFill>
                  <a:schemeClr val="bg1"/>
                </a:solidFill>
                <a:latin typeface="+mj-lt"/>
              </a:rPr>
              <a:t>Cons</a:t>
            </a:r>
            <a:endParaRPr lang="en-ID" sz="3600" b="1" dirty="0">
              <a:solidFill>
                <a:schemeClr val="bg1"/>
              </a:solidFill>
              <a:latin typeface="+mj-lt"/>
            </a:endParaRPr>
          </a:p>
        </p:txBody>
      </p:sp>
      <p:sp>
        <p:nvSpPr>
          <p:cNvPr id="23" name="Arrow: Pentagon 22">
            <a:extLst>
              <a:ext uri="{FF2B5EF4-FFF2-40B4-BE49-F238E27FC236}">
                <a16:creationId xmlns:a16="http://schemas.microsoft.com/office/drawing/2014/main" id="{E6886F20-8E1C-B3AA-80E5-80F24D9E83D8}"/>
              </a:ext>
            </a:extLst>
          </p:cNvPr>
          <p:cNvSpPr/>
          <p:nvPr userDrawn="1"/>
        </p:nvSpPr>
        <p:spPr>
          <a:xfrm rot="10800000">
            <a:off x="515938" y="4958947"/>
            <a:ext cx="4791401" cy="935671"/>
          </a:xfrm>
          <a:prstGeom prst="homePlate">
            <a:avLst>
              <a:gd name="adj" fmla="val 4451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27" name="Group 26">
            <a:extLst>
              <a:ext uri="{FF2B5EF4-FFF2-40B4-BE49-F238E27FC236}">
                <a16:creationId xmlns:a16="http://schemas.microsoft.com/office/drawing/2014/main" id="{40CC6F63-AAB5-FF15-F023-9A6A64887934}"/>
              </a:ext>
            </a:extLst>
          </p:cNvPr>
          <p:cNvGrpSpPr/>
          <p:nvPr userDrawn="1"/>
        </p:nvGrpSpPr>
        <p:grpSpPr>
          <a:xfrm>
            <a:off x="517952" y="2079340"/>
            <a:ext cx="839091" cy="839091"/>
            <a:chOff x="9277350" y="-850900"/>
            <a:chExt cx="1243118" cy="1243118"/>
          </a:xfrm>
        </p:grpSpPr>
        <p:sp>
          <p:nvSpPr>
            <p:cNvPr id="28" name="Oval 27">
              <a:extLst>
                <a:ext uri="{FF2B5EF4-FFF2-40B4-BE49-F238E27FC236}">
                  <a16:creationId xmlns:a16="http://schemas.microsoft.com/office/drawing/2014/main" id="{2435BAD9-43B0-E746-BA17-AFE8C390A5AA}"/>
                </a:ext>
              </a:extLst>
            </p:cNvPr>
            <p:cNvSpPr/>
            <p:nvPr/>
          </p:nvSpPr>
          <p:spPr>
            <a:xfrm>
              <a:off x="9277350" y="-850900"/>
              <a:ext cx="1243118" cy="1243118"/>
            </a:xfrm>
            <a:prstGeom prst="ellipse">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29" name="Group 28">
              <a:extLst>
                <a:ext uri="{FF2B5EF4-FFF2-40B4-BE49-F238E27FC236}">
                  <a16:creationId xmlns:a16="http://schemas.microsoft.com/office/drawing/2014/main" id="{C3BBD765-F4C0-2304-8D4D-6FB06326486D}"/>
                </a:ext>
              </a:extLst>
            </p:cNvPr>
            <p:cNvGrpSpPr/>
            <p:nvPr/>
          </p:nvGrpSpPr>
          <p:grpSpPr>
            <a:xfrm>
              <a:off x="9499624" y="-628626"/>
              <a:ext cx="798571" cy="798571"/>
              <a:chOff x="8559800" y="-698500"/>
              <a:chExt cx="558800" cy="558800"/>
            </a:xfrm>
          </p:grpSpPr>
          <p:sp>
            <p:nvSpPr>
              <p:cNvPr id="30" name="Oval 29">
                <a:extLst>
                  <a:ext uri="{FF2B5EF4-FFF2-40B4-BE49-F238E27FC236}">
                    <a16:creationId xmlns:a16="http://schemas.microsoft.com/office/drawing/2014/main" id="{A8EE5C71-3122-ED28-B0C2-7667C8C399FC}"/>
                  </a:ext>
                </a:extLst>
              </p:cNvPr>
              <p:cNvSpPr/>
              <p:nvPr/>
            </p:nvSpPr>
            <p:spPr>
              <a:xfrm>
                <a:off x="8559800" y="-698500"/>
                <a:ext cx="558800" cy="5588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1" name="Freeform 30">
                <a:extLst>
                  <a:ext uri="{FF2B5EF4-FFF2-40B4-BE49-F238E27FC236}">
                    <a16:creationId xmlns:a16="http://schemas.microsoft.com/office/drawing/2014/main" id="{0745507A-EBEB-80CE-59EB-11C25FDD50D7}"/>
                  </a:ext>
                </a:extLst>
              </p:cNvPr>
              <p:cNvSpPr>
                <a:spLocks/>
              </p:cNvSpPr>
              <p:nvPr/>
            </p:nvSpPr>
            <p:spPr bwMode="auto">
              <a:xfrm>
                <a:off x="8666162" y="-567532"/>
                <a:ext cx="346075" cy="296863"/>
              </a:xfrm>
              <a:custGeom>
                <a:avLst/>
                <a:gdLst>
                  <a:gd name="T0" fmla="*/ 185 w 218"/>
                  <a:gd name="T1" fmla="*/ 0 h 187"/>
                  <a:gd name="T2" fmla="*/ 66 w 218"/>
                  <a:gd name="T3" fmla="*/ 120 h 187"/>
                  <a:gd name="T4" fmla="*/ 33 w 218"/>
                  <a:gd name="T5" fmla="*/ 86 h 187"/>
                  <a:gd name="T6" fmla="*/ 0 w 218"/>
                  <a:gd name="T7" fmla="*/ 120 h 187"/>
                  <a:gd name="T8" fmla="*/ 66 w 218"/>
                  <a:gd name="T9" fmla="*/ 187 h 187"/>
                  <a:gd name="T10" fmla="*/ 218 w 218"/>
                  <a:gd name="T11" fmla="*/ 34 h 187"/>
                  <a:gd name="T12" fmla="*/ 185 w 218"/>
                  <a:gd name="T13" fmla="*/ 0 h 187"/>
                </a:gdLst>
                <a:ahLst/>
                <a:cxnLst>
                  <a:cxn ang="0">
                    <a:pos x="T0" y="T1"/>
                  </a:cxn>
                  <a:cxn ang="0">
                    <a:pos x="T2" y="T3"/>
                  </a:cxn>
                  <a:cxn ang="0">
                    <a:pos x="T4" y="T5"/>
                  </a:cxn>
                  <a:cxn ang="0">
                    <a:pos x="T6" y="T7"/>
                  </a:cxn>
                  <a:cxn ang="0">
                    <a:pos x="T8" y="T9"/>
                  </a:cxn>
                  <a:cxn ang="0">
                    <a:pos x="T10" y="T11"/>
                  </a:cxn>
                  <a:cxn ang="0">
                    <a:pos x="T12" y="T13"/>
                  </a:cxn>
                </a:cxnLst>
                <a:rect l="0" t="0" r="r" b="b"/>
                <a:pathLst>
                  <a:path w="218" h="187">
                    <a:moveTo>
                      <a:pt x="185" y="0"/>
                    </a:moveTo>
                    <a:lnTo>
                      <a:pt x="66" y="120"/>
                    </a:lnTo>
                    <a:lnTo>
                      <a:pt x="33" y="86"/>
                    </a:lnTo>
                    <a:lnTo>
                      <a:pt x="0" y="120"/>
                    </a:lnTo>
                    <a:lnTo>
                      <a:pt x="66" y="187"/>
                    </a:lnTo>
                    <a:lnTo>
                      <a:pt x="218" y="34"/>
                    </a:lnTo>
                    <a:lnTo>
                      <a:pt x="185" y="0"/>
                    </a:lnTo>
                    <a:close/>
                  </a:path>
                </a:pathLst>
              </a:custGeom>
              <a:noFill/>
              <a:ln w="15875" cap="flat">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grpSp>
      </p:grpSp>
      <p:grpSp>
        <p:nvGrpSpPr>
          <p:cNvPr id="32" name="Group 31">
            <a:extLst>
              <a:ext uri="{FF2B5EF4-FFF2-40B4-BE49-F238E27FC236}">
                <a16:creationId xmlns:a16="http://schemas.microsoft.com/office/drawing/2014/main" id="{4F45F94B-7617-8DD2-F06B-310D6EA0A192}"/>
              </a:ext>
            </a:extLst>
          </p:cNvPr>
          <p:cNvGrpSpPr/>
          <p:nvPr userDrawn="1"/>
        </p:nvGrpSpPr>
        <p:grpSpPr>
          <a:xfrm>
            <a:off x="517952" y="3001484"/>
            <a:ext cx="839091" cy="839091"/>
            <a:chOff x="9277350" y="-850900"/>
            <a:chExt cx="1243118" cy="1243118"/>
          </a:xfrm>
        </p:grpSpPr>
        <p:sp>
          <p:nvSpPr>
            <p:cNvPr id="33" name="Oval 32">
              <a:extLst>
                <a:ext uri="{FF2B5EF4-FFF2-40B4-BE49-F238E27FC236}">
                  <a16:creationId xmlns:a16="http://schemas.microsoft.com/office/drawing/2014/main" id="{B2C04B61-92A8-9F6D-4F7F-91C470AB1CE4}"/>
                </a:ext>
              </a:extLst>
            </p:cNvPr>
            <p:cNvSpPr/>
            <p:nvPr/>
          </p:nvSpPr>
          <p:spPr>
            <a:xfrm>
              <a:off x="9277350" y="-850900"/>
              <a:ext cx="1243118" cy="1243118"/>
            </a:xfrm>
            <a:prstGeom prst="ellipse">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34" name="Group 33">
              <a:extLst>
                <a:ext uri="{FF2B5EF4-FFF2-40B4-BE49-F238E27FC236}">
                  <a16:creationId xmlns:a16="http://schemas.microsoft.com/office/drawing/2014/main" id="{8A50A0D0-DBBA-E963-90CA-4473C1D535B5}"/>
                </a:ext>
              </a:extLst>
            </p:cNvPr>
            <p:cNvGrpSpPr/>
            <p:nvPr/>
          </p:nvGrpSpPr>
          <p:grpSpPr>
            <a:xfrm>
              <a:off x="9499624" y="-628626"/>
              <a:ext cx="798571" cy="798571"/>
              <a:chOff x="8559800" y="-698500"/>
              <a:chExt cx="558800" cy="558800"/>
            </a:xfrm>
          </p:grpSpPr>
          <p:sp>
            <p:nvSpPr>
              <p:cNvPr id="35" name="Oval 34">
                <a:extLst>
                  <a:ext uri="{FF2B5EF4-FFF2-40B4-BE49-F238E27FC236}">
                    <a16:creationId xmlns:a16="http://schemas.microsoft.com/office/drawing/2014/main" id="{29CAEDC6-CE39-2DAB-73B0-D2EEF7236BD3}"/>
                  </a:ext>
                </a:extLst>
              </p:cNvPr>
              <p:cNvSpPr/>
              <p:nvPr/>
            </p:nvSpPr>
            <p:spPr>
              <a:xfrm>
                <a:off x="8559800" y="-698500"/>
                <a:ext cx="558800" cy="5588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36" name="Freeform 30">
                <a:extLst>
                  <a:ext uri="{FF2B5EF4-FFF2-40B4-BE49-F238E27FC236}">
                    <a16:creationId xmlns:a16="http://schemas.microsoft.com/office/drawing/2014/main" id="{DA3683E8-AD3B-305D-B2F4-4DAA31B8B9A8}"/>
                  </a:ext>
                </a:extLst>
              </p:cNvPr>
              <p:cNvSpPr>
                <a:spLocks/>
              </p:cNvSpPr>
              <p:nvPr/>
            </p:nvSpPr>
            <p:spPr bwMode="auto">
              <a:xfrm>
                <a:off x="8666162" y="-567532"/>
                <a:ext cx="346075" cy="296863"/>
              </a:xfrm>
              <a:custGeom>
                <a:avLst/>
                <a:gdLst>
                  <a:gd name="T0" fmla="*/ 185 w 218"/>
                  <a:gd name="T1" fmla="*/ 0 h 187"/>
                  <a:gd name="T2" fmla="*/ 66 w 218"/>
                  <a:gd name="T3" fmla="*/ 120 h 187"/>
                  <a:gd name="T4" fmla="*/ 33 w 218"/>
                  <a:gd name="T5" fmla="*/ 86 h 187"/>
                  <a:gd name="T6" fmla="*/ 0 w 218"/>
                  <a:gd name="T7" fmla="*/ 120 h 187"/>
                  <a:gd name="T8" fmla="*/ 66 w 218"/>
                  <a:gd name="T9" fmla="*/ 187 h 187"/>
                  <a:gd name="T10" fmla="*/ 218 w 218"/>
                  <a:gd name="T11" fmla="*/ 34 h 187"/>
                  <a:gd name="T12" fmla="*/ 185 w 218"/>
                  <a:gd name="T13" fmla="*/ 0 h 187"/>
                </a:gdLst>
                <a:ahLst/>
                <a:cxnLst>
                  <a:cxn ang="0">
                    <a:pos x="T0" y="T1"/>
                  </a:cxn>
                  <a:cxn ang="0">
                    <a:pos x="T2" y="T3"/>
                  </a:cxn>
                  <a:cxn ang="0">
                    <a:pos x="T4" y="T5"/>
                  </a:cxn>
                  <a:cxn ang="0">
                    <a:pos x="T6" y="T7"/>
                  </a:cxn>
                  <a:cxn ang="0">
                    <a:pos x="T8" y="T9"/>
                  </a:cxn>
                  <a:cxn ang="0">
                    <a:pos x="T10" y="T11"/>
                  </a:cxn>
                  <a:cxn ang="0">
                    <a:pos x="T12" y="T13"/>
                  </a:cxn>
                </a:cxnLst>
                <a:rect l="0" t="0" r="r" b="b"/>
                <a:pathLst>
                  <a:path w="218" h="187">
                    <a:moveTo>
                      <a:pt x="185" y="0"/>
                    </a:moveTo>
                    <a:lnTo>
                      <a:pt x="66" y="120"/>
                    </a:lnTo>
                    <a:lnTo>
                      <a:pt x="33" y="86"/>
                    </a:lnTo>
                    <a:lnTo>
                      <a:pt x="0" y="120"/>
                    </a:lnTo>
                    <a:lnTo>
                      <a:pt x="66" y="187"/>
                    </a:lnTo>
                    <a:lnTo>
                      <a:pt x="218" y="34"/>
                    </a:lnTo>
                    <a:lnTo>
                      <a:pt x="185" y="0"/>
                    </a:lnTo>
                    <a:close/>
                  </a:path>
                </a:pathLst>
              </a:custGeom>
              <a:noFill/>
              <a:ln w="15875" cap="flat">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grpSp>
      </p:grpSp>
      <p:grpSp>
        <p:nvGrpSpPr>
          <p:cNvPr id="37" name="Group 36">
            <a:extLst>
              <a:ext uri="{FF2B5EF4-FFF2-40B4-BE49-F238E27FC236}">
                <a16:creationId xmlns:a16="http://schemas.microsoft.com/office/drawing/2014/main" id="{7E603E73-0312-BA61-86C3-45153E5CB10F}"/>
              </a:ext>
            </a:extLst>
          </p:cNvPr>
          <p:cNvGrpSpPr/>
          <p:nvPr userDrawn="1"/>
        </p:nvGrpSpPr>
        <p:grpSpPr>
          <a:xfrm>
            <a:off x="517952" y="3923628"/>
            <a:ext cx="839091" cy="839091"/>
            <a:chOff x="9277350" y="-850900"/>
            <a:chExt cx="1243118" cy="1243118"/>
          </a:xfrm>
        </p:grpSpPr>
        <p:sp>
          <p:nvSpPr>
            <p:cNvPr id="38" name="Oval 37">
              <a:extLst>
                <a:ext uri="{FF2B5EF4-FFF2-40B4-BE49-F238E27FC236}">
                  <a16:creationId xmlns:a16="http://schemas.microsoft.com/office/drawing/2014/main" id="{B8E4A87A-06CF-EEEA-E30B-7CD22FB20F7E}"/>
                </a:ext>
              </a:extLst>
            </p:cNvPr>
            <p:cNvSpPr/>
            <p:nvPr/>
          </p:nvSpPr>
          <p:spPr>
            <a:xfrm>
              <a:off x="9277350" y="-850900"/>
              <a:ext cx="1243118" cy="1243118"/>
            </a:xfrm>
            <a:prstGeom prst="ellipse">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39" name="Group 38">
              <a:extLst>
                <a:ext uri="{FF2B5EF4-FFF2-40B4-BE49-F238E27FC236}">
                  <a16:creationId xmlns:a16="http://schemas.microsoft.com/office/drawing/2014/main" id="{A951DBD0-2E79-AE6F-D16A-4A1A9B1425C0}"/>
                </a:ext>
              </a:extLst>
            </p:cNvPr>
            <p:cNvGrpSpPr/>
            <p:nvPr/>
          </p:nvGrpSpPr>
          <p:grpSpPr>
            <a:xfrm>
              <a:off x="9499624" y="-628626"/>
              <a:ext cx="798571" cy="798571"/>
              <a:chOff x="8559800" y="-698500"/>
              <a:chExt cx="558800" cy="558800"/>
            </a:xfrm>
          </p:grpSpPr>
          <p:sp>
            <p:nvSpPr>
              <p:cNvPr id="40" name="Oval 39">
                <a:extLst>
                  <a:ext uri="{FF2B5EF4-FFF2-40B4-BE49-F238E27FC236}">
                    <a16:creationId xmlns:a16="http://schemas.microsoft.com/office/drawing/2014/main" id="{309DF095-59FB-6B09-AFF6-3F2ADCBB380C}"/>
                  </a:ext>
                </a:extLst>
              </p:cNvPr>
              <p:cNvSpPr/>
              <p:nvPr/>
            </p:nvSpPr>
            <p:spPr>
              <a:xfrm>
                <a:off x="8559800" y="-698500"/>
                <a:ext cx="558800" cy="5588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1" name="Freeform 30">
                <a:extLst>
                  <a:ext uri="{FF2B5EF4-FFF2-40B4-BE49-F238E27FC236}">
                    <a16:creationId xmlns:a16="http://schemas.microsoft.com/office/drawing/2014/main" id="{3FF1F3E8-95F4-F16A-8BD2-31DA4B114745}"/>
                  </a:ext>
                </a:extLst>
              </p:cNvPr>
              <p:cNvSpPr>
                <a:spLocks/>
              </p:cNvSpPr>
              <p:nvPr/>
            </p:nvSpPr>
            <p:spPr bwMode="auto">
              <a:xfrm>
                <a:off x="8666162" y="-567532"/>
                <a:ext cx="346075" cy="296863"/>
              </a:xfrm>
              <a:custGeom>
                <a:avLst/>
                <a:gdLst>
                  <a:gd name="T0" fmla="*/ 185 w 218"/>
                  <a:gd name="T1" fmla="*/ 0 h 187"/>
                  <a:gd name="T2" fmla="*/ 66 w 218"/>
                  <a:gd name="T3" fmla="*/ 120 h 187"/>
                  <a:gd name="T4" fmla="*/ 33 w 218"/>
                  <a:gd name="T5" fmla="*/ 86 h 187"/>
                  <a:gd name="T6" fmla="*/ 0 w 218"/>
                  <a:gd name="T7" fmla="*/ 120 h 187"/>
                  <a:gd name="T8" fmla="*/ 66 w 218"/>
                  <a:gd name="T9" fmla="*/ 187 h 187"/>
                  <a:gd name="T10" fmla="*/ 218 w 218"/>
                  <a:gd name="T11" fmla="*/ 34 h 187"/>
                  <a:gd name="T12" fmla="*/ 185 w 218"/>
                  <a:gd name="T13" fmla="*/ 0 h 187"/>
                </a:gdLst>
                <a:ahLst/>
                <a:cxnLst>
                  <a:cxn ang="0">
                    <a:pos x="T0" y="T1"/>
                  </a:cxn>
                  <a:cxn ang="0">
                    <a:pos x="T2" y="T3"/>
                  </a:cxn>
                  <a:cxn ang="0">
                    <a:pos x="T4" y="T5"/>
                  </a:cxn>
                  <a:cxn ang="0">
                    <a:pos x="T6" y="T7"/>
                  </a:cxn>
                  <a:cxn ang="0">
                    <a:pos x="T8" y="T9"/>
                  </a:cxn>
                  <a:cxn ang="0">
                    <a:pos x="T10" y="T11"/>
                  </a:cxn>
                  <a:cxn ang="0">
                    <a:pos x="T12" y="T13"/>
                  </a:cxn>
                </a:cxnLst>
                <a:rect l="0" t="0" r="r" b="b"/>
                <a:pathLst>
                  <a:path w="218" h="187">
                    <a:moveTo>
                      <a:pt x="185" y="0"/>
                    </a:moveTo>
                    <a:lnTo>
                      <a:pt x="66" y="120"/>
                    </a:lnTo>
                    <a:lnTo>
                      <a:pt x="33" y="86"/>
                    </a:lnTo>
                    <a:lnTo>
                      <a:pt x="0" y="120"/>
                    </a:lnTo>
                    <a:lnTo>
                      <a:pt x="66" y="187"/>
                    </a:lnTo>
                    <a:lnTo>
                      <a:pt x="218" y="34"/>
                    </a:lnTo>
                    <a:lnTo>
                      <a:pt x="185" y="0"/>
                    </a:lnTo>
                    <a:close/>
                  </a:path>
                </a:pathLst>
              </a:custGeom>
              <a:noFill/>
              <a:ln w="15875" cap="flat">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grpSp>
      </p:grpSp>
      <p:grpSp>
        <p:nvGrpSpPr>
          <p:cNvPr id="42" name="Group 41">
            <a:extLst>
              <a:ext uri="{FF2B5EF4-FFF2-40B4-BE49-F238E27FC236}">
                <a16:creationId xmlns:a16="http://schemas.microsoft.com/office/drawing/2014/main" id="{EEE65412-5813-E15F-F78E-AAA45766AB55}"/>
              </a:ext>
            </a:extLst>
          </p:cNvPr>
          <p:cNvGrpSpPr/>
          <p:nvPr userDrawn="1"/>
        </p:nvGrpSpPr>
        <p:grpSpPr>
          <a:xfrm>
            <a:off x="4985717" y="764067"/>
            <a:ext cx="739740" cy="739740"/>
            <a:chOff x="4276786" y="1375502"/>
            <a:chExt cx="474283" cy="474283"/>
          </a:xfrm>
          <a:effectLst>
            <a:outerShdw blurRad="152400" dist="38100" algn="l" rotWithShape="0">
              <a:prstClr val="black">
                <a:alpha val="38000"/>
              </a:prstClr>
            </a:outerShdw>
          </a:effectLst>
        </p:grpSpPr>
        <p:sp>
          <p:nvSpPr>
            <p:cNvPr id="43" name="Oval 42">
              <a:extLst>
                <a:ext uri="{FF2B5EF4-FFF2-40B4-BE49-F238E27FC236}">
                  <a16:creationId xmlns:a16="http://schemas.microsoft.com/office/drawing/2014/main" id="{AA6DE401-E539-B810-9DFE-3A5F9EEC370B}"/>
                </a:ext>
              </a:extLst>
            </p:cNvPr>
            <p:cNvSpPr/>
            <p:nvPr/>
          </p:nvSpPr>
          <p:spPr>
            <a:xfrm>
              <a:off x="4276786" y="1375502"/>
              <a:ext cx="474283" cy="474283"/>
            </a:xfrm>
            <a:prstGeom prst="ellipse">
              <a:avLst/>
            </a:prstGeom>
            <a:solidFill>
              <a:schemeClr val="bg1"/>
            </a:solidFill>
            <a:ln>
              <a:noFill/>
            </a:ln>
            <a:effectLst>
              <a:outerShdw blurRad="127000" dist="635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a:extLst>
                <a:ext uri="{FF2B5EF4-FFF2-40B4-BE49-F238E27FC236}">
                  <a16:creationId xmlns:a16="http://schemas.microsoft.com/office/drawing/2014/main" id="{461F0600-A497-BD75-ACCC-CC99167DB925}"/>
                </a:ext>
              </a:extLst>
            </p:cNvPr>
            <p:cNvGrpSpPr/>
            <p:nvPr/>
          </p:nvGrpSpPr>
          <p:grpSpPr>
            <a:xfrm>
              <a:off x="4370921" y="1480133"/>
              <a:ext cx="286013" cy="265021"/>
              <a:chOff x="2982913" y="6350"/>
              <a:chExt cx="346075" cy="320675"/>
            </a:xfrm>
          </p:grpSpPr>
          <p:sp>
            <p:nvSpPr>
              <p:cNvPr id="45" name="Freeform 80">
                <a:extLst>
                  <a:ext uri="{FF2B5EF4-FFF2-40B4-BE49-F238E27FC236}">
                    <a16:creationId xmlns:a16="http://schemas.microsoft.com/office/drawing/2014/main" id="{6CBB4066-4E15-8C47-2108-14A4B61696CB}"/>
                  </a:ext>
                </a:extLst>
              </p:cNvPr>
              <p:cNvSpPr>
                <a:spLocks/>
              </p:cNvSpPr>
              <p:nvPr/>
            </p:nvSpPr>
            <p:spPr bwMode="auto">
              <a:xfrm>
                <a:off x="3059113" y="6350"/>
                <a:ext cx="269875" cy="304800"/>
              </a:xfrm>
              <a:custGeom>
                <a:avLst/>
                <a:gdLst>
                  <a:gd name="T0" fmla="*/ 58 w 72"/>
                  <a:gd name="T1" fmla="*/ 59 h 81"/>
                  <a:gd name="T2" fmla="*/ 58 w 72"/>
                  <a:gd name="T3" fmla="*/ 59 h 81"/>
                  <a:gd name="T4" fmla="*/ 64 w 72"/>
                  <a:gd name="T5" fmla="*/ 65 h 81"/>
                  <a:gd name="T6" fmla="*/ 58 w 72"/>
                  <a:gd name="T7" fmla="*/ 71 h 81"/>
                  <a:gd name="T8" fmla="*/ 54 w 72"/>
                  <a:gd name="T9" fmla="*/ 71 h 81"/>
                  <a:gd name="T10" fmla="*/ 60 w 72"/>
                  <a:gd name="T11" fmla="*/ 77 h 81"/>
                  <a:gd name="T12" fmla="*/ 54 w 72"/>
                  <a:gd name="T13" fmla="*/ 81 h 81"/>
                  <a:gd name="T14" fmla="*/ 28 w 72"/>
                  <a:gd name="T15" fmla="*/ 81 h 81"/>
                  <a:gd name="T16" fmla="*/ 0 w 72"/>
                  <a:gd name="T17" fmla="*/ 77 h 81"/>
                  <a:gd name="T18" fmla="*/ 0 w 72"/>
                  <a:gd name="T19" fmla="*/ 43 h 81"/>
                  <a:gd name="T20" fmla="*/ 26 w 72"/>
                  <a:gd name="T21" fmla="*/ 9 h 81"/>
                  <a:gd name="T22" fmla="*/ 38 w 72"/>
                  <a:gd name="T23" fmla="*/ 12 h 81"/>
                  <a:gd name="T24" fmla="*/ 34 w 72"/>
                  <a:gd name="T25" fmla="*/ 33 h 81"/>
                  <a:gd name="T26" fmla="*/ 66 w 72"/>
                  <a:gd name="T27" fmla="*/ 33 h 81"/>
                  <a:gd name="T28" fmla="*/ 72 w 72"/>
                  <a:gd name="T29" fmla="*/ 39 h 81"/>
                  <a:gd name="T30" fmla="*/ 66 w 72"/>
                  <a:gd name="T31" fmla="*/ 47 h 81"/>
                  <a:gd name="T32" fmla="*/ 62 w 72"/>
                  <a:gd name="T33" fmla="*/ 47 h 81"/>
                  <a:gd name="T34" fmla="*/ 68 w 72"/>
                  <a:gd name="T35" fmla="*/ 53 h 81"/>
                  <a:gd name="T36" fmla="*/ 62 w 72"/>
                  <a:gd name="T37" fmla="*/ 59 h 81"/>
                  <a:gd name="T38" fmla="*/ 58 w 72"/>
                  <a:gd name="T39" fmla="*/ 59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81">
                    <a:moveTo>
                      <a:pt x="58" y="59"/>
                    </a:moveTo>
                    <a:cubicBezTo>
                      <a:pt x="58" y="59"/>
                      <a:pt x="58" y="59"/>
                      <a:pt x="58" y="59"/>
                    </a:cubicBezTo>
                    <a:cubicBezTo>
                      <a:pt x="61" y="59"/>
                      <a:pt x="64" y="62"/>
                      <a:pt x="64" y="65"/>
                    </a:cubicBezTo>
                    <a:cubicBezTo>
                      <a:pt x="64" y="68"/>
                      <a:pt x="61" y="71"/>
                      <a:pt x="58" y="71"/>
                    </a:cubicBezTo>
                    <a:cubicBezTo>
                      <a:pt x="54" y="71"/>
                      <a:pt x="54" y="71"/>
                      <a:pt x="54" y="71"/>
                    </a:cubicBezTo>
                    <a:cubicBezTo>
                      <a:pt x="57" y="71"/>
                      <a:pt x="60" y="74"/>
                      <a:pt x="60" y="77"/>
                    </a:cubicBezTo>
                    <a:cubicBezTo>
                      <a:pt x="60" y="80"/>
                      <a:pt x="57" y="81"/>
                      <a:pt x="54" y="81"/>
                    </a:cubicBezTo>
                    <a:cubicBezTo>
                      <a:pt x="54" y="81"/>
                      <a:pt x="38" y="81"/>
                      <a:pt x="28" y="81"/>
                    </a:cubicBezTo>
                    <a:cubicBezTo>
                      <a:pt x="17" y="81"/>
                      <a:pt x="14" y="79"/>
                      <a:pt x="0" y="77"/>
                    </a:cubicBezTo>
                    <a:cubicBezTo>
                      <a:pt x="0" y="43"/>
                      <a:pt x="0" y="43"/>
                      <a:pt x="0" y="43"/>
                    </a:cubicBezTo>
                    <a:cubicBezTo>
                      <a:pt x="10" y="43"/>
                      <a:pt x="26" y="25"/>
                      <a:pt x="26" y="9"/>
                    </a:cubicBezTo>
                    <a:cubicBezTo>
                      <a:pt x="26" y="3"/>
                      <a:pt x="35" y="0"/>
                      <a:pt x="38" y="12"/>
                    </a:cubicBezTo>
                    <a:cubicBezTo>
                      <a:pt x="40" y="19"/>
                      <a:pt x="34" y="33"/>
                      <a:pt x="34" y="33"/>
                    </a:cubicBezTo>
                    <a:cubicBezTo>
                      <a:pt x="66" y="33"/>
                      <a:pt x="66" y="33"/>
                      <a:pt x="66" y="33"/>
                    </a:cubicBezTo>
                    <a:cubicBezTo>
                      <a:pt x="69" y="33"/>
                      <a:pt x="72" y="36"/>
                      <a:pt x="72" y="39"/>
                    </a:cubicBezTo>
                    <a:cubicBezTo>
                      <a:pt x="72" y="42"/>
                      <a:pt x="69" y="47"/>
                      <a:pt x="66" y="47"/>
                    </a:cubicBezTo>
                    <a:cubicBezTo>
                      <a:pt x="62" y="47"/>
                      <a:pt x="62" y="47"/>
                      <a:pt x="62" y="47"/>
                    </a:cubicBezTo>
                    <a:cubicBezTo>
                      <a:pt x="65" y="47"/>
                      <a:pt x="68" y="50"/>
                      <a:pt x="68" y="53"/>
                    </a:cubicBezTo>
                    <a:cubicBezTo>
                      <a:pt x="68" y="56"/>
                      <a:pt x="65" y="59"/>
                      <a:pt x="62" y="59"/>
                    </a:cubicBezTo>
                    <a:cubicBezTo>
                      <a:pt x="58" y="59"/>
                      <a:pt x="58" y="59"/>
                      <a:pt x="58" y="59"/>
                    </a:cubicBezTo>
                  </a:path>
                </a:pathLst>
              </a:custGeom>
              <a:solidFill>
                <a:srgbClr val="FFFFFF"/>
              </a:solidFill>
              <a:ln w="12700" cap="rnd">
                <a:solidFill>
                  <a:schemeClr val="accent2"/>
                </a:solidFill>
                <a:prstDash val="solid"/>
                <a:round/>
                <a:headEnd/>
                <a:tailEnd/>
              </a:ln>
            </p:spPr>
            <p:txBody>
              <a:bodyPr vert="horz" wrap="square" lIns="91440" tIns="45720" rIns="91440" bIns="45720" numCol="1" anchor="t" anchorCtr="0" compatLnSpc="1">
                <a:prstTxWarp prst="textNoShape">
                  <a:avLst/>
                </a:prstTxWarp>
              </a:bodyPr>
              <a:lstStyle/>
              <a:p>
                <a:endParaRPr lang="id-ID"/>
              </a:p>
            </p:txBody>
          </p:sp>
          <p:sp>
            <p:nvSpPr>
              <p:cNvPr id="46" name="Rectangle 81">
                <a:extLst>
                  <a:ext uri="{FF2B5EF4-FFF2-40B4-BE49-F238E27FC236}">
                    <a16:creationId xmlns:a16="http://schemas.microsoft.com/office/drawing/2014/main" id="{C390EA5A-40C5-0398-3B65-194D991A7AF5}"/>
                  </a:ext>
                </a:extLst>
              </p:cNvPr>
              <p:cNvSpPr>
                <a:spLocks noChangeArrowheads="1"/>
              </p:cNvSpPr>
              <p:nvPr/>
            </p:nvSpPr>
            <p:spPr bwMode="auto">
              <a:xfrm>
                <a:off x="2982913" y="146050"/>
                <a:ext cx="76200" cy="180975"/>
              </a:xfrm>
              <a:prstGeom prst="rect">
                <a:avLst/>
              </a:prstGeom>
              <a:solidFill>
                <a:srgbClr val="FFFFFF"/>
              </a:solidFill>
              <a:ln w="12700" cap="rnd">
                <a:solidFill>
                  <a:schemeClr val="accent2"/>
                </a:solidFill>
                <a:prstDash val="solid"/>
                <a:round/>
                <a:headEnd/>
                <a:tailEnd/>
              </a:ln>
            </p:spPr>
            <p:txBody>
              <a:bodyPr vert="horz" wrap="square" lIns="91440" tIns="45720" rIns="91440" bIns="45720" numCol="1" anchor="t" anchorCtr="0" compatLnSpc="1">
                <a:prstTxWarp prst="textNoShape">
                  <a:avLst/>
                </a:prstTxWarp>
              </a:bodyPr>
              <a:lstStyle/>
              <a:p>
                <a:endParaRPr lang="id-ID"/>
              </a:p>
            </p:txBody>
          </p:sp>
          <p:sp>
            <p:nvSpPr>
              <p:cNvPr id="47" name="Oval 82">
                <a:extLst>
                  <a:ext uri="{FF2B5EF4-FFF2-40B4-BE49-F238E27FC236}">
                    <a16:creationId xmlns:a16="http://schemas.microsoft.com/office/drawing/2014/main" id="{84C0452E-4A2D-A654-7937-9F7ACF5D3E76}"/>
                  </a:ext>
                </a:extLst>
              </p:cNvPr>
              <p:cNvSpPr>
                <a:spLocks noChangeArrowheads="1"/>
              </p:cNvSpPr>
              <p:nvPr/>
            </p:nvSpPr>
            <p:spPr bwMode="auto">
              <a:xfrm>
                <a:off x="3021013" y="288925"/>
                <a:ext cx="15875" cy="14288"/>
              </a:xfrm>
              <a:prstGeom prst="ellipse">
                <a:avLst/>
              </a:prstGeom>
              <a:solidFill>
                <a:schemeClr val="accent2"/>
              </a:solidFill>
              <a:ln w="9525">
                <a:solidFill>
                  <a:schemeClr val="accent2"/>
                </a:solidFill>
                <a:round/>
                <a:headEnd/>
                <a:tailEnd/>
              </a:ln>
            </p:spPr>
            <p:txBody>
              <a:bodyPr vert="horz" wrap="square" lIns="91440" tIns="45720" rIns="91440" bIns="45720" numCol="1" anchor="t" anchorCtr="0" compatLnSpc="1">
                <a:prstTxWarp prst="textNoShape">
                  <a:avLst/>
                </a:prstTxWarp>
              </a:bodyPr>
              <a:lstStyle/>
              <a:p>
                <a:endParaRPr lang="id-ID"/>
              </a:p>
            </p:txBody>
          </p:sp>
        </p:grpSp>
      </p:grpSp>
      <p:grpSp>
        <p:nvGrpSpPr>
          <p:cNvPr id="48" name="Group 47">
            <a:extLst>
              <a:ext uri="{FF2B5EF4-FFF2-40B4-BE49-F238E27FC236}">
                <a16:creationId xmlns:a16="http://schemas.microsoft.com/office/drawing/2014/main" id="{5CD7D976-6FE0-918D-A785-2A9D62EEB81A}"/>
              </a:ext>
            </a:extLst>
          </p:cNvPr>
          <p:cNvGrpSpPr/>
          <p:nvPr userDrawn="1"/>
        </p:nvGrpSpPr>
        <p:grpSpPr>
          <a:xfrm>
            <a:off x="6291402" y="970744"/>
            <a:ext cx="739740" cy="739740"/>
            <a:chOff x="7393577" y="1019186"/>
            <a:chExt cx="474283" cy="474283"/>
          </a:xfrm>
          <a:effectLst>
            <a:outerShdw blurRad="152400" dist="38100" algn="l" rotWithShape="0">
              <a:prstClr val="black">
                <a:alpha val="38000"/>
              </a:prstClr>
            </a:outerShdw>
          </a:effectLst>
        </p:grpSpPr>
        <p:sp>
          <p:nvSpPr>
            <p:cNvPr id="49" name="Oval 48">
              <a:extLst>
                <a:ext uri="{FF2B5EF4-FFF2-40B4-BE49-F238E27FC236}">
                  <a16:creationId xmlns:a16="http://schemas.microsoft.com/office/drawing/2014/main" id="{F9F8663B-4F1B-C233-BCA8-14CE90367E1D}"/>
                </a:ext>
              </a:extLst>
            </p:cNvPr>
            <p:cNvSpPr/>
            <p:nvPr/>
          </p:nvSpPr>
          <p:spPr>
            <a:xfrm>
              <a:off x="7393577" y="1019186"/>
              <a:ext cx="474283" cy="474283"/>
            </a:xfrm>
            <a:prstGeom prst="ellipse">
              <a:avLst/>
            </a:prstGeom>
            <a:solidFill>
              <a:schemeClr val="bg1"/>
            </a:solidFill>
            <a:ln>
              <a:noFill/>
            </a:ln>
            <a:effectLst>
              <a:outerShdw blurRad="127000" dist="635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0" name="Group 49">
              <a:extLst>
                <a:ext uri="{FF2B5EF4-FFF2-40B4-BE49-F238E27FC236}">
                  <a16:creationId xmlns:a16="http://schemas.microsoft.com/office/drawing/2014/main" id="{BD5C8B9D-65A3-EF00-2C7A-D2B553EFC000}"/>
                </a:ext>
              </a:extLst>
            </p:cNvPr>
            <p:cNvGrpSpPr/>
            <p:nvPr/>
          </p:nvGrpSpPr>
          <p:grpSpPr>
            <a:xfrm flipV="1">
              <a:off x="7487712" y="1123817"/>
              <a:ext cx="286013" cy="265021"/>
              <a:chOff x="2982913" y="6350"/>
              <a:chExt cx="346075" cy="320675"/>
            </a:xfrm>
          </p:grpSpPr>
          <p:sp>
            <p:nvSpPr>
              <p:cNvPr id="51" name="Freeform 80">
                <a:extLst>
                  <a:ext uri="{FF2B5EF4-FFF2-40B4-BE49-F238E27FC236}">
                    <a16:creationId xmlns:a16="http://schemas.microsoft.com/office/drawing/2014/main" id="{CFC261B7-FE2B-76C2-1F6B-9D62D61E5CC1}"/>
                  </a:ext>
                </a:extLst>
              </p:cNvPr>
              <p:cNvSpPr>
                <a:spLocks/>
              </p:cNvSpPr>
              <p:nvPr/>
            </p:nvSpPr>
            <p:spPr bwMode="auto">
              <a:xfrm>
                <a:off x="3059113" y="6350"/>
                <a:ext cx="269875" cy="304800"/>
              </a:xfrm>
              <a:custGeom>
                <a:avLst/>
                <a:gdLst>
                  <a:gd name="T0" fmla="*/ 58 w 72"/>
                  <a:gd name="T1" fmla="*/ 59 h 81"/>
                  <a:gd name="T2" fmla="*/ 58 w 72"/>
                  <a:gd name="T3" fmla="*/ 59 h 81"/>
                  <a:gd name="T4" fmla="*/ 64 w 72"/>
                  <a:gd name="T5" fmla="*/ 65 h 81"/>
                  <a:gd name="T6" fmla="*/ 58 w 72"/>
                  <a:gd name="T7" fmla="*/ 71 h 81"/>
                  <a:gd name="T8" fmla="*/ 54 w 72"/>
                  <a:gd name="T9" fmla="*/ 71 h 81"/>
                  <a:gd name="T10" fmla="*/ 60 w 72"/>
                  <a:gd name="T11" fmla="*/ 77 h 81"/>
                  <a:gd name="T12" fmla="*/ 54 w 72"/>
                  <a:gd name="T13" fmla="*/ 81 h 81"/>
                  <a:gd name="T14" fmla="*/ 28 w 72"/>
                  <a:gd name="T15" fmla="*/ 81 h 81"/>
                  <a:gd name="T16" fmla="*/ 0 w 72"/>
                  <a:gd name="T17" fmla="*/ 77 h 81"/>
                  <a:gd name="T18" fmla="*/ 0 w 72"/>
                  <a:gd name="T19" fmla="*/ 43 h 81"/>
                  <a:gd name="T20" fmla="*/ 26 w 72"/>
                  <a:gd name="T21" fmla="*/ 9 h 81"/>
                  <a:gd name="T22" fmla="*/ 38 w 72"/>
                  <a:gd name="T23" fmla="*/ 12 h 81"/>
                  <a:gd name="T24" fmla="*/ 34 w 72"/>
                  <a:gd name="T25" fmla="*/ 33 h 81"/>
                  <a:gd name="T26" fmla="*/ 66 w 72"/>
                  <a:gd name="T27" fmla="*/ 33 h 81"/>
                  <a:gd name="T28" fmla="*/ 72 w 72"/>
                  <a:gd name="T29" fmla="*/ 39 h 81"/>
                  <a:gd name="T30" fmla="*/ 66 w 72"/>
                  <a:gd name="T31" fmla="*/ 47 h 81"/>
                  <a:gd name="T32" fmla="*/ 62 w 72"/>
                  <a:gd name="T33" fmla="*/ 47 h 81"/>
                  <a:gd name="T34" fmla="*/ 68 w 72"/>
                  <a:gd name="T35" fmla="*/ 53 h 81"/>
                  <a:gd name="T36" fmla="*/ 62 w 72"/>
                  <a:gd name="T37" fmla="*/ 59 h 81"/>
                  <a:gd name="T38" fmla="*/ 58 w 72"/>
                  <a:gd name="T39" fmla="*/ 59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81">
                    <a:moveTo>
                      <a:pt x="58" y="59"/>
                    </a:moveTo>
                    <a:cubicBezTo>
                      <a:pt x="58" y="59"/>
                      <a:pt x="58" y="59"/>
                      <a:pt x="58" y="59"/>
                    </a:cubicBezTo>
                    <a:cubicBezTo>
                      <a:pt x="61" y="59"/>
                      <a:pt x="64" y="62"/>
                      <a:pt x="64" y="65"/>
                    </a:cubicBezTo>
                    <a:cubicBezTo>
                      <a:pt x="64" y="68"/>
                      <a:pt x="61" y="71"/>
                      <a:pt x="58" y="71"/>
                    </a:cubicBezTo>
                    <a:cubicBezTo>
                      <a:pt x="54" y="71"/>
                      <a:pt x="54" y="71"/>
                      <a:pt x="54" y="71"/>
                    </a:cubicBezTo>
                    <a:cubicBezTo>
                      <a:pt x="57" y="71"/>
                      <a:pt x="60" y="74"/>
                      <a:pt x="60" y="77"/>
                    </a:cubicBezTo>
                    <a:cubicBezTo>
                      <a:pt x="60" y="80"/>
                      <a:pt x="57" y="81"/>
                      <a:pt x="54" y="81"/>
                    </a:cubicBezTo>
                    <a:cubicBezTo>
                      <a:pt x="54" y="81"/>
                      <a:pt x="38" y="81"/>
                      <a:pt x="28" y="81"/>
                    </a:cubicBezTo>
                    <a:cubicBezTo>
                      <a:pt x="17" y="81"/>
                      <a:pt x="14" y="79"/>
                      <a:pt x="0" y="77"/>
                    </a:cubicBezTo>
                    <a:cubicBezTo>
                      <a:pt x="0" y="43"/>
                      <a:pt x="0" y="43"/>
                      <a:pt x="0" y="43"/>
                    </a:cubicBezTo>
                    <a:cubicBezTo>
                      <a:pt x="10" y="43"/>
                      <a:pt x="26" y="25"/>
                      <a:pt x="26" y="9"/>
                    </a:cubicBezTo>
                    <a:cubicBezTo>
                      <a:pt x="26" y="3"/>
                      <a:pt x="35" y="0"/>
                      <a:pt x="38" y="12"/>
                    </a:cubicBezTo>
                    <a:cubicBezTo>
                      <a:pt x="40" y="19"/>
                      <a:pt x="34" y="33"/>
                      <a:pt x="34" y="33"/>
                    </a:cubicBezTo>
                    <a:cubicBezTo>
                      <a:pt x="66" y="33"/>
                      <a:pt x="66" y="33"/>
                      <a:pt x="66" y="33"/>
                    </a:cubicBezTo>
                    <a:cubicBezTo>
                      <a:pt x="69" y="33"/>
                      <a:pt x="72" y="36"/>
                      <a:pt x="72" y="39"/>
                    </a:cubicBezTo>
                    <a:cubicBezTo>
                      <a:pt x="72" y="42"/>
                      <a:pt x="69" y="47"/>
                      <a:pt x="66" y="47"/>
                    </a:cubicBezTo>
                    <a:cubicBezTo>
                      <a:pt x="62" y="47"/>
                      <a:pt x="62" y="47"/>
                      <a:pt x="62" y="47"/>
                    </a:cubicBezTo>
                    <a:cubicBezTo>
                      <a:pt x="65" y="47"/>
                      <a:pt x="68" y="50"/>
                      <a:pt x="68" y="53"/>
                    </a:cubicBezTo>
                    <a:cubicBezTo>
                      <a:pt x="68" y="56"/>
                      <a:pt x="65" y="59"/>
                      <a:pt x="62" y="59"/>
                    </a:cubicBezTo>
                    <a:cubicBezTo>
                      <a:pt x="58" y="59"/>
                      <a:pt x="58" y="59"/>
                      <a:pt x="58" y="59"/>
                    </a:cubicBezTo>
                  </a:path>
                </a:pathLst>
              </a:cu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dirty="0"/>
              </a:p>
            </p:txBody>
          </p:sp>
          <p:sp>
            <p:nvSpPr>
              <p:cNvPr id="52" name="Rectangle 81">
                <a:extLst>
                  <a:ext uri="{FF2B5EF4-FFF2-40B4-BE49-F238E27FC236}">
                    <a16:creationId xmlns:a16="http://schemas.microsoft.com/office/drawing/2014/main" id="{AEF43173-D86A-C9FB-2DF4-109B65C3D5BA}"/>
                  </a:ext>
                </a:extLst>
              </p:cNvPr>
              <p:cNvSpPr>
                <a:spLocks noChangeArrowheads="1"/>
              </p:cNvSpPr>
              <p:nvPr/>
            </p:nvSpPr>
            <p:spPr bwMode="auto">
              <a:xfrm>
                <a:off x="2982913" y="146050"/>
                <a:ext cx="76200" cy="180975"/>
              </a:xfrm>
              <a:prstGeom prst="rect">
                <a:avLst/>
              </a:prstGeom>
              <a:solidFill>
                <a:srgbClr val="FFFFFF"/>
              </a:solidFill>
              <a:ln w="12700" cap="rnd">
                <a:solidFill>
                  <a:schemeClr val="tx2"/>
                </a:solidFill>
                <a:prstDash val="solid"/>
                <a:round/>
                <a:headEnd/>
                <a:tailEnd/>
              </a:ln>
            </p:spPr>
            <p:txBody>
              <a:bodyPr vert="horz" wrap="square" lIns="91440" tIns="45720" rIns="91440" bIns="45720" numCol="1" anchor="t" anchorCtr="0" compatLnSpc="1">
                <a:prstTxWarp prst="textNoShape">
                  <a:avLst/>
                </a:prstTxWarp>
              </a:bodyPr>
              <a:lstStyle/>
              <a:p>
                <a:endParaRPr lang="id-ID"/>
              </a:p>
            </p:txBody>
          </p:sp>
          <p:sp>
            <p:nvSpPr>
              <p:cNvPr id="53" name="Oval 82">
                <a:extLst>
                  <a:ext uri="{FF2B5EF4-FFF2-40B4-BE49-F238E27FC236}">
                    <a16:creationId xmlns:a16="http://schemas.microsoft.com/office/drawing/2014/main" id="{B378CFC9-ED8C-A232-42AA-606632DEDEEE}"/>
                  </a:ext>
                </a:extLst>
              </p:cNvPr>
              <p:cNvSpPr>
                <a:spLocks noChangeArrowheads="1"/>
              </p:cNvSpPr>
              <p:nvPr/>
            </p:nvSpPr>
            <p:spPr bwMode="auto">
              <a:xfrm>
                <a:off x="3021013" y="288925"/>
                <a:ext cx="15875" cy="14288"/>
              </a:xfrm>
              <a:prstGeom prst="ellipse">
                <a:avLst/>
              </a:prstGeom>
              <a:solidFill>
                <a:schemeClr val="tx2"/>
              </a:solidFill>
              <a:ln w="9525">
                <a:solidFill>
                  <a:schemeClr val="tx2"/>
                </a:solidFill>
                <a:round/>
                <a:headEnd/>
                <a:tailEnd/>
              </a:ln>
            </p:spPr>
            <p:txBody>
              <a:bodyPr vert="horz" wrap="square" lIns="91440" tIns="45720" rIns="91440" bIns="45720" numCol="1" anchor="t" anchorCtr="0" compatLnSpc="1">
                <a:prstTxWarp prst="textNoShape">
                  <a:avLst/>
                </a:prstTxWarp>
              </a:bodyPr>
              <a:lstStyle/>
              <a:p>
                <a:endParaRPr lang="id-ID"/>
              </a:p>
            </p:txBody>
          </p:sp>
        </p:grpSp>
      </p:grpSp>
      <p:grpSp>
        <p:nvGrpSpPr>
          <p:cNvPr id="54" name="Group 53">
            <a:extLst>
              <a:ext uri="{FF2B5EF4-FFF2-40B4-BE49-F238E27FC236}">
                <a16:creationId xmlns:a16="http://schemas.microsoft.com/office/drawing/2014/main" id="{500543A5-89ED-D8C9-705A-364F42660487}"/>
              </a:ext>
            </a:extLst>
          </p:cNvPr>
          <p:cNvGrpSpPr/>
          <p:nvPr userDrawn="1"/>
        </p:nvGrpSpPr>
        <p:grpSpPr>
          <a:xfrm>
            <a:off x="10859614" y="2079340"/>
            <a:ext cx="839091" cy="839091"/>
            <a:chOff x="10859614" y="2160620"/>
            <a:chExt cx="839091" cy="839091"/>
          </a:xfrm>
        </p:grpSpPr>
        <p:grpSp>
          <p:nvGrpSpPr>
            <p:cNvPr id="55" name="Group 54">
              <a:extLst>
                <a:ext uri="{FF2B5EF4-FFF2-40B4-BE49-F238E27FC236}">
                  <a16:creationId xmlns:a16="http://schemas.microsoft.com/office/drawing/2014/main" id="{3F2FEE1E-7BEB-9033-D451-9F6971DD1BB7}"/>
                </a:ext>
              </a:extLst>
            </p:cNvPr>
            <p:cNvGrpSpPr/>
            <p:nvPr/>
          </p:nvGrpSpPr>
          <p:grpSpPr>
            <a:xfrm>
              <a:off x="10859614" y="2160620"/>
              <a:ext cx="839091" cy="839091"/>
              <a:chOff x="9277350" y="-850900"/>
              <a:chExt cx="1243118" cy="1243118"/>
            </a:xfrm>
          </p:grpSpPr>
          <p:sp>
            <p:nvSpPr>
              <p:cNvPr id="59" name="Oval 58">
                <a:extLst>
                  <a:ext uri="{FF2B5EF4-FFF2-40B4-BE49-F238E27FC236}">
                    <a16:creationId xmlns:a16="http://schemas.microsoft.com/office/drawing/2014/main" id="{78E28EAB-4184-1BF2-E580-3565A23BF529}"/>
                  </a:ext>
                </a:extLst>
              </p:cNvPr>
              <p:cNvSpPr/>
              <p:nvPr/>
            </p:nvSpPr>
            <p:spPr>
              <a:xfrm>
                <a:off x="9277350" y="-850900"/>
                <a:ext cx="1243118" cy="1243118"/>
              </a:xfrm>
              <a:prstGeom prst="ellipse">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0" name="Oval 59">
                <a:extLst>
                  <a:ext uri="{FF2B5EF4-FFF2-40B4-BE49-F238E27FC236}">
                    <a16:creationId xmlns:a16="http://schemas.microsoft.com/office/drawing/2014/main" id="{5394AEF2-AFC6-0E5A-01EB-295403AAD778}"/>
                  </a:ext>
                </a:extLst>
              </p:cNvPr>
              <p:cNvSpPr/>
              <p:nvPr/>
            </p:nvSpPr>
            <p:spPr>
              <a:xfrm>
                <a:off x="9499625" y="-628625"/>
                <a:ext cx="798572" cy="79857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grpSp>
          <p:nvGrpSpPr>
            <p:cNvPr id="56" name="Group 55">
              <a:extLst>
                <a:ext uri="{FF2B5EF4-FFF2-40B4-BE49-F238E27FC236}">
                  <a16:creationId xmlns:a16="http://schemas.microsoft.com/office/drawing/2014/main" id="{A8F91B1B-A301-EEAC-9456-8EB1BA301673}"/>
                </a:ext>
              </a:extLst>
            </p:cNvPr>
            <p:cNvGrpSpPr/>
            <p:nvPr/>
          </p:nvGrpSpPr>
          <p:grpSpPr>
            <a:xfrm>
              <a:off x="11160063" y="2459977"/>
              <a:ext cx="238192" cy="240377"/>
              <a:chOff x="6300788" y="2890838"/>
              <a:chExt cx="346075" cy="349250"/>
            </a:xfrm>
          </p:grpSpPr>
          <p:sp>
            <p:nvSpPr>
              <p:cNvPr id="57" name="Line 25">
                <a:extLst>
                  <a:ext uri="{FF2B5EF4-FFF2-40B4-BE49-F238E27FC236}">
                    <a16:creationId xmlns:a16="http://schemas.microsoft.com/office/drawing/2014/main" id="{BD887979-A14C-636D-939F-75B9B2D091C7}"/>
                  </a:ext>
                </a:extLst>
              </p:cNvPr>
              <p:cNvSpPr>
                <a:spLocks noChangeShapeType="1"/>
              </p:cNvSpPr>
              <p:nvPr/>
            </p:nvSpPr>
            <p:spPr bwMode="auto">
              <a:xfrm>
                <a:off x="6300788" y="2890838"/>
                <a:ext cx="346075" cy="34925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58" name="Line 26">
                <a:extLst>
                  <a:ext uri="{FF2B5EF4-FFF2-40B4-BE49-F238E27FC236}">
                    <a16:creationId xmlns:a16="http://schemas.microsoft.com/office/drawing/2014/main" id="{B89AF3C4-F07A-DB5C-B6AD-742D8054B2FB}"/>
                  </a:ext>
                </a:extLst>
              </p:cNvPr>
              <p:cNvSpPr>
                <a:spLocks noChangeShapeType="1"/>
              </p:cNvSpPr>
              <p:nvPr/>
            </p:nvSpPr>
            <p:spPr bwMode="auto">
              <a:xfrm flipH="1">
                <a:off x="6300788" y="2890838"/>
                <a:ext cx="346075" cy="34925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grpSp>
      </p:grpSp>
      <p:grpSp>
        <p:nvGrpSpPr>
          <p:cNvPr id="61" name="Group 60">
            <a:extLst>
              <a:ext uri="{FF2B5EF4-FFF2-40B4-BE49-F238E27FC236}">
                <a16:creationId xmlns:a16="http://schemas.microsoft.com/office/drawing/2014/main" id="{EB85C774-236C-9B09-0BB2-20281C923E9A}"/>
              </a:ext>
            </a:extLst>
          </p:cNvPr>
          <p:cNvGrpSpPr/>
          <p:nvPr userDrawn="1"/>
        </p:nvGrpSpPr>
        <p:grpSpPr>
          <a:xfrm>
            <a:off x="10859614" y="3001484"/>
            <a:ext cx="839091" cy="839091"/>
            <a:chOff x="10859614" y="3082764"/>
            <a:chExt cx="839091" cy="839091"/>
          </a:xfrm>
        </p:grpSpPr>
        <p:grpSp>
          <p:nvGrpSpPr>
            <p:cNvPr id="62" name="Group 61">
              <a:extLst>
                <a:ext uri="{FF2B5EF4-FFF2-40B4-BE49-F238E27FC236}">
                  <a16:creationId xmlns:a16="http://schemas.microsoft.com/office/drawing/2014/main" id="{DBCFED0F-E668-5079-E1E4-C701F7C9A454}"/>
                </a:ext>
              </a:extLst>
            </p:cNvPr>
            <p:cNvGrpSpPr/>
            <p:nvPr/>
          </p:nvGrpSpPr>
          <p:grpSpPr>
            <a:xfrm>
              <a:off x="10859614" y="3082764"/>
              <a:ext cx="839091" cy="839091"/>
              <a:chOff x="9277350" y="-850900"/>
              <a:chExt cx="1243118" cy="1243118"/>
            </a:xfrm>
          </p:grpSpPr>
          <p:sp>
            <p:nvSpPr>
              <p:cNvPr id="66" name="Oval 65">
                <a:extLst>
                  <a:ext uri="{FF2B5EF4-FFF2-40B4-BE49-F238E27FC236}">
                    <a16:creationId xmlns:a16="http://schemas.microsoft.com/office/drawing/2014/main" id="{2197BB6C-AFD1-A620-BB16-A471D3F5A2B1}"/>
                  </a:ext>
                </a:extLst>
              </p:cNvPr>
              <p:cNvSpPr/>
              <p:nvPr/>
            </p:nvSpPr>
            <p:spPr>
              <a:xfrm>
                <a:off x="9277350" y="-850900"/>
                <a:ext cx="1243118" cy="1243118"/>
              </a:xfrm>
              <a:prstGeom prst="ellipse">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7" name="Oval 66">
                <a:extLst>
                  <a:ext uri="{FF2B5EF4-FFF2-40B4-BE49-F238E27FC236}">
                    <a16:creationId xmlns:a16="http://schemas.microsoft.com/office/drawing/2014/main" id="{701D753B-8D2C-C2BD-F26B-60AA476EEF7A}"/>
                  </a:ext>
                </a:extLst>
              </p:cNvPr>
              <p:cNvSpPr/>
              <p:nvPr/>
            </p:nvSpPr>
            <p:spPr>
              <a:xfrm>
                <a:off x="9499625" y="-628625"/>
                <a:ext cx="798572" cy="79857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grpSp>
          <p:nvGrpSpPr>
            <p:cNvPr id="63" name="Group 62">
              <a:extLst>
                <a:ext uri="{FF2B5EF4-FFF2-40B4-BE49-F238E27FC236}">
                  <a16:creationId xmlns:a16="http://schemas.microsoft.com/office/drawing/2014/main" id="{03F2B7C1-0134-BC78-694D-E25E8EEDA259}"/>
                </a:ext>
              </a:extLst>
            </p:cNvPr>
            <p:cNvGrpSpPr/>
            <p:nvPr/>
          </p:nvGrpSpPr>
          <p:grpSpPr>
            <a:xfrm>
              <a:off x="11160063" y="3382121"/>
              <a:ext cx="238192" cy="240377"/>
              <a:chOff x="6300788" y="2890838"/>
              <a:chExt cx="346075" cy="349250"/>
            </a:xfrm>
          </p:grpSpPr>
          <p:sp>
            <p:nvSpPr>
              <p:cNvPr id="64" name="Line 25">
                <a:extLst>
                  <a:ext uri="{FF2B5EF4-FFF2-40B4-BE49-F238E27FC236}">
                    <a16:creationId xmlns:a16="http://schemas.microsoft.com/office/drawing/2014/main" id="{6A8320ED-AF15-C122-7EE3-662F291F8DA0}"/>
                  </a:ext>
                </a:extLst>
              </p:cNvPr>
              <p:cNvSpPr>
                <a:spLocks noChangeShapeType="1"/>
              </p:cNvSpPr>
              <p:nvPr/>
            </p:nvSpPr>
            <p:spPr bwMode="auto">
              <a:xfrm>
                <a:off x="6300788" y="2890838"/>
                <a:ext cx="346075" cy="34925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65" name="Line 26">
                <a:extLst>
                  <a:ext uri="{FF2B5EF4-FFF2-40B4-BE49-F238E27FC236}">
                    <a16:creationId xmlns:a16="http://schemas.microsoft.com/office/drawing/2014/main" id="{1CC1F052-2005-6B11-E740-CD3B43AFA8C5}"/>
                  </a:ext>
                </a:extLst>
              </p:cNvPr>
              <p:cNvSpPr>
                <a:spLocks noChangeShapeType="1"/>
              </p:cNvSpPr>
              <p:nvPr/>
            </p:nvSpPr>
            <p:spPr bwMode="auto">
              <a:xfrm flipH="1">
                <a:off x="6300788" y="2890838"/>
                <a:ext cx="346075" cy="34925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grpSp>
      </p:grpSp>
      <p:grpSp>
        <p:nvGrpSpPr>
          <p:cNvPr id="68" name="Group 67">
            <a:extLst>
              <a:ext uri="{FF2B5EF4-FFF2-40B4-BE49-F238E27FC236}">
                <a16:creationId xmlns:a16="http://schemas.microsoft.com/office/drawing/2014/main" id="{5EFA14A7-CD3B-5BB5-EE44-0BD23A6D8227}"/>
              </a:ext>
            </a:extLst>
          </p:cNvPr>
          <p:cNvGrpSpPr/>
          <p:nvPr userDrawn="1"/>
        </p:nvGrpSpPr>
        <p:grpSpPr>
          <a:xfrm>
            <a:off x="10859614" y="3923628"/>
            <a:ext cx="839091" cy="839091"/>
            <a:chOff x="10859614" y="4004908"/>
            <a:chExt cx="839091" cy="839091"/>
          </a:xfrm>
        </p:grpSpPr>
        <p:grpSp>
          <p:nvGrpSpPr>
            <p:cNvPr id="69" name="Group 68">
              <a:extLst>
                <a:ext uri="{FF2B5EF4-FFF2-40B4-BE49-F238E27FC236}">
                  <a16:creationId xmlns:a16="http://schemas.microsoft.com/office/drawing/2014/main" id="{E12A8E47-FA4A-06D2-58F0-597DC3EB6B62}"/>
                </a:ext>
              </a:extLst>
            </p:cNvPr>
            <p:cNvGrpSpPr/>
            <p:nvPr/>
          </p:nvGrpSpPr>
          <p:grpSpPr>
            <a:xfrm>
              <a:off x="10859614" y="4004908"/>
              <a:ext cx="839091" cy="839091"/>
              <a:chOff x="9277350" y="-850900"/>
              <a:chExt cx="1243118" cy="1243118"/>
            </a:xfrm>
          </p:grpSpPr>
          <p:sp>
            <p:nvSpPr>
              <p:cNvPr id="73" name="Oval 72">
                <a:extLst>
                  <a:ext uri="{FF2B5EF4-FFF2-40B4-BE49-F238E27FC236}">
                    <a16:creationId xmlns:a16="http://schemas.microsoft.com/office/drawing/2014/main" id="{6AA496F6-FE96-8097-F281-E2DDFD202E5F}"/>
                  </a:ext>
                </a:extLst>
              </p:cNvPr>
              <p:cNvSpPr/>
              <p:nvPr/>
            </p:nvSpPr>
            <p:spPr>
              <a:xfrm>
                <a:off x="9277350" y="-850900"/>
                <a:ext cx="1243118" cy="1243118"/>
              </a:xfrm>
              <a:prstGeom prst="ellipse">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4" name="Oval 73">
                <a:extLst>
                  <a:ext uri="{FF2B5EF4-FFF2-40B4-BE49-F238E27FC236}">
                    <a16:creationId xmlns:a16="http://schemas.microsoft.com/office/drawing/2014/main" id="{F38AF911-91F4-0019-2ED6-4779E0FD9B57}"/>
                  </a:ext>
                </a:extLst>
              </p:cNvPr>
              <p:cNvSpPr/>
              <p:nvPr/>
            </p:nvSpPr>
            <p:spPr>
              <a:xfrm>
                <a:off x="9499625" y="-628625"/>
                <a:ext cx="798572" cy="79857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grpSp>
          <p:nvGrpSpPr>
            <p:cNvPr id="70" name="Group 69">
              <a:extLst>
                <a:ext uri="{FF2B5EF4-FFF2-40B4-BE49-F238E27FC236}">
                  <a16:creationId xmlns:a16="http://schemas.microsoft.com/office/drawing/2014/main" id="{CE22D747-87E0-B7B7-FA2C-C17129E99BB9}"/>
                </a:ext>
              </a:extLst>
            </p:cNvPr>
            <p:cNvGrpSpPr/>
            <p:nvPr/>
          </p:nvGrpSpPr>
          <p:grpSpPr>
            <a:xfrm>
              <a:off x="11160063" y="4304265"/>
              <a:ext cx="238192" cy="240377"/>
              <a:chOff x="6300788" y="2890838"/>
              <a:chExt cx="346075" cy="349250"/>
            </a:xfrm>
          </p:grpSpPr>
          <p:sp>
            <p:nvSpPr>
              <p:cNvPr id="71" name="Line 25">
                <a:extLst>
                  <a:ext uri="{FF2B5EF4-FFF2-40B4-BE49-F238E27FC236}">
                    <a16:creationId xmlns:a16="http://schemas.microsoft.com/office/drawing/2014/main" id="{9E893F8E-8615-C877-FC45-D19ECE4D79C7}"/>
                  </a:ext>
                </a:extLst>
              </p:cNvPr>
              <p:cNvSpPr>
                <a:spLocks noChangeShapeType="1"/>
              </p:cNvSpPr>
              <p:nvPr/>
            </p:nvSpPr>
            <p:spPr bwMode="auto">
              <a:xfrm>
                <a:off x="6300788" y="2890838"/>
                <a:ext cx="346075" cy="34925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72" name="Line 26">
                <a:extLst>
                  <a:ext uri="{FF2B5EF4-FFF2-40B4-BE49-F238E27FC236}">
                    <a16:creationId xmlns:a16="http://schemas.microsoft.com/office/drawing/2014/main" id="{0CF55917-15FB-0905-4EE0-6000F8CCEE57}"/>
                  </a:ext>
                </a:extLst>
              </p:cNvPr>
              <p:cNvSpPr>
                <a:spLocks noChangeShapeType="1"/>
              </p:cNvSpPr>
              <p:nvPr/>
            </p:nvSpPr>
            <p:spPr bwMode="auto">
              <a:xfrm flipH="1">
                <a:off x="6300788" y="2890838"/>
                <a:ext cx="346075" cy="34925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grpSp>
      </p:grpSp>
      <p:sp>
        <p:nvSpPr>
          <p:cNvPr id="76" name="Text Placeholder 37">
            <a:extLst>
              <a:ext uri="{FF2B5EF4-FFF2-40B4-BE49-F238E27FC236}">
                <a16:creationId xmlns:a16="http://schemas.microsoft.com/office/drawing/2014/main" id="{8A33C94B-2476-108C-DE18-C72D79414649}"/>
              </a:ext>
            </a:extLst>
          </p:cNvPr>
          <p:cNvSpPr>
            <a:spLocks noGrp="1"/>
          </p:cNvSpPr>
          <p:nvPr>
            <p:ph type="body" sz="quarter" idx="35" hasCustomPrompt="1"/>
          </p:nvPr>
        </p:nvSpPr>
        <p:spPr>
          <a:xfrm>
            <a:off x="1533873" y="2316786"/>
            <a:ext cx="3091269" cy="430887"/>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77" name="Text Placeholder 37">
            <a:extLst>
              <a:ext uri="{FF2B5EF4-FFF2-40B4-BE49-F238E27FC236}">
                <a16:creationId xmlns:a16="http://schemas.microsoft.com/office/drawing/2014/main" id="{2DA851CE-6AE7-8DAB-E5C7-6A44CBD80CA7}"/>
              </a:ext>
            </a:extLst>
          </p:cNvPr>
          <p:cNvSpPr>
            <a:spLocks noGrp="1"/>
          </p:cNvSpPr>
          <p:nvPr>
            <p:ph type="body" sz="quarter" idx="36" hasCustomPrompt="1"/>
          </p:nvPr>
        </p:nvSpPr>
        <p:spPr>
          <a:xfrm>
            <a:off x="1528974" y="3218285"/>
            <a:ext cx="3091269" cy="430887"/>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78" name="Text Placeholder 37">
            <a:extLst>
              <a:ext uri="{FF2B5EF4-FFF2-40B4-BE49-F238E27FC236}">
                <a16:creationId xmlns:a16="http://schemas.microsoft.com/office/drawing/2014/main" id="{DC43E33E-EF88-5000-198F-1040B29D9CF3}"/>
              </a:ext>
            </a:extLst>
          </p:cNvPr>
          <p:cNvSpPr>
            <a:spLocks noGrp="1"/>
          </p:cNvSpPr>
          <p:nvPr>
            <p:ph type="body" sz="quarter" idx="37" hasCustomPrompt="1"/>
          </p:nvPr>
        </p:nvSpPr>
        <p:spPr>
          <a:xfrm>
            <a:off x="1507076" y="4127729"/>
            <a:ext cx="3091269" cy="430887"/>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82" name="Text Placeholder 37">
            <a:extLst>
              <a:ext uri="{FF2B5EF4-FFF2-40B4-BE49-F238E27FC236}">
                <a16:creationId xmlns:a16="http://schemas.microsoft.com/office/drawing/2014/main" id="{EE2F7482-B7CB-1452-2BEA-B24D1E199B0A}"/>
              </a:ext>
            </a:extLst>
          </p:cNvPr>
          <p:cNvSpPr>
            <a:spLocks noGrp="1"/>
          </p:cNvSpPr>
          <p:nvPr>
            <p:ph type="body" sz="quarter" idx="38" hasCustomPrompt="1"/>
          </p:nvPr>
        </p:nvSpPr>
        <p:spPr>
          <a:xfrm>
            <a:off x="7576594" y="2323768"/>
            <a:ext cx="3091269" cy="430887"/>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83" name="Text Placeholder 37">
            <a:extLst>
              <a:ext uri="{FF2B5EF4-FFF2-40B4-BE49-F238E27FC236}">
                <a16:creationId xmlns:a16="http://schemas.microsoft.com/office/drawing/2014/main" id="{B19D3AA8-E0F1-83C2-C6B6-CF953D13CF7F}"/>
              </a:ext>
            </a:extLst>
          </p:cNvPr>
          <p:cNvSpPr>
            <a:spLocks noGrp="1"/>
          </p:cNvSpPr>
          <p:nvPr>
            <p:ph type="body" sz="quarter" idx="39" hasCustomPrompt="1"/>
          </p:nvPr>
        </p:nvSpPr>
        <p:spPr>
          <a:xfrm>
            <a:off x="7571695" y="3225267"/>
            <a:ext cx="3091269" cy="430887"/>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84" name="Text Placeholder 37">
            <a:extLst>
              <a:ext uri="{FF2B5EF4-FFF2-40B4-BE49-F238E27FC236}">
                <a16:creationId xmlns:a16="http://schemas.microsoft.com/office/drawing/2014/main" id="{D2439370-D730-FCAD-2602-2FA2DFDDABA0}"/>
              </a:ext>
            </a:extLst>
          </p:cNvPr>
          <p:cNvSpPr>
            <a:spLocks noGrp="1"/>
          </p:cNvSpPr>
          <p:nvPr>
            <p:ph type="body" sz="quarter" idx="40" hasCustomPrompt="1"/>
          </p:nvPr>
        </p:nvSpPr>
        <p:spPr>
          <a:xfrm>
            <a:off x="7549797" y="4134711"/>
            <a:ext cx="3091269" cy="430887"/>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85" name="Text Placeholder 37">
            <a:extLst>
              <a:ext uri="{FF2B5EF4-FFF2-40B4-BE49-F238E27FC236}">
                <a16:creationId xmlns:a16="http://schemas.microsoft.com/office/drawing/2014/main" id="{44BFB79C-4752-159C-5B44-13916544CB08}"/>
              </a:ext>
            </a:extLst>
          </p:cNvPr>
          <p:cNvSpPr>
            <a:spLocks noGrp="1"/>
          </p:cNvSpPr>
          <p:nvPr>
            <p:ph type="body" sz="quarter" idx="41" hasCustomPrompt="1"/>
          </p:nvPr>
        </p:nvSpPr>
        <p:spPr>
          <a:xfrm>
            <a:off x="1207012" y="5211338"/>
            <a:ext cx="3091269" cy="430887"/>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87" name="Text Placeholder 37">
            <a:extLst>
              <a:ext uri="{FF2B5EF4-FFF2-40B4-BE49-F238E27FC236}">
                <a16:creationId xmlns:a16="http://schemas.microsoft.com/office/drawing/2014/main" id="{FFFAF97C-D4A7-D558-920D-D73B8F3665FF}"/>
              </a:ext>
            </a:extLst>
          </p:cNvPr>
          <p:cNvSpPr>
            <a:spLocks noGrp="1"/>
          </p:cNvSpPr>
          <p:nvPr>
            <p:ph type="body" sz="quarter" idx="42" hasCustomPrompt="1"/>
          </p:nvPr>
        </p:nvSpPr>
        <p:spPr>
          <a:xfrm>
            <a:off x="7914995" y="5211339"/>
            <a:ext cx="3091269" cy="430887"/>
          </a:xfrm>
        </p:spPr>
        <p:txBody>
          <a:bodyPr>
            <a:normAutofit/>
          </a:bodyPr>
          <a:lstStyle>
            <a:lvl1pPr marL="0" indent="0" algn="r">
              <a:buNone/>
              <a:defRPr sz="1400" b="0">
                <a:solidFill>
                  <a:schemeClr val="bg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93" name="Picture Placeholder 91">
            <a:extLst>
              <a:ext uri="{FF2B5EF4-FFF2-40B4-BE49-F238E27FC236}">
                <a16:creationId xmlns:a16="http://schemas.microsoft.com/office/drawing/2014/main" id="{6CA68C4F-0B29-1B32-04B6-AE71882F397B}"/>
              </a:ext>
            </a:extLst>
          </p:cNvPr>
          <p:cNvSpPr>
            <a:spLocks noGrp="1"/>
          </p:cNvSpPr>
          <p:nvPr>
            <p:ph type="pic" sz="quarter" idx="44"/>
          </p:nvPr>
        </p:nvSpPr>
        <p:spPr>
          <a:xfrm>
            <a:off x="4016737" y="2063533"/>
            <a:ext cx="4111625" cy="3803650"/>
          </a:xfrm>
        </p:spPr>
        <p:txBody>
          <a:bodyPr/>
          <a:lstStyle/>
          <a:p>
            <a:endParaRPr lang="en-IN"/>
          </a:p>
        </p:txBody>
      </p:sp>
    </p:spTree>
    <p:extLst>
      <p:ext uri="{BB962C8B-B14F-4D97-AF65-F5344CB8AC3E}">
        <p14:creationId xmlns:p14="http://schemas.microsoft.com/office/powerpoint/2010/main" val="811833946"/>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1_Miscellaneous">
    <p:spTree>
      <p:nvGrpSpPr>
        <p:cNvPr id="1" name=""/>
        <p:cNvGrpSpPr/>
        <p:nvPr/>
      </p:nvGrpSpPr>
      <p:grpSpPr>
        <a:xfrm>
          <a:off x="0" y="0"/>
          <a:ext cx="0" cy="0"/>
          <a:chOff x="0" y="0"/>
          <a:chExt cx="0" cy="0"/>
        </a:xfrm>
      </p:grpSpPr>
      <p:sp>
        <p:nvSpPr>
          <p:cNvPr id="72" name="Picture Placeholder 71">
            <a:extLst>
              <a:ext uri="{FF2B5EF4-FFF2-40B4-BE49-F238E27FC236}">
                <a16:creationId xmlns:a16="http://schemas.microsoft.com/office/drawing/2014/main" id="{349C073C-0843-4AD4-1024-53C7FF615665}"/>
              </a:ext>
            </a:extLst>
          </p:cNvPr>
          <p:cNvSpPr>
            <a:spLocks noGrp="1"/>
          </p:cNvSpPr>
          <p:nvPr>
            <p:ph type="pic" sz="quarter" idx="10"/>
          </p:nvPr>
        </p:nvSpPr>
        <p:spPr>
          <a:xfrm>
            <a:off x="0" y="-7067"/>
            <a:ext cx="12192000" cy="3743325"/>
          </a:xfrm>
        </p:spPr>
        <p:txBody>
          <a:bodyPr/>
          <a:lstStyle/>
          <a:p>
            <a:endParaRPr lang="en-IN" dirty="0"/>
          </a:p>
        </p:txBody>
      </p:sp>
      <p:sp>
        <p:nvSpPr>
          <p:cNvPr id="74" name="Rectangle 73">
            <a:extLst>
              <a:ext uri="{FF2B5EF4-FFF2-40B4-BE49-F238E27FC236}">
                <a16:creationId xmlns:a16="http://schemas.microsoft.com/office/drawing/2014/main" id="{0A175A4C-0A49-C6B7-3772-E31C4BF5E9EC}"/>
              </a:ext>
            </a:extLst>
          </p:cNvPr>
          <p:cNvSpPr/>
          <p:nvPr userDrawn="1"/>
        </p:nvSpPr>
        <p:spPr>
          <a:xfrm>
            <a:off x="0" y="0"/>
            <a:ext cx="12192000" cy="3750338"/>
          </a:xfrm>
          <a:prstGeom prst="rect">
            <a:avLst/>
          </a:prstGeom>
          <a:solidFill>
            <a:srgbClr val="BF2026">
              <a:alpha val="8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7" name="Text Placeholder 75">
            <a:extLst>
              <a:ext uri="{FF2B5EF4-FFF2-40B4-BE49-F238E27FC236}">
                <a16:creationId xmlns:a16="http://schemas.microsoft.com/office/drawing/2014/main" id="{1A2F1737-F8FA-04CD-DBB6-B1619BDE71CF}"/>
              </a:ext>
            </a:extLst>
          </p:cNvPr>
          <p:cNvSpPr>
            <a:spLocks noGrp="1"/>
          </p:cNvSpPr>
          <p:nvPr>
            <p:ph type="body" sz="quarter" idx="11" hasCustomPrompt="1"/>
          </p:nvPr>
        </p:nvSpPr>
        <p:spPr>
          <a:xfrm>
            <a:off x="1713144" y="435047"/>
            <a:ext cx="8760197" cy="552450"/>
          </a:xfrm>
        </p:spPr>
        <p:txBody>
          <a:bodyPr/>
          <a:lstStyle>
            <a:lvl1pPr marL="0" indent="0" algn="ctr">
              <a:buNone/>
              <a:defRPr lang="en-US" sz="4400" b="1" kern="1200" dirty="0" smtClean="0">
                <a:solidFill>
                  <a:schemeClr val="bg1"/>
                </a:solidFill>
                <a:latin typeface="Barlow Medium" panose="00000600000000000000" pitchFamily="2" charset="0"/>
                <a:ea typeface="+mj-ea"/>
                <a:cs typeface="+mj-cs"/>
              </a:defRPr>
            </a:lvl1pPr>
          </a:lstStyle>
          <a:p>
            <a:pPr lvl="0"/>
            <a:r>
              <a:rPr lang="en-US" dirty="0"/>
              <a:t>Click to edit Master title style</a:t>
            </a:r>
            <a:endParaRPr lang="en-IN" dirty="0"/>
          </a:p>
        </p:txBody>
      </p:sp>
      <p:sp>
        <p:nvSpPr>
          <p:cNvPr id="2" name="Donut 11">
            <a:extLst>
              <a:ext uri="{FF2B5EF4-FFF2-40B4-BE49-F238E27FC236}">
                <a16:creationId xmlns:a16="http://schemas.microsoft.com/office/drawing/2014/main" id="{8807947A-D206-6DC5-12C6-07ECFEC81955}"/>
              </a:ext>
            </a:extLst>
          </p:cNvPr>
          <p:cNvSpPr/>
          <p:nvPr userDrawn="1"/>
        </p:nvSpPr>
        <p:spPr>
          <a:xfrm>
            <a:off x="8530349" y="2029906"/>
            <a:ext cx="2487614" cy="2487612"/>
          </a:xfrm>
          <a:prstGeom prst="donut">
            <a:avLst>
              <a:gd name="adj" fmla="val 29153"/>
            </a:avLst>
          </a:prstGeom>
          <a:gradFill flip="none" rotWithShape="1">
            <a:gsLst>
              <a:gs pos="0">
                <a:schemeClr val="tx2">
                  <a:lumMod val="75000"/>
                </a:schemeClr>
              </a:gs>
              <a:gs pos="100000">
                <a:srgbClr val="C00000"/>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 name="Donut 10">
            <a:extLst>
              <a:ext uri="{FF2B5EF4-FFF2-40B4-BE49-F238E27FC236}">
                <a16:creationId xmlns:a16="http://schemas.microsoft.com/office/drawing/2014/main" id="{FBAFCF77-871C-E8FD-3A91-F4C566516C0E}"/>
              </a:ext>
            </a:extLst>
          </p:cNvPr>
          <p:cNvSpPr/>
          <p:nvPr/>
        </p:nvSpPr>
        <p:spPr>
          <a:xfrm>
            <a:off x="4586515" y="1366010"/>
            <a:ext cx="3018972" cy="3018970"/>
          </a:xfrm>
          <a:prstGeom prst="donut">
            <a:avLst>
              <a:gd name="adj" fmla="val 29153"/>
            </a:avLst>
          </a:prstGeom>
          <a:gradFill flip="none" rotWithShape="1">
            <a:gsLst>
              <a:gs pos="0">
                <a:schemeClr val="tx2">
                  <a:lumMod val="75000"/>
                </a:schemeClr>
              </a:gs>
              <a:gs pos="100000">
                <a:srgbClr val="C00000"/>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9" name="Donut 15">
            <a:extLst>
              <a:ext uri="{FF2B5EF4-FFF2-40B4-BE49-F238E27FC236}">
                <a16:creationId xmlns:a16="http://schemas.microsoft.com/office/drawing/2014/main" id="{A759063A-60A8-084E-9BF4-96A124989471}"/>
              </a:ext>
            </a:extLst>
          </p:cNvPr>
          <p:cNvSpPr/>
          <p:nvPr/>
        </p:nvSpPr>
        <p:spPr>
          <a:xfrm>
            <a:off x="1174038" y="2029906"/>
            <a:ext cx="2487614" cy="2487612"/>
          </a:xfrm>
          <a:prstGeom prst="donut">
            <a:avLst>
              <a:gd name="adj" fmla="val 29153"/>
            </a:avLst>
          </a:prstGeom>
          <a:gradFill flip="none" rotWithShape="1">
            <a:gsLst>
              <a:gs pos="0">
                <a:schemeClr val="tx2">
                  <a:lumMod val="75000"/>
                </a:schemeClr>
              </a:gs>
              <a:gs pos="100000">
                <a:srgbClr val="C00000"/>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Picture Placeholder 21">
            <a:extLst>
              <a:ext uri="{FF2B5EF4-FFF2-40B4-BE49-F238E27FC236}">
                <a16:creationId xmlns:a16="http://schemas.microsoft.com/office/drawing/2014/main" id="{0C8ACAB9-62EA-4E1C-34BD-C9658A5C0846}"/>
              </a:ext>
            </a:extLst>
          </p:cNvPr>
          <p:cNvSpPr>
            <a:spLocks noGrp="1"/>
          </p:cNvSpPr>
          <p:nvPr>
            <p:ph type="pic" sz="quarter" idx="29" hasCustomPrompt="1"/>
          </p:nvPr>
        </p:nvSpPr>
        <p:spPr>
          <a:xfrm>
            <a:off x="1612900" y="2468563"/>
            <a:ext cx="1612900" cy="1611312"/>
          </a:xfrm>
          <a:prstGeom prst="ellipse">
            <a:avLst/>
          </a:prstGeom>
        </p:spPr>
        <p:txBody>
          <a:bodyPr>
            <a:normAutofit/>
          </a:bodyPr>
          <a:lstStyle>
            <a:lvl1pPr marL="0" indent="0" algn="ctr">
              <a:buNone/>
              <a:defRPr sz="2000"/>
            </a:lvl1pPr>
          </a:lstStyle>
          <a:p>
            <a:r>
              <a:rPr lang="en-US" dirty="0"/>
              <a:t>Insert </a:t>
            </a:r>
            <a:r>
              <a:rPr lang="en-US" dirty="0" err="1"/>
              <a:t>PictureHere</a:t>
            </a:r>
            <a:endParaRPr lang="en-IN" dirty="0"/>
          </a:p>
        </p:txBody>
      </p:sp>
      <p:sp>
        <p:nvSpPr>
          <p:cNvPr id="24" name="Picture Placeholder 21">
            <a:extLst>
              <a:ext uri="{FF2B5EF4-FFF2-40B4-BE49-F238E27FC236}">
                <a16:creationId xmlns:a16="http://schemas.microsoft.com/office/drawing/2014/main" id="{D17A4BA4-8569-D0D3-E385-2F110EEDFA74}"/>
              </a:ext>
            </a:extLst>
          </p:cNvPr>
          <p:cNvSpPr>
            <a:spLocks noGrp="1"/>
          </p:cNvSpPr>
          <p:nvPr>
            <p:ph type="pic" sz="quarter" idx="30" hasCustomPrompt="1"/>
          </p:nvPr>
        </p:nvSpPr>
        <p:spPr>
          <a:xfrm>
            <a:off x="5067302" y="1846150"/>
            <a:ext cx="2057398" cy="2055372"/>
          </a:xfrm>
          <a:prstGeom prst="ellipse">
            <a:avLst/>
          </a:prstGeom>
        </p:spPr>
        <p:txBody>
          <a:bodyPr/>
          <a:lstStyle>
            <a:lvl1pPr marL="0" indent="0" algn="ctr">
              <a:buNone/>
              <a:defRPr/>
            </a:lvl1pPr>
          </a:lstStyle>
          <a:p>
            <a:r>
              <a:rPr lang="en-US" dirty="0"/>
              <a:t>Insert </a:t>
            </a:r>
            <a:r>
              <a:rPr lang="en-US" dirty="0" err="1"/>
              <a:t>PictureHere</a:t>
            </a:r>
            <a:endParaRPr lang="en-IN" dirty="0"/>
          </a:p>
        </p:txBody>
      </p:sp>
      <p:sp>
        <p:nvSpPr>
          <p:cNvPr id="28" name="Picture Placeholder 21">
            <a:extLst>
              <a:ext uri="{FF2B5EF4-FFF2-40B4-BE49-F238E27FC236}">
                <a16:creationId xmlns:a16="http://schemas.microsoft.com/office/drawing/2014/main" id="{A8523876-5134-0664-9B2D-1CD22827548F}"/>
              </a:ext>
            </a:extLst>
          </p:cNvPr>
          <p:cNvSpPr>
            <a:spLocks noGrp="1"/>
          </p:cNvSpPr>
          <p:nvPr>
            <p:ph type="pic" sz="quarter" idx="31" hasCustomPrompt="1"/>
          </p:nvPr>
        </p:nvSpPr>
        <p:spPr>
          <a:xfrm>
            <a:off x="8966200" y="2468264"/>
            <a:ext cx="1612900" cy="1611312"/>
          </a:xfrm>
          <a:prstGeom prst="ellipse">
            <a:avLst/>
          </a:prstGeom>
        </p:spPr>
        <p:txBody>
          <a:bodyPr>
            <a:normAutofit/>
          </a:bodyPr>
          <a:lstStyle>
            <a:lvl1pPr marL="0" indent="0" algn="ctr">
              <a:buNone/>
              <a:defRPr sz="2000"/>
            </a:lvl1pPr>
          </a:lstStyle>
          <a:p>
            <a:r>
              <a:rPr lang="en-US" dirty="0"/>
              <a:t>Insert </a:t>
            </a:r>
            <a:r>
              <a:rPr lang="en-US" dirty="0" err="1"/>
              <a:t>PictureHere</a:t>
            </a:r>
            <a:endParaRPr lang="en-IN" dirty="0"/>
          </a:p>
        </p:txBody>
      </p:sp>
      <p:sp>
        <p:nvSpPr>
          <p:cNvPr id="31" name="Text Placeholder 74">
            <a:extLst>
              <a:ext uri="{FF2B5EF4-FFF2-40B4-BE49-F238E27FC236}">
                <a16:creationId xmlns:a16="http://schemas.microsoft.com/office/drawing/2014/main" id="{1E2ACC88-6D22-53BF-A492-A4AC063C4E3E}"/>
              </a:ext>
            </a:extLst>
          </p:cNvPr>
          <p:cNvSpPr>
            <a:spLocks noGrp="1"/>
          </p:cNvSpPr>
          <p:nvPr>
            <p:ph type="body" sz="quarter" idx="32" hasCustomPrompt="1"/>
          </p:nvPr>
        </p:nvSpPr>
        <p:spPr>
          <a:xfrm>
            <a:off x="1174040" y="4629080"/>
            <a:ext cx="2325689" cy="317463"/>
          </a:xfrm>
        </p:spPr>
        <p:txBody>
          <a:bodyPr/>
          <a:lstStyle>
            <a:lvl1pPr marL="0" indent="0" algn="ctr">
              <a:buNone/>
              <a:defRPr sz="2000" b="1">
                <a:latin typeface="Barlow" panose="00000500000000000000" pitchFamily="2" charset="0"/>
              </a:defRPr>
            </a:lvl1pPr>
            <a:lvl2pPr>
              <a:defRPr sz="1800"/>
            </a:lvl2pPr>
            <a:lvl3pPr>
              <a:defRPr sz="1600"/>
            </a:lvl3pPr>
          </a:lstStyle>
          <a:p>
            <a:pPr lvl="0"/>
            <a:r>
              <a:rPr lang="en-US" dirty="0"/>
              <a:t>Subheading</a:t>
            </a:r>
          </a:p>
        </p:txBody>
      </p:sp>
      <p:sp>
        <p:nvSpPr>
          <p:cNvPr id="32" name="Text Placeholder 74">
            <a:extLst>
              <a:ext uri="{FF2B5EF4-FFF2-40B4-BE49-F238E27FC236}">
                <a16:creationId xmlns:a16="http://schemas.microsoft.com/office/drawing/2014/main" id="{430A4452-39A9-6D0D-1087-176A6BDB55FA}"/>
              </a:ext>
            </a:extLst>
          </p:cNvPr>
          <p:cNvSpPr>
            <a:spLocks noGrp="1"/>
          </p:cNvSpPr>
          <p:nvPr>
            <p:ph type="body" sz="quarter" idx="33" hasCustomPrompt="1"/>
          </p:nvPr>
        </p:nvSpPr>
        <p:spPr>
          <a:xfrm>
            <a:off x="1174039" y="5011087"/>
            <a:ext cx="2325689" cy="358261"/>
          </a:xfrm>
        </p:spPr>
        <p:txBody>
          <a:bodyPr>
            <a:normAutofit/>
          </a:bodyPr>
          <a:lstStyle>
            <a:lvl1pPr marL="0" indent="0" algn="ctr">
              <a:buNone/>
              <a:defRPr sz="1600" b="0">
                <a:latin typeface="Open Sans" pitchFamily="2" charset="0"/>
                <a:ea typeface="Open Sans" pitchFamily="2" charset="0"/>
                <a:cs typeface="Open Sans" pitchFamily="2" charset="0"/>
              </a:defRPr>
            </a:lvl1pPr>
            <a:lvl2pPr>
              <a:defRPr sz="1800"/>
            </a:lvl2pPr>
            <a:lvl3pPr>
              <a:defRPr sz="1600"/>
            </a:lvl3pPr>
          </a:lstStyle>
          <a:p>
            <a:pPr lvl="0"/>
            <a:r>
              <a:rPr lang="en-US" dirty="0"/>
              <a:t>Description</a:t>
            </a:r>
          </a:p>
        </p:txBody>
      </p:sp>
      <p:sp>
        <p:nvSpPr>
          <p:cNvPr id="34" name="Text Placeholder 74">
            <a:extLst>
              <a:ext uri="{FF2B5EF4-FFF2-40B4-BE49-F238E27FC236}">
                <a16:creationId xmlns:a16="http://schemas.microsoft.com/office/drawing/2014/main" id="{1527C951-E9F3-D7EE-838F-8B6FA375790A}"/>
              </a:ext>
            </a:extLst>
          </p:cNvPr>
          <p:cNvSpPr>
            <a:spLocks noGrp="1"/>
          </p:cNvSpPr>
          <p:nvPr>
            <p:ph type="body" sz="quarter" idx="34" hasCustomPrompt="1"/>
          </p:nvPr>
        </p:nvSpPr>
        <p:spPr>
          <a:xfrm>
            <a:off x="4933156" y="4629080"/>
            <a:ext cx="2325689" cy="317463"/>
          </a:xfrm>
        </p:spPr>
        <p:txBody>
          <a:bodyPr/>
          <a:lstStyle>
            <a:lvl1pPr marL="0" indent="0" algn="ctr">
              <a:buNone/>
              <a:defRPr sz="2000" b="1">
                <a:latin typeface="Barlow" panose="00000500000000000000" pitchFamily="2" charset="0"/>
              </a:defRPr>
            </a:lvl1pPr>
            <a:lvl2pPr>
              <a:defRPr sz="1800"/>
            </a:lvl2pPr>
            <a:lvl3pPr>
              <a:defRPr sz="1600"/>
            </a:lvl3pPr>
          </a:lstStyle>
          <a:p>
            <a:pPr lvl="0"/>
            <a:r>
              <a:rPr lang="en-US" dirty="0"/>
              <a:t>Subheading</a:t>
            </a:r>
          </a:p>
        </p:txBody>
      </p:sp>
      <p:sp>
        <p:nvSpPr>
          <p:cNvPr id="35" name="Text Placeholder 74">
            <a:extLst>
              <a:ext uri="{FF2B5EF4-FFF2-40B4-BE49-F238E27FC236}">
                <a16:creationId xmlns:a16="http://schemas.microsoft.com/office/drawing/2014/main" id="{7E31BD87-6D3D-7D22-A5A0-943C17AC9B98}"/>
              </a:ext>
            </a:extLst>
          </p:cNvPr>
          <p:cNvSpPr>
            <a:spLocks noGrp="1"/>
          </p:cNvSpPr>
          <p:nvPr>
            <p:ph type="body" sz="quarter" idx="35" hasCustomPrompt="1"/>
          </p:nvPr>
        </p:nvSpPr>
        <p:spPr>
          <a:xfrm>
            <a:off x="4933155" y="5011087"/>
            <a:ext cx="2325689" cy="358261"/>
          </a:xfrm>
        </p:spPr>
        <p:txBody>
          <a:bodyPr>
            <a:normAutofit/>
          </a:bodyPr>
          <a:lstStyle>
            <a:lvl1pPr marL="0" indent="0" algn="ctr">
              <a:buNone/>
              <a:defRPr sz="1600" b="0">
                <a:latin typeface="Open Sans" pitchFamily="2" charset="0"/>
                <a:ea typeface="Open Sans" pitchFamily="2" charset="0"/>
                <a:cs typeface="Open Sans" pitchFamily="2" charset="0"/>
              </a:defRPr>
            </a:lvl1pPr>
            <a:lvl2pPr>
              <a:defRPr sz="1800"/>
            </a:lvl2pPr>
            <a:lvl3pPr>
              <a:defRPr sz="1600"/>
            </a:lvl3pPr>
          </a:lstStyle>
          <a:p>
            <a:pPr lvl="0"/>
            <a:r>
              <a:rPr lang="en-US" dirty="0"/>
              <a:t>Description</a:t>
            </a:r>
          </a:p>
        </p:txBody>
      </p:sp>
      <p:sp>
        <p:nvSpPr>
          <p:cNvPr id="36" name="Text Placeholder 74">
            <a:extLst>
              <a:ext uri="{FF2B5EF4-FFF2-40B4-BE49-F238E27FC236}">
                <a16:creationId xmlns:a16="http://schemas.microsoft.com/office/drawing/2014/main" id="{C35174F9-D362-DC2E-55E9-9F2C663195BF}"/>
              </a:ext>
            </a:extLst>
          </p:cNvPr>
          <p:cNvSpPr>
            <a:spLocks noGrp="1"/>
          </p:cNvSpPr>
          <p:nvPr>
            <p:ph type="body" sz="quarter" idx="36" hasCustomPrompt="1"/>
          </p:nvPr>
        </p:nvSpPr>
        <p:spPr>
          <a:xfrm>
            <a:off x="8692272" y="4618524"/>
            <a:ext cx="2325689" cy="317463"/>
          </a:xfrm>
        </p:spPr>
        <p:txBody>
          <a:bodyPr/>
          <a:lstStyle>
            <a:lvl1pPr marL="0" indent="0" algn="ctr">
              <a:buNone/>
              <a:defRPr sz="2000" b="1">
                <a:latin typeface="Barlow" panose="00000500000000000000" pitchFamily="2" charset="0"/>
              </a:defRPr>
            </a:lvl1pPr>
            <a:lvl2pPr>
              <a:defRPr sz="1800"/>
            </a:lvl2pPr>
            <a:lvl3pPr>
              <a:defRPr sz="1600"/>
            </a:lvl3pPr>
          </a:lstStyle>
          <a:p>
            <a:pPr lvl="0"/>
            <a:r>
              <a:rPr lang="en-US" dirty="0"/>
              <a:t>Subheading</a:t>
            </a:r>
          </a:p>
        </p:txBody>
      </p:sp>
      <p:sp>
        <p:nvSpPr>
          <p:cNvPr id="37" name="Text Placeholder 74">
            <a:extLst>
              <a:ext uri="{FF2B5EF4-FFF2-40B4-BE49-F238E27FC236}">
                <a16:creationId xmlns:a16="http://schemas.microsoft.com/office/drawing/2014/main" id="{3A5C1FFD-4967-9795-B6DA-B674EB0A1380}"/>
              </a:ext>
            </a:extLst>
          </p:cNvPr>
          <p:cNvSpPr>
            <a:spLocks noGrp="1"/>
          </p:cNvSpPr>
          <p:nvPr>
            <p:ph type="body" sz="quarter" idx="37" hasCustomPrompt="1"/>
          </p:nvPr>
        </p:nvSpPr>
        <p:spPr>
          <a:xfrm>
            <a:off x="8692271" y="5000531"/>
            <a:ext cx="2325689" cy="358261"/>
          </a:xfrm>
        </p:spPr>
        <p:txBody>
          <a:bodyPr>
            <a:normAutofit/>
          </a:bodyPr>
          <a:lstStyle>
            <a:lvl1pPr marL="0" indent="0" algn="ctr">
              <a:buNone/>
              <a:defRPr sz="1600" b="0">
                <a:latin typeface="Open Sans" pitchFamily="2" charset="0"/>
                <a:ea typeface="Open Sans" pitchFamily="2" charset="0"/>
                <a:cs typeface="Open Sans" pitchFamily="2" charset="0"/>
              </a:defRPr>
            </a:lvl1pPr>
            <a:lvl2pPr>
              <a:defRPr sz="1800"/>
            </a:lvl2pPr>
            <a:lvl3pPr>
              <a:defRPr sz="1600"/>
            </a:lvl3pPr>
          </a:lstStyle>
          <a:p>
            <a:pPr lvl="0"/>
            <a:r>
              <a:rPr lang="en-US" dirty="0"/>
              <a:t>Description</a:t>
            </a:r>
          </a:p>
        </p:txBody>
      </p:sp>
    </p:spTree>
    <p:extLst>
      <p:ext uri="{BB962C8B-B14F-4D97-AF65-F5344CB8AC3E}">
        <p14:creationId xmlns:p14="http://schemas.microsoft.com/office/powerpoint/2010/main" val="60139863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2_Miscellaneous">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FFA8095C-6957-5EC7-4323-059976D64700}"/>
              </a:ext>
            </a:extLst>
          </p:cNvPr>
          <p:cNvSpPr/>
          <p:nvPr userDrawn="1"/>
        </p:nvSpPr>
        <p:spPr>
          <a:xfrm rot="10800000">
            <a:off x="-2" y="4127502"/>
            <a:ext cx="4569985" cy="2730498"/>
          </a:xfrm>
          <a:custGeom>
            <a:avLst/>
            <a:gdLst>
              <a:gd name="connsiteX0" fmla="*/ 13028 w 10839953"/>
              <a:gd name="connsiteY0" fmla="*/ 0 h 6476710"/>
              <a:gd name="connsiteX1" fmla="*/ 10839953 w 10839953"/>
              <a:gd name="connsiteY1" fmla="*/ 0 h 6476710"/>
              <a:gd name="connsiteX2" fmla="*/ 10839953 w 10839953"/>
              <a:gd name="connsiteY2" fmla="*/ 4207453 h 6476710"/>
              <a:gd name="connsiteX3" fmla="*/ 10799970 w 10839953"/>
              <a:gd name="connsiteY3" fmla="*/ 4258332 h 6476710"/>
              <a:gd name="connsiteX4" fmla="*/ 6096000 w 10839953"/>
              <a:gd name="connsiteY4" fmla="*/ 6476710 h 6476710"/>
              <a:gd name="connsiteX5" fmla="*/ 0 w 10839953"/>
              <a:gd name="connsiteY5" fmla="*/ 380710 h 6476710"/>
              <a:gd name="connsiteX6" fmla="*/ 7932 w 10839953"/>
              <a:gd name="connsiteY6" fmla="*/ 67011 h 6476710"/>
              <a:gd name="connsiteX7" fmla="*/ 13028 w 10839953"/>
              <a:gd name="connsiteY7" fmla="*/ 0 h 6476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39953" h="6476710">
                <a:moveTo>
                  <a:pt x="13028" y="0"/>
                </a:moveTo>
                <a:lnTo>
                  <a:pt x="10839953" y="0"/>
                </a:lnTo>
                <a:lnTo>
                  <a:pt x="10839953" y="4207453"/>
                </a:lnTo>
                <a:lnTo>
                  <a:pt x="10799970" y="4258332"/>
                </a:lnTo>
                <a:cubicBezTo>
                  <a:pt x="9681874" y="5613152"/>
                  <a:pt x="7989785" y="6476710"/>
                  <a:pt x="6096000" y="6476710"/>
                </a:cubicBezTo>
                <a:cubicBezTo>
                  <a:pt x="2729272" y="6476710"/>
                  <a:pt x="0" y="3747438"/>
                  <a:pt x="0" y="380710"/>
                </a:cubicBezTo>
                <a:cubicBezTo>
                  <a:pt x="0" y="275500"/>
                  <a:pt x="2665" y="170912"/>
                  <a:pt x="7932" y="67011"/>
                </a:cubicBezTo>
                <a:lnTo>
                  <a:pt x="13028" y="0"/>
                </a:lnTo>
                <a:close/>
              </a:path>
            </a:pathLst>
          </a:custGeom>
          <a:gradFill>
            <a:gsLst>
              <a:gs pos="0">
                <a:schemeClr val="tx2">
                  <a:lumMod val="75000"/>
                </a:schemeClr>
              </a:gs>
              <a:gs pos="100000">
                <a:schemeClr val="tx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Picture Placeholder 40">
            <a:extLst>
              <a:ext uri="{FF2B5EF4-FFF2-40B4-BE49-F238E27FC236}">
                <a16:creationId xmlns:a16="http://schemas.microsoft.com/office/drawing/2014/main" id="{544B5328-6D80-7784-4220-C79FFA1FB257}"/>
              </a:ext>
            </a:extLst>
          </p:cNvPr>
          <p:cNvSpPr>
            <a:spLocks noGrp="1"/>
          </p:cNvSpPr>
          <p:nvPr>
            <p:ph type="pic" sz="quarter" idx="13"/>
          </p:nvPr>
        </p:nvSpPr>
        <p:spPr>
          <a:xfrm>
            <a:off x="1352048" y="-5702531"/>
            <a:ext cx="12192003" cy="12181139"/>
          </a:xfrm>
          <a:prstGeom prst="ellipse">
            <a:avLst/>
          </a:prstGeom>
          <a:noFill/>
        </p:spPr>
        <p:txBody>
          <a:bodyPr/>
          <a:lstStyle/>
          <a:p>
            <a:endParaRPr lang="en-IN" dirty="0"/>
          </a:p>
        </p:txBody>
      </p:sp>
      <p:sp>
        <p:nvSpPr>
          <p:cNvPr id="7" name="Title 1">
            <a:extLst>
              <a:ext uri="{FF2B5EF4-FFF2-40B4-BE49-F238E27FC236}">
                <a16:creationId xmlns:a16="http://schemas.microsoft.com/office/drawing/2014/main" id="{34113597-7CC6-531A-4BC2-34526106D4BE}"/>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r">
              <a:lnSpc>
                <a:spcPct val="100000"/>
              </a:lnSpc>
              <a:defRPr lang="en-US" sz="3200" dirty="0">
                <a:solidFill>
                  <a:schemeClr val="tx2"/>
                </a:solidFill>
              </a:defRPr>
            </a:lvl1pPr>
          </a:lstStyle>
          <a:p>
            <a:pPr lvl="0"/>
            <a:r>
              <a:rPr lang="en-GB" dirty="0"/>
              <a:t>Click to edit Master title style</a:t>
            </a:r>
            <a:endParaRPr lang="en-US" dirty="0"/>
          </a:p>
        </p:txBody>
      </p:sp>
      <p:sp>
        <p:nvSpPr>
          <p:cNvPr id="8" name="Rectangle 7">
            <a:extLst>
              <a:ext uri="{FF2B5EF4-FFF2-40B4-BE49-F238E27FC236}">
                <a16:creationId xmlns:a16="http://schemas.microsoft.com/office/drawing/2014/main" id="{56594010-F5CA-064F-63B9-AD7D19D448F3}"/>
              </a:ext>
            </a:extLst>
          </p:cNvPr>
          <p:cNvSpPr/>
          <p:nvPr userDrawn="1"/>
        </p:nvSpPr>
        <p:spPr>
          <a:xfrm>
            <a:off x="6443806" y="1488586"/>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9" name="Subtitle 2">
            <a:extLst>
              <a:ext uri="{FF2B5EF4-FFF2-40B4-BE49-F238E27FC236}">
                <a16:creationId xmlns:a16="http://schemas.microsoft.com/office/drawing/2014/main" id="{652999CC-950D-AC73-6A70-B04E0684E979}"/>
              </a:ext>
            </a:extLst>
          </p:cNvPr>
          <p:cNvSpPr>
            <a:spLocks noGrp="1"/>
          </p:cNvSpPr>
          <p:nvPr>
            <p:ph type="subTitle" idx="1"/>
          </p:nvPr>
        </p:nvSpPr>
        <p:spPr>
          <a:xfrm>
            <a:off x="285135" y="854284"/>
            <a:ext cx="11634149" cy="461665"/>
          </a:xfrm>
        </p:spPr>
        <p:txBody>
          <a:bodyPr wrap="square">
            <a:spAutoFit/>
          </a:bodyPr>
          <a:lstStyle>
            <a:lvl1pPr marL="0" indent="0" algn="r">
              <a:lnSpc>
                <a:spcPct val="100000"/>
              </a:lnSpc>
              <a:spcBef>
                <a:spcPts val="0"/>
              </a:spcBef>
              <a:buNone/>
              <a:defRPr lang="en-US" sz="2400" b="1" kern="1200" dirty="0">
                <a:solidFill>
                  <a:schemeClr val="accent1"/>
                </a:solidFill>
                <a:latin typeface="Barlow Medium" panose="00000600000000000000"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10" name="Rectangle: Rounded Corners 9">
            <a:extLst>
              <a:ext uri="{FF2B5EF4-FFF2-40B4-BE49-F238E27FC236}">
                <a16:creationId xmlns:a16="http://schemas.microsoft.com/office/drawing/2014/main" id="{5F2AE350-55D2-E63B-EA1B-43EBFB64272E}"/>
              </a:ext>
            </a:extLst>
          </p:cNvPr>
          <p:cNvSpPr/>
          <p:nvPr userDrawn="1"/>
        </p:nvSpPr>
        <p:spPr>
          <a:xfrm>
            <a:off x="809624" y="2612114"/>
            <a:ext cx="2437078" cy="3255286"/>
          </a:xfrm>
          <a:prstGeom prst="roundRect">
            <a:avLst>
              <a:gd name="adj" fmla="val 6896"/>
            </a:avLst>
          </a:prstGeom>
          <a:solidFill>
            <a:schemeClr val="bg1"/>
          </a:solidFill>
          <a:ln>
            <a:noFill/>
          </a:ln>
          <a:effectLst>
            <a:outerShdw blurRad="127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 Placeholder 37">
            <a:extLst>
              <a:ext uri="{FF2B5EF4-FFF2-40B4-BE49-F238E27FC236}">
                <a16:creationId xmlns:a16="http://schemas.microsoft.com/office/drawing/2014/main" id="{80C30F35-38A6-A294-048E-40574A758355}"/>
              </a:ext>
            </a:extLst>
          </p:cNvPr>
          <p:cNvSpPr>
            <a:spLocks noGrp="1"/>
          </p:cNvSpPr>
          <p:nvPr>
            <p:ph type="body" sz="quarter" idx="21" hasCustomPrompt="1"/>
          </p:nvPr>
        </p:nvSpPr>
        <p:spPr>
          <a:xfrm>
            <a:off x="996448" y="4009351"/>
            <a:ext cx="1903413" cy="469070"/>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16" name="Text Placeholder 37">
            <a:extLst>
              <a:ext uri="{FF2B5EF4-FFF2-40B4-BE49-F238E27FC236}">
                <a16:creationId xmlns:a16="http://schemas.microsoft.com/office/drawing/2014/main" id="{A6663F84-DDCB-28F0-3D3A-1E0285D4BCE9}"/>
              </a:ext>
            </a:extLst>
          </p:cNvPr>
          <p:cNvSpPr>
            <a:spLocks noGrp="1"/>
          </p:cNvSpPr>
          <p:nvPr>
            <p:ph type="body" sz="quarter" idx="20" hasCustomPrompt="1"/>
          </p:nvPr>
        </p:nvSpPr>
        <p:spPr>
          <a:xfrm>
            <a:off x="996450" y="3609535"/>
            <a:ext cx="1903411" cy="276665"/>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dirty="0"/>
              <a:t>Click to add text</a:t>
            </a:r>
            <a:endParaRPr lang="en-IN" dirty="0"/>
          </a:p>
        </p:txBody>
      </p:sp>
      <p:sp>
        <p:nvSpPr>
          <p:cNvPr id="46" name="Rectangle 45">
            <a:extLst>
              <a:ext uri="{FF2B5EF4-FFF2-40B4-BE49-F238E27FC236}">
                <a16:creationId xmlns:a16="http://schemas.microsoft.com/office/drawing/2014/main" id="{5C2D7219-2A03-C3ED-E812-F65D73ED200B}"/>
              </a:ext>
            </a:extLst>
          </p:cNvPr>
          <p:cNvSpPr/>
          <p:nvPr userDrawn="1"/>
        </p:nvSpPr>
        <p:spPr>
          <a:xfrm>
            <a:off x="2819400" y="3319334"/>
            <a:ext cx="434708" cy="51314"/>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Text Placeholder 42">
            <a:extLst>
              <a:ext uri="{FF2B5EF4-FFF2-40B4-BE49-F238E27FC236}">
                <a16:creationId xmlns:a16="http://schemas.microsoft.com/office/drawing/2014/main" id="{00481D02-35A5-98C7-1207-2E929E940BCD}"/>
              </a:ext>
            </a:extLst>
          </p:cNvPr>
          <p:cNvSpPr>
            <a:spLocks noGrp="1"/>
          </p:cNvSpPr>
          <p:nvPr>
            <p:ph type="body" sz="quarter" idx="14" hasCustomPrompt="1"/>
          </p:nvPr>
        </p:nvSpPr>
        <p:spPr>
          <a:xfrm>
            <a:off x="996448" y="2880386"/>
            <a:ext cx="1903413" cy="527050"/>
          </a:xfrm>
        </p:spPr>
        <p:txBody>
          <a:bodyPr>
            <a:noAutofit/>
          </a:bodyPr>
          <a:lstStyle>
            <a:lvl1pPr marL="0" indent="0">
              <a:buNone/>
              <a:defRPr sz="3600" b="1">
                <a:solidFill>
                  <a:schemeClr val="tx2"/>
                </a:solidFill>
                <a:latin typeface="Barlow" panose="00000500000000000000" pitchFamily="2" charset="0"/>
              </a:defRPr>
            </a:lvl1pPr>
          </a:lstStyle>
          <a:p>
            <a:pPr lvl="0"/>
            <a:r>
              <a:rPr lang="en-US" dirty="0"/>
              <a:t>01</a:t>
            </a:r>
            <a:endParaRPr lang="en-IN" dirty="0"/>
          </a:p>
        </p:txBody>
      </p:sp>
      <p:sp>
        <p:nvSpPr>
          <p:cNvPr id="23" name="Rectangle: Rounded Corners 22">
            <a:extLst>
              <a:ext uri="{FF2B5EF4-FFF2-40B4-BE49-F238E27FC236}">
                <a16:creationId xmlns:a16="http://schemas.microsoft.com/office/drawing/2014/main" id="{B04DAB1D-95A5-1478-5C72-5943009BE77E}"/>
              </a:ext>
            </a:extLst>
          </p:cNvPr>
          <p:cNvSpPr/>
          <p:nvPr userDrawn="1"/>
        </p:nvSpPr>
        <p:spPr>
          <a:xfrm>
            <a:off x="3514109" y="2612114"/>
            <a:ext cx="2437078" cy="3255286"/>
          </a:xfrm>
          <a:prstGeom prst="roundRect">
            <a:avLst>
              <a:gd name="adj" fmla="val 6896"/>
            </a:avLst>
          </a:prstGeom>
          <a:solidFill>
            <a:schemeClr val="bg1"/>
          </a:solidFill>
          <a:ln>
            <a:noFill/>
          </a:ln>
          <a:effectLst>
            <a:outerShdw blurRad="127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 Placeholder 37">
            <a:extLst>
              <a:ext uri="{FF2B5EF4-FFF2-40B4-BE49-F238E27FC236}">
                <a16:creationId xmlns:a16="http://schemas.microsoft.com/office/drawing/2014/main" id="{731C22EE-498C-F7CA-40B9-97C9E33D543E}"/>
              </a:ext>
            </a:extLst>
          </p:cNvPr>
          <p:cNvSpPr>
            <a:spLocks noGrp="1"/>
          </p:cNvSpPr>
          <p:nvPr>
            <p:ph type="body" sz="quarter" idx="22" hasCustomPrompt="1"/>
          </p:nvPr>
        </p:nvSpPr>
        <p:spPr>
          <a:xfrm>
            <a:off x="3700933" y="4009351"/>
            <a:ext cx="1903413" cy="469070"/>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25" name="Text Placeholder 37">
            <a:extLst>
              <a:ext uri="{FF2B5EF4-FFF2-40B4-BE49-F238E27FC236}">
                <a16:creationId xmlns:a16="http://schemas.microsoft.com/office/drawing/2014/main" id="{0718D317-E437-ACFE-36C8-9CBA300462F9}"/>
              </a:ext>
            </a:extLst>
          </p:cNvPr>
          <p:cNvSpPr>
            <a:spLocks noGrp="1"/>
          </p:cNvSpPr>
          <p:nvPr>
            <p:ph type="body" sz="quarter" idx="23" hasCustomPrompt="1"/>
          </p:nvPr>
        </p:nvSpPr>
        <p:spPr>
          <a:xfrm>
            <a:off x="3700935" y="3609535"/>
            <a:ext cx="1903411" cy="276665"/>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dirty="0"/>
              <a:t>Click to add text</a:t>
            </a:r>
            <a:endParaRPr lang="en-IN" dirty="0"/>
          </a:p>
        </p:txBody>
      </p:sp>
      <p:sp>
        <p:nvSpPr>
          <p:cNvPr id="26" name="Rectangle 25">
            <a:extLst>
              <a:ext uri="{FF2B5EF4-FFF2-40B4-BE49-F238E27FC236}">
                <a16:creationId xmlns:a16="http://schemas.microsoft.com/office/drawing/2014/main" id="{EAF39272-ABFB-4973-E473-1D05B700C25F}"/>
              </a:ext>
            </a:extLst>
          </p:cNvPr>
          <p:cNvSpPr/>
          <p:nvPr userDrawn="1"/>
        </p:nvSpPr>
        <p:spPr>
          <a:xfrm>
            <a:off x="5523885" y="3319334"/>
            <a:ext cx="434708" cy="51314"/>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7" name="Text Placeholder 42">
            <a:extLst>
              <a:ext uri="{FF2B5EF4-FFF2-40B4-BE49-F238E27FC236}">
                <a16:creationId xmlns:a16="http://schemas.microsoft.com/office/drawing/2014/main" id="{32E8F836-8812-4FCB-8F5B-81429F7BBB38}"/>
              </a:ext>
            </a:extLst>
          </p:cNvPr>
          <p:cNvSpPr>
            <a:spLocks noGrp="1"/>
          </p:cNvSpPr>
          <p:nvPr>
            <p:ph type="body" sz="quarter" idx="24" hasCustomPrompt="1"/>
          </p:nvPr>
        </p:nvSpPr>
        <p:spPr>
          <a:xfrm>
            <a:off x="3700933" y="2880386"/>
            <a:ext cx="1903413" cy="527050"/>
          </a:xfrm>
        </p:spPr>
        <p:txBody>
          <a:bodyPr>
            <a:noAutofit/>
          </a:bodyPr>
          <a:lstStyle>
            <a:lvl1pPr marL="0" indent="0">
              <a:buNone/>
              <a:defRPr sz="3600" b="1">
                <a:solidFill>
                  <a:schemeClr val="tx2"/>
                </a:solidFill>
                <a:latin typeface="Barlow" panose="00000500000000000000" pitchFamily="2" charset="0"/>
              </a:defRPr>
            </a:lvl1pPr>
          </a:lstStyle>
          <a:p>
            <a:pPr lvl="0"/>
            <a:r>
              <a:rPr lang="en-US" dirty="0"/>
              <a:t>02</a:t>
            </a:r>
            <a:endParaRPr lang="en-IN" dirty="0"/>
          </a:p>
        </p:txBody>
      </p:sp>
      <p:sp>
        <p:nvSpPr>
          <p:cNvPr id="33" name="Rectangle: Rounded Corners 32">
            <a:extLst>
              <a:ext uri="{FF2B5EF4-FFF2-40B4-BE49-F238E27FC236}">
                <a16:creationId xmlns:a16="http://schemas.microsoft.com/office/drawing/2014/main" id="{CBA6AB4C-B704-E9F0-7263-0160C8EF066F}"/>
              </a:ext>
            </a:extLst>
          </p:cNvPr>
          <p:cNvSpPr/>
          <p:nvPr userDrawn="1"/>
        </p:nvSpPr>
        <p:spPr>
          <a:xfrm>
            <a:off x="6227000" y="2612114"/>
            <a:ext cx="2437078" cy="3255286"/>
          </a:xfrm>
          <a:prstGeom prst="roundRect">
            <a:avLst>
              <a:gd name="adj" fmla="val 6896"/>
            </a:avLst>
          </a:prstGeom>
          <a:solidFill>
            <a:schemeClr val="bg1"/>
          </a:solidFill>
          <a:ln>
            <a:noFill/>
          </a:ln>
          <a:effectLst>
            <a:outerShdw blurRad="127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 Placeholder 37">
            <a:extLst>
              <a:ext uri="{FF2B5EF4-FFF2-40B4-BE49-F238E27FC236}">
                <a16:creationId xmlns:a16="http://schemas.microsoft.com/office/drawing/2014/main" id="{3651C546-F9F0-9525-73EB-8F8316BDB8E4}"/>
              </a:ext>
            </a:extLst>
          </p:cNvPr>
          <p:cNvSpPr>
            <a:spLocks noGrp="1"/>
          </p:cNvSpPr>
          <p:nvPr>
            <p:ph type="body" sz="quarter" idx="25" hasCustomPrompt="1"/>
          </p:nvPr>
        </p:nvSpPr>
        <p:spPr>
          <a:xfrm>
            <a:off x="6413824" y="4009351"/>
            <a:ext cx="1903413" cy="469070"/>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35" name="Text Placeholder 37">
            <a:extLst>
              <a:ext uri="{FF2B5EF4-FFF2-40B4-BE49-F238E27FC236}">
                <a16:creationId xmlns:a16="http://schemas.microsoft.com/office/drawing/2014/main" id="{D5793BEF-2010-0581-2EC2-C1A21BBFDE6F}"/>
              </a:ext>
            </a:extLst>
          </p:cNvPr>
          <p:cNvSpPr>
            <a:spLocks noGrp="1"/>
          </p:cNvSpPr>
          <p:nvPr>
            <p:ph type="body" sz="quarter" idx="26" hasCustomPrompt="1"/>
          </p:nvPr>
        </p:nvSpPr>
        <p:spPr>
          <a:xfrm>
            <a:off x="6413826" y="3609535"/>
            <a:ext cx="1903411" cy="276665"/>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dirty="0"/>
              <a:t>Click to add text</a:t>
            </a:r>
            <a:endParaRPr lang="en-IN" dirty="0"/>
          </a:p>
        </p:txBody>
      </p:sp>
      <p:sp>
        <p:nvSpPr>
          <p:cNvPr id="36" name="Rectangle 35">
            <a:extLst>
              <a:ext uri="{FF2B5EF4-FFF2-40B4-BE49-F238E27FC236}">
                <a16:creationId xmlns:a16="http://schemas.microsoft.com/office/drawing/2014/main" id="{C6F9B29B-C3EE-0CCC-9097-A191C0E982D4}"/>
              </a:ext>
            </a:extLst>
          </p:cNvPr>
          <p:cNvSpPr/>
          <p:nvPr userDrawn="1"/>
        </p:nvSpPr>
        <p:spPr>
          <a:xfrm>
            <a:off x="8236776" y="3319334"/>
            <a:ext cx="434708" cy="51314"/>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37" name="Text Placeholder 42">
            <a:extLst>
              <a:ext uri="{FF2B5EF4-FFF2-40B4-BE49-F238E27FC236}">
                <a16:creationId xmlns:a16="http://schemas.microsoft.com/office/drawing/2014/main" id="{D860BE52-9B54-15A9-89D7-F26AF4F22438}"/>
              </a:ext>
            </a:extLst>
          </p:cNvPr>
          <p:cNvSpPr>
            <a:spLocks noGrp="1"/>
          </p:cNvSpPr>
          <p:nvPr>
            <p:ph type="body" sz="quarter" idx="27" hasCustomPrompt="1"/>
          </p:nvPr>
        </p:nvSpPr>
        <p:spPr>
          <a:xfrm>
            <a:off x="6413824" y="2880386"/>
            <a:ext cx="1903413" cy="527050"/>
          </a:xfrm>
        </p:spPr>
        <p:txBody>
          <a:bodyPr>
            <a:noAutofit/>
          </a:bodyPr>
          <a:lstStyle>
            <a:lvl1pPr marL="0" indent="0">
              <a:buNone/>
              <a:defRPr sz="3600" b="1">
                <a:solidFill>
                  <a:schemeClr val="tx2"/>
                </a:solidFill>
                <a:latin typeface="Barlow" panose="00000500000000000000" pitchFamily="2" charset="0"/>
              </a:defRPr>
            </a:lvl1pPr>
          </a:lstStyle>
          <a:p>
            <a:pPr lvl="0"/>
            <a:r>
              <a:rPr lang="en-US" dirty="0"/>
              <a:t>03</a:t>
            </a:r>
            <a:endParaRPr lang="en-IN" dirty="0"/>
          </a:p>
        </p:txBody>
      </p:sp>
      <p:sp>
        <p:nvSpPr>
          <p:cNvPr id="44" name="Rectangle: Rounded Corners 43">
            <a:extLst>
              <a:ext uri="{FF2B5EF4-FFF2-40B4-BE49-F238E27FC236}">
                <a16:creationId xmlns:a16="http://schemas.microsoft.com/office/drawing/2014/main" id="{6954ADF8-1F77-DD9F-6418-8F48DB8B9F63}"/>
              </a:ext>
            </a:extLst>
          </p:cNvPr>
          <p:cNvSpPr/>
          <p:nvPr userDrawn="1"/>
        </p:nvSpPr>
        <p:spPr>
          <a:xfrm>
            <a:off x="8939891" y="2612114"/>
            <a:ext cx="2437078" cy="3255286"/>
          </a:xfrm>
          <a:prstGeom prst="roundRect">
            <a:avLst>
              <a:gd name="adj" fmla="val 6896"/>
            </a:avLst>
          </a:prstGeom>
          <a:solidFill>
            <a:schemeClr val="bg1"/>
          </a:solidFill>
          <a:ln>
            <a:noFill/>
          </a:ln>
          <a:effectLst>
            <a:outerShdw blurRad="127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 Placeholder 37">
            <a:extLst>
              <a:ext uri="{FF2B5EF4-FFF2-40B4-BE49-F238E27FC236}">
                <a16:creationId xmlns:a16="http://schemas.microsoft.com/office/drawing/2014/main" id="{ABF55AA2-4B78-5FFF-9CDF-4A0BC3F1B130}"/>
              </a:ext>
            </a:extLst>
          </p:cNvPr>
          <p:cNvSpPr>
            <a:spLocks noGrp="1"/>
          </p:cNvSpPr>
          <p:nvPr>
            <p:ph type="body" sz="quarter" idx="28" hasCustomPrompt="1"/>
          </p:nvPr>
        </p:nvSpPr>
        <p:spPr>
          <a:xfrm>
            <a:off x="9126715" y="4009351"/>
            <a:ext cx="1903413" cy="469070"/>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47" name="Text Placeholder 37">
            <a:extLst>
              <a:ext uri="{FF2B5EF4-FFF2-40B4-BE49-F238E27FC236}">
                <a16:creationId xmlns:a16="http://schemas.microsoft.com/office/drawing/2014/main" id="{553A0342-B173-027B-0A63-9D49698D7EB4}"/>
              </a:ext>
            </a:extLst>
          </p:cNvPr>
          <p:cNvSpPr>
            <a:spLocks noGrp="1"/>
          </p:cNvSpPr>
          <p:nvPr>
            <p:ph type="body" sz="quarter" idx="29" hasCustomPrompt="1"/>
          </p:nvPr>
        </p:nvSpPr>
        <p:spPr>
          <a:xfrm>
            <a:off x="9126717" y="3609535"/>
            <a:ext cx="1903411" cy="276665"/>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dirty="0"/>
              <a:t>Click to add text</a:t>
            </a:r>
            <a:endParaRPr lang="en-IN" dirty="0"/>
          </a:p>
        </p:txBody>
      </p:sp>
      <p:sp>
        <p:nvSpPr>
          <p:cNvPr id="48" name="Rectangle 47">
            <a:extLst>
              <a:ext uri="{FF2B5EF4-FFF2-40B4-BE49-F238E27FC236}">
                <a16:creationId xmlns:a16="http://schemas.microsoft.com/office/drawing/2014/main" id="{E034B531-F2C6-B1D6-11A3-837CB9BEA982}"/>
              </a:ext>
            </a:extLst>
          </p:cNvPr>
          <p:cNvSpPr/>
          <p:nvPr userDrawn="1"/>
        </p:nvSpPr>
        <p:spPr>
          <a:xfrm>
            <a:off x="10949667" y="3319334"/>
            <a:ext cx="434708" cy="51314"/>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49" name="Text Placeholder 42">
            <a:extLst>
              <a:ext uri="{FF2B5EF4-FFF2-40B4-BE49-F238E27FC236}">
                <a16:creationId xmlns:a16="http://schemas.microsoft.com/office/drawing/2014/main" id="{ACEF462E-9001-EC24-1C02-AE2EE263F7E5}"/>
              </a:ext>
            </a:extLst>
          </p:cNvPr>
          <p:cNvSpPr>
            <a:spLocks noGrp="1"/>
          </p:cNvSpPr>
          <p:nvPr>
            <p:ph type="body" sz="quarter" idx="30" hasCustomPrompt="1"/>
          </p:nvPr>
        </p:nvSpPr>
        <p:spPr>
          <a:xfrm>
            <a:off x="9126715" y="2880386"/>
            <a:ext cx="1903413" cy="527050"/>
          </a:xfrm>
        </p:spPr>
        <p:txBody>
          <a:bodyPr>
            <a:noAutofit/>
          </a:bodyPr>
          <a:lstStyle>
            <a:lvl1pPr marL="0" indent="0">
              <a:buNone/>
              <a:defRPr sz="3600" b="1">
                <a:solidFill>
                  <a:schemeClr val="tx2"/>
                </a:solidFill>
                <a:latin typeface="Barlow" panose="00000500000000000000" pitchFamily="2" charset="0"/>
              </a:defRPr>
            </a:lvl1pPr>
          </a:lstStyle>
          <a:p>
            <a:pPr lvl="0"/>
            <a:r>
              <a:rPr lang="en-US" dirty="0"/>
              <a:t>04</a:t>
            </a:r>
            <a:endParaRPr lang="en-IN" dirty="0"/>
          </a:p>
        </p:txBody>
      </p:sp>
    </p:spTree>
    <p:extLst>
      <p:ext uri="{BB962C8B-B14F-4D97-AF65-F5344CB8AC3E}">
        <p14:creationId xmlns:p14="http://schemas.microsoft.com/office/powerpoint/2010/main" val="2015011826"/>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3_Miscellaneous">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71E2354-AF0A-A7B4-7B78-365FAC8AEB1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67780" y="1408471"/>
            <a:ext cx="8256439" cy="5079644"/>
          </a:xfrm>
          <a:prstGeom prst="rect">
            <a:avLst/>
          </a:prstGeom>
        </p:spPr>
      </p:pic>
      <p:sp>
        <p:nvSpPr>
          <p:cNvPr id="8" name="Title 1">
            <a:extLst>
              <a:ext uri="{FF2B5EF4-FFF2-40B4-BE49-F238E27FC236}">
                <a16:creationId xmlns:a16="http://schemas.microsoft.com/office/drawing/2014/main" id="{8C48F4F6-BD8F-048E-5B8A-25193117E050}"/>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ctr">
              <a:lnSpc>
                <a:spcPct val="100000"/>
              </a:lnSpc>
              <a:defRPr lang="en-US" sz="3200" dirty="0">
                <a:solidFill>
                  <a:schemeClr val="tx2"/>
                </a:solidFill>
              </a:defRPr>
            </a:lvl1pPr>
          </a:lstStyle>
          <a:p>
            <a:pPr lvl="0"/>
            <a:r>
              <a:rPr lang="en-GB" dirty="0"/>
              <a:t>Click to edit Master title style</a:t>
            </a:r>
            <a:endParaRPr lang="en-US" dirty="0"/>
          </a:p>
        </p:txBody>
      </p:sp>
      <p:sp>
        <p:nvSpPr>
          <p:cNvPr id="19" name="Rectangle 18">
            <a:extLst>
              <a:ext uri="{FF2B5EF4-FFF2-40B4-BE49-F238E27FC236}">
                <a16:creationId xmlns:a16="http://schemas.microsoft.com/office/drawing/2014/main" id="{C930368F-58B1-272E-5A4E-082B39802E55}"/>
              </a:ext>
            </a:extLst>
          </p:cNvPr>
          <p:cNvSpPr/>
          <p:nvPr userDrawn="1"/>
        </p:nvSpPr>
        <p:spPr>
          <a:xfrm>
            <a:off x="0" y="2553432"/>
            <a:ext cx="3362449" cy="661084"/>
          </a:xfrm>
          <a:prstGeom prst="rect">
            <a:avLst/>
          </a:prstGeom>
          <a:gradFill flip="none" rotWithShape="1">
            <a:gsLst>
              <a:gs pos="0">
                <a:srgbClr val="FFFFFF"/>
              </a:gs>
              <a:gs pos="44000">
                <a:schemeClr val="bg1">
                  <a:lumMod val="95000"/>
                </a:schemeClr>
              </a:gs>
              <a:gs pos="100000">
                <a:schemeClr val="tx1">
                  <a:lumMod val="20000"/>
                  <a:lumOff val="8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76A7EC8-5ADE-B139-BEB4-EC8EA819AD39}"/>
              </a:ext>
            </a:extLst>
          </p:cNvPr>
          <p:cNvSpPr/>
          <p:nvPr userDrawn="1"/>
        </p:nvSpPr>
        <p:spPr>
          <a:xfrm rot="10800000">
            <a:off x="8759118" y="4234001"/>
            <a:ext cx="3432882" cy="677454"/>
          </a:xfrm>
          <a:prstGeom prst="rect">
            <a:avLst/>
          </a:prstGeom>
          <a:gradFill flip="none" rotWithShape="1">
            <a:gsLst>
              <a:gs pos="0">
                <a:srgbClr val="FFFFFF"/>
              </a:gs>
              <a:gs pos="44000">
                <a:schemeClr val="bg1">
                  <a:lumMod val="95000"/>
                </a:schemeClr>
              </a:gs>
              <a:gs pos="100000">
                <a:schemeClr val="tx1">
                  <a:lumMod val="20000"/>
                  <a:lumOff val="8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1" name="Rectangle 20">
            <a:extLst>
              <a:ext uri="{FF2B5EF4-FFF2-40B4-BE49-F238E27FC236}">
                <a16:creationId xmlns:a16="http://schemas.microsoft.com/office/drawing/2014/main" id="{ED3C8B1D-4FBA-2B1C-99E8-C7E23566E448}"/>
              </a:ext>
            </a:extLst>
          </p:cNvPr>
          <p:cNvSpPr/>
          <p:nvPr userDrawn="1"/>
        </p:nvSpPr>
        <p:spPr>
          <a:xfrm rot="10800000">
            <a:off x="8804520" y="2553433"/>
            <a:ext cx="3387479" cy="661084"/>
          </a:xfrm>
          <a:prstGeom prst="rect">
            <a:avLst/>
          </a:prstGeom>
          <a:gradFill flip="none" rotWithShape="1">
            <a:gsLst>
              <a:gs pos="0">
                <a:srgbClr val="FFFFFF"/>
              </a:gs>
              <a:gs pos="44000">
                <a:schemeClr val="bg1">
                  <a:lumMod val="95000"/>
                </a:schemeClr>
              </a:gs>
              <a:gs pos="100000">
                <a:schemeClr val="tx1">
                  <a:lumMod val="20000"/>
                  <a:lumOff val="8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2" name="Rectangle 21">
            <a:extLst>
              <a:ext uri="{FF2B5EF4-FFF2-40B4-BE49-F238E27FC236}">
                <a16:creationId xmlns:a16="http://schemas.microsoft.com/office/drawing/2014/main" id="{90433AE9-764B-21EF-207A-FBC2BB0883AD}"/>
              </a:ext>
            </a:extLst>
          </p:cNvPr>
          <p:cNvSpPr/>
          <p:nvPr userDrawn="1"/>
        </p:nvSpPr>
        <p:spPr>
          <a:xfrm>
            <a:off x="59839" y="4252314"/>
            <a:ext cx="3364562" cy="640826"/>
          </a:xfrm>
          <a:prstGeom prst="rect">
            <a:avLst/>
          </a:prstGeom>
          <a:gradFill flip="none" rotWithShape="1">
            <a:gsLst>
              <a:gs pos="0">
                <a:srgbClr val="FFFFFF"/>
              </a:gs>
              <a:gs pos="44000">
                <a:schemeClr val="bg1">
                  <a:lumMod val="95000"/>
                </a:schemeClr>
              </a:gs>
              <a:gs pos="100000">
                <a:schemeClr val="tx1">
                  <a:lumMod val="20000"/>
                  <a:lumOff val="8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3" name="Rectangle 22">
            <a:extLst>
              <a:ext uri="{FF2B5EF4-FFF2-40B4-BE49-F238E27FC236}">
                <a16:creationId xmlns:a16="http://schemas.microsoft.com/office/drawing/2014/main" id="{AEFED25F-C3A8-9E93-9C06-CE4DC73E4669}"/>
              </a:ext>
            </a:extLst>
          </p:cNvPr>
          <p:cNvSpPr/>
          <p:nvPr userDrawn="1"/>
        </p:nvSpPr>
        <p:spPr>
          <a:xfrm rot="10800000">
            <a:off x="3480993" y="2553432"/>
            <a:ext cx="1201145" cy="661084"/>
          </a:xfrm>
          <a:prstGeom prst="rect">
            <a:avLst/>
          </a:prstGeom>
          <a:gradFill flip="none" rotWithShape="1">
            <a:gsLst>
              <a:gs pos="41000">
                <a:schemeClr val="tx2"/>
              </a:gs>
              <a:gs pos="0">
                <a:schemeClr val="bg1"/>
              </a:gs>
              <a:gs pos="100000">
                <a:schemeClr val="tx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652440D5-82B9-7701-F35B-C55B0F0580CF}"/>
              </a:ext>
            </a:extLst>
          </p:cNvPr>
          <p:cNvSpPr/>
          <p:nvPr userDrawn="1"/>
        </p:nvSpPr>
        <p:spPr>
          <a:xfrm>
            <a:off x="7391962" y="4242185"/>
            <a:ext cx="1357596" cy="661084"/>
          </a:xfrm>
          <a:prstGeom prst="rect">
            <a:avLst/>
          </a:prstGeom>
          <a:gradFill flip="none" rotWithShape="1">
            <a:gsLst>
              <a:gs pos="100000">
                <a:schemeClr val="accent6"/>
              </a:gs>
              <a:gs pos="0">
                <a:schemeClr val="bg1"/>
              </a:gs>
              <a:gs pos="41000">
                <a:schemeClr val="accent6"/>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993E8914-9407-F23A-F644-A2A58C4E70F7}"/>
              </a:ext>
            </a:extLst>
          </p:cNvPr>
          <p:cNvSpPr/>
          <p:nvPr userDrawn="1"/>
        </p:nvSpPr>
        <p:spPr>
          <a:xfrm rot="10800000">
            <a:off x="3480993" y="4242185"/>
            <a:ext cx="1201145" cy="661084"/>
          </a:xfrm>
          <a:prstGeom prst="rect">
            <a:avLst/>
          </a:prstGeom>
          <a:gradFill flip="none" rotWithShape="1">
            <a:gsLst>
              <a:gs pos="45000">
                <a:schemeClr val="accent1"/>
              </a:gs>
              <a:gs pos="0">
                <a:schemeClr val="bg1"/>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2E3C5CD-E436-D613-8532-7F1C866813FC}"/>
              </a:ext>
            </a:extLst>
          </p:cNvPr>
          <p:cNvSpPr/>
          <p:nvPr userDrawn="1"/>
        </p:nvSpPr>
        <p:spPr>
          <a:xfrm>
            <a:off x="7391962" y="2553432"/>
            <a:ext cx="1357596" cy="661084"/>
          </a:xfrm>
          <a:prstGeom prst="rect">
            <a:avLst/>
          </a:prstGeom>
          <a:gradFill flip="none" rotWithShape="1">
            <a:gsLst>
              <a:gs pos="100000">
                <a:schemeClr val="accent2"/>
              </a:gs>
              <a:gs pos="37000">
                <a:schemeClr val="accent2"/>
              </a:gs>
              <a:gs pos="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Content Placeholder 78">
            <a:extLst>
              <a:ext uri="{FF2B5EF4-FFF2-40B4-BE49-F238E27FC236}">
                <a16:creationId xmlns:a16="http://schemas.microsoft.com/office/drawing/2014/main" id="{A94F6B01-0DFF-10F3-CAFB-D9F2DCA595D1}"/>
              </a:ext>
            </a:extLst>
          </p:cNvPr>
          <p:cNvSpPr>
            <a:spLocks noGrp="1"/>
          </p:cNvSpPr>
          <p:nvPr>
            <p:ph sz="quarter" idx="30" hasCustomPrompt="1"/>
          </p:nvPr>
        </p:nvSpPr>
        <p:spPr>
          <a:xfrm>
            <a:off x="3046841" y="2519594"/>
            <a:ext cx="705700" cy="680615"/>
          </a:xfrm>
          <a:prstGeom prst="ellipse">
            <a:avLst/>
          </a:prstGeom>
          <a:solidFill>
            <a:schemeClr val="tx2"/>
          </a:solidFill>
          <a:effectLst>
            <a:outerShdw blurRad="50800" dist="38100" dir="2700000" algn="tl" rotWithShape="0">
              <a:prstClr val="black">
                <a:alpha val="40000"/>
              </a:prstClr>
            </a:outerShdw>
          </a:effectLst>
        </p:spPr>
        <p:txBody>
          <a:bodyPr lIns="0" rIns="0" anchor="ctr">
            <a:noAutofit/>
          </a:bodyPr>
          <a:lstStyle>
            <a:lvl1pPr marL="0" indent="0" algn="ctr">
              <a:buNone/>
              <a:defRPr sz="900" b="1">
                <a:solidFill>
                  <a:schemeClr val="bg1"/>
                </a:solidFill>
              </a:defRPr>
            </a:lvl1pPr>
          </a:lstStyle>
          <a:p>
            <a:pPr lvl="0"/>
            <a:r>
              <a:rPr lang="en-US" dirty="0"/>
              <a:t>Icon</a:t>
            </a:r>
            <a:endParaRPr lang="en-IN" dirty="0"/>
          </a:p>
        </p:txBody>
      </p:sp>
      <p:sp>
        <p:nvSpPr>
          <p:cNvPr id="51" name="Content Placeholder 78">
            <a:extLst>
              <a:ext uri="{FF2B5EF4-FFF2-40B4-BE49-F238E27FC236}">
                <a16:creationId xmlns:a16="http://schemas.microsoft.com/office/drawing/2014/main" id="{D7453B05-EDC4-D383-327C-B7B4649EFBB8}"/>
              </a:ext>
            </a:extLst>
          </p:cNvPr>
          <p:cNvSpPr>
            <a:spLocks noGrp="1"/>
          </p:cNvSpPr>
          <p:nvPr>
            <p:ph sz="quarter" idx="31" hasCustomPrompt="1"/>
          </p:nvPr>
        </p:nvSpPr>
        <p:spPr>
          <a:xfrm>
            <a:off x="3064125" y="4241323"/>
            <a:ext cx="705700" cy="680615"/>
          </a:xfrm>
          <a:prstGeom prst="ellipse">
            <a:avLst/>
          </a:prstGeom>
          <a:solidFill>
            <a:schemeClr val="accent1"/>
          </a:solidFill>
          <a:effectLst>
            <a:outerShdw blurRad="50800" dist="38100" dir="2700000" algn="tl" rotWithShape="0">
              <a:prstClr val="black">
                <a:alpha val="40000"/>
              </a:prstClr>
            </a:outerShdw>
          </a:effectLst>
        </p:spPr>
        <p:txBody>
          <a:bodyPr vert="horz" lIns="0" tIns="45720" rIns="0" bIns="45720" rtlCol="0" anchor="ctr">
            <a:noAutofit/>
          </a:bodyPr>
          <a:lstStyle>
            <a:lvl1pPr>
              <a:defRPr lang="en-IN" sz="900" b="1" dirty="0">
                <a:solidFill>
                  <a:schemeClr val="bg1"/>
                </a:solidFill>
              </a:defRPr>
            </a:lvl1pPr>
          </a:lstStyle>
          <a:p>
            <a:pPr marL="0" lvl="0" indent="0" algn="ctr">
              <a:buNone/>
            </a:pPr>
            <a:r>
              <a:rPr lang="en-US" dirty="0"/>
              <a:t>Icon</a:t>
            </a:r>
            <a:endParaRPr lang="en-IN" dirty="0"/>
          </a:p>
        </p:txBody>
      </p:sp>
      <p:sp>
        <p:nvSpPr>
          <p:cNvPr id="52" name="Content Placeholder 78">
            <a:extLst>
              <a:ext uri="{FF2B5EF4-FFF2-40B4-BE49-F238E27FC236}">
                <a16:creationId xmlns:a16="http://schemas.microsoft.com/office/drawing/2014/main" id="{F3269EB5-AA83-CE3F-5F2F-4488474CF952}"/>
              </a:ext>
            </a:extLst>
          </p:cNvPr>
          <p:cNvSpPr>
            <a:spLocks noGrp="1"/>
          </p:cNvSpPr>
          <p:nvPr>
            <p:ph sz="quarter" idx="32" hasCustomPrompt="1"/>
          </p:nvPr>
        </p:nvSpPr>
        <p:spPr>
          <a:xfrm>
            <a:off x="8415668" y="2533901"/>
            <a:ext cx="705700" cy="680615"/>
          </a:xfrm>
          <a:prstGeom prst="ellipse">
            <a:avLst/>
          </a:prstGeom>
          <a:solidFill>
            <a:schemeClr val="accent2"/>
          </a:solidFill>
          <a:effectLst>
            <a:outerShdw blurRad="50800" dist="38100" dir="2700000" algn="tl" rotWithShape="0">
              <a:prstClr val="black">
                <a:alpha val="40000"/>
              </a:prstClr>
            </a:outerShdw>
          </a:effectLst>
        </p:spPr>
        <p:txBody>
          <a:bodyPr vert="horz" lIns="0" tIns="45720" rIns="0" bIns="45720" rtlCol="0" anchor="ctr">
            <a:noAutofit/>
          </a:bodyPr>
          <a:lstStyle>
            <a:lvl1pPr>
              <a:defRPr lang="en-IN" sz="900" b="1" dirty="0">
                <a:solidFill>
                  <a:schemeClr val="bg1"/>
                </a:solidFill>
              </a:defRPr>
            </a:lvl1pPr>
          </a:lstStyle>
          <a:p>
            <a:pPr marL="0" lvl="0" indent="0" algn="ctr">
              <a:buNone/>
            </a:pPr>
            <a:r>
              <a:rPr lang="en-US" dirty="0"/>
              <a:t>Icon</a:t>
            </a:r>
            <a:endParaRPr lang="en-IN" dirty="0"/>
          </a:p>
        </p:txBody>
      </p:sp>
      <p:sp>
        <p:nvSpPr>
          <p:cNvPr id="53" name="Content Placeholder 78">
            <a:extLst>
              <a:ext uri="{FF2B5EF4-FFF2-40B4-BE49-F238E27FC236}">
                <a16:creationId xmlns:a16="http://schemas.microsoft.com/office/drawing/2014/main" id="{20B369D4-5901-F195-C74C-4287BA419A1C}"/>
              </a:ext>
            </a:extLst>
          </p:cNvPr>
          <p:cNvSpPr>
            <a:spLocks noGrp="1"/>
          </p:cNvSpPr>
          <p:nvPr>
            <p:ph sz="quarter" idx="33" hasCustomPrompt="1"/>
          </p:nvPr>
        </p:nvSpPr>
        <p:spPr>
          <a:xfrm>
            <a:off x="8432952" y="4255630"/>
            <a:ext cx="705700" cy="680615"/>
          </a:xfrm>
          <a:prstGeom prst="ellipse">
            <a:avLst/>
          </a:prstGeom>
          <a:solidFill>
            <a:schemeClr val="accent6"/>
          </a:solidFill>
          <a:effectLst>
            <a:outerShdw blurRad="50800" dist="38100" dir="2700000" algn="tl" rotWithShape="0">
              <a:prstClr val="black">
                <a:alpha val="40000"/>
              </a:prstClr>
            </a:outerShdw>
          </a:effectLst>
        </p:spPr>
        <p:txBody>
          <a:bodyPr vert="horz" lIns="0" tIns="45720" rIns="0" bIns="45720" rtlCol="0" anchor="ctr">
            <a:noAutofit/>
          </a:bodyPr>
          <a:lstStyle>
            <a:lvl1pPr>
              <a:defRPr lang="en-IN" sz="900" b="1" dirty="0">
                <a:solidFill>
                  <a:schemeClr val="bg1"/>
                </a:solidFill>
              </a:defRPr>
            </a:lvl1pPr>
          </a:lstStyle>
          <a:p>
            <a:pPr marL="0" lvl="0" indent="0" algn="ctr">
              <a:buNone/>
            </a:pPr>
            <a:r>
              <a:rPr lang="en-US" dirty="0"/>
              <a:t>Icon</a:t>
            </a:r>
            <a:endParaRPr lang="en-IN" dirty="0"/>
          </a:p>
        </p:txBody>
      </p:sp>
      <p:sp>
        <p:nvSpPr>
          <p:cNvPr id="55" name="Text Placeholder 37">
            <a:extLst>
              <a:ext uri="{FF2B5EF4-FFF2-40B4-BE49-F238E27FC236}">
                <a16:creationId xmlns:a16="http://schemas.microsoft.com/office/drawing/2014/main" id="{E9BE3D7E-18AE-2411-ABC9-18C05E3CB92D}"/>
              </a:ext>
            </a:extLst>
          </p:cNvPr>
          <p:cNvSpPr>
            <a:spLocks noGrp="1"/>
          </p:cNvSpPr>
          <p:nvPr>
            <p:ph type="body" sz="quarter" idx="22" hasCustomPrompt="1"/>
          </p:nvPr>
        </p:nvSpPr>
        <p:spPr>
          <a:xfrm>
            <a:off x="9181476" y="4357281"/>
            <a:ext cx="2555960" cy="430887"/>
          </a:xfrm>
        </p:spPr>
        <p:txBody>
          <a:bodyPr vert="horz" lIns="91440" tIns="45720" rIns="91440" bIns="45720" rtlCol="0">
            <a:normAutofit/>
          </a:bodyPr>
          <a:lstStyle>
            <a:lvl1pPr>
              <a:defRPr lang="en-IN" sz="1400" b="0" dirty="0"/>
            </a:lvl1pPr>
          </a:lstStyle>
          <a:p>
            <a:pPr marL="0" lvl="0" indent="0">
              <a:buNone/>
            </a:pPr>
            <a:r>
              <a:rPr lang="en-US" dirty="0"/>
              <a:t>Click to add text</a:t>
            </a:r>
            <a:endParaRPr lang="en-IN" dirty="0"/>
          </a:p>
        </p:txBody>
      </p:sp>
      <p:sp>
        <p:nvSpPr>
          <p:cNvPr id="54" name="Text Placeholder 37">
            <a:extLst>
              <a:ext uri="{FF2B5EF4-FFF2-40B4-BE49-F238E27FC236}">
                <a16:creationId xmlns:a16="http://schemas.microsoft.com/office/drawing/2014/main" id="{2E9B732C-858C-43C2-E32B-C14DF365CBC6}"/>
              </a:ext>
            </a:extLst>
          </p:cNvPr>
          <p:cNvSpPr>
            <a:spLocks noGrp="1"/>
          </p:cNvSpPr>
          <p:nvPr>
            <p:ph type="body" sz="quarter" idx="21" hasCustomPrompt="1"/>
          </p:nvPr>
        </p:nvSpPr>
        <p:spPr>
          <a:xfrm>
            <a:off x="9181476" y="2668530"/>
            <a:ext cx="2555960" cy="430887"/>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60" name="Text Placeholder 37">
            <a:extLst>
              <a:ext uri="{FF2B5EF4-FFF2-40B4-BE49-F238E27FC236}">
                <a16:creationId xmlns:a16="http://schemas.microsoft.com/office/drawing/2014/main" id="{D28FBBC0-DF2B-8FA4-AF0C-647D9C680D28}"/>
              </a:ext>
            </a:extLst>
          </p:cNvPr>
          <p:cNvSpPr>
            <a:spLocks noGrp="1"/>
          </p:cNvSpPr>
          <p:nvPr>
            <p:ph type="body" sz="quarter" idx="34" hasCustomPrompt="1"/>
          </p:nvPr>
        </p:nvSpPr>
        <p:spPr>
          <a:xfrm>
            <a:off x="444561" y="4357284"/>
            <a:ext cx="2555960" cy="430887"/>
          </a:xfrm>
        </p:spPr>
        <p:txBody>
          <a:bodyPr vert="horz" lIns="91440" tIns="45720" rIns="91440" bIns="45720" rtlCol="0">
            <a:normAutofit/>
          </a:bodyPr>
          <a:lstStyle>
            <a:lvl1pPr>
              <a:defRPr lang="en-IN" sz="1400" b="0" dirty="0"/>
            </a:lvl1pPr>
          </a:lstStyle>
          <a:p>
            <a:pPr marL="0" lvl="0" indent="0" algn="r">
              <a:buNone/>
            </a:pPr>
            <a:r>
              <a:rPr lang="en-US" dirty="0"/>
              <a:t>Click to add text</a:t>
            </a:r>
            <a:endParaRPr lang="en-IN" dirty="0"/>
          </a:p>
        </p:txBody>
      </p:sp>
      <p:sp>
        <p:nvSpPr>
          <p:cNvPr id="61" name="Text Placeholder 37">
            <a:extLst>
              <a:ext uri="{FF2B5EF4-FFF2-40B4-BE49-F238E27FC236}">
                <a16:creationId xmlns:a16="http://schemas.microsoft.com/office/drawing/2014/main" id="{1D97E979-1E55-1572-0C72-D407C5494920}"/>
              </a:ext>
            </a:extLst>
          </p:cNvPr>
          <p:cNvSpPr>
            <a:spLocks noGrp="1"/>
          </p:cNvSpPr>
          <p:nvPr>
            <p:ph type="body" sz="quarter" idx="35" hasCustomPrompt="1"/>
          </p:nvPr>
        </p:nvSpPr>
        <p:spPr>
          <a:xfrm>
            <a:off x="444561" y="2668533"/>
            <a:ext cx="2555960" cy="430887"/>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31" name="Text Placeholder 42">
            <a:extLst>
              <a:ext uri="{FF2B5EF4-FFF2-40B4-BE49-F238E27FC236}">
                <a16:creationId xmlns:a16="http://schemas.microsoft.com/office/drawing/2014/main" id="{0873EA0D-BFD9-ED2D-F7F4-279E954E544F}"/>
              </a:ext>
            </a:extLst>
          </p:cNvPr>
          <p:cNvSpPr>
            <a:spLocks noGrp="1"/>
          </p:cNvSpPr>
          <p:nvPr>
            <p:ph type="body" sz="quarter" idx="14" hasCustomPrompt="1"/>
          </p:nvPr>
        </p:nvSpPr>
        <p:spPr>
          <a:xfrm>
            <a:off x="3794998" y="2620448"/>
            <a:ext cx="852788" cy="527050"/>
          </a:xfrm>
        </p:spPr>
        <p:txBody>
          <a:bodyPr>
            <a:noAutofit/>
          </a:bodyPr>
          <a:lstStyle>
            <a:lvl1pPr marL="0" indent="0">
              <a:buNone/>
              <a:defRPr sz="2800" b="1">
                <a:solidFill>
                  <a:schemeClr val="bg1"/>
                </a:solidFill>
                <a:latin typeface="Barlow" panose="00000500000000000000" pitchFamily="2" charset="0"/>
              </a:defRPr>
            </a:lvl1pPr>
          </a:lstStyle>
          <a:p>
            <a:pPr lvl="0"/>
            <a:r>
              <a:rPr lang="en-US" dirty="0"/>
              <a:t>X%</a:t>
            </a:r>
            <a:endParaRPr lang="en-IN" dirty="0"/>
          </a:p>
        </p:txBody>
      </p:sp>
      <p:sp>
        <p:nvSpPr>
          <p:cNvPr id="32" name="Text Placeholder 42">
            <a:extLst>
              <a:ext uri="{FF2B5EF4-FFF2-40B4-BE49-F238E27FC236}">
                <a16:creationId xmlns:a16="http://schemas.microsoft.com/office/drawing/2014/main" id="{7A76B38E-E5F3-7BD6-81A2-65316AC6BCEA}"/>
              </a:ext>
            </a:extLst>
          </p:cNvPr>
          <p:cNvSpPr>
            <a:spLocks noGrp="1"/>
          </p:cNvSpPr>
          <p:nvPr>
            <p:ph type="body" sz="quarter" idx="37" hasCustomPrompt="1"/>
          </p:nvPr>
        </p:nvSpPr>
        <p:spPr>
          <a:xfrm>
            <a:off x="3800003" y="4318105"/>
            <a:ext cx="852788" cy="527050"/>
          </a:xfrm>
        </p:spPr>
        <p:txBody>
          <a:bodyPr>
            <a:noAutofit/>
          </a:bodyPr>
          <a:lstStyle>
            <a:lvl1pPr marL="0" indent="0">
              <a:buNone/>
              <a:defRPr sz="2800" b="1">
                <a:solidFill>
                  <a:schemeClr val="bg1"/>
                </a:solidFill>
                <a:latin typeface="Barlow" panose="00000500000000000000" pitchFamily="2" charset="0"/>
              </a:defRPr>
            </a:lvl1pPr>
          </a:lstStyle>
          <a:p>
            <a:pPr lvl="0"/>
            <a:r>
              <a:rPr lang="en-US" dirty="0"/>
              <a:t>X%</a:t>
            </a:r>
            <a:endParaRPr lang="en-IN" dirty="0"/>
          </a:p>
        </p:txBody>
      </p:sp>
      <p:sp>
        <p:nvSpPr>
          <p:cNvPr id="33" name="Text Placeholder 42">
            <a:extLst>
              <a:ext uri="{FF2B5EF4-FFF2-40B4-BE49-F238E27FC236}">
                <a16:creationId xmlns:a16="http://schemas.microsoft.com/office/drawing/2014/main" id="{44D8A3A5-E2B7-865E-36CC-7A929E25C864}"/>
              </a:ext>
            </a:extLst>
          </p:cNvPr>
          <p:cNvSpPr>
            <a:spLocks noGrp="1"/>
          </p:cNvSpPr>
          <p:nvPr>
            <p:ph type="body" sz="quarter" idx="38" hasCustomPrompt="1"/>
          </p:nvPr>
        </p:nvSpPr>
        <p:spPr>
          <a:xfrm>
            <a:off x="7558752" y="4311785"/>
            <a:ext cx="852788" cy="527050"/>
          </a:xfrm>
        </p:spPr>
        <p:txBody>
          <a:bodyPr>
            <a:noAutofit/>
          </a:bodyPr>
          <a:lstStyle>
            <a:lvl1pPr marL="0" indent="0" algn="r">
              <a:buNone/>
              <a:defRPr sz="2800" b="1">
                <a:solidFill>
                  <a:schemeClr val="bg1"/>
                </a:solidFill>
                <a:latin typeface="Barlow" panose="00000500000000000000" pitchFamily="2" charset="0"/>
              </a:defRPr>
            </a:lvl1pPr>
          </a:lstStyle>
          <a:p>
            <a:pPr lvl="0"/>
            <a:r>
              <a:rPr lang="en-US" dirty="0"/>
              <a:t>X%</a:t>
            </a:r>
            <a:endParaRPr lang="en-IN" dirty="0"/>
          </a:p>
        </p:txBody>
      </p:sp>
      <p:sp>
        <p:nvSpPr>
          <p:cNvPr id="34" name="Text Placeholder 42">
            <a:extLst>
              <a:ext uri="{FF2B5EF4-FFF2-40B4-BE49-F238E27FC236}">
                <a16:creationId xmlns:a16="http://schemas.microsoft.com/office/drawing/2014/main" id="{0D0B0438-8767-9713-803A-F8F046DAB8D5}"/>
              </a:ext>
            </a:extLst>
          </p:cNvPr>
          <p:cNvSpPr>
            <a:spLocks noGrp="1"/>
          </p:cNvSpPr>
          <p:nvPr>
            <p:ph type="body" sz="quarter" idx="39" hasCustomPrompt="1"/>
          </p:nvPr>
        </p:nvSpPr>
        <p:spPr>
          <a:xfrm>
            <a:off x="7543796" y="2610683"/>
            <a:ext cx="852788" cy="527050"/>
          </a:xfrm>
        </p:spPr>
        <p:txBody>
          <a:bodyPr>
            <a:noAutofit/>
          </a:bodyPr>
          <a:lstStyle>
            <a:lvl1pPr marL="0" indent="0" algn="r">
              <a:buNone/>
              <a:defRPr sz="2800" b="1">
                <a:solidFill>
                  <a:schemeClr val="tx1"/>
                </a:solidFill>
                <a:latin typeface="Barlow" panose="00000500000000000000" pitchFamily="2" charset="0"/>
              </a:defRPr>
            </a:lvl1pPr>
          </a:lstStyle>
          <a:p>
            <a:pPr lvl="0"/>
            <a:r>
              <a:rPr lang="en-US" dirty="0"/>
              <a:t>X%</a:t>
            </a:r>
            <a:endParaRPr lang="en-IN" dirty="0"/>
          </a:p>
        </p:txBody>
      </p:sp>
      <p:sp>
        <p:nvSpPr>
          <p:cNvPr id="2" name="Chart Placeholder 9">
            <a:extLst>
              <a:ext uri="{FF2B5EF4-FFF2-40B4-BE49-F238E27FC236}">
                <a16:creationId xmlns:a16="http://schemas.microsoft.com/office/drawing/2014/main" id="{70C0CA77-21D9-ABEE-241B-9DD77AD75382}"/>
              </a:ext>
            </a:extLst>
          </p:cNvPr>
          <p:cNvSpPr>
            <a:spLocks noGrp="1"/>
          </p:cNvSpPr>
          <p:nvPr>
            <p:ph type="chart" sz="quarter" idx="10" hasCustomPrompt="1"/>
          </p:nvPr>
        </p:nvSpPr>
        <p:spPr>
          <a:xfrm>
            <a:off x="4566105" y="2178405"/>
            <a:ext cx="3087953" cy="3057093"/>
          </a:xfrm>
          <a:prstGeom prst="ellipse">
            <a:avLst/>
          </a:prstGeom>
        </p:spPr>
        <p:txBody>
          <a:bodyPr/>
          <a:lstStyle>
            <a:lvl1pPr marL="0" indent="0" algn="ctr">
              <a:buNone/>
              <a:defRPr/>
            </a:lvl1pPr>
          </a:lstStyle>
          <a:p>
            <a:r>
              <a:rPr lang="en-US" dirty="0"/>
              <a:t>Insert Donut Chart Here</a:t>
            </a:r>
            <a:endParaRPr lang="en-IN" dirty="0"/>
          </a:p>
        </p:txBody>
      </p:sp>
      <p:sp>
        <p:nvSpPr>
          <p:cNvPr id="3" name="Picture Placeholder 12">
            <a:extLst>
              <a:ext uri="{FF2B5EF4-FFF2-40B4-BE49-F238E27FC236}">
                <a16:creationId xmlns:a16="http://schemas.microsoft.com/office/drawing/2014/main" id="{A60AB499-0127-A01B-1F19-7EEDF3709434}"/>
              </a:ext>
            </a:extLst>
          </p:cNvPr>
          <p:cNvSpPr>
            <a:spLocks noGrp="1"/>
          </p:cNvSpPr>
          <p:nvPr>
            <p:ph type="pic" sz="quarter" idx="11"/>
          </p:nvPr>
        </p:nvSpPr>
        <p:spPr>
          <a:xfrm>
            <a:off x="4918662" y="2520431"/>
            <a:ext cx="2382838" cy="2382838"/>
          </a:xfrm>
          <a:prstGeom prst="ellipse">
            <a:avLst/>
          </a:prstGeom>
        </p:spPr>
        <p:txBody>
          <a:bodyPr/>
          <a:lstStyle/>
          <a:p>
            <a:endParaRPr lang="en-IN"/>
          </a:p>
        </p:txBody>
      </p:sp>
      <p:sp>
        <p:nvSpPr>
          <p:cNvPr id="4" name="Oval 3">
            <a:extLst>
              <a:ext uri="{FF2B5EF4-FFF2-40B4-BE49-F238E27FC236}">
                <a16:creationId xmlns:a16="http://schemas.microsoft.com/office/drawing/2014/main" id="{05F7835F-F066-559F-89EA-FEE8518F8C86}"/>
              </a:ext>
            </a:extLst>
          </p:cNvPr>
          <p:cNvSpPr/>
          <p:nvPr userDrawn="1"/>
        </p:nvSpPr>
        <p:spPr>
          <a:xfrm>
            <a:off x="5241098" y="2874208"/>
            <a:ext cx="1700870" cy="1700868"/>
          </a:xfrm>
          <a:prstGeom prst="ellipse">
            <a:avLst/>
          </a:prstGeom>
          <a:solidFill>
            <a:schemeClr val="tx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a:p>
        </p:txBody>
      </p:sp>
      <p:sp>
        <p:nvSpPr>
          <p:cNvPr id="5" name="Content Placeholder 41">
            <a:extLst>
              <a:ext uri="{FF2B5EF4-FFF2-40B4-BE49-F238E27FC236}">
                <a16:creationId xmlns:a16="http://schemas.microsoft.com/office/drawing/2014/main" id="{18A1EC3A-84A2-7F32-0B37-B38F8A4D1D21}"/>
              </a:ext>
            </a:extLst>
          </p:cNvPr>
          <p:cNvSpPr>
            <a:spLocks noGrp="1"/>
          </p:cNvSpPr>
          <p:nvPr>
            <p:ph sz="quarter" idx="12" hasCustomPrompt="1"/>
          </p:nvPr>
        </p:nvSpPr>
        <p:spPr>
          <a:xfrm>
            <a:off x="5788612" y="3385482"/>
            <a:ext cx="642937" cy="642938"/>
          </a:xfrm>
          <a:prstGeom prst="ellipse">
            <a:avLst/>
          </a:prstGeom>
        </p:spPr>
        <p:txBody>
          <a:bodyPr lIns="0" tIns="0" rIns="0" bIns="0">
            <a:noAutofit/>
          </a:bodyPr>
          <a:lstStyle>
            <a:lvl1pPr marL="0" indent="0" algn="ctr">
              <a:buNone/>
              <a:defRPr sz="1100">
                <a:solidFill>
                  <a:schemeClr val="bg1"/>
                </a:solidFill>
              </a:defRPr>
            </a:lvl1pPr>
          </a:lstStyle>
          <a:p>
            <a:pPr lvl="0"/>
            <a:r>
              <a:rPr lang="en-US" dirty="0"/>
              <a:t>Insert Icon here</a:t>
            </a:r>
            <a:endParaRPr lang="en-IN" dirty="0"/>
          </a:p>
        </p:txBody>
      </p:sp>
      <p:sp>
        <p:nvSpPr>
          <p:cNvPr id="6" name="Subtitle 2">
            <a:extLst>
              <a:ext uri="{FF2B5EF4-FFF2-40B4-BE49-F238E27FC236}">
                <a16:creationId xmlns:a16="http://schemas.microsoft.com/office/drawing/2014/main" id="{DB5D3155-CF87-68E6-ADB8-AEEABF604E7F}"/>
              </a:ext>
            </a:extLst>
          </p:cNvPr>
          <p:cNvSpPr>
            <a:spLocks noGrp="1"/>
          </p:cNvSpPr>
          <p:nvPr>
            <p:ph type="subTitle" idx="1"/>
          </p:nvPr>
        </p:nvSpPr>
        <p:spPr>
          <a:xfrm>
            <a:off x="360000" y="854284"/>
            <a:ext cx="11484000" cy="461665"/>
          </a:xfrm>
        </p:spPr>
        <p:txBody>
          <a:bodyPr wrap="square">
            <a:spAutoFit/>
          </a:bodyPr>
          <a:lstStyle>
            <a:lvl1pPr marL="0" indent="0" algn="ctr">
              <a:lnSpc>
                <a:spcPct val="100000"/>
              </a:lnSpc>
              <a:spcBef>
                <a:spcPts val="0"/>
              </a:spcBef>
              <a:buNone/>
              <a:defRPr lang="en-US" sz="2400" b="1" kern="1200" dirty="0">
                <a:solidFill>
                  <a:schemeClr val="accent1"/>
                </a:solidFill>
                <a:latin typeface="Barlow Medium" panose="00000600000000000000"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Tree>
    <p:extLst>
      <p:ext uri="{BB962C8B-B14F-4D97-AF65-F5344CB8AC3E}">
        <p14:creationId xmlns:p14="http://schemas.microsoft.com/office/powerpoint/2010/main" val="1705433286"/>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4_Miscellaneous">
    <p:spTree>
      <p:nvGrpSpPr>
        <p:cNvPr id="1" name=""/>
        <p:cNvGrpSpPr/>
        <p:nvPr/>
      </p:nvGrpSpPr>
      <p:grpSpPr>
        <a:xfrm>
          <a:off x="0" y="0"/>
          <a:ext cx="0" cy="0"/>
          <a:chOff x="0" y="0"/>
          <a:chExt cx="0" cy="0"/>
        </a:xfrm>
      </p:grpSpPr>
      <p:sp>
        <p:nvSpPr>
          <p:cNvPr id="8" name="Oval 7">
            <a:extLst>
              <a:ext uri="{FF2B5EF4-FFF2-40B4-BE49-F238E27FC236}">
                <a16:creationId xmlns:a16="http://schemas.microsoft.com/office/drawing/2014/main" id="{5A93BCEB-8EF0-4EA4-2F17-3B57D71653B2}"/>
              </a:ext>
            </a:extLst>
          </p:cNvPr>
          <p:cNvSpPr/>
          <p:nvPr userDrawn="1"/>
        </p:nvSpPr>
        <p:spPr>
          <a:xfrm>
            <a:off x="6995829" y="1763061"/>
            <a:ext cx="6939934" cy="6939932"/>
          </a:xfrm>
          <a:prstGeom prst="ellipse">
            <a:avLst/>
          </a:prstGeom>
          <a:gradFill flip="none" rotWithShape="1">
            <a:gsLst>
              <a:gs pos="0">
                <a:schemeClr val="tx2">
                  <a:lumMod val="20000"/>
                  <a:lumOff val="80000"/>
                </a:schemeClr>
              </a:gs>
              <a:gs pos="99000">
                <a:schemeClr val="tx2">
                  <a:lumMod val="20000"/>
                  <a:lumOff val="8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9" name="Oval 8">
            <a:extLst>
              <a:ext uri="{FF2B5EF4-FFF2-40B4-BE49-F238E27FC236}">
                <a16:creationId xmlns:a16="http://schemas.microsoft.com/office/drawing/2014/main" id="{5DBE6396-2F4D-A9C0-39B2-BB3D8F348AFD}"/>
              </a:ext>
            </a:extLst>
          </p:cNvPr>
          <p:cNvSpPr/>
          <p:nvPr userDrawn="1"/>
        </p:nvSpPr>
        <p:spPr>
          <a:xfrm>
            <a:off x="2558536" y="1849120"/>
            <a:ext cx="4510410" cy="4510408"/>
          </a:xfrm>
          <a:prstGeom prst="ellipse">
            <a:avLst/>
          </a:prstGeom>
          <a:gradFill flip="none" rotWithShape="1">
            <a:gsLst>
              <a:gs pos="0">
                <a:schemeClr val="accent2">
                  <a:lumMod val="20000"/>
                  <a:lumOff val="80000"/>
                </a:schemeClr>
              </a:gs>
              <a:gs pos="100000">
                <a:schemeClr val="accent2">
                  <a:lumMod val="20000"/>
                  <a:lumOff val="8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0" name="Oval 9">
            <a:extLst>
              <a:ext uri="{FF2B5EF4-FFF2-40B4-BE49-F238E27FC236}">
                <a16:creationId xmlns:a16="http://schemas.microsoft.com/office/drawing/2014/main" id="{8EAE7305-FDF5-B2BD-3C2F-5355ADACABDD}"/>
              </a:ext>
            </a:extLst>
          </p:cNvPr>
          <p:cNvSpPr/>
          <p:nvPr userDrawn="1"/>
        </p:nvSpPr>
        <p:spPr>
          <a:xfrm>
            <a:off x="4751220" y="-1407341"/>
            <a:ext cx="5536427" cy="5536427"/>
          </a:xfrm>
          <a:prstGeom prst="ellipse">
            <a:avLst/>
          </a:prstGeom>
          <a:gradFill flip="none" rotWithShape="1">
            <a:gsLst>
              <a:gs pos="0">
                <a:schemeClr val="accent1">
                  <a:lumMod val="20000"/>
                  <a:lumOff val="80000"/>
                </a:schemeClr>
              </a:gs>
              <a:gs pos="100000">
                <a:schemeClr val="accent1">
                  <a:lumMod val="20000"/>
                  <a:lumOff val="8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1" name="Oval 10">
            <a:extLst>
              <a:ext uri="{FF2B5EF4-FFF2-40B4-BE49-F238E27FC236}">
                <a16:creationId xmlns:a16="http://schemas.microsoft.com/office/drawing/2014/main" id="{1CEC6ADA-D43A-6D4D-3741-CF6332C7131A}"/>
              </a:ext>
            </a:extLst>
          </p:cNvPr>
          <p:cNvSpPr/>
          <p:nvPr userDrawn="1"/>
        </p:nvSpPr>
        <p:spPr>
          <a:xfrm>
            <a:off x="2917009" y="2207593"/>
            <a:ext cx="3793462" cy="3793460"/>
          </a:xfrm>
          <a:prstGeom prst="ellipse">
            <a:avLst/>
          </a:prstGeom>
          <a:gradFill flip="none" rotWithShape="1">
            <a:gsLst>
              <a:gs pos="0">
                <a:schemeClr val="accent2">
                  <a:lumMod val="60000"/>
                  <a:lumOff val="40000"/>
                </a:schemeClr>
              </a:gs>
              <a:gs pos="100000">
                <a:schemeClr val="accent2">
                  <a:lumMod val="60000"/>
                  <a:lumOff val="4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2" name="Oval 11">
            <a:extLst>
              <a:ext uri="{FF2B5EF4-FFF2-40B4-BE49-F238E27FC236}">
                <a16:creationId xmlns:a16="http://schemas.microsoft.com/office/drawing/2014/main" id="{DD765CE9-71E9-C70D-EF95-37475C27FA02}"/>
              </a:ext>
            </a:extLst>
          </p:cNvPr>
          <p:cNvSpPr/>
          <p:nvPr userDrawn="1"/>
        </p:nvSpPr>
        <p:spPr>
          <a:xfrm>
            <a:off x="5285099" y="-873462"/>
            <a:ext cx="4468669" cy="4468669"/>
          </a:xfrm>
          <a:prstGeom prst="ellipse">
            <a:avLst/>
          </a:prstGeom>
          <a:gradFill flip="none" rotWithShape="1">
            <a:gsLst>
              <a:gs pos="0">
                <a:schemeClr val="accent1">
                  <a:lumMod val="60000"/>
                  <a:lumOff val="40000"/>
                </a:schemeClr>
              </a:gs>
              <a:gs pos="100000">
                <a:schemeClr val="accent1">
                  <a:lumMod val="60000"/>
                  <a:lumOff val="4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3" name="Oval 12">
            <a:extLst>
              <a:ext uri="{FF2B5EF4-FFF2-40B4-BE49-F238E27FC236}">
                <a16:creationId xmlns:a16="http://schemas.microsoft.com/office/drawing/2014/main" id="{A61052DE-FE0B-D28C-08FD-8A8AC805D5E5}"/>
              </a:ext>
            </a:extLst>
          </p:cNvPr>
          <p:cNvSpPr/>
          <p:nvPr userDrawn="1"/>
        </p:nvSpPr>
        <p:spPr>
          <a:xfrm>
            <a:off x="7665049" y="2432280"/>
            <a:ext cx="5601495" cy="5601493"/>
          </a:xfrm>
          <a:prstGeom prst="ellipse">
            <a:avLst/>
          </a:prstGeom>
          <a:gradFill flip="none" rotWithShape="1">
            <a:gsLst>
              <a:gs pos="0">
                <a:schemeClr val="tx2">
                  <a:lumMod val="60000"/>
                  <a:lumOff val="40000"/>
                </a:schemeClr>
              </a:gs>
              <a:gs pos="99000">
                <a:schemeClr val="tx2">
                  <a:lumMod val="60000"/>
                  <a:lumOff val="4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5" name="Oval 14">
            <a:extLst>
              <a:ext uri="{FF2B5EF4-FFF2-40B4-BE49-F238E27FC236}">
                <a16:creationId xmlns:a16="http://schemas.microsoft.com/office/drawing/2014/main" id="{ADC396D8-2770-C729-589B-677D0E0C1E19}"/>
              </a:ext>
            </a:extLst>
          </p:cNvPr>
          <p:cNvSpPr/>
          <p:nvPr userDrawn="1"/>
        </p:nvSpPr>
        <p:spPr>
          <a:xfrm>
            <a:off x="8334263" y="3101496"/>
            <a:ext cx="4263065" cy="4263063"/>
          </a:xfrm>
          <a:prstGeom prst="ellipse">
            <a:avLst/>
          </a:prstGeom>
          <a:gradFill flip="none" rotWithShape="1">
            <a:gsLst>
              <a:gs pos="0">
                <a:schemeClr val="tx2"/>
              </a:gs>
              <a:gs pos="99000">
                <a:schemeClr val="tx2">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6" name="Oval 15">
            <a:extLst>
              <a:ext uri="{FF2B5EF4-FFF2-40B4-BE49-F238E27FC236}">
                <a16:creationId xmlns:a16="http://schemas.microsoft.com/office/drawing/2014/main" id="{5E1615C8-CEEE-973E-6D4C-27029755A5CB}"/>
              </a:ext>
            </a:extLst>
          </p:cNvPr>
          <p:cNvSpPr/>
          <p:nvPr userDrawn="1"/>
        </p:nvSpPr>
        <p:spPr>
          <a:xfrm>
            <a:off x="9180642" y="3947873"/>
            <a:ext cx="2570308" cy="2570307"/>
          </a:xfrm>
          <a:prstGeom prst="ellipse">
            <a:avLst/>
          </a:prstGeom>
          <a:solidFill>
            <a:schemeClr val="bg1"/>
          </a:soli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4D1FE657-704D-EB26-D08D-8824E2735505}"/>
              </a:ext>
            </a:extLst>
          </p:cNvPr>
          <p:cNvSpPr/>
          <p:nvPr userDrawn="1"/>
        </p:nvSpPr>
        <p:spPr>
          <a:xfrm>
            <a:off x="3282813" y="2573397"/>
            <a:ext cx="3061854" cy="3061852"/>
          </a:xfrm>
          <a:prstGeom prst="ellipse">
            <a:avLst/>
          </a:prstGeom>
          <a:gradFill flip="none" rotWithShape="1">
            <a:gsLst>
              <a:gs pos="0">
                <a:schemeClr val="accent2"/>
              </a:gs>
              <a:gs pos="100000">
                <a:schemeClr val="accent2">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8" name="Oval 17">
            <a:extLst>
              <a:ext uri="{FF2B5EF4-FFF2-40B4-BE49-F238E27FC236}">
                <a16:creationId xmlns:a16="http://schemas.microsoft.com/office/drawing/2014/main" id="{4C01A876-24DE-24BC-9BCA-2D1F779E1E44}"/>
              </a:ext>
            </a:extLst>
          </p:cNvPr>
          <p:cNvSpPr/>
          <p:nvPr userDrawn="1"/>
        </p:nvSpPr>
        <p:spPr>
          <a:xfrm>
            <a:off x="3648615" y="2939199"/>
            <a:ext cx="2330248" cy="2330248"/>
          </a:xfrm>
          <a:prstGeom prst="ellipse">
            <a:avLst/>
          </a:prstGeom>
          <a:solidFill>
            <a:schemeClr val="bg1"/>
          </a:soli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9" name="Oval 18">
            <a:extLst>
              <a:ext uri="{FF2B5EF4-FFF2-40B4-BE49-F238E27FC236}">
                <a16:creationId xmlns:a16="http://schemas.microsoft.com/office/drawing/2014/main" id="{D6BD700D-C45A-E2D5-EC26-AB4B848982CF}"/>
              </a:ext>
            </a:extLst>
          </p:cNvPr>
          <p:cNvSpPr/>
          <p:nvPr userDrawn="1"/>
        </p:nvSpPr>
        <p:spPr>
          <a:xfrm>
            <a:off x="5818974" y="-339586"/>
            <a:ext cx="3400918" cy="3400918"/>
          </a:xfrm>
          <a:prstGeom prst="ellipse">
            <a:avLst/>
          </a:prstGeom>
          <a:gradFill flip="none" rotWithShape="1">
            <a:gsLst>
              <a:gs pos="0">
                <a:schemeClr val="accent1"/>
              </a:gs>
              <a:gs pos="100000">
                <a:schemeClr val="accent1">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20" name="Oval 19">
            <a:extLst>
              <a:ext uri="{FF2B5EF4-FFF2-40B4-BE49-F238E27FC236}">
                <a16:creationId xmlns:a16="http://schemas.microsoft.com/office/drawing/2014/main" id="{D85E521D-9FCA-4313-E7BA-FD8AD7558D8E}"/>
              </a:ext>
            </a:extLst>
          </p:cNvPr>
          <p:cNvSpPr/>
          <p:nvPr userDrawn="1"/>
        </p:nvSpPr>
        <p:spPr>
          <a:xfrm>
            <a:off x="6494184" y="335623"/>
            <a:ext cx="2050498" cy="2050498"/>
          </a:xfrm>
          <a:prstGeom prst="ellipse">
            <a:avLst/>
          </a:prstGeom>
          <a:solidFill>
            <a:schemeClr val="bg1"/>
          </a:soli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Content Placeholder 54">
            <a:extLst>
              <a:ext uri="{FF2B5EF4-FFF2-40B4-BE49-F238E27FC236}">
                <a16:creationId xmlns:a16="http://schemas.microsoft.com/office/drawing/2014/main" id="{7FAA4B9A-22DA-52BF-B451-534FE8AD77DA}"/>
              </a:ext>
            </a:extLst>
          </p:cNvPr>
          <p:cNvSpPr>
            <a:spLocks noGrp="1"/>
          </p:cNvSpPr>
          <p:nvPr>
            <p:ph sz="quarter" idx="10" hasCustomPrompt="1"/>
          </p:nvPr>
        </p:nvSpPr>
        <p:spPr>
          <a:xfrm>
            <a:off x="4114506" y="3411379"/>
            <a:ext cx="1385888" cy="1385888"/>
          </a:xfrm>
          <a:prstGeom prst="ellipse">
            <a:avLst/>
          </a:prstGeom>
        </p:spPr>
        <p:txBody>
          <a:bodyPr anchor="ctr">
            <a:noAutofit/>
          </a:bodyPr>
          <a:lstStyle>
            <a:lvl1pPr marL="0" indent="0" algn="ctr">
              <a:buNone/>
              <a:defRPr sz="2000" b="1"/>
            </a:lvl1pPr>
          </a:lstStyle>
          <a:p>
            <a:pPr lvl="0"/>
            <a:r>
              <a:rPr lang="en-US" dirty="0"/>
              <a:t>Insert Icon here</a:t>
            </a:r>
            <a:endParaRPr lang="en-IN" dirty="0"/>
          </a:p>
        </p:txBody>
      </p:sp>
      <p:sp>
        <p:nvSpPr>
          <p:cNvPr id="57" name="Content Placeholder 54">
            <a:extLst>
              <a:ext uri="{FF2B5EF4-FFF2-40B4-BE49-F238E27FC236}">
                <a16:creationId xmlns:a16="http://schemas.microsoft.com/office/drawing/2014/main" id="{6E8063FA-1D12-257C-02DD-46A0CFD10A73}"/>
              </a:ext>
            </a:extLst>
          </p:cNvPr>
          <p:cNvSpPr>
            <a:spLocks noGrp="1"/>
          </p:cNvSpPr>
          <p:nvPr>
            <p:ph sz="quarter" idx="11" hasCustomPrompt="1"/>
          </p:nvPr>
        </p:nvSpPr>
        <p:spPr>
          <a:xfrm>
            <a:off x="6823722" y="667928"/>
            <a:ext cx="1385888" cy="1385888"/>
          </a:xfrm>
          <a:prstGeom prst="ellipse">
            <a:avLst/>
          </a:prstGeom>
        </p:spPr>
        <p:txBody>
          <a:bodyPr anchor="ctr">
            <a:noAutofit/>
          </a:bodyPr>
          <a:lstStyle>
            <a:lvl1pPr marL="0" indent="0" algn="ctr">
              <a:buNone/>
              <a:defRPr sz="2000" b="1"/>
            </a:lvl1pPr>
          </a:lstStyle>
          <a:p>
            <a:pPr lvl="0"/>
            <a:r>
              <a:rPr lang="en-US" dirty="0"/>
              <a:t>Insert Icon here</a:t>
            </a:r>
            <a:endParaRPr lang="en-IN" dirty="0"/>
          </a:p>
        </p:txBody>
      </p:sp>
      <p:sp>
        <p:nvSpPr>
          <p:cNvPr id="60" name="Content Placeholder 54">
            <a:extLst>
              <a:ext uri="{FF2B5EF4-FFF2-40B4-BE49-F238E27FC236}">
                <a16:creationId xmlns:a16="http://schemas.microsoft.com/office/drawing/2014/main" id="{F9A0AE8F-ADD4-7121-8BB6-199B8090FD70}"/>
              </a:ext>
            </a:extLst>
          </p:cNvPr>
          <p:cNvSpPr>
            <a:spLocks noGrp="1"/>
          </p:cNvSpPr>
          <p:nvPr>
            <p:ph sz="quarter" idx="13" hasCustomPrompt="1"/>
          </p:nvPr>
        </p:nvSpPr>
        <p:spPr>
          <a:xfrm>
            <a:off x="9594869" y="4370434"/>
            <a:ext cx="1739570" cy="1739570"/>
          </a:xfrm>
          <a:prstGeom prst="ellipse">
            <a:avLst/>
          </a:prstGeom>
        </p:spPr>
        <p:txBody>
          <a:bodyPr anchor="ctr">
            <a:noAutofit/>
          </a:bodyPr>
          <a:lstStyle>
            <a:lvl1pPr marL="0" indent="0" algn="ctr">
              <a:buNone/>
              <a:defRPr sz="2000" b="1"/>
            </a:lvl1pPr>
          </a:lstStyle>
          <a:p>
            <a:pPr lvl="0"/>
            <a:r>
              <a:rPr lang="en-US" dirty="0"/>
              <a:t>Insert Icon here</a:t>
            </a:r>
            <a:endParaRPr lang="en-IN" dirty="0"/>
          </a:p>
        </p:txBody>
      </p:sp>
      <p:sp>
        <p:nvSpPr>
          <p:cNvPr id="61" name="Title 1">
            <a:extLst>
              <a:ext uri="{FF2B5EF4-FFF2-40B4-BE49-F238E27FC236}">
                <a16:creationId xmlns:a16="http://schemas.microsoft.com/office/drawing/2014/main" id="{1BCA664E-2695-16B9-1318-94C8BC645861}"/>
              </a:ext>
            </a:extLst>
          </p:cNvPr>
          <p:cNvSpPr>
            <a:spLocks noGrp="1"/>
          </p:cNvSpPr>
          <p:nvPr>
            <p:ph type="ctrTitle"/>
          </p:nvPr>
        </p:nvSpPr>
        <p:spPr>
          <a:xfrm>
            <a:off x="360000" y="308292"/>
            <a:ext cx="3308889" cy="984885"/>
          </a:xfrm>
          <a:prstGeom prst="rect">
            <a:avLst/>
          </a:prstGeom>
        </p:spPr>
        <p:txBody>
          <a:bodyPr vert="horz" wrap="square" lIns="0" tIns="0" rIns="0" bIns="0" rtlCol="0" anchor="t" anchorCtr="0">
            <a:spAutoFit/>
          </a:bodyPr>
          <a:lstStyle>
            <a:lvl1pPr algn="l">
              <a:lnSpc>
                <a:spcPct val="100000"/>
              </a:lnSpc>
              <a:defRPr lang="en-US" sz="3200" dirty="0">
                <a:solidFill>
                  <a:schemeClr val="tx2"/>
                </a:solidFill>
              </a:defRPr>
            </a:lvl1pPr>
          </a:lstStyle>
          <a:p>
            <a:pPr lvl="0"/>
            <a:r>
              <a:rPr lang="en-GB" dirty="0"/>
              <a:t>Click to edit Master title style</a:t>
            </a:r>
            <a:endParaRPr lang="en-US" dirty="0"/>
          </a:p>
        </p:txBody>
      </p:sp>
      <p:sp>
        <p:nvSpPr>
          <p:cNvPr id="64" name="Text Placeholder 2">
            <a:extLst>
              <a:ext uri="{FF2B5EF4-FFF2-40B4-BE49-F238E27FC236}">
                <a16:creationId xmlns:a16="http://schemas.microsoft.com/office/drawing/2014/main" id="{5C8B1F7F-42F2-D71B-2D70-4D61A14022F7}"/>
              </a:ext>
            </a:extLst>
          </p:cNvPr>
          <p:cNvSpPr>
            <a:spLocks noGrp="1"/>
          </p:cNvSpPr>
          <p:nvPr>
            <p:ph idx="1" hasCustomPrompt="1"/>
          </p:nvPr>
        </p:nvSpPr>
        <p:spPr>
          <a:xfrm>
            <a:off x="360000" y="1478769"/>
            <a:ext cx="3305808" cy="625875"/>
          </a:xfrm>
          <a:prstGeom prst="rect">
            <a:avLst/>
          </a:prstGeom>
        </p:spPr>
        <p:txBody>
          <a:bodyPr vert="horz" lIns="91440" tIns="45720" rIns="91440" bIns="45720" rtlCol="0">
            <a:normAutofit/>
          </a:bodyPr>
          <a:lstStyle>
            <a:lvl1pPr marL="0" indent="0">
              <a:buNone/>
              <a:defRPr sz="1800"/>
            </a:lvl1pPr>
            <a:lvl2pPr marL="457200" indent="0">
              <a:buNone/>
              <a:defRPr sz="1600"/>
            </a:lvl2pPr>
            <a:lvl3pPr marL="914400" indent="0">
              <a:buNone/>
              <a:defRPr sz="1400"/>
            </a:lvl3pPr>
          </a:lstStyle>
          <a:p>
            <a:pPr lvl="0"/>
            <a:r>
              <a:rPr lang="en-US" dirty="0"/>
              <a:t>Click to edit Master text styles</a:t>
            </a:r>
          </a:p>
        </p:txBody>
      </p:sp>
    </p:spTree>
    <p:extLst>
      <p:ext uri="{BB962C8B-B14F-4D97-AF65-F5344CB8AC3E}">
        <p14:creationId xmlns:p14="http://schemas.microsoft.com/office/powerpoint/2010/main" val="1759379458"/>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0_Miscellaneous">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46A82E0A-366F-D38D-9E03-3156F567B0D1}"/>
              </a:ext>
            </a:extLst>
          </p:cNvPr>
          <p:cNvSpPr/>
          <p:nvPr userDrawn="1"/>
        </p:nvSpPr>
        <p:spPr>
          <a:xfrm>
            <a:off x="6117716" y="2109011"/>
            <a:ext cx="3677724" cy="3677724"/>
          </a:xfrm>
          <a:prstGeom prst="ellipse">
            <a:avLst/>
          </a:prstGeom>
          <a:gradFill flip="none" rotWithShape="1">
            <a:gsLst>
              <a:gs pos="0">
                <a:schemeClr val="accent6">
                  <a:lumMod val="20000"/>
                  <a:lumOff val="80000"/>
                </a:schemeClr>
              </a:gs>
              <a:gs pos="100000">
                <a:schemeClr val="accent6">
                  <a:lumMod val="20000"/>
                  <a:lumOff val="8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8" name="Oval 7">
            <a:extLst>
              <a:ext uri="{FF2B5EF4-FFF2-40B4-BE49-F238E27FC236}">
                <a16:creationId xmlns:a16="http://schemas.microsoft.com/office/drawing/2014/main" id="{5A93BCEB-8EF0-4EA4-2F17-3B57D71653B2}"/>
              </a:ext>
            </a:extLst>
          </p:cNvPr>
          <p:cNvSpPr/>
          <p:nvPr userDrawn="1"/>
        </p:nvSpPr>
        <p:spPr>
          <a:xfrm>
            <a:off x="6995829" y="1763061"/>
            <a:ext cx="6939934" cy="6939932"/>
          </a:xfrm>
          <a:prstGeom prst="ellipse">
            <a:avLst/>
          </a:prstGeom>
          <a:gradFill flip="none" rotWithShape="1">
            <a:gsLst>
              <a:gs pos="0">
                <a:schemeClr val="tx2">
                  <a:lumMod val="20000"/>
                  <a:lumOff val="80000"/>
                </a:schemeClr>
              </a:gs>
              <a:gs pos="99000">
                <a:schemeClr val="tx2">
                  <a:lumMod val="20000"/>
                  <a:lumOff val="8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9" name="Oval 8">
            <a:extLst>
              <a:ext uri="{FF2B5EF4-FFF2-40B4-BE49-F238E27FC236}">
                <a16:creationId xmlns:a16="http://schemas.microsoft.com/office/drawing/2014/main" id="{5DBE6396-2F4D-A9C0-39B2-BB3D8F348AFD}"/>
              </a:ext>
            </a:extLst>
          </p:cNvPr>
          <p:cNvSpPr/>
          <p:nvPr userDrawn="1"/>
        </p:nvSpPr>
        <p:spPr>
          <a:xfrm>
            <a:off x="2558536" y="1849120"/>
            <a:ext cx="4510410" cy="4510408"/>
          </a:xfrm>
          <a:prstGeom prst="ellipse">
            <a:avLst/>
          </a:prstGeom>
          <a:gradFill flip="none" rotWithShape="1">
            <a:gsLst>
              <a:gs pos="0">
                <a:schemeClr val="accent2">
                  <a:lumMod val="20000"/>
                  <a:lumOff val="80000"/>
                </a:schemeClr>
              </a:gs>
              <a:gs pos="100000">
                <a:schemeClr val="accent2">
                  <a:lumMod val="20000"/>
                  <a:lumOff val="8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0" name="Oval 9">
            <a:extLst>
              <a:ext uri="{FF2B5EF4-FFF2-40B4-BE49-F238E27FC236}">
                <a16:creationId xmlns:a16="http://schemas.microsoft.com/office/drawing/2014/main" id="{8EAE7305-FDF5-B2BD-3C2F-5355ADACABDD}"/>
              </a:ext>
            </a:extLst>
          </p:cNvPr>
          <p:cNvSpPr/>
          <p:nvPr userDrawn="1"/>
        </p:nvSpPr>
        <p:spPr>
          <a:xfrm>
            <a:off x="4751220" y="-1407341"/>
            <a:ext cx="5536427" cy="5536427"/>
          </a:xfrm>
          <a:prstGeom prst="ellipse">
            <a:avLst/>
          </a:prstGeom>
          <a:gradFill flip="none" rotWithShape="1">
            <a:gsLst>
              <a:gs pos="0">
                <a:schemeClr val="accent1">
                  <a:lumMod val="20000"/>
                  <a:lumOff val="80000"/>
                </a:schemeClr>
              </a:gs>
              <a:gs pos="100000">
                <a:schemeClr val="accent1">
                  <a:lumMod val="20000"/>
                  <a:lumOff val="8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1" name="Oval 10">
            <a:extLst>
              <a:ext uri="{FF2B5EF4-FFF2-40B4-BE49-F238E27FC236}">
                <a16:creationId xmlns:a16="http://schemas.microsoft.com/office/drawing/2014/main" id="{1CEC6ADA-D43A-6D4D-3741-CF6332C7131A}"/>
              </a:ext>
            </a:extLst>
          </p:cNvPr>
          <p:cNvSpPr/>
          <p:nvPr userDrawn="1"/>
        </p:nvSpPr>
        <p:spPr>
          <a:xfrm>
            <a:off x="2917009" y="2207593"/>
            <a:ext cx="3793462" cy="3793460"/>
          </a:xfrm>
          <a:prstGeom prst="ellipse">
            <a:avLst/>
          </a:prstGeom>
          <a:gradFill flip="none" rotWithShape="1">
            <a:gsLst>
              <a:gs pos="0">
                <a:schemeClr val="accent2">
                  <a:lumMod val="60000"/>
                  <a:lumOff val="40000"/>
                </a:schemeClr>
              </a:gs>
              <a:gs pos="100000">
                <a:schemeClr val="accent2">
                  <a:lumMod val="60000"/>
                  <a:lumOff val="4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2" name="Oval 11">
            <a:extLst>
              <a:ext uri="{FF2B5EF4-FFF2-40B4-BE49-F238E27FC236}">
                <a16:creationId xmlns:a16="http://schemas.microsoft.com/office/drawing/2014/main" id="{DD765CE9-71E9-C70D-EF95-37475C27FA02}"/>
              </a:ext>
            </a:extLst>
          </p:cNvPr>
          <p:cNvSpPr/>
          <p:nvPr userDrawn="1"/>
        </p:nvSpPr>
        <p:spPr>
          <a:xfrm>
            <a:off x="5285099" y="-873462"/>
            <a:ext cx="4468669" cy="4468669"/>
          </a:xfrm>
          <a:prstGeom prst="ellipse">
            <a:avLst/>
          </a:prstGeom>
          <a:gradFill flip="none" rotWithShape="1">
            <a:gsLst>
              <a:gs pos="0">
                <a:schemeClr val="accent1">
                  <a:lumMod val="60000"/>
                  <a:lumOff val="40000"/>
                </a:schemeClr>
              </a:gs>
              <a:gs pos="100000">
                <a:schemeClr val="accent1">
                  <a:lumMod val="60000"/>
                  <a:lumOff val="4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3" name="Oval 12">
            <a:extLst>
              <a:ext uri="{FF2B5EF4-FFF2-40B4-BE49-F238E27FC236}">
                <a16:creationId xmlns:a16="http://schemas.microsoft.com/office/drawing/2014/main" id="{A61052DE-FE0B-D28C-08FD-8A8AC805D5E5}"/>
              </a:ext>
            </a:extLst>
          </p:cNvPr>
          <p:cNvSpPr/>
          <p:nvPr userDrawn="1"/>
        </p:nvSpPr>
        <p:spPr>
          <a:xfrm>
            <a:off x="7665049" y="2432280"/>
            <a:ext cx="5601495" cy="5601493"/>
          </a:xfrm>
          <a:prstGeom prst="ellipse">
            <a:avLst/>
          </a:prstGeom>
          <a:gradFill flip="none" rotWithShape="1">
            <a:gsLst>
              <a:gs pos="0">
                <a:schemeClr val="tx2">
                  <a:lumMod val="60000"/>
                  <a:lumOff val="40000"/>
                </a:schemeClr>
              </a:gs>
              <a:gs pos="99000">
                <a:schemeClr val="tx2">
                  <a:lumMod val="60000"/>
                  <a:lumOff val="4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4" name="Oval 13">
            <a:extLst>
              <a:ext uri="{FF2B5EF4-FFF2-40B4-BE49-F238E27FC236}">
                <a16:creationId xmlns:a16="http://schemas.microsoft.com/office/drawing/2014/main" id="{A3A2ECFF-9FE0-0D5A-59E2-694DDB13F760}"/>
              </a:ext>
            </a:extLst>
          </p:cNvPr>
          <p:cNvSpPr/>
          <p:nvPr userDrawn="1"/>
        </p:nvSpPr>
        <p:spPr>
          <a:xfrm>
            <a:off x="6472360" y="2463655"/>
            <a:ext cx="2968436" cy="2968436"/>
          </a:xfrm>
          <a:prstGeom prst="ellipse">
            <a:avLst/>
          </a:prstGeom>
          <a:gradFill flip="none" rotWithShape="1">
            <a:gsLst>
              <a:gs pos="0">
                <a:schemeClr val="accent6">
                  <a:lumMod val="60000"/>
                  <a:lumOff val="40000"/>
                </a:schemeClr>
              </a:gs>
              <a:gs pos="100000">
                <a:schemeClr val="accent6">
                  <a:lumMod val="60000"/>
                  <a:lumOff val="4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5" name="Oval 14">
            <a:extLst>
              <a:ext uri="{FF2B5EF4-FFF2-40B4-BE49-F238E27FC236}">
                <a16:creationId xmlns:a16="http://schemas.microsoft.com/office/drawing/2014/main" id="{ADC396D8-2770-C729-589B-677D0E0C1E19}"/>
              </a:ext>
            </a:extLst>
          </p:cNvPr>
          <p:cNvSpPr/>
          <p:nvPr userDrawn="1"/>
        </p:nvSpPr>
        <p:spPr>
          <a:xfrm>
            <a:off x="8334263" y="3101496"/>
            <a:ext cx="4263065" cy="4263063"/>
          </a:xfrm>
          <a:prstGeom prst="ellipse">
            <a:avLst/>
          </a:prstGeom>
          <a:gradFill flip="none" rotWithShape="1">
            <a:gsLst>
              <a:gs pos="0">
                <a:schemeClr val="tx2"/>
              </a:gs>
              <a:gs pos="99000">
                <a:schemeClr val="tx2">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6" name="Oval 15">
            <a:extLst>
              <a:ext uri="{FF2B5EF4-FFF2-40B4-BE49-F238E27FC236}">
                <a16:creationId xmlns:a16="http://schemas.microsoft.com/office/drawing/2014/main" id="{5E1615C8-CEEE-973E-6D4C-27029755A5CB}"/>
              </a:ext>
            </a:extLst>
          </p:cNvPr>
          <p:cNvSpPr/>
          <p:nvPr userDrawn="1"/>
        </p:nvSpPr>
        <p:spPr>
          <a:xfrm>
            <a:off x="9180642" y="3947873"/>
            <a:ext cx="2570308" cy="2570307"/>
          </a:xfrm>
          <a:prstGeom prst="ellipse">
            <a:avLst/>
          </a:prstGeom>
          <a:solidFill>
            <a:schemeClr val="bg1"/>
          </a:soli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4D1FE657-704D-EB26-D08D-8824E2735505}"/>
              </a:ext>
            </a:extLst>
          </p:cNvPr>
          <p:cNvSpPr/>
          <p:nvPr userDrawn="1"/>
        </p:nvSpPr>
        <p:spPr>
          <a:xfrm>
            <a:off x="3282813" y="2573397"/>
            <a:ext cx="3061854" cy="3061852"/>
          </a:xfrm>
          <a:prstGeom prst="ellipse">
            <a:avLst/>
          </a:prstGeom>
          <a:gradFill flip="none" rotWithShape="1">
            <a:gsLst>
              <a:gs pos="0">
                <a:schemeClr val="accent2"/>
              </a:gs>
              <a:gs pos="100000">
                <a:schemeClr val="accent2">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8" name="Oval 17">
            <a:extLst>
              <a:ext uri="{FF2B5EF4-FFF2-40B4-BE49-F238E27FC236}">
                <a16:creationId xmlns:a16="http://schemas.microsoft.com/office/drawing/2014/main" id="{4C01A876-24DE-24BC-9BCA-2D1F779E1E44}"/>
              </a:ext>
            </a:extLst>
          </p:cNvPr>
          <p:cNvSpPr/>
          <p:nvPr userDrawn="1"/>
        </p:nvSpPr>
        <p:spPr>
          <a:xfrm>
            <a:off x="3648615" y="2939199"/>
            <a:ext cx="2330248" cy="2330248"/>
          </a:xfrm>
          <a:prstGeom prst="ellipse">
            <a:avLst/>
          </a:prstGeom>
          <a:solidFill>
            <a:schemeClr val="bg1"/>
          </a:soli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9" name="Oval 18">
            <a:extLst>
              <a:ext uri="{FF2B5EF4-FFF2-40B4-BE49-F238E27FC236}">
                <a16:creationId xmlns:a16="http://schemas.microsoft.com/office/drawing/2014/main" id="{D6BD700D-C45A-E2D5-EC26-AB4B848982CF}"/>
              </a:ext>
            </a:extLst>
          </p:cNvPr>
          <p:cNvSpPr/>
          <p:nvPr userDrawn="1"/>
        </p:nvSpPr>
        <p:spPr>
          <a:xfrm>
            <a:off x="5818974" y="-339586"/>
            <a:ext cx="3400918" cy="3400918"/>
          </a:xfrm>
          <a:prstGeom prst="ellipse">
            <a:avLst/>
          </a:prstGeom>
          <a:gradFill flip="none" rotWithShape="1">
            <a:gsLst>
              <a:gs pos="0">
                <a:schemeClr val="accent1"/>
              </a:gs>
              <a:gs pos="100000">
                <a:schemeClr val="accent1">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20" name="Oval 19">
            <a:extLst>
              <a:ext uri="{FF2B5EF4-FFF2-40B4-BE49-F238E27FC236}">
                <a16:creationId xmlns:a16="http://schemas.microsoft.com/office/drawing/2014/main" id="{D85E521D-9FCA-4313-E7BA-FD8AD7558D8E}"/>
              </a:ext>
            </a:extLst>
          </p:cNvPr>
          <p:cNvSpPr/>
          <p:nvPr userDrawn="1"/>
        </p:nvSpPr>
        <p:spPr>
          <a:xfrm>
            <a:off x="6494184" y="335623"/>
            <a:ext cx="2050498" cy="2050498"/>
          </a:xfrm>
          <a:prstGeom prst="ellipse">
            <a:avLst/>
          </a:prstGeom>
          <a:solidFill>
            <a:schemeClr val="bg1"/>
          </a:soli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AC19EFB1-8D31-FFDB-3884-5AD4F13E201C}"/>
              </a:ext>
            </a:extLst>
          </p:cNvPr>
          <p:cNvSpPr/>
          <p:nvPr userDrawn="1"/>
        </p:nvSpPr>
        <p:spPr>
          <a:xfrm>
            <a:off x="6827000" y="2818297"/>
            <a:ext cx="2259154" cy="2259154"/>
          </a:xfrm>
          <a:prstGeom prst="ellipse">
            <a:avLst/>
          </a:prstGeom>
          <a:gradFill flip="none" rotWithShape="1">
            <a:gsLst>
              <a:gs pos="0">
                <a:srgbClr val="FF878F"/>
              </a:gs>
              <a:gs pos="100000">
                <a:schemeClr val="accent6">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22" name="Oval 21">
            <a:extLst>
              <a:ext uri="{FF2B5EF4-FFF2-40B4-BE49-F238E27FC236}">
                <a16:creationId xmlns:a16="http://schemas.microsoft.com/office/drawing/2014/main" id="{31198032-B6E2-A22C-43EB-864199CA0DF0}"/>
              </a:ext>
            </a:extLst>
          </p:cNvPr>
          <p:cNvSpPr/>
          <p:nvPr userDrawn="1"/>
        </p:nvSpPr>
        <p:spPr>
          <a:xfrm>
            <a:off x="7275528" y="3266823"/>
            <a:ext cx="1362099" cy="1362099"/>
          </a:xfrm>
          <a:prstGeom prst="ellipse">
            <a:avLst/>
          </a:prstGeom>
          <a:solidFill>
            <a:schemeClr val="bg1"/>
          </a:soli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Content Placeholder 54">
            <a:extLst>
              <a:ext uri="{FF2B5EF4-FFF2-40B4-BE49-F238E27FC236}">
                <a16:creationId xmlns:a16="http://schemas.microsoft.com/office/drawing/2014/main" id="{7FAA4B9A-22DA-52BF-B451-534FE8AD77DA}"/>
              </a:ext>
            </a:extLst>
          </p:cNvPr>
          <p:cNvSpPr>
            <a:spLocks noGrp="1"/>
          </p:cNvSpPr>
          <p:nvPr>
            <p:ph sz="quarter" idx="10" hasCustomPrompt="1"/>
          </p:nvPr>
        </p:nvSpPr>
        <p:spPr>
          <a:xfrm>
            <a:off x="4114506" y="3411379"/>
            <a:ext cx="1385888" cy="1385888"/>
          </a:xfrm>
          <a:prstGeom prst="ellipse">
            <a:avLst/>
          </a:prstGeom>
        </p:spPr>
        <p:txBody>
          <a:bodyPr anchor="ctr">
            <a:noAutofit/>
          </a:bodyPr>
          <a:lstStyle>
            <a:lvl1pPr marL="0" indent="0" algn="ctr">
              <a:buNone/>
              <a:defRPr sz="2000" b="1"/>
            </a:lvl1pPr>
          </a:lstStyle>
          <a:p>
            <a:pPr lvl="0"/>
            <a:r>
              <a:rPr lang="en-US" dirty="0"/>
              <a:t>Insert Icon here</a:t>
            </a:r>
            <a:endParaRPr lang="en-IN" dirty="0"/>
          </a:p>
        </p:txBody>
      </p:sp>
      <p:sp>
        <p:nvSpPr>
          <p:cNvPr id="57" name="Content Placeholder 54">
            <a:extLst>
              <a:ext uri="{FF2B5EF4-FFF2-40B4-BE49-F238E27FC236}">
                <a16:creationId xmlns:a16="http://schemas.microsoft.com/office/drawing/2014/main" id="{6E8063FA-1D12-257C-02DD-46A0CFD10A73}"/>
              </a:ext>
            </a:extLst>
          </p:cNvPr>
          <p:cNvSpPr>
            <a:spLocks noGrp="1"/>
          </p:cNvSpPr>
          <p:nvPr>
            <p:ph sz="quarter" idx="11" hasCustomPrompt="1"/>
          </p:nvPr>
        </p:nvSpPr>
        <p:spPr>
          <a:xfrm>
            <a:off x="6823722" y="667928"/>
            <a:ext cx="1385888" cy="1385888"/>
          </a:xfrm>
          <a:prstGeom prst="ellipse">
            <a:avLst/>
          </a:prstGeom>
        </p:spPr>
        <p:txBody>
          <a:bodyPr anchor="ctr">
            <a:noAutofit/>
          </a:bodyPr>
          <a:lstStyle>
            <a:lvl1pPr marL="0" indent="0" algn="ctr">
              <a:buNone/>
              <a:defRPr sz="2000" b="1"/>
            </a:lvl1pPr>
          </a:lstStyle>
          <a:p>
            <a:pPr lvl="0"/>
            <a:r>
              <a:rPr lang="en-US" dirty="0"/>
              <a:t>Insert Icon here</a:t>
            </a:r>
            <a:endParaRPr lang="en-IN" dirty="0"/>
          </a:p>
        </p:txBody>
      </p:sp>
      <p:sp>
        <p:nvSpPr>
          <p:cNvPr id="58" name="Content Placeholder 54">
            <a:extLst>
              <a:ext uri="{FF2B5EF4-FFF2-40B4-BE49-F238E27FC236}">
                <a16:creationId xmlns:a16="http://schemas.microsoft.com/office/drawing/2014/main" id="{2D9F1E58-CD20-B86C-5582-D0FB39B2FF06}"/>
              </a:ext>
            </a:extLst>
          </p:cNvPr>
          <p:cNvSpPr>
            <a:spLocks noGrp="1"/>
          </p:cNvSpPr>
          <p:nvPr>
            <p:ph sz="quarter" idx="12" hasCustomPrompt="1"/>
          </p:nvPr>
        </p:nvSpPr>
        <p:spPr>
          <a:xfrm>
            <a:off x="7494147" y="3505538"/>
            <a:ext cx="865347" cy="865347"/>
          </a:xfrm>
          <a:prstGeom prst="ellipse">
            <a:avLst/>
          </a:prstGeom>
        </p:spPr>
        <p:txBody>
          <a:bodyPr lIns="0" tIns="0" rIns="0" bIns="0" anchor="ctr">
            <a:noAutofit/>
          </a:bodyPr>
          <a:lstStyle>
            <a:lvl1pPr marL="0" indent="0" algn="ctr">
              <a:buNone/>
              <a:defRPr sz="1200" b="1"/>
            </a:lvl1pPr>
          </a:lstStyle>
          <a:p>
            <a:pPr lvl="0"/>
            <a:r>
              <a:rPr lang="en-US" dirty="0"/>
              <a:t>Insert Icon here</a:t>
            </a:r>
            <a:endParaRPr lang="en-IN" dirty="0"/>
          </a:p>
        </p:txBody>
      </p:sp>
      <p:sp>
        <p:nvSpPr>
          <p:cNvPr id="60" name="Content Placeholder 54">
            <a:extLst>
              <a:ext uri="{FF2B5EF4-FFF2-40B4-BE49-F238E27FC236}">
                <a16:creationId xmlns:a16="http://schemas.microsoft.com/office/drawing/2014/main" id="{F9A0AE8F-ADD4-7121-8BB6-199B8090FD70}"/>
              </a:ext>
            </a:extLst>
          </p:cNvPr>
          <p:cNvSpPr>
            <a:spLocks noGrp="1"/>
          </p:cNvSpPr>
          <p:nvPr>
            <p:ph sz="quarter" idx="13" hasCustomPrompt="1"/>
          </p:nvPr>
        </p:nvSpPr>
        <p:spPr>
          <a:xfrm>
            <a:off x="9594869" y="4370434"/>
            <a:ext cx="1739570" cy="1739570"/>
          </a:xfrm>
          <a:prstGeom prst="ellipse">
            <a:avLst/>
          </a:prstGeom>
        </p:spPr>
        <p:txBody>
          <a:bodyPr anchor="ctr">
            <a:noAutofit/>
          </a:bodyPr>
          <a:lstStyle>
            <a:lvl1pPr marL="0" indent="0" algn="ctr">
              <a:buNone/>
              <a:defRPr sz="2000" b="1"/>
            </a:lvl1pPr>
          </a:lstStyle>
          <a:p>
            <a:pPr lvl="0"/>
            <a:r>
              <a:rPr lang="en-US" dirty="0"/>
              <a:t>Insert Icon here</a:t>
            </a:r>
            <a:endParaRPr lang="en-IN" dirty="0"/>
          </a:p>
        </p:txBody>
      </p:sp>
      <p:sp>
        <p:nvSpPr>
          <p:cNvPr id="61" name="Title 1">
            <a:extLst>
              <a:ext uri="{FF2B5EF4-FFF2-40B4-BE49-F238E27FC236}">
                <a16:creationId xmlns:a16="http://schemas.microsoft.com/office/drawing/2014/main" id="{1BCA664E-2695-16B9-1318-94C8BC645861}"/>
              </a:ext>
            </a:extLst>
          </p:cNvPr>
          <p:cNvSpPr>
            <a:spLocks noGrp="1"/>
          </p:cNvSpPr>
          <p:nvPr>
            <p:ph type="ctrTitle"/>
          </p:nvPr>
        </p:nvSpPr>
        <p:spPr>
          <a:xfrm>
            <a:off x="360000" y="308292"/>
            <a:ext cx="3308889" cy="984885"/>
          </a:xfrm>
          <a:prstGeom prst="rect">
            <a:avLst/>
          </a:prstGeom>
        </p:spPr>
        <p:txBody>
          <a:bodyPr vert="horz" wrap="square" lIns="0" tIns="0" rIns="0" bIns="0" rtlCol="0" anchor="t" anchorCtr="0">
            <a:spAutoFit/>
          </a:bodyPr>
          <a:lstStyle>
            <a:lvl1pPr algn="l">
              <a:lnSpc>
                <a:spcPct val="100000"/>
              </a:lnSpc>
              <a:defRPr lang="en-US" sz="3200" dirty="0">
                <a:solidFill>
                  <a:schemeClr val="tx2"/>
                </a:solidFill>
              </a:defRPr>
            </a:lvl1pPr>
          </a:lstStyle>
          <a:p>
            <a:pPr lvl="0"/>
            <a:r>
              <a:rPr lang="en-GB" dirty="0"/>
              <a:t>Click to edit Master title style</a:t>
            </a:r>
            <a:endParaRPr lang="en-US" dirty="0"/>
          </a:p>
        </p:txBody>
      </p:sp>
      <p:sp>
        <p:nvSpPr>
          <p:cNvPr id="64" name="Text Placeholder 2">
            <a:extLst>
              <a:ext uri="{FF2B5EF4-FFF2-40B4-BE49-F238E27FC236}">
                <a16:creationId xmlns:a16="http://schemas.microsoft.com/office/drawing/2014/main" id="{5C8B1F7F-42F2-D71B-2D70-4D61A14022F7}"/>
              </a:ext>
            </a:extLst>
          </p:cNvPr>
          <p:cNvSpPr>
            <a:spLocks noGrp="1"/>
          </p:cNvSpPr>
          <p:nvPr>
            <p:ph idx="1" hasCustomPrompt="1"/>
          </p:nvPr>
        </p:nvSpPr>
        <p:spPr>
          <a:xfrm>
            <a:off x="360000" y="1478769"/>
            <a:ext cx="3305808" cy="625875"/>
          </a:xfrm>
          <a:prstGeom prst="rect">
            <a:avLst/>
          </a:prstGeom>
        </p:spPr>
        <p:txBody>
          <a:bodyPr vert="horz" lIns="91440" tIns="45720" rIns="91440" bIns="45720" rtlCol="0">
            <a:normAutofit/>
          </a:bodyPr>
          <a:lstStyle>
            <a:lvl1pPr marL="0" indent="0">
              <a:buNone/>
              <a:defRPr sz="1800"/>
            </a:lvl1pPr>
            <a:lvl2pPr marL="457200" indent="0">
              <a:buNone/>
              <a:defRPr sz="1600"/>
            </a:lvl2pPr>
            <a:lvl3pPr marL="914400" indent="0">
              <a:buNone/>
              <a:defRPr sz="1400"/>
            </a:lvl3pPr>
          </a:lstStyle>
          <a:p>
            <a:pPr lvl="0"/>
            <a:r>
              <a:rPr lang="en-US" dirty="0"/>
              <a:t>Click to edit Master text styles</a:t>
            </a:r>
          </a:p>
        </p:txBody>
      </p:sp>
    </p:spTree>
    <p:extLst>
      <p:ext uri="{BB962C8B-B14F-4D97-AF65-F5344CB8AC3E}">
        <p14:creationId xmlns:p14="http://schemas.microsoft.com/office/powerpoint/2010/main" val="2173828350"/>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5_Miscellaneous">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9AB29D1B-3100-FDFF-1D89-B5598794F7D9}"/>
              </a:ext>
            </a:extLst>
          </p:cNvPr>
          <p:cNvSpPr/>
          <p:nvPr userDrawn="1"/>
        </p:nvSpPr>
        <p:spPr>
          <a:xfrm>
            <a:off x="3861666" y="1194665"/>
            <a:ext cx="4468669" cy="4468669"/>
          </a:xfrm>
          <a:prstGeom prst="ellipse">
            <a:avLst/>
          </a:prstGeom>
          <a:gradFill flip="none" rotWithShape="1">
            <a:gsLst>
              <a:gs pos="0">
                <a:schemeClr val="bg2">
                  <a:lumMod val="85000"/>
                </a:schemeClr>
              </a:gs>
              <a:gs pos="100000">
                <a:schemeClr val="bg2">
                  <a:lumMod val="85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7" name="Oval 6">
            <a:extLst>
              <a:ext uri="{FF2B5EF4-FFF2-40B4-BE49-F238E27FC236}">
                <a16:creationId xmlns:a16="http://schemas.microsoft.com/office/drawing/2014/main" id="{F1F41CCD-6E8D-D80A-2BDE-938BE5AEC0F6}"/>
              </a:ext>
            </a:extLst>
          </p:cNvPr>
          <p:cNvSpPr/>
          <p:nvPr userDrawn="1"/>
        </p:nvSpPr>
        <p:spPr>
          <a:xfrm>
            <a:off x="4395541" y="1728541"/>
            <a:ext cx="3400918" cy="3400918"/>
          </a:xfrm>
          <a:prstGeom prst="ellipse">
            <a:avLst/>
          </a:prstGeom>
          <a:gradFill flip="none" rotWithShape="1">
            <a:gsLst>
              <a:gs pos="0">
                <a:schemeClr val="tx2"/>
              </a:gs>
              <a:gs pos="100000">
                <a:schemeClr val="tx2">
                  <a:lumMod val="7500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8" name="Oval 7">
            <a:extLst>
              <a:ext uri="{FF2B5EF4-FFF2-40B4-BE49-F238E27FC236}">
                <a16:creationId xmlns:a16="http://schemas.microsoft.com/office/drawing/2014/main" id="{53B4C73F-B5EC-619E-28CB-013B961D2A30}"/>
              </a:ext>
            </a:extLst>
          </p:cNvPr>
          <p:cNvSpPr/>
          <p:nvPr userDrawn="1"/>
        </p:nvSpPr>
        <p:spPr>
          <a:xfrm>
            <a:off x="5070751" y="2403750"/>
            <a:ext cx="2050498" cy="2050498"/>
          </a:xfrm>
          <a:prstGeom prst="ellipse">
            <a:avLst/>
          </a:prstGeom>
          <a:solidFill>
            <a:schemeClr val="bg1"/>
          </a:soli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54">
            <a:extLst>
              <a:ext uri="{FF2B5EF4-FFF2-40B4-BE49-F238E27FC236}">
                <a16:creationId xmlns:a16="http://schemas.microsoft.com/office/drawing/2014/main" id="{B42EB341-D841-77FD-9CF0-74296D9D34EA}"/>
              </a:ext>
            </a:extLst>
          </p:cNvPr>
          <p:cNvSpPr>
            <a:spLocks noGrp="1"/>
          </p:cNvSpPr>
          <p:nvPr>
            <p:ph sz="quarter" idx="10" hasCustomPrompt="1"/>
          </p:nvPr>
        </p:nvSpPr>
        <p:spPr>
          <a:xfrm>
            <a:off x="5403056" y="2736055"/>
            <a:ext cx="1385888" cy="1385888"/>
          </a:xfrm>
          <a:prstGeom prst="ellipse">
            <a:avLst/>
          </a:prstGeom>
        </p:spPr>
        <p:txBody>
          <a:bodyPr anchor="ctr">
            <a:noAutofit/>
          </a:bodyPr>
          <a:lstStyle>
            <a:lvl1pPr marL="0" indent="0" algn="ctr">
              <a:buNone/>
              <a:defRPr sz="2000" b="1"/>
            </a:lvl1pPr>
          </a:lstStyle>
          <a:p>
            <a:pPr lvl="0"/>
            <a:r>
              <a:rPr lang="en-US" dirty="0"/>
              <a:t>Insert Icon here</a:t>
            </a:r>
            <a:endParaRPr lang="en-IN" dirty="0"/>
          </a:p>
        </p:txBody>
      </p:sp>
      <p:cxnSp>
        <p:nvCxnSpPr>
          <p:cNvPr id="17" name="Straight Connector 16">
            <a:extLst>
              <a:ext uri="{FF2B5EF4-FFF2-40B4-BE49-F238E27FC236}">
                <a16:creationId xmlns:a16="http://schemas.microsoft.com/office/drawing/2014/main" id="{EEA8B0D7-1FF7-67BE-E771-D2B7F9C23C6E}"/>
              </a:ext>
            </a:extLst>
          </p:cNvPr>
          <p:cNvCxnSpPr>
            <a:cxnSpLocks/>
            <a:endCxn id="24" idx="5"/>
          </p:cNvCxnSpPr>
          <p:nvPr userDrawn="1"/>
        </p:nvCxnSpPr>
        <p:spPr>
          <a:xfrm flipH="1" flipV="1">
            <a:off x="4432705" y="1749623"/>
            <a:ext cx="938334" cy="95441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02E075D-0B44-6983-D2D8-63045C4EBF4E}"/>
              </a:ext>
            </a:extLst>
          </p:cNvPr>
          <p:cNvCxnSpPr>
            <a:cxnSpLocks/>
            <a:endCxn id="33" idx="1"/>
          </p:cNvCxnSpPr>
          <p:nvPr userDrawn="1"/>
        </p:nvCxnSpPr>
        <p:spPr>
          <a:xfrm>
            <a:off x="6820961" y="4153960"/>
            <a:ext cx="1339668" cy="79845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DA7ACD1-75D9-5576-63A9-A0C398DA4ED6}"/>
              </a:ext>
            </a:extLst>
          </p:cNvPr>
          <p:cNvCxnSpPr>
            <a:cxnSpLocks/>
            <a:endCxn id="27" idx="6"/>
          </p:cNvCxnSpPr>
          <p:nvPr userDrawn="1"/>
        </p:nvCxnSpPr>
        <p:spPr>
          <a:xfrm flipH="1" flipV="1">
            <a:off x="3127210" y="3401390"/>
            <a:ext cx="1943541" cy="2760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26333ED-A4A2-6F8F-A188-225503AC5A0F}"/>
              </a:ext>
            </a:extLst>
          </p:cNvPr>
          <p:cNvCxnSpPr>
            <a:cxnSpLocks/>
            <a:stCxn id="36" idx="2"/>
          </p:cNvCxnSpPr>
          <p:nvPr userDrawn="1"/>
        </p:nvCxnSpPr>
        <p:spPr>
          <a:xfrm flipH="1">
            <a:off x="7121249" y="3420920"/>
            <a:ext cx="1455093" cy="807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06F82B0-83B5-B922-FC34-90E855AC884C}"/>
              </a:ext>
            </a:extLst>
          </p:cNvPr>
          <p:cNvCxnSpPr>
            <a:cxnSpLocks/>
            <a:stCxn id="30" idx="7"/>
          </p:cNvCxnSpPr>
          <p:nvPr userDrawn="1"/>
        </p:nvCxnSpPr>
        <p:spPr>
          <a:xfrm flipV="1">
            <a:off x="4432705" y="4153960"/>
            <a:ext cx="938334" cy="68184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Content Placeholder 22">
            <a:extLst>
              <a:ext uri="{FF2B5EF4-FFF2-40B4-BE49-F238E27FC236}">
                <a16:creationId xmlns:a16="http://schemas.microsoft.com/office/drawing/2014/main" id="{61541618-0146-A642-FB1F-5462695FF37D}"/>
              </a:ext>
            </a:extLst>
          </p:cNvPr>
          <p:cNvSpPr>
            <a:spLocks noGrp="1"/>
          </p:cNvSpPr>
          <p:nvPr>
            <p:ph sz="quarter" idx="12" hasCustomPrompt="1"/>
          </p:nvPr>
        </p:nvSpPr>
        <p:spPr>
          <a:xfrm>
            <a:off x="3634600" y="951519"/>
            <a:ext cx="935038" cy="935037"/>
          </a:xfrm>
          <a:prstGeom prst="ellipse">
            <a:avLst/>
          </a:prstGeom>
          <a:gradFill>
            <a:gsLst>
              <a:gs pos="0">
                <a:schemeClr val="tx2"/>
              </a:gs>
              <a:gs pos="100000">
                <a:schemeClr val="tx2">
                  <a:lumMod val="75000"/>
                </a:schemeClr>
              </a:gs>
            </a:gsLst>
            <a:path path="circle">
              <a:fillToRect l="100000" t="100000"/>
            </a:path>
          </a:gra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buNone/>
              <a:defRPr lang="en-IN" sz="1200" dirty="0">
                <a:solidFill>
                  <a:schemeClr val="lt1"/>
                </a:solidFill>
                <a:latin typeface="Open Sans" pitchFamily="2" charset="0"/>
                <a:ea typeface="Open Sans" pitchFamily="2" charset="0"/>
                <a:cs typeface="Open Sans" pitchFamily="2" charset="0"/>
              </a:defRPr>
            </a:lvl1pPr>
          </a:lstStyle>
          <a:p>
            <a:pPr marL="0" lvl="0" algn="ctr"/>
            <a:r>
              <a:rPr lang="en-US" dirty="0"/>
              <a:t>Insert Icon Here</a:t>
            </a:r>
            <a:endParaRPr lang="en-IN" dirty="0"/>
          </a:p>
        </p:txBody>
      </p:sp>
      <p:sp>
        <p:nvSpPr>
          <p:cNvPr id="27" name="Content Placeholder 22">
            <a:extLst>
              <a:ext uri="{FF2B5EF4-FFF2-40B4-BE49-F238E27FC236}">
                <a16:creationId xmlns:a16="http://schemas.microsoft.com/office/drawing/2014/main" id="{317A90FE-902F-0C78-5DD2-1E91A6BBEB69}"/>
              </a:ext>
            </a:extLst>
          </p:cNvPr>
          <p:cNvSpPr>
            <a:spLocks noGrp="1"/>
          </p:cNvSpPr>
          <p:nvPr>
            <p:ph sz="quarter" idx="13" hasCustomPrompt="1"/>
          </p:nvPr>
        </p:nvSpPr>
        <p:spPr>
          <a:xfrm>
            <a:off x="2192172" y="2933871"/>
            <a:ext cx="935038" cy="935037"/>
          </a:xfrm>
          <a:prstGeom prst="ellipse">
            <a:avLst/>
          </a:prstGeom>
          <a:gradFill>
            <a:gsLst>
              <a:gs pos="0">
                <a:schemeClr val="tx2"/>
              </a:gs>
              <a:gs pos="100000">
                <a:schemeClr val="tx2">
                  <a:lumMod val="75000"/>
                </a:schemeClr>
              </a:gs>
            </a:gsLst>
            <a:path path="circle">
              <a:fillToRect l="100000" t="100000"/>
            </a:path>
          </a:gra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a:defRPr lang="en-IN" sz="1200" dirty="0">
                <a:latin typeface="Open Sans" pitchFamily="2" charset="0"/>
                <a:ea typeface="Open Sans" pitchFamily="2" charset="0"/>
                <a:cs typeface="Open Sans" pitchFamily="2" charset="0"/>
              </a:defRPr>
            </a:lvl1pPr>
          </a:lstStyle>
          <a:p>
            <a:pPr marL="0" lvl="0" indent="0" algn="ctr">
              <a:buNone/>
            </a:pPr>
            <a:r>
              <a:rPr lang="en-US" dirty="0"/>
              <a:t>Insert Icon Here</a:t>
            </a:r>
            <a:endParaRPr lang="en-IN" dirty="0"/>
          </a:p>
        </p:txBody>
      </p:sp>
      <p:sp>
        <p:nvSpPr>
          <p:cNvPr id="30" name="Content Placeholder 22">
            <a:extLst>
              <a:ext uri="{FF2B5EF4-FFF2-40B4-BE49-F238E27FC236}">
                <a16:creationId xmlns:a16="http://schemas.microsoft.com/office/drawing/2014/main" id="{2DEBE8D2-F6F4-2539-8FF4-B53738EEC9F0}"/>
              </a:ext>
            </a:extLst>
          </p:cNvPr>
          <p:cNvSpPr>
            <a:spLocks noGrp="1"/>
          </p:cNvSpPr>
          <p:nvPr>
            <p:ph sz="quarter" idx="14" hasCustomPrompt="1"/>
          </p:nvPr>
        </p:nvSpPr>
        <p:spPr>
          <a:xfrm>
            <a:off x="3634600" y="4698870"/>
            <a:ext cx="935038" cy="935037"/>
          </a:xfrm>
          <a:prstGeom prst="ellipse">
            <a:avLst/>
          </a:prstGeom>
          <a:gradFill>
            <a:gsLst>
              <a:gs pos="0">
                <a:schemeClr val="tx2"/>
              </a:gs>
              <a:gs pos="100000">
                <a:schemeClr val="tx2">
                  <a:lumMod val="75000"/>
                </a:schemeClr>
              </a:gs>
            </a:gsLst>
            <a:path path="circle">
              <a:fillToRect l="100000" t="100000"/>
            </a:path>
          </a:gra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a:defRPr lang="en-IN" sz="1200" dirty="0">
                <a:latin typeface="Open Sans" pitchFamily="2" charset="0"/>
                <a:ea typeface="Open Sans" pitchFamily="2" charset="0"/>
                <a:cs typeface="Open Sans" pitchFamily="2" charset="0"/>
              </a:defRPr>
            </a:lvl1pPr>
          </a:lstStyle>
          <a:p>
            <a:pPr marL="0" lvl="0" indent="0" algn="ctr">
              <a:buNone/>
            </a:pPr>
            <a:r>
              <a:rPr lang="en-US" dirty="0"/>
              <a:t>Insert Icon Here</a:t>
            </a:r>
            <a:endParaRPr lang="en-IN" dirty="0"/>
          </a:p>
        </p:txBody>
      </p:sp>
      <p:sp>
        <p:nvSpPr>
          <p:cNvPr id="33" name="Content Placeholder 22">
            <a:extLst>
              <a:ext uri="{FF2B5EF4-FFF2-40B4-BE49-F238E27FC236}">
                <a16:creationId xmlns:a16="http://schemas.microsoft.com/office/drawing/2014/main" id="{D9CCAF3B-2C27-D9C4-6977-43EBFB97FE8C}"/>
              </a:ext>
            </a:extLst>
          </p:cNvPr>
          <p:cNvSpPr>
            <a:spLocks noGrp="1"/>
          </p:cNvSpPr>
          <p:nvPr>
            <p:ph sz="quarter" idx="15" hasCustomPrompt="1"/>
          </p:nvPr>
        </p:nvSpPr>
        <p:spPr>
          <a:xfrm>
            <a:off x="8023696" y="4815486"/>
            <a:ext cx="935038" cy="935037"/>
          </a:xfrm>
          <a:prstGeom prst="ellipse">
            <a:avLst/>
          </a:prstGeom>
          <a:gradFill>
            <a:gsLst>
              <a:gs pos="0">
                <a:schemeClr val="tx2"/>
              </a:gs>
              <a:gs pos="100000">
                <a:schemeClr val="tx2">
                  <a:lumMod val="75000"/>
                </a:schemeClr>
              </a:gs>
            </a:gsLst>
            <a:path path="circle">
              <a:fillToRect l="100000" t="100000"/>
            </a:path>
          </a:gra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a:defRPr lang="en-IN" sz="1200" dirty="0">
                <a:latin typeface="Open Sans" pitchFamily="2" charset="0"/>
                <a:ea typeface="Open Sans" pitchFamily="2" charset="0"/>
                <a:cs typeface="Open Sans" pitchFamily="2" charset="0"/>
              </a:defRPr>
            </a:lvl1pPr>
          </a:lstStyle>
          <a:p>
            <a:pPr marL="0" lvl="0" indent="0" algn="ctr">
              <a:buNone/>
            </a:pPr>
            <a:r>
              <a:rPr lang="en-US" dirty="0"/>
              <a:t>Insert Icon Here</a:t>
            </a:r>
            <a:endParaRPr lang="en-IN" dirty="0"/>
          </a:p>
        </p:txBody>
      </p:sp>
      <p:sp>
        <p:nvSpPr>
          <p:cNvPr id="36" name="Content Placeholder 22">
            <a:extLst>
              <a:ext uri="{FF2B5EF4-FFF2-40B4-BE49-F238E27FC236}">
                <a16:creationId xmlns:a16="http://schemas.microsoft.com/office/drawing/2014/main" id="{376FA499-8E31-6135-9413-41C5FD8B2F09}"/>
              </a:ext>
            </a:extLst>
          </p:cNvPr>
          <p:cNvSpPr>
            <a:spLocks noGrp="1"/>
          </p:cNvSpPr>
          <p:nvPr>
            <p:ph sz="quarter" idx="16" hasCustomPrompt="1"/>
          </p:nvPr>
        </p:nvSpPr>
        <p:spPr>
          <a:xfrm>
            <a:off x="8576342" y="2953401"/>
            <a:ext cx="935038" cy="935037"/>
          </a:xfrm>
          <a:prstGeom prst="ellipse">
            <a:avLst/>
          </a:prstGeom>
          <a:gradFill>
            <a:gsLst>
              <a:gs pos="0">
                <a:schemeClr val="tx2"/>
              </a:gs>
              <a:gs pos="100000">
                <a:schemeClr val="tx2">
                  <a:lumMod val="75000"/>
                </a:schemeClr>
              </a:gs>
            </a:gsLst>
            <a:path path="circle">
              <a:fillToRect l="100000" t="100000"/>
            </a:path>
          </a:gra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a:defRPr lang="en-IN" sz="1200" dirty="0">
                <a:latin typeface="Open Sans" pitchFamily="2" charset="0"/>
                <a:ea typeface="Open Sans" pitchFamily="2" charset="0"/>
                <a:cs typeface="Open Sans" pitchFamily="2" charset="0"/>
              </a:defRPr>
            </a:lvl1pPr>
          </a:lstStyle>
          <a:p>
            <a:pPr marL="0" lvl="0" indent="0" algn="ctr">
              <a:buNone/>
            </a:pPr>
            <a:r>
              <a:rPr lang="en-US" dirty="0"/>
              <a:t>Insert Icon Here</a:t>
            </a:r>
            <a:endParaRPr lang="en-IN" dirty="0"/>
          </a:p>
        </p:txBody>
      </p:sp>
      <p:sp>
        <p:nvSpPr>
          <p:cNvPr id="56" name="Text Placeholder 37">
            <a:extLst>
              <a:ext uri="{FF2B5EF4-FFF2-40B4-BE49-F238E27FC236}">
                <a16:creationId xmlns:a16="http://schemas.microsoft.com/office/drawing/2014/main" id="{78EF0209-3011-AD74-7CFF-30BADD1FF0C7}"/>
              </a:ext>
            </a:extLst>
          </p:cNvPr>
          <p:cNvSpPr>
            <a:spLocks noGrp="1"/>
          </p:cNvSpPr>
          <p:nvPr>
            <p:ph type="body" sz="quarter" idx="36" hasCustomPrompt="1"/>
          </p:nvPr>
        </p:nvSpPr>
        <p:spPr>
          <a:xfrm>
            <a:off x="286799" y="1201418"/>
            <a:ext cx="3091269" cy="430887"/>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58" name="Text Placeholder 37">
            <a:extLst>
              <a:ext uri="{FF2B5EF4-FFF2-40B4-BE49-F238E27FC236}">
                <a16:creationId xmlns:a16="http://schemas.microsoft.com/office/drawing/2014/main" id="{7BA15CA4-7C9B-552A-4973-F3CD2752DD3F}"/>
              </a:ext>
            </a:extLst>
          </p:cNvPr>
          <p:cNvSpPr>
            <a:spLocks noGrp="1"/>
          </p:cNvSpPr>
          <p:nvPr>
            <p:ph type="body" sz="quarter" idx="38" hasCustomPrompt="1"/>
          </p:nvPr>
        </p:nvSpPr>
        <p:spPr>
          <a:xfrm>
            <a:off x="306391" y="4998868"/>
            <a:ext cx="3091269" cy="430887"/>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59" name="Text Placeholder 37">
            <a:extLst>
              <a:ext uri="{FF2B5EF4-FFF2-40B4-BE49-F238E27FC236}">
                <a16:creationId xmlns:a16="http://schemas.microsoft.com/office/drawing/2014/main" id="{881BF827-230F-97BD-8E2B-A08E4A31B1A9}"/>
              </a:ext>
            </a:extLst>
          </p:cNvPr>
          <p:cNvSpPr>
            <a:spLocks noGrp="1"/>
          </p:cNvSpPr>
          <p:nvPr>
            <p:ph type="body" sz="quarter" idx="39" hasCustomPrompt="1"/>
          </p:nvPr>
        </p:nvSpPr>
        <p:spPr>
          <a:xfrm>
            <a:off x="9899999" y="2923967"/>
            <a:ext cx="2071868" cy="1064367"/>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60" name="Text Placeholder 37">
            <a:extLst>
              <a:ext uri="{FF2B5EF4-FFF2-40B4-BE49-F238E27FC236}">
                <a16:creationId xmlns:a16="http://schemas.microsoft.com/office/drawing/2014/main" id="{4DB91541-7FAB-1139-3097-507E5BE5628B}"/>
              </a:ext>
            </a:extLst>
          </p:cNvPr>
          <p:cNvSpPr>
            <a:spLocks noGrp="1"/>
          </p:cNvSpPr>
          <p:nvPr>
            <p:ph type="body" sz="quarter" idx="40" hasCustomPrompt="1"/>
          </p:nvPr>
        </p:nvSpPr>
        <p:spPr>
          <a:xfrm>
            <a:off x="9422153" y="5209405"/>
            <a:ext cx="2538192" cy="430887"/>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57" name="Text Placeholder 37">
            <a:extLst>
              <a:ext uri="{FF2B5EF4-FFF2-40B4-BE49-F238E27FC236}">
                <a16:creationId xmlns:a16="http://schemas.microsoft.com/office/drawing/2014/main" id="{BA7EBFC8-6767-553C-75DD-DAA70432B5FE}"/>
              </a:ext>
            </a:extLst>
          </p:cNvPr>
          <p:cNvSpPr>
            <a:spLocks noGrp="1"/>
          </p:cNvSpPr>
          <p:nvPr>
            <p:ph type="body" sz="quarter" idx="37" hasCustomPrompt="1"/>
          </p:nvPr>
        </p:nvSpPr>
        <p:spPr>
          <a:xfrm>
            <a:off x="286799" y="3053480"/>
            <a:ext cx="1659458" cy="934854"/>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44" name="Title 1">
            <a:extLst>
              <a:ext uri="{FF2B5EF4-FFF2-40B4-BE49-F238E27FC236}">
                <a16:creationId xmlns:a16="http://schemas.microsoft.com/office/drawing/2014/main" id="{ABF026D1-F50A-F1A4-51E4-940B64AEE935}"/>
              </a:ext>
            </a:extLst>
          </p:cNvPr>
          <p:cNvSpPr>
            <a:spLocks noGrp="1"/>
          </p:cNvSpPr>
          <p:nvPr>
            <p:ph type="ctrTitle"/>
          </p:nvPr>
        </p:nvSpPr>
        <p:spPr>
          <a:xfrm>
            <a:off x="8579440" y="308292"/>
            <a:ext cx="3308889" cy="984885"/>
          </a:xfrm>
          <a:prstGeom prst="rect">
            <a:avLst/>
          </a:prstGeom>
        </p:spPr>
        <p:txBody>
          <a:bodyPr vert="horz" wrap="square" lIns="0" tIns="0" rIns="0" bIns="0" rtlCol="0" anchor="t" anchorCtr="0">
            <a:spAutoFit/>
          </a:bodyPr>
          <a:lstStyle>
            <a:lvl1pPr algn="r">
              <a:lnSpc>
                <a:spcPct val="100000"/>
              </a:lnSpc>
              <a:defRPr lang="en-US" sz="3200" dirty="0">
                <a:solidFill>
                  <a:schemeClr val="tx2"/>
                </a:solidFill>
              </a:defRPr>
            </a:lvl1pPr>
          </a:lstStyle>
          <a:p>
            <a:pPr lvl="0"/>
            <a:r>
              <a:rPr lang="en-GB" dirty="0"/>
              <a:t>Click to edit Master title style</a:t>
            </a:r>
            <a:endParaRPr lang="en-US" dirty="0"/>
          </a:p>
        </p:txBody>
      </p:sp>
      <p:sp>
        <p:nvSpPr>
          <p:cNvPr id="45" name="Text Placeholder 2">
            <a:extLst>
              <a:ext uri="{FF2B5EF4-FFF2-40B4-BE49-F238E27FC236}">
                <a16:creationId xmlns:a16="http://schemas.microsoft.com/office/drawing/2014/main" id="{A449355D-0B72-495C-4C50-772E14348ACF}"/>
              </a:ext>
            </a:extLst>
          </p:cNvPr>
          <p:cNvSpPr>
            <a:spLocks noGrp="1"/>
          </p:cNvSpPr>
          <p:nvPr>
            <p:ph idx="1" hasCustomPrompt="1"/>
          </p:nvPr>
        </p:nvSpPr>
        <p:spPr>
          <a:xfrm>
            <a:off x="8579440" y="1478769"/>
            <a:ext cx="3305808" cy="625875"/>
          </a:xfrm>
          <a:prstGeom prst="rect">
            <a:avLst/>
          </a:prstGeom>
        </p:spPr>
        <p:txBody>
          <a:bodyPr vert="horz" lIns="91440" tIns="45720" rIns="91440" bIns="45720" rtlCol="0">
            <a:normAutofit/>
          </a:bodyPr>
          <a:lstStyle>
            <a:lvl1pPr marL="0" indent="0" algn="r">
              <a:buNone/>
              <a:defRPr sz="1800"/>
            </a:lvl1pPr>
            <a:lvl2pPr marL="457200" indent="0">
              <a:buNone/>
              <a:defRPr sz="1600"/>
            </a:lvl2pPr>
            <a:lvl3pPr marL="914400" indent="0">
              <a:buNone/>
              <a:defRPr sz="1400"/>
            </a:lvl3pPr>
          </a:lstStyle>
          <a:p>
            <a:pPr lvl="0"/>
            <a:r>
              <a:rPr lang="en-US" dirty="0"/>
              <a:t>Click to edit Master text styles</a:t>
            </a:r>
          </a:p>
        </p:txBody>
      </p:sp>
    </p:spTree>
    <p:extLst>
      <p:ext uri="{BB962C8B-B14F-4D97-AF65-F5344CB8AC3E}">
        <p14:creationId xmlns:p14="http://schemas.microsoft.com/office/powerpoint/2010/main" val="985085957"/>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6_Miscellaneous">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D477D28-ED7A-4840-4F81-B041928B01B2}"/>
              </a:ext>
            </a:extLst>
          </p:cNvPr>
          <p:cNvSpPr/>
          <p:nvPr userDrawn="1"/>
        </p:nvSpPr>
        <p:spPr>
          <a:xfrm>
            <a:off x="5923787" y="0"/>
            <a:ext cx="6268213" cy="5922604"/>
          </a:xfrm>
          <a:custGeom>
            <a:avLst/>
            <a:gdLst>
              <a:gd name="connsiteX0" fmla="*/ 10670 w 5613718"/>
              <a:gd name="connsiteY0" fmla="*/ 0 h 5304196"/>
              <a:gd name="connsiteX1" fmla="*/ 5613718 w 5613718"/>
              <a:gd name="connsiteY1" fmla="*/ 0 h 5304196"/>
              <a:gd name="connsiteX2" fmla="*/ 5613718 w 5613718"/>
              <a:gd name="connsiteY2" fmla="*/ 5263456 h 5304196"/>
              <a:gd name="connsiteX3" fmla="*/ 5352739 w 5613718"/>
              <a:gd name="connsiteY3" fmla="*/ 5291392 h 5304196"/>
              <a:gd name="connsiteX4" fmla="*/ 4992406 w 5613718"/>
              <a:gd name="connsiteY4" fmla="*/ 5304196 h 5304196"/>
              <a:gd name="connsiteX5" fmla="*/ 0 w 5613718"/>
              <a:gd name="connsiteY5" fmla="*/ 311788 h 5304196"/>
              <a:gd name="connsiteX6" fmla="*/ 6496 w 5613718"/>
              <a:gd name="connsiteY6" fmla="*/ 54879 h 5304196"/>
              <a:gd name="connsiteX7" fmla="*/ 10670 w 5613718"/>
              <a:gd name="connsiteY7" fmla="*/ 0 h 5304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13718" h="5304196">
                <a:moveTo>
                  <a:pt x="10670" y="0"/>
                </a:moveTo>
                <a:lnTo>
                  <a:pt x="5613718" y="0"/>
                </a:lnTo>
                <a:lnTo>
                  <a:pt x="5613718" y="5263456"/>
                </a:lnTo>
                <a:lnTo>
                  <a:pt x="5352739" y="5291392"/>
                </a:lnTo>
                <a:cubicBezTo>
                  <a:pt x="5233733" y="5299880"/>
                  <a:pt x="5113574" y="5304196"/>
                  <a:pt x="4992406" y="5304196"/>
                </a:cubicBezTo>
                <a:cubicBezTo>
                  <a:pt x="2235177" y="5304196"/>
                  <a:pt x="0" y="3069019"/>
                  <a:pt x="0" y="311788"/>
                </a:cubicBezTo>
                <a:cubicBezTo>
                  <a:pt x="0" y="225624"/>
                  <a:pt x="2183" y="139971"/>
                  <a:pt x="6496" y="54879"/>
                </a:cubicBezTo>
                <a:lnTo>
                  <a:pt x="10670" y="0"/>
                </a:lnTo>
                <a:close/>
              </a:path>
            </a:pathLst>
          </a:custGeom>
          <a:gradFill>
            <a:gsLst>
              <a:gs pos="100000">
                <a:schemeClr val="tx2"/>
              </a:gs>
              <a:gs pos="0">
                <a:schemeClr val="tx2">
                  <a:lumMod val="7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66C8277E-8239-114A-8781-CA0ADCF4BEFC}"/>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dirty="0"/>
              <a:t>Click to edit Master title style</a:t>
            </a:r>
            <a:endParaRPr lang="en-US" dirty="0"/>
          </a:p>
        </p:txBody>
      </p:sp>
      <p:sp>
        <p:nvSpPr>
          <p:cNvPr id="8" name="Rectangle 7">
            <a:extLst>
              <a:ext uri="{FF2B5EF4-FFF2-40B4-BE49-F238E27FC236}">
                <a16:creationId xmlns:a16="http://schemas.microsoft.com/office/drawing/2014/main" id="{7110CDA0-3410-627F-B83A-6BA9A2AECBA4}"/>
              </a:ext>
            </a:extLst>
          </p:cNvPr>
          <p:cNvSpPr/>
          <p:nvPr userDrawn="1"/>
        </p:nvSpPr>
        <p:spPr>
          <a:xfrm>
            <a:off x="359998" y="977410"/>
            <a:ext cx="5400000" cy="72000"/>
          </a:xfrm>
          <a:prstGeom prst="rect">
            <a:avLst/>
          </a:prstGeom>
          <a:gradFill flip="none" rotWithShape="1">
            <a:gsLst>
              <a:gs pos="100000">
                <a:schemeClr val="bg1"/>
              </a:gs>
              <a:gs pos="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icture Placeholder 14">
            <a:extLst>
              <a:ext uri="{FF2B5EF4-FFF2-40B4-BE49-F238E27FC236}">
                <a16:creationId xmlns:a16="http://schemas.microsoft.com/office/drawing/2014/main" id="{E7341681-14AF-C2EB-96C6-317682ABF980}"/>
              </a:ext>
            </a:extLst>
          </p:cNvPr>
          <p:cNvSpPr>
            <a:spLocks noGrp="1"/>
          </p:cNvSpPr>
          <p:nvPr>
            <p:ph type="pic" sz="quarter" idx="10"/>
          </p:nvPr>
        </p:nvSpPr>
        <p:spPr>
          <a:xfrm>
            <a:off x="0" y="1442806"/>
            <a:ext cx="12192000" cy="1438508"/>
          </a:xfrm>
          <a:solidFill>
            <a:srgbClr val="202021">
              <a:alpha val="50196"/>
            </a:srgbClr>
          </a:solidFill>
        </p:spPr>
        <p:txBody>
          <a:bodyPr/>
          <a:lstStyle/>
          <a:p>
            <a:endParaRPr lang="en-IN"/>
          </a:p>
        </p:txBody>
      </p:sp>
      <p:sp>
        <p:nvSpPr>
          <p:cNvPr id="19" name="Picture Placeholder 14">
            <a:extLst>
              <a:ext uri="{FF2B5EF4-FFF2-40B4-BE49-F238E27FC236}">
                <a16:creationId xmlns:a16="http://schemas.microsoft.com/office/drawing/2014/main" id="{CF1883A6-0E69-C101-8972-CFD45C1DBD79}"/>
              </a:ext>
            </a:extLst>
          </p:cNvPr>
          <p:cNvSpPr>
            <a:spLocks noGrp="1"/>
          </p:cNvSpPr>
          <p:nvPr>
            <p:ph type="pic" sz="quarter" idx="11"/>
          </p:nvPr>
        </p:nvSpPr>
        <p:spPr>
          <a:xfrm>
            <a:off x="0" y="3065994"/>
            <a:ext cx="12192000" cy="1438508"/>
          </a:xfrm>
          <a:solidFill>
            <a:srgbClr val="202021">
              <a:alpha val="50196"/>
            </a:srgbClr>
          </a:solidFill>
        </p:spPr>
        <p:txBody>
          <a:bodyPr vert="horz" lIns="91440" tIns="45720" rIns="91440" bIns="45720" rtlCol="0">
            <a:normAutofit/>
          </a:bodyPr>
          <a:lstStyle>
            <a:lvl1pPr>
              <a:defRPr lang="en-IN"/>
            </a:lvl1pPr>
          </a:lstStyle>
          <a:p>
            <a:pPr lvl="0"/>
            <a:endParaRPr lang="en-IN" dirty="0"/>
          </a:p>
        </p:txBody>
      </p:sp>
      <p:sp>
        <p:nvSpPr>
          <p:cNvPr id="20" name="Picture Placeholder 14">
            <a:extLst>
              <a:ext uri="{FF2B5EF4-FFF2-40B4-BE49-F238E27FC236}">
                <a16:creationId xmlns:a16="http://schemas.microsoft.com/office/drawing/2014/main" id="{9E2B9831-2E5D-D452-F490-1552C5EAEC9D}"/>
              </a:ext>
            </a:extLst>
          </p:cNvPr>
          <p:cNvSpPr>
            <a:spLocks noGrp="1"/>
          </p:cNvSpPr>
          <p:nvPr>
            <p:ph type="pic" sz="quarter" idx="12"/>
          </p:nvPr>
        </p:nvSpPr>
        <p:spPr>
          <a:xfrm>
            <a:off x="0" y="4688736"/>
            <a:ext cx="12192000" cy="1438508"/>
          </a:xfrm>
          <a:solidFill>
            <a:srgbClr val="202021">
              <a:alpha val="50196"/>
            </a:srgbClr>
          </a:solidFill>
        </p:spPr>
        <p:txBody>
          <a:bodyPr vert="horz" lIns="91440" tIns="45720" rIns="91440" bIns="45720" rtlCol="0">
            <a:normAutofit/>
          </a:bodyPr>
          <a:lstStyle>
            <a:lvl1pPr>
              <a:defRPr lang="en-IN"/>
            </a:lvl1pPr>
          </a:lstStyle>
          <a:p>
            <a:pPr lvl="0"/>
            <a:endParaRPr lang="en-IN"/>
          </a:p>
        </p:txBody>
      </p:sp>
      <p:cxnSp>
        <p:nvCxnSpPr>
          <p:cNvPr id="21" name="Straight Connector 20">
            <a:extLst>
              <a:ext uri="{FF2B5EF4-FFF2-40B4-BE49-F238E27FC236}">
                <a16:creationId xmlns:a16="http://schemas.microsoft.com/office/drawing/2014/main" id="{6C015BF2-B425-09E5-2374-7E73A45A4678}"/>
              </a:ext>
            </a:extLst>
          </p:cNvPr>
          <p:cNvCxnSpPr>
            <a:cxnSpLocks/>
          </p:cNvCxnSpPr>
          <p:nvPr userDrawn="1"/>
        </p:nvCxnSpPr>
        <p:spPr>
          <a:xfrm>
            <a:off x="1960951" y="3345095"/>
            <a:ext cx="0" cy="88030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21F76B3-4FCA-17C2-AFF6-7559C3624994}"/>
              </a:ext>
            </a:extLst>
          </p:cNvPr>
          <p:cNvCxnSpPr>
            <a:cxnSpLocks/>
          </p:cNvCxnSpPr>
          <p:nvPr userDrawn="1"/>
        </p:nvCxnSpPr>
        <p:spPr>
          <a:xfrm>
            <a:off x="1960951" y="1722355"/>
            <a:ext cx="0" cy="88030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0FF0D2C-BF8D-F4BA-7F8C-7DF0AA7E3505}"/>
              </a:ext>
            </a:extLst>
          </p:cNvPr>
          <p:cNvCxnSpPr>
            <a:cxnSpLocks/>
          </p:cNvCxnSpPr>
          <p:nvPr userDrawn="1"/>
        </p:nvCxnSpPr>
        <p:spPr>
          <a:xfrm>
            <a:off x="1960951" y="4967836"/>
            <a:ext cx="0" cy="88030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E4B9176-2062-3302-9CE4-DDDA50DB41D4}"/>
              </a:ext>
            </a:extLst>
          </p:cNvPr>
          <p:cNvCxnSpPr>
            <a:cxnSpLocks/>
          </p:cNvCxnSpPr>
          <p:nvPr userDrawn="1"/>
        </p:nvCxnSpPr>
        <p:spPr>
          <a:xfrm>
            <a:off x="7561651" y="3345095"/>
            <a:ext cx="0" cy="88030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D5966C7-0836-0C18-55F5-4D8F8D918D12}"/>
              </a:ext>
            </a:extLst>
          </p:cNvPr>
          <p:cNvCxnSpPr>
            <a:cxnSpLocks/>
          </p:cNvCxnSpPr>
          <p:nvPr userDrawn="1"/>
        </p:nvCxnSpPr>
        <p:spPr>
          <a:xfrm>
            <a:off x="7561651" y="1722355"/>
            <a:ext cx="0" cy="88030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E8A1AF6-AD83-E07C-772D-7D5EAD969458}"/>
              </a:ext>
            </a:extLst>
          </p:cNvPr>
          <p:cNvCxnSpPr>
            <a:cxnSpLocks/>
          </p:cNvCxnSpPr>
          <p:nvPr userDrawn="1"/>
        </p:nvCxnSpPr>
        <p:spPr>
          <a:xfrm>
            <a:off x="7561651" y="4967836"/>
            <a:ext cx="0" cy="88030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43" name="Text Placeholder 37">
            <a:extLst>
              <a:ext uri="{FF2B5EF4-FFF2-40B4-BE49-F238E27FC236}">
                <a16:creationId xmlns:a16="http://schemas.microsoft.com/office/drawing/2014/main" id="{E27C0E88-F35D-5B33-34A7-9005E191B326}"/>
              </a:ext>
            </a:extLst>
          </p:cNvPr>
          <p:cNvSpPr>
            <a:spLocks noGrp="1"/>
          </p:cNvSpPr>
          <p:nvPr>
            <p:ph type="body" sz="quarter" idx="13" hasCustomPrompt="1"/>
          </p:nvPr>
        </p:nvSpPr>
        <p:spPr>
          <a:xfrm>
            <a:off x="1000790" y="1597211"/>
            <a:ext cx="815382" cy="682625"/>
          </a:xfrm>
        </p:spPr>
        <p:txBody>
          <a:bodyPr>
            <a:noAutofit/>
          </a:bodyPr>
          <a:lstStyle>
            <a:lvl1pPr marL="0" indent="0">
              <a:buNone/>
              <a:defRPr sz="4400" b="1">
                <a:solidFill>
                  <a:schemeClr val="tx2"/>
                </a:solidFill>
                <a:latin typeface="Barlow" panose="00000500000000000000" pitchFamily="2" charset="0"/>
              </a:defRPr>
            </a:lvl1pPr>
          </a:lstStyle>
          <a:p>
            <a:pPr lvl="0"/>
            <a:r>
              <a:rPr lang="en-US" dirty="0"/>
              <a:t>01</a:t>
            </a:r>
            <a:endParaRPr lang="en-IN" dirty="0"/>
          </a:p>
        </p:txBody>
      </p:sp>
      <p:sp>
        <p:nvSpPr>
          <p:cNvPr id="44" name="Text Placeholder 37">
            <a:extLst>
              <a:ext uri="{FF2B5EF4-FFF2-40B4-BE49-F238E27FC236}">
                <a16:creationId xmlns:a16="http://schemas.microsoft.com/office/drawing/2014/main" id="{6F2ADA2E-65B1-0969-FE18-70F541650979}"/>
              </a:ext>
            </a:extLst>
          </p:cNvPr>
          <p:cNvSpPr>
            <a:spLocks noGrp="1"/>
          </p:cNvSpPr>
          <p:nvPr>
            <p:ph type="body" sz="quarter" idx="14" hasCustomPrompt="1"/>
          </p:nvPr>
        </p:nvSpPr>
        <p:spPr>
          <a:xfrm>
            <a:off x="1000790" y="3222169"/>
            <a:ext cx="815382" cy="682625"/>
          </a:xfrm>
        </p:spPr>
        <p:txBody>
          <a:bodyPr>
            <a:noAutofit/>
          </a:bodyPr>
          <a:lstStyle>
            <a:lvl1pPr marL="0" indent="0">
              <a:buNone/>
              <a:defRPr sz="4400" b="1">
                <a:solidFill>
                  <a:schemeClr val="tx2"/>
                </a:solidFill>
                <a:latin typeface="Barlow" panose="00000500000000000000" pitchFamily="2" charset="0"/>
              </a:defRPr>
            </a:lvl1pPr>
          </a:lstStyle>
          <a:p>
            <a:pPr lvl="0"/>
            <a:r>
              <a:rPr lang="en-US" dirty="0"/>
              <a:t>02</a:t>
            </a:r>
            <a:endParaRPr lang="en-IN" dirty="0"/>
          </a:p>
        </p:txBody>
      </p:sp>
      <p:sp>
        <p:nvSpPr>
          <p:cNvPr id="45" name="Text Placeholder 37">
            <a:extLst>
              <a:ext uri="{FF2B5EF4-FFF2-40B4-BE49-F238E27FC236}">
                <a16:creationId xmlns:a16="http://schemas.microsoft.com/office/drawing/2014/main" id="{4E478B55-8AE5-54FD-9EDD-DC1B16B054D1}"/>
              </a:ext>
            </a:extLst>
          </p:cNvPr>
          <p:cNvSpPr>
            <a:spLocks noGrp="1"/>
          </p:cNvSpPr>
          <p:nvPr>
            <p:ph type="body" sz="quarter" idx="15" hasCustomPrompt="1"/>
          </p:nvPr>
        </p:nvSpPr>
        <p:spPr>
          <a:xfrm>
            <a:off x="1000790" y="4840219"/>
            <a:ext cx="815382" cy="682625"/>
          </a:xfrm>
        </p:spPr>
        <p:txBody>
          <a:bodyPr>
            <a:noAutofit/>
          </a:bodyPr>
          <a:lstStyle>
            <a:lvl1pPr marL="0" indent="0">
              <a:buNone/>
              <a:defRPr sz="4400" b="1">
                <a:solidFill>
                  <a:schemeClr val="tx2"/>
                </a:solidFill>
                <a:latin typeface="Barlow" panose="00000500000000000000" pitchFamily="2" charset="0"/>
              </a:defRPr>
            </a:lvl1pPr>
          </a:lstStyle>
          <a:p>
            <a:pPr lvl="0"/>
            <a:r>
              <a:rPr lang="en-US" dirty="0"/>
              <a:t>03</a:t>
            </a:r>
            <a:endParaRPr lang="en-IN" dirty="0"/>
          </a:p>
        </p:txBody>
      </p:sp>
      <p:sp>
        <p:nvSpPr>
          <p:cNvPr id="50" name="Text Placeholder 37">
            <a:extLst>
              <a:ext uri="{FF2B5EF4-FFF2-40B4-BE49-F238E27FC236}">
                <a16:creationId xmlns:a16="http://schemas.microsoft.com/office/drawing/2014/main" id="{AE203940-9FDA-0607-ACCB-31F5E4DD46E2}"/>
              </a:ext>
            </a:extLst>
          </p:cNvPr>
          <p:cNvSpPr>
            <a:spLocks noGrp="1"/>
          </p:cNvSpPr>
          <p:nvPr>
            <p:ph type="body" sz="quarter" idx="16" hasCustomPrompt="1"/>
          </p:nvPr>
        </p:nvSpPr>
        <p:spPr>
          <a:xfrm>
            <a:off x="6564576" y="1597211"/>
            <a:ext cx="960159" cy="682625"/>
          </a:xfrm>
        </p:spPr>
        <p:txBody>
          <a:bodyPr>
            <a:noAutofit/>
          </a:bodyPr>
          <a:lstStyle>
            <a:lvl1pPr marL="0" indent="0">
              <a:buNone/>
              <a:defRPr sz="4400" b="1">
                <a:solidFill>
                  <a:schemeClr val="tx2"/>
                </a:solidFill>
                <a:latin typeface="Barlow" panose="00000500000000000000" pitchFamily="2" charset="0"/>
              </a:defRPr>
            </a:lvl1pPr>
          </a:lstStyle>
          <a:p>
            <a:pPr lvl="0"/>
            <a:r>
              <a:rPr lang="en-US" dirty="0"/>
              <a:t>04</a:t>
            </a:r>
            <a:endParaRPr lang="en-IN" dirty="0"/>
          </a:p>
        </p:txBody>
      </p:sp>
      <p:sp>
        <p:nvSpPr>
          <p:cNvPr id="51" name="Text Placeholder 37">
            <a:extLst>
              <a:ext uri="{FF2B5EF4-FFF2-40B4-BE49-F238E27FC236}">
                <a16:creationId xmlns:a16="http://schemas.microsoft.com/office/drawing/2014/main" id="{4D1B7AF3-285F-7554-6D78-9237C2C510CE}"/>
              </a:ext>
            </a:extLst>
          </p:cNvPr>
          <p:cNvSpPr>
            <a:spLocks noGrp="1"/>
          </p:cNvSpPr>
          <p:nvPr>
            <p:ph type="body" sz="quarter" idx="17" hasCustomPrompt="1"/>
          </p:nvPr>
        </p:nvSpPr>
        <p:spPr>
          <a:xfrm>
            <a:off x="6564577" y="3222169"/>
            <a:ext cx="815382" cy="682625"/>
          </a:xfrm>
        </p:spPr>
        <p:txBody>
          <a:bodyPr>
            <a:noAutofit/>
          </a:bodyPr>
          <a:lstStyle>
            <a:lvl1pPr marL="0" indent="0">
              <a:buNone/>
              <a:defRPr sz="4400" b="1">
                <a:solidFill>
                  <a:schemeClr val="tx2"/>
                </a:solidFill>
                <a:latin typeface="Barlow" panose="00000500000000000000" pitchFamily="2" charset="0"/>
              </a:defRPr>
            </a:lvl1pPr>
          </a:lstStyle>
          <a:p>
            <a:pPr lvl="0"/>
            <a:r>
              <a:rPr lang="en-US" dirty="0"/>
              <a:t>05</a:t>
            </a:r>
            <a:endParaRPr lang="en-IN" dirty="0"/>
          </a:p>
        </p:txBody>
      </p:sp>
      <p:sp>
        <p:nvSpPr>
          <p:cNvPr id="52" name="Text Placeholder 37">
            <a:extLst>
              <a:ext uri="{FF2B5EF4-FFF2-40B4-BE49-F238E27FC236}">
                <a16:creationId xmlns:a16="http://schemas.microsoft.com/office/drawing/2014/main" id="{639DF811-B1E3-A4B5-177F-29C797337AE3}"/>
              </a:ext>
            </a:extLst>
          </p:cNvPr>
          <p:cNvSpPr>
            <a:spLocks noGrp="1"/>
          </p:cNvSpPr>
          <p:nvPr>
            <p:ph type="body" sz="quarter" idx="18" hasCustomPrompt="1"/>
          </p:nvPr>
        </p:nvSpPr>
        <p:spPr>
          <a:xfrm>
            <a:off x="6564577" y="4840219"/>
            <a:ext cx="815382" cy="682625"/>
          </a:xfrm>
        </p:spPr>
        <p:txBody>
          <a:bodyPr>
            <a:noAutofit/>
          </a:bodyPr>
          <a:lstStyle>
            <a:lvl1pPr marL="0" indent="0">
              <a:buNone/>
              <a:defRPr sz="4400" b="1">
                <a:solidFill>
                  <a:schemeClr val="tx2"/>
                </a:solidFill>
                <a:latin typeface="Barlow" panose="00000500000000000000" pitchFamily="2" charset="0"/>
              </a:defRPr>
            </a:lvl1pPr>
          </a:lstStyle>
          <a:p>
            <a:pPr lvl="0"/>
            <a:r>
              <a:rPr lang="en-US" dirty="0"/>
              <a:t>06</a:t>
            </a:r>
            <a:endParaRPr lang="en-IN" dirty="0"/>
          </a:p>
        </p:txBody>
      </p:sp>
      <p:sp>
        <p:nvSpPr>
          <p:cNvPr id="53" name="Text Placeholder 37">
            <a:extLst>
              <a:ext uri="{FF2B5EF4-FFF2-40B4-BE49-F238E27FC236}">
                <a16:creationId xmlns:a16="http://schemas.microsoft.com/office/drawing/2014/main" id="{E2009E25-D454-3D6A-B2FB-A5BEA8C8B1D1}"/>
              </a:ext>
            </a:extLst>
          </p:cNvPr>
          <p:cNvSpPr>
            <a:spLocks noGrp="1"/>
          </p:cNvSpPr>
          <p:nvPr>
            <p:ph type="body" sz="quarter" idx="19" hasCustomPrompt="1"/>
          </p:nvPr>
        </p:nvSpPr>
        <p:spPr>
          <a:xfrm>
            <a:off x="2019487" y="1732897"/>
            <a:ext cx="4387417" cy="285646"/>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dirty="0"/>
              <a:t>Click to add text</a:t>
            </a:r>
            <a:endParaRPr lang="en-IN" dirty="0"/>
          </a:p>
        </p:txBody>
      </p:sp>
      <p:sp>
        <p:nvSpPr>
          <p:cNvPr id="54" name="Text Placeholder 37">
            <a:extLst>
              <a:ext uri="{FF2B5EF4-FFF2-40B4-BE49-F238E27FC236}">
                <a16:creationId xmlns:a16="http://schemas.microsoft.com/office/drawing/2014/main" id="{DDC89FEC-2B23-1F2E-C215-B7ABAC24DCAC}"/>
              </a:ext>
            </a:extLst>
          </p:cNvPr>
          <p:cNvSpPr>
            <a:spLocks noGrp="1"/>
          </p:cNvSpPr>
          <p:nvPr>
            <p:ph type="body" sz="quarter" idx="20" hasCustomPrompt="1"/>
          </p:nvPr>
        </p:nvSpPr>
        <p:spPr>
          <a:xfrm>
            <a:off x="2019486" y="2018543"/>
            <a:ext cx="4387418" cy="469070"/>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27" name="Text Placeholder 37">
            <a:extLst>
              <a:ext uri="{FF2B5EF4-FFF2-40B4-BE49-F238E27FC236}">
                <a16:creationId xmlns:a16="http://schemas.microsoft.com/office/drawing/2014/main" id="{9BCEDB30-8046-1975-9762-0285FCEA242F}"/>
              </a:ext>
            </a:extLst>
          </p:cNvPr>
          <p:cNvSpPr>
            <a:spLocks noGrp="1"/>
          </p:cNvSpPr>
          <p:nvPr>
            <p:ph type="body" sz="quarter" idx="21" hasCustomPrompt="1"/>
          </p:nvPr>
        </p:nvSpPr>
        <p:spPr>
          <a:xfrm>
            <a:off x="2028484" y="3326476"/>
            <a:ext cx="4387417" cy="285646"/>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dirty="0"/>
              <a:t>Click to add text</a:t>
            </a:r>
            <a:endParaRPr lang="en-IN" dirty="0"/>
          </a:p>
        </p:txBody>
      </p:sp>
      <p:sp>
        <p:nvSpPr>
          <p:cNvPr id="28" name="Text Placeholder 37">
            <a:extLst>
              <a:ext uri="{FF2B5EF4-FFF2-40B4-BE49-F238E27FC236}">
                <a16:creationId xmlns:a16="http://schemas.microsoft.com/office/drawing/2014/main" id="{0B94BF25-5ED1-CF47-FCE2-87C754FB6C02}"/>
              </a:ext>
            </a:extLst>
          </p:cNvPr>
          <p:cNvSpPr>
            <a:spLocks noGrp="1"/>
          </p:cNvSpPr>
          <p:nvPr>
            <p:ph type="body" sz="quarter" idx="22" hasCustomPrompt="1"/>
          </p:nvPr>
        </p:nvSpPr>
        <p:spPr>
          <a:xfrm>
            <a:off x="2028483" y="3612122"/>
            <a:ext cx="4387418" cy="469070"/>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29" name="Text Placeholder 37">
            <a:extLst>
              <a:ext uri="{FF2B5EF4-FFF2-40B4-BE49-F238E27FC236}">
                <a16:creationId xmlns:a16="http://schemas.microsoft.com/office/drawing/2014/main" id="{29352FF7-0A22-1ED2-6641-6971956F11B1}"/>
              </a:ext>
            </a:extLst>
          </p:cNvPr>
          <p:cNvSpPr>
            <a:spLocks noGrp="1"/>
          </p:cNvSpPr>
          <p:nvPr>
            <p:ph type="body" sz="quarter" idx="23" hasCustomPrompt="1"/>
          </p:nvPr>
        </p:nvSpPr>
        <p:spPr>
          <a:xfrm>
            <a:off x="2028484" y="4975664"/>
            <a:ext cx="4387417" cy="285646"/>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dirty="0"/>
              <a:t>Click to add text</a:t>
            </a:r>
            <a:endParaRPr lang="en-IN" dirty="0"/>
          </a:p>
        </p:txBody>
      </p:sp>
      <p:sp>
        <p:nvSpPr>
          <p:cNvPr id="30" name="Text Placeholder 37">
            <a:extLst>
              <a:ext uri="{FF2B5EF4-FFF2-40B4-BE49-F238E27FC236}">
                <a16:creationId xmlns:a16="http://schemas.microsoft.com/office/drawing/2014/main" id="{F3E3F402-DCDE-5E07-3660-B19C26AF46B4}"/>
              </a:ext>
            </a:extLst>
          </p:cNvPr>
          <p:cNvSpPr>
            <a:spLocks noGrp="1"/>
          </p:cNvSpPr>
          <p:nvPr>
            <p:ph type="body" sz="quarter" idx="24" hasCustomPrompt="1"/>
          </p:nvPr>
        </p:nvSpPr>
        <p:spPr>
          <a:xfrm>
            <a:off x="2028483" y="5261310"/>
            <a:ext cx="4387418" cy="469070"/>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31" name="Text Placeholder 37">
            <a:extLst>
              <a:ext uri="{FF2B5EF4-FFF2-40B4-BE49-F238E27FC236}">
                <a16:creationId xmlns:a16="http://schemas.microsoft.com/office/drawing/2014/main" id="{B756811E-3D14-80D7-00DD-2943BEDD8D78}"/>
              </a:ext>
            </a:extLst>
          </p:cNvPr>
          <p:cNvSpPr>
            <a:spLocks noGrp="1"/>
          </p:cNvSpPr>
          <p:nvPr>
            <p:ph type="body" sz="quarter" idx="25" hasCustomPrompt="1"/>
          </p:nvPr>
        </p:nvSpPr>
        <p:spPr>
          <a:xfrm>
            <a:off x="7632409" y="1732897"/>
            <a:ext cx="4202594" cy="285646"/>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dirty="0"/>
              <a:t>Click to add text</a:t>
            </a:r>
            <a:endParaRPr lang="en-IN" dirty="0"/>
          </a:p>
        </p:txBody>
      </p:sp>
      <p:sp>
        <p:nvSpPr>
          <p:cNvPr id="32" name="Text Placeholder 37">
            <a:extLst>
              <a:ext uri="{FF2B5EF4-FFF2-40B4-BE49-F238E27FC236}">
                <a16:creationId xmlns:a16="http://schemas.microsoft.com/office/drawing/2014/main" id="{4C176DB6-9E52-AC13-8326-77E01866A01D}"/>
              </a:ext>
            </a:extLst>
          </p:cNvPr>
          <p:cNvSpPr>
            <a:spLocks noGrp="1"/>
          </p:cNvSpPr>
          <p:nvPr>
            <p:ph type="body" sz="quarter" idx="26" hasCustomPrompt="1"/>
          </p:nvPr>
        </p:nvSpPr>
        <p:spPr>
          <a:xfrm>
            <a:off x="7632407" y="2018543"/>
            <a:ext cx="4202595" cy="469070"/>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33" name="Text Placeholder 37">
            <a:extLst>
              <a:ext uri="{FF2B5EF4-FFF2-40B4-BE49-F238E27FC236}">
                <a16:creationId xmlns:a16="http://schemas.microsoft.com/office/drawing/2014/main" id="{6AAB4500-56E6-6FC3-67AD-B3EF35A4758C}"/>
              </a:ext>
            </a:extLst>
          </p:cNvPr>
          <p:cNvSpPr>
            <a:spLocks noGrp="1"/>
          </p:cNvSpPr>
          <p:nvPr>
            <p:ph type="body" sz="quarter" idx="27" hasCustomPrompt="1"/>
          </p:nvPr>
        </p:nvSpPr>
        <p:spPr>
          <a:xfrm>
            <a:off x="7641406" y="3326476"/>
            <a:ext cx="4202594" cy="285646"/>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dirty="0"/>
              <a:t>Click to add text</a:t>
            </a:r>
            <a:endParaRPr lang="en-IN" dirty="0"/>
          </a:p>
        </p:txBody>
      </p:sp>
      <p:sp>
        <p:nvSpPr>
          <p:cNvPr id="34" name="Text Placeholder 37">
            <a:extLst>
              <a:ext uri="{FF2B5EF4-FFF2-40B4-BE49-F238E27FC236}">
                <a16:creationId xmlns:a16="http://schemas.microsoft.com/office/drawing/2014/main" id="{CBCB15F1-A379-11E7-9E1A-9EFD9CB7513B}"/>
              </a:ext>
            </a:extLst>
          </p:cNvPr>
          <p:cNvSpPr>
            <a:spLocks noGrp="1"/>
          </p:cNvSpPr>
          <p:nvPr>
            <p:ph type="body" sz="quarter" idx="28" hasCustomPrompt="1"/>
          </p:nvPr>
        </p:nvSpPr>
        <p:spPr>
          <a:xfrm>
            <a:off x="7641404" y="3612122"/>
            <a:ext cx="4202595" cy="469070"/>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35" name="Text Placeholder 37">
            <a:extLst>
              <a:ext uri="{FF2B5EF4-FFF2-40B4-BE49-F238E27FC236}">
                <a16:creationId xmlns:a16="http://schemas.microsoft.com/office/drawing/2014/main" id="{6750B111-CC42-542C-63B4-43360E9974A6}"/>
              </a:ext>
            </a:extLst>
          </p:cNvPr>
          <p:cNvSpPr>
            <a:spLocks noGrp="1"/>
          </p:cNvSpPr>
          <p:nvPr>
            <p:ph type="body" sz="quarter" idx="29" hasCustomPrompt="1"/>
          </p:nvPr>
        </p:nvSpPr>
        <p:spPr>
          <a:xfrm>
            <a:off x="7641406" y="4975664"/>
            <a:ext cx="4202594" cy="285646"/>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dirty="0"/>
              <a:t>Click to add text</a:t>
            </a:r>
            <a:endParaRPr lang="en-IN" dirty="0"/>
          </a:p>
        </p:txBody>
      </p:sp>
      <p:sp>
        <p:nvSpPr>
          <p:cNvPr id="36" name="Text Placeholder 37">
            <a:extLst>
              <a:ext uri="{FF2B5EF4-FFF2-40B4-BE49-F238E27FC236}">
                <a16:creationId xmlns:a16="http://schemas.microsoft.com/office/drawing/2014/main" id="{518A0E21-CB57-E540-E04A-96BE9941AA57}"/>
              </a:ext>
            </a:extLst>
          </p:cNvPr>
          <p:cNvSpPr>
            <a:spLocks noGrp="1"/>
          </p:cNvSpPr>
          <p:nvPr>
            <p:ph type="body" sz="quarter" idx="30" hasCustomPrompt="1"/>
          </p:nvPr>
        </p:nvSpPr>
        <p:spPr>
          <a:xfrm>
            <a:off x="7641404" y="5261310"/>
            <a:ext cx="4202595" cy="469070"/>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Tree>
    <p:extLst>
      <p:ext uri="{BB962C8B-B14F-4D97-AF65-F5344CB8AC3E}">
        <p14:creationId xmlns:p14="http://schemas.microsoft.com/office/powerpoint/2010/main" val="2180608489"/>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7_Miscellaneous">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0203A749-7311-1874-A39B-C484E1AEEC95}"/>
              </a:ext>
            </a:extLst>
          </p:cNvPr>
          <p:cNvSpPr/>
          <p:nvPr userDrawn="1"/>
        </p:nvSpPr>
        <p:spPr>
          <a:xfrm>
            <a:off x="0" y="1"/>
            <a:ext cx="6095999" cy="344469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itle 1">
            <a:extLst>
              <a:ext uri="{FF2B5EF4-FFF2-40B4-BE49-F238E27FC236}">
                <a16:creationId xmlns:a16="http://schemas.microsoft.com/office/drawing/2014/main" id="{8FACF0A2-97A7-0347-43D7-2F3753EE8CE0}"/>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dirty="0"/>
              <a:t>Click to edit Master title style</a:t>
            </a:r>
            <a:endParaRPr lang="en-US" dirty="0"/>
          </a:p>
        </p:txBody>
      </p:sp>
      <p:sp>
        <p:nvSpPr>
          <p:cNvPr id="31" name="Rectangle 30">
            <a:extLst>
              <a:ext uri="{FF2B5EF4-FFF2-40B4-BE49-F238E27FC236}">
                <a16:creationId xmlns:a16="http://schemas.microsoft.com/office/drawing/2014/main" id="{DBC06AE3-750E-B875-39AD-3AC5E58818A2}"/>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 Placeholder 2">
            <a:extLst>
              <a:ext uri="{FF2B5EF4-FFF2-40B4-BE49-F238E27FC236}">
                <a16:creationId xmlns:a16="http://schemas.microsoft.com/office/drawing/2014/main" id="{5F779328-D0B4-8D87-D834-C6E6AE245F92}"/>
              </a:ext>
            </a:extLst>
          </p:cNvPr>
          <p:cNvSpPr>
            <a:spLocks noGrp="1"/>
          </p:cNvSpPr>
          <p:nvPr>
            <p:ph idx="1" hasCustomPrompt="1"/>
          </p:nvPr>
        </p:nvSpPr>
        <p:spPr>
          <a:xfrm>
            <a:off x="531266" y="1941453"/>
            <a:ext cx="4870073" cy="1059606"/>
          </a:xfrm>
          <a:prstGeom prst="rect">
            <a:avLst/>
          </a:prstGeom>
        </p:spPr>
        <p:txBody>
          <a:bodyPr vert="horz" lIns="91440" tIns="45720" rIns="91440" bIns="45720" rtlCol="0">
            <a:normAutofit/>
          </a:bodyPr>
          <a:lstStyle>
            <a:lvl1pPr marL="0" indent="0">
              <a:buNone/>
              <a:defRPr sz="1800"/>
            </a:lvl1pPr>
            <a:lvl2pPr marL="457200" indent="0">
              <a:buNone/>
              <a:defRPr sz="1600"/>
            </a:lvl2pPr>
            <a:lvl3pPr marL="914400" indent="0">
              <a:buNone/>
              <a:defRPr sz="1400"/>
            </a:lvl3pPr>
          </a:lstStyle>
          <a:p>
            <a:pPr lvl="0"/>
            <a:r>
              <a:rPr lang="en-US" dirty="0"/>
              <a:t>Click to edit Master text styles</a:t>
            </a:r>
          </a:p>
        </p:txBody>
      </p:sp>
      <p:sp>
        <p:nvSpPr>
          <p:cNvPr id="33" name="Rectangle 32">
            <a:extLst>
              <a:ext uri="{FF2B5EF4-FFF2-40B4-BE49-F238E27FC236}">
                <a16:creationId xmlns:a16="http://schemas.microsoft.com/office/drawing/2014/main" id="{58E1ED0E-2355-D584-C341-A32639D57B59}"/>
              </a:ext>
            </a:extLst>
          </p:cNvPr>
          <p:cNvSpPr/>
          <p:nvPr userDrawn="1"/>
        </p:nvSpPr>
        <p:spPr>
          <a:xfrm>
            <a:off x="4591343" y="3821846"/>
            <a:ext cx="1168942" cy="79073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4" name="Rectangle 33">
            <a:extLst>
              <a:ext uri="{FF2B5EF4-FFF2-40B4-BE49-F238E27FC236}">
                <a16:creationId xmlns:a16="http://schemas.microsoft.com/office/drawing/2014/main" id="{FD387EDD-3CCE-DFBF-31C9-0FAAF97525EB}"/>
              </a:ext>
            </a:extLst>
          </p:cNvPr>
          <p:cNvSpPr/>
          <p:nvPr userDrawn="1"/>
        </p:nvSpPr>
        <p:spPr>
          <a:xfrm>
            <a:off x="10333248" y="3821846"/>
            <a:ext cx="1168942" cy="79073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5" name="Rectangle 34">
            <a:extLst>
              <a:ext uri="{FF2B5EF4-FFF2-40B4-BE49-F238E27FC236}">
                <a16:creationId xmlns:a16="http://schemas.microsoft.com/office/drawing/2014/main" id="{C3CF00D8-7899-C491-0542-DF1F8471C46C}"/>
              </a:ext>
            </a:extLst>
          </p:cNvPr>
          <p:cNvSpPr/>
          <p:nvPr userDrawn="1"/>
        </p:nvSpPr>
        <p:spPr>
          <a:xfrm>
            <a:off x="10333248" y="1070242"/>
            <a:ext cx="1168942" cy="79073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6" name="Rectangle 35">
            <a:extLst>
              <a:ext uri="{FF2B5EF4-FFF2-40B4-BE49-F238E27FC236}">
                <a16:creationId xmlns:a16="http://schemas.microsoft.com/office/drawing/2014/main" id="{16059B7F-DBF6-B07E-DE64-3B102448A250}"/>
              </a:ext>
            </a:extLst>
          </p:cNvPr>
          <p:cNvSpPr/>
          <p:nvPr userDrawn="1"/>
        </p:nvSpPr>
        <p:spPr>
          <a:xfrm>
            <a:off x="6244390" y="1194785"/>
            <a:ext cx="5431674" cy="224990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7" name="Rectangle 36">
            <a:extLst>
              <a:ext uri="{FF2B5EF4-FFF2-40B4-BE49-F238E27FC236}">
                <a16:creationId xmlns:a16="http://schemas.microsoft.com/office/drawing/2014/main" id="{13BCB585-1532-C549-CB69-B8A55865A7FF}"/>
              </a:ext>
            </a:extLst>
          </p:cNvPr>
          <p:cNvSpPr/>
          <p:nvPr userDrawn="1"/>
        </p:nvSpPr>
        <p:spPr>
          <a:xfrm>
            <a:off x="6257843" y="3950017"/>
            <a:ext cx="5431674" cy="224990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38" name="Rectangle 37">
            <a:extLst>
              <a:ext uri="{FF2B5EF4-FFF2-40B4-BE49-F238E27FC236}">
                <a16:creationId xmlns:a16="http://schemas.microsoft.com/office/drawing/2014/main" id="{CBE6D2BE-D995-1886-4959-4D86EF6FDE1B}"/>
              </a:ext>
            </a:extLst>
          </p:cNvPr>
          <p:cNvSpPr/>
          <p:nvPr userDrawn="1"/>
        </p:nvSpPr>
        <p:spPr>
          <a:xfrm>
            <a:off x="515938" y="3950017"/>
            <a:ext cx="5431674" cy="22499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39" name="Straight Connector 38">
            <a:extLst>
              <a:ext uri="{FF2B5EF4-FFF2-40B4-BE49-F238E27FC236}">
                <a16:creationId xmlns:a16="http://schemas.microsoft.com/office/drawing/2014/main" id="{47333EF1-F72B-30A2-402A-1C0BC97809DE}"/>
              </a:ext>
            </a:extLst>
          </p:cNvPr>
          <p:cNvCxnSpPr/>
          <p:nvPr userDrawn="1"/>
        </p:nvCxnSpPr>
        <p:spPr>
          <a:xfrm>
            <a:off x="502483" y="3697354"/>
            <a:ext cx="11173581" cy="0"/>
          </a:xfrm>
          <a:prstGeom prst="line">
            <a:avLst/>
          </a:prstGeom>
          <a:ln>
            <a:solidFill>
              <a:schemeClr val="bg1">
                <a:lumMod val="75000"/>
              </a:schemeClr>
            </a:solidFill>
            <a:prstDash val="lgDash"/>
            <a:round/>
          </a:ln>
        </p:spPr>
        <p:style>
          <a:lnRef idx="1">
            <a:schemeClr val="accent1"/>
          </a:lnRef>
          <a:fillRef idx="0">
            <a:schemeClr val="accent1"/>
          </a:fillRef>
          <a:effectRef idx="0">
            <a:schemeClr val="accent1"/>
          </a:effectRef>
          <a:fontRef idx="minor">
            <a:schemeClr val="tx1"/>
          </a:fontRef>
        </p:style>
      </p:cxnSp>
      <p:sp>
        <p:nvSpPr>
          <p:cNvPr id="40" name="Right Triangle 39">
            <a:extLst>
              <a:ext uri="{FF2B5EF4-FFF2-40B4-BE49-F238E27FC236}">
                <a16:creationId xmlns:a16="http://schemas.microsoft.com/office/drawing/2014/main" id="{F6E3477A-480E-D8E1-EC5E-936B8088140F}"/>
              </a:ext>
            </a:extLst>
          </p:cNvPr>
          <p:cNvSpPr/>
          <p:nvPr userDrawn="1"/>
        </p:nvSpPr>
        <p:spPr>
          <a:xfrm rot="10800000">
            <a:off x="10333248" y="1070242"/>
            <a:ext cx="1356269" cy="1356269"/>
          </a:xfrm>
          <a:prstGeom prst="r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1" name="Right Triangle 40">
            <a:extLst>
              <a:ext uri="{FF2B5EF4-FFF2-40B4-BE49-F238E27FC236}">
                <a16:creationId xmlns:a16="http://schemas.microsoft.com/office/drawing/2014/main" id="{10A8A0D9-6938-6CD4-8BE7-5EB452635859}"/>
              </a:ext>
            </a:extLst>
          </p:cNvPr>
          <p:cNvSpPr/>
          <p:nvPr userDrawn="1"/>
        </p:nvSpPr>
        <p:spPr>
          <a:xfrm rot="10800000">
            <a:off x="10333248" y="3821846"/>
            <a:ext cx="1356269" cy="1356269"/>
          </a:xfrm>
          <a:prstGeom prst="r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2" name="Right Triangle 41">
            <a:extLst>
              <a:ext uri="{FF2B5EF4-FFF2-40B4-BE49-F238E27FC236}">
                <a16:creationId xmlns:a16="http://schemas.microsoft.com/office/drawing/2014/main" id="{A619B263-48E8-DD51-4840-C83E993F5FC5}"/>
              </a:ext>
            </a:extLst>
          </p:cNvPr>
          <p:cNvSpPr/>
          <p:nvPr userDrawn="1"/>
        </p:nvSpPr>
        <p:spPr>
          <a:xfrm rot="10800000">
            <a:off x="4591343" y="3821846"/>
            <a:ext cx="1356269" cy="1356269"/>
          </a:xfrm>
          <a:prstGeom prst="r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3" name="Content Placeholder 50">
            <a:extLst>
              <a:ext uri="{FF2B5EF4-FFF2-40B4-BE49-F238E27FC236}">
                <a16:creationId xmlns:a16="http://schemas.microsoft.com/office/drawing/2014/main" id="{B6530D6A-39E9-5B3B-6186-1FD4373725BE}"/>
              </a:ext>
            </a:extLst>
          </p:cNvPr>
          <p:cNvSpPr>
            <a:spLocks noGrp="1"/>
          </p:cNvSpPr>
          <p:nvPr>
            <p:ph sz="quarter" idx="18" hasCustomPrompt="1"/>
          </p:nvPr>
        </p:nvSpPr>
        <p:spPr>
          <a:xfrm>
            <a:off x="948484" y="4385838"/>
            <a:ext cx="1356270" cy="1356270"/>
          </a:xfrm>
          <a:prstGeom prst="rect">
            <a:avLst/>
          </a:prstGeom>
          <a:ln>
            <a:no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800" b="0">
                <a:solidFill>
                  <a:schemeClr val="tx1"/>
                </a:solidFill>
                <a:latin typeface="Barlow" panose="00000500000000000000" pitchFamily="2" charset="0"/>
              </a:defRPr>
            </a:lvl1pPr>
          </a:lstStyle>
          <a:p>
            <a:pPr lvl="0"/>
            <a:r>
              <a:rPr lang="en-US" dirty="0"/>
              <a:t>Insert Icon Here</a:t>
            </a:r>
            <a:endParaRPr lang="en-IN" dirty="0"/>
          </a:p>
        </p:txBody>
      </p:sp>
      <p:sp>
        <p:nvSpPr>
          <p:cNvPr id="44" name="Text Placeholder 37">
            <a:extLst>
              <a:ext uri="{FF2B5EF4-FFF2-40B4-BE49-F238E27FC236}">
                <a16:creationId xmlns:a16="http://schemas.microsoft.com/office/drawing/2014/main" id="{6AB2722F-65B5-AD4C-5219-C37CE8C58DC5}"/>
              </a:ext>
            </a:extLst>
          </p:cNvPr>
          <p:cNvSpPr>
            <a:spLocks noGrp="1"/>
          </p:cNvSpPr>
          <p:nvPr>
            <p:ph type="body" sz="quarter" idx="25" hasCustomPrompt="1"/>
          </p:nvPr>
        </p:nvSpPr>
        <p:spPr>
          <a:xfrm>
            <a:off x="2440863" y="4385837"/>
            <a:ext cx="2563091" cy="479405"/>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dirty="0"/>
              <a:t>Click to add text</a:t>
            </a:r>
            <a:endParaRPr lang="en-IN" dirty="0"/>
          </a:p>
        </p:txBody>
      </p:sp>
      <p:sp>
        <p:nvSpPr>
          <p:cNvPr id="45" name="Text Placeholder 37">
            <a:extLst>
              <a:ext uri="{FF2B5EF4-FFF2-40B4-BE49-F238E27FC236}">
                <a16:creationId xmlns:a16="http://schemas.microsoft.com/office/drawing/2014/main" id="{319EE2E6-F8F5-D38F-123F-CB66C4A31177}"/>
              </a:ext>
            </a:extLst>
          </p:cNvPr>
          <p:cNvSpPr>
            <a:spLocks noGrp="1"/>
          </p:cNvSpPr>
          <p:nvPr>
            <p:ph type="body" sz="quarter" idx="26" hasCustomPrompt="1"/>
          </p:nvPr>
        </p:nvSpPr>
        <p:spPr>
          <a:xfrm>
            <a:off x="2440863" y="4965801"/>
            <a:ext cx="2563091" cy="776308"/>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46" name="Content Placeholder 50">
            <a:extLst>
              <a:ext uri="{FF2B5EF4-FFF2-40B4-BE49-F238E27FC236}">
                <a16:creationId xmlns:a16="http://schemas.microsoft.com/office/drawing/2014/main" id="{D47986B6-3ED0-36CD-558D-2426D5507EEB}"/>
              </a:ext>
            </a:extLst>
          </p:cNvPr>
          <p:cNvSpPr>
            <a:spLocks noGrp="1"/>
          </p:cNvSpPr>
          <p:nvPr>
            <p:ph sz="quarter" idx="27" hasCustomPrompt="1"/>
          </p:nvPr>
        </p:nvSpPr>
        <p:spPr>
          <a:xfrm>
            <a:off x="6699913" y="1666855"/>
            <a:ext cx="1356270" cy="1356270"/>
          </a:xfrm>
          <a:prstGeom prst="rect">
            <a:avLst/>
          </a:prstGeom>
          <a:ln>
            <a:no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800" b="0">
                <a:solidFill>
                  <a:schemeClr val="tx1"/>
                </a:solidFill>
                <a:latin typeface="Barlow" panose="00000500000000000000" pitchFamily="2" charset="0"/>
              </a:defRPr>
            </a:lvl1pPr>
          </a:lstStyle>
          <a:p>
            <a:pPr lvl="0"/>
            <a:r>
              <a:rPr lang="en-US" dirty="0"/>
              <a:t>Insert Icon Here</a:t>
            </a:r>
            <a:endParaRPr lang="en-IN" dirty="0"/>
          </a:p>
        </p:txBody>
      </p:sp>
      <p:sp>
        <p:nvSpPr>
          <p:cNvPr id="47" name="Text Placeholder 37">
            <a:extLst>
              <a:ext uri="{FF2B5EF4-FFF2-40B4-BE49-F238E27FC236}">
                <a16:creationId xmlns:a16="http://schemas.microsoft.com/office/drawing/2014/main" id="{5499FBE0-2A6E-5AAE-0BFD-43C7FB690DE7}"/>
              </a:ext>
            </a:extLst>
          </p:cNvPr>
          <p:cNvSpPr>
            <a:spLocks noGrp="1"/>
          </p:cNvSpPr>
          <p:nvPr>
            <p:ph type="body" sz="quarter" idx="28" hasCustomPrompt="1"/>
          </p:nvPr>
        </p:nvSpPr>
        <p:spPr>
          <a:xfrm>
            <a:off x="8192292" y="1666854"/>
            <a:ext cx="2563091" cy="479405"/>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dirty="0"/>
              <a:t>Click to add text</a:t>
            </a:r>
            <a:endParaRPr lang="en-IN" dirty="0"/>
          </a:p>
        </p:txBody>
      </p:sp>
      <p:sp>
        <p:nvSpPr>
          <p:cNvPr id="48" name="Text Placeholder 37">
            <a:extLst>
              <a:ext uri="{FF2B5EF4-FFF2-40B4-BE49-F238E27FC236}">
                <a16:creationId xmlns:a16="http://schemas.microsoft.com/office/drawing/2014/main" id="{235C39F2-B37A-6CAF-253B-2D5D326DDBB1}"/>
              </a:ext>
            </a:extLst>
          </p:cNvPr>
          <p:cNvSpPr>
            <a:spLocks noGrp="1"/>
          </p:cNvSpPr>
          <p:nvPr>
            <p:ph type="body" sz="quarter" idx="29" hasCustomPrompt="1"/>
          </p:nvPr>
        </p:nvSpPr>
        <p:spPr>
          <a:xfrm>
            <a:off x="8192292" y="2246818"/>
            <a:ext cx="2563091" cy="776308"/>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49" name="Content Placeholder 50">
            <a:extLst>
              <a:ext uri="{FF2B5EF4-FFF2-40B4-BE49-F238E27FC236}">
                <a16:creationId xmlns:a16="http://schemas.microsoft.com/office/drawing/2014/main" id="{798EBCA8-1341-0DFE-F2ED-DE1A723388B4}"/>
              </a:ext>
            </a:extLst>
          </p:cNvPr>
          <p:cNvSpPr>
            <a:spLocks noGrp="1"/>
          </p:cNvSpPr>
          <p:nvPr>
            <p:ph sz="quarter" idx="30" hasCustomPrompt="1"/>
          </p:nvPr>
        </p:nvSpPr>
        <p:spPr>
          <a:xfrm>
            <a:off x="6677189" y="4370267"/>
            <a:ext cx="1356270" cy="1356270"/>
          </a:xfrm>
          <a:prstGeom prst="rect">
            <a:avLst/>
          </a:prstGeom>
          <a:ln>
            <a:no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800" b="0">
                <a:solidFill>
                  <a:schemeClr val="tx1"/>
                </a:solidFill>
                <a:latin typeface="Barlow" panose="00000500000000000000" pitchFamily="2" charset="0"/>
              </a:defRPr>
            </a:lvl1pPr>
          </a:lstStyle>
          <a:p>
            <a:pPr lvl="0"/>
            <a:r>
              <a:rPr lang="en-US" dirty="0"/>
              <a:t>Insert Icon Here</a:t>
            </a:r>
            <a:endParaRPr lang="en-IN" dirty="0"/>
          </a:p>
        </p:txBody>
      </p:sp>
      <p:sp>
        <p:nvSpPr>
          <p:cNvPr id="51" name="Text Placeholder 37">
            <a:extLst>
              <a:ext uri="{FF2B5EF4-FFF2-40B4-BE49-F238E27FC236}">
                <a16:creationId xmlns:a16="http://schemas.microsoft.com/office/drawing/2014/main" id="{3163666B-9B9E-71CB-E050-028A686F27A1}"/>
              </a:ext>
            </a:extLst>
          </p:cNvPr>
          <p:cNvSpPr>
            <a:spLocks noGrp="1"/>
          </p:cNvSpPr>
          <p:nvPr>
            <p:ph type="body" sz="quarter" idx="31" hasCustomPrompt="1"/>
          </p:nvPr>
        </p:nvSpPr>
        <p:spPr>
          <a:xfrm>
            <a:off x="8169568" y="4370266"/>
            <a:ext cx="2563091" cy="479405"/>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dirty="0"/>
              <a:t>Click to add text</a:t>
            </a:r>
            <a:endParaRPr lang="en-IN" dirty="0"/>
          </a:p>
        </p:txBody>
      </p:sp>
      <p:sp>
        <p:nvSpPr>
          <p:cNvPr id="52" name="Text Placeholder 37">
            <a:extLst>
              <a:ext uri="{FF2B5EF4-FFF2-40B4-BE49-F238E27FC236}">
                <a16:creationId xmlns:a16="http://schemas.microsoft.com/office/drawing/2014/main" id="{6DDCC087-6E0E-E0AA-80F4-A8D977973ADB}"/>
              </a:ext>
            </a:extLst>
          </p:cNvPr>
          <p:cNvSpPr>
            <a:spLocks noGrp="1"/>
          </p:cNvSpPr>
          <p:nvPr>
            <p:ph type="body" sz="quarter" idx="32" hasCustomPrompt="1"/>
          </p:nvPr>
        </p:nvSpPr>
        <p:spPr>
          <a:xfrm>
            <a:off x="8169568" y="4950230"/>
            <a:ext cx="2563091" cy="7763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54" name="Text Placeholder 37">
            <a:extLst>
              <a:ext uri="{FF2B5EF4-FFF2-40B4-BE49-F238E27FC236}">
                <a16:creationId xmlns:a16="http://schemas.microsoft.com/office/drawing/2014/main" id="{56D43C0A-AC57-778D-4463-806E7F06709E}"/>
              </a:ext>
            </a:extLst>
          </p:cNvPr>
          <p:cNvSpPr>
            <a:spLocks noGrp="1"/>
          </p:cNvSpPr>
          <p:nvPr>
            <p:ph type="body" sz="quarter" idx="33" hasCustomPrompt="1"/>
          </p:nvPr>
        </p:nvSpPr>
        <p:spPr>
          <a:xfrm>
            <a:off x="10948771" y="1206541"/>
            <a:ext cx="652659" cy="479405"/>
          </a:xfrm>
        </p:spPr>
        <p:txBody>
          <a:bodyPr>
            <a:noAutofit/>
          </a:bodyPr>
          <a:lstStyle>
            <a:lvl1pPr marL="0" indent="0" algn="l">
              <a:buNone/>
              <a:defRPr lang="en-IN" sz="2800" b="1" kern="1200" dirty="0">
                <a:solidFill>
                  <a:schemeClr val="tx1"/>
                </a:solidFill>
                <a:latin typeface="Barlow" panose="00000500000000000000" pitchFamily="2" charset="0"/>
                <a:ea typeface="Open Sans" pitchFamily="2" charset="0"/>
                <a:cs typeface="Open Sans" pitchFamily="2" charset="0"/>
              </a:defRPr>
            </a:lvl1pPr>
          </a:lstStyle>
          <a:p>
            <a:pPr marL="0" lvl="0" indent="0" algn="ctr" defTabSz="914400" rtl="0" eaLnBrk="1" latinLnBrk="0" hangingPunct="1">
              <a:lnSpc>
                <a:spcPct val="90000"/>
              </a:lnSpc>
              <a:spcBef>
                <a:spcPts val="1000"/>
              </a:spcBef>
              <a:buFont typeface="Arial" panose="020B0604020202020204" pitchFamily="34" charset="0"/>
              <a:buNone/>
            </a:pPr>
            <a:r>
              <a:rPr lang="en-US" dirty="0"/>
              <a:t>01</a:t>
            </a:r>
            <a:endParaRPr lang="en-IN" dirty="0"/>
          </a:p>
        </p:txBody>
      </p:sp>
      <p:sp>
        <p:nvSpPr>
          <p:cNvPr id="55" name="Text Placeholder 37">
            <a:extLst>
              <a:ext uri="{FF2B5EF4-FFF2-40B4-BE49-F238E27FC236}">
                <a16:creationId xmlns:a16="http://schemas.microsoft.com/office/drawing/2014/main" id="{613578F0-3911-CC1E-F068-EB38502880EB}"/>
              </a:ext>
            </a:extLst>
          </p:cNvPr>
          <p:cNvSpPr>
            <a:spLocks noGrp="1"/>
          </p:cNvSpPr>
          <p:nvPr>
            <p:ph type="body" sz="quarter" idx="34" hasCustomPrompt="1"/>
          </p:nvPr>
        </p:nvSpPr>
        <p:spPr>
          <a:xfrm>
            <a:off x="5200965" y="3977509"/>
            <a:ext cx="652659" cy="479405"/>
          </a:xfrm>
        </p:spPr>
        <p:txBody>
          <a:bodyPr>
            <a:noAutofit/>
          </a:bodyPr>
          <a:lstStyle>
            <a:lvl1pPr marL="0" indent="0" algn="l">
              <a:buNone/>
              <a:defRPr lang="en-IN" sz="2800" b="1" kern="1200" dirty="0">
                <a:solidFill>
                  <a:schemeClr val="tx1"/>
                </a:solidFill>
                <a:latin typeface="Barlow" panose="00000500000000000000" pitchFamily="2" charset="0"/>
                <a:ea typeface="Open Sans" pitchFamily="2" charset="0"/>
                <a:cs typeface="Open Sans" pitchFamily="2" charset="0"/>
              </a:defRPr>
            </a:lvl1pPr>
          </a:lstStyle>
          <a:p>
            <a:pPr marL="0" lvl="0" indent="0" algn="ctr" defTabSz="914400" rtl="0" eaLnBrk="1" latinLnBrk="0" hangingPunct="1">
              <a:lnSpc>
                <a:spcPct val="90000"/>
              </a:lnSpc>
              <a:spcBef>
                <a:spcPts val="1000"/>
              </a:spcBef>
              <a:buFont typeface="Arial" panose="020B0604020202020204" pitchFamily="34" charset="0"/>
              <a:buNone/>
            </a:pPr>
            <a:r>
              <a:rPr lang="en-US" dirty="0"/>
              <a:t>02</a:t>
            </a:r>
            <a:endParaRPr lang="en-IN" dirty="0"/>
          </a:p>
        </p:txBody>
      </p:sp>
      <p:sp>
        <p:nvSpPr>
          <p:cNvPr id="56" name="Text Placeholder 37">
            <a:extLst>
              <a:ext uri="{FF2B5EF4-FFF2-40B4-BE49-F238E27FC236}">
                <a16:creationId xmlns:a16="http://schemas.microsoft.com/office/drawing/2014/main" id="{D352F18D-0137-9573-8D6B-851220BF3775}"/>
              </a:ext>
            </a:extLst>
          </p:cNvPr>
          <p:cNvSpPr>
            <a:spLocks noGrp="1"/>
          </p:cNvSpPr>
          <p:nvPr>
            <p:ph type="body" sz="quarter" idx="35" hasCustomPrompt="1"/>
          </p:nvPr>
        </p:nvSpPr>
        <p:spPr>
          <a:xfrm>
            <a:off x="10954488" y="3971617"/>
            <a:ext cx="652659" cy="479405"/>
          </a:xfrm>
        </p:spPr>
        <p:txBody>
          <a:bodyPr>
            <a:noAutofit/>
          </a:bodyPr>
          <a:lstStyle>
            <a:lvl1pPr marL="0" indent="0" algn="l">
              <a:buNone/>
              <a:defRPr lang="en-IN" sz="2800" b="1" kern="1200" dirty="0">
                <a:solidFill>
                  <a:schemeClr val="tx1"/>
                </a:solidFill>
                <a:latin typeface="Barlow" panose="00000500000000000000" pitchFamily="2" charset="0"/>
                <a:ea typeface="Open Sans" pitchFamily="2" charset="0"/>
                <a:cs typeface="Open Sans" pitchFamily="2" charset="0"/>
              </a:defRPr>
            </a:lvl1pPr>
          </a:lstStyle>
          <a:p>
            <a:pPr marL="0" lvl="0" indent="0" algn="ctr" defTabSz="914400" rtl="0" eaLnBrk="1" latinLnBrk="0" hangingPunct="1">
              <a:lnSpc>
                <a:spcPct val="90000"/>
              </a:lnSpc>
              <a:spcBef>
                <a:spcPts val="1000"/>
              </a:spcBef>
              <a:buFont typeface="Arial" panose="020B0604020202020204" pitchFamily="34" charset="0"/>
              <a:buNone/>
            </a:pPr>
            <a:r>
              <a:rPr lang="en-US" dirty="0"/>
              <a:t>03</a:t>
            </a:r>
            <a:endParaRPr lang="en-IN" dirty="0"/>
          </a:p>
        </p:txBody>
      </p:sp>
    </p:spTree>
    <p:extLst>
      <p:ext uri="{BB962C8B-B14F-4D97-AF65-F5344CB8AC3E}">
        <p14:creationId xmlns:p14="http://schemas.microsoft.com/office/powerpoint/2010/main" val="320033424"/>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8_Miscellaneou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264FE84E-A333-1157-AB6D-AAABC2B53E76}"/>
              </a:ext>
            </a:extLst>
          </p:cNvPr>
          <p:cNvSpPr>
            <a:spLocks noGrp="1"/>
          </p:cNvSpPr>
          <p:nvPr>
            <p:ph type="pic" sz="quarter" idx="13"/>
          </p:nvPr>
        </p:nvSpPr>
        <p:spPr>
          <a:xfrm>
            <a:off x="0" y="0"/>
            <a:ext cx="4986609" cy="6858000"/>
          </a:xfrm>
          <a:solidFill>
            <a:schemeClr val="tx2">
              <a:alpha val="75000"/>
            </a:schemeClr>
          </a:solidFill>
        </p:spPr>
        <p:txBody>
          <a:bodyPr/>
          <a:lstStyle/>
          <a:p>
            <a:endParaRPr lang="en-IN" dirty="0"/>
          </a:p>
        </p:txBody>
      </p:sp>
      <p:sp>
        <p:nvSpPr>
          <p:cNvPr id="6" name="Rectangle 5">
            <a:extLst>
              <a:ext uri="{FF2B5EF4-FFF2-40B4-BE49-F238E27FC236}">
                <a16:creationId xmlns:a16="http://schemas.microsoft.com/office/drawing/2014/main" id="{5D6D9364-0E65-7D7C-90D8-C8D8F4264563}"/>
              </a:ext>
            </a:extLst>
          </p:cNvPr>
          <p:cNvSpPr/>
          <p:nvPr userDrawn="1"/>
        </p:nvSpPr>
        <p:spPr>
          <a:xfrm>
            <a:off x="5383446" y="3308178"/>
            <a:ext cx="2142784" cy="28835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Rectangle 6">
            <a:extLst>
              <a:ext uri="{FF2B5EF4-FFF2-40B4-BE49-F238E27FC236}">
                <a16:creationId xmlns:a16="http://schemas.microsoft.com/office/drawing/2014/main" id="{AAAB73E3-0687-BF1F-B4EE-AA3BB7454C67}"/>
              </a:ext>
            </a:extLst>
          </p:cNvPr>
          <p:cNvSpPr/>
          <p:nvPr userDrawn="1"/>
        </p:nvSpPr>
        <p:spPr>
          <a:xfrm>
            <a:off x="7530687" y="2066180"/>
            <a:ext cx="2142784" cy="411494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Rectangle 7">
            <a:extLst>
              <a:ext uri="{FF2B5EF4-FFF2-40B4-BE49-F238E27FC236}">
                <a16:creationId xmlns:a16="http://schemas.microsoft.com/office/drawing/2014/main" id="{C5E6ECBF-3F3D-1D15-F367-253F34178F40}"/>
              </a:ext>
            </a:extLst>
          </p:cNvPr>
          <p:cNvSpPr/>
          <p:nvPr userDrawn="1"/>
        </p:nvSpPr>
        <p:spPr>
          <a:xfrm>
            <a:off x="9631142" y="1102414"/>
            <a:ext cx="2142784" cy="507871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41" name="Straight Connector 40">
            <a:extLst>
              <a:ext uri="{FF2B5EF4-FFF2-40B4-BE49-F238E27FC236}">
                <a16:creationId xmlns:a16="http://schemas.microsoft.com/office/drawing/2014/main" id="{12D7C107-1DFE-F6F1-198A-E85400F246D1}"/>
              </a:ext>
            </a:extLst>
          </p:cNvPr>
          <p:cNvCxnSpPr>
            <a:cxnSpLocks/>
          </p:cNvCxnSpPr>
          <p:nvPr userDrawn="1"/>
        </p:nvCxnSpPr>
        <p:spPr>
          <a:xfrm>
            <a:off x="7512611" y="5902975"/>
            <a:ext cx="147853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F24D0AB-7DE2-51C4-A9E2-8CDB73F27A9E}"/>
              </a:ext>
            </a:extLst>
          </p:cNvPr>
          <p:cNvCxnSpPr>
            <a:cxnSpLocks/>
          </p:cNvCxnSpPr>
          <p:nvPr userDrawn="1"/>
        </p:nvCxnSpPr>
        <p:spPr>
          <a:xfrm>
            <a:off x="9613551" y="5902975"/>
            <a:ext cx="147853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D217CAC-7641-1DFD-8873-38B4FCDE4EF9}"/>
              </a:ext>
            </a:extLst>
          </p:cNvPr>
          <p:cNvCxnSpPr>
            <a:cxnSpLocks/>
          </p:cNvCxnSpPr>
          <p:nvPr userDrawn="1"/>
        </p:nvCxnSpPr>
        <p:spPr>
          <a:xfrm>
            <a:off x="838200" y="5912310"/>
            <a:ext cx="5966637" cy="0"/>
          </a:xfrm>
          <a:prstGeom prst="line">
            <a:avLst/>
          </a:prstGeom>
          <a:ln>
            <a:solidFill>
              <a:schemeClr val="bg1"/>
            </a:solidFill>
            <a:headEnd type="oval"/>
          </a:ln>
        </p:spPr>
        <p:style>
          <a:lnRef idx="1">
            <a:schemeClr val="accent1"/>
          </a:lnRef>
          <a:fillRef idx="0">
            <a:schemeClr val="accent1"/>
          </a:fillRef>
          <a:effectRef idx="0">
            <a:schemeClr val="accent1"/>
          </a:effectRef>
          <a:fontRef idx="minor">
            <a:schemeClr val="tx1"/>
          </a:fontRef>
        </p:style>
      </p:cxnSp>
      <p:sp>
        <p:nvSpPr>
          <p:cNvPr id="45" name="Content Placeholder 50">
            <a:extLst>
              <a:ext uri="{FF2B5EF4-FFF2-40B4-BE49-F238E27FC236}">
                <a16:creationId xmlns:a16="http://schemas.microsoft.com/office/drawing/2014/main" id="{6401874C-D0BB-FE11-AB98-365DDD746107}"/>
              </a:ext>
            </a:extLst>
          </p:cNvPr>
          <p:cNvSpPr>
            <a:spLocks noGrp="1"/>
          </p:cNvSpPr>
          <p:nvPr>
            <p:ph sz="quarter" idx="18" hasCustomPrompt="1"/>
          </p:nvPr>
        </p:nvSpPr>
        <p:spPr>
          <a:xfrm>
            <a:off x="5537454" y="2672034"/>
            <a:ext cx="699793" cy="699793"/>
          </a:xfrm>
          <a:prstGeom prst="rect">
            <a:avLst/>
          </a:prstGeom>
          <a:solidFill>
            <a:schemeClr val="bg2"/>
          </a:solidFill>
          <a:ln w="152400">
            <a:solidFill>
              <a:schemeClr val="accent1">
                <a:alpha val="97000"/>
              </a:schemeClr>
            </a:solid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400" b="0">
                <a:solidFill>
                  <a:schemeClr val="tx1"/>
                </a:solidFill>
                <a:latin typeface="Barlow" panose="00000500000000000000" pitchFamily="2" charset="0"/>
              </a:defRPr>
            </a:lvl1pPr>
          </a:lstStyle>
          <a:p>
            <a:pPr lvl="0"/>
            <a:r>
              <a:rPr lang="en-US" dirty="0"/>
              <a:t>Insert Icon Here</a:t>
            </a:r>
            <a:endParaRPr lang="en-IN" dirty="0"/>
          </a:p>
        </p:txBody>
      </p:sp>
      <p:sp>
        <p:nvSpPr>
          <p:cNvPr id="48" name="Text Placeholder 37">
            <a:extLst>
              <a:ext uri="{FF2B5EF4-FFF2-40B4-BE49-F238E27FC236}">
                <a16:creationId xmlns:a16="http://schemas.microsoft.com/office/drawing/2014/main" id="{BF32448F-3FF1-DF11-681A-1932161941E6}"/>
              </a:ext>
            </a:extLst>
          </p:cNvPr>
          <p:cNvSpPr>
            <a:spLocks noGrp="1"/>
          </p:cNvSpPr>
          <p:nvPr>
            <p:ph type="body" sz="quarter" idx="25" hasCustomPrompt="1"/>
          </p:nvPr>
        </p:nvSpPr>
        <p:spPr>
          <a:xfrm>
            <a:off x="5420980" y="3669469"/>
            <a:ext cx="1976667" cy="395417"/>
          </a:xfrm>
        </p:spPr>
        <p:txBody>
          <a:bodyPr>
            <a:normAutofit/>
          </a:bodyPr>
          <a:lstStyle>
            <a:lvl1pPr marL="0" indent="0" algn="l">
              <a:buNone/>
              <a:defRPr sz="1800" b="1">
                <a:solidFill>
                  <a:schemeClr val="tx2"/>
                </a:solidFill>
                <a:latin typeface="Barlow" panose="00000500000000000000" pitchFamily="2" charset="0"/>
              </a:defRPr>
            </a:lvl1pPr>
          </a:lstStyle>
          <a:p>
            <a:pPr lvl="0"/>
            <a:r>
              <a:rPr lang="en-US" dirty="0"/>
              <a:t>Click to add text</a:t>
            </a:r>
            <a:endParaRPr lang="en-IN" dirty="0"/>
          </a:p>
        </p:txBody>
      </p:sp>
      <p:sp>
        <p:nvSpPr>
          <p:cNvPr id="49" name="Text Placeholder 37">
            <a:extLst>
              <a:ext uri="{FF2B5EF4-FFF2-40B4-BE49-F238E27FC236}">
                <a16:creationId xmlns:a16="http://schemas.microsoft.com/office/drawing/2014/main" id="{E52D8271-DA3B-E79C-A6CA-212D42AB1CCC}"/>
              </a:ext>
            </a:extLst>
          </p:cNvPr>
          <p:cNvSpPr>
            <a:spLocks noGrp="1"/>
          </p:cNvSpPr>
          <p:nvPr>
            <p:ph type="body" sz="quarter" idx="26" hasCustomPrompt="1"/>
          </p:nvPr>
        </p:nvSpPr>
        <p:spPr>
          <a:xfrm>
            <a:off x="5420980" y="4165605"/>
            <a:ext cx="1976667" cy="1269879"/>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52" name="Text Placeholder 37">
            <a:extLst>
              <a:ext uri="{FF2B5EF4-FFF2-40B4-BE49-F238E27FC236}">
                <a16:creationId xmlns:a16="http://schemas.microsoft.com/office/drawing/2014/main" id="{55901CBF-64B5-52E5-AD7C-14473E943095}"/>
              </a:ext>
            </a:extLst>
          </p:cNvPr>
          <p:cNvSpPr>
            <a:spLocks noGrp="1"/>
          </p:cNvSpPr>
          <p:nvPr>
            <p:ph type="body" sz="quarter" idx="27" hasCustomPrompt="1"/>
          </p:nvPr>
        </p:nvSpPr>
        <p:spPr>
          <a:xfrm>
            <a:off x="7574433" y="2565109"/>
            <a:ext cx="1976667" cy="395417"/>
          </a:xfrm>
        </p:spPr>
        <p:txBody>
          <a:bodyPr>
            <a:normAutofit/>
          </a:bodyPr>
          <a:lstStyle>
            <a:lvl1pPr marL="0" indent="0" algn="l">
              <a:buNone/>
              <a:defRPr sz="1800" b="1">
                <a:solidFill>
                  <a:schemeClr val="tx2"/>
                </a:solidFill>
                <a:latin typeface="Barlow" panose="00000500000000000000" pitchFamily="2" charset="0"/>
              </a:defRPr>
            </a:lvl1pPr>
          </a:lstStyle>
          <a:p>
            <a:pPr lvl="0"/>
            <a:r>
              <a:rPr lang="en-US" dirty="0"/>
              <a:t>Click to add text</a:t>
            </a:r>
            <a:endParaRPr lang="en-IN" dirty="0"/>
          </a:p>
        </p:txBody>
      </p:sp>
      <p:sp>
        <p:nvSpPr>
          <p:cNvPr id="53" name="Text Placeholder 37">
            <a:extLst>
              <a:ext uri="{FF2B5EF4-FFF2-40B4-BE49-F238E27FC236}">
                <a16:creationId xmlns:a16="http://schemas.microsoft.com/office/drawing/2014/main" id="{4AE840D7-9B7B-65BB-146A-AE724E69D7B8}"/>
              </a:ext>
            </a:extLst>
          </p:cNvPr>
          <p:cNvSpPr>
            <a:spLocks noGrp="1"/>
          </p:cNvSpPr>
          <p:nvPr>
            <p:ph type="body" sz="quarter" idx="28" hasCustomPrompt="1"/>
          </p:nvPr>
        </p:nvSpPr>
        <p:spPr>
          <a:xfrm>
            <a:off x="7574433" y="3061245"/>
            <a:ext cx="1976667" cy="1269879"/>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56" name="Content Placeholder 50">
            <a:extLst>
              <a:ext uri="{FF2B5EF4-FFF2-40B4-BE49-F238E27FC236}">
                <a16:creationId xmlns:a16="http://schemas.microsoft.com/office/drawing/2014/main" id="{73794DBD-54A2-ECAE-AE27-C233255DE032}"/>
              </a:ext>
            </a:extLst>
          </p:cNvPr>
          <p:cNvSpPr>
            <a:spLocks noGrp="1"/>
          </p:cNvSpPr>
          <p:nvPr>
            <p:ph sz="quarter" idx="29" hasCustomPrompt="1"/>
          </p:nvPr>
        </p:nvSpPr>
        <p:spPr>
          <a:xfrm>
            <a:off x="7665276" y="1567058"/>
            <a:ext cx="699793" cy="699793"/>
          </a:xfrm>
          <a:prstGeom prst="rect">
            <a:avLst/>
          </a:prstGeom>
          <a:solidFill>
            <a:schemeClr val="bg2"/>
          </a:solidFill>
          <a:ln w="152400">
            <a:solidFill>
              <a:schemeClr val="accent1">
                <a:alpha val="97000"/>
              </a:schemeClr>
            </a:solid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400" b="0">
                <a:solidFill>
                  <a:schemeClr val="tx1"/>
                </a:solidFill>
                <a:latin typeface="Barlow" panose="00000500000000000000" pitchFamily="2" charset="0"/>
              </a:defRPr>
            </a:lvl1pPr>
          </a:lstStyle>
          <a:p>
            <a:pPr lvl="0"/>
            <a:r>
              <a:rPr lang="en-US" dirty="0"/>
              <a:t>Insert Icon Here</a:t>
            </a:r>
            <a:endParaRPr lang="en-IN" dirty="0"/>
          </a:p>
        </p:txBody>
      </p:sp>
      <p:sp>
        <p:nvSpPr>
          <p:cNvPr id="60" name="Text Placeholder 37">
            <a:extLst>
              <a:ext uri="{FF2B5EF4-FFF2-40B4-BE49-F238E27FC236}">
                <a16:creationId xmlns:a16="http://schemas.microsoft.com/office/drawing/2014/main" id="{D877437A-4641-C570-C7B2-C8ED893E36F2}"/>
              </a:ext>
            </a:extLst>
          </p:cNvPr>
          <p:cNvSpPr>
            <a:spLocks noGrp="1"/>
          </p:cNvSpPr>
          <p:nvPr>
            <p:ph type="body" sz="quarter" idx="30" hasCustomPrompt="1"/>
          </p:nvPr>
        </p:nvSpPr>
        <p:spPr>
          <a:xfrm>
            <a:off x="9695314" y="1674082"/>
            <a:ext cx="1976667" cy="395417"/>
          </a:xfrm>
        </p:spPr>
        <p:txBody>
          <a:bodyPr>
            <a:normAutofit/>
          </a:bodyPr>
          <a:lstStyle>
            <a:lvl1pPr marL="0" indent="0" algn="l">
              <a:buNone/>
              <a:defRPr sz="1800" b="1">
                <a:solidFill>
                  <a:schemeClr val="tx2"/>
                </a:solidFill>
                <a:latin typeface="Barlow" panose="00000500000000000000" pitchFamily="2" charset="0"/>
              </a:defRPr>
            </a:lvl1pPr>
          </a:lstStyle>
          <a:p>
            <a:pPr lvl="0"/>
            <a:r>
              <a:rPr lang="en-US" dirty="0"/>
              <a:t>Click to add text</a:t>
            </a:r>
            <a:endParaRPr lang="en-IN" dirty="0"/>
          </a:p>
        </p:txBody>
      </p:sp>
      <p:sp>
        <p:nvSpPr>
          <p:cNvPr id="61" name="Text Placeholder 37">
            <a:extLst>
              <a:ext uri="{FF2B5EF4-FFF2-40B4-BE49-F238E27FC236}">
                <a16:creationId xmlns:a16="http://schemas.microsoft.com/office/drawing/2014/main" id="{134811CE-D629-C0D8-A641-B27CF2CD2D41}"/>
              </a:ext>
            </a:extLst>
          </p:cNvPr>
          <p:cNvSpPr>
            <a:spLocks noGrp="1"/>
          </p:cNvSpPr>
          <p:nvPr>
            <p:ph type="body" sz="quarter" idx="31" hasCustomPrompt="1"/>
          </p:nvPr>
        </p:nvSpPr>
        <p:spPr>
          <a:xfrm>
            <a:off x="9695314" y="2170218"/>
            <a:ext cx="1976667" cy="1269879"/>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62" name="Content Placeholder 50">
            <a:extLst>
              <a:ext uri="{FF2B5EF4-FFF2-40B4-BE49-F238E27FC236}">
                <a16:creationId xmlns:a16="http://schemas.microsoft.com/office/drawing/2014/main" id="{90AACE40-7372-3373-1F03-08FBFB1B4BCA}"/>
              </a:ext>
            </a:extLst>
          </p:cNvPr>
          <p:cNvSpPr>
            <a:spLocks noGrp="1"/>
          </p:cNvSpPr>
          <p:nvPr>
            <p:ph sz="quarter" idx="32" hasCustomPrompt="1"/>
          </p:nvPr>
        </p:nvSpPr>
        <p:spPr>
          <a:xfrm>
            <a:off x="9786157" y="676031"/>
            <a:ext cx="699793" cy="699793"/>
          </a:xfrm>
          <a:prstGeom prst="rect">
            <a:avLst/>
          </a:prstGeom>
          <a:solidFill>
            <a:schemeClr val="bg2"/>
          </a:solidFill>
          <a:ln w="152400">
            <a:solidFill>
              <a:schemeClr val="accent1">
                <a:alpha val="97000"/>
              </a:schemeClr>
            </a:solid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400" b="0">
                <a:solidFill>
                  <a:schemeClr val="tx1"/>
                </a:solidFill>
                <a:latin typeface="Barlow" panose="00000500000000000000" pitchFamily="2" charset="0"/>
              </a:defRPr>
            </a:lvl1pPr>
          </a:lstStyle>
          <a:p>
            <a:pPr lvl="0"/>
            <a:r>
              <a:rPr lang="en-US" dirty="0"/>
              <a:t>Insert Icon Here</a:t>
            </a:r>
            <a:endParaRPr lang="en-IN" dirty="0"/>
          </a:p>
        </p:txBody>
      </p:sp>
      <p:sp>
        <p:nvSpPr>
          <p:cNvPr id="64" name="Content Placeholder 50">
            <a:extLst>
              <a:ext uri="{FF2B5EF4-FFF2-40B4-BE49-F238E27FC236}">
                <a16:creationId xmlns:a16="http://schemas.microsoft.com/office/drawing/2014/main" id="{7DC66DA5-3ACA-999E-4921-F659ED592A2B}"/>
              </a:ext>
            </a:extLst>
          </p:cNvPr>
          <p:cNvSpPr>
            <a:spLocks noGrp="1"/>
          </p:cNvSpPr>
          <p:nvPr>
            <p:ph sz="quarter" idx="14" hasCustomPrompt="1"/>
          </p:nvPr>
        </p:nvSpPr>
        <p:spPr>
          <a:xfrm>
            <a:off x="6948837" y="5619584"/>
            <a:ext cx="561545" cy="561545"/>
          </a:xfrm>
          <a:prstGeom prst="rect">
            <a:avLst/>
          </a:prstGeom>
          <a:no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dirty="0"/>
              <a:t>01</a:t>
            </a:r>
            <a:endParaRPr lang="en-IN" dirty="0"/>
          </a:p>
        </p:txBody>
      </p:sp>
      <p:sp>
        <p:nvSpPr>
          <p:cNvPr id="65" name="Content Placeholder 50">
            <a:extLst>
              <a:ext uri="{FF2B5EF4-FFF2-40B4-BE49-F238E27FC236}">
                <a16:creationId xmlns:a16="http://schemas.microsoft.com/office/drawing/2014/main" id="{CEEF41D1-EA90-1577-D84F-40E3AF1AFB23}"/>
              </a:ext>
            </a:extLst>
          </p:cNvPr>
          <p:cNvSpPr>
            <a:spLocks noGrp="1"/>
          </p:cNvSpPr>
          <p:nvPr>
            <p:ph sz="quarter" idx="33" hasCustomPrompt="1"/>
          </p:nvPr>
        </p:nvSpPr>
        <p:spPr>
          <a:xfrm>
            <a:off x="9060801" y="5619583"/>
            <a:ext cx="561545" cy="561545"/>
          </a:xfrm>
          <a:prstGeom prst="rect">
            <a:avLst/>
          </a:prstGeom>
          <a:no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dirty="0"/>
              <a:t>02</a:t>
            </a:r>
            <a:endParaRPr lang="en-IN" dirty="0"/>
          </a:p>
        </p:txBody>
      </p:sp>
      <p:sp>
        <p:nvSpPr>
          <p:cNvPr id="66" name="Content Placeholder 50">
            <a:extLst>
              <a:ext uri="{FF2B5EF4-FFF2-40B4-BE49-F238E27FC236}">
                <a16:creationId xmlns:a16="http://schemas.microsoft.com/office/drawing/2014/main" id="{9AC9247D-8A6E-EB87-760F-21C9A45FBFBE}"/>
              </a:ext>
            </a:extLst>
          </p:cNvPr>
          <p:cNvSpPr>
            <a:spLocks noGrp="1"/>
          </p:cNvSpPr>
          <p:nvPr>
            <p:ph sz="quarter" idx="34" hasCustomPrompt="1"/>
          </p:nvPr>
        </p:nvSpPr>
        <p:spPr>
          <a:xfrm>
            <a:off x="11203585" y="5619583"/>
            <a:ext cx="561545" cy="561545"/>
          </a:xfrm>
          <a:prstGeom prst="rect">
            <a:avLst/>
          </a:prstGeom>
          <a:no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dirty="0"/>
              <a:t>03</a:t>
            </a:r>
            <a:endParaRPr lang="en-IN" dirty="0"/>
          </a:p>
        </p:txBody>
      </p:sp>
      <p:sp>
        <p:nvSpPr>
          <p:cNvPr id="68" name="Title 1">
            <a:extLst>
              <a:ext uri="{FF2B5EF4-FFF2-40B4-BE49-F238E27FC236}">
                <a16:creationId xmlns:a16="http://schemas.microsoft.com/office/drawing/2014/main" id="{7F75B5CA-1835-C387-E922-4549D4B72C3F}"/>
              </a:ext>
            </a:extLst>
          </p:cNvPr>
          <p:cNvSpPr>
            <a:spLocks noGrp="1"/>
          </p:cNvSpPr>
          <p:nvPr>
            <p:ph type="ctrTitle"/>
          </p:nvPr>
        </p:nvSpPr>
        <p:spPr>
          <a:xfrm>
            <a:off x="5383446" y="233807"/>
            <a:ext cx="3308889" cy="984885"/>
          </a:xfrm>
          <a:prstGeom prst="rect">
            <a:avLst/>
          </a:prstGeom>
        </p:spPr>
        <p:txBody>
          <a:bodyPr vert="horz" wrap="square" lIns="0" tIns="0" rIns="0" bIns="0" rtlCol="0" anchor="t" anchorCtr="0">
            <a:spAutoFit/>
          </a:bodyPr>
          <a:lstStyle>
            <a:lvl1pPr algn="l">
              <a:lnSpc>
                <a:spcPct val="100000"/>
              </a:lnSpc>
              <a:defRPr lang="en-US" sz="3200" dirty="0">
                <a:solidFill>
                  <a:schemeClr val="tx2"/>
                </a:solidFill>
              </a:defRPr>
            </a:lvl1pPr>
          </a:lstStyle>
          <a:p>
            <a:pPr lvl="0"/>
            <a:r>
              <a:rPr lang="en-GB" dirty="0"/>
              <a:t>Click to edit Master title style</a:t>
            </a:r>
            <a:endParaRPr lang="en-US" dirty="0"/>
          </a:p>
        </p:txBody>
      </p:sp>
    </p:spTree>
    <p:extLst>
      <p:ext uri="{BB962C8B-B14F-4D97-AF65-F5344CB8AC3E}">
        <p14:creationId xmlns:p14="http://schemas.microsoft.com/office/powerpoint/2010/main" val="3163120228"/>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9_Miscellaneou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BFECD4F-B464-C1BD-5DAD-CEC5B25247B1}"/>
              </a:ext>
            </a:extLst>
          </p:cNvPr>
          <p:cNvSpPr/>
          <p:nvPr userDrawn="1"/>
        </p:nvSpPr>
        <p:spPr>
          <a:xfrm>
            <a:off x="0" y="0"/>
            <a:ext cx="498660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D6D9364-0E65-7D7C-90D8-C8D8F4264563}"/>
              </a:ext>
            </a:extLst>
          </p:cNvPr>
          <p:cNvSpPr/>
          <p:nvPr userDrawn="1"/>
        </p:nvSpPr>
        <p:spPr>
          <a:xfrm>
            <a:off x="5383446" y="3308178"/>
            <a:ext cx="2142784" cy="28835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Rectangle 6">
            <a:extLst>
              <a:ext uri="{FF2B5EF4-FFF2-40B4-BE49-F238E27FC236}">
                <a16:creationId xmlns:a16="http://schemas.microsoft.com/office/drawing/2014/main" id="{AAAB73E3-0687-BF1F-B4EE-AA3BB7454C67}"/>
              </a:ext>
            </a:extLst>
          </p:cNvPr>
          <p:cNvSpPr/>
          <p:nvPr userDrawn="1"/>
        </p:nvSpPr>
        <p:spPr>
          <a:xfrm>
            <a:off x="7530687" y="2066180"/>
            <a:ext cx="2142784" cy="411494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Rectangle 7">
            <a:extLst>
              <a:ext uri="{FF2B5EF4-FFF2-40B4-BE49-F238E27FC236}">
                <a16:creationId xmlns:a16="http://schemas.microsoft.com/office/drawing/2014/main" id="{C5E6ECBF-3F3D-1D15-F367-253F34178F40}"/>
              </a:ext>
            </a:extLst>
          </p:cNvPr>
          <p:cNvSpPr/>
          <p:nvPr userDrawn="1"/>
        </p:nvSpPr>
        <p:spPr>
          <a:xfrm>
            <a:off x="9631142" y="1102414"/>
            <a:ext cx="2142784" cy="507871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41" name="Straight Connector 40">
            <a:extLst>
              <a:ext uri="{FF2B5EF4-FFF2-40B4-BE49-F238E27FC236}">
                <a16:creationId xmlns:a16="http://schemas.microsoft.com/office/drawing/2014/main" id="{12D7C107-1DFE-F6F1-198A-E85400F246D1}"/>
              </a:ext>
            </a:extLst>
          </p:cNvPr>
          <p:cNvCxnSpPr>
            <a:cxnSpLocks/>
          </p:cNvCxnSpPr>
          <p:nvPr userDrawn="1"/>
        </p:nvCxnSpPr>
        <p:spPr>
          <a:xfrm>
            <a:off x="7512611" y="5902975"/>
            <a:ext cx="147853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F24D0AB-7DE2-51C4-A9E2-8CDB73F27A9E}"/>
              </a:ext>
            </a:extLst>
          </p:cNvPr>
          <p:cNvCxnSpPr>
            <a:cxnSpLocks/>
          </p:cNvCxnSpPr>
          <p:nvPr userDrawn="1"/>
        </p:nvCxnSpPr>
        <p:spPr>
          <a:xfrm>
            <a:off x="9613551" y="5902975"/>
            <a:ext cx="147853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D217CAC-7641-1DFD-8873-38B4FCDE4EF9}"/>
              </a:ext>
            </a:extLst>
          </p:cNvPr>
          <p:cNvCxnSpPr>
            <a:cxnSpLocks/>
          </p:cNvCxnSpPr>
          <p:nvPr userDrawn="1"/>
        </p:nvCxnSpPr>
        <p:spPr>
          <a:xfrm>
            <a:off x="838200" y="5912310"/>
            <a:ext cx="5966637" cy="0"/>
          </a:xfrm>
          <a:prstGeom prst="line">
            <a:avLst/>
          </a:prstGeom>
          <a:ln>
            <a:solidFill>
              <a:schemeClr val="bg1"/>
            </a:solidFill>
            <a:headEnd type="oval"/>
          </a:ln>
        </p:spPr>
        <p:style>
          <a:lnRef idx="1">
            <a:schemeClr val="accent1"/>
          </a:lnRef>
          <a:fillRef idx="0">
            <a:schemeClr val="accent1"/>
          </a:fillRef>
          <a:effectRef idx="0">
            <a:schemeClr val="accent1"/>
          </a:effectRef>
          <a:fontRef idx="minor">
            <a:schemeClr val="tx1"/>
          </a:fontRef>
        </p:style>
      </p:cxnSp>
      <p:sp>
        <p:nvSpPr>
          <p:cNvPr id="45" name="Content Placeholder 50">
            <a:extLst>
              <a:ext uri="{FF2B5EF4-FFF2-40B4-BE49-F238E27FC236}">
                <a16:creationId xmlns:a16="http://schemas.microsoft.com/office/drawing/2014/main" id="{6401874C-D0BB-FE11-AB98-365DDD746107}"/>
              </a:ext>
            </a:extLst>
          </p:cNvPr>
          <p:cNvSpPr>
            <a:spLocks noGrp="1"/>
          </p:cNvSpPr>
          <p:nvPr>
            <p:ph sz="quarter" idx="18" hasCustomPrompt="1"/>
          </p:nvPr>
        </p:nvSpPr>
        <p:spPr>
          <a:xfrm>
            <a:off x="5537454" y="2672034"/>
            <a:ext cx="699793" cy="699793"/>
          </a:xfrm>
          <a:prstGeom prst="rect">
            <a:avLst/>
          </a:prstGeom>
          <a:solidFill>
            <a:schemeClr val="bg2"/>
          </a:solidFill>
          <a:ln w="152400">
            <a:solidFill>
              <a:schemeClr val="accent1">
                <a:alpha val="97000"/>
              </a:schemeClr>
            </a:solid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400" b="0">
                <a:solidFill>
                  <a:schemeClr val="tx1"/>
                </a:solidFill>
                <a:latin typeface="Barlow" panose="00000500000000000000" pitchFamily="2" charset="0"/>
              </a:defRPr>
            </a:lvl1pPr>
          </a:lstStyle>
          <a:p>
            <a:pPr lvl="0"/>
            <a:r>
              <a:rPr lang="en-US" dirty="0"/>
              <a:t>Insert Icon Here</a:t>
            </a:r>
            <a:endParaRPr lang="en-IN" dirty="0"/>
          </a:p>
        </p:txBody>
      </p:sp>
      <p:sp>
        <p:nvSpPr>
          <p:cNvPr id="48" name="Text Placeholder 37">
            <a:extLst>
              <a:ext uri="{FF2B5EF4-FFF2-40B4-BE49-F238E27FC236}">
                <a16:creationId xmlns:a16="http://schemas.microsoft.com/office/drawing/2014/main" id="{BF32448F-3FF1-DF11-681A-1932161941E6}"/>
              </a:ext>
            </a:extLst>
          </p:cNvPr>
          <p:cNvSpPr>
            <a:spLocks noGrp="1"/>
          </p:cNvSpPr>
          <p:nvPr>
            <p:ph type="body" sz="quarter" idx="25" hasCustomPrompt="1"/>
          </p:nvPr>
        </p:nvSpPr>
        <p:spPr>
          <a:xfrm>
            <a:off x="5420980" y="3669469"/>
            <a:ext cx="1976667" cy="395417"/>
          </a:xfrm>
        </p:spPr>
        <p:txBody>
          <a:bodyPr>
            <a:normAutofit/>
          </a:bodyPr>
          <a:lstStyle>
            <a:lvl1pPr marL="0" indent="0" algn="l">
              <a:buNone/>
              <a:defRPr sz="1800" b="1">
                <a:solidFill>
                  <a:schemeClr val="tx2"/>
                </a:solidFill>
                <a:latin typeface="Barlow" panose="00000500000000000000" pitchFamily="2" charset="0"/>
              </a:defRPr>
            </a:lvl1pPr>
          </a:lstStyle>
          <a:p>
            <a:pPr lvl="0"/>
            <a:r>
              <a:rPr lang="en-US" dirty="0"/>
              <a:t>Click to add text</a:t>
            </a:r>
            <a:endParaRPr lang="en-IN" dirty="0"/>
          </a:p>
        </p:txBody>
      </p:sp>
      <p:sp>
        <p:nvSpPr>
          <p:cNvPr id="49" name="Text Placeholder 37">
            <a:extLst>
              <a:ext uri="{FF2B5EF4-FFF2-40B4-BE49-F238E27FC236}">
                <a16:creationId xmlns:a16="http://schemas.microsoft.com/office/drawing/2014/main" id="{E52D8271-DA3B-E79C-A6CA-212D42AB1CCC}"/>
              </a:ext>
            </a:extLst>
          </p:cNvPr>
          <p:cNvSpPr>
            <a:spLocks noGrp="1"/>
          </p:cNvSpPr>
          <p:nvPr>
            <p:ph type="body" sz="quarter" idx="26" hasCustomPrompt="1"/>
          </p:nvPr>
        </p:nvSpPr>
        <p:spPr>
          <a:xfrm>
            <a:off x="5420980" y="4165605"/>
            <a:ext cx="1976667" cy="1269879"/>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52" name="Text Placeholder 37">
            <a:extLst>
              <a:ext uri="{FF2B5EF4-FFF2-40B4-BE49-F238E27FC236}">
                <a16:creationId xmlns:a16="http://schemas.microsoft.com/office/drawing/2014/main" id="{55901CBF-64B5-52E5-AD7C-14473E943095}"/>
              </a:ext>
            </a:extLst>
          </p:cNvPr>
          <p:cNvSpPr>
            <a:spLocks noGrp="1"/>
          </p:cNvSpPr>
          <p:nvPr>
            <p:ph type="body" sz="quarter" idx="27" hasCustomPrompt="1"/>
          </p:nvPr>
        </p:nvSpPr>
        <p:spPr>
          <a:xfrm>
            <a:off x="7574433" y="2565109"/>
            <a:ext cx="1976667" cy="395417"/>
          </a:xfrm>
        </p:spPr>
        <p:txBody>
          <a:bodyPr>
            <a:normAutofit/>
          </a:bodyPr>
          <a:lstStyle>
            <a:lvl1pPr marL="0" indent="0" algn="l">
              <a:buNone/>
              <a:defRPr sz="1800" b="1">
                <a:solidFill>
                  <a:schemeClr val="tx2"/>
                </a:solidFill>
                <a:latin typeface="Barlow" panose="00000500000000000000" pitchFamily="2" charset="0"/>
              </a:defRPr>
            </a:lvl1pPr>
          </a:lstStyle>
          <a:p>
            <a:pPr lvl="0"/>
            <a:r>
              <a:rPr lang="en-US" dirty="0"/>
              <a:t>Click to add text</a:t>
            </a:r>
            <a:endParaRPr lang="en-IN" dirty="0"/>
          </a:p>
        </p:txBody>
      </p:sp>
      <p:sp>
        <p:nvSpPr>
          <p:cNvPr id="53" name="Text Placeholder 37">
            <a:extLst>
              <a:ext uri="{FF2B5EF4-FFF2-40B4-BE49-F238E27FC236}">
                <a16:creationId xmlns:a16="http://schemas.microsoft.com/office/drawing/2014/main" id="{4AE840D7-9B7B-65BB-146A-AE724E69D7B8}"/>
              </a:ext>
            </a:extLst>
          </p:cNvPr>
          <p:cNvSpPr>
            <a:spLocks noGrp="1"/>
          </p:cNvSpPr>
          <p:nvPr>
            <p:ph type="body" sz="quarter" idx="28" hasCustomPrompt="1"/>
          </p:nvPr>
        </p:nvSpPr>
        <p:spPr>
          <a:xfrm>
            <a:off x="7574433" y="3061245"/>
            <a:ext cx="1976667" cy="1269879"/>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56" name="Content Placeholder 50">
            <a:extLst>
              <a:ext uri="{FF2B5EF4-FFF2-40B4-BE49-F238E27FC236}">
                <a16:creationId xmlns:a16="http://schemas.microsoft.com/office/drawing/2014/main" id="{73794DBD-54A2-ECAE-AE27-C233255DE032}"/>
              </a:ext>
            </a:extLst>
          </p:cNvPr>
          <p:cNvSpPr>
            <a:spLocks noGrp="1"/>
          </p:cNvSpPr>
          <p:nvPr>
            <p:ph sz="quarter" idx="29" hasCustomPrompt="1"/>
          </p:nvPr>
        </p:nvSpPr>
        <p:spPr>
          <a:xfrm>
            <a:off x="7665276" y="1567058"/>
            <a:ext cx="699793" cy="699793"/>
          </a:xfrm>
          <a:prstGeom prst="rect">
            <a:avLst/>
          </a:prstGeom>
          <a:solidFill>
            <a:schemeClr val="bg2"/>
          </a:solidFill>
          <a:ln w="152400">
            <a:solidFill>
              <a:schemeClr val="accent1">
                <a:alpha val="97000"/>
              </a:schemeClr>
            </a:solid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400" b="0">
                <a:solidFill>
                  <a:schemeClr val="tx1"/>
                </a:solidFill>
                <a:latin typeface="Barlow" panose="00000500000000000000" pitchFamily="2" charset="0"/>
              </a:defRPr>
            </a:lvl1pPr>
          </a:lstStyle>
          <a:p>
            <a:pPr lvl="0"/>
            <a:r>
              <a:rPr lang="en-US" dirty="0"/>
              <a:t>Insert Icon Here</a:t>
            </a:r>
            <a:endParaRPr lang="en-IN" dirty="0"/>
          </a:p>
        </p:txBody>
      </p:sp>
      <p:sp>
        <p:nvSpPr>
          <p:cNvPr id="60" name="Text Placeholder 37">
            <a:extLst>
              <a:ext uri="{FF2B5EF4-FFF2-40B4-BE49-F238E27FC236}">
                <a16:creationId xmlns:a16="http://schemas.microsoft.com/office/drawing/2014/main" id="{D877437A-4641-C570-C7B2-C8ED893E36F2}"/>
              </a:ext>
            </a:extLst>
          </p:cNvPr>
          <p:cNvSpPr>
            <a:spLocks noGrp="1"/>
          </p:cNvSpPr>
          <p:nvPr>
            <p:ph type="body" sz="quarter" idx="30" hasCustomPrompt="1"/>
          </p:nvPr>
        </p:nvSpPr>
        <p:spPr>
          <a:xfrm>
            <a:off x="9695314" y="1674082"/>
            <a:ext cx="1976667" cy="395417"/>
          </a:xfrm>
        </p:spPr>
        <p:txBody>
          <a:bodyPr>
            <a:normAutofit/>
          </a:bodyPr>
          <a:lstStyle>
            <a:lvl1pPr marL="0" indent="0" algn="l">
              <a:buNone/>
              <a:defRPr sz="1800" b="1">
                <a:solidFill>
                  <a:schemeClr val="tx2"/>
                </a:solidFill>
                <a:latin typeface="Barlow" panose="00000500000000000000" pitchFamily="2" charset="0"/>
              </a:defRPr>
            </a:lvl1pPr>
          </a:lstStyle>
          <a:p>
            <a:pPr lvl="0"/>
            <a:r>
              <a:rPr lang="en-US" dirty="0"/>
              <a:t>Click to add text</a:t>
            </a:r>
            <a:endParaRPr lang="en-IN" dirty="0"/>
          </a:p>
        </p:txBody>
      </p:sp>
      <p:sp>
        <p:nvSpPr>
          <p:cNvPr id="61" name="Text Placeholder 37">
            <a:extLst>
              <a:ext uri="{FF2B5EF4-FFF2-40B4-BE49-F238E27FC236}">
                <a16:creationId xmlns:a16="http://schemas.microsoft.com/office/drawing/2014/main" id="{134811CE-D629-C0D8-A641-B27CF2CD2D41}"/>
              </a:ext>
            </a:extLst>
          </p:cNvPr>
          <p:cNvSpPr>
            <a:spLocks noGrp="1"/>
          </p:cNvSpPr>
          <p:nvPr>
            <p:ph type="body" sz="quarter" idx="31" hasCustomPrompt="1"/>
          </p:nvPr>
        </p:nvSpPr>
        <p:spPr>
          <a:xfrm>
            <a:off x="9695314" y="2170218"/>
            <a:ext cx="1976667" cy="1269879"/>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dirty="0"/>
              <a:t>Click to add text</a:t>
            </a:r>
            <a:endParaRPr lang="en-IN" dirty="0"/>
          </a:p>
        </p:txBody>
      </p:sp>
      <p:sp>
        <p:nvSpPr>
          <p:cNvPr id="62" name="Content Placeholder 50">
            <a:extLst>
              <a:ext uri="{FF2B5EF4-FFF2-40B4-BE49-F238E27FC236}">
                <a16:creationId xmlns:a16="http://schemas.microsoft.com/office/drawing/2014/main" id="{90AACE40-7372-3373-1F03-08FBFB1B4BCA}"/>
              </a:ext>
            </a:extLst>
          </p:cNvPr>
          <p:cNvSpPr>
            <a:spLocks noGrp="1"/>
          </p:cNvSpPr>
          <p:nvPr>
            <p:ph sz="quarter" idx="32" hasCustomPrompt="1"/>
          </p:nvPr>
        </p:nvSpPr>
        <p:spPr>
          <a:xfrm>
            <a:off x="9786157" y="676031"/>
            <a:ext cx="699793" cy="699793"/>
          </a:xfrm>
          <a:prstGeom prst="rect">
            <a:avLst/>
          </a:prstGeom>
          <a:solidFill>
            <a:schemeClr val="bg2"/>
          </a:solidFill>
          <a:ln w="152400">
            <a:solidFill>
              <a:schemeClr val="accent1">
                <a:alpha val="97000"/>
              </a:schemeClr>
            </a:solid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400" b="0">
                <a:solidFill>
                  <a:schemeClr val="tx1"/>
                </a:solidFill>
                <a:latin typeface="Barlow" panose="00000500000000000000" pitchFamily="2" charset="0"/>
              </a:defRPr>
            </a:lvl1pPr>
          </a:lstStyle>
          <a:p>
            <a:pPr lvl="0"/>
            <a:r>
              <a:rPr lang="en-US" dirty="0"/>
              <a:t>Insert Icon Here</a:t>
            </a:r>
            <a:endParaRPr lang="en-IN" dirty="0"/>
          </a:p>
        </p:txBody>
      </p:sp>
      <p:sp>
        <p:nvSpPr>
          <p:cNvPr id="64" name="Content Placeholder 50">
            <a:extLst>
              <a:ext uri="{FF2B5EF4-FFF2-40B4-BE49-F238E27FC236}">
                <a16:creationId xmlns:a16="http://schemas.microsoft.com/office/drawing/2014/main" id="{7DC66DA5-3ACA-999E-4921-F659ED592A2B}"/>
              </a:ext>
            </a:extLst>
          </p:cNvPr>
          <p:cNvSpPr>
            <a:spLocks noGrp="1"/>
          </p:cNvSpPr>
          <p:nvPr>
            <p:ph sz="quarter" idx="14" hasCustomPrompt="1"/>
          </p:nvPr>
        </p:nvSpPr>
        <p:spPr>
          <a:xfrm>
            <a:off x="6948837" y="5619584"/>
            <a:ext cx="561545" cy="561545"/>
          </a:xfrm>
          <a:prstGeom prst="rect">
            <a:avLst/>
          </a:prstGeom>
          <a:no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dirty="0"/>
              <a:t>01</a:t>
            </a:r>
            <a:endParaRPr lang="en-IN" dirty="0"/>
          </a:p>
        </p:txBody>
      </p:sp>
      <p:sp>
        <p:nvSpPr>
          <p:cNvPr id="65" name="Content Placeholder 50">
            <a:extLst>
              <a:ext uri="{FF2B5EF4-FFF2-40B4-BE49-F238E27FC236}">
                <a16:creationId xmlns:a16="http://schemas.microsoft.com/office/drawing/2014/main" id="{CEEF41D1-EA90-1577-D84F-40E3AF1AFB23}"/>
              </a:ext>
            </a:extLst>
          </p:cNvPr>
          <p:cNvSpPr>
            <a:spLocks noGrp="1"/>
          </p:cNvSpPr>
          <p:nvPr>
            <p:ph sz="quarter" idx="33" hasCustomPrompt="1"/>
          </p:nvPr>
        </p:nvSpPr>
        <p:spPr>
          <a:xfrm>
            <a:off x="9060801" y="5619583"/>
            <a:ext cx="561545" cy="561545"/>
          </a:xfrm>
          <a:prstGeom prst="rect">
            <a:avLst/>
          </a:prstGeom>
          <a:no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dirty="0"/>
              <a:t>02</a:t>
            </a:r>
            <a:endParaRPr lang="en-IN" dirty="0"/>
          </a:p>
        </p:txBody>
      </p:sp>
      <p:sp>
        <p:nvSpPr>
          <p:cNvPr id="66" name="Content Placeholder 50">
            <a:extLst>
              <a:ext uri="{FF2B5EF4-FFF2-40B4-BE49-F238E27FC236}">
                <a16:creationId xmlns:a16="http://schemas.microsoft.com/office/drawing/2014/main" id="{9AC9247D-8A6E-EB87-760F-21C9A45FBFBE}"/>
              </a:ext>
            </a:extLst>
          </p:cNvPr>
          <p:cNvSpPr>
            <a:spLocks noGrp="1"/>
          </p:cNvSpPr>
          <p:nvPr>
            <p:ph sz="quarter" idx="34" hasCustomPrompt="1"/>
          </p:nvPr>
        </p:nvSpPr>
        <p:spPr>
          <a:xfrm>
            <a:off x="11203585" y="5619583"/>
            <a:ext cx="561545" cy="561545"/>
          </a:xfrm>
          <a:prstGeom prst="rect">
            <a:avLst/>
          </a:prstGeom>
          <a:no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dirty="0"/>
              <a:t>03</a:t>
            </a:r>
            <a:endParaRPr lang="en-IN" dirty="0"/>
          </a:p>
        </p:txBody>
      </p:sp>
      <p:sp>
        <p:nvSpPr>
          <p:cNvPr id="12" name="Title 1">
            <a:extLst>
              <a:ext uri="{FF2B5EF4-FFF2-40B4-BE49-F238E27FC236}">
                <a16:creationId xmlns:a16="http://schemas.microsoft.com/office/drawing/2014/main" id="{88D90421-0A9C-5C72-6F50-D7AF37053932}"/>
              </a:ext>
            </a:extLst>
          </p:cNvPr>
          <p:cNvSpPr txBox="1">
            <a:spLocks/>
          </p:cNvSpPr>
          <p:nvPr userDrawn="1"/>
        </p:nvSpPr>
        <p:spPr>
          <a:xfrm>
            <a:off x="360000" y="308292"/>
            <a:ext cx="4151040" cy="984885"/>
          </a:xfrm>
          <a:prstGeom prst="rect">
            <a:avLst/>
          </a:prstGeom>
        </p:spPr>
        <p:txBody>
          <a:bodyPr vert="horz" wrap="square" lIns="0" tIns="0" rIns="0" bIns="0" rtlCol="0" anchor="t" anchorCtr="0">
            <a:spAutoFit/>
          </a:bodyPr>
          <a:lstStyle>
            <a:lvl1pPr algn="l" defTabSz="914400" rtl="0" eaLnBrk="1" latinLnBrk="0" hangingPunct="1">
              <a:lnSpc>
                <a:spcPct val="100000"/>
              </a:lnSpc>
              <a:spcBef>
                <a:spcPct val="0"/>
              </a:spcBef>
              <a:buNone/>
              <a:defRPr lang="en-US" sz="3200" b="1" kern="1200" dirty="0">
                <a:solidFill>
                  <a:schemeClr val="bg1"/>
                </a:solidFill>
                <a:latin typeface="Barlow Medium" panose="00000600000000000000" pitchFamily="2" charset="0"/>
                <a:ea typeface="+mj-ea"/>
                <a:cs typeface="+mj-cs"/>
              </a:defRPr>
            </a:lvl1pPr>
          </a:lstStyle>
          <a:p>
            <a:r>
              <a:rPr lang="en-US" dirty="0"/>
              <a:t>Click to edit Master title style</a:t>
            </a:r>
          </a:p>
        </p:txBody>
      </p:sp>
      <p:sp>
        <p:nvSpPr>
          <p:cNvPr id="13" name="Text Placeholder 2">
            <a:extLst>
              <a:ext uri="{FF2B5EF4-FFF2-40B4-BE49-F238E27FC236}">
                <a16:creationId xmlns:a16="http://schemas.microsoft.com/office/drawing/2014/main" id="{752BD333-7DFC-A0A7-2882-992ACA3647FE}"/>
              </a:ext>
            </a:extLst>
          </p:cNvPr>
          <p:cNvSpPr>
            <a:spLocks noGrp="1"/>
          </p:cNvSpPr>
          <p:nvPr>
            <p:ph idx="1"/>
          </p:nvPr>
        </p:nvSpPr>
        <p:spPr>
          <a:xfrm>
            <a:off x="360000" y="1687402"/>
            <a:ext cx="4262800" cy="3748082"/>
          </a:xfrm>
          <a:prstGeom prst="rect">
            <a:avLst/>
          </a:prstGeom>
        </p:spPr>
        <p:txBody>
          <a:bodyPr vert="horz" lIns="91440" tIns="45720" rIns="91440" bIns="45720" rtlCol="0">
            <a:norm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390320712"/>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Q&amp;A">
    <p:bg>
      <p:bgPr>
        <a:gradFill>
          <a:gsLst>
            <a:gs pos="100000">
              <a:schemeClr val="tx2"/>
            </a:gs>
            <a:gs pos="0">
              <a:schemeClr val="tx2">
                <a:lumMod val="75000"/>
              </a:schemeClr>
            </a:gs>
          </a:gsLst>
          <a:lin ang="5400000" scaled="1"/>
        </a:gradFill>
        <a:effectLst/>
      </p:bgPr>
    </p:bg>
    <p:spTree>
      <p:nvGrpSpPr>
        <p:cNvPr id="1" name=""/>
        <p:cNvGrpSpPr/>
        <p:nvPr/>
      </p:nvGrpSpPr>
      <p:grpSpPr>
        <a:xfrm>
          <a:off x="0" y="0"/>
          <a:ext cx="0" cy="0"/>
          <a:chOff x="0" y="0"/>
          <a:chExt cx="0" cy="0"/>
        </a:xfrm>
      </p:grpSpPr>
      <p:sp>
        <p:nvSpPr>
          <p:cNvPr id="6" name="Isosceles Triangle 5">
            <a:extLst>
              <a:ext uri="{FF2B5EF4-FFF2-40B4-BE49-F238E27FC236}">
                <a16:creationId xmlns:a16="http://schemas.microsoft.com/office/drawing/2014/main" id="{9F13897D-CB02-42E4-8C7A-E57FDCBE5A51}"/>
              </a:ext>
            </a:extLst>
          </p:cNvPr>
          <p:cNvSpPr/>
          <p:nvPr userDrawn="1"/>
        </p:nvSpPr>
        <p:spPr>
          <a:xfrm rot="10800000">
            <a:off x="5321096" y="-1"/>
            <a:ext cx="4348468" cy="5021943"/>
          </a:xfrm>
          <a:prstGeom prst="triangle">
            <a:avLst/>
          </a:prstGeom>
          <a:gradFill>
            <a:gsLst>
              <a:gs pos="50000">
                <a:schemeClr val="tx2">
                  <a:lumMod val="75000"/>
                </a:schemeClr>
              </a:gs>
              <a:gs pos="0">
                <a:srgbClr val="BF2026"/>
              </a:gs>
              <a:gs pos="100000">
                <a:srgbClr val="B21E2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7" name="Group 6">
            <a:extLst>
              <a:ext uri="{FF2B5EF4-FFF2-40B4-BE49-F238E27FC236}">
                <a16:creationId xmlns:a16="http://schemas.microsoft.com/office/drawing/2014/main" id="{FFCE9F3D-C63C-486E-9C4A-91A0E7EC50CC}"/>
              </a:ext>
            </a:extLst>
          </p:cNvPr>
          <p:cNvGrpSpPr/>
          <p:nvPr userDrawn="1"/>
        </p:nvGrpSpPr>
        <p:grpSpPr>
          <a:xfrm>
            <a:off x="715600" y="2098526"/>
            <a:ext cx="6096000" cy="1723549"/>
            <a:chOff x="715600" y="2205347"/>
            <a:chExt cx="6096000" cy="1723549"/>
          </a:xfrm>
        </p:grpSpPr>
        <p:sp>
          <p:nvSpPr>
            <p:cNvPr id="8" name="Title 6">
              <a:extLst>
                <a:ext uri="{FF2B5EF4-FFF2-40B4-BE49-F238E27FC236}">
                  <a16:creationId xmlns:a16="http://schemas.microsoft.com/office/drawing/2014/main" id="{C54BEAA6-F4B4-1D01-D8BC-B1ED788C09EC}"/>
                </a:ext>
              </a:extLst>
            </p:cNvPr>
            <p:cNvSpPr txBox="1">
              <a:spLocks/>
            </p:cNvSpPr>
            <p:nvPr/>
          </p:nvSpPr>
          <p:spPr>
            <a:xfrm>
              <a:off x="715600" y="2205347"/>
              <a:ext cx="6096000" cy="1354217"/>
            </a:xfrm>
            <a:prstGeom prst="rect">
              <a:avLst/>
            </a:prstGeom>
          </p:spPr>
          <p:txBody>
            <a:bodyPr vert="horz" wrap="square" lIns="0" tIns="0" rIns="0" bIns="0" rtlCol="0" anchor="t" anchorCtr="0">
              <a:spAutoFit/>
            </a:bodyPr>
            <a:lstStyle>
              <a:lvl1pPr algn="l" defTabSz="914400" rtl="0" eaLnBrk="1" latinLnBrk="0" hangingPunct="1">
                <a:lnSpc>
                  <a:spcPct val="100000"/>
                </a:lnSpc>
                <a:spcBef>
                  <a:spcPct val="0"/>
                </a:spcBef>
                <a:buNone/>
                <a:defRPr lang="en-US" sz="3200" b="1" kern="1200" dirty="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sz="8800" b="1" i="0" u="none" strike="noStrike" kern="1200" cap="none" spc="0" normalizeH="0" baseline="0" noProof="0" dirty="0">
                  <a:ln>
                    <a:noFill/>
                  </a:ln>
                  <a:solidFill>
                    <a:srgbClr val="FFFFFF"/>
                  </a:solidFill>
                  <a:effectLst/>
                  <a:uLnTx/>
                  <a:uFillTx/>
                  <a:latin typeface="Barlow" panose="00000500000000000000" pitchFamily="2" charset="0"/>
                  <a:ea typeface="+mj-ea"/>
                  <a:cs typeface="+mj-cs"/>
                </a:rPr>
                <a:t>Q &amp; A</a:t>
              </a:r>
            </a:p>
          </p:txBody>
        </p:sp>
        <p:sp>
          <p:nvSpPr>
            <p:cNvPr id="9" name="TextBox 8">
              <a:extLst>
                <a:ext uri="{FF2B5EF4-FFF2-40B4-BE49-F238E27FC236}">
                  <a16:creationId xmlns:a16="http://schemas.microsoft.com/office/drawing/2014/main" id="{896FA2EB-FBF9-B701-1260-FDC84917C3E2}"/>
                </a:ext>
              </a:extLst>
            </p:cNvPr>
            <p:cNvSpPr txBox="1"/>
            <p:nvPr/>
          </p:nvSpPr>
          <p:spPr>
            <a:xfrm>
              <a:off x="715600" y="3559564"/>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Barlow-Regular" panose="02040502050405020303"/>
                  <a:ea typeface="+mn-ea"/>
                  <a:cs typeface="+mn-cs"/>
                </a:rPr>
                <a:t>If you have questions, ASK</a:t>
              </a:r>
            </a:p>
          </p:txBody>
        </p:sp>
      </p:grpSp>
      <p:grpSp>
        <p:nvGrpSpPr>
          <p:cNvPr id="10" name="Group 9">
            <a:extLst>
              <a:ext uri="{FF2B5EF4-FFF2-40B4-BE49-F238E27FC236}">
                <a16:creationId xmlns:a16="http://schemas.microsoft.com/office/drawing/2014/main" id="{73617A44-CCCA-8FB2-D29A-5965B9086BFA}"/>
              </a:ext>
            </a:extLst>
          </p:cNvPr>
          <p:cNvGrpSpPr/>
          <p:nvPr userDrawn="1"/>
        </p:nvGrpSpPr>
        <p:grpSpPr>
          <a:xfrm>
            <a:off x="647700" y="5924400"/>
            <a:ext cx="1951864" cy="324000"/>
            <a:chOff x="3753875" y="6160946"/>
            <a:chExt cx="1951864" cy="324000"/>
          </a:xfrm>
        </p:grpSpPr>
        <p:pic>
          <p:nvPicPr>
            <p:cNvPr id="11" name="Graphic 10">
              <a:hlinkClick r:id="rId2"/>
              <a:extLst>
                <a:ext uri="{FF2B5EF4-FFF2-40B4-BE49-F238E27FC236}">
                  <a16:creationId xmlns:a16="http://schemas.microsoft.com/office/drawing/2014/main" id="{754359D8-02F2-EF82-4FC1-C373B76B461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92408" y="6176371"/>
              <a:ext cx="270000" cy="270000"/>
            </a:xfrm>
            <a:prstGeom prst="rect">
              <a:avLst/>
            </a:prstGeom>
          </p:spPr>
        </p:pic>
        <p:pic>
          <p:nvPicPr>
            <p:cNvPr id="12" name="Graphic 11">
              <a:hlinkClick r:id="rId5"/>
              <a:extLst>
                <a:ext uri="{FF2B5EF4-FFF2-40B4-BE49-F238E27FC236}">
                  <a16:creationId xmlns:a16="http://schemas.microsoft.com/office/drawing/2014/main" id="{2406B096-DD70-F68B-4334-B4FFE26E415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769474" y="6160946"/>
              <a:ext cx="259200" cy="324000"/>
            </a:xfrm>
            <a:prstGeom prst="rect">
              <a:avLst/>
            </a:prstGeom>
          </p:spPr>
        </p:pic>
        <p:pic>
          <p:nvPicPr>
            <p:cNvPr id="13" name="Graphic 12">
              <a:hlinkClick r:id="rId8"/>
              <a:extLst>
                <a:ext uri="{FF2B5EF4-FFF2-40B4-BE49-F238E27FC236}">
                  <a16:creationId xmlns:a16="http://schemas.microsoft.com/office/drawing/2014/main" id="{4C2B0EDD-51A6-637A-E192-68E5D5B0C25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097207" y="6176371"/>
              <a:ext cx="270000" cy="270000"/>
            </a:xfrm>
            <a:prstGeom prst="rect">
              <a:avLst/>
            </a:prstGeom>
          </p:spPr>
        </p:pic>
        <p:pic>
          <p:nvPicPr>
            <p:cNvPr id="14" name="Graphic 13">
              <a:hlinkClick r:id="rId11"/>
              <a:extLst>
                <a:ext uri="{FF2B5EF4-FFF2-40B4-BE49-F238E27FC236}">
                  <a16:creationId xmlns:a16="http://schemas.microsoft.com/office/drawing/2014/main" id="{08706D00-386F-389A-F5E4-49542B440AF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430941" y="6176371"/>
              <a:ext cx="270000" cy="270000"/>
            </a:xfrm>
            <a:prstGeom prst="rect">
              <a:avLst/>
            </a:prstGeom>
          </p:spPr>
        </p:pic>
        <p:pic>
          <p:nvPicPr>
            <p:cNvPr id="15" name="Graphic 14">
              <a:hlinkClick r:id="rId14"/>
              <a:extLst>
                <a:ext uri="{FF2B5EF4-FFF2-40B4-BE49-F238E27FC236}">
                  <a16:creationId xmlns:a16="http://schemas.microsoft.com/office/drawing/2014/main" id="{757AA99A-2E38-19EC-84C7-62938562C342}"/>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753875" y="6187946"/>
              <a:ext cx="270000" cy="270000"/>
            </a:xfrm>
            <a:prstGeom prst="rect">
              <a:avLst/>
            </a:prstGeom>
          </p:spPr>
        </p:pic>
        <p:pic>
          <p:nvPicPr>
            <p:cNvPr id="16" name="Graphic 15" descr="World">
              <a:hlinkClick r:id="rId17"/>
              <a:extLst>
                <a:ext uri="{FF2B5EF4-FFF2-40B4-BE49-F238E27FC236}">
                  <a16:creationId xmlns:a16="http://schemas.microsoft.com/office/drawing/2014/main" id="{22CE2BE9-F480-8C1F-1B98-540D31DB41B9}"/>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5435739" y="6176371"/>
              <a:ext cx="270000" cy="270000"/>
            </a:xfrm>
            <a:prstGeom prst="rect">
              <a:avLst/>
            </a:prstGeom>
          </p:spPr>
        </p:pic>
      </p:grpSp>
      <p:sp>
        <p:nvSpPr>
          <p:cNvPr id="17" name="Rectangle 54">
            <a:extLst>
              <a:ext uri="{FF2B5EF4-FFF2-40B4-BE49-F238E27FC236}">
                <a16:creationId xmlns:a16="http://schemas.microsoft.com/office/drawing/2014/main" id="{609BD27C-B5BA-2F61-5D70-32BE135FB164}"/>
              </a:ext>
            </a:extLst>
          </p:cNvPr>
          <p:cNvSpPr/>
          <p:nvPr userDrawn="1"/>
        </p:nvSpPr>
        <p:spPr>
          <a:xfrm>
            <a:off x="4635500" y="-25400"/>
            <a:ext cx="7564100" cy="6883400"/>
          </a:xfrm>
          <a:custGeom>
            <a:avLst/>
            <a:gdLst>
              <a:gd name="connsiteX0" fmla="*/ 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0 w 7564100"/>
              <a:gd name="connsiteY4" fmla="*/ 0 h 6858000"/>
              <a:gd name="connsiteX0" fmla="*/ 403860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4038600 w 7564100"/>
              <a:gd name="connsiteY4" fmla="*/ 0 h 6858000"/>
              <a:gd name="connsiteX0" fmla="*/ 4622800 w 7564100"/>
              <a:gd name="connsiteY0" fmla="*/ 0 h 6883400"/>
              <a:gd name="connsiteX1" fmla="*/ 7564100 w 7564100"/>
              <a:gd name="connsiteY1" fmla="*/ 25400 h 6883400"/>
              <a:gd name="connsiteX2" fmla="*/ 7564100 w 7564100"/>
              <a:gd name="connsiteY2" fmla="*/ 6883400 h 6883400"/>
              <a:gd name="connsiteX3" fmla="*/ 0 w 7564100"/>
              <a:gd name="connsiteY3" fmla="*/ 6883400 h 6883400"/>
              <a:gd name="connsiteX4" fmla="*/ 4622800 w 7564100"/>
              <a:gd name="connsiteY4" fmla="*/ 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4100" h="6883400">
                <a:moveTo>
                  <a:pt x="4622800" y="0"/>
                </a:moveTo>
                <a:lnTo>
                  <a:pt x="7564100" y="25400"/>
                </a:lnTo>
                <a:lnTo>
                  <a:pt x="7564100" y="6883400"/>
                </a:lnTo>
                <a:lnTo>
                  <a:pt x="0" y="6883400"/>
                </a:lnTo>
                <a:lnTo>
                  <a:pt x="4622800" y="0"/>
                </a:lnTo>
                <a:close/>
              </a:path>
            </a:pathLst>
          </a:custGeom>
          <a:solidFill>
            <a:srgbClr val="BF2026">
              <a:alpha val="1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Barlow-Regular" panose="02040502050405020303"/>
              <a:ea typeface="+mn-ea"/>
              <a:cs typeface="+mn-cs"/>
            </a:endParaRPr>
          </a:p>
        </p:txBody>
      </p:sp>
      <p:sp>
        <p:nvSpPr>
          <p:cNvPr id="20" name="Picture Placeholder 18">
            <a:extLst>
              <a:ext uri="{FF2B5EF4-FFF2-40B4-BE49-F238E27FC236}">
                <a16:creationId xmlns:a16="http://schemas.microsoft.com/office/drawing/2014/main" id="{43E614FD-9123-9C07-C410-136079D900E3}"/>
              </a:ext>
            </a:extLst>
          </p:cNvPr>
          <p:cNvSpPr>
            <a:spLocks noGrp="1"/>
          </p:cNvSpPr>
          <p:nvPr>
            <p:ph type="pic" sz="quarter" idx="13"/>
          </p:nvPr>
        </p:nvSpPr>
        <p:spPr>
          <a:xfrm>
            <a:off x="5168900" y="341313"/>
            <a:ext cx="4694238" cy="6516687"/>
          </a:xfrm>
        </p:spPr>
        <p:txBody>
          <a:bodyPr/>
          <a:lstStyle>
            <a:lvl1pPr>
              <a:defRPr>
                <a:solidFill>
                  <a:schemeClr val="bg1"/>
                </a:solidFill>
              </a:defRPr>
            </a:lvl1pPr>
          </a:lstStyle>
          <a:p>
            <a:endParaRPr lang="en-IN" dirty="0"/>
          </a:p>
        </p:txBody>
      </p:sp>
    </p:spTree>
    <p:extLst>
      <p:ext uri="{BB962C8B-B14F-4D97-AF65-F5344CB8AC3E}">
        <p14:creationId xmlns:p14="http://schemas.microsoft.com/office/powerpoint/2010/main" val="84075065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hank you">
    <p:bg>
      <p:bgPr>
        <a:gradFill>
          <a:gsLst>
            <a:gs pos="100000">
              <a:schemeClr val="tx2"/>
            </a:gs>
            <a:gs pos="0">
              <a:schemeClr val="tx2">
                <a:lumMod val="75000"/>
              </a:schemeClr>
            </a:gs>
          </a:gsLst>
          <a:lin ang="5400000" scaled="1"/>
        </a:grad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E3414B06-2902-C6C4-27ED-C7D2ED8D2D68}"/>
              </a:ext>
            </a:extLst>
          </p:cNvPr>
          <p:cNvGrpSpPr/>
          <p:nvPr userDrawn="1"/>
        </p:nvGrpSpPr>
        <p:grpSpPr>
          <a:xfrm>
            <a:off x="715600" y="2098526"/>
            <a:ext cx="6096000" cy="1723549"/>
            <a:chOff x="715600" y="2205347"/>
            <a:chExt cx="6096000" cy="1723549"/>
          </a:xfrm>
        </p:grpSpPr>
        <p:sp>
          <p:nvSpPr>
            <p:cNvPr id="20" name="Title 6">
              <a:extLst>
                <a:ext uri="{FF2B5EF4-FFF2-40B4-BE49-F238E27FC236}">
                  <a16:creationId xmlns:a16="http://schemas.microsoft.com/office/drawing/2014/main" id="{5060C4BB-F509-1381-1879-F83E496B6CC8}"/>
                </a:ext>
              </a:extLst>
            </p:cNvPr>
            <p:cNvSpPr txBox="1">
              <a:spLocks/>
            </p:cNvSpPr>
            <p:nvPr/>
          </p:nvSpPr>
          <p:spPr>
            <a:xfrm>
              <a:off x="715600" y="2205347"/>
              <a:ext cx="6096000" cy="1354217"/>
            </a:xfrm>
            <a:prstGeom prst="rect">
              <a:avLst/>
            </a:prstGeom>
          </p:spPr>
          <p:txBody>
            <a:bodyPr vert="horz" wrap="square" lIns="0" tIns="0" rIns="0" bIns="0" rtlCol="0" anchor="t" anchorCtr="0">
              <a:spAutoFit/>
            </a:bodyPr>
            <a:lstStyle>
              <a:lvl1pPr algn="l" defTabSz="914400" rtl="0" eaLnBrk="1" latinLnBrk="0" hangingPunct="1">
                <a:lnSpc>
                  <a:spcPct val="100000"/>
                </a:lnSpc>
                <a:spcBef>
                  <a:spcPct val="0"/>
                </a:spcBef>
                <a:buNone/>
                <a:defRPr lang="en-US" sz="3200" b="1" kern="1200" dirty="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sz="8800" b="1" i="0" u="none" strike="noStrike" kern="1200" cap="none" spc="0" normalizeH="0" baseline="0" noProof="0" dirty="0">
                  <a:ln>
                    <a:noFill/>
                  </a:ln>
                  <a:solidFill>
                    <a:srgbClr val="FFFFFF"/>
                  </a:solidFill>
                  <a:effectLst/>
                  <a:uLnTx/>
                  <a:uFillTx/>
                  <a:latin typeface="Barlow" panose="00000500000000000000" pitchFamily="2" charset="0"/>
                  <a:ea typeface="+mj-ea"/>
                  <a:cs typeface="+mj-cs"/>
                </a:rPr>
                <a:t>THANK YOU</a:t>
              </a:r>
            </a:p>
          </p:txBody>
        </p:sp>
        <p:sp>
          <p:nvSpPr>
            <p:cNvPr id="21" name="TextBox 20">
              <a:extLst>
                <a:ext uri="{FF2B5EF4-FFF2-40B4-BE49-F238E27FC236}">
                  <a16:creationId xmlns:a16="http://schemas.microsoft.com/office/drawing/2014/main" id="{594C4F9F-11EE-186B-0849-69F1A37BF8FC}"/>
                </a:ext>
              </a:extLst>
            </p:cNvPr>
            <p:cNvSpPr txBox="1"/>
            <p:nvPr/>
          </p:nvSpPr>
          <p:spPr>
            <a:xfrm>
              <a:off x="715600" y="3559564"/>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Barlow-Regular" panose="02040502050405020303"/>
                  <a:ea typeface="+mn-ea"/>
                  <a:cs typeface="+mn-cs"/>
                </a:rPr>
                <a:t>If you have questions, ASK</a:t>
              </a:r>
            </a:p>
          </p:txBody>
        </p:sp>
      </p:grpSp>
      <p:grpSp>
        <p:nvGrpSpPr>
          <p:cNvPr id="22" name="Group 21">
            <a:extLst>
              <a:ext uri="{FF2B5EF4-FFF2-40B4-BE49-F238E27FC236}">
                <a16:creationId xmlns:a16="http://schemas.microsoft.com/office/drawing/2014/main" id="{750F6642-9E53-4754-8489-933A5EFC6598}"/>
              </a:ext>
            </a:extLst>
          </p:cNvPr>
          <p:cNvGrpSpPr/>
          <p:nvPr userDrawn="1"/>
        </p:nvGrpSpPr>
        <p:grpSpPr>
          <a:xfrm>
            <a:off x="647700" y="5924400"/>
            <a:ext cx="1951864" cy="324000"/>
            <a:chOff x="3753875" y="6160946"/>
            <a:chExt cx="1951864" cy="324000"/>
          </a:xfrm>
        </p:grpSpPr>
        <p:pic>
          <p:nvPicPr>
            <p:cNvPr id="23" name="Graphic 22">
              <a:hlinkClick r:id="rId2"/>
              <a:extLst>
                <a:ext uri="{FF2B5EF4-FFF2-40B4-BE49-F238E27FC236}">
                  <a16:creationId xmlns:a16="http://schemas.microsoft.com/office/drawing/2014/main" id="{792BEEF0-0561-BF6B-8DD8-C816C123AB7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92408" y="6176371"/>
              <a:ext cx="270000" cy="270000"/>
            </a:xfrm>
            <a:prstGeom prst="rect">
              <a:avLst/>
            </a:prstGeom>
          </p:spPr>
        </p:pic>
        <p:pic>
          <p:nvPicPr>
            <p:cNvPr id="24" name="Graphic 23">
              <a:hlinkClick r:id="rId5"/>
              <a:extLst>
                <a:ext uri="{FF2B5EF4-FFF2-40B4-BE49-F238E27FC236}">
                  <a16:creationId xmlns:a16="http://schemas.microsoft.com/office/drawing/2014/main" id="{0B8BE0DB-C28D-F5E8-6D78-F4DB1BC3ACB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769474" y="6160946"/>
              <a:ext cx="259200" cy="324000"/>
            </a:xfrm>
            <a:prstGeom prst="rect">
              <a:avLst/>
            </a:prstGeom>
          </p:spPr>
        </p:pic>
        <p:pic>
          <p:nvPicPr>
            <p:cNvPr id="25" name="Graphic 24">
              <a:hlinkClick r:id="rId8"/>
              <a:extLst>
                <a:ext uri="{FF2B5EF4-FFF2-40B4-BE49-F238E27FC236}">
                  <a16:creationId xmlns:a16="http://schemas.microsoft.com/office/drawing/2014/main" id="{24BD766E-3D37-15A9-41C8-36C361D6ADF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097207" y="6176371"/>
              <a:ext cx="270000" cy="270000"/>
            </a:xfrm>
            <a:prstGeom prst="rect">
              <a:avLst/>
            </a:prstGeom>
          </p:spPr>
        </p:pic>
        <p:pic>
          <p:nvPicPr>
            <p:cNvPr id="26" name="Graphic 25">
              <a:hlinkClick r:id="rId11"/>
              <a:extLst>
                <a:ext uri="{FF2B5EF4-FFF2-40B4-BE49-F238E27FC236}">
                  <a16:creationId xmlns:a16="http://schemas.microsoft.com/office/drawing/2014/main" id="{AD19B185-E81C-F27A-4335-8B580C9055D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430941" y="6176371"/>
              <a:ext cx="270000" cy="270000"/>
            </a:xfrm>
            <a:prstGeom prst="rect">
              <a:avLst/>
            </a:prstGeom>
          </p:spPr>
        </p:pic>
        <p:pic>
          <p:nvPicPr>
            <p:cNvPr id="27" name="Graphic 26">
              <a:hlinkClick r:id="rId14"/>
              <a:extLst>
                <a:ext uri="{FF2B5EF4-FFF2-40B4-BE49-F238E27FC236}">
                  <a16:creationId xmlns:a16="http://schemas.microsoft.com/office/drawing/2014/main" id="{608A0BE7-DC6D-07A6-5C16-B74E2EF30FC5}"/>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753875" y="6187946"/>
              <a:ext cx="270000" cy="270000"/>
            </a:xfrm>
            <a:prstGeom prst="rect">
              <a:avLst/>
            </a:prstGeom>
          </p:spPr>
        </p:pic>
        <p:pic>
          <p:nvPicPr>
            <p:cNvPr id="28" name="Graphic 27" descr="World">
              <a:hlinkClick r:id="rId17"/>
              <a:extLst>
                <a:ext uri="{FF2B5EF4-FFF2-40B4-BE49-F238E27FC236}">
                  <a16:creationId xmlns:a16="http://schemas.microsoft.com/office/drawing/2014/main" id="{DA966628-6D15-1281-E4CD-EE3B3A1C6F16}"/>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5435739" y="6176371"/>
              <a:ext cx="270000" cy="270000"/>
            </a:xfrm>
            <a:prstGeom prst="rect">
              <a:avLst/>
            </a:prstGeom>
          </p:spPr>
        </p:pic>
      </p:grpSp>
      <p:sp>
        <p:nvSpPr>
          <p:cNvPr id="8" name="Picture Placeholder 5">
            <a:extLst>
              <a:ext uri="{FF2B5EF4-FFF2-40B4-BE49-F238E27FC236}">
                <a16:creationId xmlns:a16="http://schemas.microsoft.com/office/drawing/2014/main" id="{43B2BBA2-040A-7FA0-46B7-BF93B39AFE2A}"/>
              </a:ext>
            </a:extLst>
          </p:cNvPr>
          <p:cNvSpPr>
            <a:spLocks noGrp="1"/>
          </p:cNvSpPr>
          <p:nvPr>
            <p:ph type="pic" sz="quarter" idx="13"/>
          </p:nvPr>
        </p:nvSpPr>
        <p:spPr>
          <a:xfrm>
            <a:off x="4627563" y="0"/>
            <a:ext cx="7564437" cy="6858000"/>
          </a:xfrm>
        </p:spPr>
        <p:txBody>
          <a:bodyPr/>
          <a:lstStyle>
            <a:lvl1pPr>
              <a:defRPr>
                <a:solidFill>
                  <a:schemeClr val="bg1"/>
                </a:solidFill>
              </a:defRPr>
            </a:lvl1pPr>
          </a:lstStyle>
          <a:p>
            <a:endParaRPr lang="en-IN" dirty="0"/>
          </a:p>
        </p:txBody>
      </p:sp>
      <p:sp>
        <p:nvSpPr>
          <p:cNvPr id="9" name="Rectangle 11">
            <a:extLst>
              <a:ext uri="{FF2B5EF4-FFF2-40B4-BE49-F238E27FC236}">
                <a16:creationId xmlns:a16="http://schemas.microsoft.com/office/drawing/2014/main" id="{43E4A184-E6FD-826E-B28D-B80375A3DBD6}"/>
              </a:ext>
            </a:extLst>
          </p:cNvPr>
          <p:cNvSpPr/>
          <p:nvPr userDrawn="1"/>
        </p:nvSpPr>
        <p:spPr>
          <a:xfrm>
            <a:off x="4627900" y="0"/>
            <a:ext cx="9519438" cy="6858000"/>
          </a:xfrm>
          <a:custGeom>
            <a:avLst/>
            <a:gdLst>
              <a:gd name="connsiteX0" fmla="*/ 0 w 9519438"/>
              <a:gd name="connsiteY0" fmla="*/ 0 h 6858000"/>
              <a:gd name="connsiteX1" fmla="*/ 9519438 w 9519438"/>
              <a:gd name="connsiteY1" fmla="*/ 0 h 6858000"/>
              <a:gd name="connsiteX2" fmla="*/ 9519438 w 9519438"/>
              <a:gd name="connsiteY2" fmla="*/ 6858000 h 6858000"/>
              <a:gd name="connsiteX3" fmla="*/ 0 w 9519438"/>
              <a:gd name="connsiteY3" fmla="*/ 6858000 h 6858000"/>
              <a:gd name="connsiteX4" fmla="*/ 0 w 9519438"/>
              <a:gd name="connsiteY4" fmla="*/ 0 h 6858000"/>
              <a:gd name="connsiteX0" fmla="*/ 5543550 w 9519438"/>
              <a:gd name="connsiteY0" fmla="*/ 38100 h 6858000"/>
              <a:gd name="connsiteX1" fmla="*/ 9519438 w 9519438"/>
              <a:gd name="connsiteY1" fmla="*/ 0 h 6858000"/>
              <a:gd name="connsiteX2" fmla="*/ 9519438 w 9519438"/>
              <a:gd name="connsiteY2" fmla="*/ 6858000 h 6858000"/>
              <a:gd name="connsiteX3" fmla="*/ 0 w 9519438"/>
              <a:gd name="connsiteY3" fmla="*/ 6858000 h 6858000"/>
              <a:gd name="connsiteX4" fmla="*/ 5543550 w 9519438"/>
              <a:gd name="connsiteY4" fmla="*/ 38100 h 6858000"/>
              <a:gd name="connsiteX0" fmla="*/ 4572000 w 9519438"/>
              <a:gd name="connsiteY0" fmla="*/ 0 h 6858000"/>
              <a:gd name="connsiteX1" fmla="*/ 9519438 w 9519438"/>
              <a:gd name="connsiteY1" fmla="*/ 0 h 6858000"/>
              <a:gd name="connsiteX2" fmla="*/ 9519438 w 9519438"/>
              <a:gd name="connsiteY2" fmla="*/ 6858000 h 6858000"/>
              <a:gd name="connsiteX3" fmla="*/ 0 w 9519438"/>
              <a:gd name="connsiteY3" fmla="*/ 6858000 h 6858000"/>
              <a:gd name="connsiteX4" fmla="*/ 4572000 w 951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19438" h="6858000">
                <a:moveTo>
                  <a:pt x="4572000" y="0"/>
                </a:moveTo>
                <a:lnTo>
                  <a:pt x="9519438" y="0"/>
                </a:lnTo>
                <a:lnTo>
                  <a:pt x="9519438" y="6858000"/>
                </a:lnTo>
                <a:lnTo>
                  <a:pt x="0" y="6858000"/>
                </a:lnTo>
                <a:lnTo>
                  <a:pt x="4572000" y="0"/>
                </a:lnTo>
                <a:close/>
              </a:path>
            </a:pathLst>
          </a:custGeom>
          <a:solidFill>
            <a:srgbClr val="FCE1D4">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Barlow "/>
              <a:ea typeface="+mn-ea"/>
              <a:cs typeface="+mn-cs"/>
            </a:endParaRPr>
          </a:p>
        </p:txBody>
      </p:sp>
    </p:spTree>
    <p:extLst>
      <p:ext uri="{BB962C8B-B14F-4D97-AF65-F5344CB8AC3E}">
        <p14:creationId xmlns:p14="http://schemas.microsoft.com/office/powerpoint/2010/main" val="2871338155"/>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18-Dec-24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14660760"/>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8_Title and Content">
    <p:bg>
      <p:bgPr>
        <a:gradFill>
          <a:gsLst>
            <a:gs pos="0">
              <a:srgbClr val="BF2026"/>
            </a:gs>
            <a:gs pos="100000">
              <a:srgbClr val="F2672A"/>
            </a:gs>
          </a:gsLst>
          <a:lin ang="162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7B8AF-92E3-B745-F126-77E5FA8F2F6D}"/>
              </a:ext>
            </a:extLst>
          </p:cNvPr>
          <p:cNvSpPr>
            <a:spLocks noGrp="1"/>
          </p:cNvSpPr>
          <p:nvPr>
            <p:ph type="title" hasCustomPrompt="1"/>
          </p:nvPr>
        </p:nvSpPr>
        <p:spPr>
          <a:xfrm>
            <a:off x="695324" y="376339"/>
            <a:ext cx="10515600" cy="863533"/>
          </a:xfrm>
        </p:spPr>
        <p:txBody>
          <a:bodyPr>
            <a:normAutofit/>
          </a:bodyPr>
          <a:lstStyle>
            <a:lvl1pPr>
              <a:defRPr kumimoji="0" lang="en-IN" sz="4000" b="0" i="0" u="none" strike="noStrike" kern="1200" cap="none" spc="0" normalizeH="0" baseline="0" dirty="0">
                <a:ln>
                  <a:noFill/>
                </a:ln>
                <a:solidFill>
                  <a:srgbClr val="FFFFFF"/>
                </a:solidFill>
                <a:effectLst/>
                <a:uLnTx/>
                <a:uFillTx/>
                <a:latin typeface="Barlow" panose="00000500000000000000" pitchFamily="2"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CLICK TO EDIT MASTER TITLE STYLE</a:t>
            </a:r>
            <a:endParaRPr lang="en-IN"/>
          </a:p>
        </p:txBody>
      </p:sp>
      <p:sp>
        <p:nvSpPr>
          <p:cNvPr id="4" name="Rectangle 54">
            <a:extLst>
              <a:ext uri="{FF2B5EF4-FFF2-40B4-BE49-F238E27FC236}">
                <a16:creationId xmlns:a16="http://schemas.microsoft.com/office/drawing/2014/main" id="{750CCC74-5D8F-74DC-6A95-C5728D205532}"/>
              </a:ext>
            </a:extLst>
          </p:cNvPr>
          <p:cNvSpPr/>
          <p:nvPr userDrawn="1"/>
        </p:nvSpPr>
        <p:spPr>
          <a:xfrm>
            <a:off x="4627900" y="0"/>
            <a:ext cx="7564100" cy="6883400"/>
          </a:xfrm>
          <a:custGeom>
            <a:avLst/>
            <a:gdLst>
              <a:gd name="connsiteX0" fmla="*/ 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0 w 7564100"/>
              <a:gd name="connsiteY4" fmla="*/ 0 h 6858000"/>
              <a:gd name="connsiteX0" fmla="*/ 403860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4038600 w 7564100"/>
              <a:gd name="connsiteY4" fmla="*/ 0 h 6858000"/>
              <a:gd name="connsiteX0" fmla="*/ 4622800 w 7564100"/>
              <a:gd name="connsiteY0" fmla="*/ 0 h 6883400"/>
              <a:gd name="connsiteX1" fmla="*/ 7564100 w 7564100"/>
              <a:gd name="connsiteY1" fmla="*/ 25400 h 6883400"/>
              <a:gd name="connsiteX2" fmla="*/ 7564100 w 7564100"/>
              <a:gd name="connsiteY2" fmla="*/ 6883400 h 6883400"/>
              <a:gd name="connsiteX3" fmla="*/ 0 w 7564100"/>
              <a:gd name="connsiteY3" fmla="*/ 6883400 h 6883400"/>
              <a:gd name="connsiteX4" fmla="*/ 4622800 w 7564100"/>
              <a:gd name="connsiteY4" fmla="*/ 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4100" h="6883400">
                <a:moveTo>
                  <a:pt x="4622800" y="0"/>
                </a:moveTo>
                <a:lnTo>
                  <a:pt x="7564100" y="25400"/>
                </a:lnTo>
                <a:lnTo>
                  <a:pt x="7564100" y="6883400"/>
                </a:lnTo>
                <a:lnTo>
                  <a:pt x="0" y="6883400"/>
                </a:lnTo>
                <a:lnTo>
                  <a:pt x="4622800" y="0"/>
                </a:lnTo>
                <a:close/>
              </a:path>
            </a:pathLst>
          </a:custGeom>
          <a:solidFill>
            <a:srgbClr val="BF2026">
              <a:alpha val="1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Barlow-Regular" panose="02040502050405020303"/>
              <a:ea typeface="+mn-ea"/>
              <a:cs typeface="+mn-cs"/>
            </a:endParaRPr>
          </a:p>
        </p:txBody>
      </p:sp>
    </p:spTree>
    <p:extLst>
      <p:ext uri="{BB962C8B-B14F-4D97-AF65-F5344CB8AC3E}">
        <p14:creationId xmlns:p14="http://schemas.microsoft.com/office/powerpoint/2010/main" val="3440670880"/>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1_Title Slide">
    <p:bg>
      <p:bgPr>
        <a:gradFill>
          <a:gsLst>
            <a:gs pos="100000">
              <a:schemeClr val="tx2"/>
            </a:gs>
            <a:gs pos="0">
              <a:schemeClr val="accent1"/>
            </a:gs>
          </a:gsLst>
          <a:lin ang="5400000" scaled="1"/>
        </a:gradFill>
        <a:effectLst/>
      </p:bgPr>
    </p:bg>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9ECD0644-BEF3-4C85-D9DF-5C08C0FA02EB}"/>
              </a:ext>
            </a:extLst>
          </p:cNvPr>
          <p:cNvGrpSpPr/>
          <p:nvPr userDrawn="1"/>
        </p:nvGrpSpPr>
        <p:grpSpPr>
          <a:xfrm>
            <a:off x="10668000" y="304798"/>
            <a:ext cx="1179720" cy="581555"/>
            <a:chOff x="969962" y="2846965"/>
            <a:chExt cx="1740598" cy="872299"/>
          </a:xfrm>
          <a:solidFill>
            <a:schemeClr val="bg1"/>
          </a:solidFill>
        </p:grpSpPr>
        <p:sp>
          <p:nvSpPr>
            <p:cNvPr id="32" name="Freeform: Shape 23">
              <a:extLst>
                <a:ext uri="{FF2B5EF4-FFF2-40B4-BE49-F238E27FC236}">
                  <a16:creationId xmlns:a16="http://schemas.microsoft.com/office/drawing/2014/main" id="{86846790-9A35-DC90-BCFB-EDB6E03D617D}"/>
                </a:ext>
              </a:extLst>
            </p:cNvPr>
            <p:cNvSpPr/>
            <p:nvPr/>
          </p:nvSpPr>
          <p:spPr>
            <a:xfrm>
              <a:off x="969962" y="3381507"/>
              <a:ext cx="274415" cy="160305"/>
            </a:xfrm>
            <a:custGeom>
              <a:avLst/>
              <a:gdLst>
                <a:gd name="connsiteX0" fmla="*/ 274415 w 274415"/>
                <a:gd name="connsiteY0" fmla="*/ 0 h 160305"/>
                <a:gd name="connsiteX1" fmla="*/ 205931 w 274415"/>
                <a:gd name="connsiteY1" fmla="*/ 160306 h 160305"/>
                <a:gd name="connsiteX2" fmla="*/ 178308 w 274415"/>
                <a:gd name="connsiteY2" fmla="*/ 160306 h 160305"/>
                <a:gd name="connsiteX3" fmla="*/ 137160 w 274415"/>
                <a:gd name="connsiteY3" fmla="*/ 66961 h 160305"/>
                <a:gd name="connsiteX4" fmla="*/ 95059 w 274415"/>
                <a:gd name="connsiteY4" fmla="*/ 160306 h 160305"/>
                <a:gd name="connsiteX5" fmla="*/ 67151 w 274415"/>
                <a:gd name="connsiteY5" fmla="*/ 160306 h 160305"/>
                <a:gd name="connsiteX6" fmla="*/ 0 w 274415"/>
                <a:gd name="connsiteY6" fmla="*/ 0 h 160305"/>
                <a:gd name="connsiteX7" fmla="*/ 49435 w 274415"/>
                <a:gd name="connsiteY7" fmla="*/ 0 h 160305"/>
                <a:gd name="connsiteX8" fmla="*/ 82296 w 274415"/>
                <a:gd name="connsiteY8" fmla="*/ 87725 h 160305"/>
                <a:gd name="connsiteX9" fmla="*/ 120015 w 274415"/>
                <a:gd name="connsiteY9" fmla="*/ 0 h 160305"/>
                <a:gd name="connsiteX10" fmla="*/ 154210 w 274415"/>
                <a:gd name="connsiteY10" fmla="*/ 0 h 160305"/>
                <a:gd name="connsiteX11" fmla="*/ 191167 w 274415"/>
                <a:gd name="connsiteY11" fmla="*/ 87725 h 160305"/>
                <a:gd name="connsiteX12" fmla="*/ 225552 w 274415"/>
                <a:gd name="connsiteY12" fmla="*/ 0 h 160305"/>
                <a:gd name="connsiteX13" fmla="*/ 274415 w 274415"/>
                <a:gd name="connsiteY13" fmla="*/ 0 h 160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4415" h="160305">
                  <a:moveTo>
                    <a:pt x="274415" y="0"/>
                  </a:moveTo>
                  <a:lnTo>
                    <a:pt x="205931" y="160306"/>
                  </a:lnTo>
                  <a:lnTo>
                    <a:pt x="178308" y="160306"/>
                  </a:lnTo>
                  <a:lnTo>
                    <a:pt x="137160" y="66961"/>
                  </a:lnTo>
                  <a:lnTo>
                    <a:pt x="95059" y="160306"/>
                  </a:lnTo>
                  <a:lnTo>
                    <a:pt x="67151" y="160306"/>
                  </a:lnTo>
                  <a:lnTo>
                    <a:pt x="0" y="0"/>
                  </a:lnTo>
                  <a:lnTo>
                    <a:pt x="49435" y="0"/>
                  </a:lnTo>
                  <a:lnTo>
                    <a:pt x="82296" y="87725"/>
                  </a:lnTo>
                  <a:lnTo>
                    <a:pt x="120015" y="0"/>
                  </a:lnTo>
                  <a:lnTo>
                    <a:pt x="154210" y="0"/>
                  </a:lnTo>
                  <a:lnTo>
                    <a:pt x="191167" y="87725"/>
                  </a:lnTo>
                  <a:lnTo>
                    <a:pt x="225552" y="0"/>
                  </a:lnTo>
                  <a:lnTo>
                    <a:pt x="274415" y="0"/>
                  </a:lnTo>
                  <a:close/>
                </a:path>
              </a:pathLst>
            </a:custGeom>
            <a:grpFill/>
            <a:ln w="9525" cap="flat">
              <a:noFill/>
              <a:prstDash val="solid"/>
              <a:miter/>
            </a:ln>
          </p:spPr>
          <p:txBody>
            <a:bodyPr rtlCol="0" anchor="ctr"/>
            <a:lstStyle/>
            <a:p>
              <a:endParaRPr lang="en-GB"/>
            </a:p>
          </p:txBody>
        </p:sp>
        <p:sp>
          <p:nvSpPr>
            <p:cNvPr id="33" name="Freeform: Shape 25">
              <a:extLst>
                <a:ext uri="{FF2B5EF4-FFF2-40B4-BE49-F238E27FC236}">
                  <a16:creationId xmlns:a16="http://schemas.microsoft.com/office/drawing/2014/main" id="{9C4E9CEE-1A49-DE23-64FE-5C945F561132}"/>
                </a:ext>
              </a:extLst>
            </p:cNvPr>
            <p:cNvSpPr/>
            <p:nvPr/>
          </p:nvSpPr>
          <p:spPr>
            <a:xfrm>
              <a:off x="1239614" y="3381412"/>
              <a:ext cx="192595" cy="158305"/>
            </a:xfrm>
            <a:custGeom>
              <a:avLst/>
              <a:gdLst>
                <a:gd name="connsiteX0" fmla="*/ 192596 w 192595"/>
                <a:gd name="connsiteY0" fmla="*/ 158306 h 158305"/>
                <a:gd name="connsiteX1" fmla="*/ 143732 w 192595"/>
                <a:gd name="connsiteY1" fmla="*/ 158306 h 158305"/>
                <a:gd name="connsiteX2" fmla="*/ 130778 w 192595"/>
                <a:gd name="connsiteY2" fmla="*/ 126206 h 158305"/>
                <a:gd name="connsiteX3" fmla="*/ 62008 w 192595"/>
                <a:gd name="connsiteY3" fmla="*/ 126206 h 158305"/>
                <a:gd name="connsiteX4" fmla="*/ 48863 w 192595"/>
                <a:gd name="connsiteY4" fmla="*/ 158306 h 158305"/>
                <a:gd name="connsiteX5" fmla="*/ 0 w 192595"/>
                <a:gd name="connsiteY5" fmla="*/ 158306 h 158305"/>
                <a:gd name="connsiteX6" fmla="*/ 70009 w 192595"/>
                <a:gd name="connsiteY6" fmla="*/ 0 h 158305"/>
                <a:gd name="connsiteX7" fmla="*/ 122777 w 192595"/>
                <a:gd name="connsiteY7" fmla="*/ 0 h 158305"/>
                <a:gd name="connsiteX8" fmla="*/ 192596 w 192595"/>
                <a:gd name="connsiteY8" fmla="*/ 158306 h 158305"/>
                <a:gd name="connsiteX9" fmla="*/ 119920 w 192595"/>
                <a:gd name="connsiteY9" fmla="*/ 98679 h 158305"/>
                <a:gd name="connsiteX10" fmla="*/ 96679 w 192595"/>
                <a:gd name="connsiteY10" fmla="*/ 40862 h 158305"/>
                <a:gd name="connsiteX11" fmla="*/ 73342 w 192595"/>
                <a:gd name="connsiteY11" fmla="*/ 98679 h 158305"/>
                <a:gd name="connsiteX12" fmla="*/ 119920 w 192595"/>
                <a:gd name="connsiteY12" fmla="*/ 98679 h 158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2595" h="158305">
                  <a:moveTo>
                    <a:pt x="192596" y="158306"/>
                  </a:moveTo>
                  <a:lnTo>
                    <a:pt x="143732" y="158306"/>
                  </a:lnTo>
                  <a:lnTo>
                    <a:pt x="130778" y="126206"/>
                  </a:lnTo>
                  <a:lnTo>
                    <a:pt x="62008" y="126206"/>
                  </a:lnTo>
                  <a:lnTo>
                    <a:pt x="48863" y="158306"/>
                  </a:lnTo>
                  <a:lnTo>
                    <a:pt x="0" y="158306"/>
                  </a:lnTo>
                  <a:lnTo>
                    <a:pt x="70009" y="0"/>
                  </a:lnTo>
                  <a:lnTo>
                    <a:pt x="122777" y="0"/>
                  </a:lnTo>
                  <a:lnTo>
                    <a:pt x="192596" y="158306"/>
                  </a:lnTo>
                  <a:close/>
                  <a:moveTo>
                    <a:pt x="119920" y="98679"/>
                  </a:moveTo>
                  <a:lnTo>
                    <a:pt x="96679" y="40862"/>
                  </a:lnTo>
                  <a:lnTo>
                    <a:pt x="73342" y="98679"/>
                  </a:lnTo>
                  <a:lnTo>
                    <a:pt x="119920" y="98679"/>
                  </a:lnTo>
                  <a:close/>
                </a:path>
              </a:pathLst>
            </a:custGeom>
            <a:grpFill/>
            <a:ln w="9525" cap="flat">
              <a:noFill/>
              <a:prstDash val="solid"/>
              <a:miter/>
            </a:ln>
          </p:spPr>
          <p:txBody>
            <a:bodyPr rtlCol="0" anchor="ctr"/>
            <a:lstStyle/>
            <a:p>
              <a:endParaRPr lang="en-GB"/>
            </a:p>
          </p:txBody>
        </p:sp>
        <p:sp>
          <p:nvSpPr>
            <p:cNvPr id="34" name="Freeform: Shape 26">
              <a:extLst>
                <a:ext uri="{FF2B5EF4-FFF2-40B4-BE49-F238E27FC236}">
                  <a16:creationId xmlns:a16="http://schemas.microsoft.com/office/drawing/2014/main" id="{91558449-F5CB-533C-CF65-CA30D8E070A1}"/>
                </a:ext>
              </a:extLst>
            </p:cNvPr>
            <p:cNvSpPr/>
            <p:nvPr/>
          </p:nvSpPr>
          <p:spPr>
            <a:xfrm>
              <a:off x="1483264" y="3381507"/>
              <a:ext cx="162782" cy="158210"/>
            </a:xfrm>
            <a:custGeom>
              <a:avLst/>
              <a:gdLst>
                <a:gd name="connsiteX0" fmla="*/ 162782 w 162782"/>
                <a:gd name="connsiteY0" fmla="*/ 81915 h 158210"/>
                <a:gd name="connsiteX1" fmla="*/ 153924 w 162782"/>
                <a:gd name="connsiteY1" fmla="*/ 120968 h 158210"/>
                <a:gd name="connsiteX2" fmla="*/ 133064 w 162782"/>
                <a:gd name="connsiteY2" fmla="*/ 144875 h 158210"/>
                <a:gd name="connsiteX3" fmla="*/ 85439 w 162782"/>
                <a:gd name="connsiteY3" fmla="*/ 158210 h 158210"/>
                <a:gd name="connsiteX4" fmla="*/ 0 w 162782"/>
                <a:gd name="connsiteY4" fmla="*/ 158210 h 158210"/>
                <a:gd name="connsiteX5" fmla="*/ 0 w 162782"/>
                <a:gd name="connsiteY5" fmla="*/ 0 h 158210"/>
                <a:gd name="connsiteX6" fmla="*/ 65723 w 162782"/>
                <a:gd name="connsiteY6" fmla="*/ 0 h 158210"/>
                <a:gd name="connsiteX7" fmla="*/ 91154 w 162782"/>
                <a:gd name="connsiteY7" fmla="*/ 1524 h 158210"/>
                <a:gd name="connsiteX8" fmla="*/ 110204 w 162782"/>
                <a:gd name="connsiteY8" fmla="*/ 5906 h 158210"/>
                <a:gd name="connsiteX9" fmla="*/ 124587 w 162782"/>
                <a:gd name="connsiteY9" fmla="*/ 12192 h 158210"/>
                <a:gd name="connsiteX10" fmla="*/ 135160 w 162782"/>
                <a:gd name="connsiteY10" fmla="*/ 19717 h 158210"/>
                <a:gd name="connsiteX11" fmla="*/ 149352 w 162782"/>
                <a:gd name="connsiteY11" fmla="*/ 35338 h 158210"/>
                <a:gd name="connsiteX12" fmla="*/ 159067 w 162782"/>
                <a:gd name="connsiteY12" fmla="*/ 56293 h 158210"/>
                <a:gd name="connsiteX13" fmla="*/ 162687 w 162782"/>
                <a:gd name="connsiteY13" fmla="*/ 82105 h 158210"/>
                <a:gd name="connsiteX14" fmla="*/ 114205 w 162782"/>
                <a:gd name="connsiteY14" fmla="*/ 80010 h 158210"/>
                <a:gd name="connsiteX15" fmla="*/ 106871 w 162782"/>
                <a:gd name="connsiteY15" fmla="*/ 49911 h 158210"/>
                <a:gd name="connsiteX16" fmla="*/ 89154 w 162782"/>
                <a:gd name="connsiteY16" fmla="*/ 35433 h 158210"/>
                <a:gd name="connsiteX17" fmla="*/ 68104 w 162782"/>
                <a:gd name="connsiteY17" fmla="*/ 31718 h 158210"/>
                <a:gd name="connsiteX18" fmla="*/ 47816 w 162782"/>
                <a:gd name="connsiteY18" fmla="*/ 31718 h 158210"/>
                <a:gd name="connsiteX19" fmla="*/ 47816 w 162782"/>
                <a:gd name="connsiteY19" fmla="*/ 125444 h 158210"/>
                <a:gd name="connsiteX20" fmla="*/ 68104 w 162782"/>
                <a:gd name="connsiteY20" fmla="*/ 125444 h 158210"/>
                <a:gd name="connsiteX21" fmla="*/ 100584 w 162782"/>
                <a:gd name="connsiteY21" fmla="*/ 116586 h 158210"/>
                <a:gd name="connsiteX22" fmla="*/ 114300 w 162782"/>
                <a:gd name="connsiteY22" fmla="*/ 79915 h 15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2782" h="158210">
                  <a:moveTo>
                    <a:pt x="162782" y="81915"/>
                  </a:moveTo>
                  <a:cubicBezTo>
                    <a:pt x="162782" y="98107"/>
                    <a:pt x="159829" y="111157"/>
                    <a:pt x="153924" y="120968"/>
                  </a:cubicBezTo>
                  <a:cubicBezTo>
                    <a:pt x="148019" y="130778"/>
                    <a:pt x="141065" y="138779"/>
                    <a:pt x="133064" y="144875"/>
                  </a:cubicBezTo>
                  <a:cubicBezTo>
                    <a:pt x="121634" y="153829"/>
                    <a:pt x="105823" y="158210"/>
                    <a:pt x="85439" y="158210"/>
                  </a:cubicBezTo>
                  <a:lnTo>
                    <a:pt x="0" y="158210"/>
                  </a:lnTo>
                  <a:lnTo>
                    <a:pt x="0" y="0"/>
                  </a:lnTo>
                  <a:lnTo>
                    <a:pt x="65723" y="0"/>
                  </a:lnTo>
                  <a:cubicBezTo>
                    <a:pt x="75629" y="0"/>
                    <a:pt x="84106" y="476"/>
                    <a:pt x="91154" y="1524"/>
                  </a:cubicBezTo>
                  <a:cubicBezTo>
                    <a:pt x="98203" y="2572"/>
                    <a:pt x="104489" y="4001"/>
                    <a:pt x="110204" y="5906"/>
                  </a:cubicBezTo>
                  <a:cubicBezTo>
                    <a:pt x="115824" y="7715"/>
                    <a:pt x="120587" y="9906"/>
                    <a:pt x="124587" y="12192"/>
                  </a:cubicBezTo>
                  <a:cubicBezTo>
                    <a:pt x="128492" y="14478"/>
                    <a:pt x="132112" y="17050"/>
                    <a:pt x="135160" y="19717"/>
                  </a:cubicBezTo>
                  <a:cubicBezTo>
                    <a:pt x="140589" y="24194"/>
                    <a:pt x="145352" y="29337"/>
                    <a:pt x="149352" y="35338"/>
                  </a:cubicBezTo>
                  <a:cubicBezTo>
                    <a:pt x="153448" y="41339"/>
                    <a:pt x="156686" y="48292"/>
                    <a:pt x="159067" y="56293"/>
                  </a:cubicBezTo>
                  <a:cubicBezTo>
                    <a:pt x="161449" y="64199"/>
                    <a:pt x="162687" y="72771"/>
                    <a:pt x="162687" y="82105"/>
                  </a:cubicBezTo>
                  <a:moveTo>
                    <a:pt x="114205" y="80010"/>
                  </a:moveTo>
                  <a:cubicBezTo>
                    <a:pt x="114205" y="67151"/>
                    <a:pt x="111728" y="57150"/>
                    <a:pt x="106871" y="49911"/>
                  </a:cubicBezTo>
                  <a:cubicBezTo>
                    <a:pt x="101917" y="42672"/>
                    <a:pt x="96012" y="37909"/>
                    <a:pt x="89154" y="35433"/>
                  </a:cubicBezTo>
                  <a:cubicBezTo>
                    <a:pt x="82201" y="32957"/>
                    <a:pt x="75248" y="31718"/>
                    <a:pt x="68104" y="31718"/>
                  </a:cubicBezTo>
                  <a:lnTo>
                    <a:pt x="47816" y="31718"/>
                  </a:lnTo>
                  <a:lnTo>
                    <a:pt x="47816" y="125444"/>
                  </a:lnTo>
                  <a:lnTo>
                    <a:pt x="68104" y="125444"/>
                  </a:lnTo>
                  <a:cubicBezTo>
                    <a:pt x="80581" y="125444"/>
                    <a:pt x="91440" y="122492"/>
                    <a:pt x="100584" y="116586"/>
                  </a:cubicBezTo>
                  <a:cubicBezTo>
                    <a:pt x="109633" y="110680"/>
                    <a:pt x="114300" y="98393"/>
                    <a:pt x="114300" y="79915"/>
                  </a:cubicBezTo>
                </a:path>
              </a:pathLst>
            </a:custGeom>
            <a:grpFill/>
            <a:ln w="9525" cap="flat">
              <a:noFill/>
              <a:prstDash val="solid"/>
              <a:miter/>
            </a:ln>
          </p:spPr>
          <p:txBody>
            <a:bodyPr rtlCol="0" anchor="ctr"/>
            <a:lstStyle/>
            <a:p>
              <a:endParaRPr lang="en-GB"/>
            </a:p>
          </p:txBody>
        </p:sp>
        <p:sp>
          <p:nvSpPr>
            <p:cNvPr id="35" name="Freeform: Shape 27">
              <a:extLst>
                <a:ext uri="{FF2B5EF4-FFF2-40B4-BE49-F238E27FC236}">
                  <a16:creationId xmlns:a16="http://schemas.microsoft.com/office/drawing/2014/main" id="{6CA92632-66E8-EDF6-D5AD-4F8622279C3E}"/>
                </a:ext>
              </a:extLst>
            </p:cNvPr>
            <p:cNvSpPr/>
            <p:nvPr/>
          </p:nvSpPr>
          <p:spPr>
            <a:xfrm>
              <a:off x="1698910" y="3381507"/>
              <a:ext cx="167163" cy="158210"/>
            </a:xfrm>
            <a:custGeom>
              <a:avLst/>
              <a:gdLst>
                <a:gd name="connsiteX0" fmla="*/ 167164 w 167163"/>
                <a:gd name="connsiteY0" fmla="*/ 158210 h 158210"/>
                <a:gd name="connsiteX1" fmla="*/ 119539 w 167163"/>
                <a:gd name="connsiteY1" fmla="*/ 158210 h 158210"/>
                <a:gd name="connsiteX2" fmla="*/ 119539 w 167163"/>
                <a:gd name="connsiteY2" fmla="*/ 96488 h 158210"/>
                <a:gd name="connsiteX3" fmla="*/ 47720 w 167163"/>
                <a:gd name="connsiteY3" fmla="*/ 96488 h 158210"/>
                <a:gd name="connsiteX4" fmla="*/ 47720 w 167163"/>
                <a:gd name="connsiteY4" fmla="*/ 158210 h 158210"/>
                <a:gd name="connsiteX5" fmla="*/ 0 w 167163"/>
                <a:gd name="connsiteY5" fmla="*/ 158210 h 158210"/>
                <a:gd name="connsiteX6" fmla="*/ 0 w 167163"/>
                <a:gd name="connsiteY6" fmla="*/ 0 h 158210"/>
                <a:gd name="connsiteX7" fmla="*/ 47720 w 167163"/>
                <a:gd name="connsiteY7" fmla="*/ 0 h 158210"/>
                <a:gd name="connsiteX8" fmla="*/ 47720 w 167163"/>
                <a:gd name="connsiteY8" fmla="*/ 58103 h 158210"/>
                <a:gd name="connsiteX9" fmla="*/ 119539 w 167163"/>
                <a:gd name="connsiteY9" fmla="*/ 58103 h 158210"/>
                <a:gd name="connsiteX10" fmla="*/ 119539 w 167163"/>
                <a:gd name="connsiteY10" fmla="*/ 0 h 158210"/>
                <a:gd name="connsiteX11" fmla="*/ 167164 w 167163"/>
                <a:gd name="connsiteY11" fmla="*/ 0 h 158210"/>
                <a:gd name="connsiteX12" fmla="*/ 167164 w 167163"/>
                <a:gd name="connsiteY12" fmla="*/ 158210 h 15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163" h="158210">
                  <a:moveTo>
                    <a:pt x="167164" y="158210"/>
                  </a:moveTo>
                  <a:lnTo>
                    <a:pt x="119539" y="158210"/>
                  </a:lnTo>
                  <a:lnTo>
                    <a:pt x="119539" y="96488"/>
                  </a:lnTo>
                  <a:lnTo>
                    <a:pt x="47720" y="96488"/>
                  </a:lnTo>
                  <a:lnTo>
                    <a:pt x="47720" y="158210"/>
                  </a:lnTo>
                  <a:lnTo>
                    <a:pt x="0" y="158210"/>
                  </a:lnTo>
                  <a:lnTo>
                    <a:pt x="0" y="0"/>
                  </a:lnTo>
                  <a:lnTo>
                    <a:pt x="47720" y="0"/>
                  </a:lnTo>
                  <a:lnTo>
                    <a:pt x="47720" y="58103"/>
                  </a:lnTo>
                  <a:lnTo>
                    <a:pt x="119539" y="58103"/>
                  </a:lnTo>
                  <a:lnTo>
                    <a:pt x="119539" y="0"/>
                  </a:lnTo>
                  <a:lnTo>
                    <a:pt x="167164" y="0"/>
                  </a:lnTo>
                  <a:lnTo>
                    <a:pt x="167164" y="158210"/>
                  </a:lnTo>
                  <a:close/>
                </a:path>
              </a:pathLst>
            </a:custGeom>
            <a:grpFill/>
            <a:ln w="9525" cap="flat">
              <a:noFill/>
              <a:prstDash val="solid"/>
              <a:miter/>
            </a:ln>
          </p:spPr>
          <p:txBody>
            <a:bodyPr rtlCol="0" anchor="ctr"/>
            <a:lstStyle/>
            <a:p>
              <a:endParaRPr lang="en-GB"/>
            </a:p>
          </p:txBody>
        </p:sp>
        <p:sp>
          <p:nvSpPr>
            <p:cNvPr id="36" name="Freeform: Shape 28">
              <a:extLst>
                <a:ext uri="{FF2B5EF4-FFF2-40B4-BE49-F238E27FC236}">
                  <a16:creationId xmlns:a16="http://schemas.microsoft.com/office/drawing/2014/main" id="{A17F9F1F-C904-9A5F-E960-31EB44FDB7E2}"/>
                </a:ext>
              </a:extLst>
            </p:cNvPr>
            <p:cNvSpPr/>
            <p:nvPr/>
          </p:nvSpPr>
          <p:spPr>
            <a:xfrm>
              <a:off x="1913984" y="3381507"/>
              <a:ext cx="274510" cy="160305"/>
            </a:xfrm>
            <a:custGeom>
              <a:avLst/>
              <a:gdLst>
                <a:gd name="connsiteX0" fmla="*/ 274511 w 274510"/>
                <a:gd name="connsiteY0" fmla="*/ 0 h 160305"/>
                <a:gd name="connsiteX1" fmla="*/ 205931 w 274510"/>
                <a:gd name="connsiteY1" fmla="*/ 160306 h 160305"/>
                <a:gd name="connsiteX2" fmla="*/ 178308 w 274510"/>
                <a:gd name="connsiteY2" fmla="*/ 160306 h 160305"/>
                <a:gd name="connsiteX3" fmla="*/ 137160 w 274510"/>
                <a:gd name="connsiteY3" fmla="*/ 66961 h 160305"/>
                <a:gd name="connsiteX4" fmla="*/ 95059 w 274510"/>
                <a:gd name="connsiteY4" fmla="*/ 160306 h 160305"/>
                <a:gd name="connsiteX5" fmla="*/ 67246 w 274510"/>
                <a:gd name="connsiteY5" fmla="*/ 160306 h 160305"/>
                <a:gd name="connsiteX6" fmla="*/ 0 w 274510"/>
                <a:gd name="connsiteY6" fmla="*/ 0 h 160305"/>
                <a:gd name="connsiteX7" fmla="*/ 49530 w 274510"/>
                <a:gd name="connsiteY7" fmla="*/ 0 h 160305"/>
                <a:gd name="connsiteX8" fmla="*/ 82391 w 274510"/>
                <a:gd name="connsiteY8" fmla="*/ 87725 h 160305"/>
                <a:gd name="connsiteX9" fmla="*/ 120110 w 274510"/>
                <a:gd name="connsiteY9" fmla="*/ 0 h 160305"/>
                <a:gd name="connsiteX10" fmla="*/ 154210 w 274510"/>
                <a:gd name="connsiteY10" fmla="*/ 0 h 160305"/>
                <a:gd name="connsiteX11" fmla="*/ 191262 w 274510"/>
                <a:gd name="connsiteY11" fmla="*/ 87725 h 160305"/>
                <a:gd name="connsiteX12" fmla="*/ 225647 w 274510"/>
                <a:gd name="connsiteY12" fmla="*/ 0 h 160305"/>
                <a:gd name="connsiteX13" fmla="*/ 274511 w 274510"/>
                <a:gd name="connsiteY13" fmla="*/ 0 h 160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4510" h="160305">
                  <a:moveTo>
                    <a:pt x="274511" y="0"/>
                  </a:moveTo>
                  <a:lnTo>
                    <a:pt x="205931" y="160306"/>
                  </a:lnTo>
                  <a:lnTo>
                    <a:pt x="178308" y="160306"/>
                  </a:lnTo>
                  <a:lnTo>
                    <a:pt x="137160" y="66961"/>
                  </a:lnTo>
                  <a:lnTo>
                    <a:pt x="95059" y="160306"/>
                  </a:lnTo>
                  <a:lnTo>
                    <a:pt x="67246" y="160306"/>
                  </a:lnTo>
                  <a:lnTo>
                    <a:pt x="0" y="0"/>
                  </a:lnTo>
                  <a:lnTo>
                    <a:pt x="49530" y="0"/>
                  </a:lnTo>
                  <a:lnTo>
                    <a:pt x="82391" y="87725"/>
                  </a:lnTo>
                  <a:lnTo>
                    <a:pt x="120110" y="0"/>
                  </a:lnTo>
                  <a:lnTo>
                    <a:pt x="154210" y="0"/>
                  </a:lnTo>
                  <a:lnTo>
                    <a:pt x="191262" y="87725"/>
                  </a:lnTo>
                  <a:lnTo>
                    <a:pt x="225647" y="0"/>
                  </a:lnTo>
                  <a:lnTo>
                    <a:pt x="274511" y="0"/>
                  </a:lnTo>
                  <a:close/>
                </a:path>
              </a:pathLst>
            </a:custGeom>
            <a:grpFill/>
            <a:ln w="9525" cap="flat">
              <a:noFill/>
              <a:prstDash val="solid"/>
              <a:miter/>
            </a:ln>
          </p:spPr>
          <p:txBody>
            <a:bodyPr rtlCol="0" anchor="ctr"/>
            <a:lstStyle/>
            <a:p>
              <a:endParaRPr lang="en-GB"/>
            </a:p>
          </p:txBody>
        </p:sp>
        <p:sp>
          <p:nvSpPr>
            <p:cNvPr id="37" name="Freeform: Shape 29">
              <a:extLst>
                <a:ext uri="{FF2B5EF4-FFF2-40B4-BE49-F238E27FC236}">
                  <a16:creationId xmlns:a16="http://schemas.microsoft.com/office/drawing/2014/main" id="{65CB7476-7537-66C9-EFBD-6CC69D6BED59}"/>
                </a:ext>
              </a:extLst>
            </p:cNvPr>
            <p:cNvSpPr/>
            <p:nvPr/>
          </p:nvSpPr>
          <p:spPr>
            <a:xfrm>
              <a:off x="2184970" y="3381412"/>
              <a:ext cx="192595" cy="158305"/>
            </a:xfrm>
            <a:custGeom>
              <a:avLst/>
              <a:gdLst>
                <a:gd name="connsiteX0" fmla="*/ 192500 w 192595"/>
                <a:gd name="connsiteY0" fmla="*/ 158306 h 158305"/>
                <a:gd name="connsiteX1" fmla="*/ 143637 w 192595"/>
                <a:gd name="connsiteY1" fmla="*/ 158306 h 158305"/>
                <a:gd name="connsiteX2" fmla="*/ 130683 w 192595"/>
                <a:gd name="connsiteY2" fmla="*/ 126206 h 158305"/>
                <a:gd name="connsiteX3" fmla="*/ 62008 w 192595"/>
                <a:gd name="connsiteY3" fmla="*/ 126206 h 158305"/>
                <a:gd name="connsiteX4" fmla="*/ 48863 w 192595"/>
                <a:gd name="connsiteY4" fmla="*/ 158306 h 158305"/>
                <a:gd name="connsiteX5" fmla="*/ 0 w 192595"/>
                <a:gd name="connsiteY5" fmla="*/ 158306 h 158305"/>
                <a:gd name="connsiteX6" fmla="*/ 70009 w 192595"/>
                <a:gd name="connsiteY6" fmla="*/ 0 h 158305"/>
                <a:gd name="connsiteX7" fmla="*/ 122777 w 192595"/>
                <a:gd name="connsiteY7" fmla="*/ 0 h 158305"/>
                <a:gd name="connsiteX8" fmla="*/ 192596 w 192595"/>
                <a:gd name="connsiteY8" fmla="*/ 158306 h 158305"/>
                <a:gd name="connsiteX9" fmla="*/ 119729 w 192595"/>
                <a:gd name="connsiteY9" fmla="*/ 98679 h 158305"/>
                <a:gd name="connsiteX10" fmla="*/ 96583 w 192595"/>
                <a:gd name="connsiteY10" fmla="*/ 40862 h 158305"/>
                <a:gd name="connsiteX11" fmla="*/ 73152 w 192595"/>
                <a:gd name="connsiteY11" fmla="*/ 98679 h 158305"/>
                <a:gd name="connsiteX12" fmla="*/ 119729 w 192595"/>
                <a:gd name="connsiteY12" fmla="*/ 98679 h 158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2595" h="158305">
                  <a:moveTo>
                    <a:pt x="192500" y="158306"/>
                  </a:moveTo>
                  <a:lnTo>
                    <a:pt x="143637" y="158306"/>
                  </a:lnTo>
                  <a:lnTo>
                    <a:pt x="130683" y="126206"/>
                  </a:lnTo>
                  <a:lnTo>
                    <a:pt x="62008" y="126206"/>
                  </a:lnTo>
                  <a:lnTo>
                    <a:pt x="48863" y="158306"/>
                  </a:lnTo>
                  <a:lnTo>
                    <a:pt x="0" y="158306"/>
                  </a:lnTo>
                  <a:lnTo>
                    <a:pt x="70009" y="0"/>
                  </a:lnTo>
                  <a:lnTo>
                    <a:pt x="122777" y="0"/>
                  </a:lnTo>
                  <a:lnTo>
                    <a:pt x="192596" y="158306"/>
                  </a:lnTo>
                  <a:close/>
                  <a:moveTo>
                    <a:pt x="119729" y="98679"/>
                  </a:moveTo>
                  <a:lnTo>
                    <a:pt x="96583" y="40862"/>
                  </a:lnTo>
                  <a:lnTo>
                    <a:pt x="73152" y="98679"/>
                  </a:lnTo>
                  <a:lnTo>
                    <a:pt x="119729" y="98679"/>
                  </a:lnTo>
                  <a:close/>
                </a:path>
              </a:pathLst>
            </a:custGeom>
            <a:grpFill/>
            <a:ln w="9525" cap="flat">
              <a:noFill/>
              <a:prstDash val="solid"/>
              <a:miter/>
            </a:ln>
          </p:spPr>
          <p:txBody>
            <a:bodyPr rtlCol="0" anchor="ctr"/>
            <a:lstStyle/>
            <a:p>
              <a:endParaRPr lang="en-GB"/>
            </a:p>
          </p:txBody>
        </p:sp>
        <p:sp>
          <p:nvSpPr>
            <p:cNvPr id="38" name="Freeform: Shape 30">
              <a:extLst>
                <a:ext uri="{FF2B5EF4-FFF2-40B4-BE49-F238E27FC236}">
                  <a16:creationId xmlns:a16="http://schemas.microsoft.com/office/drawing/2014/main" id="{08506D09-A114-A134-9524-222ED3D0272B}"/>
                </a:ext>
              </a:extLst>
            </p:cNvPr>
            <p:cNvSpPr/>
            <p:nvPr/>
          </p:nvSpPr>
          <p:spPr>
            <a:xfrm>
              <a:off x="2427572" y="3381507"/>
              <a:ext cx="171926" cy="158210"/>
            </a:xfrm>
            <a:custGeom>
              <a:avLst/>
              <a:gdLst>
                <a:gd name="connsiteX0" fmla="*/ 171926 w 171926"/>
                <a:gd name="connsiteY0" fmla="*/ 158210 h 158210"/>
                <a:gd name="connsiteX1" fmla="*/ 129445 w 171926"/>
                <a:gd name="connsiteY1" fmla="*/ 158210 h 158210"/>
                <a:gd name="connsiteX2" fmla="*/ 47339 w 171926"/>
                <a:gd name="connsiteY2" fmla="*/ 70104 h 158210"/>
                <a:gd name="connsiteX3" fmla="*/ 47339 w 171926"/>
                <a:gd name="connsiteY3" fmla="*/ 158210 h 158210"/>
                <a:gd name="connsiteX4" fmla="*/ 0 w 171926"/>
                <a:gd name="connsiteY4" fmla="*/ 158210 h 158210"/>
                <a:gd name="connsiteX5" fmla="*/ 0 w 171926"/>
                <a:gd name="connsiteY5" fmla="*/ 0 h 158210"/>
                <a:gd name="connsiteX6" fmla="*/ 42386 w 171926"/>
                <a:gd name="connsiteY6" fmla="*/ 0 h 158210"/>
                <a:gd name="connsiteX7" fmla="*/ 124301 w 171926"/>
                <a:gd name="connsiteY7" fmla="*/ 87630 h 158210"/>
                <a:gd name="connsiteX8" fmla="*/ 124301 w 171926"/>
                <a:gd name="connsiteY8" fmla="*/ 0 h 158210"/>
                <a:gd name="connsiteX9" fmla="*/ 171926 w 171926"/>
                <a:gd name="connsiteY9" fmla="*/ 0 h 158210"/>
                <a:gd name="connsiteX10" fmla="*/ 171926 w 171926"/>
                <a:gd name="connsiteY10" fmla="*/ 158210 h 15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1926" h="158210">
                  <a:moveTo>
                    <a:pt x="171926" y="158210"/>
                  </a:moveTo>
                  <a:lnTo>
                    <a:pt x="129445" y="158210"/>
                  </a:lnTo>
                  <a:lnTo>
                    <a:pt x="47339" y="70104"/>
                  </a:lnTo>
                  <a:lnTo>
                    <a:pt x="47339" y="158210"/>
                  </a:lnTo>
                  <a:lnTo>
                    <a:pt x="0" y="158210"/>
                  </a:lnTo>
                  <a:lnTo>
                    <a:pt x="0" y="0"/>
                  </a:lnTo>
                  <a:lnTo>
                    <a:pt x="42386" y="0"/>
                  </a:lnTo>
                  <a:lnTo>
                    <a:pt x="124301" y="87630"/>
                  </a:lnTo>
                  <a:lnTo>
                    <a:pt x="124301" y="0"/>
                  </a:lnTo>
                  <a:lnTo>
                    <a:pt x="171926" y="0"/>
                  </a:lnTo>
                  <a:lnTo>
                    <a:pt x="171926" y="158210"/>
                  </a:lnTo>
                  <a:close/>
                </a:path>
              </a:pathLst>
            </a:custGeom>
            <a:grpFill/>
            <a:ln w="9525" cap="flat">
              <a:noFill/>
              <a:prstDash val="solid"/>
              <a:miter/>
            </a:ln>
          </p:spPr>
          <p:txBody>
            <a:bodyPr rtlCol="0" anchor="ctr"/>
            <a:lstStyle/>
            <a:p>
              <a:endParaRPr lang="en-GB"/>
            </a:p>
          </p:txBody>
        </p:sp>
        <p:sp>
          <p:nvSpPr>
            <p:cNvPr id="39" name="Freeform: Shape 31">
              <a:extLst>
                <a:ext uri="{FF2B5EF4-FFF2-40B4-BE49-F238E27FC236}">
                  <a16:creationId xmlns:a16="http://schemas.microsoft.com/office/drawing/2014/main" id="{DD84B964-D3D3-AF13-F1F6-A0D8C3E2E97A}"/>
                </a:ext>
              </a:extLst>
            </p:cNvPr>
            <p:cNvSpPr/>
            <p:nvPr/>
          </p:nvSpPr>
          <p:spPr>
            <a:xfrm>
              <a:off x="2662840" y="3381508"/>
              <a:ext cx="47720" cy="158210"/>
            </a:xfrm>
            <a:custGeom>
              <a:avLst/>
              <a:gdLst>
                <a:gd name="connsiteX0" fmla="*/ 0 w 47720"/>
                <a:gd name="connsiteY0" fmla="*/ 0 h 158210"/>
                <a:gd name="connsiteX1" fmla="*/ 47720 w 47720"/>
                <a:gd name="connsiteY1" fmla="*/ 0 h 158210"/>
                <a:gd name="connsiteX2" fmla="*/ 47720 w 47720"/>
                <a:gd name="connsiteY2" fmla="*/ 158210 h 158210"/>
                <a:gd name="connsiteX3" fmla="*/ 0 w 47720"/>
                <a:gd name="connsiteY3" fmla="*/ 158210 h 158210"/>
              </a:gdLst>
              <a:ahLst/>
              <a:cxnLst>
                <a:cxn ang="0">
                  <a:pos x="connsiteX0" y="connsiteY0"/>
                </a:cxn>
                <a:cxn ang="0">
                  <a:pos x="connsiteX1" y="connsiteY1"/>
                </a:cxn>
                <a:cxn ang="0">
                  <a:pos x="connsiteX2" y="connsiteY2"/>
                </a:cxn>
                <a:cxn ang="0">
                  <a:pos x="connsiteX3" y="connsiteY3"/>
                </a:cxn>
              </a:cxnLst>
              <a:rect l="l" t="t" r="r" b="b"/>
              <a:pathLst>
                <a:path w="47720" h="158210">
                  <a:moveTo>
                    <a:pt x="0" y="0"/>
                  </a:moveTo>
                  <a:lnTo>
                    <a:pt x="47720" y="0"/>
                  </a:lnTo>
                  <a:lnTo>
                    <a:pt x="47720" y="158210"/>
                  </a:lnTo>
                  <a:lnTo>
                    <a:pt x="0" y="158210"/>
                  </a:lnTo>
                  <a:close/>
                </a:path>
              </a:pathLst>
            </a:custGeom>
            <a:grpFill/>
            <a:ln w="9525" cap="flat">
              <a:noFill/>
              <a:prstDash val="solid"/>
              <a:miter/>
            </a:ln>
          </p:spPr>
          <p:txBody>
            <a:bodyPr rtlCol="0" anchor="ctr"/>
            <a:lstStyle/>
            <a:p>
              <a:endParaRPr lang="en-GB"/>
            </a:p>
          </p:txBody>
        </p:sp>
        <p:sp>
          <p:nvSpPr>
            <p:cNvPr id="40" name="Freeform: Shape 32">
              <a:extLst>
                <a:ext uri="{FF2B5EF4-FFF2-40B4-BE49-F238E27FC236}">
                  <a16:creationId xmlns:a16="http://schemas.microsoft.com/office/drawing/2014/main" id="{D001200B-EC98-156E-E7EA-5962B546879C}"/>
                </a:ext>
              </a:extLst>
            </p:cNvPr>
            <p:cNvSpPr/>
            <p:nvPr/>
          </p:nvSpPr>
          <p:spPr>
            <a:xfrm>
              <a:off x="1237900" y="3614298"/>
              <a:ext cx="54864" cy="103155"/>
            </a:xfrm>
            <a:custGeom>
              <a:avLst/>
              <a:gdLst>
                <a:gd name="connsiteX0" fmla="*/ 0 w 54864"/>
                <a:gd name="connsiteY0" fmla="*/ 103156 h 103155"/>
                <a:gd name="connsiteX1" fmla="*/ 0 w 54864"/>
                <a:gd name="connsiteY1" fmla="*/ 0 h 103155"/>
                <a:gd name="connsiteX2" fmla="*/ 54864 w 54864"/>
                <a:gd name="connsiteY2" fmla="*/ 0 h 103155"/>
                <a:gd name="connsiteX3" fmla="*/ 54864 w 54864"/>
                <a:gd name="connsiteY3" fmla="*/ 12954 h 103155"/>
                <a:gd name="connsiteX4" fmla="*/ 14764 w 54864"/>
                <a:gd name="connsiteY4" fmla="*/ 12954 h 103155"/>
                <a:gd name="connsiteX5" fmla="*/ 14764 w 54864"/>
                <a:gd name="connsiteY5" fmla="*/ 43148 h 103155"/>
                <a:gd name="connsiteX6" fmla="*/ 53054 w 54864"/>
                <a:gd name="connsiteY6" fmla="*/ 43148 h 103155"/>
                <a:gd name="connsiteX7" fmla="*/ 53054 w 54864"/>
                <a:gd name="connsiteY7" fmla="*/ 56198 h 103155"/>
                <a:gd name="connsiteX8" fmla="*/ 14764 w 54864"/>
                <a:gd name="connsiteY8" fmla="*/ 56198 h 103155"/>
                <a:gd name="connsiteX9" fmla="*/ 14764 w 54864"/>
                <a:gd name="connsiteY9" fmla="*/ 103156 h 103155"/>
                <a:gd name="connsiteX10" fmla="*/ 0 w 54864"/>
                <a:gd name="connsiteY10"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864" h="103155">
                  <a:moveTo>
                    <a:pt x="0" y="103156"/>
                  </a:moveTo>
                  <a:lnTo>
                    <a:pt x="0" y="0"/>
                  </a:lnTo>
                  <a:lnTo>
                    <a:pt x="54864" y="0"/>
                  </a:lnTo>
                  <a:lnTo>
                    <a:pt x="54864" y="12954"/>
                  </a:lnTo>
                  <a:lnTo>
                    <a:pt x="14764" y="12954"/>
                  </a:lnTo>
                  <a:lnTo>
                    <a:pt x="14764" y="43148"/>
                  </a:lnTo>
                  <a:lnTo>
                    <a:pt x="53054" y="43148"/>
                  </a:lnTo>
                  <a:lnTo>
                    <a:pt x="53054" y="56198"/>
                  </a:lnTo>
                  <a:lnTo>
                    <a:pt x="14764" y="56198"/>
                  </a:lnTo>
                  <a:lnTo>
                    <a:pt x="14764" y="103156"/>
                  </a:lnTo>
                  <a:lnTo>
                    <a:pt x="0" y="103156"/>
                  </a:lnTo>
                  <a:close/>
                </a:path>
              </a:pathLst>
            </a:custGeom>
            <a:grpFill/>
            <a:ln w="9525" cap="flat">
              <a:noFill/>
              <a:prstDash val="solid"/>
              <a:miter/>
            </a:ln>
          </p:spPr>
          <p:txBody>
            <a:bodyPr rtlCol="0" anchor="ctr"/>
            <a:lstStyle/>
            <a:p>
              <a:endParaRPr lang="en-GB"/>
            </a:p>
          </p:txBody>
        </p:sp>
        <p:sp>
          <p:nvSpPr>
            <p:cNvPr id="41" name="Freeform: Shape 33">
              <a:extLst>
                <a:ext uri="{FF2B5EF4-FFF2-40B4-BE49-F238E27FC236}">
                  <a16:creationId xmlns:a16="http://schemas.microsoft.com/office/drawing/2014/main" id="{6AFE5557-3CFB-A97A-1944-79097E28F883}"/>
                </a:ext>
              </a:extLst>
            </p:cNvPr>
            <p:cNvSpPr/>
            <p:nvPr/>
          </p:nvSpPr>
          <p:spPr>
            <a:xfrm>
              <a:off x="1336865" y="3612489"/>
              <a:ext cx="99440" cy="106775"/>
            </a:xfrm>
            <a:custGeom>
              <a:avLst/>
              <a:gdLst>
                <a:gd name="connsiteX0" fmla="*/ 95 w 99440"/>
                <a:gd name="connsiteY0" fmla="*/ 53340 h 106775"/>
                <a:gd name="connsiteX1" fmla="*/ 13240 w 99440"/>
                <a:gd name="connsiteY1" fmla="*/ 15240 h 106775"/>
                <a:gd name="connsiteX2" fmla="*/ 49721 w 99440"/>
                <a:gd name="connsiteY2" fmla="*/ 0 h 106775"/>
                <a:gd name="connsiteX3" fmla="*/ 86392 w 99440"/>
                <a:gd name="connsiteY3" fmla="*/ 15240 h 106775"/>
                <a:gd name="connsiteX4" fmla="*/ 99441 w 99440"/>
                <a:gd name="connsiteY4" fmla="*/ 53340 h 106775"/>
                <a:gd name="connsiteX5" fmla="*/ 86392 w 99440"/>
                <a:gd name="connsiteY5" fmla="*/ 91821 h 106775"/>
                <a:gd name="connsiteX6" fmla="*/ 49721 w 99440"/>
                <a:gd name="connsiteY6" fmla="*/ 106775 h 106775"/>
                <a:gd name="connsiteX7" fmla="*/ 13049 w 99440"/>
                <a:gd name="connsiteY7" fmla="*/ 91821 h 106775"/>
                <a:gd name="connsiteX8" fmla="*/ 0 w 99440"/>
                <a:gd name="connsiteY8" fmla="*/ 53340 h 106775"/>
                <a:gd name="connsiteX9" fmla="*/ 15716 w 99440"/>
                <a:gd name="connsiteY9" fmla="*/ 53340 h 106775"/>
                <a:gd name="connsiteX10" fmla="*/ 23813 w 99440"/>
                <a:gd name="connsiteY10" fmla="*/ 81248 h 106775"/>
                <a:gd name="connsiteX11" fmla="*/ 49721 w 99440"/>
                <a:gd name="connsiteY11" fmla="*/ 93631 h 106775"/>
                <a:gd name="connsiteX12" fmla="*/ 75628 w 99440"/>
                <a:gd name="connsiteY12" fmla="*/ 81248 h 106775"/>
                <a:gd name="connsiteX13" fmla="*/ 83725 w 99440"/>
                <a:gd name="connsiteY13" fmla="*/ 53340 h 106775"/>
                <a:gd name="connsiteX14" fmla="*/ 75343 w 99440"/>
                <a:gd name="connsiteY14" fmla="*/ 25241 h 106775"/>
                <a:gd name="connsiteX15" fmla="*/ 49721 w 99440"/>
                <a:gd name="connsiteY15" fmla="*/ 12954 h 106775"/>
                <a:gd name="connsiteX16" fmla="*/ 24194 w 99440"/>
                <a:gd name="connsiteY16" fmla="*/ 25241 h 106775"/>
                <a:gd name="connsiteX17" fmla="*/ 15811 w 99440"/>
                <a:gd name="connsiteY17" fmla="*/ 53340 h 10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440" h="106775">
                  <a:moveTo>
                    <a:pt x="95" y="53340"/>
                  </a:moveTo>
                  <a:cubicBezTo>
                    <a:pt x="95" y="37719"/>
                    <a:pt x="4477" y="24955"/>
                    <a:pt x="13240" y="15240"/>
                  </a:cubicBezTo>
                  <a:cubicBezTo>
                    <a:pt x="22193" y="5048"/>
                    <a:pt x="34385" y="0"/>
                    <a:pt x="49721" y="0"/>
                  </a:cubicBezTo>
                  <a:cubicBezTo>
                    <a:pt x="65056" y="0"/>
                    <a:pt x="77343" y="5048"/>
                    <a:pt x="86392" y="15240"/>
                  </a:cubicBezTo>
                  <a:cubicBezTo>
                    <a:pt x="95059" y="24955"/>
                    <a:pt x="99441" y="37719"/>
                    <a:pt x="99441" y="53340"/>
                  </a:cubicBezTo>
                  <a:cubicBezTo>
                    <a:pt x="99441" y="68961"/>
                    <a:pt x="95059" y="82105"/>
                    <a:pt x="86392" y="91821"/>
                  </a:cubicBezTo>
                  <a:cubicBezTo>
                    <a:pt x="77438" y="101822"/>
                    <a:pt x="65151" y="106775"/>
                    <a:pt x="49721" y="106775"/>
                  </a:cubicBezTo>
                  <a:cubicBezTo>
                    <a:pt x="34290" y="106775"/>
                    <a:pt x="22003" y="101822"/>
                    <a:pt x="13049" y="91821"/>
                  </a:cubicBezTo>
                  <a:cubicBezTo>
                    <a:pt x="4381" y="82201"/>
                    <a:pt x="0" y="69342"/>
                    <a:pt x="0" y="53340"/>
                  </a:cubicBezTo>
                  <a:moveTo>
                    <a:pt x="15716" y="53340"/>
                  </a:moveTo>
                  <a:cubicBezTo>
                    <a:pt x="15716" y="64579"/>
                    <a:pt x="18383" y="73914"/>
                    <a:pt x="23813" y="81248"/>
                  </a:cubicBezTo>
                  <a:cubicBezTo>
                    <a:pt x="29908" y="89535"/>
                    <a:pt x="38576" y="93631"/>
                    <a:pt x="49721" y="93631"/>
                  </a:cubicBezTo>
                  <a:cubicBezTo>
                    <a:pt x="60865" y="93631"/>
                    <a:pt x="69532" y="89535"/>
                    <a:pt x="75628" y="81248"/>
                  </a:cubicBezTo>
                  <a:cubicBezTo>
                    <a:pt x="81058" y="73819"/>
                    <a:pt x="83725" y="64579"/>
                    <a:pt x="83725" y="53340"/>
                  </a:cubicBezTo>
                  <a:cubicBezTo>
                    <a:pt x="83725" y="42100"/>
                    <a:pt x="80963" y="32766"/>
                    <a:pt x="75343" y="25241"/>
                  </a:cubicBezTo>
                  <a:cubicBezTo>
                    <a:pt x="69151" y="17050"/>
                    <a:pt x="60579" y="12954"/>
                    <a:pt x="49721" y="12954"/>
                  </a:cubicBezTo>
                  <a:cubicBezTo>
                    <a:pt x="38862" y="12954"/>
                    <a:pt x="30385" y="17050"/>
                    <a:pt x="24194" y="25241"/>
                  </a:cubicBezTo>
                  <a:cubicBezTo>
                    <a:pt x="18574" y="32766"/>
                    <a:pt x="15811" y="42100"/>
                    <a:pt x="15811" y="53340"/>
                  </a:cubicBezTo>
                </a:path>
              </a:pathLst>
            </a:custGeom>
            <a:grpFill/>
            <a:ln w="9525" cap="flat">
              <a:noFill/>
              <a:prstDash val="solid"/>
              <a:miter/>
            </a:ln>
          </p:spPr>
          <p:txBody>
            <a:bodyPr rtlCol="0" anchor="ctr"/>
            <a:lstStyle/>
            <a:p>
              <a:endParaRPr lang="en-GB"/>
            </a:p>
          </p:txBody>
        </p:sp>
        <p:sp>
          <p:nvSpPr>
            <p:cNvPr id="42" name="Freeform: Shape 34">
              <a:extLst>
                <a:ext uri="{FF2B5EF4-FFF2-40B4-BE49-F238E27FC236}">
                  <a16:creationId xmlns:a16="http://schemas.microsoft.com/office/drawing/2014/main" id="{DFED58AB-47EB-314C-68CF-C8E2CE30204E}"/>
                </a:ext>
              </a:extLst>
            </p:cNvPr>
            <p:cNvSpPr/>
            <p:nvPr/>
          </p:nvSpPr>
          <p:spPr>
            <a:xfrm>
              <a:off x="1487931" y="3614298"/>
              <a:ext cx="80009" cy="104965"/>
            </a:xfrm>
            <a:custGeom>
              <a:avLst/>
              <a:gdLst>
                <a:gd name="connsiteX0" fmla="*/ 80010 w 80009"/>
                <a:gd name="connsiteY0" fmla="*/ 0 h 104965"/>
                <a:gd name="connsiteX1" fmla="*/ 80010 w 80009"/>
                <a:gd name="connsiteY1" fmla="*/ 60484 h 104965"/>
                <a:gd name="connsiteX2" fmla="*/ 69628 w 80009"/>
                <a:gd name="connsiteY2" fmla="*/ 93536 h 104965"/>
                <a:gd name="connsiteX3" fmla="*/ 40005 w 80009"/>
                <a:gd name="connsiteY3" fmla="*/ 104966 h 104965"/>
                <a:gd name="connsiteX4" fmla="*/ 10382 w 80009"/>
                <a:gd name="connsiteY4" fmla="*/ 93536 h 104965"/>
                <a:gd name="connsiteX5" fmla="*/ 0 w 80009"/>
                <a:gd name="connsiteY5" fmla="*/ 60484 h 104965"/>
                <a:gd name="connsiteX6" fmla="*/ 0 w 80009"/>
                <a:gd name="connsiteY6" fmla="*/ 0 h 104965"/>
                <a:gd name="connsiteX7" fmla="*/ 14764 w 80009"/>
                <a:gd name="connsiteY7" fmla="*/ 0 h 104965"/>
                <a:gd name="connsiteX8" fmla="*/ 14764 w 80009"/>
                <a:gd name="connsiteY8" fmla="*/ 58579 h 104965"/>
                <a:gd name="connsiteX9" fmla="*/ 40005 w 80009"/>
                <a:gd name="connsiteY9" fmla="*/ 92012 h 104965"/>
                <a:gd name="connsiteX10" fmla="*/ 65246 w 80009"/>
                <a:gd name="connsiteY10" fmla="*/ 58579 h 104965"/>
                <a:gd name="connsiteX11" fmla="*/ 65246 w 80009"/>
                <a:gd name="connsiteY11" fmla="*/ 0 h 104965"/>
                <a:gd name="connsiteX12" fmla="*/ 80010 w 80009"/>
                <a:gd name="connsiteY12" fmla="*/ 0 h 10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009" h="104965">
                  <a:moveTo>
                    <a:pt x="80010" y="0"/>
                  </a:moveTo>
                  <a:lnTo>
                    <a:pt x="80010" y="60484"/>
                  </a:lnTo>
                  <a:cubicBezTo>
                    <a:pt x="80010" y="74867"/>
                    <a:pt x="76581" y="85916"/>
                    <a:pt x="69628" y="93536"/>
                  </a:cubicBezTo>
                  <a:cubicBezTo>
                    <a:pt x="62674" y="101156"/>
                    <a:pt x="52768" y="104966"/>
                    <a:pt x="40005" y="104966"/>
                  </a:cubicBezTo>
                  <a:cubicBezTo>
                    <a:pt x="27242" y="104966"/>
                    <a:pt x="17335" y="101156"/>
                    <a:pt x="10382" y="93536"/>
                  </a:cubicBezTo>
                  <a:cubicBezTo>
                    <a:pt x="3429" y="85916"/>
                    <a:pt x="0" y="74867"/>
                    <a:pt x="0" y="60484"/>
                  </a:cubicBezTo>
                  <a:lnTo>
                    <a:pt x="0" y="0"/>
                  </a:lnTo>
                  <a:lnTo>
                    <a:pt x="14764" y="0"/>
                  </a:lnTo>
                  <a:lnTo>
                    <a:pt x="14764" y="58579"/>
                  </a:lnTo>
                  <a:cubicBezTo>
                    <a:pt x="14764" y="80867"/>
                    <a:pt x="23241" y="92012"/>
                    <a:pt x="40005" y="92012"/>
                  </a:cubicBezTo>
                  <a:cubicBezTo>
                    <a:pt x="56769" y="92012"/>
                    <a:pt x="65246" y="80867"/>
                    <a:pt x="65246" y="58579"/>
                  </a:cubicBezTo>
                  <a:lnTo>
                    <a:pt x="65246" y="0"/>
                  </a:lnTo>
                  <a:lnTo>
                    <a:pt x="80010" y="0"/>
                  </a:lnTo>
                  <a:close/>
                </a:path>
              </a:pathLst>
            </a:custGeom>
            <a:grpFill/>
            <a:ln w="9525" cap="flat">
              <a:noFill/>
              <a:prstDash val="solid"/>
              <a:miter/>
            </a:ln>
          </p:spPr>
          <p:txBody>
            <a:bodyPr rtlCol="0" anchor="ctr"/>
            <a:lstStyle/>
            <a:p>
              <a:endParaRPr lang="en-GB"/>
            </a:p>
          </p:txBody>
        </p:sp>
        <p:sp>
          <p:nvSpPr>
            <p:cNvPr id="43" name="Freeform: Shape 35">
              <a:extLst>
                <a:ext uri="{FF2B5EF4-FFF2-40B4-BE49-F238E27FC236}">
                  <a16:creationId xmlns:a16="http://schemas.microsoft.com/office/drawing/2014/main" id="{C8EC3FFA-844D-756B-D6F6-39A0F7CAC8F3}"/>
                </a:ext>
              </a:extLst>
            </p:cNvPr>
            <p:cNvSpPr/>
            <p:nvPr/>
          </p:nvSpPr>
          <p:spPr>
            <a:xfrm>
              <a:off x="1624329" y="3614298"/>
              <a:ext cx="80772" cy="103155"/>
            </a:xfrm>
            <a:custGeom>
              <a:avLst/>
              <a:gdLst>
                <a:gd name="connsiteX0" fmla="*/ 0 w 80772"/>
                <a:gd name="connsiteY0" fmla="*/ 103156 h 103155"/>
                <a:gd name="connsiteX1" fmla="*/ 0 w 80772"/>
                <a:gd name="connsiteY1" fmla="*/ 0 h 103155"/>
                <a:gd name="connsiteX2" fmla="*/ 20098 w 80772"/>
                <a:gd name="connsiteY2" fmla="*/ 0 h 103155"/>
                <a:gd name="connsiteX3" fmla="*/ 65723 w 80772"/>
                <a:gd name="connsiteY3" fmla="*/ 83058 h 103155"/>
                <a:gd name="connsiteX4" fmla="*/ 66008 w 80772"/>
                <a:gd name="connsiteY4" fmla="*/ 83058 h 103155"/>
                <a:gd name="connsiteX5" fmla="*/ 66008 w 80772"/>
                <a:gd name="connsiteY5" fmla="*/ 0 h 103155"/>
                <a:gd name="connsiteX6" fmla="*/ 80772 w 80772"/>
                <a:gd name="connsiteY6" fmla="*/ 0 h 103155"/>
                <a:gd name="connsiteX7" fmla="*/ 80772 w 80772"/>
                <a:gd name="connsiteY7" fmla="*/ 103156 h 103155"/>
                <a:gd name="connsiteX8" fmla="*/ 61817 w 80772"/>
                <a:gd name="connsiteY8" fmla="*/ 103156 h 103155"/>
                <a:gd name="connsiteX9" fmla="*/ 15145 w 80772"/>
                <a:gd name="connsiteY9" fmla="*/ 18288 h 103155"/>
                <a:gd name="connsiteX10" fmla="*/ 14764 w 80772"/>
                <a:gd name="connsiteY10" fmla="*/ 18288 h 103155"/>
                <a:gd name="connsiteX11" fmla="*/ 14764 w 80772"/>
                <a:gd name="connsiteY11" fmla="*/ 103156 h 103155"/>
                <a:gd name="connsiteX12" fmla="*/ 0 w 80772"/>
                <a:gd name="connsiteY12"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772" h="103155">
                  <a:moveTo>
                    <a:pt x="0" y="103156"/>
                  </a:moveTo>
                  <a:lnTo>
                    <a:pt x="0" y="0"/>
                  </a:lnTo>
                  <a:lnTo>
                    <a:pt x="20098" y="0"/>
                  </a:lnTo>
                  <a:lnTo>
                    <a:pt x="65723" y="83058"/>
                  </a:lnTo>
                  <a:lnTo>
                    <a:pt x="66008" y="83058"/>
                  </a:lnTo>
                  <a:lnTo>
                    <a:pt x="66008" y="0"/>
                  </a:lnTo>
                  <a:lnTo>
                    <a:pt x="80772" y="0"/>
                  </a:lnTo>
                  <a:lnTo>
                    <a:pt x="80772" y="103156"/>
                  </a:lnTo>
                  <a:lnTo>
                    <a:pt x="61817" y="103156"/>
                  </a:lnTo>
                  <a:lnTo>
                    <a:pt x="15145" y="18288"/>
                  </a:lnTo>
                  <a:lnTo>
                    <a:pt x="14764" y="18288"/>
                  </a:lnTo>
                  <a:lnTo>
                    <a:pt x="14764" y="103156"/>
                  </a:lnTo>
                  <a:lnTo>
                    <a:pt x="0" y="103156"/>
                  </a:lnTo>
                  <a:close/>
                </a:path>
              </a:pathLst>
            </a:custGeom>
            <a:grpFill/>
            <a:ln w="9525" cap="flat">
              <a:noFill/>
              <a:prstDash val="solid"/>
              <a:miter/>
            </a:ln>
          </p:spPr>
          <p:txBody>
            <a:bodyPr rtlCol="0" anchor="ctr"/>
            <a:lstStyle/>
            <a:p>
              <a:endParaRPr lang="en-GB"/>
            </a:p>
          </p:txBody>
        </p:sp>
        <p:sp>
          <p:nvSpPr>
            <p:cNvPr id="44" name="Freeform: Shape 36">
              <a:extLst>
                <a:ext uri="{FF2B5EF4-FFF2-40B4-BE49-F238E27FC236}">
                  <a16:creationId xmlns:a16="http://schemas.microsoft.com/office/drawing/2014/main" id="{B2760A55-A4E5-2C37-4D3C-642DC5CB13D7}"/>
                </a:ext>
              </a:extLst>
            </p:cNvPr>
            <p:cNvSpPr/>
            <p:nvPr/>
          </p:nvSpPr>
          <p:spPr>
            <a:xfrm>
              <a:off x="1762251" y="3614298"/>
              <a:ext cx="85534" cy="103155"/>
            </a:xfrm>
            <a:custGeom>
              <a:avLst/>
              <a:gdLst>
                <a:gd name="connsiteX0" fmla="*/ 0 w 85534"/>
                <a:gd name="connsiteY0" fmla="*/ 103156 h 103155"/>
                <a:gd name="connsiteX1" fmla="*/ 0 w 85534"/>
                <a:gd name="connsiteY1" fmla="*/ 0 h 103155"/>
                <a:gd name="connsiteX2" fmla="*/ 30480 w 85534"/>
                <a:gd name="connsiteY2" fmla="*/ 0 h 103155"/>
                <a:gd name="connsiteX3" fmla="*/ 69533 w 85534"/>
                <a:gd name="connsiteY3" fmla="*/ 13430 h 103155"/>
                <a:gd name="connsiteX4" fmla="*/ 85535 w 85534"/>
                <a:gd name="connsiteY4" fmla="*/ 50673 h 103155"/>
                <a:gd name="connsiteX5" fmla="*/ 70961 w 85534"/>
                <a:gd name="connsiteY5" fmla="*/ 89726 h 103155"/>
                <a:gd name="connsiteX6" fmla="*/ 30575 w 85534"/>
                <a:gd name="connsiteY6" fmla="*/ 103156 h 103155"/>
                <a:gd name="connsiteX7" fmla="*/ 95 w 85534"/>
                <a:gd name="connsiteY7" fmla="*/ 103156 h 103155"/>
                <a:gd name="connsiteX8" fmla="*/ 14764 w 85534"/>
                <a:gd name="connsiteY8" fmla="*/ 12954 h 103155"/>
                <a:gd name="connsiteX9" fmla="*/ 14764 w 85534"/>
                <a:gd name="connsiteY9" fmla="*/ 90106 h 103155"/>
                <a:gd name="connsiteX10" fmla="*/ 30290 w 85534"/>
                <a:gd name="connsiteY10" fmla="*/ 90106 h 103155"/>
                <a:gd name="connsiteX11" fmla="*/ 69723 w 85534"/>
                <a:gd name="connsiteY11" fmla="*/ 51245 h 103155"/>
                <a:gd name="connsiteX12" fmla="*/ 58960 w 85534"/>
                <a:gd name="connsiteY12" fmla="*/ 23051 h 103155"/>
                <a:gd name="connsiteX13" fmla="*/ 32004 w 85534"/>
                <a:gd name="connsiteY13" fmla="*/ 12954 h 103155"/>
                <a:gd name="connsiteX14" fmla="*/ 14669 w 85534"/>
                <a:gd name="connsiteY14" fmla="*/ 12954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534" h="103155">
                  <a:moveTo>
                    <a:pt x="0" y="103156"/>
                  </a:moveTo>
                  <a:lnTo>
                    <a:pt x="0" y="0"/>
                  </a:lnTo>
                  <a:lnTo>
                    <a:pt x="30480" y="0"/>
                  </a:lnTo>
                  <a:cubicBezTo>
                    <a:pt x="46196" y="0"/>
                    <a:pt x="59246" y="4477"/>
                    <a:pt x="69533" y="13430"/>
                  </a:cubicBezTo>
                  <a:cubicBezTo>
                    <a:pt x="80200" y="22765"/>
                    <a:pt x="85535" y="35243"/>
                    <a:pt x="85535" y="50673"/>
                  </a:cubicBezTo>
                  <a:cubicBezTo>
                    <a:pt x="85535" y="67723"/>
                    <a:pt x="80677" y="80772"/>
                    <a:pt x="70961" y="89726"/>
                  </a:cubicBezTo>
                  <a:cubicBezTo>
                    <a:pt x="61246" y="98679"/>
                    <a:pt x="47815" y="103156"/>
                    <a:pt x="30575" y="103156"/>
                  </a:cubicBezTo>
                  <a:lnTo>
                    <a:pt x="95" y="103156"/>
                  </a:lnTo>
                  <a:close/>
                  <a:moveTo>
                    <a:pt x="14764" y="12954"/>
                  </a:moveTo>
                  <a:lnTo>
                    <a:pt x="14764" y="90106"/>
                  </a:lnTo>
                  <a:lnTo>
                    <a:pt x="30290" y="90106"/>
                  </a:lnTo>
                  <a:cubicBezTo>
                    <a:pt x="56579" y="90106"/>
                    <a:pt x="69723" y="77153"/>
                    <a:pt x="69723" y="51245"/>
                  </a:cubicBezTo>
                  <a:cubicBezTo>
                    <a:pt x="69723" y="39529"/>
                    <a:pt x="66104" y="30099"/>
                    <a:pt x="58960" y="23051"/>
                  </a:cubicBezTo>
                  <a:cubicBezTo>
                    <a:pt x="52006" y="16288"/>
                    <a:pt x="42958" y="12954"/>
                    <a:pt x="32004" y="12954"/>
                  </a:cubicBezTo>
                  <a:lnTo>
                    <a:pt x="14669" y="12954"/>
                  </a:lnTo>
                  <a:close/>
                </a:path>
              </a:pathLst>
            </a:custGeom>
            <a:grpFill/>
            <a:ln w="9525" cap="flat">
              <a:noFill/>
              <a:prstDash val="solid"/>
              <a:miter/>
            </a:ln>
          </p:spPr>
          <p:txBody>
            <a:bodyPr rtlCol="0" anchor="ctr"/>
            <a:lstStyle/>
            <a:p>
              <a:endParaRPr lang="en-GB"/>
            </a:p>
          </p:txBody>
        </p:sp>
        <p:sp>
          <p:nvSpPr>
            <p:cNvPr id="45" name="Freeform: Shape 37">
              <a:extLst>
                <a:ext uri="{FF2B5EF4-FFF2-40B4-BE49-F238E27FC236}">
                  <a16:creationId xmlns:a16="http://schemas.microsoft.com/office/drawing/2014/main" id="{33828D5C-97A3-4351-2281-D8310BEE14EE}"/>
                </a:ext>
              </a:extLst>
            </p:cNvPr>
            <p:cNvSpPr/>
            <p:nvPr/>
          </p:nvSpPr>
          <p:spPr>
            <a:xfrm>
              <a:off x="1885790" y="3614298"/>
              <a:ext cx="103155" cy="103155"/>
            </a:xfrm>
            <a:custGeom>
              <a:avLst/>
              <a:gdLst>
                <a:gd name="connsiteX0" fmla="*/ 0 w 103155"/>
                <a:gd name="connsiteY0" fmla="*/ 103156 h 103155"/>
                <a:gd name="connsiteX1" fmla="*/ 44005 w 103155"/>
                <a:gd name="connsiteY1" fmla="*/ 0 h 103155"/>
                <a:gd name="connsiteX2" fmla="*/ 59531 w 103155"/>
                <a:gd name="connsiteY2" fmla="*/ 0 h 103155"/>
                <a:gd name="connsiteX3" fmla="*/ 103156 w 103155"/>
                <a:gd name="connsiteY3" fmla="*/ 103156 h 103155"/>
                <a:gd name="connsiteX4" fmla="*/ 87058 w 103155"/>
                <a:gd name="connsiteY4" fmla="*/ 103156 h 103155"/>
                <a:gd name="connsiteX5" fmla="*/ 76581 w 103155"/>
                <a:gd name="connsiteY5" fmla="*/ 77153 h 103155"/>
                <a:gd name="connsiteX6" fmla="*/ 26003 w 103155"/>
                <a:gd name="connsiteY6" fmla="*/ 77153 h 103155"/>
                <a:gd name="connsiteX7" fmla="*/ 15526 w 103155"/>
                <a:gd name="connsiteY7" fmla="*/ 103156 h 103155"/>
                <a:gd name="connsiteX8" fmla="*/ 0 w 103155"/>
                <a:gd name="connsiteY8" fmla="*/ 103156 h 103155"/>
                <a:gd name="connsiteX9" fmla="*/ 71819 w 103155"/>
                <a:gd name="connsiteY9" fmla="*/ 64960 h 103155"/>
                <a:gd name="connsiteX10" fmla="*/ 51244 w 103155"/>
                <a:gd name="connsiteY10" fmla="*/ 13811 h 103155"/>
                <a:gd name="connsiteX11" fmla="*/ 30671 w 103155"/>
                <a:gd name="connsiteY11" fmla="*/ 64960 h 103155"/>
                <a:gd name="connsiteX12" fmla="*/ 71819 w 103155"/>
                <a:gd name="connsiteY12" fmla="*/ 64960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155" h="103155">
                  <a:moveTo>
                    <a:pt x="0" y="103156"/>
                  </a:moveTo>
                  <a:lnTo>
                    <a:pt x="44005" y="0"/>
                  </a:lnTo>
                  <a:lnTo>
                    <a:pt x="59531" y="0"/>
                  </a:lnTo>
                  <a:lnTo>
                    <a:pt x="103156" y="103156"/>
                  </a:lnTo>
                  <a:lnTo>
                    <a:pt x="87058" y="103156"/>
                  </a:lnTo>
                  <a:lnTo>
                    <a:pt x="76581" y="77153"/>
                  </a:lnTo>
                  <a:lnTo>
                    <a:pt x="26003" y="77153"/>
                  </a:lnTo>
                  <a:lnTo>
                    <a:pt x="15526" y="103156"/>
                  </a:lnTo>
                  <a:lnTo>
                    <a:pt x="0" y="103156"/>
                  </a:lnTo>
                  <a:close/>
                  <a:moveTo>
                    <a:pt x="71819" y="64960"/>
                  </a:moveTo>
                  <a:lnTo>
                    <a:pt x="51244" y="13811"/>
                  </a:lnTo>
                  <a:lnTo>
                    <a:pt x="30671" y="64960"/>
                  </a:lnTo>
                  <a:lnTo>
                    <a:pt x="71819" y="64960"/>
                  </a:lnTo>
                  <a:close/>
                </a:path>
              </a:pathLst>
            </a:custGeom>
            <a:grpFill/>
            <a:ln w="9525" cap="flat">
              <a:noFill/>
              <a:prstDash val="solid"/>
              <a:miter/>
            </a:ln>
          </p:spPr>
          <p:txBody>
            <a:bodyPr rtlCol="0" anchor="ctr"/>
            <a:lstStyle/>
            <a:p>
              <a:endParaRPr lang="en-GB"/>
            </a:p>
          </p:txBody>
        </p:sp>
        <p:sp>
          <p:nvSpPr>
            <p:cNvPr id="46" name="Freeform: Shape 38">
              <a:extLst>
                <a:ext uri="{FF2B5EF4-FFF2-40B4-BE49-F238E27FC236}">
                  <a16:creationId xmlns:a16="http://schemas.microsoft.com/office/drawing/2014/main" id="{8C452903-DC56-25F4-BC76-2C6E0C53077D}"/>
                </a:ext>
              </a:extLst>
            </p:cNvPr>
            <p:cNvSpPr/>
            <p:nvPr/>
          </p:nvSpPr>
          <p:spPr>
            <a:xfrm>
              <a:off x="2021903" y="3614298"/>
              <a:ext cx="78962" cy="103155"/>
            </a:xfrm>
            <a:custGeom>
              <a:avLst/>
              <a:gdLst>
                <a:gd name="connsiteX0" fmla="*/ 32099 w 78962"/>
                <a:gd name="connsiteY0" fmla="*/ 103156 h 103155"/>
                <a:gd name="connsiteX1" fmla="*/ 32099 w 78962"/>
                <a:gd name="connsiteY1" fmla="*/ 12954 h 103155"/>
                <a:gd name="connsiteX2" fmla="*/ 0 w 78962"/>
                <a:gd name="connsiteY2" fmla="*/ 12954 h 103155"/>
                <a:gd name="connsiteX3" fmla="*/ 0 w 78962"/>
                <a:gd name="connsiteY3" fmla="*/ 0 h 103155"/>
                <a:gd name="connsiteX4" fmla="*/ 78962 w 78962"/>
                <a:gd name="connsiteY4" fmla="*/ 0 h 103155"/>
                <a:gd name="connsiteX5" fmla="*/ 78962 w 78962"/>
                <a:gd name="connsiteY5" fmla="*/ 12954 h 103155"/>
                <a:gd name="connsiteX6" fmla="*/ 46863 w 78962"/>
                <a:gd name="connsiteY6" fmla="*/ 12954 h 103155"/>
                <a:gd name="connsiteX7" fmla="*/ 46863 w 78962"/>
                <a:gd name="connsiteY7" fmla="*/ 103156 h 103155"/>
                <a:gd name="connsiteX8" fmla="*/ 32099 w 78962"/>
                <a:gd name="connsiteY8"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62" h="103155">
                  <a:moveTo>
                    <a:pt x="32099" y="103156"/>
                  </a:moveTo>
                  <a:lnTo>
                    <a:pt x="32099" y="12954"/>
                  </a:lnTo>
                  <a:lnTo>
                    <a:pt x="0" y="12954"/>
                  </a:lnTo>
                  <a:lnTo>
                    <a:pt x="0" y="0"/>
                  </a:lnTo>
                  <a:lnTo>
                    <a:pt x="78962" y="0"/>
                  </a:lnTo>
                  <a:lnTo>
                    <a:pt x="78962" y="12954"/>
                  </a:lnTo>
                  <a:lnTo>
                    <a:pt x="46863" y="12954"/>
                  </a:lnTo>
                  <a:lnTo>
                    <a:pt x="46863" y="103156"/>
                  </a:lnTo>
                  <a:lnTo>
                    <a:pt x="32099" y="103156"/>
                  </a:lnTo>
                  <a:close/>
                </a:path>
              </a:pathLst>
            </a:custGeom>
            <a:grpFill/>
            <a:ln w="9525" cap="flat">
              <a:noFill/>
              <a:prstDash val="solid"/>
              <a:miter/>
            </a:ln>
          </p:spPr>
          <p:txBody>
            <a:bodyPr rtlCol="0" anchor="ctr"/>
            <a:lstStyle/>
            <a:p>
              <a:endParaRPr lang="en-GB"/>
            </a:p>
          </p:txBody>
        </p:sp>
        <p:sp>
          <p:nvSpPr>
            <p:cNvPr id="47" name="Freeform: Shape 39">
              <a:extLst>
                <a:ext uri="{FF2B5EF4-FFF2-40B4-BE49-F238E27FC236}">
                  <a16:creationId xmlns:a16="http://schemas.microsoft.com/office/drawing/2014/main" id="{E0F1E513-76B1-65CE-6065-41D5E590A2FB}"/>
                </a:ext>
              </a:extLst>
            </p:cNvPr>
            <p:cNvSpPr/>
            <p:nvPr/>
          </p:nvSpPr>
          <p:spPr>
            <a:xfrm>
              <a:off x="2145251" y="3614299"/>
              <a:ext cx="14763" cy="103155"/>
            </a:xfrm>
            <a:custGeom>
              <a:avLst/>
              <a:gdLst>
                <a:gd name="connsiteX0" fmla="*/ 0 w 14763"/>
                <a:gd name="connsiteY0" fmla="*/ 0 h 103155"/>
                <a:gd name="connsiteX1" fmla="*/ 14764 w 14763"/>
                <a:gd name="connsiteY1" fmla="*/ 0 h 103155"/>
                <a:gd name="connsiteX2" fmla="*/ 14764 w 14763"/>
                <a:gd name="connsiteY2" fmla="*/ 103156 h 103155"/>
                <a:gd name="connsiteX3" fmla="*/ 0 w 14763"/>
                <a:gd name="connsiteY3" fmla="*/ 103156 h 103155"/>
              </a:gdLst>
              <a:ahLst/>
              <a:cxnLst>
                <a:cxn ang="0">
                  <a:pos x="connsiteX0" y="connsiteY0"/>
                </a:cxn>
                <a:cxn ang="0">
                  <a:pos x="connsiteX1" y="connsiteY1"/>
                </a:cxn>
                <a:cxn ang="0">
                  <a:pos x="connsiteX2" y="connsiteY2"/>
                </a:cxn>
                <a:cxn ang="0">
                  <a:pos x="connsiteX3" y="connsiteY3"/>
                </a:cxn>
              </a:cxnLst>
              <a:rect l="l" t="t" r="r" b="b"/>
              <a:pathLst>
                <a:path w="14763" h="103155">
                  <a:moveTo>
                    <a:pt x="0" y="0"/>
                  </a:moveTo>
                  <a:lnTo>
                    <a:pt x="14764" y="0"/>
                  </a:lnTo>
                  <a:lnTo>
                    <a:pt x="14764" y="103156"/>
                  </a:lnTo>
                  <a:lnTo>
                    <a:pt x="0" y="103156"/>
                  </a:lnTo>
                  <a:close/>
                </a:path>
              </a:pathLst>
            </a:custGeom>
            <a:grpFill/>
            <a:ln w="9525" cap="flat">
              <a:noFill/>
              <a:prstDash val="solid"/>
              <a:miter/>
            </a:ln>
          </p:spPr>
          <p:txBody>
            <a:bodyPr rtlCol="0" anchor="ctr"/>
            <a:lstStyle/>
            <a:p>
              <a:endParaRPr lang="en-GB"/>
            </a:p>
          </p:txBody>
        </p:sp>
        <p:sp>
          <p:nvSpPr>
            <p:cNvPr id="48" name="Freeform: Shape 40">
              <a:extLst>
                <a:ext uri="{FF2B5EF4-FFF2-40B4-BE49-F238E27FC236}">
                  <a16:creationId xmlns:a16="http://schemas.microsoft.com/office/drawing/2014/main" id="{580CE6DA-A4D8-AC92-F014-CFB12CBFB091}"/>
                </a:ext>
              </a:extLst>
            </p:cNvPr>
            <p:cNvSpPr/>
            <p:nvPr/>
          </p:nvSpPr>
          <p:spPr>
            <a:xfrm>
              <a:off x="2210593" y="3612489"/>
              <a:ext cx="99345" cy="106775"/>
            </a:xfrm>
            <a:custGeom>
              <a:avLst/>
              <a:gdLst>
                <a:gd name="connsiteX0" fmla="*/ 0 w 99345"/>
                <a:gd name="connsiteY0" fmla="*/ 53340 h 106775"/>
                <a:gd name="connsiteX1" fmla="*/ 13145 w 99345"/>
                <a:gd name="connsiteY1" fmla="*/ 15240 h 106775"/>
                <a:gd name="connsiteX2" fmla="*/ 49625 w 99345"/>
                <a:gd name="connsiteY2" fmla="*/ 0 h 106775"/>
                <a:gd name="connsiteX3" fmla="*/ 86296 w 99345"/>
                <a:gd name="connsiteY3" fmla="*/ 15240 h 106775"/>
                <a:gd name="connsiteX4" fmla="*/ 99346 w 99345"/>
                <a:gd name="connsiteY4" fmla="*/ 53340 h 106775"/>
                <a:gd name="connsiteX5" fmla="*/ 86296 w 99345"/>
                <a:gd name="connsiteY5" fmla="*/ 91821 h 106775"/>
                <a:gd name="connsiteX6" fmla="*/ 49625 w 99345"/>
                <a:gd name="connsiteY6" fmla="*/ 106775 h 106775"/>
                <a:gd name="connsiteX7" fmla="*/ 12954 w 99345"/>
                <a:gd name="connsiteY7" fmla="*/ 91821 h 106775"/>
                <a:gd name="connsiteX8" fmla="*/ 0 w 99345"/>
                <a:gd name="connsiteY8" fmla="*/ 53340 h 106775"/>
                <a:gd name="connsiteX9" fmla="*/ 15621 w 99345"/>
                <a:gd name="connsiteY9" fmla="*/ 53340 h 106775"/>
                <a:gd name="connsiteX10" fmla="*/ 23717 w 99345"/>
                <a:gd name="connsiteY10" fmla="*/ 81248 h 106775"/>
                <a:gd name="connsiteX11" fmla="*/ 49625 w 99345"/>
                <a:gd name="connsiteY11" fmla="*/ 93631 h 106775"/>
                <a:gd name="connsiteX12" fmla="*/ 75533 w 99345"/>
                <a:gd name="connsiteY12" fmla="*/ 81248 h 106775"/>
                <a:gd name="connsiteX13" fmla="*/ 83629 w 99345"/>
                <a:gd name="connsiteY13" fmla="*/ 53340 h 106775"/>
                <a:gd name="connsiteX14" fmla="*/ 75152 w 99345"/>
                <a:gd name="connsiteY14" fmla="*/ 25241 h 106775"/>
                <a:gd name="connsiteX15" fmla="*/ 49625 w 99345"/>
                <a:gd name="connsiteY15" fmla="*/ 12954 h 106775"/>
                <a:gd name="connsiteX16" fmla="*/ 24098 w 99345"/>
                <a:gd name="connsiteY16" fmla="*/ 25241 h 106775"/>
                <a:gd name="connsiteX17" fmla="*/ 15716 w 99345"/>
                <a:gd name="connsiteY17" fmla="*/ 53340 h 10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345" h="106775">
                  <a:moveTo>
                    <a:pt x="0" y="53340"/>
                  </a:moveTo>
                  <a:cubicBezTo>
                    <a:pt x="0" y="37719"/>
                    <a:pt x="4382" y="24955"/>
                    <a:pt x="13145" y="15240"/>
                  </a:cubicBezTo>
                  <a:cubicBezTo>
                    <a:pt x="22098" y="5048"/>
                    <a:pt x="34290" y="0"/>
                    <a:pt x="49625" y="0"/>
                  </a:cubicBezTo>
                  <a:cubicBezTo>
                    <a:pt x="64961" y="0"/>
                    <a:pt x="77248" y="5048"/>
                    <a:pt x="86296" y="15240"/>
                  </a:cubicBezTo>
                  <a:cubicBezTo>
                    <a:pt x="94964" y="24955"/>
                    <a:pt x="99346" y="37719"/>
                    <a:pt x="99346" y="53340"/>
                  </a:cubicBezTo>
                  <a:cubicBezTo>
                    <a:pt x="99346" y="68961"/>
                    <a:pt x="94964" y="82105"/>
                    <a:pt x="86296" y="91821"/>
                  </a:cubicBezTo>
                  <a:cubicBezTo>
                    <a:pt x="77343" y="101822"/>
                    <a:pt x="65056" y="106775"/>
                    <a:pt x="49625" y="106775"/>
                  </a:cubicBezTo>
                  <a:cubicBezTo>
                    <a:pt x="34195" y="106775"/>
                    <a:pt x="21908" y="101822"/>
                    <a:pt x="12954" y="91821"/>
                  </a:cubicBezTo>
                  <a:cubicBezTo>
                    <a:pt x="4286" y="82201"/>
                    <a:pt x="0" y="69342"/>
                    <a:pt x="0" y="53340"/>
                  </a:cubicBezTo>
                  <a:moveTo>
                    <a:pt x="15621" y="53340"/>
                  </a:moveTo>
                  <a:cubicBezTo>
                    <a:pt x="15621" y="64579"/>
                    <a:pt x="18288" y="73914"/>
                    <a:pt x="23717" y="81248"/>
                  </a:cubicBezTo>
                  <a:cubicBezTo>
                    <a:pt x="29813" y="89535"/>
                    <a:pt x="38481" y="93631"/>
                    <a:pt x="49625" y="93631"/>
                  </a:cubicBezTo>
                  <a:cubicBezTo>
                    <a:pt x="60770" y="93631"/>
                    <a:pt x="69437" y="89535"/>
                    <a:pt x="75533" y="81248"/>
                  </a:cubicBezTo>
                  <a:cubicBezTo>
                    <a:pt x="80963" y="73819"/>
                    <a:pt x="83629" y="64579"/>
                    <a:pt x="83629" y="53340"/>
                  </a:cubicBezTo>
                  <a:cubicBezTo>
                    <a:pt x="83629" y="42100"/>
                    <a:pt x="80772" y="32766"/>
                    <a:pt x="75152" y="25241"/>
                  </a:cubicBezTo>
                  <a:cubicBezTo>
                    <a:pt x="68961" y="17050"/>
                    <a:pt x="60388" y="12954"/>
                    <a:pt x="49625" y="12954"/>
                  </a:cubicBezTo>
                  <a:cubicBezTo>
                    <a:pt x="38862" y="12954"/>
                    <a:pt x="30289" y="17050"/>
                    <a:pt x="24098" y="25241"/>
                  </a:cubicBezTo>
                  <a:cubicBezTo>
                    <a:pt x="18479" y="32766"/>
                    <a:pt x="15716" y="42100"/>
                    <a:pt x="15716" y="53340"/>
                  </a:cubicBezTo>
                </a:path>
              </a:pathLst>
            </a:custGeom>
            <a:grpFill/>
            <a:ln w="9525" cap="flat">
              <a:noFill/>
              <a:prstDash val="solid"/>
              <a:miter/>
            </a:ln>
          </p:spPr>
          <p:txBody>
            <a:bodyPr rtlCol="0" anchor="ctr"/>
            <a:lstStyle/>
            <a:p>
              <a:endParaRPr lang="en-GB"/>
            </a:p>
          </p:txBody>
        </p:sp>
        <p:sp>
          <p:nvSpPr>
            <p:cNvPr id="49" name="Freeform: Shape 41">
              <a:extLst>
                <a:ext uri="{FF2B5EF4-FFF2-40B4-BE49-F238E27FC236}">
                  <a16:creationId xmlns:a16="http://schemas.microsoft.com/office/drawing/2014/main" id="{BF9C919C-3E45-BE0C-CF32-42F06E59DC7D}"/>
                </a:ext>
              </a:extLst>
            </p:cNvPr>
            <p:cNvSpPr/>
            <p:nvPr/>
          </p:nvSpPr>
          <p:spPr>
            <a:xfrm>
              <a:off x="2358802" y="3614298"/>
              <a:ext cx="80771" cy="103155"/>
            </a:xfrm>
            <a:custGeom>
              <a:avLst/>
              <a:gdLst>
                <a:gd name="connsiteX0" fmla="*/ 0 w 80771"/>
                <a:gd name="connsiteY0" fmla="*/ 103156 h 103155"/>
                <a:gd name="connsiteX1" fmla="*/ 0 w 80771"/>
                <a:gd name="connsiteY1" fmla="*/ 0 h 103155"/>
                <a:gd name="connsiteX2" fmla="*/ 20098 w 80771"/>
                <a:gd name="connsiteY2" fmla="*/ 0 h 103155"/>
                <a:gd name="connsiteX3" fmla="*/ 65627 w 80771"/>
                <a:gd name="connsiteY3" fmla="*/ 83058 h 103155"/>
                <a:gd name="connsiteX4" fmla="*/ 65913 w 80771"/>
                <a:gd name="connsiteY4" fmla="*/ 83058 h 103155"/>
                <a:gd name="connsiteX5" fmla="*/ 65913 w 80771"/>
                <a:gd name="connsiteY5" fmla="*/ 0 h 103155"/>
                <a:gd name="connsiteX6" fmla="*/ 80772 w 80771"/>
                <a:gd name="connsiteY6" fmla="*/ 0 h 103155"/>
                <a:gd name="connsiteX7" fmla="*/ 80772 w 80771"/>
                <a:gd name="connsiteY7" fmla="*/ 103156 h 103155"/>
                <a:gd name="connsiteX8" fmla="*/ 61817 w 80771"/>
                <a:gd name="connsiteY8" fmla="*/ 103156 h 103155"/>
                <a:gd name="connsiteX9" fmla="*/ 15050 w 80771"/>
                <a:gd name="connsiteY9" fmla="*/ 18288 h 103155"/>
                <a:gd name="connsiteX10" fmla="*/ 14764 w 80771"/>
                <a:gd name="connsiteY10" fmla="*/ 18288 h 103155"/>
                <a:gd name="connsiteX11" fmla="*/ 14764 w 80771"/>
                <a:gd name="connsiteY11" fmla="*/ 103156 h 103155"/>
                <a:gd name="connsiteX12" fmla="*/ 0 w 80771"/>
                <a:gd name="connsiteY12"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771" h="103155">
                  <a:moveTo>
                    <a:pt x="0" y="103156"/>
                  </a:moveTo>
                  <a:lnTo>
                    <a:pt x="0" y="0"/>
                  </a:lnTo>
                  <a:lnTo>
                    <a:pt x="20098" y="0"/>
                  </a:lnTo>
                  <a:lnTo>
                    <a:pt x="65627" y="83058"/>
                  </a:lnTo>
                  <a:lnTo>
                    <a:pt x="65913" y="83058"/>
                  </a:lnTo>
                  <a:lnTo>
                    <a:pt x="65913" y="0"/>
                  </a:lnTo>
                  <a:lnTo>
                    <a:pt x="80772" y="0"/>
                  </a:lnTo>
                  <a:lnTo>
                    <a:pt x="80772" y="103156"/>
                  </a:lnTo>
                  <a:lnTo>
                    <a:pt x="61817" y="103156"/>
                  </a:lnTo>
                  <a:lnTo>
                    <a:pt x="15050" y="18288"/>
                  </a:lnTo>
                  <a:lnTo>
                    <a:pt x="14764" y="18288"/>
                  </a:lnTo>
                  <a:lnTo>
                    <a:pt x="14764" y="103156"/>
                  </a:lnTo>
                  <a:lnTo>
                    <a:pt x="0" y="103156"/>
                  </a:lnTo>
                  <a:close/>
                </a:path>
              </a:pathLst>
            </a:custGeom>
            <a:grpFill/>
            <a:ln w="9525" cap="flat">
              <a:noFill/>
              <a:prstDash val="solid"/>
              <a:miter/>
            </a:ln>
          </p:spPr>
          <p:txBody>
            <a:bodyPr rtlCol="0" anchor="ctr"/>
            <a:lstStyle/>
            <a:p>
              <a:endParaRPr lang="en-GB"/>
            </a:p>
          </p:txBody>
        </p:sp>
        <p:sp>
          <p:nvSpPr>
            <p:cNvPr id="50" name="Freeform: Shape 42">
              <a:extLst>
                <a:ext uri="{FF2B5EF4-FFF2-40B4-BE49-F238E27FC236}">
                  <a16:creationId xmlns:a16="http://schemas.microsoft.com/office/drawing/2014/main" id="{D3CF160F-4B8C-EDF9-6CBE-238C79E1C3AD}"/>
                </a:ext>
              </a:extLst>
            </p:cNvPr>
            <p:cNvSpPr/>
            <p:nvPr/>
          </p:nvSpPr>
          <p:spPr>
            <a:xfrm>
              <a:off x="970533" y="2918783"/>
              <a:ext cx="854201" cy="422719"/>
            </a:xfrm>
            <a:custGeom>
              <a:avLst/>
              <a:gdLst>
                <a:gd name="connsiteX0" fmla="*/ 321469 w 854201"/>
                <a:gd name="connsiteY0" fmla="*/ 41339 h 422719"/>
                <a:gd name="connsiteX1" fmla="*/ 0 w 854201"/>
                <a:gd name="connsiteY1" fmla="*/ 0 h 422719"/>
                <a:gd name="connsiteX2" fmla="*/ 854202 w 854201"/>
                <a:gd name="connsiteY2" fmla="*/ 422719 h 422719"/>
                <a:gd name="connsiteX3" fmla="*/ 321469 w 854201"/>
                <a:gd name="connsiteY3" fmla="*/ 41339 h 422719"/>
              </a:gdLst>
              <a:ahLst/>
              <a:cxnLst>
                <a:cxn ang="0">
                  <a:pos x="connsiteX0" y="connsiteY0"/>
                </a:cxn>
                <a:cxn ang="0">
                  <a:pos x="connsiteX1" y="connsiteY1"/>
                </a:cxn>
                <a:cxn ang="0">
                  <a:pos x="connsiteX2" y="connsiteY2"/>
                </a:cxn>
                <a:cxn ang="0">
                  <a:pos x="connsiteX3" y="connsiteY3"/>
                </a:cxn>
              </a:cxnLst>
              <a:rect l="l" t="t" r="r" b="b"/>
              <a:pathLst>
                <a:path w="854201" h="422719">
                  <a:moveTo>
                    <a:pt x="321469" y="41339"/>
                  </a:moveTo>
                  <a:lnTo>
                    <a:pt x="0" y="0"/>
                  </a:lnTo>
                  <a:lnTo>
                    <a:pt x="854202" y="422719"/>
                  </a:lnTo>
                  <a:lnTo>
                    <a:pt x="321469" y="41339"/>
                  </a:lnTo>
                  <a:close/>
                </a:path>
              </a:pathLst>
            </a:custGeom>
            <a:grpFill/>
            <a:ln w="9525" cap="flat">
              <a:noFill/>
              <a:prstDash val="solid"/>
              <a:miter/>
            </a:ln>
          </p:spPr>
          <p:txBody>
            <a:bodyPr rtlCol="0" anchor="ctr"/>
            <a:lstStyle/>
            <a:p>
              <a:endParaRPr lang="en-GB"/>
            </a:p>
          </p:txBody>
        </p:sp>
        <p:sp>
          <p:nvSpPr>
            <p:cNvPr id="51" name="Freeform: Shape 43">
              <a:extLst>
                <a:ext uri="{FF2B5EF4-FFF2-40B4-BE49-F238E27FC236}">
                  <a16:creationId xmlns:a16="http://schemas.microsoft.com/office/drawing/2014/main" id="{9DBD0412-916F-5420-A9F9-18293F157501}"/>
                </a:ext>
              </a:extLst>
            </p:cNvPr>
            <p:cNvSpPr/>
            <p:nvPr/>
          </p:nvSpPr>
          <p:spPr>
            <a:xfrm>
              <a:off x="1292002" y="2882207"/>
              <a:ext cx="534638" cy="453389"/>
            </a:xfrm>
            <a:custGeom>
              <a:avLst/>
              <a:gdLst>
                <a:gd name="connsiteX0" fmla="*/ 257080 w 534638"/>
                <a:gd name="connsiteY0" fmla="*/ 69914 h 453389"/>
                <a:gd name="connsiteX1" fmla="*/ 0 w 534638"/>
                <a:gd name="connsiteY1" fmla="*/ 0 h 453389"/>
                <a:gd name="connsiteX2" fmla="*/ 534638 w 534638"/>
                <a:gd name="connsiteY2" fmla="*/ 453390 h 453389"/>
                <a:gd name="connsiteX3" fmla="*/ 257080 w 534638"/>
                <a:gd name="connsiteY3" fmla="*/ 69914 h 453389"/>
              </a:gdLst>
              <a:ahLst/>
              <a:cxnLst>
                <a:cxn ang="0">
                  <a:pos x="connsiteX0" y="connsiteY0"/>
                </a:cxn>
                <a:cxn ang="0">
                  <a:pos x="connsiteX1" y="connsiteY1"/>
                </a:cxn>
                <a:cxn ang="0">
                  <a:pos x="connsiteX2" y="connsiteY2"/>
                </a:cxn>
                <a:cxn ang="0">
                  <a:pos x="connsiteX3" y="connsiteY3"/>
                </a:cxn>
              </a:cxnLst>
              <a:rect l="l" t="t" r="r" b="b"/>
              <a:pathLst>
                <a:path w="534638" h="453389">
                  <a:moveTo>
                    <a:pt x="257080" y="69914"/>
                  </a:moveTo>
                  <a:lnTo>
                    <a:pt x="0" y="0"/>
                  </a:lnTo>
                  <a:lnTo>
                    <a:pt x="534638" y="453390"/>
                  </a:lnTo>
                  <a:lnTo>
                    <a:pt x="257080" y="69914"/>
                  </a:lnTo>
                  <a:close/>
                </a:path>
              </a:pathLst>
            </a:custGeom>
            <a:grpFill/>
            <a:ln w="9525" cap="flat">
              <a:noFill/>
              <a:prstDash val="solid"/>
              <a:miter/>
            </a:ln>
          </p:spPr>
          <p:txBody>
            <a:bodyPr rtlCol="0" anchor="ctr"/>
            <a:lstStyle/>
            <a:p>
              <a:endParaRPr lang="en-GB"/>
            </a:p>
          </p:txBody>
        </p:sp>
        <p:sp>
          <p:nvSpPr>
            <p:cNvPr id="52" name="Freeform: Shape 44">
              <a:extLst>
                <a:ext uri="{FF2B5EF4-FFF2-40B4-BE49-F238E27FC236}">
                  <a16:creationId xmlns:a16="http://schemas.microsoft.com/office/drawing/2014/main" id="{0CD56C9E-D97F-7578-3299-3AFD1183BD3D}"/>
                </a:ext>
              </a:extLst>
            </p:cNvPr>
            <p:cNvSpPr/>
            <p:nvPr/>
          </p:nvSpPr>
          <p:spPr>
            <a:xfrm>
              <a:off x="1856072" y="2918688"/>
              <a:ext cx="854202" cy="422814"/>
            </a:xfrm>
            <a:custGeom>
              <a:avLst/>
              <a:gdLst>
                <a:gd name="connsiteX0" fmla="*/ 532733 w 854202"/>
                <a:gd name="connsiteY0" fmla="*/ 41434 h 422814"/>
                <a:gd name="connsiteX1" fmla="*/ 854202 w 854202"/>
                <a:gd name="connsiteY1" fmla="*/ 0 h 422814"/>
                <a:gd name="connsiteX2" fmla="*/ 0 w 854202"/>
                <a:gd name="connsiteY2" fmla="*/ 422815 h 422814"/>
                <a:gd name="connsiteX3" fmla="*/ 532733 w 854202"/>
                <a:gd name="connsiteY3" fmla="*/ 41434 h 422814"/>
              </a:gdLst>
              <a:ahLst/>
              <a:cxnLst>
                <a:cxn ang="0">
                  <a:pos x="connsiteX0" y="connsiteY0"/>
                </a:cxn>
                <a:cxn ang="0">
                  <a:pos x="connsiteX1" y="connsiteY1"/>
                </a:cxn>
                <a:cxn ang="0">
                  <a:pos x="connsiteX2" y="connsiteY2"/>
                </a:cxn>
                <a:cxn ang="0">
                  <a:pos x="connsiteX3" y="connsiteY3"/>
                </a:cxn>
              </a:cxnLst>
              <a:rect l="l" t="t" r="r" b="b"/>
              <a:pathLst>
                <a:path w="854202" h="422814">
                  <a:moveTo>
                    <a:pt x="532733" y="41434"/>
                  </a:moveTo>
                  <a:lnTo>
                    <a:pt x="854202" y="0"/>
                  </a:lnTo>
                  <a:lnTo>
                    <a:pt x="0" y="422815"/>
                  </a:lnTo>
                  <a:lnTo>
                    <a:pt x="532733" y="41434"/>
                  </a:lnTo>
                  <a:close/>
                </a:path>
              </a:pathLst>
            </a:custGeom>
            <a:grpFill/>
            <a:ln w="9525" cap="flat">
              <a:noFill/>
              <a:prstDash val="solid"/>
              <a:miter/>
            </a:ln>
          </p:spPr>
          <p:txBody>
            <a:bodyPr rtlCol="0" anchor="ctr"/>
            <a:lstStyle/>
            <a:p>
              <a:endParaRPr lang="en-GB"/>
            </a:p>
          </p:txBody>
        </p:sp>
        <p:sp>
          <p:nvSpPr>
            <p:cNvPr id="53" name="Freeform: Shape 45">
              <a:extLst>
                <a:ext uri="{FF2B5EF4-FFF2-40B4-BE49-F238E27FC236}">
                  <a16:creationId xmlns:a16="http://schemas.microsoft.com/office/drawing/2014/main" id="{D03FBC7E-1FB0-F546-9543-8AC73243478C}"/>
                </a:ext>
              </a:extLst>
            </p:cNvPr>
            <p:cNvSpPr/>
            <p:nvPr/>
          </p:nvSpPr>
          <p:spPr>
            <a:xfrm>
              <a:off x="1854167" y="2882207"/>
              <a:ext cx="534638" cy="453294"/>
            </a:xfrm>
            <a:custGeom>
              <a:avLst/>
              <a:gdLst>
                <a:gd name="connsiteX0" fmla="*/ 277654 w 534638"/>
                <a:gd name="connsiteY0" fmla="*/ 69914 h 453294"/>
                <a:gd name="connsiteX1" fmla="*/ 534638 w 534638"/>
                <a:gd name="connsiteY1" fmla="*/ 0 h 453294"/>
                <a:gd name="connsiteX2" fmla="*/ 0 w 534638"/>
                <a:gd name="connsiteY2" fmla="*/ 453295 h 453294"/>
                <a:gd name="connsiteX3" fmla="*/ 277654 w 534638"/>
                <a:gd name="connsiteY3" fmla="*/ 69914 h 453294"/>
              </a:gdLst>
              <a:ahLst/>
              <a:cxnLst>
                <a:cxn ang="0">
                  <a:pos x="connsiteX0" y="connsiteY0"/>
                </a:cxn>
                <a:cxn ang="0">
                  <a:pos x="connsiteX1" y="connsiteY1"/>
                </a:cxn>
                <a:cxn ang="0">
                  <a:pos x="connsiteX2" y="connsiteY2"/>
                </a:cxn>
                <a:cxn ang="0">
                  <a:pos x="connsiteX3" y="connsiteY3"/>
                </a:cxn>
              </a:cxnLst>
              <a:rect l="l" t="t" r="r" b="b"/>
              <a:pathLst>
                <a:path w="534638" h="453294">
                  <a:moveTo>
                    <a:pt x="277654" y="69914"/>
                  </a:moveTo>
                  <a:lnTo>
                    <a:pt x="534638" y="0"/>
                  </a:lnTo>
                  <a:lnTo>
                    <a:pt x="0" y="453295"/>
                  </a:lnTo>
                  <a:lnTo>
                    <a:pt x="277654" y="69914"/>
                  </a:lnTo>
                  <a:close/>
                </a:path>
              </a:pathLst>
            </a:custGeom>
            <a:grpFill/>
            <a:ln w="9525" cap="flat">
              <a:noFill/>
              <a:prstDash val="solid"/>
              <a:miter/>
            </a:ln>
          </p:spPr>
          <p:txBody>
            <a:bodyPr rtlCol="0" anchor="ctr"/>
            <a:lstStyle/>
            <a:p>
              <a:endParaRPr lang="en-GB"/>
            </a:p>
          </p:txBody>
        </p:sp>
        <p:sp>
          <p:nvSpPr>
            <p:cNvPr id="54" name="Freeform: Shape 46">
              <a:extLst>
                <a:ext uri="{FF2B5EF4-FFF2-40B4-BE49-F238E27FC236}">
                  <a16:creationId xmlns:a16="http://schemas.microsoft.com/office/drawing/2014/main" id="{B31390DA-1D9B-FE05-0048-4672E630345C}"/>
                </a:ext>
              </a:extLst>
            </p:cNvPr>
            <p:cNvSpPr/>
            <p:nvPr/>
          </p:nvSpPr>
          <p:spPr>
            <a:xfrm>
              <a:off x="1523935" y="2846965"/>
              <a:ext cx="633031" cy="495109"/>
            </a:xfrm>
            <a:custGeom>
              <a:avLst/>
              <a:gdLst>
                <a:gd name="connsiteX0" fmla="*/ 633032 w 633031"/>
                <a:gd name="connsiteY0" fmla="*/ 0 h 495109"/>
                <a:gd name="connsiteX1" fmla="*/ 426720 w 633031"/>
                <a:gd name="connsiteY1" fmla="*/ 97727 h 495109"/>
                <a:gd name="connsiteX2" fmla="*/ 388239 w 633031"/>
                <a:gd name="connsiteY2" fmla="*/ 252413 h 495109"/>
                <a:gd name="connsiteX3" fmla="*/ 316516 w 633031"/>
                <a:gd name="connsiteY3" fmla="*/ 111062 h 495109"/>
                <a:gd name="connsiteX4" fmla="*/ 244412 w 633031"/>
                <a:gd name="connsiteY4" fmla="*/ 252413 h 495109"/>
                <a:gd name="connsiteX5" fmla="*/ 206216 w 633031"/>
                <a:gd name="connsiteY5" fmla="*/ 97727 h 495109"/>
                <a:gd name="connsiteX6" fmla="*/ 0 w 633031"/>
                <a:gd name="connsiteY6" fmla="*/ 0 h 495109"/>
                <a:gd name="connsiteX7" fmla="*/ 316516 w 633031"/>
                <a:gd name="connsiteY7" fmla="*/ 495110 h 495109"/>
                <a:gd name="connsiteX8" fmla="*/ 633032 w 633031"/>
                <a:gd name="connsiteY8" fmla="*/ 0 h 495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3031" h="495109">
                  <a:moveTo>
                    <a:pt x="633032" y="0"/>
                  </a:moveTo>
                  <a:lnTo>
                    <a:pt x="426720" y="97727"/>
                  </a:lnTo>
                  <a:lnTo>
                    <a:pt x="388239" y="252413"/>
                  </a:lnTo>
                  <a:lnTo>
                    <a:pt x="316516" y="111062"/>
                  </a:lnTo>
                  <a:lnTo>
                    <a:pt x="244412" y="252413"/>
                  </a:lnTo>
                  <a:lnTo>
                    <a:pt x="206216" y="97727"/>
                  </a:lnTo>
                  <a:lnTo>
                    <a:pt x="0" y="0"/>
                  </a:lnTo>
                  <a:lnTo>
                    <a:pt x="316516" y="495110"/>
                  </a:lnTo>
                  <a:lnTo>
                    <a:pt x="633032" y="0"/>
                  </a:lnTo>
                  <a:close/>
                </a:path>
              </a:pathLst>
            </a:custGeom>
            <a:grpFill/>
            <a:ln w="9525" cap="flat">
              <a:noFill/>
              <a:prstDash val="solid"/>
              <a:miter/>
            </a:ln>
          </p:spPr>
          <p:txBody>
            <a:bodyPr rtlCol="0" anchor="ctr"/>
            <a:lstStyle/>
            <a:p>
              <a:endParaRPr lang="en-GB"/>
            </a:p>
          </p:txBody>
        </p:sp>
      </p:grpSp>
      <p:sp>
        <p:nvSpPr>
          <p:cNvPr id="16" name="TextBox 15">
            <a:extLst>
              <a:ext uri="{FF2B5EF4-FFF2-40B4-BE49-F238E27FC236}">
                <a16:creationId xmlns:a16="http://schemas.microsoft.com/office/drawing/2014/main" id="{EB088E22-445A-E5CA-D7F2-A7EE458F11EE}"/>
              </a:ext>
            </a:extLst>
          </p:cNvPr>
          <p:cNvSpPr txBox="1"/>
          <p:nvPr userDrawn="1"/>
        </p:nvSpPr>
        <p:spPr>
          <a:xfrm>
            <a:off x="436106" y="371194"/>
            <a:ext cx="2979103" cy="2308324"/>
          </a:xfrm>
          <a:prstGeom prst="rect">
            <a:avLst/>
          </a:prstGeom>
          <a:noFill/>
        </p:spPr>
        <p:txBody>
          <a:bodyPr wrap="square">
            <a:spAutoFit/>
          </a:bodyPr>
          <a:lstStyle/>
          <a:p>
            <a:r>
              <a:rPr lang="en-US" sz="2400">
                <a:solidFill>
                  <a:schemeClr val="bg1"/>
                </a:solidFill>
                <a:latin typeface="Barlow" panose="00000500000000000000" pitchFamily="2" charset="0"/>
                <a:cs typeface="Arial" panose="020B0604020202020204" pitchFamily="34" charset="0"/>
              </a:rPr>
              <a:t>DEVELOP ENTREPRENEURIAL LEADERS.</a:t>
            </a:r>
            <a:endParaRPr lang="en-US" sz="2400" i="0">
              <a:solidFill>
                <a:schemeClr val="bg1"/>
              </a:solidFill>
              <a:effectLst/>
              <a:latin typeface="Barlow" panose="00000500000000000000" pitchFamily="2" charset="0"/>
              <a:cs typeface="Arial" panose="020B0604020202020204" pitchFamily="34" charset="0"/>
            </a:endParaRPr>
          </a:p>
          <a:p>
            <a:endParaRPr lang="en-US" sz="2400" i="0">
              <a:solidFill>
                <a:schemeClr val="bg1"/>
              </a:solidFill>
              <a:effectLst/>
              <a:latin typeface="Barlow" panose="00000500000000000000" pitchFamily="2" charset="0"/>
              <a:cs typeface="Arial" panose="020B0604020202020204" pitchFamily="34" charset="0"/>
            </a:endParaRPr>
          </a:p>
          <a:p>
            <a:r>
              <a:rPr lang="en-US" sz="2400" i="0">
                <a:solidFill>
                  <a:schemeClr val="bg1"/>
                </a:solidFill>
                <a:effectLst/>
                <a:latin typeface="Barlow" panose="00000500000000000000" pitchFamily="2" charset="0"/>
                <a:cs typeface="Arial" panose="020B0604020202020204" pitchFamily="34" charset="0"/>
              </a:rPr>
              <a:t>WITH</a:t>
            </a:r>
          </a:p>
          <a:p>
            <a:r>
              <a:rPr lang="en-US" sz="2400" b="1" i="0">
                <a:solidFill>
                  <a:schemeClr val="bg1"/>
                </a:solidFill>
                <a:effectLst/>
                <a:latin typeface="Barlow" panose="00000500000000000000" pitchFamily="2" charset="0"/>
                <a:cs typeface="Arial" panose="020B0604020202020204" pitchFamily="34" charset="0"/>
              </a:rPr>
              <a:t>WADHWANI IGNITEX</a:t>
            </a:r>
            <a:endParaRPr lang="en-US" sz="2400" b="1">
              <a:solidFill>
                <a:schemeClr val="bg1"/>
              </a:solidFill>
              <a:latin typeface="Barlow" panose="00000500000000000000" pitchFamily="2" charset="0"/>
              <a:cs typeface="Arial" panose="020B0604020202020204" pitchFamily="34" charset="0"/>
            </a:endParaRPr>
          </a:p>
        </p:txBody>
      </p:sp>
      <p:sp>
        <p:nvSpPr>
          <p:cNvPr id="19" name="Text Placeholder 17">
            <a:extLst>
              <a:ext uri="{FF2B5EF4-FFF2-40B4-BE49-F238E27FC236}">
                <a16:creationId xmlns:a16="http://schemas.microsoft.com/office/drawing/2014/main" id="{C6F4358C-284B-D3B6-B847-FFEA7D77F8A6}"/>
              </a:ext>
            </a:extLst>
          </p:cNvPr>
          <p:cNvSpPr>
            <a:spLocks noGrp="1"/>
          </p:cNvSpPr>
          <p:nvPr>
            <p:ph type="body" sz="quarter" idx="13" hasCustomPrompt="1"/>
          </p:nvPr>
        </p:nvSpPr>
        <p:spPr>
          <a:xfrm>
            <a:off x="360858" y="5135898"/>
            <a:ext cx="5302250" cy="584200"/>
          </a:xfrm>
        </p:spPr>
        <p:txBody>
          <a:bodyPr/>
          <a:lstStyle>
            <a:lvl1pPr marL="0" indent="0">
              <a:buNone/>
              <a:defRPr lang="en-US" sz="3200" b="1" kern="1200" dirty="0" smtClean="0">
                <a:solidFill>
                  <a:schemeClr val="bg1"/>
                </a:solidFill>
                <a:latin typeface="Barlow Medium" panose="00000600000000000000" pitchFamily="2" charset="0"/>
                <a:ea typeface="+mj-ea"/>
                <a:cs typeface="+mj-cs"/>
              </a:defRPr>
            </a:lvl1pPr>
            <a:lvl2pPr>
              <a:defRPr lang="en-US" sz="3200" b="1" kern="1200" dirty="0" smtClean="0">
                <a:solidFill>
                  <a:schemeClr val="bg1"/>
                </a:solidFill>
                <a:latin typeface="Barlow Medium" panose="00000600000000000000" pitchFamily="2" charset="0"/>
                <a:ea typeface="+mj-ea"/>
                <a:cs typeface="+mj-cs"/>
              </a:defRPr>
            </a:lvl2pPr>
            <a:lvl3pPr>
              <a:defRPr lang="en-US" sz="3200" b="1" kern="1200" dirty="0" smtClean="0">
                <a:solidFill>
                  <a:schemeClr val="bg1"/>
                </a:solidFill>
                <a:latin typeface="Barlow Medium" panose="00000600000000000000" pitchFamily="2" charset="0"/>
                <a:ea typeface="+mj-ea"/>
                <a:cs typeface="+mj-cs"/>
              </a:defRPr>
            </a:lvl3pPr>
            <a:lvl4pPr>
              <a:defRPr lang="en-US" sz="3200" b="1" kern="1200" dirty="0" smtClean="0">
                <a:solidFill>
                  <a:schemeClr val="bg1"/>
                </a:solidFill>
                <a:latin typeface="Barlow Medium" panose="00000600000000000000" pitchFamily="2" charset="0"/>
                <a:ea typeface="+mj-ea"/>
                <a:cs typeface="+mj-cs"/>
              </a:defRPr>
            </a:lvl4pPr>
            <a:lvl5pPr>
              <a:defRPr lang="en-IN" sz="3200" b="1" kern="1200" dirty="0">
                <a:solidFill>
                  <a:schemeClr val="bg1"/>
                </a:solidFill>
                <a:latin typeface="Barlow Medium" panose="00000600000000000000" pitchFamily="2" charset="0"/>
                <a:ea typeface="+mj-ea"/>
                <a:cs typeface="+mj-cs"/>
              </a:defRPr>
            </a:lvl5pPr>
          </a:lstStyle>
          <a:p>
            <a:pPr lvl="0"/>
            <a:r>
              <a:rPr lang="en-US"/>
              <a:t>Click to Add Module</a:t>
            </a:r>
            <a:endParaRPr lang="en-IN"/>
          </a:p>
        </p:txBody>
      </p:sp>
      <p:sp>
        <p:nvSpPr>
          <p:cNvPr id="21" name="Text Placeholder 17">
            <a:extLst>
              <a:ext uri="{FF2B5EF4-FFF2-40B4-BE49-F238E27FC236}">
                <a16:creationId xmlns:a16="http://schemas.microsoft.com/office/drawing/2014/main" id="{5BB2488D-8696-C4F9-3652-4CBF73CA11F7}"/>
              </a:ext>
            </a:extLst>
          </p:cNvPr>
          <p:cNvSpPr>
            <a:spLocks noGrp="1"/>
          </p:cNvSpPr>
          <p:nvPr>
            <p:ph type="body" sz="quarter" idx="14" hasCustomPrompt="1"/>
          </p:nvPr>
        </p:nvSpPr>
        <p:spPr>
          <a:xfrm>
            <a:off x="360858" y="5895254"/>
            <a:ext cx="5302250" cy="584200"/>
          </a:xfrm>
        </p:spPr>
        <p:txBody>
          <a:bodyPr>
            <a:normAutofit/>
          </a:bodyPr>
          <a:lstStyle>
            <a:lvl1pPr marL="0" indent="0">
              <a:buNone/>
              <a:defRPr lang="en-IN" sz="2000" kern="1200" dirty="0">
                <a:solidFill>
                  <a:schemeClr val="bg1"/>
                </a:solidFill>
                <a:latin typeface="Open Sans" pitchFamily="2" charset="0"/>
                <a:ea typeface="Open Sans" pitchFamily="2" charset="0"/>
                <a:cs typeface="Open Sans" pitchFamily="2" charset="0"/>
              </a:defRPr>
            </a:lvl1pPr>
            <a:lvl2pPr>
              <a:defRPr lang="en-US" sz="3200" b="1" kern="1200" dirty="0" smtClean="0">
                <a:solidFill>
                  <a:schemeClr val="bg1"/>
                </a:solidFill>
                <a:latin typeface="Barlow Medium" panose="00000600000000000000" pitchFamily="2" charset="0"/>
                <a:ea typeface="+mj-ea"/>
                <a:cs typeface="+mj-cs"/>
              </a:defRPr>
            </a:lvl2pPr>
            <a:lvl3pPr>
              <a:defRPr lang="en-US" sz="3200" b="1" kern="1200" dirty="0" smtClean="0">
                <a:solidFill>
                  <a:schemeClr val="bg1"/>
                </a:solidFill>
                <a:latin typeface="Barlow Medium" panose="00000600000000000000" pitchFamily="2" charset="0"/>
                <a:ea typeface="+mj-ea"/>
                <a:cs typeface="+mj-cs"/>
              </a:defRPr>
            </a:lvl3pPr>
            <a:lvl4pPr>
              <a:defRPr lang="en-US" sz="3200" b="1" kern="1200" dirty="0" smtClean="0">
                <a:solidFill>
                  <a:schemeClr val="bg1"/>
                </a:solidFill>
                <a:latin typeface="Barlow Medium" panose="00000600000000000000" pitchFamily="2" charset="0"/>
                <a:ea typeface="+mj-ea"/>
                <a:cs typeface="+mj-cs"/>
              </a:defRPr>
            </a:lvl4pPr>
            <a:lvl5pPr>
              <a:defRPr lang="en-IN" sz="3200" b="1" kern="1200" dirty="0">
                <a:solidFill>
                  <a:schemeClr val="bg1"/>
                </a:solidFill>
                <a:latin typeface="Barlow Medium" panose="00000600000000000000" pitchFamily="2" charset="0"/>
                <a:ea typeface="+mj-ea"/>
                <a:cs typeface="+mj-cs"/>
              </a:defRPr>
            </a:lvl5pPr>
          </a:lstStyle>
          <a:p>
            <a:pPr lvl="0"/>
            <a:r>
              <a:rPr lang="en-US"/>
              <a:t>Click to Add Lesson</a:t>
            </a:r>
            <a:endParaRPr lang="en-IN"/>
          </a:p>
        </p:txBody>
      </p:sp>
      <p:sp>
        <p:nvSpPr>
          <p:cNvPr id="23" name="Picture Placeholder 22">
            <a:extLst>
              <a:ext uri="{FF2B5EF4-FFF2-40B4-BE49-F238E27FC236}">
                <a16:creationId xmlns:a16="http://schemas.microsoft.com/office/drawing/2014/main" id="{578F6F88-2FE6-45A7-AB8C-550D53F29E1D}"/>
              </a:ext>
            </a:extLst>
          </p:cNvPr>
          <p:cNvSpPr>
            <a:spLocks noGrp="1"/>
          </p:cNvSpPr>
          <p:nvPr>
            <p:ph type="pic" sz="quarter" idx="15"/>
          </p:nvPr>
        </p:nvSpPr>
        <p:spPr>
          <a:xfrm>
            <a:off x="3646488" y="0"/>
            <a:ext cx="8545512" cy="6858000"/>
          </a:xfrm>
        </p:spPr>
        <p:txBody>
          <a:bodyPr/>
          <a:lstStyle/>
          <a:p>
            <a:endParaRPr lang="en-IN"/>
          </a:p>
        </p:txBody>
      </p:sp>
    </p:spTree>
    <p:extLst>
      <p:ext uri="{BB962C8B-B14F-4D97-AF65-F5344CB8AC3E}">
        <p14:creationId xmlns:p14="http://schemas.microsoft.com/office/powerpoint/2010/main" val="1176882930"/>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A4C67A9-B9CE-84AB-B023-35262618BA48}"/>
              </a:ext>
            </a:extLst>
          </p:cNvPr>
          <p:cNvSpPr>
            <a:spLocks noGrp="1"/>
          </p:cNvSpPr>
          <p:nvPr>
            <p:ph type="pic" sz="quarter" idx="13"/>
          </p:nvPr>
        </p:nvSpPr>
        <p:spPr>
          <a:xfrm>
            <a:off x="380974" y="374463"/>
            <a:ext cx="8280000" cy="6120000"/>
          </a:xfrm>
        </p:spPr>
        <p:txBody>
          <a:bodyPr/>
          <a:lstStyle/>
          <a:p>
            <a:endParaRPr lang="en-US"/>
          </a:p>
        </p:txBody>
      </p:sp>
      <p:sp>
        <p:nvSpPr>
          <p:cNvPr id="3" name="Subtitle 2">
            <a:extLst>
              <a:ext uri="{FF2B5EF4-FFF2-40B4-BE49-F238E27FC236}">
                <a16:creationId xmlns:a16="http://schemas.microsoft.com/office/drawing/2014/main" id="{A4E4F35D-11C4-5CAB-4D65-A671ADAD38B0}"/>
              </a:ext>
            </a:extLst>
          </p:cNvPr>
          <p:cNvSpPr>
            <a:spLocks noGrp="1"/>
          </p:cNvSpPr>
          <p:nvPr>
            <p:ph type="subTitle" idx="1" hasCustomPrompt="1"/>
          </p:nvPr>
        </p:nvSpPr>
        <p:spPr>
          <a:xfrm>
            <a:off x="8928000" y="374749"/>
            <a:ext cx="2880000" cy="720000"/>
          </a:xfrm>
        </p:spPr>
        <p:txBody>
          <a:bodyPr bIns="0" anchor="ctr" anchorCtr="0">
            <a:spAutoFit/>
          </a:bodyPr>
          <a:lstStyle>
            <a:lvl1pPr marL="0" indent="0" algn="l">
              <a:lnSpc>
                <a:spcPct val="100000"/>
              </a:lnSpc>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a:t>
            </a:r>
            <a:br>
              <a:rPr lang="en-GB"/>
            </a:br>
            <a:r>
              <a:rPr lang="en-GB"/>
              <a:t>Master subtitle style</a:t>
            </a:r>
            <a:endParaRPr lang="en-US"/>
          </a:p>
        </p:txBody>
      </p:sp>
      <p:sp>
        <p:nvSpPr>
          <p:cNvPr id="6" name="Text Placeholder 5">
            <a:extLst>
              <a:ext uri="{FF2B5EF4-FFF2-40B4-BE49-F238E27FC236}">
                <a16:creationId xmlns:a16="http://schemas.microsoft.com/office/drawing/2014/main" id="{E81942A4-22D9-4F77-D722-A67D278F6BAF}"/>
              </a:ext>
            </a:extLst>
          </p:cNvPr>
          <p:cNvSpPr>
            <a:spLocks noGrp="1"/>
          </p:cNvSpPr>
          <p:nvPr>
            <p:ph type="body" sz="quarter" idx="12"/>
          </p:nvPr>
        </p:nvSpPr>
        <p:spPr>
          <a:xfrm>
            <a:off x="8928000" y="2520000"/>
            <a:ext cx="2880000" cy="3960000"/>
          </a:xfrm>
        </p:spPr>
        <p:txBody>
          <a:bodyPr vert="horz" lIns="0" tIns="0" rIns="0" bIns="0" rtlCol="0" anchor="t">
            <a:normAutofit/>
          </a:bodyPr>
          <a:lstStyle>
            <a:lvl1pPr marL="0" indent="0">
              <a:lnSpc>
                <a:spcPct val="100000"/>
              </a:lnSpc>
              <a:buNone/>
              <a:defRPr lang="en-GB" sz="1200" smtClean="0">
                <a:solidFill>
                  <a:schemeClr val="tx1"/>
                </a:solidFill>
              </a:defRPr>
            </a:lvl1pPr>
            <a:lvl2pPr>
              <a:defRPr lang="en-GB" smtClean="0">
                <a:solidFill>
                  <a:schemeClr val="tx1">
                    <a:lumMod val="60000"/>
                    <a:lumOff val="40000"/>
                  </a:schemeClr>
                </a:solidFill>
              </a:defRPr>
            </a:lvl2pPr>
            <a:lvl3pPr>
              <a:defRPr lang="en-GB" smtClean="0">
                <a:solidFill>
                  <a:schemeClr val="tx1">
                    <a:lumMod val="60000"/>
                    <a:lumOff val="40000"/>
                  </a:schemeClr>
                </a:solidFill>
              </a:defRPr>
            </a:lvl3pPr>
            <a:lvl4pPr>
              <a:defRPr lang="en-GB" smtClean="0">
                <a:solidFill>
                  <a:schemeClr val="tx1">
                    <a:lumMod val="60000"/>
                    <a:lumOff val="40000"/>
                  </a:schemeClr>
                </a:solidFill>
              </a:defRPr>
            </a:lvl4pPr>
            <a:lvl5pPr>
              <a:defRPr lang="en-US">
                <a:solidFill>
                  <a:schemeClr val="tx1">
                    <a:lumMod val="60000"/>
                    <a:lumOff val="40000"/>
                  </a:schemeClr>
                </a:solidFill>
              </a:defRPr>
            </a:lvl5pPr>
          </a:lstStyle>
          <a:p>
            <a:pPr marL="228600" lvl="0" indent="-228600"/>
            <a:r>
              <a:rPr lang="en-GB"/>
              <a:t>Click to edit Master text styles</a:t>
            </a:r>
            <a:endParaRPr lang="en-US"/>
          </a:p>
        </p:txBody>
      </p:sp>
      <p:sp>
        <p:nvSpPr>
          <p:cNvPr id="4" name="Rectangle 3">
            <a:extLst>
              <a:ext uri="{FF2B5EF4-FFF2-40B4-BE49-F238E27FC236}">
                <a16:creationId xmlns:a16="http://schemas.microsoft.com/office/drawing/2014/main" id="{AD19FD2A-E444-A423-C2AF-1257D8340ECD}"/>
              </a:ext>
            </a:extLst>
          </p:cNvPr>
          <p:cNvSpPr/>
          <p:nvPr userDrawn="1"/>
        </p:nvSpPr>
        <p:spPr>
          <a:xfrm>
            <a:off x="8928000" y="1124014"/>
            <a:ext cx="2916000" cy="55439"/>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D68C66AE-E72D-8337-BE2B-BD87F88AAF9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71475" y="3032604"/>
            <a:ext cx="2212338" cy="3461859"/>
          </a:xfrm>
          <a:prstGeom prst="rect">
            <a:avLst/>
          </a:prstGeom>
        </p:spPr>
      </p:pic>
      <p:sp>
        <p:nvSpPr>
          <p:cNvPr id="2" name="Title 1">
            <a:extLst>
              <a:ext uri="{FF2B5EF4-FFF2-40B4-BE49-F238E27FC236}">
                <a16:creationId xmlns:a16="http://schemas.microsoft.com/office/drawing/2014/main" id="{F6B8D04E-BDD5-1F64-6209-2F4B4F2000E7}"/>
              </a:ext>
            </a:extLst>
          </p:cNvPr>
          <p:cNvSpPr>
            <a:spLocks noGrp="1"/>
          </p:cNvSpPr>
          <p:nvPr>
            <p:ph type="ctrTitle" hasCustomPrompt="1"/>
          </p:nvPr>
        </p:nvSpPr>
        <p:spPr>
          <a:xfrm>
            <a:off x="7128000" y="1296000"/>
            <a:ext cx="4687415" cy="1087081"/>
          </a:xfrm>
          <a:prstGeom prst="rect">
            <a:avLst/>
          </a:prstGeom>
        </p:spPr>
        <p:txBody>
          <a:bodyPr anchor="ctr" anchorCtr="0">
            <a:normAutofit/>
          </a:bodyPr>
          <a:lstStyle>
            <a:lvl1pPr algn="l">
              <a:lnSpc>
                <a:spcPct val="100000"/>
              </a:lnSpc>
              <a:defRPr sz="3000">
                <a:solidFill>
                  <a:schemeClr val="tx2"/>
                </a:solidFill>
              </a:defRPr>
            </a:lvl1pPr>
          </a:lstStyle>
          <a:p>
            <a:r>
              <a:rPr lang="en-GB"/>
              <a:t>Click to edit </a:t>
            </a:r>
            <a:br>
              <a:rPr lang="en-GB"/>
            </a:br>
            <a:r>
              <a:rPr lang="en-GB"/>
              <a:t>Master title style</a:t>
            </a:r>
            <a:endParaRPr lang="en-US"/>
          </a:p>
        </p:txBody>
      </p:sp>
    </p:spTree>
    <p:extLst>
      <p:ext uri="{BB962C8B-B14F-4D97-AF65-F5344CB8AC3E}">
        <p14:creationId xmlns:p14="http://schemas.microsoft.com/office/powerpoint/2010/main" val="4878899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A4C67A9-B9CE-84AB-B023-35262618BA48}"/>
              </a:ext>
            </a:extLst>
          </p:cNvPr>
          <p:cNvSpPr>
            <a:spLocks noGrp="1"/>
          </p:cNvSpPr>
          <p:nvPr>
            <p:ph type="pic" sz="quarter" idx="13"/>
          </p:nvPr>
        </p:nvSpPr>
        <p:spPr>
          <a:xfrm>
            <a:off x="360000" y="360000"/>
            <a:ext cx="11484000" cy="6120000"/>
          </a:xfrm>
        </p:spPr>
        <p:txBody>
          <a:bodyPr/>
          <a:lstStyle/>
          <a:p>
            <a:endParaRPr lang="en-US"/>
          </a:p>
        </p:txBody>
      </p:sp>
      <p:sp>
        <p:nvSpPr>
          <p:cNvPr id="3" name="Subtitle 2">
            <a:extLst>
              <a:ext uri="{FF2B5EF4-FFF2-40B4-BE49-F238E27FC236}">
                <a16:creationId xmlns:a16="http://schemas.microsoft.com/office/drawing/2014/main" id="{A4E4F35D-11C4-5CAB-4D65-A671ADAD38B0}"/>
              </a:ext>
            </a:extLst>
          </p:cNvPr>
          <p:cNvSpPr>
            <a:spLocks noGrp="1"/>
          </p:cNvSpPr>
          <p:nvPr>
            <p:ph type="subTitle" idx="1"/>
          </p:nvPr>
        </p:nvSpPr>
        <p:spPr>
          <a:xfrm>
            <a:off x="2891246" y="4512763"/>
            <a:ext cx="8904069" cy="1980000"/>
          </a:xfrm>
        </p:spPr>
        <p:txBody>
          <a:bodyPr bIns="0">
            <a:noAutofit/>
          </a:bodyPr>
          <a:lstStyle>
            <a:lvl1pPr marL="0" indent="0" algn="l">
              <a:lnSpc>
                <a:spcPct val="100000"/>
              </a:lnSpc>
              <a:buNone/>
              <a:defRPr sz="3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2" name="Title 1">
            <a:extLst>
              <a:ext uri="{FF2B5EF4-FFF2-40B4-BE49-F238E27FC236}">
                <a16:creationId xmlns:a16="http://schemas.microsoft.com/office/drawing/2014/main" id="{F6B8D04E-BDD5-1F64-6209-2F4B4F2000E7}"/>
              </a:ext>
            </a:extLst>
          </p:cNvPr>
          <p:cNvSpPr>
            <a:spLocks noGrp="1"/>
          </p:cNvSpPr>
          <p:nvPr>
            <p:ph type="ctrTitle"/>
          </p:nvPr>
        </p:nvSpPr>
        <p:spPr>
          <a:xfrm>
            <a:off x="825111" y="1087382"/>
            <a:ext cx="6568466" cy="1087081"/>
          </a:xfrm>
          <a:prstGeom prst="rect">
            <a:avLst/>
          </a:prstGeom>
        </p:spPr>
        <p:txBody>
          <a:bodyPr anchor="ctr" anchorCtr="0">
            <a:noAutofit/>
          </a:bodyPr>
          <a:lstStyle>
            <a:lvl1pPr algn="l">
              <a:lnSpc>
                <a:spcPct val="100000"/>
              </a:lnSpc>
              <a:defRPr sz="4000">
                <a:solidFill>
                  <a:schemeClr val="tx2"/>
                </a:solidFill>
              </a:defRPr>
            </a:lvl1pPr>
          </a:lstStyle>
          <a:p>
            <a:r>
              <a:rPr lang="en-GB"/>
              <a:t>Click to edit Master title style</a:t>
            </a:r>
            <a:endParaRPr lang="en-US"/>
          </a:p>
        </p:txBody>
      </p:sp>
      <p:pic>
        <p:nvPicPr>
          <p:cNvPr id="4" name="Picture 3">
            <a:extLst>
              <a:ext uri="{FF2B5EF4-FFF2-40B4-BE49-F238E27FC236}">
                <a16:creationId xmlns:a16="http://schemas.microsoft.com/office/drawing/2014/main" id="{FDB94897-42FC-D542-4330-DC6910EC0EE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61315" y="3032604"/>
            <a:ext cx="2212338" cy="3461859"/>
          </a:xfrm>
          <a:prstGeom prst="rect">
            <a:avLst/>
          </a:prstGeom>
        </p:spPr>
      </p:pic>
    </p:spTree>
    <p:extLst>
      <p:ext uri="{BB962C8B-B14F-4D97-AF65-F5344CB8AC3E}">
        <p14:creationId xmlns:p14="http://schemas.microsoft.com/office/powerpoint/2010/main" val="27718715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 preserve="1">
  <p:cSld name="4_Title Slide">
    <p:bg>
      <p:bgPr>
        <a:gradFill>
          <a:gsLst>
            <a:gs pos="0">
              <a:srgbClr val="BF2026"/>
            </a:gs>
            <a:gs pos="100000">
              <a:srgbClr val="F2672A"/>
            </a:gs>
          </a:gsLst>
          <a:lin ang="162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0E24D-AB13-DA6A-AB49-527A6F75AE8D}"/>
              </a:ext>
            </a:extLst>
          </p:cNvPr>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a:t>Click to edit Master title style</a:t>
            </a:r>
            <a:endParaRPr lang="en-IN"/>
          </a:p>
        </p:txBody>
      </p:sp>
      <p:sp>
        <p:nvSpPr>
          <p:cNvPr id="3" name="Subtitle 2">
            <a:extLst>
              <a:ext uri="{FF2B5EF4-FFF2-40B4-BE49-F238E27FC236}">
                <a16:creationId xmlns:a16="http://schemas.microsoft.com/office/drawing/2014/main" id="{5E222839-42DC-9914-BAEF-69A254AA80FA}"/>
              </a:ext>
            </a:extLst>
          </p:cNvPr>
          <p:cNvSpPr>
            <a:spLocks noGrp="1"/>
          </p:cNvSpPr>
          <p:nvPr>
            <p:ph type="subTitle" idx="1"/>
          </p:nvPr>
        </p:nvSpPr>
        <p:spPr>
          <a:xfrm>
            <a:off x="1524000" y="3602038"/>
            <a:ext cx="9144000" cy="1655762"/>
          </a:xfrm>
        </p:spPr>
        <p:txBody>
          <a:bodyPr/>
          <a:lstStyle>
            <a:lvl1pPr marL="0" indent="0" algn="ctr">
              <a:buNone/>
              <a:defRPr sz="2400">
                <a:solidFill>
                  <a:schemeClr val="bg1"/>
                </a:solidFill>
                <a:latin typeface="Barlow"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grpSp>
        <p:nvGrpSpPr>
          <p:cNvPr id="31" name="Group 30">
            <a:extLst>
              <a:ext uri="{FF2B5EF4-FFF2-40B4-BE49-F238E27FC236}">
                <a16:creationId xmlns:a16="http://schemas.microsoft.com/office/drawing/2014/main" id="{9ECD0644-BEF3-4C85-D9DF-5C08C0FA02EB}"/>
              </a:ext>
            </a:extLst>
          </p:cNvPr>
          <p:cNvGrpSpPr/>
          <p:nvPr userDrawn="1"/>
        </p:nvGrpSpPr>
        <p:grpSpPr>
          <a:xfrm>
            <a:off x="10668000" y="304798"/>
            <a:ext cx="1179720" cy="581555"/>
            <a:chOff x="969962" y="2846965"/>
            <a:chExt cx="1740598" cy="872299"/>
          </a:xfrm>
          <a:solidFill>
            <a:schemeClr val="bg1"/>
          </a:solidFill>
        </p:grpSpPr>
        <p:sp>
          <p:nvSpPr>
            <p:cNvPr id="32" name="Freeform: Shape 23">
              <a:extLst>
                <a:ext uri="{FF2B5EF4-FFF2-40B4-BE49-F238E27FC236}">
                  <a16:creationId xmlns:a16="http://schemas.microsoft.com/office/drawing/2014/main" id="{86846790-9A35-DC90-BCFB-EDB6E03D617D}"/>
                </a:ext>
              </a:extLst>
            </p:cNvPr>
            <p:cNvSpPr/>
            <p:nvPr/>
          </p:nvSpPr>
          <p:spPr>
            <a:xfrm>
              <a:off x="969962" y="3381507"/>
              <a:ext cx="274415" cy="160305"/>
            </a:xfrm>
            <a:custGeom>
              <a:avLst/>
              <a:gdLst>
                <a:gd name="connsiteX0" fmla="*/ 274415 w 274415"/>
                <a:gd name="connsiteY0" fmla="*/ 0 h 160305"/>
                <a:gd name="connsiteX1" fmla="*/ 205931 w 274415"/>
                <a:gd name="connsiteY1" fmla="*/ 160306 h 160305"/>
                <a:gd name="connsiteX2" fmla="*/ 178308 w 274415"/>
                <a:gd name="connsiteY2" fmla="*/ 160306 h 160305"/>
                <a:gd name="connsiteX3" fmla="*/ 137160 w 274415"/>
                <a:gd name="connsiteY3" fmla="*/ 66961 h 160305"/>
                <a:gd name="connsiteX4" fmla="*/ 95059 w 274415"/>
                <a:gd name="connsiteY4" fmla="*/ 160306 h 160305"/>
                <a:gd name="connsiteX5" fmla="*/ 67151 w 274415"/>
                <a:gd name="connsiteY5" fmla="*/ 160306 h 160305"/>
                <a:gd name="connsiteX6" fmla="*/ 0 w 274415"/>
                <a:gd name="connsiteY6" fmla="*/ 0 h 160305"/>
                <a:gd name="connsiteX7" fmla="*/ 49435 w 274415"/>
                <a:gd name="connsiteY7" fmla="*/ 0 h 160305"/>
                <a:gd name="connsiteX8" fmla="*/ 82296 w 274415"/>
                <a:gd name="connsiteY8" fmla="*/ 87725 h 160305"/>
                <a:gd name="connsiteX9" fmla="*/ 120015 w 274415"/>
                <a:gd name="connsiteY9" fmla="*/ 0 h 160305"/>
                <a:gd name="connsiteX10" fmla="*/ 154210 w 274415"/>
                <a:gd name="connsiteY10" fmla="*/ 0 h 160305"/>
                <a:gd name="connsiteX11" fmla="*/ 191167 w 274415"/>
                <a:gd name="connsiteY11" fmla="*/ 87725 h 160305"/>
                <a:gd name="connsiteX12" fmla="*/ 225552 w 274415"/>
                <a:gd name="connsiteY12" fmla="*/ 0 h 160305"/>
                <a:gd name="connsiteX13" fmla="*/ 274415 w 274415"/>
                <a:gd name="connsiteY13" fmla="*/ 0 h 160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4415" h="160305">
                  <a:moveTo>
                    <a:pt x="274415" y="0"/>
                  </a:moveTo>
                  <a:lnTo>
                    <a:pt x="205931" y="160306"/>
                  </a:lnTo>
                  <a:lnTo>
                    <a:pt x="178308" y="160306"/>
                  </a:lnTo>
                  <a:lnTo>
                    <a:pt x="137160" y="66961"/>
                  </a:lnTo>
                  <a:lnTo>
                    <a:pt x="95059" y="160306"/>
                  </a:lnTo>
                  <a:lnTo>
                    <a:pt x="67151" y="160306"/>
                  </a:lnTo>
                  <a:lnTo>
                    <a:pt x="0" y="0"/>
                  </a:lnTo>
                  <a:lnTo>
                    <a:pt x="49435" y="0"/>
                  </a:lnTo>
                  <a:lnTo>
                    <a:pt x="82296" y="87725"/>
                  </a:lnTo>
                  <a:lnTo>
                    <a:pt x="120015" y="0"/>
                  </a:lnTo>
                  <a:lnTo>
                    <a:pt x="154210" y="0"/>
                  </a:lnTo>
                  <a:lnTo>
                    <a:pt x="191167" y="87725"/>
                  </a:lnTo>
                  <a:lnTo>
                    <a:pt x="225552" y="0"/>
                  </a:lnTo>
                  <a:lnTo>
                    <a:pt x="274415" y="0"/>
                  </a:lnTo>
                  <a:close/>
                </a:path>
              </a:pathLst>
            </a:custGeom>
            <a:grpFill/>
            <a:ln w="9525" cap="flat">
              <a:noFill/>
              <a:prstDash val="solid"/>
              <a:miter/>
            </a:ln>
          </p:spPr>
          <p:txBody>
            <a:bodyPr rtlCol="0" anchor="ctr"/>
            <a:lstStyle/>
            <a:p>
              <a:endParaRPr lang="en-GB"/>
            </a:p>
          </p:txBody>
        </p:sp>
        <p:sp>
          <p:nvSpPr>
            <p:cNvPr id="33" name="Freeform: Shape 25">
              <a:extLst>
                <a:ext uri="{FF2B5EF4-FFF2-40B4-BE49-F238E27FC236}">
                  <a16:creationId xmlns:a16="http://schemas.microsoft.com/office/drawing/2014/main" id="{9C4E9CEE-1A49-DE23-64FE-5C945F561132}"/>
                </a:ext>
              </a:extLst>
            </p:cNvPr>
            <p:cNvSpPr/>
            <p:nvPr/>
          </p:nvSpPr>
          <p:spPr>
            <a:xfrm>
              <a:off x="1239614" y="3381412"/>
              <a:ext cx="192595" cy="158305"/>
            </a:xfrm>
            <a:custGeom>
              <a:avLst/>
              <a:gdLst>
                <a:gd name="connsiteX0" fmla="*/ 192596 w 192595"/>
                <a:gd name="connsiteY0" fmla="*/ 158306 h 158305"/>
                <a:gd name="connsiteX1" fmla="*/ 143732 w 192595"/>
                <a:gd name="connsiteY1" fmla="*/ 158306 h 158305"/>
                <a:gd name="connsiteX2" fmla="*/ 130778 w 192595"/>
                <a:gd name="connsiteY2" fmla="*/ 126206 h 158305"/>
                <a:gd name="connsiteX3" fmla="*/ 62008 w 192595"/>
                <a:gd name="connsiteY3" fmla="*/ 126206 h 158305"/>
                <a:gd name="connsiteX4" fmla="*/ 48863 w 192595"/>
                <a:gd name="connsiteY4" fmla="*/ 158306 h 158305"/>
                <a:gd name="connsiteX5" fmla="*/ 0 w 192595"/>
                <a:gd name="connsiteY5" fmla="*/ 158306 h 158305"/>
                <a:gd name="connsiteX6" fmla="*/ 70009 w 192595"/>
                <a:gd name="connsiteY6" fmla="*/ 0 h 158305"/>
                <a:gd name="connsiteX7" fmla="*/ 122777 w 192595"/>
                <a:gd name="connsiteY7" fmla="*/ 0 h 158305"/>
                <a:gd name="connsiteX8" fmla="*/ 192596 w 192595"/>
                <a:gd name="connsiteY8" fmla="*/ 158306 h 158305"/>
                <a:gd name="connsiteX9" fmla="*/ 119920 w 192595"/>
                <a:gd name="connsiteY9" fmla="*/ 98679 h 158305"/>
                <a:gd name="connsiteX10" fmla="*/ 96679 w 192595"/>
                <a:gd name="connsiteY10" fmla="*/ 40862 h 158305"/>
                <a:gd name="connsiteX11" fmla="*/ 73342 w 192595"/>
                <a:gd name="connsiteY11" fmla="*/ 98679 h 158305"/>
                <a:gd name="connsiteX12" fmla="*/ 119920 w 192595"/>
                <a:gd name="connsiteY12" fmla="*/ 98679 h 158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2595" h="158305">
                  <a:moveTo>
                    <a:pt x="192596" y="158306"/>
                  </a:moveTo>
                  <a:lnTo>
                    <a:pt x="143732" y="158306"/>
                  </a:lnTo>
                  <a:lnTo>
                    <a:pt x="130778" y="126206"/>
                  </a:lnTo>
                  <a:lnTo>
                    <a:pt x="62008" y="126206"/>
                  </a:lnTo>
                  <a:lnTo>
                    <a:pt x="48863" y="158306"/>
                  </a:lnTo>
                  <a:lnTo>
                    <a:pt x="0" y="158306"/>
                  </a:lnTo>
                  <a:lnTo>
                    <a:pt x="70009" y="0"/>
                  </a:lnTo>
                  <a:lnTo>
                    <a:pt x="122777" y="0"/>
                  </a:lnTo>
                  <a:lnTo>
                    <a:pt x="192596" y="158306"/>
                  </a:lnTo>
                  <a:close/>
                  <a:moveTo>
                    <a:pt x="119920" y="98679"/>
                  </a:moveTo>
                  <a:lnTo>
                    <a:pt x="96679" y="40862"/>
                  </a:lnTo>
                  <a:lnTo>
                    <a:pt x="73342" y="98679"/>
                  </a:lnTo>
                  <a:lnTo>
                    <a:pt x="119920" y="98679"/>
                  </a:lnTo>
                  <a:close/>
                </a:path>
              </a:pathLst>
            </a:custGeom>
            <a:grpFill/>
            <a:ln w="9525" cap="flat">
              <a:noFill/>
              <a:prstDash val="solid"/>
              <a:miter/>
            </a:ln>
          </p:spPr>
          <p:txBody>
            <a:bodyPr rtlCol="0" anchor="ctr"/>
            <a:lstStyle/>
            <a:p>
              <a:endParaRPr lang="en-GB"/>
            </a:p>
          </p:txBody>
        </p:sp>
        <p:sp>
          <p:nvSpPr>
            <p:cNvPr id="34" name="Freeform: Shape 26">
              <a:extLst>
                <a:ext uri="{FF2B5EF4-FFF2-40B4-BE49-F238E27FC236}">
                  <a16:creationId xmlns:a16="http://schemas.microsoft.com/office/drawing/2014/main" id="{91558449-F5CB-533C-CF65-CA30D8E070A1}"/>
                </a:ext>
              </a:extLst>
            </p:cNvPr>
            <p:cNvSpPr/>
            <p:nvPr/>
          </p:nvSpPr>
          <p:spPr>
            <a:xfrm>
              <a:off x="1483264" y="3381507"/>
              <a:ext cx="162782" cy="158210"/>
            </a:xfrm>
            <a:custGeom>
              <a:avLst/>
              <a:gdLst>
                <a:gd name="connsiteX0" fmla="*/ 162782 w 162782"/>
                <a:gd name="connsiteY0" fmla="*/ 81915 h 158210"/>
                <a:gd name="connsiteX1" fmla="*/ 153924 w 162782"/>
                <a:gd name="connsiteY1" fmla="*/ 120968 h 158210"/>
                <a:gd name="connsiteX2" fmla="*/ 133064 w 162782"/>
                <a:gd name="connsiteY2" fmla="*/ 144875 h 158210"/>
                <a:gd name="connsiteX3" fmla="*/ 85439 w 162782"/>
                <a:gd name="connsiteY3" fmla="*/ 158210 h 158210"/>
                <a:gd name="connsiteX4" fmla="*/ 0 w 162782"/>
                <a:gd name="connsiteY4" fmla="*/ 158210 h 158210"/>
                <a:gd name="connsiteX5" fmla="*/ 0 w 162782"/>
                <a:gd name="connsiteY5" fmla="*/ 0 h 158210"/>
                <a:gd name="connsiteX6" fmla="*/ 65723 w 162782"/>
                <a:gd name="connsiteY6" fmla="*/ 0 h 158210"/>
                <a:gd name="connsiteX7" fmla="*/ 91154 w 162782"/>
                <a:gd name="connsiteY7" fmla="*/ 1524 h 158210"/>
                <a:gd name="connsiteX8" fmla="*/ 110204 w 162782"/>
                <a:gd name="connsiteY8" fmla="*/ 5906 h 158210"/>
                <a:gd name="connsiteX9" fmla="*/ 124587 w 162782"/>
                <a:gd name="connsiteY9" fmla="*/ 12192 h 158210"/>
                <a:gd name="connsiteX10" fmla="*/ 135160 w 162782"/>
                <a:gd name="connsiteY10" fmla="*/ 19717 h 158210"/>
                <a:gd name="connsiteX11" fmla="*/ 149352 w 162782"/>
                <a:gd name="connsiteY11" fmla="*/ 35338 h 158210"/>
                <a:gd name="connsiteX12" fmla="*/ 159067 w 162782"/>
                <a:gd name="connsiteY12" fmla="*/ 56293 h 158210"/>
                <a:gd name="connsiteX13" fmla="*/ 162687 w 162782"/>
                <a:gd name="connsiteY13" fmla="*/ 82105 h 158210"/>
                <a:gd name="connsiteX14" fmla="*/ 114205 w 162782"/>
                <a:gd name="connsiteY14" fmla="*/ 80010 h 158210"/>
                <a:gd name="connsiteX15" fmla="*/ 106871 w 162782"/>
                <a:gd name="connsiteY15" fmla="*/ 49911 h 158210"/>
                <a:gd name="connsiteX16" fmla="*/ 89154 w 162782"/>
                <a:gd name="connsiteY16" fmla="*/ 35433 h 158210"/>
                <a:gd name="connsiteX17" fmla="*/ 68104 w 162782"/>
                <a:gd name="connsiteY17" fmla="*/ 31718 h 158210"/>
                <a:gd name="connsiteX18" fmla="*/ 47816 w 162782"/>
                <a:gd name="connsiteY18" fmla="*/ 31718 h 158210"/>
                <a:gd name="connsiteX19" fmla="*/ 47816 w 162782"/>
                <a:gd name="connsiteY19" fmla="*/ 125444 h 158210"/>
                <a:gd name="connsiteX20" fmla="*/ 68104 w 162782"/>
                <a:gd name="connsiteY20" fmla="*/ 125444 h 158210"/>
                <a:gd name="connsiteX21" fmla="*/ 100584 w 162782"/>
                <a:gd name="connsiteY21" fmla="*/ 116586 h 158210"/>
                <a:gd name="connsiteX22" fmla="*/ 114300 w 162782"/>
                <a:gd name="connsiteY22" fmla="*/ 79915 h 15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2782" h="158210">
                  <a:moveTo>
                    <a:pt x="162782" y="81915"/>
                  </a:moveTo>
                  <a:cubicBezTo>
                    <a:pt x="162782" y="98107"/>
                    <a:pt x="159829" y="111157"/>
                    <a:pt x="153924" y="120968"/>
                  </a:cubicBezTo>
                  <a:cubicBezTo>
                    <a:pt x="148019" y="130778"/>
                    <a:pt x="141065" y="138779"/>
                    <a:pt x="133064" y="144875"/>
                  </a:cubicBezTo>
                  <a:cubicBezTo>
                    <a:pt x="121634" y="153829"/>
                    <a:pt x="105823" y="158210"/>
                    <a:pt x="85439" y="158210"/>
                  </a:cubicBezTo>
                  <a:lnTo>
                    <a:pt x="0" y="158210"/>
                  </a:lnTo>
                  <a:lnTo>
                    <a:pt x="0" y="0"/>
                  </a:lnTo>
                  <a:lnTo>
                    <a:pt x="65723" y="0"/>
                  </a:lnTo>
                  <a:cubicBezTo>
                    <a:pt x="75629" y="0"/>
                    <a:pt x="84106" y="476"/>
                    <a:pt x="91154" y="1524"/>
                  </a:cubicBezTo>
                  <a:cubicBezTo>
                    <a:pt x="98203" y="2572"/>
                    <a:pt x="104489" y="4001"/>
                    <a:pt x="110204" y="5906"/>
                  </a:cubicBezTo>
                  <a:cubicBezTo>
                    <a:pt x="115824" y="7715"/>
                    <a:pt x="120587" y="9906"/>
                    <a:pt x="124587" y="12192"/>
                  </a:cubicBezTo>
                  <a:cubicBezTo>
                    <a:pt x="128492" y="14478"/>
                    <a:pt x="132112" y="17050"/>
                    <a:pt x="135160" y="19717"/>
                  </a:cubicBezTo>
                  <a:cubicBezTo>
                    <a:pt x="140589" y="24194"/>
                    <a:pt x="145352" y="29337"/>
                    <a:pt x="149352" y="35338"/>
                  </a:cubicBezTo>
                  <a:cubicBezTo>
                    <a:pt x="153448" y="41339"/>
                    <a:pt x="156686" y="48292"/>
                    <a:pt x="159067" y="56293"/>
                  </a:cubicBezTo>
                  <a:cubicBezTo>
                    <a:pt x="161449" y="64199"/>
                    <a:pt x="162687" y="72771"/>
                    <a:pt x="162687" y="82105"/>
                  </a:cubicBezTo>
                  <a:moveTo>
                    <a:pt x="114205" y="80010"/>
                  </a:moveTo>
                  <a:cubicBezTo>
                    <a:pt x="114205" y="67151"/>
                    <a:pt x="111728" y="57150"/>
                    <a:pt x="106871" y="49911"/>
                  </a:cubicBezTo>
                  <a:cubicBezTo>
                    <a:pt x="101917" y="42672"/>
                    <a:pt x="96012" y="37909"/>
                    <a:pt x="89154" y="35433"/>
                  </a:cubicBezTo>
                  <a:cubicBezTo>
                    <a:pt x="82201" y="32957"/>
                    <a:pt x="75248" y="31718"/>
                    <a:pt x="68104" y="31718"/>
                  </a:cubicBezTo>
                  <a:lnTo>
                    <a:pt x="47816" y="31718"/>
                  </a:lnTo>
                  <a:lnTo>
                    <a:pt x="47816" y="125444"/>
                  </a:lnTo>
                  <a:lnTo>
                    <a:pt x="68104" y="125444"/>
                  </a:lnTo>
                  <a:cubicBezTo>
                    <a:pt x="80581" y="125444"/>
                    <a:pt x="91440" y="122492"/>
                    <a:pt x="100584" y="116586"/>
                  </a:cubicBezTo>
                  <a:cubicBezTo>
                    <a:pt x="109633" y="110680"/>
                    <a:pt x="114300" y="98393"/>
                    <a:pt x="114300" y="79915"/>
                  </a:cubicBezTo>
                </a:path>
              </a:pathLst>
            </a:custGeom>
            <a:grpFill/>
            <a:ln w="9525" cap="flat">
              <a:noFill/>
              <a:prstDash val="solid"/>
              <a:miter/>
            </a:ln>
          </p:spPr>
          <p:txBody>
            <a:bodyPr rtlCol="0" anchor="ctr"/>
            <a:lstStyle/>
            <a:p>
              <a:endParaRPr lang="en-GB"/>
            </a:p>
          </p:txBody>
        </p:sp>
        <p:sp>
          <p:nvSpPr>
            <p:cNvPr id="35" name="Freeform: Shape 27">
              <a:extLst>
                <a:ext uri="{FF2B5EF4-FFF2-40B4-BE49-F238E27FC236}">
                  <a16:creationId xmlns:a16="http://schemas.microsoft.com/office/drawing/2014/main" id="{6CA92632-66E8-EDF6-D5AD-4F8622279C3E}"/>
                </a:ext>
              </a:extLst>
            </p:cNvPr>
            <p:cNvSpPr/>
            <p:nvPr/>
          </p:nvSpPr>
          <p:spPr>
            <a:xfrm>
              <a:off x="1698910" y="3381507"/>
              <a:ext cx="167163" cy="158210"/>
            </a:xfrm>
            <a:custGeom>
              <a:avLst/>
              <a:gdLst>
                <a:gd name="connsiteX0" fmla="*/ 167164 w 167163"/>
                <a:gd name="connsiteY0" fmla="*/ 158210 h 158210"/>
                <a:gd name="connsiteX1" fmla="*/ 119539 w 167163"/>
                <a:gd name="connsiteY1" fmla="*/ 158210 h 158210"/>
                <a:gd name="connsiteX2" fmla="*/ 119539 w 167163"/>
                <a:gd name="connsiteY2" fmla="*/ 96488 h 158210"/>
                <a:gd name="connsiteX3" fmla="*/ 47720 w 167163"/>
                <a:gd name="connsiteY3" fmla="*/ 96488 h 158210"/>
                <a:gd name="connsiteX4" fmla="*/ 47720 w 167163"/>
                <a:gd name="connsiteY4" fmla="*/ 158210 h 158210"/>
                <a:gd name="connsiteX5" fmla="*/ 0 w 167163"/>
                <a:gd name="connsiteY5" fmla="*/ 158210 h 158210"/>
                <a:gd name="connsiteX6" fmla="*/ 0 w 167163"/>
                <a:gd name="connsiteY6" fmla="*/ 0 h 158210"/>
                <a:gd name="connsiteX7" fmla="*/ 47720 w 167163"/>
                <a:gd name="connsiteY7" fmla="*/ 0 h 158210"/>
                <a:gd name="connsiteX8" fmla="*/ 47720 w 167163"/>
                <a:gd name="connsiteY8" fmla="*/ 58103 h 158210"/>
                <a:gd name="connsiteX9" fmla="*/ 119539 w 167163"/>
                <a:gd name="connsiteY9" fmla="*/ 58103 h 158210"/>
                <a:gd name="connsiteX10" fmla="*/ 119539 w 167163"/>
                <a:gd name="connsiteY10" fmla="*/ 0 h 158210"/>
                <a:gd name="connsiteX11" fmla="*/ 167164 w 167163"/>
                <a:gd name="connsiteY11" fmla="*/ 0 h 158210"/>
                <a:gd name="connsiteX12" fmla="*/ 167164 w 167163"/>
                <a:gd name="connsiteY12" fmla="*/ 158210 h 15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163" h="158210">
                  <a:moveTo>
                    <a:pt x="167164" y="158210"/>
                  </a:moveTo>
                  <a:lnTo>
                    <a:pt x="119539" y="158210"/>
                  </a:lnTo>
                  <a:lnTo>
                    <a:pt x="119539" y="96488"/>
                  </a:lnTo>
                  <a:lnTo>
                    <a:pt x="47720" y="96488"/>
                  </a:lnTo>
                  <a:lnTo>
                    <a:pt x="47720" y="158210"/>
                  </a:lnTo>
                  <a:lnTo>
                    <a:pt x="0" y="158210"/>
                  </a:lnTo>
                  <a:lnTo>
                    <a:pt x="0" y="0"/>
                  </a:lnTo>
                  <a:lnTo>
                    <a:pt x="47720" y="0"/>
                  </a:lnTo>
                  <a:lnTo>
                    <a:pt x="47720" y="58103"/>
                  </a:lnTo>
                  <a:lnTo>
                    <a:pt x="119539" y="58103"/>
                  </a:lnTo>
                  <a:lnTo>
                    <a:pt x="119539" y="0"/>
                  </a:lnTo>
                  <a:lnTo>
                    <a:pt x="167164" y="0"/>
                  </a:lnTo>
                  <a:lnTo>
                    <a:pt x="167164" y="158210"/>
                  </a:lnTo>
                  <a:close/>
                </a:path>
              </a:pathLst>
            </a:custGeom>
            <a:grpFill/>
            <a:ln w="9525" cap="flat">
              <a:noFill/>
              <a:prstDash val="solid"/>
              <a:miter/>
            </a:ln>
          </p:spPr>
          <p:txBody>
            <a:bodyPr rtlCol="0" anchor="ctr"/>
            <a:lstStyle/>
            <a:p>
              <a:endParaRPr lang="en-GB"/>
            </a:p>
          </p:txBody>
        </p:sp>
        <p:sp>
          <p:nvSpPr>
            <p:cNvPr id="36" name="Freeform: Shape 28">
              <a:extLst>
                <a:ext uri="{FF2B5EF4-FFF2-40B4-BE49-F238E27FC236}">
                  <a16:creationId xmlns:a16="http://schemas.microsoft.com/office/drawing/2014/main" id="{A17F9F1F-C904-9A5F-E960-31EB44FDB7E2}"/>
                </a:ext>
              </a:extLst>
            </p:cNvPr>
            <p:cNvSpPr/>
            <p:nvPr/>
          </p:nvSpPr>
          <p:spPr>
            <a:xfrm>
              <a:off x="1913984" y="3381507"/>
              <a:ext cx="274510" cy="160305"/>
            </a:xfrm>
            <a:custGeom>
              <a:avLst/>
              <a:gdLst>
                <a:gd name="connsiteX0" fmla="*/ 274511 w 274510"/>
                <a:gd name="connsiteY0" fmla="*/ 0 h 160305"/>
                <a:gd name="connsiteX1" fmla="*/ 205931 w 274510"/>
                <a:gd name="connsiteY1" fmla="*/ 160306 h 160305"/>
                <a:gd name="connsiteX2" fmla="*/ 178308 w 274510"/>
                <a:gd name="connsiteY2" fmla="*/ 160306 h 160305"/>
                <a:gd name="connsiteX3" fmla="*/ 137160 w 274510"/>
                <a:gd name="connsiteY3" fmla="*/ 66961 h 160305"/>
                <a:gd name="connsiteX4" fmla="*/ 95059 w 274510"/>
                <a:gd name="connsiteY4" fmla="*/ 160306 h 160305"/>
                <a:gd name="connsiteX5" fmla="*/ 67246 w 274510"/>
                <a:gd name="connsiteY5" fmla="*/ 160306 h 160305"/>
                <a:gd name="connsiteX6" fmla="*/ 0 w 274510"/>
                <a:gd name="connsiteY6" fmla="*/ 0 h 160305"/>
                <a:gd name="connsiteX7" fmla="*/ 49530 w 274510"/>
                <a:gd name="connsiteY7" fmla="*/ 0 h 160305"/>
                <a:gd name="connsiteX8" fmla="*/ 82391 w 274510"/>
                <a:gd name="connsiteY8" fmla="*/ 87725 h 160305"/>
                <a:gd name="connsiteX9" fmla="*/ 120110 w 274510"/>
                <a:gd name="connsiteY9" fmla="*/ 0 h 160305"/>
                <a:gd name="connsiteX10" fmla="*/ 154210 w 274510"/>
                <a:gd name="connsiteY10" fmla="*/ 0 h 160305"/>
                <a:gd name="connsiteX11" fmla="*/ 191262 w 274510"/>
                <a:gd name="connsiteY11" fmla="*/ 87725 h 160305"/>
                <a:gd name="connsiteX12" fmla="*/ 225647 w 274510"/>
                <a:gd name="connsiteY12" fmla="*/ 0 h 160305"/>
                <a:gd name="connsiteX13" fmla="*/ 274511 w 274510"/>
                <a:gd name="connsiteY13" fmla="*/ 0 h 160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4510" h="160305">
                  <a:moveTo>
                    <a:pt x="274511" y="0"/>
                  </a:moveTo>
                  <a:lnTo>
                    <a:pt x="205931" y="160306"/>
                  </a:lnTo>
                  <a:lnTo>
                    <a:pt x="178308" y="160306"/>
                  </a:lnTo>
                  <a:lnTo>
                    <a:pt x="137160" y="66961"/>
                  </a:lnTo>
                  <a:lnTo>
                    <a:pt x="95059" y="160306"/>
                  </a:lnTo>
                  <a:lnTo>
                    <a:pt x="67246" y="160306"/>
                  </a:lnTo>
                  <a:lnTo>
                    <a:pt x="0" y="0"/>
                  </a:lnTo>
                  <a:lnTo>
                    <a:pt x="49530" y="0"/>
                  </a:lnTo>
                  <a:lnTo>
                    <a:pt x="82391" y="87725"/>
                  </a:lnTo>
                  <a:lnTo>
                    <a:pt x="120110" y="0"/>
                  </a:lnTo>
                  <a:lnTo>
                    <a:pt x="154210" y="0"/>
                  </a:lnTo>
                  <a:lnTo>
                    <a:pt x="191262" y="87725"/>
                  </a:lnTo>
                  <a:lnTo>
                    <a:pt x="225647" y="0"/>
                  </a:lnTo>
                  <a:lnTo>
                    <a:pt x="274511" y="0"/>
                  </a:lnTo>
                  <a:close/>
                </a:path>
              </a:pathLst>
            </a:custGeom>
            <a:grpFill/>
            <a:ln w="9525" cap="flat">
              <a:noFill/>
              <a:prstDash val="solid"/>
              <a:miter/>
            </a:ln>
          </p:spPr>
          <p:txBody>
            <a:bodyPr rtlCol="0" anchor="ctr"/>
            <a:lstStyle/>
            <a:p>
              <a:endParaRPr lang="en-GB"/>
            </a:p>
          </p:txBody>
        </p:sp>
        <p:sp>
          <p:nvSpPr>
            <p:cNvPr id="37" name="Freeform: Shape 29">
              <a:extLst>
                <a:ext uri="{FF2B5EF4-FFF2-40B4-BE49-F238E27FC236}">
                  <a16:creationId xmlns:a16="http://schemas.microsoft.com/office/drawing/2014/main" id="{65CB7476-7537-66C9-EFBD-6CC69D6BED59}"/>
                </a:ext>
              </a:extLst>
            </p:cNvPr>
            <p:cNvSpPr/>
            <p:nvPr/>
          </p:nvSpPr>
          <p:spPr>
            <a:xfrm>
              <a:off x="2184970" y="3381412"/>
              <a:ext cx="192595" cy="158305"/>
            </a:xfrm>
            <a:custGeom>
              <a:avLst/>
              <a:gdLst>
                <a:gd name="connsiteX0" fmla="*/ 192500 w 192595"/>
                <a:gd name="connsiteY0" fmla="*/ 158306 h 158305"/>
                <a:gd name="connsiteX1" fmla="*/ 143637 w 192595"/>
                <a:gd name="connsiteY1" fmla="*/ 158306 h 158305"/>
                <a:gd name="connsiteX2" fmla="*/ 130683 w 192595"/>
                <a:gd name="connsiteY2" fmla="*/ 126206 h 158305"/>
                <a:gd name="connsiteX3" fmla="*/ 62008 w 192595"/>
                <a:gd name="connsiteY3" fmla="*/ 126206 h 158305"/>
                <a:gd name="connsiteX4" fmla="*/ 48863 w 192595"/>
                <a:gd name="connsiteY4" fmla="*/ 158306 h 158305"/>
                <a:gd name="connsiteX5" fmla="*/ 0 w 192595"/>
                <a:gd name="connsiteY5" fmla="*/ 158306 h 158305"/>
                <a:gd name="connsiteX6" fmla="*/ 70009 w 192595"/>
                <a:gd name="connsiteY6" fmla="*/ 0 h 158305"/>
                <a:gd name="connsiteX7" fmla="*/ 122777 w 192595"/>
                <a:gd name="connsiteY7" fmla="*/ 0 h 158305"/>
                <a:gd name="connsiteX8" fmla="*/ 192596 w 192595"/>
                <a:gd name="connsiteY8" fmla="*/ 158306 h 158305"/>
                <a:gd name="connsiteX9" fmla="*/ 119729 w 192595"/>
                <a:gd name="connsiteY9" fmla="*/ 98679 h 158305"/>
                <a:gd name="connsiteX10" fmla="*/ 96583 w 192595"/>
                <a:gd name="connsiteY10" fmla="*/ 40862 h 158305"/>
                <a:gd name="connsiteX11" fmla="*/ 73152 w 192595"/>
                <a:gd name="connsiteY11" fmla="*/ 98679 h 158305"/>
                <a:gd name="connsiteX12" fmla="*/ 119729 w 192595"/>
                <a:gd name="connsiteY12" fmla="*/ 98679 h 158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2595" h="158305">
                  <a:moveTo>
                    <a:pt x="192500" y="158306"/>
                  </a:moveTo>
                  <a:lnTo>
                    <a:pt x="143637" y="158306"/>
                  </a:lnTo>
                  <a:lnTo>
                    <a:pt x="130683" y="126206"/>
                  </a:lnTo>
                  <a:lnTo>
                    <a:pt x="62008" y="126206"/>
                  </a:lnTo>
                  <a:lnTo>
                    <a:pt x="48863" y="158306"/>
                  </a:lnTo>
                  <a:lnTo>
                    <a:pt x="0" y="158306"/>
                  </a:lnTo>
                  <a:lnTo>
                    <a:pt x="70009" y="0"/>
                  </a:lnTo>
                  <a:lnTo>
                    <a:pt x="122777" y="0"/>
                  </a:lnTo>
                  <a:lnTo>
                    <a:pt x="192596" y="158306"/>
                  </a:lnTo>
                  <a:close/>
                  <a:moveTo>
                    <a:pt x="119729" y="98679"/>
                  </a:moveTo>
                  <a:lnTo>
                    <a:pt x="96583" y="40862"/>
                  </a:lnTo>
                  <a:lnTo>
                    <a:pt x="73152" y="98679"/>
                  </a:lnTo>
                  <a:lnTo>
                    <a:pt x="119729" y="98679"/>
                  </a:lnTo>
                  <a:close/>
                </a:path>
              </a:pathLst>
            </a:custGeom>
            <a:grpFill/>
            <a:ln w="9525" cap="flat">
              <a:noFill/>
              <a:prstDash val="solid"/>
              <a:miter/>
            </a:ln>
          </p:spPr>
          <p:txBody>
            <a:bodyPr rtlCol="0" anchor="ctr"/>
            <a:lstStyle/>
            <a:p>
              <a:endParaRPr lang="en-GB"/>
            </a:p>
          </p:txBody>
        </p:sp>
        <p:sp>
          <p:nvSpPr>
            <p:cNvPr id="38" name="Freeform: Shape 30">
              <a:extLst>
                <a:ext uri="{FF2B5EF4-FFF2-40B4-BE49-F238E27FC236}">
                  <a16:creationId xmlns:a16="http://schemas.microsoft.com/office/drawing/2014/main" id="{08506D09-A114-A134-9524-222ED3D0272B}"/>
                </a:ext>
              </a:extLst>
            </p:cNvPr>
            <p:cNvSpPr/>
            <p:nvPr/>
          </p:nvSpPr>
          <p:spPr>
            <a:xfrm>
              <a:off x="2427572" y="3381507"/>
              <a:ext cx="171926" cy="158210"/>
            </a:xfrm>
            <a:custGeom>
              <a:avLst/>
              <a:gdLst>
                <a:gd name="connsiteX0" fmla="*/ 171926 w 171926"/>
                <a:gd name="connsiteY0" fmla="*/ 158210 h 158210"/>
                <a:gd name="connsiteX1" fmla="*/ 129445 w 171926"/>
                <a:gd name="connsiteY1" fmla="*/ 158210 h 158210"/>
                <a:gd name="connsiteX2" fmla="*/ 47339 w 171926"/>
                <a:gd name="connsiteY2" fmla="*/ 70104 h 158210"/>
                <a:gd name="connsiteX3" fmla="*/ 47339 w 171926"/>
                <a:gd name="connsiteY3" fmla="*/ 158210 h 158210"/>
                <a:gd name="connsiteX4" fmla="*/ 0 w 171926"/>
                <a:gd name="connsiteY4" fmla="*/ 158210 h 158210"/>
                <a:gd name="connsiteX5" fmla="*/ 0 w 171926"/>
                <a:gd name="connsiteY5" fmla="*/ 0 h 158210"/>
                <a:gd name="connsiteX6" fmla="*/ 42386 w 171926"/>
                <a:gd name="connsiteY6" fmla="*/ 0 h 158210"/>
                <a:gd name="connsiteX7" fmla="*/ 124301 w 171926"/>
                <a:gd name="connsiteY7" fmla="*/ 87630 h 158210"/>
                <a:gd name="connsiteX8" fmla="*/ 124301 w 171926"/>
                <a:gd name="connsiteY8" fmla="*/ 0 h 158210"/>
                <a:gd name="connsiteX9" fmla="*/ 171926 w 171926"/>
                <a:gd name="connsiteY9" fmla="*/ 0 h 158210"/>
                <a:gd name="connsiteX10" fmla="*/ 171926 w 171926"/>
                <a:gd name="connsiteY10" fmla="*/ 158210 h 15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1926" h="158210">
                  <a:moveTo>
                    <a:pt x="171926" y="158210"/>
                  </a:moveTo>
                  <a:lnTo>
                    <a:pt x="129445" y="158210"/>
                  </a:lnTo>
                  <a:lnTo>
                    <a:pt x="47339" y="70104"/>
                  </a:lnTo>
                  <a:lnTo>
                    <a:pt x="47339" y="158210"/>
                  </a:lnTo>
                  <a:lnTo>
                    <a:pt x="0" y="158210"/>
                  </a:lnTo>
                  <a:lnTo>
                    <a:pt x="0" y="0"/>
                  </a:lnTo>
                  <a:lnTo>
                    <a:pt x="42386" y="0"/>
                  </a:lnTo>
                  <a:lnTo>
                    <a:pt x="124301" y="87630"/>
                  </a:lnTo>
                  <a:lnTo>
                    <a:pt x="124301" y="0"/>
                  </a:lnTo>
                  <a:lnTo>
                    <a:pt x="171926" y="0"/>
                  </a:lnTo>
                  <a:lnTo>
                    <a:pt x="171926" y="158210"/>
                  </a:lnTo>
                  <a:close/>
                </a:path>
              </a:pathLst>
            </a:custGeom>
            <a:grpFill/>
            <a:ln w="9525" cap="flat">
              <a:noFill/>
              <a:prstDash val="solid"/>
              <a:miter/>
            </a:ln>
          </p:spPr>
          <p:txBody>
            <a:bodyPr rtlCol="0" anchor="ctr"/>
            <a:lstStyle/>
            <a:p>
              <a:endParaRPr lang="en-GB"/>
            </a:p>
          </p:txBody>
        </p:sp>
        <p:sp>
          <p:nvSpPr>
            <p:cNvPr id="39" name="Freeform: Shape 31">
              <a:extLst>
                <a:ext uri="{FF2B5EF4-FFF2-40B4-BE49-F238E27FC236}">
                  <a16:creationId xmlns:a16="http://schemas.microsoft.com/office/drawing/2014/main" id="{DD84B964-D3D3-AF13-F1F6-A0D8C3E2E97A}"/>
                </a:ext>
              </a:extLst>
            </p:cNvPr>
            <p:cNvSpPr/>
            <p:nvPr/>
          </p:nvSpPr>
          <p:spPr>
            <a:xfrm>
              <a:off x="2662840" y="3381508"/>
              <a:ext cx="47720" cy="158210"/>
            </a:xfrm>
            <a:custGeom>
              <a:avLst/>
              <a:gdLst>
                <a:gd name="connsiteX0" fmla="*/ 0 w 47720"/>
                <a:gd name="connsiteY0" fmla="*/ 0 h 158210"/>
                <a:gd name="connsiteX1" fmla="*/ 47720 w 47720"/>
                <a:gd name="connsiteY1" fmla="*/ 0 h 158210"/>
                <a:gd name="connsiteX2" fmla="*/ 47720 w 47720"/>
                <a:gd name="connsiteY2" fmla="*/ 158210 h 158210"/>
                <a:gd name="connsiteX3" fmla="*/ 0 w 47720"/>
                <a:gd name="connsiteY3" fmla="*/ 158210 h 158210"/>
              </a:gdLst>
              <a:ahLst/>
              <a:cxnLst>
                <a:cxn ang="0">
                  <a:pos x="connsiteX0" y="connsiteY0"/>
                </a:cxn>
                <a:cxn ang="0">
                  <a:pos x="connsiteX1" y="connsiteY1"/>
                </a:cxn>
                <a:cxn ang="0">
                  <a:pos x="connsiteX2" y="connsiteY2"/>
                </a:cxn>
                <a:cxn ang="0">
                  <a:pos x="connsiteX3" y="connsiteY3"/>
                </a:cxn>
              </a:cxnLst>
              <a:rect l="l" t="t" r="r" b="b"/>
              <a:pathLst>
                <a:path w="47720" h="158210">
                  <a:moveTo>
                    <a:pt x="0" y="0"/>
                  </a:moveTo>
                  <a:lnTo>
                    <a:pt x="47720" y="0"/>
                  </a:lnTo>
                  <a:lnTo>
                    <a:pt x="47720" y="158210"/>
                  </a:lnTo>
                  <a:lnTo>
                    <a:pt x="0" y="158210"/>
                  </a:lnTo>
                  <a:close/>
                </a:path>
              </a:pathLst>
            </a:custGeom>
            <a:grpFill/>
            <a:ln w="9525" cap="flat">
              <a:noFill/>
              <a:prstDash val="solid"/>
              <a:miter/>
            </a:ln>
          </p:spPr>
          <p:txBody>
            <a:bodyPr rtlCol="0" anchor="ctr"/>
            <a:lstStyle/>
            <a:p>
              <a:endParaRPr lang="en-GB"/>
            </a:p>
          </p:txBody>
        </p:sp>
        <p:sp>
          <p:nvSpPr>
            <p:cNvPr id="40" name="Freeform: Shape 32">
              <a:extLst>
                <a:ext uri="{FF2B5EF4-FFF2-40B4-BE49-F238E27FC236}">
                  <a16:creationId xmlns:a16="http://schemas.microsoft.com/office/drawing/2014/main" id="{D001200B-EC98-156E-E7EA-5962B546879C}"/>
                </a:ext>
              </a:extLst>
            </p:cNvPr>
            <p:cNvSpPr/>
            <p:nvPr/>
          </p:nvSpPr>
          <p:spPr>
            <a:xfrm>
              <a:off x="1237900" y="3614298"/>
              <a:ext cx="54864" cy="103155"/>
            </a:xfrm>
            <a:custGeom>
              <a:avLst/>
              <a:gdLst>
                <a:gd name="connsiteX0" fmla="*/ 0 w 54864"/>
                <a:gd name="connsiteY0" fmla="*/ 103156 h 103155"/>
                <a:gd name="connsiteX1" fmla="*/ 0 w 54864"/>
                <a:gd name="connsiteY1" fmla="*/ 0 h 103155"/>
                <a:gd name="connsiteX2" fmla="*/ 54864 w 54864"/>
                <a:gd name="connsiteY2" fmla="*/ 0 h 103155"/>
                <a:gd name="connsiteX3" fmla="*/ 54864 w 54864"/>
                <a:gd name="connsiteY3" fmla="*/ 12954 h 103155"/>
                <a:gd name="connsiteX4" fmla="*/ 14764 w 54864"/>
                <a:gd name="connsiteY4" fmla="*/ 12954 h 103155"/>
                <a:gd name="connsiteX5" fmla="*/ 14764 w 54864"/>
                <a:gd name="connsiteY5" fmla="*/ 43148 h 103155"/>
                <a:gd name="connsiteX6" fmla="*/ 53054 w 54864"/>
                <a:gd name="connsiteY6" fmla="*/ 43148 h 103155"/>
                <a:gd name="connsiteX7" fmla="*/ 53054 w 54864"/>
                <a:gd name="connsiteY7" fmla="*/ 56198 h 103155"/>
                <a:gd name="connsiteX8" fmla="*/ 14764 w 54864"/>
                <a:gd name="connsiteY8" fmla="*/ 56198 h 103155"/>
                <a:gd name="connsiteX9" fmla="*/ 14764 w 54864"/>
                <a:gd name="connsiteY9" fmla="*/ 103156 h 103155"/>
                <a:gd name="connsiteX10" fmla="*/ 0 w 54864"/>
                <a:gd name="connsiteY10"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864" h="103155">
                  <a:moveTo>
                    <a:pt x="0" y="103156"/>
                  </a:moveTo>
                  <a:lnTo>
                    <a:pt x="0" y="0"/>
                  </a:lnTo>
                  <a:lnTo>
                    <a:pt x="54864" y="0"/>
                  </a:lnTo>
                  <a:lnTo>
                    <a:pt x="54864" y="12954"/>
                  </a:lnTo>
                  <a:lnTo>
                    <a:pt x="14764" y="12954"/>
                  </a:lnTo>
                  <a:lnTo>
                    <a:pt x="14764" y="43148"/>
                  </a:lnTo>
                  <a:lnTo>
                    <a:pt x="53054" y="43148"/>
                  </a:lnTo>
                  <a:lnTo>
                    <a:pt x="53054" y="56198"/>
                  </a:lnTo>
                  <a:lnTo>
                    <a:pt x="14764" y="56198"/>
                  </a:lnTo>
                  <a:lnTo>
                    <a:pt x="14764" y="103156"/>
                  </a:lnTo>
                  <a:lnTo>
                    <a:pt x="0" y="103156"/>
                  </a:lnTo>
                  <a:close/>
                </a:path>
              </a:pathLst>
            </a:custGeom>
            <a:grpFill/>
            <a:ln w="9525" cap="flat">
              <a:noFill/>
              <a:prstDash val="solid"/>
              <a:miter/>
            </a:ln>
          </p:spPr>
          <p:txBody>
            <a:bodyPr rtlCol="0" anchor="ctr"/>
            <a:lstStyle/>
            <a:p>
              <a:endParaRPr lang="en-GB"/>
            </a:p>
          </p:txBody>
        </p:sp>
        <p:sp>
          <p:nvSpPr>
            <p:cNvPr id="41" name="Freeform: Shape 33">
              <a:extLst>
                <a:ext uri="{FF2B5EF4-FFF2-40B4-BE49-F238E27FC236}">
                  <a16:creationId xmlns:a16="http://schemas.microsoft.com/office/drawing/2014/main" id="{6AFE5557-3CFB-A97A-1944-79097E28F883}"/>
                </a:ext>
              </a:extLst>
            </p:cNvPr>
            <p:cNvSpPr/>
            <p:nvPr/>
          </p:nvSpPr>
          <p:spPr>
            <a:xfrm>
              <a:off x="1336865" y="3612489"/>
              <a:ext cx="99440" cy="106775"/>
            </a:xfrm>
            <a:custGeom>
              <a:avLst/>
              <a:gdLst>
                <a:gd name="connsiteX0" fmla="*/ 95 w 99440"/>
                <a:gd name="connsiteY0" fmla="*/ 53340 h 106775"/>
                <a:gd name="connsiteX1" fmla="*/ 13240 w 99440"/>
                <a:gd name="connsiteY1" fmla="*/ 15240 h 106775"/>
                <a:gd name="connsiteX2" fmla="*/ 49721 w 99440"/>
                <a:gd name="connsiteY2" fmla="*/ 0 h 106775"/>
                <a:gd name="connsiteX3" fmla="*/ 86392 w 99440"/>
                <a:gd name="connsiteY3" fmla="*/ 15240 h 106775"/>
                <a:gd name="connsiteX4" fmla="*/ 99441 w 99440"/>
                <a:gd name="connsiteY4" fmla="*/ 53340 h 106775"/>
                <a:gd name="connsiteX5" fmla="*/ 86392 w 99440"/>
                <a:gd name="connsiteY5" fmla="*/ 91821 h 106775"/>
                <a:gd name="connsiteX6" fmla="*/ 49721 w 99440"/>
                <a:gd name="connsiteY6" fmla="*/ 106775 h 106775"/>
                <a:gd name="connsiteX7" fmla="*/ 13049 w 99440"/>
                <a:gd name="connsiteY7" fmla="*/ 91821 h 106775"/>
                <a:gd name="connsiteX8" fmla="*/ 0 w 99440"/>
                <a:gd name="connsiteY8" fmla="*/ 53340 h 106775"/>
                <a:gd name="connsiteX9" fmla="*/ 15716 w 99440"/>
                <a:gd name="connsiteY9" fmla="*/ 53340 h 106775"/>
                <a:gd name="connsiteX10" fmla="*/ 23813 w 99440"/>
                <a:gd name="connsiteY10" fmla="*/ 81248 h 106775"/>
                <a:gd name="connsiteX11" fmla="*/ 49721 w 99440"/>
                <a:gd name="connsiteY11" fmla="*/ 93631 h 106775"/>
                <a:gd name="connsiteX12" fmla="*/ 75628 w 99440"/>
                <a:gd name="connsiteY12" fmla="*/ 81248 h 106775"/>
                <a:gd name="connsiteX13" fmla="*/ 83725 w 99440"/>
                <a:gd name="connsiteY13" fmla="*/ 53340 h 106775"/>
                <a:gd name="connsiteX14" fmla="*/ 75343 w 99440"/>
                <a:gd name="connsiteY14" fmla="*/ 25241 h 106775"/>
                <a:gd name="connsiteX15" fmla="*/ 49721 w 99440"/>
                <a:gd name="connsiteY15" fmla="*/ 12954 h 106775"/>
                <a:gd name="connsiteX16" fmla="*/ 24194 w 99440"/>
                <a:gd name="connsiteY16" fmla="*/ 25241 h 106775"/>
                <a:gd name="connsiteX17" fmla="*/ 15811 w 99440"/>
                <a:gd name="connsiteY17" fmla="*/ 53340 h 10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440" h="106775">
                  <a:moveTo>
                    <a:pt x="95" y="53340"/>
                  </a:moveTo>
                  <a:cubicBezTo>
                    <a:pt x="95" y="37719"/>
                    <a:pt x="4477" y="24955"/>
                    <a:pt x="13240" y="15240"/>
                  </a:cubicBezTo>
                  <a:cubicBezTo>
                    <a:pt x="22193" y="5048"/>
                    <a:pt x="34385" y="0"/>
                    <a:pt x="49721" y="0"/>
                  </a:cubicBezTo>
                  <a:cubicBezTo>
                    <a:pt x="65056" y="0"/>
                    <a:pt x="77343" y="5048"/>
                    <a:pt x="86392" y="15240"/>
                  </a:cubicBezTo>
                  <a:cubicBezTo>
                    <a:pt x="95059" y="24955"/>
                    <a:pt x="99441" y="37719"/>
                    <a:pt x="99441" y="53340"/>
                  </a:cubicBezTo>
                  <a:cubicBezTo>
                    <a:pt x="99441" y="68961"/>
                    <a:pt x="95059" y="82105"/>
                    <a:pt x="86392" y="91821"/>
                  </a:cubicBezTo>
                  <a:cubicBezTo>
                    <a:pt x="77438" y="101822"/>
                    <a:pt x="65151" y="106775"/>
                    <a:pt x="49721" y="106775"/>
                  </a:cubicBezTo>
                  <a:cubicBezTo>
                    <a:pt x="34290" y="106775"/>
                    <a:pt x="22003" y="101822"/>
                    <a:pt x="13049" y="91821"/>
                  </a:cubicBezTo>
                  <a:cubicBezTo>
                    <a:pt x="4381" y="82201"/>
                    <a:pt x="0" y="69342"/>
                    <a:pt x="0" y="53340"/>
                  </a:cubicBezTo>
                  <a:moveTo>
                    <a:pt x="15716" y="53340"/>
                  </a:moveTo>
                  <a:cubicBezTo>
                    <a:pt x="15716" y="64579"/>
                    <a:pt x="18383" y="73914"/>
                    <a:pt x="23813" y="81248"/>
                  </a:cubicBezTo>
                  <a:cubicBezTo>
                    <a:pt x="29908" y="89535"/>
                    <a:pt x="38576" y="93631"/>
                    <a:pt x="49721" y="93631"/>
                  </a:cubicBezTo>
                  <a:cubicBezTo>
                    <a:pt x="60865" y="93631"/>
                    <a:pt x="69532" y="89535"/>
                    <a:pt x="75628" y="81248"/>
                  </a:cubicBezTo>
                  <a:cubicBezTo>
                    <a:pt x="81058" y="73819"/>
                    <a:pt x="83725" y="64579"/>
                    <a:pt x="83725" y="53340"/>
                  </a:cubicBezTo>
                  <a:cubicBezTo>
                    <a:pt x="83725" y="42100"/>
                    <a:pt x="80963" y="32766"/>
                    <a:pt x="75343" y="25241"/>
                  </a:cubicBezTo>
                  <a:cubicBezTo>
                    <a:pt x="69151" y="17050"/>
                    <a:pt x="60579" y="12954"/>
                    <a:pt x="49721" y="12954"/>
                  </a:cubicBezTo>
                  <a:cubicBezTo>
                    <a:pt x="38862" y="12954"/>
                    <a:pt x="30385" y="17050"/>
                    <a:pt x="24194" y="25241"/>
                  </a:cubicBezTo>
                  <a:cubicBezTo>
                    <a:pt x="18574" y="32766"/>
                    <a:pt x="15811" y="42100"/>
                    <a:pt x="15811" y="53340"/>
                  </a:cubicBezTo>
                </a:path>
              </a:pathLst>
            </a:custGeom>
            <a:grpFill/>
            <a:ln w="9525" cap="flat">
              <a:noFill/>
              <a:prstDash val="solid"/>
              <a:miter/>
            </a:ln>
          </p:spPr>
          <p:txBody>
            <a:bodyPr rtlCol="0" anchor="ctr"/>
            <a:lstStyle/>
            <a:p>
              <a:endParaRPr lang="en-GB"/>
            </a:p>
          </p:txBody>
        </p:sp>
        <p:sp>
          <p:nvSpPr>
            <p:cNvPr id="42" name="Freeform: Shape 34">
              <a:extLst>
                <a:ext uri="{FF2B5EF4-FFF2-40B4-BE49-F238E27FC236}">
                  <a16:creationId xmlns:a16="http://schemas.microsoft.com/office/drawing/2014/main" id="{DFED58AB-47EB-314C-68CF-C8E2CE30204E}"/>
                </a:ext>
              </a:extLst>
            </p:cNvPr>
            <p:cNvSpPr/>
            <p:nvPr/>
          </p:nvSpPr>
          <p:spPr>
            <a:xfrm>
              <a:off x="1487931" y="3614298"/>
              <a:ext cx="80009" cy="104965"/>
            </a:xfrm>
            <a:custGeom>
              <a:avLst/>
              <a:gdLst>
                <a:gd name="connsiteX0" fmla="*/ 80010 w 80009"/>
                <a:gd name="connsiteY0" fmla="*/ 0 h 104965"/>
                <a:gd name="connsiteX1" fmla="*/ 80010 w 80009"/>
                <a:gd name="connsiteY1" fmla="*/ 60484 h 104965"/>
                <a:gd name="connsiteX2" fmla="*/ 69628 w 80009"/>
                <a:gd name="connsiteY2" fmla="*/ 93536 h 104965"/>
                <a:gd name="connsiteX3" fmla="*/ 40005 w 80009"/>
                <a:gd name="connsiteY3" fmla="*/ 104966 h 104965"/>
                <a:gd name="connsiteX4" fmla="*/ 10382 w 80009"/>
                <a:gd name="connsiteY4" fmla="*/ 93536 h 104965"/>
                <a:gd name="connsiteX5" fmla="*/ 0 w 80009"/>
                <a:gd name="connsiteY5" fmla="*/ 60484 h 104965"/>
                <a:gd name="connsiteX6" fmla="*/ 0 w 80009"/>
                <a:gd name="connsiteY6" fmla="*/ 0 h 104965"/>
                <a:gd name="connsiteX7" fmla="*/ 14764 w 80009"/>
                <a:gd name="connsiteY7" fmla="*/ 0 h 104965"/>
                <a:gd name="connsiteX8" fmla="*/ 14764 w 80009"/>
                <a:gd name="connsiteY8" fmla="*/ 58579 h 104965"/>
                <a:gd name="connsiteX9" fmla="*/ 40005 w 80009"/>
                <a:gd name="connsiteY9" fmla="*/ 92012 h 104965"/>
                <a:gd name="connsiteX10" fmla="*/ 65246 w 80009"/>
                <a:gd name="connsiteY10" fmla="*/ 58579 h 104965"/>
                <a:gd name="connsiteX11" fmla="*/ 65246 w 80009"/>
                <a:gd name="connsiteY11" fmla="*/ 0 h 104965"/>
                <a:gd name="connsiteX12" fmla="*/ 80010 w 80009"/>
                <a:gd name="connsiteY12" fmla="*/ 0 h 10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009" h="104965">
                  <a:moveTo>
                    <a:pt x="80010" y="0"/>
                  </a:moveTo>
                  <a:lnTo>
                    <a:pt x="80010" y="60484"/>
                  </a:lnTo>
                  <a:cubicBezTo>
                    <a:pt x="80010" y="74867"/>
                    <a:pt x="76581" y="85916"/>
                    <a:pt x="69628" y="93536"/>
                  </a:cubicBezTo>
                  <a:cubicBezTo>
                    <a:pt x="62674" y="101156"/>
                    <a:pt x="52768" y="104966"/>
                    <a:pt x="40005" y="104966"/>
                  </a:cubicBezTo>
                  <a:cubicBezTo>
                    <a:pt x="27242" y="104966"/>
                    <a:pt x="17335" y="101156"/>
                    <a:pt x="10382" y="93536"/>
                  </a:cubicBezTo>
                  <a:cubicBezTo>
                    <a:pt x="3429" y="85916"/>
                    <a:pt x="0" y="74867"/>
                    <a:pt x="0" y="60484"/>
                  </a:cubicBezTo>
                  <a:lnTo>
                    <a:pt x="0" y="0"/>
                  </a:lnTo>
                  <a:lnTo>
                    <a:pt x="14764" y="0"/>
                  </a:lnTo>
                  <a:lnTo>
                    <a:pt x="14764" y="58579"/>
                  </a:lnTo>
                  <a:cubicBezTo>
                    <a:pt x="14764" y="80867"/>
                    <a:pt x="23241" y="92012"/>
                    <a:pt x="40005" y="92012"/>
                  </a:cubicBezTo>
                  <a:cubicBezTo>
                    <a:pt x="56769" y="92012"/>
                    <a:pt x="65246" y="80867"/>
                    <a:pt x="65246" y="58579"/>
                  </a:cubicBezTo>
                  <a:lnTo>
                    <a:pt x="65246" y="0"/>
                  </a:lnTo>
                  <a:lnTo>
                    <a:pt x="80010" y="0"/>
                  </a:lnTo>
                  <a:close/>
                </a:path>
              </a:pathLst>
            </a:custGeom>
            <a:grpFill/>
            <a:ln w="9525" cap="flat">
              <a:noFill/>
              <a:prstDash val="solid"/>
              <a:miter/>
            </a:ln>
          </p:spPr>
          <p:txBody>
            <a:bodyPr rtlCol="0" anchor="ctr"/>
            <a:lstStyle/>
            <a:p>
              <a:endParaRPr lang="en-GB"/>
            </a:p>
          </p:txBody>
        </p:sp>
        <p:sp>
          <p:nvSpPr>
            <p:cNvPr id="43" name="Freeform: Shape 35">
              <a:extLst>
                <a:ext uri="{FF2B5EF4-FFF2-40B4-BE49-F238E27FC236}">
                  <a16:creationId xmlns:a16="http://schemas.microsoft.com/office/drawing/2014/main" id="{C8EC3FFA-844D-756B-D6F6-39A0F7CAC8F3}"/>
                </a:ext>
              </a:extLst>
            </p:cNvPr>
            <p:cNvSpPr/>
            <p:nvPr/>
          </p:nvSpPr>
          <p:spPr>
            <a:xfrm>
              <a:off x="1624329" y="3614298"/>
              <a:ext cx="80772" cy="103155"/>
            </a:xfrm>
            <a:custGeom>
              <a:avLst/>
              <a:gdLst>
                <a:gd name="connsiteX0" fmla="*/ 0 w 80772"/>
                <a:gd name="connsiteY0" fmla="*/ 103156 h 103155"/>
                <a:gd name="connsiteX1" fmla="*/ 0 w 80772"/>
                <a:gd name="connsiteY1" fmla="*/ 0 h 103155"/>
                <a:gd name="connsiteX2" fmla="*/ 20098 w 80772"/>
                <a:gd name="connsiteY2" fmla="*/ 0 h 103155"/>
                <a:gd name="connsiteX3" fmla="*/ 65723 w 80772"/>
                <a:gd name="connsiteY3" fmla="*/ 83058 h 103155"/>
                <a:gd name="connsiteX4" fmla="*/ 66008 w 80772"/>
                <a:gd name="connsiteY4" fmla="*/ 83058 h 103155"/>
                <a:gd name="connsiteX5" fmla="*/ 66008 w 80772"/>
                <a:gd name="connsiteY5" fmla="*/ 0 h 103155"/>
                <a:gd name="connsiteX6" fmla="*/ 80772 w 80772"/>
                <a:gd name="connsiteY6" fmla="*/ 0 h 103155"/>
                <a:gd name="connsiteX7" fmla="*/ 80772 w 80772"/>
                <a:gd name="connsiteY7" fmla="*/ 103156 h 103155"/>
                <a:gd name="connsiteX8" fmla="*/ 61817 w 80772"/>
                <a:gd name="connsiteY8" fmla="*/ 103156 h 103155"/>
                <a:gd name="connsiteX9" fmla="*/ 15145 w 80772"/>
                <a:gd name="connsiteY9" fmla="*/ 18288 h 103155"/>
                <a:gd name="connsiteX10" fmla="*/ 14764 w 80772"/>
                <a:gd name="connsiteY10" fmla="*/ 18288 h 103155"/>
                <a:gd name="connsiteX11" fmla="*/ 14764 w 80772"/>
                <a:gd name="connsiteY11" fmla="*/ 103156 h 103155"/>
                <a:gd name="connsiteX12" fmla="*/ 0 w 80772"/>
                <a:gd name="connsiteY12"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772" h="103155">
                  <a:moveTo>
                    <a:pt x="0" y="103156"/>
                  </a:moveTo>
                  <a:lnTo>
                    <a:pt x="0" y="0"/>
                  </a:lnTo>
                  <a:lnTo>
                    <a:pt x="20098" y="0"/>
                  </a:lnTo>
                  <a:lnTo>
                    <a:pt x="65723" y="83058"/>
                  </a:lnTo>
                  <a:lnTo>
                    <a:pt x="66008" y="83058"/>
                  </a:lnTo>
                  <a:lnTo>
                    <a:pt x="66008" y="0"/>
                  </a:lnTo>
                  <a:lnTo>
                    <a:pt x="80772" y="0"/>
                  </a:lnTo>
                  <a:lnTo>
                    <a:pt x="80772" y="103156"/>
                  </a:lnTo>
                  <a:lnTo>
                    <a:pt x="61817" y="103156"/>
                  </a:lnTo>
                  <a:lnTo>
                    <a:pt x="15145" y="18288"/>
                  </a:lnTo>
                  <a:lnTo>
                    <a:pt x="14764" y="18288"/>
                  </a:lnTo>
                  <a:lnTo>
                    <a:pt x="14764" y="103156"/>
                  </a:lnTo>
                  <a:lnTo>
                    <a:pt x="0" y="103156"/>
                  </a:lnTo>
                  <a:close/>
                </a:path>
              </a:pathLst>
            </a:custGeom>
            <a:grpFill/>
            <a:ln w="9525" cap="flat">
              <a:noFill/>
              <a:prstDash val="solid"/>
              <a:miter/>
            </a:ln>
          </p:spPr>
          <p:txBody>
            <a:bodyPr rtlCol="0" anchor="ctr"/>
            <a:lstStyle/>
            <a:p>
              <a:endParaRPr lang="en-GB"/>
            </a:p>
          </p:txBody>
        </p:sp>
        <p:sp>
          <p:nvSpPr>
            <p:cNvPr id="44" name="Freeform: Shape 36">
              <a:extLst>
                <a:ext uri="{FF2B5EF4-FFF2-40B4-BE49-F238E27FC236}">
                  <a16:creationId xmlns:a16="http://schemas.microsoft.com/office/drawing/2014/main" id="{B2760A55-A4E5-2C37-4D3C-642DC5CB13D7}"/>
                </a:ext>
              </a:extLst>
            </p:cNvPr>
            <p:cNvSpPr/>
            <p:nvPr/>
          </p:nvSpPr>
          <p:spPr>
            <a:xfrm>
              <a:off x="1762251" y="3614298"/>
              <a:ext cx="85534" cy="103155"/>
            </a:xfrm>
            <a:custGeom>
              <a:avLst/>
              <a:gdLst>
                <a:gd name="connsiteX0" fmla="*/ 0 w 85534"/>
                <a:gd name="connsiteY0" fmla="*/ 103156 h 103155"/>
                <a:gd name="connsiteX1" fmla="*/ 0 w 85534"/>
                <a:gd name="connsiteY1" fmla="*/ 0 h 103155"/>
                <a:gd name="connsiteX2" fmla="*/ 30480 w 85534"/>
                <a:gd name="connsiteY2" fmla="*/ 0 h 103155"/>
                <a:gd name="connsiteX3" fmla="*/ 69533 w 85534"/>
                <a:gd name="connsiteY3" fmla="*/ 13430 h 103155"/>
                <a:gd name="connsiteX4" fmla="*/ 85535 w 85534"/>
                <a:gd name="connsiteY4" fmla="*/ 50673 h 103155"/>
                <a:gd name="connsiteX5" fmla="*/ 70961 w 85534"/>
                <a:gd name="connsiteY5" fmla="*/ 89726 h 103155"/>
                <a:gd name="connsiteX6" fmla="*/ 30575 w 85534"/>
                <a:gd name="connsiteY6" fmla="*/ 103156 h 103155"/>
                <a:gd name="connsiteX7" fmla="*/ 95 w 85534"/>
                <a:gd name="connsiteY7" fmla="*/ 103156 h 103155"/>
                <a:gd name="connsiteX8" fmla="*/ 14764 w 85534"/>
                <a:gd name="connsiteY8" fmla="*/ 12954 h 103155"/>
                <a:gd name="connsiteX9" fmla="*/ 14764 w 85534"/>
                <a:gd name="connsiteY9" fmla="*/ 90106 h 103155"/>
                <a:gd name="connsiteX10" fmla="*/ 30290 w 85534"/>
                <a:gd name="connsiteY10" fmla="*/ 90106 h 103155"/>
                <a:gd name="connsiteX11" fmla="*/ 69723 w 85534"/>
                <a:gd name="connsiteY11" fmla="*/ 51245 h 103155"/>
                <a:gd name="connsiteX12" fmla="*/ 58960 w 85534"/>
                <a:gd name="connsiteY12" fmla="*/ 23051 h 103155"/>
                <a:gd name="connsiteX13" fmla="*/ 32004 w 85534"/>
                <a:gd name="connsiteY13" fmla="*/ 12954 h 103155"/>
                <a:gd name="connsiteX14" fmla="*/ 14669 w 85534"/>
                <a:gd name="connsiteY14" fmla="*/ 12954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534" h="103155">
                  <a:moveTo>
                    <a:pt x="0" y="103156"/>
                  </a:moveTo>
                  <a:lnTo>
                    <a:pt x="0" y="0"/>
                  </a:lnTo>
                  <a:lnTo>
                    <a:pt x="30480" y="0"/>
                  </a:lnTo>
                  <a:cubicBezTo>
                    <a:pt x="46196" y="0"/>
                    <a:pt x="59246" y="4477"/>
                    <a:pt x="69533" y="13430"/>
                  </a:cubicBezTo>
                  <a:cubicBezTo>
                    <a:pt x="80200" y="22765"/>
                    <a:pt x="85535" y="35243"/>
                    <a:pt x="85535" y="50673"/>
                  </a:cubicBezTo>
                  <a:cubicBezTo>
                    <a:pt x="85535" y="67723"/>
                    <a:pt x="80677" y="80772"/>
                    <a:pt x="70961" y="89726"/>
                  </a:cubicBezTo>
                  <a:cubicBezTo>
                    <a:pt x="61246" y="98679"/>
                    <a:pt x="47815" y="103156"/>
                    <a:pt x="30575" y="103156"/>
                  </a:cubicBezTo>
                  <a:lnTo>
                    <a:pt x="95" y="103156"/>
                  </a:lnTo>
                  <a:close/>
                  <a:moveTo>
                    <a:pt x="14764" y="12954"/>
                  </a:moveTo>
                  <a:lnTo>
                    <a:pt x="14764" y="90106"/>
                  </a:lnTo>
                  <a:lnTo>
                    <a:pt x="30290" y="90106"/>
                  </a:lnTo>
                  <a:cubicBezTo>
                    <a:pt x="56579" y="90106"/>
                    <a:pt x="69723" y="77153"/>
                    <a:pt x="69723" y="51245"/>
                  </a:cubicBezTo>
                  <a:cubicBezTo>
                    <a:pt x="69723" y="39529"/>
                    <a:pt x="66104" y="30099"/>
                    <a:pt x="58960" y="23051"/>
                  </a:cubicBezTo>
                  <a:cubicBezTo>
                    <a:pt x="52006" y="16288"/>
                    <a:pt x="42958" y="12954"/>
                    <a:pt x="32004" y="12954"/>
                  </a:cubicBezTo>
                  <a:lnTo>
                    <a:pt x="14669" y="12954"/>
                  </a:lnTo>
                  <a:close/>
                </a:path>
              </a:pathLst>
            </a:custGeom>
            <a:grpFill/>
            <a:ln w="9525" cap="flat">
              <a:noFill/>
              <a:prstDash val="solid"/>
              <a:miter/>
            </a:ln>
          </p:spPr>
          <p:txBody>
            <a:bodyPr rtlCol="0" anchor="ctr"/>
            <a:lstStyle/>
            <a:p>
              <a:endParaRPr lang="en-GB"/>
            </a:p>
          </p:txBody>
        </p:sp>
        <p:sp>
          <p:nvSpPr>
            <p:cNvPr id="45" name="Freeform: Shape 37">
              <a:extLst>
                <a:ext uri="{FF2B5EF4-FFF2-40B4-BE49-F238E27FC236}">
                  <a16:creationId xmlns:a16="http://schemas.microsoft.com/office/drawing/2014/main" id="{33828D5C-97A3-4351-2281-D8310BEE14EE}"/>
                </a:ext>
              </a:extLst>
            </p:cNvPr>
            <p:cNvSpPr/>
            <p:nvPr/>
          </p:nvSpPr>
          <p:spPr>
            <a:xfrm>
              <a:off x="1885790" y="3614298"/>
              <a:ext cx="103155" cy="103155"/>
            </a:xfrm>
            <a:custGeom>
              <a:avLst/>
              <a:gdLst>
                <a:gd name="connsiteX0" fmla="*/ 0 w 103155"/>
                <a:gd name="connsiteY0" fmla="*/ 103156 h 103155"/>
                <a:gd name="connsiteX1" fmla="*/ 44005 w 103155"/>
                <a:gd name="connsiteY1" fmla="*/ 0 h 103155"/>
                <a:gd name="connsiteX2" fmla="*/ 59531 w 103155"/>
                <a:gd name="connsiteY2" fmla="*/ 0 h 103155"/>
                <a:gd name="connsiteX3" fmla="*/ 103156 w 103155"/>
                <a:gd name="connsiteY3" fmla="*/ 103156 h 103155"/>
                <a:gd name="connsiteX4" fmla="*/ 87058 w 103155"/>
                <a:gd name="connsiteY4" fmla="*/ 103156 h 103155"/>
                <a:gd name="connsiteX5" fmla="*/ 76581 w 103155"/>
                <a:gd name="connsiteY5" fmla="*/ 77153 h 103155"/>
                <a:gd name="connsiteX6" fmla="*/ 26003 w 103155"/>
                <a:gd name="connsiteY6" fmla="*/ 77153 h 103155"/>
                <a:gd name="connsiteX7" fmla="*/ 15526 w 103155"/>
                <a:gd name="connsiteY7" fmla="*/ 103156 h 103155"/>
                <a:gd name="connsiteX8" fmla="*/ 0 w 103155"/>
                <a:gd name="connsiteY8" fmla="*/ 103156 h 103155"/>
                <a:gd name="connsiteX9" fmla="*/ 71819 w 103155"/>
                <a:gd name="connsiteY9" fmla="*/ 64960 h 103155"/>
                <a:gd name="connsiteX10" fmla="*/ 51244 w 103155"/>
                <a:gd name="connsiteY10" fmla="*/ 13811 h 103155"/>
                <a:gd name="connsiteX11" fmla="*/ 30671 w 103155"/>
                <a:gd name="connsiteY11" fmla="*/ 64960 h 103155"/>
                <a:gd name="connsiteX12" fmla="*/ 71819 w 103155"/>
                <a:gd name="connsiteY12" fmla="*/ 64960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155" h="103155">
                  <a:moveTo>
                    <a:pt x="0" y="103156"/>
                  </a:moveTo>
                  <a:lnTo>
                    <a:pt x="44005" y="0"/>
                  </a:lnTo>
                  <a:lnTo>
                    <a:pt x="59531" y="0"/>
                  </a:lnTo>
                  <a:lnTo>
                    <a:pt x="103156" y="103156"/>
                  </a:lnTo>
                  <a:lnTo>
                    <a:pt x="87058" y="103156"/>
                  </a:lnTo>
                  <a:lnTo>
                    <a:pt x="76581" y="77153"/>
                  </a:lnTo>
                  <a:lnTo>
                    <a:pt x="26003" y="77153"/>
                  </a:lnTo>
                  <a:lnTo>
                    <a:pt x="15526" y="103156"/>
                  </a:lnTo>
                  <a:lnTo>
                    <a:pt x="0" y="103156"/>
                  </a:lnTo>
                  <a:close/>
                  <a:moveTo>
                    <a:pt x="71819" y="64960"/>
                  </a:moveTo>
                  <a:lnTo>
                    <a:pt x="51244" y="13811"/>
                  </a:lnTo>
                  <a:lnTo>
                    <a:pt x="30671" y="64960"/>
                  </a:lnTo>
                  <a:lnTo>
                    <a:pt x="71819" y="64960"/>
                  </a:lnTo>
                  <a:close/>
                </a:path>
              </a:pathLst>
            </a:custGeom>
            <a:grpFill/>
            <a:ln w="9525" cap="flat">
              <a:noFill/>
              <a:prstDash val="solid"/>
              <a:miter/>
            </a:ln>
          </p:spPr>
          <p:txBody>
            <a:bodyPr rtlCol="0" anchor="ctr"/>
            <a:lstStyle/>
            <a:p>
              <a:endParaRPr lang="en-GB"/>
            </a:p>
          </p:txBody>
        </p:sp>
        <p:sp>
          <p:nvSpPr>
            <p:cNvPr id="46" name="Freeform: Shape 38">
              <a:extLst>
                <a:ext uri="{FF2B5EF4-FFF2-40B4-BE49-F238E27FC236}">
                  <a16:creationId xmlns:a16="http://schemas.microsoft.com/office/drawing/2014/main" id="{8C452903-DC56-25F4-BC76-2C6E0C53077D}"/>
                </a:ext>
              </a:extLst>
            </p:cNvPr>
            <p:cNvSpPr/>
            <p:nvPr/>
          </p:nvSpPr>
          <p:spPr>
            <a:xfrm>
              <a:off x="2021903" y="3614298"/>
              <a:ext cx="78962" cy="103155"/>
            </a:xfrm>
            <a:custGeom>
              <a:avLst/>
              <a:gdLst>
                <a:gd name="connsiteX0" fmla="*/ 32099 w 78962"/>
                <a:gd name="connsiteY0" fmla="*/ 103156 h 103155"/>
                <a:gd name="connsiteX1" fmla="*/ 32099 w 78962"/>
                <a:gd name="connsiteY1" fmla="*/ 12954 h 103155"/>
                <a:gd name="connsiteX2" fmla="*/ 0 w 78962"/>
                <a:gd name="connsiteY2" fmla="*/ 12954 h 103155"/>
                <a:gd name="connsiteX3" fmla="*/ 0 w 78962"/>
                <a:gd name="connsiteY3" fmla="*/ 0 h 103155"/>
                <a:gd name="connsiteX4" fmla="*/ 78962 w 78962"/>
                <a:gd name="connsiteY4" fmla="*/ 0 h 103155"/>
                <a:gd name="connsiteX5" fmla="*/ 78962 w 78962"/>
                <a:gd name="connsiteY5" fmla="*/ 12954 h 103155"/>
                <a:gd name="connsiteX6" fmla="*/ 46863 w 78962"/>
                <a:gd name="connsiteY6" fmla="*/ 12954 h 103155"/>
                <a:gd name="connsiteX7" fmla="*/ 46863 w 78962"/>
                <a:gd name="connsiteY7" fmla="*/ 103156 h 103155"/>
                <a:gd name="connsiteX8" fmla="*/ 32099 w 78962"/>
                <a:gd name="connsiteY8"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62" h="103155">
                  <a:moveTo>
                    <a:pt x="32099" y="103156"/>
                  </a:moveTo>
                  <a:lnTo>
                    <a:pt x="32099" y="12954"/>
                  </a:lnTo>
                  <a:lnTo>
                    <a:pt x="0" y="12954"/>
                  </a:lnTo>
                  <a:lnTo>
                    <a:pt x="0" y="0"/>
                  </a:lnTo>
                  <a:lnTo>
                    <a:pt x="78962" y="0"/>
                  </a:lnTo>
                  <a:lnTo>
                    <a:pt x="78962" y="12954"/>
                  </a:lnTo>
                  <a:lnTo>
                    <a:pt x="46863" y="12954"/>
                  </a:lnTo>
                  <a:lnTo>
                    <a:pt x="46863" y="103156"/>
                  </a:lnTo>
                  <a:lnTo>
                    <a:pt x="32099" y="103156"/>
                  </a:lnTo>
                  <a:close/>
                </a:path>
              </a:pathLst>
            </a:custGeom>
            <a:grpFill/>
            <a:ln w="9525" cap="flat">
              <a:noFill/>
              <a:prstDash val="solid"/>
              <a:miter/>
            </a:ln>
          </p:spPr>
          <p:txBody>
            <a:bodyPr rtlCol="0" anchor="ctr"/>
            <a:lstStyle/>
            <a:p>
              <a:endParaRPr lang="en-GB"/>
            </a:p>
          </p:txBody>
        </p:sp>
        <p:sp>
          <p:nvSpPr>
            <p:cNvPr id="47" name="Freeform: Shape 39">
              <a:extLst>
                <a:ext uri="{FF2B5EF4-FFF2-40B4-BE49-F238E27FC236}">
                  <a16:creationId xmlns:a16="http://schemas.microsoft.com/office/drawing/2014/main" id="{E0F1E513-76B1-65CE-6065-41D5E590A2FB}"/>
                </a:ext>
              </a:extLst>
            </p:cNvPr>
            <p:cNvSpPr/>
            <p:nvPr/>
          </p:nvSpPr>
          <p:spPr>
            <a:xfrm>
              <a:off x="2145251" y="3614299"/>
              <a:ext cx="14763" cy="103155"/>
            </a:xfrm>
            <a:custGeom>
              <a:avLst/>
              <a:gdLst>
                <a:gd name="connsiteX0" fmla="*/ 0 w 14763"/>
                <a:gd name="connsiteY0" fmla="*/ 0 h 103155"/>
                <a:gd name="connsiteX1" fmla="*/ 14764 w 14763"/>
                <a:gd name="connsiteY1" fmla="*/ 0 h 103155"/>
                <a:gd name="connsiteX2" fmla="*/ 14764 w 14763"/>
                <a:gd name="connsiteY2" fmla="*/ 103156 h 103155"/>
                <a:gd name="connsiteX3" fmla="*/ 0 w 14763"/>
                <a:gd name="connsiteY3" fmla="*/ 103156 h 103155"/>
              </a:gdLst>
              <a:ahLst/>
              <a:cxnLst>
                <a:cxn ang="0">
                  <a:pos x="connsiteX0" y="connsiteY0"/>
                </a:cxn>
                <a:cxn ang="0">
                  <a:pos x="connsiteX1" y="connsiteY1"/>
                </a:cxn>
                <a:cxn ang="0">
                  <a:pos x="connsiteX2" y="connsiteY2"/>
                </a:cxn>
                <a:cxn ang="0">
                  <a:pos x="connsiteX3" y="connsiteY3"/>
                </a:cxn>
              </a:cxnLst>
              <a:rect l="l" t="t" r="r" b="b"/>
              <a:pathLst>
                <a:path w="14763" h="103155">
                  <a:moveTo>
                    <a:pt x="0" y="0"/>
                  </a:moveTo>
                  <a:lnTo>
                    <a:pt x="14764" y="0"/>
                  </a:lnTo>
                  <a:lnTo>
                    <a:pt x="14764" y="103156"/>
                  </a:lnTo>
                  <a:lnTo>
                    <a:pt x="0" y="103156"/>
                  </a:lnTo>
                  <a:close/>
                </a:path>
              </a:pathLst>
            </a:custGeom>
            <a:grpFill/>
            <a:ln w="9525" cap="flat">
              <a:noFill/>
              <a:prstDash val="solid"/>
              <a:miter/>
            </a:ln>
          </p:spPr>
          <p:txBody>
            <a:bodyPr rtlCol="0" anchor="ctr"/>
            <a:lstStyle/>
            <a:p>
              <a:endParaRPr lang="en-GB"/>
            </a:p>
          </p:txBody>
        </p:sp>
        <p:sp>
          <p:nvSpPr>
            <p:cNvPr id="48" name="Freeform: Shape 40">
              <a:extLst>
                <a:ext uri="{FF2B5EF4-FFF2-40B4-BE49-F238E27FC236}">
                  <a16:creationId xmlns:a16="http://schemas.microsoft.com/office/drawing/2014/main" id="{580CE6DA-A4D8-AC92-F014-CFB12CBFB091}"/>
                </a:ext>
              </a:extLst>
            </p:cNvPr>
            <p:cNvSpPr/>
            <p:nvPr/>
          </p:nvSpPr>
          <p:spPr>
            <a:xfrm>
              <a:off x="2210593" y="3612489"/>
              <a:ext cx="99345" cy="106775"/>
            </a:xfrm>
            <a:custGeom>
              <a:avLst/>
              <a:gdLst>
                <a:gd name="connsiteX0" fmla="*/ 0 w 99345"/>
                <a:gd name="connsiteY0" fmla="*/ 53340 h 106775"/>
                <a:gd name="connsiteX1" fmla="*/ 13145 w 99345"/>
                <a:gd name="connsiteY1" fmla="*/ 15240 h 106775"/>
                <a:gd name="connsiteX2" fmla="*/ 49625 w 99345"/>
                <a:gd name="connsiteY2" fmla="*/ 0 h 106775"/>
                <a:gd name="connsiteX3" fmla="*/ 86296 w 99345"/>
                <a:gd name="connsiteY3" fmla="*/ 15240 h 106775"/>
                <a:gd name="connsiteX4" fmla="*/ 99346 w 99345"/>
                <a:gd name="connsiteY4" fmla="*/ 53340 h 106775"/>
                <a:gd name="connsiteX5" fmla="*/ 86296 w 99345"/>
                <a:gd name="connsiteY5" fmla="*/ 91821 h 106775"/>
                <a:gd name="connsiteX6" fmla="*/ 49625 w 99345"/>
                <a:gd name="connsiteY6" fmla="*/ 106775 h 106775"/>
                <a:gd name="connsiteX7" fmla="*/ 12954 w 99345"/>
                <a:gd name="connsiteY7" fmla="*/ 91821 h 106775"/>
                <a:gd name="connsiteX8" fmla="*/ 0 w 99345"/>
                <a:gd name="connsiteY8" fmla="*/ 53340 h 106775"/>
                <a:gd name="connsiteX9" fmla="*/ 15621 w 99345"/>
                <a:gd name="connsiteY9" fmla="*/ 53340 h 106775"/>
                <a:gd name="connsiteX10" fmla="*/ 23717 w 99345"/>
                <a:gd name="connsiteY10" fmla="*/ 81248 h 106775"/>
                <a:gd name="connsiteX11" fmla="*/ 49625 w 99345"/>
                <a:gd name="connsiteY11" fmla="*/ 93631 h 106775"/>
                <a:gd name="connsiteX12" fmla="*/ 75533 w 99345"/>
                <a:gd name="connsiteY12" fmla="*/ 81248 h 106775"/>
                <a:gd name="connsiteX13" fmla="*/ 83629 w 99345"/>
                <a:gd name="connsiteY13" fmla="*/ 53340 h 106775"/>
                <a:gd name="connsiteX14" fmla="*/ 75152 w 99345"/>
                <a:gd name="connsiteY14" fmla="*/ 25241 h 106775"/>
                <a:gd name="connsiteX15" fmla="*/ 49625 w 99345"/>
                <a:gd name="connsiteY15" fmla="*/ 12954 h 106775"/>
                <a:gd name="connsiteX16" fmla="*/ 24098 w 99345"/>
                <a:gd name="connsiteY16" fmla="*/ 25241 h 106775"/>
                <a:gd name="connsiteX17" fmla="*/ 15716 w 99345"/>
                <a:gd name="connsiteY17" fmla="*/ 53340 h 10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345" h="106775">
                  <a:moveTo>
                    <a:pt x="0" y="53340"/>
                  </a:moveTo>
                  <a:cubicBezTo>
                    <a:pt x="0" y="37719"/>
                    <a:pt x="4382" y="24955"/>
                    <a:pt x="13145" y="15240"/>
                  </a:cubicBezTo>
                  <a:cubicBezTo>
                    <a:pt x="22098" y="5048"/>
                    <a:pt x="34290" y="0"/>
                    <a:pt x="49625" y="0"/>
                  </a:cubicBezTo>
                  <a:cubicBezTo>
                    <a:pt x="64961" y="0"/>
                    <a:pt x="77248" y="5048"/>
                    <a:pt x="86296" y="15240"/>
                  </a:cubicBezTo>
                  <a:cubicBezTo>
                    <a:pt x="94964" y="24955"/>
                    <a:pt x="99346" y="37719"/>
                    <a:pt x="99346" y="53340"/>
                  </a:cubicBezTo>
                  <a:cubicBezTo>
                    <a:pt x="99346" y="68961"/>
                    <a:pt x="94964" y="82105"/>
                    <a:pt x="86296" y="91821"/>
                  </a:cubicBezTo>
                  <a:cubicBezTo>
                    <a:pt x="77343" y="101822"/>
                    <a:pt x="65056" y="106775"/>
                    <a:pt x="49625" y="106775"/>
                  </a:cubicBezTo>
                  <a:cubicBezTo>
                    <a:pt x="34195" y="106775"/>
                    <a:pt x="21908" y="101822"/>
                    <a:pt x="12954" y="91821"/>
                  </a:cubicBezTo>
                  <a:cubicBezTo>
                    <a:pt x="4286" y="82201"/>
                    <a:pt x="0" y="69342"/>
                    <a:pt x="0" y="53340"/>
                  </a:cubicBezTo>
                  <a:moveTo>
                    <a:pt x="15621" y="53340"/>
                  </a:moveTo>
                  <a:cubicBezTo>
                    <a:pt x="15621" y="64579"/>
                    <a:pt x="18288" y="73914"/>
                    <a:pt x="23717" y="81248"/>
                  </a:cubicBezTo>
                  <a:cubicBezTo>
                    <a:pt x="29813" y="89535"/>
                    <a:pt x="38481" y="93631"/>
                    <a:pt x="49625" y="93631"/>
                  </a:cubicBezTo>
                  <a:cubicBezTo>
                    <a:pt x="60770" y="93631"/>
                    <a:pt x="69437" y="89535"/>
                    <a:pt x="75533" y="81248"/>
                  </a:cubicBezTo>
                  <a:cubicBezTo>
                    <a:pt x="80963" y="73819"/>
                    <a:pt x="83629" y="64579"/>
                    <a:pt x="83629" y="53340"/>
                  </a:cubicBezTo>
                  <a:cubicBezTo>
                    <a:pt x="83629" y="42100"/>
                    <a:pt x="80772" y="32766"/>
                    <a:pt x="75152" y="25241"/>
                  </a:cubicBezTo>
                  <a:cubicBezTo>
                    <a:pt x="68961" y="17050"/>
                    <a:pt x="60388" y="12954"/>
                    <a:pt x="49625" y="12954"/>
                  </a:cubicBezTo>
                  <a:cubicBezTo>
                    <a:pt x="38862" y="12954"/>
                    <a:pt x="30289" y="17050"/>
                    <a:pt x="24098" y="25241"/>
                  </a:cubicBezTo>
                  <a:cubicBezTo>
                    <a:pt x="18479" y="32766"/>
                    <a:pt x="15716" y="42100"/>
                    <a:pt x="15716" y="53340"/>
                  </a:cubicBezTo>
                </a:path>
              </a:pathLst>
            </a:custGeom>
            <a:grpFill/>
            <a:ln w="9525" cap="flat">
              <a:noFill/>
              <a:prstDash val="solid"/>
              <a:miter/>
            </a:ln>
          </p:spPr>
          <p:txBody>
            <a:bodyPr rtlCol="0" anchor="ctr"/>
            <a:lstStyle/>
            <a:p>
              <a:endParaRPr lang="en-GB"/>
            </a:p>
          </p:txBody>
        </p:sp>
        <p:sp>
          <p:nvSpPr>
            <p:cNvPr id="49" name="Freeform: Shape 41">
              <a:extLst>
                <a:ext uri="{FF2B5EF4-FFF2-40B4-BE49-F238E27FC236}">
                  <a16:creationId xmlns:a16="http://schemas.microsoft.com/office/drawing/2014/main" id="{BF9C919C-3E45-BE0C-CF32-42F06E59DC7D}"/>
                </a:ext>
              </a:extLst>
            </p:cNvPr>
            <p:cNvSpPr/>
            <p:nvPr/>
          </p:nvSpPr>
          <p:spPr>
            <a:xfrm>
              <a:off x="2358802" y="3614298"/>
              <a:ext cx="80771" cy="103155"/>
            </a:xfrm>
            <a:custGeom>
              <a:avLst/>
              <a:gdLst>
                <a:gd name="connsiteX0" fmla="*/ 0 w 80771"/>
                <a:gd name="connsiteY0" fmla="*/ 103156 h 103155"/>
                <a:gd name="connsiteX1" fmla="*/ 0 w 80771"/>
                <a:gd name="connsiteY1" fmla="*/ 0 h 103155"/>
                <a:gd name="connsiteX2" fmla="*/ 20098 w 80771"/>
                <a:gd name="connsiteY2" fmla="*/ 0 h 103155"/>
                <a:gd name="connsiteX3" fmla="*/ 65627 w 80771"/>
                <a:gd name="connsiteY3" fmla="*/ 83058 h 103155"/>
                <a:gd name="connsiteX4" fmla="*/ 65913 w 80771"/>
                <a:gd name="connsiteY4" fmla="*/ 83058 h 103155"/>
                <a:gd name="connsiteX5" fmla="*/ 65913 w 80771"/>
                <a:gd name="connsiteY5" fmla="*/ 0 h 103155"/>
                <a:gd name="connsiteX6" fmla="*/ 80772 w 80771"/>
                <a:gd name="connsiteY6" fmla="*/ 0 h 103155"/>
                <a:gd name="connsiteX7" fmla="*/ 80772 w 80771"/>
                <a:gd name="connsiteY7" fmla="*/ 103156 h 103155"/>
                <a:gd name="connsiteX8" fmla="*/ 61817 w 80771"/>
                <a:gd name="connsiteY8" fmla="*/ 103156 h 103155"/>
                <a:gd name="connsiteX9" fmla="*/ 15050 w 80771"/>
                <a:gd name="connsiteY9" fmla="*/ 18288 h 103155"/>
                <a:gd name="connsiteX10" fmla="*/ 14764 w 80771"/>
                <a:gd name="connsiteY10" fmla="*/ 18288 h 103155"/>
                <a:gd name="connsiteX11" fmla="*/ 14764 w 80771"/>
                <a:gd name="connsiteY11" fmla="*/ 103156 h 103155"/>
                <a:gd name="connsiteX12" fmla="*/ 0 w 80771"/>
                <a:gd name="connsiteY12"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771" h="103155">
                  <a:moveTo>
                    <a:pt x="0" y="103156"/>
                  </a:moveTo>
                  <a:lnTo>
                    <a:pt x="0" y="0"/>
                  </a:lnTo>
                  <a:lnTo>
                    <a:pt x="20098" y="0"/>
                  </a:lnTo>
                  <a:lnTo>
                    <a:pt x="65627" y="83058"/>
                  </a:lnTo>
                  <a:lnTo>
                    <a:pt x="65913" y="83058"/>
                  </a:lnTo>
                  <a:lnTo>
                    <a:pt x="65913" y="0"/>
                  </a:lnTo>
                  <a:lnTo>
                    <a:pt x="80772" y="0"/>
                  </a:lnTo>
                  <a:lnTo>
                    <a:pt x="80772" y="103156"/>
                  </a:lnTo>
                  <a:lnTo>
                    <a:pt x="61817" y="103156"/>
                  </a:lnTo>
                  <a:lnTo>
                    <a:pt x="15050" y="18288"/>
                  </a:lnTo>
                  <a:lnTo>
                    <a:pt x="14764" y="18288"/>
                  </a:lnTo>
                  <a:lnTo>
                    <a:pt x="14764" y="103156"/>
                  </a:lnTo>
                  <a:lnTo>
                    <a:pt x="0" y="103156"/>
                  </a:lnTo>
                  <a:close/>
                </a:path>
              </a:pathLst>
            </a:custGeom>
            <a:grpFill/>
            <a:ln w="9525" cap="flat">
              <a:noFill/>
              <a:prstDash val="solid"/>
              <a:miter/>
            </a:ln>
          </p:spPr>
          <p:txBody>
            <a:bodyPr rtlCol="0" anchor="ctr"/>
            <a:lstStyle/>
            <a:p>
              <a:endParaRPr lang="en-GB"/>
            </a:p>
          </p:txBody>
        </p:sp>
        <p:sp>
          <p:nvSpPr>
            <p:cNvPr id="50" name="Freeform: Shape 42">
              <a:extLst>
                <a:ext uri="{FF2B5EF4-FFF2-40B4-BE49-F238E27FC236}">
                  <a16:creationId xmlns:a16="http://schemas.microsoft.com/office/drawing/2014/main" id="{D3CF160F-4B8C-EDF9-6CBE-238C79E1C3AD}"/>
                </a:ext>
              </a:extLst>
            </p:cNvPr>
            <p:cNvSpPr/>
            <p:nvPr/>
          </p:nvSpPr>
          <p:spPr>
            <a:xfrm>
              <a:off x="970533" y="2918783"/>
              <a:ext cx="854201" cy="422719"/>
            </a:xfrm>
            <a:custGeom>
              <a:avLst/>
              <a:gdLst>
                <a:gd name="connsiteX0" fmla="*/ 321469 w 854201"/>
                <a:gd name="connsiteY0" fmla="*/ 41339 h 422719"/>
                <a:gd name="connsiteX1" fmla="*/ 0 w 854201"/>
                <a:gd name="connsiteY1" fmla="*/ 0 h 422719"/>
                <a:gd name="connsiteX2" fmla="*/ 854202 w 854201"/>
                <a:gd name="connsiteY2" fmla="*/ 422719 h 422719"/>
                <a:gd name="connsiteX3" fmla="*/ 321469 w 854201"/>
                <a:gd name="connsiteY3" fmla="*/ 41339 h 422719"/>
              </a:gdLst>
              <a:ahLst/>
              <a:cxnLst>
                <a:cxn ang="0">
                  <a:pos x="connsiteX0" y="connsiteY0"/>
                </a:cxn>
                <a:cxn ang="0">
                  <a:pos x="connsiteX1" y="connsiteY1"/>
                </a:cxn>
                <a:cxn ang="0">
                  <a:pos x="connsiteX2" y="connsiteY2"/>
                </a:cxn>
                <a:cxn ang="0">
                  <a:pos x="connsiteX3" y="connsiteY3"/>
                </a:cxn>
              </a:cxnLst>
              <a:rect l="l" t="t" r="r" b="b"/>
              <a:pathLst>
                <a:path w="854201" h="422719">
                  <a:moveTo>
                    <a:pt x="321469" y="41339"/>
                  </a:moveTo>
                  <a:lnTo>
                    <a:pt x="0" y="0"/>
                  </a:lnTo>
                  <a:lnTo>
                    <a:pt x="854202" y="422719"/>
                  </a:lnTo>
                  <a:lnTo>
                    <a:pt x="321469" y="41339"/>
                  </a:lnTo>
                  <a:close/>
                </a:path>
              </a:pathLst>
            </a:custGeom>
            <a:grpFill/>
            <a:ln w="9525" cap="flat">
              <a:noFill/>
              <a:prstDash val="solid"/>
              <a:miter/>
            </a:ln>
          </p:spPr>
          <p:txBody>
            <a:bodyPr rtlCol="0" anchor="ctr"/>
            <a:lstStyle/>
            <a:p>
              <a:endParaRPr lang="en-GB"/>
            </a:p>
          </p:txBody>
        </p:sp>
        <p:sp>
          <p:nvSpPr>
            <p:cNvPr id="51" name="Freeform: Shape 43">
              <a:extLst>
                <a:ext uri="{FF2B5EF4-FFF2-40B4-BE49-F238E27FC236}">
                  <a16:creationId xmlns:a16="http://schemas.microsoft.com/office/drawing/2014/main" id="{9DBD0412-916F-5420-A9F9-18293F157501}"/>
                </a:ext>
              </a:extLst>
            </p:cNvPr>
            <p:cNvSpPr/>
            <p:nvPr/>
          </p:nvSpPr>
          <p:spPr>
            <a:xfrm>
              <a:off x="1292002" y="2882207"/>
              <a:ext cx="534638" cy="453389"/>
            </a:xfrm>
            <a:custGeom>
              <a:avLst/>
              <a:gdLst>
                <a:gd name="connsiteX0" fmla="*/ 257080 w 534638"/>
                <a:gd name="connsiteY0" fmla="*/ 69914 h 453389"/>
                <a:gd name="connsiteX1" fmla="*/ 0 w 534638"/>
                <a:gd name="connsiteY1" fmla="*/ 0 h 453389"/>
                <a:gd name="connsiteX2" fmla="*/ 534638 w 534638"/>
                <a:gd name="connsiteY2" fmla="*/ 453390 h 453389"/>
                <a:gd name="connsiteX3" fmla="*/ 257080 w 534638"/>
                <a:gd name="connsiteY3" fmla="*/ 69914 h 453389"/>
              </a:gdLst>
              <a:ahLst/>
              <a:cxnLst>
                <a:cxn ang="0">
                  <a:pos x="connsiteX0" y="connsiteY0"/>
                </a:cxn>
                <a:cxn ang="0">
                  <a:pos x="connsiteX1" y="connsiteY1"/>
                </a:cxn>
                <a:cxn ang="0">
                  <a:pos x="connsiteX2" y="connsiteY2"/>
                </a:cxn>
                <a:cxn ang="0">
                  <a:pos x="connsiteX3" y="connsiteY3"/>
                </a:cxn>
              </a:cxnLst>
              <a:rect l="l" t="t" r="r" b="b"/>
              <a:pathLst>
                <a:path w="534638" h="453389">
                  <a:moveTo>
                    <a:pt x="257080" y="69914"/>
                  </a:moveTo>
                  <a:lnTo>
                    <a:pt x="0" y="0"/>
                  </a:lnTo>
                  <a:lnTo>
                    <a:pt x="534638" y="453390"/>
                  </a:lnTo>
                  <a:lnTo>
                    <a:pt x="257080" y="69914"/>
                  </a:lnTo>
                  <a:close/>
                </a:path>
              </a:pathLst>
            </a:custGeom>
            <a:grpFill/>
            <a:ln w="9525" cap="flat">
              <a:noFill/>
              <a:prstDash val="solid"/>
              <a:miter/>
            </a:ln>
          </p:spPr>
          <p:txBody>
            <a:bodyPr rtlCol="0" anchor="ctr"/>
            <a:lstStyle/>
            <a:p>
              <a:endParaRPr lang="en-GB"/>
            </a:p>
          </p:txBody>
        </p:sp>
        <p:sp>
          <p:nvSpPr>
            <p:cNvPr id="52" name="Freeform: Shape 44">
              <a:extLst>
                <a:ext uri="{FF2B5EF4-FFF2-40B4-BE49-F238E27FC236}">
                  <a16:creationId xmlns:a16="http://schemas.microsoft.com/office/drawing/2014/main" id="{0CD56C9E-D97F-7578-3299-3AFD1183BD3D}"/>
                </a:ext>
              </a:extLst>
            </p:cNvPr>
            <p:cNvSpPr/>
            <p:nvPr/>
          </p:nvSpPr>
          <p:spPr>
            <a:xfrm>
              <a:off x="1856072" y="2918688"/>
              <a:ext cx="854202" cy="422814"/>
            </a:xfrm>
            <a:custGeom>
              <a:avLst/>
              <a:gdLst>
                <a:gd name="connsiteX0" fmla="*/ 532733 w 854202"/>
                <a:gd name="connsiteY0" fmla="*/ 41434 h 422814"/>
                <a:gd name="connsiteX1" fmla="*/ 854202 w 854202"/>
                <a:gd name="connsiteY1" fmla="*/ 0 h 422814"/>
                <a:gd name="connsiteX2" fmla="*/ 0 w 854202"/>
                <a:gd name="connsiteY2" fmla="*/ 422815 h 422814"/>
                <a:gd name="connsiteX3" fmla="*/ 532733 w 854202"/>
                <a:gd name="connsiteY3" fmla="*/ 41434 h 422814"/>
              </a:gdLst>
              <a:ahLst/>
              <a:cxnLst>
                <a:cxn ang="0">
                  <a:pos x="connsiteX0" y="connsiteY0"/>
                </a:cxn>
                <a:cxn ang="0">
                  <a:pos x="connsiteX1" y="connsiteY1"/>
                </a:cxn>
                <a:cxn ang="0">
                  <a:pos x="connsiteX2" y="connsiteY2"/>
                </a:cxn>
                <a:cxn ang="0">
                  <a:pos x="connsiteX3" y="connsiteY3"/>
                </a:cxn>
              </a:cxnLst>
              <a:rect l="l" t="t" r="r" b="b"/>
              <a:pathLst>
                <a:path w="854202" h="422814">
                  <a:moveTo>
                    <a:pt x="532733" y="41434"/>
                  </a:moveTo>
                  <a:lnTo>
                    <a:pt x="854202" y="0"/>
                  </a:lnTo>
                  <a:lnTo>
                    <a:pt x="0" y="422815"/>
                  </a:lnTo>
                  <a:lnTo>
                    <a:pt x="532733" y="41434"/>
                  </a:lnTo>
                  <a:close/>
                </a:path>
              </a:pathLst>
            </a:custGeom>
            <a:grpFill/>
            <a:ln w="9525" cap="flat">
              <a:noFill/>
              <a:prstDash val="solid"/>
              <a:miter/>
            </a:ln>
          </p:spPr>
          <p:txBody>
            <a:bodyPr rtlCol="0" anchor="ctr"/>
            <a:lstStyle/>
            <a:p>
              <a:endParaRPr lang="en-GB"/>
            </a:p>
          </p:txBody>
        </p:sp>
        <p:sp>
          <p:nvSpPr>
            <p:cNvPr id="53" name="Freeform: Shape 45">
              <a:extLst>
                <a:ext uri="{FF2B5EF4-FFF2-40B4-BE49-F238E27FC236}">
                  <a16:creationId xmlns:a16="http://schemas.microsoft.com/office/drawing/2014/main" id="{D03FBC7E-1FB0-F546-9543-8AC73243478C}"/>
                </a:ext>
              </a:extLst>
            </p:cNvPr>
            <p:cNvSpPr/>
            <p:nvPr/>
          </p:nvSpPr>
          <p:spPr>
            <a:xfrm>
              <a:off x="1854167" y="2882207"/>
              <a:ext cx="534638" cy="453294"/>
            </a:xfrm>
            <a:custGeom>
              <a:avLst/>
              <a:gdLst>
                <a:gd name="connsiteX0" fmla="*/ 277654 w 534638"/>
                <a:gd name="connsiteY0" fmla="*/ 69914 h 453294"/>
                <a:gd name="connsiteX1" fmla="*/ 534638 w 534638"/>
                <a:gd name="connsiteY1" fmla="*/ 0 h 453294"/>
                <a:gd name="connsiteX2" fmla="*/ 0 w 534638"/>
                <a:gd name="connsiteY2" fmla="*/ 453295 h 453294"/>
                <a:gd name="connsiteX3" fmla="*/ 277654 w 534638"/>
                <a:gd name="connsiteY3" fmla="*/ 69914 h 453294"/>
              </a:gdLst>
              <a:ahLst/>
              <a:cxnLst>
                <a:cxn ang="0">
                  <a:pos x="connsiteX0" y="connsiteY0"/>
                </a:cxn>
                <a:cxn ang="0">
                  <a:pos x="connsiteX1" y="connsiteY1"/>
                </a:cxn>
                <a:cxn ang="0">
                  <a:pos x="connsiteX2" y="connsiteY2"/>
                </a:cxn>
                <a:cxn ang="0">
                  <a:pos x="connsiteX3" y="connsiteY3"/>
                </a:cxn>
              </a:cxnLst>
              <a:rect l="l" t="t" r="r" b="b"/>
              <a:pathLst>
                <a:path w="534638" h="453294">
                  <a:moveTo>
                    <a:pt x="277654" y="69914"/>
                  </a:moveTo>
                  <a:lnTo>
                    <a:pt x="534638" y="0"/>
                  </a:lnTo>
                  <a:lnTo>
                    <a:pt x="0" y="453295"/>
                  </a:lnTo>
                  <a:lnTo>
                    <a:pt x="277654" y="69914"/>
                  </a:lnTo>
                  <a:close/>
                </a:path>
              </a:pathLst>
            </a:custGeom>
            <a:grpFill/>
            <a:ln w="9525" cap="flat">
              <a:noFill/>
              <a:prstDash val="solid"/>
              <a:miter/>
            </a:ln>
          </p:spPr>
          <p:txBody>
            <a:bodyPr rtlCol="0" anchor="ctr"/>
            <a:lstStyle/>
            <a:p>
              <a:endParaRPr lang="en-GB"/>
            </a:p>
          </p:txBody>
        </p:sp>
        <p:sp>
          <p:nvSpPr>
            <p:cNvPr id="54" name="Freeform: Shape 46">
              <a:extLst>
                <a:ext uri="{FF2B5EF4-FFF2-40B4-BE49-F238E27FC236}">
                  <a16:creationId xmlns:a16="http://schemas.microsoft.com/office/drawing/2014/main" id="{B31390DA-1D9B-FE05-0048-4672E630345C}"/>
                </a:ext>
              </a:extLst>
            </p:cNvPr>
            <p:cNvSpPr/>
            <p:nvPr/>
          </p:nvSpPr>
          <p:spPr>
            <a:xfrm>
              <a:off x="1523935" y="2846965"/>
              <a:ext cx="633031" cy="495109"/>
            </a:xfrm>
            <a:custGeom>
              <a:avLst/>
              <a:gdLst>
                <a:gd name="connsiteX0" fmla="*/ 633032 w 633031"/>
                <a:gd name="connsiteY0" fmla="*/ 0 h 495109"/>
                <a:gd name="connsiteX1" fmla="*/ 426720 w 633031"/>
                <a:gd name="connsiteY1" fmla="*/ 97727 h 495109"/>
                <a:gd name="connsiteX2" fmla="*/ 388239 w 633031"/>
                <a:gd name="connsiteY2" fmla="*/ 252413 h 495109"/>
                <a:gd name="connsiteX3" fmla="*/ 316516 w 633031"/>
                <a:gd name="connsiteY3" fmla="*/ 111062 h 495109"/>
                <a:gd name="connsiteX4" fmla="*/ 244412 w 633031"/>
                <a:gd name="connsiteY4" fmla="*/ 252413 h 495109"/>
                <a:gd name="connsiteX5" fmla="*/ 206216 w 633031"/>
                <a:gd name="connsiteY5" fmla="*/ 97727 h 495109"/>
                <a:gd name="connsiteX6" fmla="*/ 0 w 633031"/>
                <a:gd name="connsiteY6" fmla="*/ 0 h 495109"/>
                <a:gd name="connsiteX7" fmla="*/ 316516 w 633031"/>
                <a:gd name="connsiteY7" fmla="*/ 495110 h 495109"/>
                <a:gd name="connsiteX8" fmla="*/ 633032 w 633031"/>
                <a:gd name="connsiteY8" fmla="*/ 0 h 495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3031" h="495109">
                  <a:moveTo>
                    <a:pt x="633032" y="0"/>
                  </a:moveTo>
                  <a:lnTo>
                    <a:pt x="426720" y="97727"/>
                  </a:lnTo>
                  <a:lnTo>
                    <a:pt x="388239" y="252413"/>
                  </a:lnTo>
                  <a:lnTo>
                    <a:pt x="316516" y="111062"/>
                  </a:lnTo>
                  <a:lnTo>
                    <a:pt x="244412" y="252413"/>
                  </a:lnTo>
                  <a:lnTo>
                    <a:pt x="206216" y="97727"/>
                  </a:lnTo>
                  <a:lnTo>
                    <a:pt x="0" y="0"/>
                  </a:lnTo>
                  <a:lnTo>
                    <a:pt x="316516" y="495110"/>
                  </a:lnTo>
                  <a:lnTo>
                    <a:pt x="633032" y="0"/>
                  </a:lnTo>
                  <a:close/>
                </a:path>
              </a:pathLst>
            </a:custGeom>
            <a:grpFill/>
            <a:ln w="9525" cap="flat">
              <a:noFill/>
              <a:prstDash val="solid"/>
              <a:miter/>
            </a:ln>
          </p:spPr>
          <p:txBody>
            <a:bodyPr rtlCol="0" anchor="ctr"/>
            <a:lstStyle/>
            <a:p>
              <a:endParaRPr lang="en-GB"/>
            </a:p>
          </p:txBody>
        </p:sp>
      </p:grpSp>
    </p:spTree>
    <p:extLst>
      <p:ext uri="{BB962C8B-B14F-4D97-AF65-F5344CB8AC3E}">
        <p14:creationId xmlns:p14="http://schemas.microsoft.com/office/powerpoint/2010/main" val="463728206"/>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Divider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2DD018E-7252-47A2-DCDA-E0E4C75A9C35}"/>
              </a:ext>
            </a:extLst>
          </p:cNvPr>
          <p:cNvSpPr/>
          <p:nvPr userDrawn="1"/>
        </p:nvSpPr>
        <p:spPr>
          <a:xfrm>
            <a:off x="0" y="0"/>
            <a:ext cx="12192000" cy="6853555"/>
          </a:xfrm>
          <a:prstGeom prst="rect">
            <a:avLst/>
          </a:prstGeom>
          <a:gradFill>
            <a:gsLst>
              <a:gs pos="100000">
                <a:schemeClr val="tx2"/>
              </a:gs>
              <a:gs pos="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6F2BB40-2670-383A-AA42-DB1EDE9E664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1460" y="14778"/>
            <a:ext cx="4384738" cy="6861222"/>
          </a:xfrm>
          <a:prstGeom prst="rect">
            <a:avLst/>
          </a:prstGeom>
        </p:spPr>
      </p:pic>
      <p:sp>
        <p:nvSpPr>
          <p:cNvPr id="2" name="Title 1">
            <a:extLst>
              <a:ext uri="{FF2B5EF4-FFF2-40B4-BE49-F238E27FC236}">
                <a16:creationId xmlns:a16="http://schemas.microsoft.com/office/drawing/2014/main" id="{F6B8D04E-BDD5-1F64-6209-2F4B4F2000E7}"/>
              </a:ext>
            </a:extLst>
          </p:cNvPr>
          <p:cNvSpPr>
            <a:spLocks noGrp="1"/>
          </p:cNvSpPr>
          <p:nvPr>
            <p:ph type="ctrTitle" hasCustomPrompt="1"/>
          </p:nvPr>
        </p:nvSpPr>
        <p:spPr>
          <a:xfrm>
            <a:off x="3156238" y="2321004"/>
            <a:ext cx="8439419" cy="984885"/>
          </a:xfrm>
          <a:prstGeom prst="rect">
            <a:avLst/>
          </a:prstGeom>
        </p:spPr>
        <p:txBody>
          <a:bodyPr vert="horz" wrap="square" lIns="0" tIns="0" rIns="0" bIns="0" rtlCol="0" anchor="ctr" anchorCtr="0">
            <a:spAutoFit/>
          </a:bodyPr>
          <a:lstStyle>
            <a:lvl1pPr algn="l">
              <a:lnSpc>
                <a:spcPct val="100000"/>
              </a:lnSpc>
              <a:defRPr lang="en-US" sz="3200" dirty="0">
                <a:solidFill>
                  <a:schemeClr val="bg1"/>
                </a:solidFill>
              </a:defRPr>
            </a:lvl1pPr>
          </a:lstStyle>
          <a:p>
            <a:pPr lvl="0"/>
            <a:r>
              <a:rPr lang="en-GB"/>
              <a:t>Click to edit </a:t>
            </a:r>
            <a:br>
              <a:rPr lang="en-GB"/>
            </a:br>
            <a:r>
              <a:rPr lang="en-GB"/>
              <a:t>Master title style</a:t>
            </a:r>
            <a:endParaRPr lang="en-US"/>
          </a:p>
        </p:txBody>
      </p:sp>
      <p:sp>
        <p:nvSpPr>
          <p:cNvPr id="3" name="Subtitle 2">
            <a:extLst>
              <a:ext uri="{FF2B5EF4-FFF2-40B4-BE49-F238E27FC236}">
                <a16:creationId xmlns:a16="http://schemas.microsoft.com/office/drawing/2014/main" id="{A4E4F35D-11C4-5CAB-4D65-A671ADAD38B0}"/>
              </a:ext>
            </a:extLst>
          </p:cNvPr>
          <p:cNvSpPr>
            <a:spLocks noGrp="1"/>
          </p:cNvSpPr>
          <p:nvPr>
            <p:ph type="subTitle" idx="1"/>
          </p:nvPr>
        </p:nvSpPr>
        <p:spPr>
          <a:xfrm>
            <a:off x="3156238" y="3479447"/>
            <a:ext cx="8439419" cy="579303"/>
          </a:xfrm>
        </p:spPr>
        <p:txBody>
          <a:bodyPr wrap="square">
            <a:spAutoFit/>
          </a:bodyPr>
          <a:lstStyle>
            <a:lvl1pPr marL="270000" indent="-270000" algn="l">
              <a:spcBef>
                <a:spcPts val="600"/>
              </a:spcBef>
              <a:buFont typeface="Arial" panose="020B0604020202020204" pitchFamily="34" charset="0"/>
              <a:buChar char="•"/>
              <a:defRPr sz="20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16734773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2_Divider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2DD018E-7252-47A2-DCDA-E0E4C75A9C35}"/>
              </a:ext>
            </a:extLst>
          </p:cNvPr>
          <p:cNvSpPr/>
          <p:nvPr userDrawn="1"/>
        </p:nvSpPr>
        <p:spPr>
          <a:xfrm>
            <a:off x="12000" y="4445"/>
            <a:ext cx="12192000" cy="68535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a:extLst>
              <a:ext uri="{FF2B5EF4-FFF2-40B4-BE49-F238E27FC236}">
                <a16:creationId xmlns:a16="http://schemas.microsoft.com/office/drawing/2014/main" id="{91754848-8A85-8A25-4E00-11CBD12476F1}"/>
              </a:ext>
            </a:extLst>
          </p:cNvPr>
          <p:cNvSpPr/>
          <p:nvPr userDrawn="1"/>
        </p:nvSpPr>
        <p:spPr>
          <a:xfrm>
            <a:off x="12000" y="0"/>
            <a:ext cx="4377301" cy="6858000"/>
          </a:xfrm>
          <a:custGeom>
            <a:avLst/>
            <a:gdLst>
              <a:gd name="connsiteX0" fmla="*/ 0 w 4415589"/>
              <a:gd name="connsiteY0" fmla="*/ 1579486 h 6886776"/>
              <a:gd name="connsiteX1" fmla="*/ 0 w 4415589"/>
              <a:gd name="connsiteY1" fmla="*/ 6886776 h 6886776"/>
              <a:gd name="connsiteX2" fmla="*/ 4415589 w 4415589"/>
              <a:gd name="connsiteY2" fmla="*/ 0 h 6886776"/>
              <a:gd name="connsiteX3" fmla="*/ 1479884 w 4415589"/>
              <a:gd name="connsiteY3" fmla="*/ 1395663 h 6886776"/>
              <a:gd name="connsiteX4" fmla="*/ 974558 w 4415589"/>
              <a:gd name="connsiteY4" fmla="*/ 3441031 h 6886776"/>
              <a:gd name="connsiteX5" fmla="*/ 0 w 4415589"/>
              <a:gd name="connsiteY5" fmla="*/ 1579486 h 6886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15589" h="6886776">
                <a:moveTo>
                  <a:pt x="0" y="1579486"/>
                </a:moveTo>
                <a:lnTo>
                  <a:pt x="0" y="6886776"/>
                </a:lnTo>
                <a:lnTo>
                  <a:pt x="4415589" y="0"/>
                </a:lnTo>
                <a:lnTo>
                  <a:pt x="1479884" y="1395663"/>
                </a:lnTo>
                <a:lnTo>
                  <a:pt x="974558" y="3441031"/>
                </a:lnTo>
                <a:lnTo>
                  <a:pt x="0" y="1579486"/>
                </a:lnTo>
                <a:close/>
              </a:path>
            </a:pathLst>
          </a:custGeom>
          <a:solidFill>
            <a:schemeClr val="tx2">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B8D04E-BDD5-1F64-6209-2F4B4F2000E7}"/>
              </a:ext>
            </a:extLst>
          </p:cNvPr>
          <p:cNvSpPr>
            <a:spLocks noGrp="1"/>
          </p:cNvSpPr>
          <p:nvPr>
            <p:ph type="ctrTitle" hasCustomPrompt="1"/>
          </p:nvPr>
        </p:nvSpPr>
        <p:spPr>
          <a:xfrm>
            <a:off x="3582991" y="2738704"/>
            <a:ext cx="7572689" cy="984885"/>
          </a:xfrm>
          <a:prstGeom prst="rect">
            <a:avLst/>
          </a:prstGeom>
        </p:spPr>
        <p:txBody>
          <a:bodyPr vert="horz" wrap="square" lIns="0" tIns="0" rIns="0" bIns="0" rtlCol="0" anchor="ctr" anchorCtr="0">
            <a:spAutoFit/>
          </a:bodyPr>
          <a:lstStyle>
            <a:lvl1pPr algn="l">
              <a:lnSpc>
                <a:spcPct val="100000"/>
              </a:lnSpc>
              <a:defRPr lang="en-US" sz="3200" dirty="0">
                <a:solidFill>
                  <a:srgbClr val="BF2026"/>
                </a:solidFill>
              </a:defRPr>
            </a:lvl1pPr>
          </a:lstStyle>
          <a:p>
            <a:pPr lvl="0"/>
            <a:r>
              <a:rPr lang="en-GB"/>
              <a:t>Click to edit </a:t>
            </a:r>
            <a:br>
              <a:rPr lang="en-GB"/>
            </a:br>
            <a:r>
              <a:rPr lang="en-GB"/>
              <a:t>Master title style</a:t>
            </a:r>
            <a:endParaRPr lang="en-US"/>
          </a:p>
        </p:txBody>
      </p:sp>
      <p:sp>
        <p:nvSpPr>
          <p:cNvPr id="3" name="Subtitle 2">
            <a:extLst>
              <a:ext uri="{FF2B5EF4-FFF2-40B4-BE49-F238E27FC236}">
                <a16:creationId xmlns:a16="http://schemas.microsoft.com/office/drawing/2014/main" id="{A4E4F35D-11C4-5CAB-4D65-A671ADAD38B0}"/>
              </a:ext>
            </a:extLst>
          </p:cNvPr>
          <p:cNvSpPr>
            <a:spLocks noGrp="1"/>
          </p:cNvSpPr>
          <p:nvPr>
            <p:ph type="subTitle" idx="1"/>
          </p:nvPr>
        </p:nvSpPr>
        <p:spPr>
          <a:xfrm>
            <a:off x="3582991" y="3897147"/>
            <a:ext cx="7572689" cy="371127"/>
          </a:xfrm>
        </p:spPr>
        <p:txBody>
          <a:bodyPr wrap="square">
            <a:spAutoFit/>
          </a:bodyPr>
          <a:lstStyle>
            <a:lvl1pPr marL="0" indent="0" algn="l">
              <a:spcBef>
                <a:spcPts val="600"/>
              </a:spcBef>
              <a:buFont typeface="Arial" panose="020B0604020202020204" pitchFamily="34" charset="0"/>
              <a:buNone/>
              <a:defRPr sz="2000">
                <a:solidFill>
                  <a:srgbClr val="BF2026"/>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11212997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3_Divider Slide">
    <p:bg>
      <p:bgPr>
        <a:gradFill>
          <a:gsLst>
            <a:gs pos="100000">
              <a:schemeClr val="tx2"/>
            </a:gs>
            <a:gs pos="0">
              <a:schemeClr val="accent1"/>
            </a:gs>
          </a:gsLst>
          <a:lin ang="5400000" scaled="1"/>
        </a:gradFill>
        <a:effectLst/>
      </p:bgPr>
    </p:bg>
    <p:spTree>
      <p:nvGrpSpPr>
        <p:cNvPr id="1" name=""/>
        <p:cNvGrpSpPr/>
        <p:nvPr/>
      </p:nvGrpSpPr>
      <p:grpSpPr>
        <a:xfrm>
          <a:off x="0" y="0"/>
          <a:ext cx="0" cy="0"/>
          <a:chOff x="0" y="0"/>
          <a:chExt cx="0" cy="0"/>
        </a:xfrm>
      </p:grpSpPr>
      <p:sp>
        <p:nvSpPr>
          <p:cNvPr id="4" name="Rectangle 54">
            <a:extLst>
              <a:ext uri="{FF2B5EF4-FFF2-40B4-BE49-F238E27FC236}">
                <a16:creationId xmlns:a16="http://schemas.microsoft.com/office/drawing/2014/main" id="{D934D638-005E-C5D7-9B66-5AA8E3D1FBBC}"/>
              </a:ext>
            </a:extLst>
          </p:cNvPr>
          <p:cNvSpPr/>
          <p:nvPr userDrawn="1"/>
        </p:nvSpPr>
        <p:spPr>
          <a:xfrm>
            <a:off x="4635500" y="-25400"/>
            <a:ext cx="7564100" cy="6883400"/>
          </a:xfrm>
          <a:custGeom>
            <a:avLst/>
            <a:gdLst>
              <a:gd name="connsiteX0" fmla="*/ 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0 w 7564100"/>
              <a:gd name="connsiteY4" fmla="*/ 0 h 6858000"/>
              <a:gd name="connsiteX0" fmla="*/ 403860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4038600 w 7564100"/>
              <a:gd name="connsiteY4" fmla="*/ 0 h 6858000"/>
              <a:gd name="connsiteX0" fmla="*/ 4622800 w 7564100"/>
              <a:gd name="connsiteY0" fmla="*/ 0 h 6883400"/>
              <a:gd name="connsiteX1" fmla="*/ 7564100 w 7564100"/>
              <a:gd name="connsiteY1" fmla="*/ 25400 h 6883400"/>
              <a:gd name="connsiteX2" fmla="*/ 7564100 w 7564100"/>
              <a:gd name="connsiteY2" fmla="*/ 6883400 h 6883400"/>
              <a:gd name="connsiteX3" fmla="*/ 0 w 7564100"/>
              <a:gd name="connsiteY3" fmla="*/ 6883400 h 6883400"/>
              <a:gd name="connsiteX4" fmla="*/ 4622800 w 7564100"/>
              <a:gd name="connsiteY4" fmla="*/ 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4100" h="6883400">
                <a:moveTo>
                  <a:pt x="4622800" y="0"/>
                </a:moveTo>
                <a:lnTo>
                  <a:pt x="7564100" y="25400"/>
                </a:lnTo>
                <a:lnTo>
                  <a:pt x="7564100" y="6883400"/>
                </a:lnTo>
                <a:lnTo>
                  <a:pt x="0" y="6883400"/>
                </a:lnTo>
                <a:lnTo>
                  <a:pt x="4622800" y="0"/>
                </a:lnTo>
                <a:close/>
              </a:path>
            </a:pathLst>
          </a:custGeom>
          <a:solidFill>
            <a:srgbClr val="C32626">
              <a:alpha val="38000"/>
            </a:srgbClr>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Barlow-Regular" panose="02040502050405020303"/>
              <a:ea typeface="+mn-ea"/>
              <a:cs typeface="+mn-cs"/>
            </a:endParaRPr>
          </a:p>
        </p:txBody>
      </p:sp>
      <p:sp>
        <p:nvSpPr>
          <p:cNvPr id="5" name="Title 1">
            <a:extLst>
              <a:ext uri="{FF2B5EF4-FFF2-40B4-BE49-F238E27FC236}">
                <a16:creationId xmlns:a16="http://schemas.microsoft.com/office/drawing/2014/main" id="{7ABB3D88-35BD-7D98-E3B9-3F9F5DD78C67}"/>
              </a:ext>
            </a:extLst>
          </p:cNvPr>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a:t>Click to edit Master title style</a:t>
            </a:r>
            <a:endParaRPr lang="en-IN"/>
          </a:p>
        </p:txBody>
      </p:sp>
      <p:sp>
        <p:nvSpPr>
          <p:cNvPr id="6" name="Subtitle 2">
            <a:extLst>
              <a:ext uri="{FF2B5EF4-FFF2-40B4-BE49-F238E27FC236}">
                <a16:creationId xmlns:a16="http://schemas.microsoft.com/office/drawing/2014/main" id="{0B1B10E8-02DA-BBBE-7B1F-DEA618D6945F}"/>
              </a:ext>
            </a:extLst>
          </p:cNvPr>
          <p:cNvSpPr>
            <a:spLocks noGrp="1"/>
          </p:cNvSpPr>
          <p:nvPr>
            <p:ph type="subTitle" idx="1"/>
          </p:nvPr>
        </p:nvSpPr>
        <p:spPr>
          <a:xfrm>
            <a:off x="1524000" y="3602038"/>
            <a:ext cx="9144000" cy="1655762"/>
          </a:xfrm>
        </p:spPr>
        <p:txBody>
          <a:bodyPr/>
          <a:lstStyle>
            <a:lvl1pPr marL="0" indent="0" algn="ctr">
              <a:buNone/>
              <a:defRPr sz="2400">
                <a:solidFill>
                  <a:schemeClr val="bg1"/>
                </a:solidFill>
                <a:latin typeface="Barlow"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Tree>
    <p:extLst>
      <p:ext uri="{BB962C8B-B14F-4D97-AF65-F5344CB8AC3E}">
        <p14:creationId xmlns:p14="http://schemas.microsoft.com/office/powerpoint/2010/main" val="120819572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1_Basic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5158830-04D2-B24C-C3E4-FA2D3EFAAC0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217604" y="-66299"/>
            <a:ext cx="1974396" cy="2815474"/>
          </a:xfrm>
          <a:prstGeom prst="rect">
            <a:avLst/>
          </a:prstGeom>
        </p:spPr>
      </p:pic>
      <p:sp>
        <p:nvSpPr>
          <p:cNvPr id="6" name="Title 1">
            <a:extLst>
              <a:ext uri="{FF2B5EF4-FFF2-40B4-BE49-F238E27FC236}">
                <a16:creationId xmlns:a16="http://schemas.microsoft.com/office/drawing/2014/main" id="{47E03D08-E7E5-0625-F089-56B61B810947}"/>
              </a:ext>
            </a:extLst>
          </p:cNvPr>
          <p:cNvSpPr>
            <a:spLocks noGrp="1"/>
          </p:cNvSpPr>
          <p:nvPr>
            <p:ph type="ctrTitle" hasCustomPrompt="1"/>
          </p:nvPr>
        </p:nvSpPr>
        <p:spPr>
          <a:xfrm>
            <a:off x="360000" y="338447"/>
            <a:ext cx="11484000" cy="984885"/>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a:t>
            </a:r>
            <a:br>
              <a:rPr lang="en-GB"/>
            </a:br>
            <a:r>
              <a:rPr lang="en-GB"/>
              <a:t>Master title style</a:t>
            </a:r>
            <a:endParaRPr lang="en-US"/>
          </a:p>
        </p:txBody>
      </p:sp>
      <p:sp>
        <p:nvSpPr>
          <p:cNvPr id="7" name="Rectangle 6">
            <a:extLst>
              <a:ext uri="{FF2B5EF4-FFF2-40B4-BE49-F238E27FC236}">
                <a16:creationId xmlns:a16="http://schemas.microsoft.com/office/drawing/2014/main" id="{AB963EDD-C568-B0D6-3246-59FC7F1B098D}"/>
              </a:ext>
            </a:extLst>
          </p:cNvPr>
          <p:cNvSpPr/>
          <p:nvPr userDrawn="1"/>
        </p:nvSpPr>
        <p:spPr>
          <a:xfrm>
            <a:off x="359998" y="1488586"/>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ubtitle 2">
            <a:extLst>
              <a:ext uri="{FF2B5EF4-FFF2-40B4-BE49-F238E27FC236}">
                <a16:creationId xmlns:a16="http://schemas.microsoft.com/office/drawing/2014/main" id="{7BB53FCF-24B3-A076-E68F-18C74C69765B}"/>
              </a:ext>
            </a:extLst>
          </p:cNvPr>
          <p:cNvSpPr>
            <a:spLocks noGrp="1"/>
          </p:cNvSpPr>
          <p:nvPr>
            <p:ph type="subTitle" idx="1"/>
          </p:nvPr>
        </p:nvSpPr>
        <p:spPr>
          <a:xfrm>
            <a:off x="360000" y="1719524"/>
            <a:ext cx="11484000" cy="458757"/>
          </a:xfrm>
        </p:spPr>
        <p:txBody>
          <a:bodyPr>
            <a:spAutoFit/>
          </a:bodyPr>
          <a:lstStyle>
            <a:lvl1pPr marL="0" indent="0" algn="l">
              <a:lnSpc>
                <a:spcPct val="100000"/>
              </a:lnSpc>
              <a:spcBef>
                <a:spcPts val="0"/>
              </a:spcBef>
              <a:buNone/>
              <a:defRPr sz="1800">
                <a:solidFill>
                  <a:schemeClr val="tx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250460843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2_Basic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6CDE1A2-F85B-32AA-CE59-F2FC232966CD}"/>
              </a:ext>
            </a:extLst>
          </p:cNvPr>
          <p:cNvSpPr>
            <a:spLocks noGrp="1"/>
          </p:cNvSpPr>
          <p:nvPr>
            <p:ph type="ctrTitle" hasCustomPrompt="1"/>
          </p:nvPr>
        </p:nvSpPr>
        <p:spPr>
          <a:xfrm>
            <a:off x="360000" y="338447"/>
            <a:ext cx="11484000" cy="984885"/>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a:t>
            </a:r>
            <a:br>
              <a:rPr lang="en-GB"/>
            </a:br>
            <a:r>
              <a:rPr lang="en-GB"/>
              <a:t>Master title style</a:t>
            </a:r>
            <a:endParaRPr lang="en-US"/>
          </a:p>
        </p:txBody>
      </p:sp>
      <p:sp>
        <p:nvSpPr>
          <p:cNvPr id="8" name="Rectangle 7">
            <a:extLst>
              <a:ext uri="{FF2B5EF4-FFF2-40B4-BE49-F238E27FC236}">
                <a16:creationId xmlns:a16="http://schemas.microsoft.com/office/drawing/2014/main" id="{A31635F8-3916-7801-F497-D00741DD50AE}"/>
              </a:ext>
            </a:extLst>
          </p:cNvPr>
          <p:cNvSpPr/>
          <p:nvPr userDrawn="1"/>
        </p:nvSpPr>
        <p:spPr>
          <a:xfrm>
            <a:off x="359998" y="1488586"/>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FE5A60ED-7A14-BC45-201C-D633BE8DA7A9}"/>
              </a:ext>
            </a:extLst>
          </p:cNvPr>
          <p:cNvSpPr>
            <a:spLocks noGrp="1"/>
          </p:cNvSpPr>
          <p:nvPr>
            <p:ph type="subTitle" idx="1"/>
          </p:nvPr>
        </p:nvSpPr>
        <p:spPr>
          <a:xfrm>
            <a:off x="360000" y="1719524"/>
            <a:ext cx="11484000" cy="458757"/>
          </a:xfrm>
        </p:spPr>
        <p:txBody>
          <a:bodyPr>
            <a:spAutoFit/>
          </a:bodyPr>
          <a:lstStyle>
            <a:lvl1pPr marL="0" indent="0" algn="l">
              <a:lnSpc>
                <a:spcPct val="100000"/>
              </a:lnSpc>
              <a:spcBef>
                <a:spcPts val="0"/>
              </a:spcBef>
              <a:buNone/>
              <a:defRPr sz="1800">
                <a:solidFill>
                  <a:schemeClr val="tx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32181699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3_Basic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49E88B5-8AE5-FDFD-0B7D-4470E1B62B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217604" y="-66299"/>
            <a:ext cx="1974396" cy="2815474"/>
          </a:xfrm>
          <a:prstGeom prst="rect">
            <a:avLst/>
          </a:prstGeom>
        </p:spPr>
      </p:pic>
      <p:sp>
        <p:nvSpPr>
          <p:cNvPr id="7" name="Title 1">
            <a:extLst>
              <a:ext uri="{FF2B5EF4-FFF2-40B4-BE49-F238E27FC236}">
                <a16:creationId xmlns:a16="http://schemas.microsoft.com/office/drawing/2014/main" id="{FAAB6A95-7DFD-3C79-097F-EE03C8E1DC48}"/>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8" name="Rectangle 7">
            <a:extLst>
              <a:ext uri="{FF2B5EF4-FFF2-40B4-BE49-F238E27FC236}">
                <a16:creationId xmlns:a16="http://schemas.microsoft.com/office/drawing/2014/main" id="{B0FBD702-0245-F51A-D51E-DABA22336F0A}"/>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5BD309DB-C55C-01DD-2D53-2DC71D81B621}"/>
              </a:ext>
            </a:extLst>
          </p:cNvPr>
          <p:cNvSpPr>
            <a:spLocks noGrp="1"/>
          </p:cNvSpPr>
          <p:nvPr>
            <p:ph type="subTitle" idx="1"/>
          </p:nvPr>
        </p:nvSpPr>
        <p:spPr>
          <a:xfrm>
            <a:off x="360000" y="1187381"/>
            <a:ext cx="11484000" cy="458757"/>
          </a:xfrm>
        </p:spPr>
        <p:txBody>
          <a:bodyPr>
            <a:spAutoFit/>
          </a:bodyPr>
          <a:lstStyle>
            <a:lvl1pPr marL="0" indent="0" algn="l">
              <a:lnSpc>
                <a:spcPct val="100000"/>
              </a:lnSpc>
              <a:spcBef>
                <a:spcPts val="0"/>
              </a:spcBef>
              <a:buNone/>
              <a:defRPr sz="1800">
                <a:solidFill>
                  <a:schemeClr val="tx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251810233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4_Basic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AAB6A95-7DFD-3C79-097F-EE03C8E1DC48}"/>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8" name="Rectangle 7">
            <a:extLst>
              <a:ext uri="{FF2B5EF4-FFF2-40B4-BE49-F238E27FC236}">
                <a16:creationId xmlns:a16="http://schemas.microsoft.com/office/drawing/2014/main" id="{B0FBD702-0245-F51A-D51E-DABA22336F0A}"/>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5BD309DB-C55C-01DD-2D53-2DC71D81B621}"/>
              </a:ext>
            </a:extLst>
          </p:cNvPr>
          <p:cNvSpPr>
            <a:spLocks noGrp="1"/>
          </p:cNvSpPr>
          <p:nvPr>
            <p:ph type="subTitle" idx="1"/>
          </p:nvPr>
        </p:nvSpPr>
        <p:spPr>
          <a:xfrm>
            <a:off x="360000" y="1187381"/>
            <a:ext cx="11484000" cy="458757"/>
          </a:xfrm>
        </p:spPr>
        <p:txBody>
          <a:bodyPr>
            <a:spAutoFit/>
          </a:bodyPr>
          <a:lstStyle>
            <a:lvl1pPr marL="0" indent="0" algn="l">
              <a:lnSpc>
                <a:spcPct val="100000"/>
              </a:lnSpc>
              <a:spcBef>
                <a:spcPts val="0"/>
              </a:spcBef>
              <a:buNone/>
              <a:defRPr sz="1800">
                <a:solidFill>
                  <a:schemeClr val="tx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4082807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5_Basic Slide">
    <p:spTree>
      <p:nvGrpSpPr>
        <p:cNvPr id="1" name=""/>
        <p:cNvGrpSpPr/>
        <p:nvPr/>
      </p:nvGrpSpPr>
      <p:grpSpPr>
        <a:xfrm>
          <a:off x="0" y="0"/>
          <a:ext cx="0" cy="0"/>
          <a:chOff x="0" y="0"/>
          <a:chExt cx="0" cy="0"/>
        </a:xfrm>
      </p:grpSpPr>
      <p:sp>
        <p:nvSpPr>
          <p:cNvPr id="2" name="Rectangle 54">
            <a:extLst>
              <a:ext uri="{FF2B5EF4-FFF2-40B4-BE49-F238E27FC236}">
                <a16:creationId xmlns:a16="http://schemas.microsoft.com/office/drawing/2014/main" id="{ABCA9587-0B3E-5EFA-2A4F-E25A5E6F10E8}"/>
              </a:ext>
            </a:extLst>
          </p:cNvPr>
          <p:cNvSpPr/>
          <p:nvPr userDrawn="1"/>
        </p:nvSpPr>
        <p:spPr>
          <a:xfrm>
            <a:off x="4635500" y="-25400"/>
            <a:ext cx="7564100" cy="6883400"/>
          </a:xfrm>
          <a:custGeom>
            <a:avLst/>
            <a:gdLst>
              <a:gd name="connsiteX0" fmla="*/ 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0 w 7564100"/>
              <a:gd name="connsiteY4" fmla="*/ 0 h 6858000"/>
              <a:gd name="connsiteX0" fmla="*/ 403860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4038600 w 7564100"/>
              <a:gd name="connsiteY4" fmla="*/ 0 h 6858000"/>
              <a:gd name="connsiteX0" fmla="*/ 4622800 w 7564100"/>
              <a:gd name="connsiteY0" fmla="*/ 0 h 6883400"/>
              <a:gd name="connsiteX1" fmla="*/ 7564100 w 7564100"/>
              <a:gd name="connsiteY1" fmla="*/ 25400 h 6883400"/>
              <a:gd name="connsiteX2" fmla="*/ 7564100 w 7564100"/>
              <a:gd name="connsiteY2" fmla="*/ 6883400 h 6883400"/>
              <a:gd name="connsiteX3" fmla="*/ 0 w 7564100"/>
              <a:gd name="connsiteY3" fmla="*/ 6883400 h 6883400"/>
              <a:gd name="connsiteX4" fmla="*/ 4622800 w 7564100"/>
              <a:gd name="connsiteY4" fmla="*/ 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4100" h="6883400">
                <a:moveTo>
                  <a:pt x="4622800" y="0"/>
                </a:moveTo>
                <a:lnTo>
                  <a:pt x="7564100" y="25400"/>
                </a:lnTo>
                <a:lnTo>
                  <a:pt x="7564100" y="6883400"/>
                </a:lnTo>
                <a:lnTo>
                  <a:pt x="0" y="6883400"/>
                </a:lnTo>
                <a:lnTo>
                  <a:pt x="4622800" y="0"/>
                </a:lnTo>
                <a:close/>
              </a:path>
            </a:pathLst>
          </a:custGeom>
          <a:solidFill>
            <a:srgbClr val="FCE1D4">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Barlow-Regular" panose="02040502050405020303"/>
              <a:ea typeface="+mn-ea"/>
              <a:cs typeface="+mn-cs"/>
            </a:endParaRPr>
          </a:p>
        </p:txBody>
      </p:sp>
      <p:sp>
        <p:nvSpPr>
          <p:cNvPr id="7" name="Title 1">
            <a:extLst>
              <a:ext uri="{FF2B5EF4-FFF2-40B4-BE49-F238E27FC236}">
                <a16:creationId xmlns:a16="http://schemas.microsoft.com/office/drawing/2014/main" id="{16CDE1A2-F85B-32AA-CE59-F2FC232966CD}"/>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8" name="Rectangle 7">
            <a:extLst>
              <a:ext uri="{FF2B5EF4-FFF2-40B4-BE49-F238E27FC236}">
                <a16:creationId xmlns:a16="http://schemas.microsoft.com/office/drawing/2014/main" id="{A31635F8-3916-7801-F497-D00741DD50AE}"/>
              </a:ext>
            </a:extLst>
          </p:cNvPr>
          <p:cNvSpPr/>
          <p:nvPr userDrawn="1"/>
        </p:nvSpPr>
        <p:spPr>
          <a:xfrm>
            <a:off x="359998" y="1488586"/>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FE5A60ED-7A14-BC45-201C-D633BE8DA7A9}"/>
              </a:ext>
            </a:extLst>
          </p:cNvPr>
          <p:cNvSpPr>
            <a:spLocks noGrp="1"/>
          </p:cNvSpPr>
          <p:nvPr>
            <p:ph type="subTitle" idx="1"/>
          </p:nvPr>
        </p:nvSpPr>
        <p:spPr>
          <a:xfrm>
            <a:off x="285135" y="854284"/>
            <a:ext cx="11558865" cy="461665"/>
          </a:xfrm>
        </p:spPr>
        <p:txBody>
          <a:bodyPr wrap="square">
            <a:spAutoFit/>
          </a:bodyPr>
          <a:lstStyle>
            <a:lvl1pPr marL="0" indent="0" algn="l">
              <a:lnSpc>
                <a:spcPct val="100000"/>
              </a:lnSpc>
              <a:spcBef>
                <a:spcPts val="0"/>
              </a:spcBef>
              <a:buNone/>
              <a:defRPr lang="en-US" sz="2400" b="1" kern="1200" dirty="0">
                <a:solidFill>
                  <a:schemeClr val="accent1"/>
                </a:solidFill>
                <a:latin typeface="Barlow Medium" panose="00000600000000000000"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13069443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0_Basic Slide">
    <p:spTree>
      <p:nvGrpSpPr>
        <p:cNvPr id="1" name=""/>
        <p:cNvGrpSpPr/>
        <p:nvPr/>
      </p:nvGrpSpPr>
      <p:grpSpPr>
        <a:xfrm>
          <a:off x="0" y="0"/>
          <a:ext cx="0" cy="0"/>
          <a:chOff x="0" y="0"/>
          <a:chExt cx="0" cy="0"/>
        </a:xfrm>
      </p:grpSpPr>
      <p:sp>
        <p:nvSpPr>
          <p:cNvPr id="2" name="Rectangle 54">
            <a:extLst>
              <a:ext uri="{FF2B5EF4-FFF2-40B4-BE49-F238E27FC236}">
                <a16:creationId xmlns:a16="http://schemas.microsoft.com/office/drawing/2014/main" id="{ABCA9587-0B3E-5EFA-2A4F-E25A5E6F10E8}"/>
              </a:ext>
            </a:extLst>
          </p:cNvPr>
          <p:cNvSpPr/>
          <p:nvPr userDrawn="1"/>
        </p:nvSpPr>
        <p:spPr>
          <a:xfrm>
            <a:off x="4635500" y="-25400"/>
            <a:ext cx="7564100" cy="6883400"/>
          </a:xfrm>
          <a:custGeom>
            <a:avLst/>
            <a:gdLst>
              <a:gd name="connsiteX0" fmla="*/ 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0 w 7564100"/>
              <a:gd name="connsiteY4" fmla="*/ 0 h 6858000"/>
              <a:gd name="connsiteX0" fmla="*/ 403860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4038600 w 7564100"/>
              <a:gd name="connsiteY4" fmla="*/ 0 h 6858000"/>
              <a:gd name="connsiteX0" fmla="*/ 4622800 w 7564100"/>
              <a:gd name="connsiteY0" fmla="*/ 0 h 6883400"/>
              <a:gd name="connsiteX1" fmla="*/ 7564100 w 7564100"/>
              <a:gd name="connsiteY1" fmla="*/ 25400 h 6883400"/>
              <a:gd name="connsiteX2" fmla="*/ 7564100 w 7564100"/>
              <a:gd name="connsiteY2" fmla="*/ 6883400 h 6883400"/>
              <a:gd name="connsiteX3" fmla="*/ 0 w 7564100"/>
              <a:gd name="connsiteY3" fmla="*/ 6883400 h 6883400"/>
              <a:gd name="connsiteX4" fmla="*/ 4622800 w 7564100"/>
              <a:gd name="connsiteY4" fmla="*/ 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4100" h="6883400">
                <a:moveTo>
                  <a:pt x="4622800" y="0"/>
                </a:moveTo>
                <a:lnTo>
                  <a:pt x="7564100" y="25400"/>
                </a:lnTo>
                <a:lnTo>
                  <a:pt x="7564100" y="6883400"/>
                </a:lnTo>
                <a:lnTo>
                  <a:pt x="0" y="6883400"/>
                </a:lnTo>
                <a:lnTo>
                  <a:pt x="4622800" y="0"/>
                </a:lnTo>
                <a:close/>
              </a:path>
            </a:pathLst>
          </a:custGeom>
          <a:solidFill>
            <a:srgbClr val="FCE1D4">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Barlow-Regular" panose="02040502050405020303"/>
              <a:ea typeface="+mn-ea"/>
              <a:cs typeface="+mn-cs"/>
            </a:endParaRPr>
          </a:p>
        </p:txBody>
      </p:sp>
    </p:spTree>
    <p:extLst>
      <p:ext uri="{BB962C8B-B14F-4D97-AF65-F5344CB8AC3E}">
        <p14:creationId xmlns:p14="http://schemas.microsoft.com/office/powerpoint/2010/main" val="44472818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6_Basic Slide">
    <p:spTree>
      <p:nvGrpSpPr>
        <p:cNvPr id="1" name=""/>
        <p:cNvGrpSpPr/>
        <p:nvPr/>
      </p:nvGrpSpPr>
      <p:grpSpPr>
        <a:xfrm>
          <a:off x="0" y="0"/>
          <a:ext cx="0" cy="0"/>
          <a:chOff x="0" y="0"/>
          <a:chExt cx="0" cy="0"/>
        </a:xfrm>
      </p:grpSpPr>
      <p:sp>
        <p:nvSpPr>
          <p:cNvPr id="2" name="Rectangle 54">
            <a:extLst>
              <a:ext uri="{FF2B5EF4-FFF2-40B4-BE49-F238E27FC236}">
                <a16:creationId xmlns:a16="http://schemas.microsoft.com/office/drawing/2014/main" id="{ABCA9587-0B3E-5EFA-2A4F-E25A5E6F10E8}"/>
              </a:ext>
            </a:extLst>
          </p:cNvPr>
          <p:cNvSpPr/>
          <p:nvPr userDrawn="1"/>
        </p:nvSpPr>
        <p:spPr>
          <a:xfrm>
            <a:off x="4635500" y="-25400"/>
            <a:ext cx="7564100" cy="6883400"/>
          </a:xfrm>
          <a:custGeom>
            <a:avLst/>
            <a:gdLst>
              <a:gd name="connsiteX0" fmla="*/ 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0 w 7564100"/>
              <a:gd name="connsiteY4" fmla="*/ 0 h 6858000"/>
              <a:gd name="connsiteX0" fmla="*/ 403860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4038600 w 7564100"/>
              <a:gd name="connsiteY4" fmla="*/ 0 h 6858000"/>
              <a:gd name="connsiteX0" fmla="*/ 4622800 w 7564100"/>
              <a:gd name="connsiteY0" fmla="*/ 0 h 6883400"/>
              <a:gd name="connsiteX1" fmla="*/ 7564100 w 7564100"/>
              <a:gd name="connsiteY1" fmla="*/ 25400 h 6883400"/>
              <a:gd name="connsiteX2" fmla="*/ 7564100 w 7564100"/>
              <a:gd name="connsiteY2" fmla="*/ 6883400 h 6883400"/>
              <a:gd name="connsiteX3" fmla="*/ 0 w 7564100"/>
              <a:gd name="connsiteY3" fmla="*/ 6883400 h 6883400"/>
              <a:gd name="connsiteX4" fmla="*/ 4622800 w 7564100"/>
              <a:gd name="connsiteY4" fmla="*/ 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4100" h="6883400">
                <a:moveTo>
                  <a:pt x="4622800" y="0"/>
                </a:moveTo>
                <a:lnTo>
                  <a:pt x="7564100" y="25400"/>
                </a:lnTo>
                <a:lnTo>
                  <a:pt x="7564100" y="6883400"/>
                </a:lnTo>
                <a:lnTo>
                  <a:pt x="0" y="6883400"/>
                </a:lnTo>
                <a:lnTo>
                  <a:pt x="4622800" y="0"/>
                </a:lnTo>
                <a:close/>
              </a:path>
            </a:pathLst>
          </a:custGeom>
          <a:solidFill>
            <a:srgbClr val="FCE1D4">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Barlow-Regular" panose="02040502050405020303"/>
              <a:ea typeface="+mn-ea"/>
              <a:cs typeface="+mn-cs"/>
            </a:endParaRPr>
          </a:p>
        </p:txBody>
      </p:sp>
      <p:sp>
        <p:nvSpPr>
          <p:cNvPr id="7" name="Title 1">
            <a:extLst>
              <a:ext uri="{FF2B5EF4-FFF2-40B4-BE49-F238E27FC236}">
                <a16:creationId xmlns:a16="http://schemas.microsoft.com/office/drawing/2014/main" id="{16CDE1A2-F85B-32AA-CE59-F2FC232966CD}"/>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9" name="Subtitle 2">
            <a:extLst>
              <a:ext uri="{FF2B5EF4-FFF2-40B4-BE49-F238E27FC236}">
                <a16:creationId xmlns:a16="http://schemas.microsoft.com/office/drawing/2014/main" id="{FE5A60ED-7A14-BC45-201C-D633BE8DA7A9}"/>
              </a:ext>
            </a:extLst>
          </p:cNvPr>
          <p:cNvSpPr>
            <a:spLocks noGrp="1"/>
          </p:cNvSpPr>
          <p:nvPr>
            <p:ph type="subTitle" idx="1"/>
          </p:nvPr>
        </p:nvSpPr>
        <p:spPr>
          <a:xfrm>
            <a:off x="285135" y="854284"/>
            <a:ext cx="11558865" cy="461665"/>
          </a:xfrm>
        </p:spPr>
        <p:txBody>
          <a:bodyPr wrap="square">
            <a:spAutoFit/>
          </a:bodyPr>
          <a:lstStyle>
            <a:lvl1pPr marL="0" indent="0" algn="l">
              <a:lnSpc>
                <a:spcPct val="100000"/>
              </a:lnSpc>
              <a:spcBef>
                <a:spcPts val="0"/>
              </a:spcBef>
              <a:buNone/>
              <a:defRPr lang="en-US" sz="2400" b="1" kern="1200" dirty="0">
                <a:solidFill>
                  <a:schemeClr val="accent1"/>
                </a:solidFill>
                <a:latin typeface="Barlow Medium" panose="00000600000000000000"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35216912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7_Basic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6CDE1A2-F85B-32AA-CE59-F2FC232966CD}"/>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8" name="Rectangle 7">
            <a:extLst>
              <a:ext uri="{FF2B5EF4-FFF2-40B4-BE49-F238E27FC236}">
                <a16:creationId xmlns:a16="http://schemas.microsoft.com/office/drawing/2014/main" id="{A31635F8-3916-7801-F497-D00741DD50AE}"/>
              </a:ext>
            </a:extLst>
          </p:cNvPr>
          <p:cNvSpPr/>
          <p:nvPr userDrawn="1"/>
        </p:nvSpPr>
        <p:spPr>
          <a:xfrm>
            <a:off x="359998" y="1488586"/>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FE5A60ED-7A14-BC45-201C-D633BE8DA7A9}"/>
              </a:ext>
            </a:extLst>
          </p:cNvPr>
          <p:cNvSpPr>
            <a:spLocks noGrp="1"/>
          </p:cNvSpPr>
          <p:nvPr>
            <p:ph type="subTitle" idx="1"/>
          </p:nvPr>
        </p:nvSpPr>
        <p:spPr>
          <a:xfrm>
            <a:off x="285135" y="854284"/>
            <a:ext cx="11558865" cy="461665"/>
          </a:xfrm>
        </p:spPr>
        <p:txBody>
          <a:bodyPr wrap="square">
            <a:spAutoFit/>
          </a:bodyPr>
          <a:lstStyle>
            <a:lvl1pPr marL="0" indent="0" algn="l">
              <a:lnSpc>
                <a:spcPct val="100000"/>
              </a:lnSpc>
              <a:spcBef>
                <a:spcPts val="0"/>
              </a:spcBef>
              <a:buNone/>
              <a:defRPr lang="en-US" sz="2400" b="1" kern="1200" dirty="0">
                <a:solidFill>
                  <a:schemeClr val="accent1"/>
                </a:solidFill>
                <a:latin typeface="Barlow Medium" panose="00000600000000000000"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102781840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type="titleOnly" preserve="1">
  <p:cSld name="8_Basic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DF577-0399-8162-ABC5-8FB67BFA2106}"/>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00979566"/>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titleOnly" preserve="1">
  <p:cSld name="9_Basic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DF577-0399-8162-ABC5-8FB67BFA2106}"/>
              </a:ext>
            </a:extLst>
          </p:cNvPr>
          <p:cNvSpPr>
            <a:spLocks noGrp="1"/>
          </p:cNvSpPr>
          <p:nvPr>
            <p:ph type="title"/>
          </p:nvPr>
        </p:nvSpPr>
        <p:spPr/>
        <p:txBody>
          <a:bodyPr/>
          <a:lstStyle/>
          <a:p>
            <a:r>
              <a:rPr lang="en-US"/>
              <a:t>Click to edit Master title style</a:t>
            </a:r>
            <a:endParaRPr lang="en-IN"/>
          </a:p>
        </p:txBody>
      </p:sp>
      <p:pic>
        <p:nvPicPr>
          <p:cNvPr id="7" name="Picture 6">
            <a:extLst>
              <a:ext uri="{FF2B5EF4-FFF2-40B4-BE49-F238E27FC236}">
                <a16:creationId xmlns:a16="http://schemas.microsoft.com/office/drawing/2014/main" id="{981ABF0B-681C-455F-418D-973A5CE2C95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217604" y="-66299"/>
            <a:ext cx="1974396" cy="2815474"/>
          </a:xfrm>
          <a:prstGeom prst="rect">
            <a:avLst/>
          </a:prstGeom>
        </p:spPr>
      </p:pic>
    </p:spTree>
    <p:extLst>
      <p:ext uri="{BB962C8B-B14F-4D97-AF65-F5344CB8AC3E}">
        <p14:creationId xmlns:p14="http://schemas.microsoft.com/office/powerpoint/2010/main" val="3185962909"/>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CA0E38E-1D61-B95E-12B0-674CF7659089}"/>
              </a:ext>
            </a:extLst>
          </p:cNvPr>
          <p:cNvSpPr/>
          <p:nvPr userDrawn="1"/>
        </p:nvSpPr>
        <p:spPr>
          <a:xfrm>
            <a:off x="6096000" y="0"/>
            <a:ext cx="6096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546E6081-AD2E-D1AF-4131-88FE8904941B}"/>
              </a:ext>
            </a:extLst>
          </p:cNvPr>
          <p:cNvSpPr/>
          <p:nvPr userDrawn="1"/>
        </p:nvSpPr>
        <p:spPr>
          <a:xfrm rot="10800000">
            <a:off x="0" y="1802014"/>
            <a:ext cx="6135276" cy="99461"/>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6B4BA1DC-D95B-3A5E-FB6B-E02B175393F8}"/>
              </a:ext>
            </a:extLst>
          </p:cNvPr>
          <p:cNvSpPr/>
          <p:nvPr userDrawn="1"/>
        </p:nvSpPr>
        <p:spPr>
          <a:xfrm>
            <a:off x="6107220" y="1802014"/>
            <a:ext cx="6135276" cy="99461"/>
          </a:xfrm>
          <a:prstGeom prst="rect">
            <a:avLst/>
          </a:prstGeom>
          <a:gradFill flip="none" rotWithShape="1">
            <a:gsLst>
              <a:gs pos="0">
                <a:schemeClr val="accent1"/>
              </a:gs>
              <a:gs pos="99000">
                <a:schemeClr val="bg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19" name="Text Placeholder 17">
            <a:extLst>
              <a:ext uri="{FF2B5EF4-FFF2-40B4-BE49-F238E27FC236}">
                <a16:creationId xmlns:a16="http://schemas.microsoft.com/office/drawing/2014/main" id="{B0DD31ED-843B-AB08-40B4-E77E227B3185}"/>
              </a:ext>
            </a:extLst>
          </p:cNvPr>
          <p:cNvSpPr>
            <a:spLocks noGrp="1"/>
          </p:cNvSpPr>
          <p:nvPr>
            <p:ph type="body" sz="quarter" idx="13"/>
          </p:nvPr>
        </p:nvSpPr>
        <p:spPr>
          <a:xfrm>
            <a:off x="1" y="648455"/>
            <a:ext cx="6084777" cy="592137"/>
          </a:xfrm>
        </p:spPr>
        <p:txBody>
          <a:bodyPr/>
          <a:lstStyle>
            <a:lvl1pPr marL="0" indent="0" algn="ctr">
              <a:buNone/>
              <a:defRPr b="1">
                <a:solidFill>
                  <a:schemeClr val="tx2"/>
                </a:solidFill>
                <a:latin typeface="Barlow" panose="00000500000000000000" pitchFamily="2" charset="0"/>
              </a:defRPr>
            </a:lvl1pPr>
          </a:lstStyle>
          <a:p>
            <a:pPr lvl="0"/>
            <a:r>
              <a:rPr lang="en-US"/>
              <a:t>Click to edit Master text styles</a:t>
            </a:r>
            <a:endParaRPr lang="en-IN"/>
          </a:p>
        </p:txBody>
      </p:sp>
      <p:sp>
        <p:nvSpPr>
          <p:cNvPr id="21" name="Text Placeholder 17">
            <a:extLst>
              <a:ext uri="{FF2B5EF4-FFF2-40B4-BE49-F238E27FC236}">
                <a16:creationId xmlns:a16="http://schemas.microsoft.com/office/drawing/2014/main" id="{9E4E0B59-C188-E6A4-3D48-36E51B3FD261}"/>
              </a:ext>
            </a:extLst>
          </p:cNvPr>
          <p:cNvSpPr>
            <a:spLocks noGrp="1"/>
          </p:cNvSpPr>
          <p:nvPr>
            <p:ph type="body" sz="quarter" idx="14"/>
          </p:nvPr>
        </p:nvSpPr>
        <p:spPr>
          <a:xfrm>
            <a:off x="6095998" y="643885"/>
            <a:ext cx="6095998" cy="592137"/>
          </a:xfrm>
        </p:spPr>
        <p:txBody>
          <a:bodyPr/>
          <a:lstStyle>
            <a:lvl1pPr marL="0" indent="0" algn="ctr">
              <a:buNone/>
              <a:defRPr b="1">
                <a:solidFill>
                  <a:schemeClr val="bg2"/>
                </a:solidFill>
                <a:latin typeface="Barlow" panose="00000500000000000000" pitchFamily="2" charset="0"/>
              </a:defRPr>
            </a:lvl1pPr>
          </a:lstStyle>
          <a:p>
            <a:pPr lvl="0"/>
            <a:r>
              <a:rPr lang="en-US"/>
              <a:t>Click to edit Master text styles</a:t>
            </a:r>
            <a:endParaRPr lang="en-IN"/>
          </a:p>
        </p:txBody>
      </p:sp>
      <p:sp>
        <p:nvSpPr>
          <p:cNvPr id="23" name="Text Placeholder 17">
            <a:extLst>
              <a:ext uri="{FF2B5EF4-FFF2-40B4-BE49-F238E27FC236}">
                <a16:creationId xmlns:a16="http://schemas.microsoft.com/office/drawing/2014/main" id="{8B71C1BA-BDE9-8980-AEF0-8284B3B67974}"/>
              </a:ext>
            </a:extLst>
          </p:cNvPr>
          <p:cNvSpPr>
            <a:spLocks noGrp="1"/>
          </p:cNvSpPr>
          <p:nvPr>
            <p:ph type="body" sz="quarter" idx="16"/>
          </p:nvPr>
        </p:nvSpPr>
        <p:spPr>
          <a:xfrm>
            <a:off x="0" y="1264891"/>
            <a:ext cx="6084777" cy="592137"/>
          </a:xfrm>
        </p:spPr>
        <p:txBody>
          <a:bodyPr>
            <a:normAutofit/>
          </a:bodyPr>
          <a:lstStyle>
            <a:lvl1pPr marL="0" indent="0" algn="ctr">
              <a:buNone/>
              <a:defRPr sz="1800" b="0">
                <a:solidFill>
                  <a:schemeClr val="tx1"/>
                </a:solidFill>
                <a:latin typeface="Barlow" panose="00000500000000000000" pitchFamily="2" charset="0"/>
              </a:defRPr>
            </a:lvl1pPr>
          </a:lstStyle>
          <a:p>
            <a:pPr lvl="0"/>
            <a:r>
              <a:rPr lang="en-US"/>
              <a:t>Click to edit Master text styles</a:t>
            </a:r>
            <a:endParaRPr lang="en-IN"/>
          </a:p>
        </p:txBody>
      </p:sp>
      <p:sp>
        <p:nvSpPr>
          <p:cNvPr id="24" name="Text Placeholder 17">
            <a:extLst>
              <a:ext uri="{FF2B5EF4-FFF2-40B4-BE49-F238E27FC236}">
                <a16:creationId xmlns:a16="http://schemas.microsoft.com/office/drawing/2014/main" id="{F2C9D2D5-E96A-1B64-E0C4-86A77C86A249}"/>
              </a:ext>
            </a:extLst>
          </p:cNvPr>
          <p:cNvSpPr>
            <a:spLocks noGrp="1"/>
          </p:cNvSpPr>
          <p:nvPr>
            <p:ph type="body" sz="quarter" idx="15"/>
          </p:nvPr>
        </p:nvSpPr>
        <p:spPr>
          <a:xfrm>
            <a:off x="393604" y="2383583"/>
            <a:ext cx="5308793" cy="592137"/>
          </a:xfrm>
        </p:spPr>
        <p:txBody>
          <a:bodyPr>
            <a:normAutofit/>
          </a:bodyPr>
          <a:lstStyle>
            <a:lvl1pPr marL="285750" indent="-285750" algn="l">
              <a:buFont typeface="Arial" panose="020B0604020202020204" pitchFamily="34" charset="0"/>
              <a:buChar char="•"/>
              <a:defRPr sz="1800" b="0">
                <a:solidFill>
                  <a:schemeClr val="tx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25" name="Text Placeholder 17">
            <a:extLst>
              <a:ext uri="{FF2B5EF4-FFF2-40B4-BE49-F238E27FC236}">
                <a16:creationId xmlns:a16="http://schemas.microsoft.com/office/drawing/2014/main" id="{637CFF45-44EF-04C7-0E71-DA4CF0C7736A}"/>
              </a:ext>
            </a:extLst>
          </p:cNvPr>
          <p:cNvSpPr>
            <a:spLocks noGrp="1"/>
          </p:cNvSpPr>
          <p:nvPr>
            <p:ph type="body" sz="quarter" idx="17"/>
          </p:nvPr>
        </p:nvSpPr>
        <p:spPr>
          <a:xfrm>
            <a:off x="6489600" y="2383582"/>
            <a:ext cx="5308793" cy="592137"/>
          </a:xfrm>
        </p:spPr>
        <p:txBody>
          <a:bodyPr>
            <a:normAutofit/>
          </a:bodyPr>
          <a:lstStyle>
            <a:lvl1pPr marL="285750" indent="-285750" algn="l">
              <a:buFont typeface="Arial" panose="020B0604020202020204" pitchFamily="34" charset="0"/>
              <a:buChar char="•"/>
              <a:defRPr sz="1800" b="0">
                <a:solidFill>
                  <a:schemeClr val="bg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Tree>
    <p:extLst>
      <p:ext uri="{BB962C8B-B14F-4D97-AF65-F5344CB8AC3E}">
        <p14:creationId xmlns:p14="http://schemas.microsoft.com/office/powerpoint/2010/main" val="733692662"/>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Timeline/Roadmap">
    <p:spTree>
      <p:nvGrpSpPr>
        <p:cNvPr id="1" name=""/>
        <p:cNvGrpSpPr/>
        <p:nvPr/>
      </p:nvGrpSpPr>
      <p:grpSpPr>
        <a:xfrm>
          <a:off x="0" y="0"/>
          <a:ext cx="0" cy="0"/>
          <a:chOff x="0" y="0"/>
          <a:chExt cx="0" cy="0"/>
        </a:xfrm>
      </p:grpSpPr>
      <p:sp>
        <p:nvSpPr>
          <p:cNvPr id="72" name="Picture Placeholder 71">
            <a:extLst>
              <a:ext uri="{FF2B5EF4-FFF2-40B4-BE49-F238E27FC236}">
                <a16:creationId xmlns:a16="http://schemas.microsoft.com/office/drawing/2014/main" id="{349C073C-0843-4AD4-1024-53C7FF615665}"/>
              </a:ext>
            </a:extLst>
          </p:cNvPr>
          <p:cNvSpPr>
            <a:spLocks noGrp="1"/>
          </p:cNvSpPr>
          <p:nvPr>
            <p:ph type="pic" sz="quarter" idx="10"/>
          </p:nvPr>
        </p:nvSpPr>
        <p:spPr>
          <a:xfrm>
            <a:off x="0" y="-7067"/>
            <a:ext cx="12192000" cy="3743325"/>
          </a:xfrm>
        </p:spPr>
        <p:txBody>
          <a:bodyPr/>
          <a:lstStyle/>
          <a:p>
            <a:endParaRPr lang="en-IN"/>
          </a:p>
        </p:txBody>
      </p:sp>
      <p:sp>
        <p:nvSpPr>
          <p:cNvPr id="74" name="Rectangle 73">
            <a:extLst>
              <a:ext uri="{FF2B5EF4-FFF2-40B4-BE49-F238E27FC236}">
                <a16:creationId xmlns:a16="http://schemas.microsoft.com/office/drawing/2014/main" id="{0A175A4C-0A49-C6B7-3772-E31C4BF5E9EC}"/>
              </a:ext>
            </a:extLst>
          </p:cNvPr>
          <p:cNvSpPr/>
          <p:nvPr userDrawn="1"/>
        </p:nvSpPr>
        <p:spPr>
          <a:xfrm>
            <a:off x="0" y="0"/>
            <a:ext cx="12192000" cy="3750338"/>
          </a:xfrm>
          <a:prstGeom prst="rect">
            <a:avLst/>
          </a:prstGeom>
          <a:solidFill>
            <a:srgbClr val="BF2026">
              <a:alpha val="8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Freeform 42">
            <a:extLst>
              <a:ext uri="{FF2B5EF4-FFF2-40B4-BE49-F238E27FC236}">
                <a16:creationId xmlns:a16="http://schemas.microsoft.com/office/drawing/2014/main" id="{1F2E0D6F-C7C6-6DF1-B62F-5A1E2AE4127C}"/>
              </a:ext>
            </a:extLst>
          </p:cNvPr>
          <p:cNvSpPr/>
          <p:nvPr userDrawn="1"/>
        </p:nvSpPr>
        <p:spPr>
          <a:xfrm>
            <a:off x="4827986" y="3045019"/>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Freeform 86">
            <a:extLst>
              <a:ext uri="{FF2B5EF4-FFF2-40B4-BE49-F238E27FC236}">
                <a16:creationId xmlns:a16="http://schemas.microsoft.com/office/drawing/2014/main" id="{F7D720D5-3F6B-2B88-4C70-E73A05FB1933}"/>
              </a:ext>
            </a:extLst>
          </p:cNvPr>
          <p:cNvSpPr/>
          <p:nvPr userDrawn="1"/>
        </p:nvSpPr>
        <p:spPr>
          <a:xfrm>
            <a:off x="9730911" y="3914586"/>
            <a:ext cx="1259218" cy="2283082"/>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accent1"/>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0" name="Freeform 87">
            <a:extLst>
              <a:ext uri="{FF2B5EF4-FFF2-40B4-BE49-F238E27FC236}">
                <a16:creationId xmlns:a16="http://schemas.microsoft.com/office/drawing/2014/main" id="{25A225EB-AC53-0FDB-DAC5-15C1021B4A9F}"/>
              </a:ext>
            </a:extLst>
          </p:cNvPr>
          <p:cNvSpPr/>
          <p:nvPr userDrawn="1"/>
        </p:nvSpPr>
        <p:spPr>
          <a:xfrm>
            <a:off x="1215720" y="3909882"/>
            <a:ext cx="1259218" cy="228778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accent1"/>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Freeform 70">
            <a:extLst>
              <a:ext uri="{FF2B5EF4-FFF2-40B4-BE49-F238E27FC236}">
                <a16:creationId xmlns:a16="http://schemas.microsoft.com/office/drawing/2014/main" id="{AC944F06-205B-94B8-1525-1B4D8A649C58}"/>
              </a:ext>
            </a:extLst>
          </p:cNvPr>
          <p:cNvSpPr/>
          <p:nvPr userDrawn="1"/>
        </p:nvSpPr>
        <p:spPr>
          <a:xfrm>
            <a:off x="1997998" y="3071972"/>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eeform 81">
            <a:extLst>
              <a:ext uri="{FF2B5EF4-FFF2-40B4-BE49-F238E27FC236}">
                <a16:creationId xmlns:a16="http://schemas.microsoft.com/office/drawing/2014/main" id="{E0963E7E-A298-500E-584C-2A8B0CC7EC38}"/>
              </a:ext>
            </a:extLst>
          </p:cNvPr>
          <p:cNvSpPr/>
          <p:nvPr userDrawn="1"/>
        </p:nvSpPr>
        <p:spPr>
          <a:xfrm rot="3274323">
            <a:off x="9071202" y="3042969"/>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45">
            <a:extLst>
              <a:ext uri="{FF2B5EF4-FFF2-40B4-BE49-F238E27FC236}">
                <a16:creationId xmlns:a16="http://schemas.microsoft.com/office/drawing/2014/main" id="{E7760CB2-44FA-C19F-D43D-A8FC1EBE3774}"/>
              </a:ext>
            </a:extLst>
          </p:cNvPr>
          <p:cNvSpPr/>
          <p:nvPr userDrawn="1"/>
        </p:nvSpPr>
        <p:spPr>
          <a:xfrm rot="3274323">
            <a:off x="3381605" y="3069728"/>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Freeform 43">
            <a:extLst>
              <a:ext uri="{FF2B5EF4-FFF2-40B4-BE49-F238E27FC236}">
                <a16:creationId xmlns:a16="http://schemas.microsoft.com/office/drawing/2014/main" id="{B949A590-6141-0C2B-7273-086C98A0DEA4}"/>
              </a:ext>
            </a:extLst>
          </p:cNvPr>
          <p:cNvSpPr/>
          <p:nvPr userDrawn="1"/>
        </p:nvSpPr>
        <p:spPr>
          <a:xfrm>
            <a:off x="7644657" y="3045019"/>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Freeform 44">
            <a:extLst>
              <a:ext uri="{FF2B5EF4-FFF2-40B4-BE49-F238E27FC236}">
                <a16:creationId xmlns:a16="http://schemas.microsoft.com/office/drawing/2014/main" id="{C0E82D49-FF96-7DF4-C7F9-C12C3BB38307}"/>
              </a:ext>
            </a:extLst>
          </p:cNvPr>
          <p:cNvSpPr/>
          <p:nvPr userDrawn="1"/>
        </p:nvSpPr>
        <p:spPr>
          <a:xfrm rot="3274323">
            <a:off x="6217238" y="3061403"/>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Freeform 56">
            <a:extLst>
              <a:ext uri="{FF2B5EF4-FFF2-40B4-BE49-F238E27FC236}">
                <a16:creationId xmlns:a16="http://schemas.microsoft.com/office/drawing/2014/main" id="{7B192090-2319-18EE-2672-5A0A5733E26E}"/>
              </a:ext>
            </a:extLst>
          </p:cNvPr>
          <p:cNvSpPr/>
          <p:nvPr userDrawn="1"/>
        </p:nvSpPr>
        <p:spPr>
          <a:xfrm rot="10800000">
            <a:off x="2634419" y="1036247"/>
            <a:ext cx="1259218" cy="228816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0">
                <a:srgbClr val="EAE4DD">
                  <a:alpha val="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21" name="Chart 20">
            <a:extLst>
              <a:ext uri="{FF2B5EF4-FFF2-40B4-BE49-F238E27FC236}">
                <a16:creationId xmlns:a16="http://schemas.microsoft.com/office/drawing/2014/main" id="{CB337BC4-9072-A93B-0982-F1B598F1F8DA}"/>
              </a:ext>
            </a:extLst>
          </p:cNvPr>
          <p:cNvGraphicFramePr/>
          <p:nvPr userDrawn="1">
            <p:extLst>
              <p:ext uri="{D42A27DB-BD31-4B8C-83A1-F6EECF244321}">
                <p14:modId xmlns:p14="http://schemas.microsoft.com/office/powerpoint/2010/main" val="4180694835"/>
              </p:ext>
            </p:extLst>
          </p:nvPr>
        </p:nvGraphicFramePr>
        <p:xfrm>
          <a:off x="2128110" y="2485373"/>
          <a:ext cx="2283579" cy="1522386"/>
        </p:xfrm>
        <a:graphic>
          <a:graphicData uri="http://schemas.openxmlformats.org/drawingml/2006/chart">
            <c:chart xmlns:c="http://schemas.openxmlformats.org/drawingml/2006/chart" xmlns:r="http://schemas.openxmlformats.org/officeDocument/2006/relationships" r:id="rId2"/>
          </a:graphicData>
        </a:graphic>
      </p:graphicFrame>
      <p:sp>
        <p:nvSpPr>
          <p:cNvPr id="23" name="Oval 22">
            <a:extLst>
              <a:ext uri="{FF2B5EF4-FFF2-40B4-BE49-F238E27FC236}">
                <a16:creationId xmlns:a16="http://schemas.microsoft.com/office/drawing/2014/main" id="{342C2A8B-1937-09C5-3521-D7D9DB357F0E}"/>
              </a:ext>
            </a:extLst>
          </p:cNvPr>
          <p:cNvSpPr/>
          <p:nvPr/>
        </p:nvSpPr>
        <p:spPr>
          <a:xfrm rot="18900000">
            <a:off x="2818299" y="2794966"/>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57">
            <a:extLst>
              <a:ext uri="{FF2B5EF4-FFF2-40B4-BE49-F238E27FC236}">
                <a16:creationId xmlns:a16="http://schemas.microsoft.com/office/drawing/2014/main" id="{19445A15-C98A-DE20-85BC-1AAE1C085422}"/>
              </a:ext>
            </a:extLst>
          </p:cNvPr>
          <p:cNvSpPr/>
          <p:nvPr userDrawn="1"/>
        </p:nvSpPr>
        <p:spPr>
          <a:xfrm rot="10800000">
            <a:off x="5469719" y="1036247"/>
            <a:ext cx="1259218" cy="228816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0">
                <a:srgbClr val="EAE4DD">
                  <a:alpha val="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26" name="Chart 25">
            <a:extLst>
              <a:ext uri="{FF2B5EF4-FFF2-40B4-BE49-F238E27FC236}">
                <a16:creationId xmlns:a16="http://schemas.microsoft.com/office/drawing/2014/main" id="{9AEAB0BC-8F45-4424-8268-F43B0426C978}"/>
              </a:ext>
            </a:extLst>
          </p:cNvPr>
          <p:cNvGraphicFramePr/>
          <p:nvPr userDrawn="1">
            <p:extLst>
              <p:ext uri="{D42A27DB-BD31-4B8C-83A1-F6EECF244321}">
                <p14:modId xmlns:p14="http://schemas.microsoft.com/office/powerpoint/2010/main" val="1623490663"/>
              </p:ext>
            </p:extLst>
          </p:nvPr>
        </p:nvGraphicFramePr>
        <p:xfrm>
          <a:off x="4956596" y="2485373"/>
          <a:ext cx="2283579" cy="1522386"/>
        </p:xfrm>
        <a:graphic>
          <a:graphicData uri="http://schemas.openxmlformats.org/drawingml/2006/chart">
            <c:chart xmlns:c="http://schemas.openxmlformats.org/drawingml/2006/chart" xmlns:r="http://schemas.openxmlformats.org/officeDocument/2006/relationships" r:id="rId3"/>
          </a:graphicData>
        </a:graphic>
      </p:graphicFrame>
      <p:sp>
        <p:nvSpPr>
          <p:cNvPr id="27" name="Oval 26">
            <a:extLst>
              <a:ext uri="{FF2B5EF4-FFF2-40B4-BE49-F238E27FC236}">
                <a16:creationId xmlns:a16="http://schemas.microsoft.com/office/drawing/2014/main" id="{481DEC7E-E3E4-5A32-DA5B-6271370CCE01}"/>
              </a:ext>
            </a:extLst>
          </p:cNvPr>
          <p:cNvSpPr/>
          <p:nvPr userDrawn="1"/>
        </p:nvSpPr>
        <p:spPr>
          <a:xfrm>
            <a:off x="5646785" y="2794966"/>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58">
            <a:extLst>
              <a:ext uri="{FF2B5EF4-FFF2-40B4-BE49-F238E27FC236}">
                <a16:creationId xmlns:a16="http://schemas.microsoft.com/office/drawing/2014/main" id="{4A006E82-B833-E5FF-9D74-F9B910EC999F}"/>
              </a:ext>
            </a:extLst>
          </p:cNvPr>
          <p:cNvSpPr/>
          <p:nvPr userDrawn="1"/>
        </p:nvSpPr>
        <p:spPr>
          <a:xfrm rot="10800000">
            <a:off x="8283983" y="1036247"/>
            <a:ext cx="1259218" cy="228816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0">
                <a:srgbClr val="EAE4DD">
                  <a:alpha val="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29" name="Chart 28">
            <a:extLst>
              <a:ext uri="{FF2B5EF4-FFF2-40B4-BE49-F238E27FC236}">
                <a16:creationId xmlns:a16="http://schemas.microsoft.com/office/drawing/2014/main" id="{1AD4CE96-75C6-7E9D-9C6A-419F6B648BBB}"/>
              </a:ext>
            </a:extLst>
          </p:cNvPr>
          <p:cNvGraphicFramePr/>
          <p:nvPr userDrawn="1">
            <p:extLst>
              <p:ext uri="{D42A27DB-BD31-4B8C-83A1-F6EECF244321}">
                <p14:modId xmlns:p14="http://schemas.microsoft.com/office/powerpoint/2010/main" val="211302602"/>
              </p:ext>
            </p:extLst>
          </p:nvPr>
        </p:nvGraphicFramePr>
        <p:xfrm>
          <a:off x="7771209" y="2472275"/>
          <a:ext cx="2283579" cy="1522386"/>
        </p:xfrm>
        <a:graphic>
          <a:graphicData uri="http://schemas.openxmlformats.org/drawingml/2006/chart">
            <c:chart xmlns:c="http://schemas.openxmlformats.org/drawingml/2006/chart" xmlns:r="http://schemas.openxmlformats.org/officeDocument/2006/relationships" r:id="rId4"/>
          </a:graphicData>
        </a:graphic>
      </p:graphicFrame>
      <p:sp>
        <p:nvSpPr>
          <p:cNvPr id="31" name="Oval 30">
            <a:extLst>
              <a:ext uri="{FF2B5EF4-FFF2-40B4-BE49-F238E27FC236}">
                <a16:creationId xmlns:a16="http://schemas.microsoft.com/office/drawing/2014/main" id="{3710C60C-7948-EDF3-679E-DFB7A18F23C3}"/>
              </a:ext>
            </a:extLst>
          </p:cNvPr>
          <p:cNvSpPr/>
          <p:nvPr/>
        </p:nvSpPr>
        <p:spPr>
          <a:xfrm rot="18900000">
            <a:off x="8461398" y="2781868"/>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60">
            <a:extLst>
              <a:ext uri="{FF2B5EF4-FFF2-40B4-BE49-F238E27FC236}">
                <a16:creationId xmlns:a16="http://schemas.microsoft.com/office/drawing/2014/main" id="{9D6FFD3F-528B-4A5A-EA9A-5EB830163F44}"/>
              </a:ext>
            </a:extLst>
          </p:cNvPr>
          <p:cNvSpPr/>
          <p:nvPr userDrawn="1"/>
        </p:nvSpPr>
        <p:spPr>
          <a:xfrm>
            <a:off x="4043931" y="3913601"/>
            <a:ext cx="1259218" cy="228406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accent1"/>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44" name="Freeform 61">
            <a:extLst>
              <a:ext uri="{FF2B5EF4-FFF2-40B4-BE49-F238E27FC236}">
                <a16:creationId xmlns:a16="http://schemas.microsoft.com/office/drawing/2014/main" id="{7C40E5A5-B5AB-1525-E741-37A6B35668BE}"/>
              </a:ext>
            </a:extLst>
          </p:cNvPr>
          <p:cNvSpPr/>
          <p:nvPr userDrawn="1"/>
        </p:nvSpPr>
        <p:spPr>
          <a:xfrm>
            <a:off x="6881131" y="3913602"/>
            <a:ext cx="1259218" cy="2283082"/>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accent1"/>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77" name="Text Placeholder 75">
            <a:extLst>
              <a:ext uri="{FF2B5EF4-FFF2-40B4-BE49-F238E27FC236}">
                <a16:creationId xmlns:a16="http://schemas.microsoft.com/office/drawing/2014/main" id="{1A2F1737-F8FA-04CD-DBB6-B1619BDE71CF}"/>
              </a:ext>
            </a:extLst>
          </p:cNvPr>
          <p:cNvSpPr>
            <a:spLocks noGrp="1"/>
          </p:cNvSpPr>
          <p:nvPr>
            <p:ph type="body" sz="quarter" idx="11" hasCustomPrompt="1"/>
          </p:nvPr>
        </p:nvSpPr>
        <p:spPr>
          <a:xfrm>
            <a:off x="1713144" y="435047"/>
            <a:ext cx="8760197" cy="552450"/>
          </a:xfrm>
        </p:spPr>
        <p:txBody>
          <a:bodyPr/>
          <a:lstStyle>
            <a:lvl1pPr marL="0" indent="0" algn="ctr">
              <a:buNone/>
              <a:defRPr lang="en-US" sz="4400" b="1" kern="1200" dirty="0" smtClean="0">
                <a:solidFill>
                  <a:schemeClr val="bg1"/>
                </a:solidFill>
                <a:latin typeface="Barlow Medium" panose="00000600000000000000" pitchFamily="2" charset="0"/>
                <a:ea typeface="+mj-ea"/>
                <a:cs typeface="+mj-cs"/>
              </a:defRPr>
            </a:lvl1pPr>
          </a:lstStyle>
          <a:p>
            <a:pPr lvl="0"/>
            <a:r>
              <a:rPr lang="en-US"/>
              <a:t>Click to edit Master title style</a:t>
            </a:r>
            <a:endParaRPr lang="en-IN"/>
          </a:p>
        </p:txBody>
      </p:sp>
      <p:sp>
        <p:nvSpPr>
          <p:cNvPr id="80" name="Content Placeholder 78">
            <a:extLst>
              <a:ext uri="{FF2B5EF4-FFF2-40B4-BE49-F238E27FC236}">
                <a16:creationId xmlns:a16="http://schemas.microsoft.com/office/drawing/2014/main" id="{81DF78FE-081D-9D73-E005-BBF9935ECEE4}"/>
              </a:ext>
            </a:extLst>
          </p:cNvPr>
          <p:cNvSpPr>
            <a:spLocks noGrp="1"/>
          </p:cNvSpPr>
          <p:nvPr>
            <p:ph sz="quarter" idx="13" hasCustomPrompt="1"/>
          </p:nvPr>
        </p:nvSpPr>
        <p:spPr>
          <a:xfrm>
            <a:off x="2923085" y="2916591"/>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sp>
        <p:nvSpPr>
          <p:cNvPr id="82" name="Content Placeholder 78">
            <a:extLst>
              <a:ext uri="{FF2B5EF4-FFF2-40B4-BE49-F238E27FC236}">
                <a16:creationId xmlns:a16="http://schemas.microsoft.com/office/drawing/2014/main" id="{59BD77F7-D5E3-B3B8-2E11-18343F029D8C}"/>
              </a:ext>
            </a:extLst>
          </p:cNvPr>
          <p:cNvSpPr>
            <a:spLocks noGrp="1"/>
          </p:cNvSpPr>
          <p:nvPr>
            <p:ph sz="quarter" idx="15" hasCustomPrompt="1"/>
          </p:nvPr>
        </p:nvSpPr>
        <p:spPr>
          <a:xfrm>
            <a:off x="5763422" y="2943036"/>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sp>
        <p:nvSpPr>
          <p:cNvPr id="84" name="Content Placeholder 78">
            <a:extLst>
              <a:ext uri="{FF2B5EF4-FFF2-40B4-BE49-F238E27FC236}">
                <a16:creationId xmlns:a16="http://schemas.microsoft.com/office/drawing/2014/main" id="{D06812F1-B46E-398D-1705-8849FE13FE68}"/>
              </a:ext>
            </a:extLst>
          </p:cNvPr>
          <p:cNvSpPr>
            <a:spLocks noGrp="1"/>
          </p:cNvSpPr>
          <p:nvPr>
            <p:ph sz="quarter" idx="17" hasCustomPrompt="1"/>
          </p:nvPr>
        </p:nvSpPr>
        <p:spPr>
          <a:xfrm>
            <a:off x="8573401" y="2925318"/>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sp>
        <p:nvSpPr>
          <p:cNvPr id="86" name="Text Placeholder 17">
            <a:extLst>
              <a:ext uri="{FF2B5EF4-FFF2-40B4-BE49-F238E27FC236}">
                <a16:creationId xmlns:a16="http://schemas.microsoft.com/office/drawing/2014/main" id="{C0283055-3B32-20C0-BCCE-4628A22EF5F3}"/>
              </a:ext>
            </a:extLst>
          </p:cNvPr>
          <p:cNvSpPr>
            <a:spLocks noGrp="1"/>
          </p:cNvSpPr>
          <p:nvPr>
            <p:ph type="body" sz="quarter" idx="19"/>
          </p:nvPr>
        </p:nvSpPr>
        <p:spPr>
          <a:xfrm>
            <a:off x="1222654" y="4835532"/>
            <a:ext cx="1231377" cy="727864"/>
          </a:xfrm>
        </p:spPr>
        <p:txBody>
          <a:bodyPr>
            <a:normAutofit/>
          </a:bodyPr>
          <a:lstStyle>
            <a:lvl1pPr marL="0" indent="0" algn="l">
              <a:buFont typeface="Arial" panose="020B0604020202020204" pitchFamily="34" charset="0"/>
              <a:buNone/>
              <a:defRPr sz="1200" b="0">
                <a:solidFill>
                  <a:schemeClr val="bg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87" name="Text Placeholder 17">
            <a:extLst>
              <a:ext uri="{FF2B5EF4-FFF2-40B4-BE49-F238E27FC236}">
                <a16:creationId xmlns:a16="http://schemas.microsoft.com/office/drawing/2014/main" id="{6AD64C47-E863-9FE7-D3C6-2CF8047F65CB}"/>
              </a:ext>
            </a:extLst>
          </p:cNvPr>
          <p:cNvSpPr>
            <a:spLocks noGrp="1"/>
          </p:cNvSpPr>
          <p:nvPr>
            <p:ph type="body" sz="quarter" idx="20"/>
          </p:nvPr>
        </p:nvSpPr>
        <p:spPr>
          <a:xfrm>
            <a:off x="2642160" y="1716402"/>
            <a:ext cx="1231377" cy="727864"/>
          </a:xfrm>
        </p:spPr>
        <p:txBody>
          <a:bodyPr>
            <a:normAutofit/>
          </a:bodyPr>
          <a:lstStyle>
            <a:lvl1pPr marL="0" indent="0" algn="l">
              <a:buFont typeface="Arial" panose="020B0604020202020204" pitchFamily="34" charset="0"/>
              <a:buNone/>
              <a:defRPr sz="1200" b="0">
                <a:solidFill>
                  <a:schemeClr val="tx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88" name="Text Placeholder 17">
            <a:extLst>
              <a:ext uri="{FF2B5EF4-FFF2-40B4-BE49-F238E27FC236}">
                <a16:creationId xmlns:a16="http://schemas.microsoft.com/office/drawing/2014/main" id="{AA2ED314-2D76-FD5B-4096-94F2DD0AE583}"/>
              </a:ext>
            </a:extLst>
          </p:cNvPr>
          <p:cNvSpPr>
            <a:spLocks noGrp="1"/>
          </p:cNvSpPr>
          <p:nvPr>
            <p:ph type="body" sz="quarter" idx="21"/>
          </p:nvPr>
        </p:nvSpPr>
        <p:spPr>
          <a:xfrm>
            <a:off x="5479021" y="1716402"/>
            <a:ext cx="1231377" cy="727864"/>
          </a:xfrm>
        </p:spPr>
        <p:txBody>
          <a:bodyPr>
            <a:normAutofit/>
          </a:bodyPr>
          <a:lstStyle>
            <a:lvl1pPr marL="0" indent="0" algn="l">
              <a:buFont typeface="Arial" panose="020B0604020202020204" pitchFamily="34" charset="0"/>
              <a:buNone/>
              <a:defRPr sz="1200" b="0">
                <a:solidFill>
                  <a:schemeClr val="tx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89" name="Text Placeholder 17">
            <a:extLst>
              <a:ext uri="{FF2B5EF4-FFF2-40B4-BE49-F238E27FC236}">
                <a16:creationId xmlns:a16="http://schemas.microsoft.com/office/drawing/2014/main" id="{9DBF1630-99BF-3A2B-FA7F-F4D8725CBB5D}"/>
              </a:ext>
            </a:extLst>
          </p:cNvPr>
          <p:cNvSpPr>
            <a:spLocks noGrp="1"/>
          </p:cNvSpPr>
          <p:nvPr>
            <p:ph type="body" sz="quarter" idx="22"/>
          </p:nvPr>
        </p:nvSpPr>
        <p:spPr>
          <a:xfrm>
            <a:off x="8299152" y="1716711"/>
            <a:ext cx="1231377" cy="727864"/>
          </a:xfrm>
        </p:spPr>
        <p:txBody>
          <a:bodyPr>
            <a:normAutofit/>
          </a:bodyPr>
          <a:lstStyle>
            <a:lvl1pPr marL="0" indent="0" algn="l">
              <a:buFont typeface="Arial" panose="020B0604020202020204" pitchFamily="34" charset="0"/>
              <a:buNone/>
              <a:defRPr sz="1200" b="0">
                <a:solidFill>
                  <a:schemeClr val="tx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90" name="Text Placeholder 17">
            <a:extLst>
              <a:ext uri="{FF2B5EF4-FFF2-40B4-BE49-F238E27FC236}">
                <a16:creationId xmlns:a16="http://schemas.microsoft.com/office/drawing/2014/main" id="{7699AD6F-37E8-D417-5AB4-F0613BE2E683}"/>
              </a:ext>
            </a:extLst>
          </p:cNvPr>
          <p:cNvSpPr>
            <a:spLocks noGrp="1"/>
          </p:cNvSpPr>
          <p:nvPr>
            <p:ph type="body" sz="quarter" idx="23"/>
          </p:nvPr>
        </p:nvSpPr>
        <p:spPr>
          <a:xfrm>
            <a:off x="4051562" y="4835532"/>
            <a:ext cx="1231377" cy="727864"/>
          </a:xfrm>
        </p:spPr>
        <p:txBody>
          <a:bodyPr>
            <a:normAutofit/>
          </a:bodyPr>
          <a:lstStyle>
            <a:lvl1pPr marL="0" indent="0" algn="l">
              <a:buFont typeface="Arial" panose="020B0604020202020204" pitchFamily="34" charset="0"/>
              <a:buNone/>
              <a:defRPr sz="1200" b="0">
                <a:solidFill>
                  <a:schemeClr val="bg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91" name="Text Placeholder 17">
            <a:extLst>
              <a:ext uri="{FF2B5EF4-FFF2-40B4-BE49-F238E27FC236}">
                <a16:creationId xmlns:a16="http://schemas.microsoft.com/office/drawing/2014/main" id="{A3623C65-01C4-A2AA-8BF5-B34DEF90AC79}"/>
              </a:ext>
            </a:extLst>
          </p:cNvPr>
          <p:cNvSpPr>
            <a:spLocks noGrp="1"/>
          </p:cNvSpPr>
          <p:nvPr>
            <p:ph type="body" sz="quarter" idx="24"/>
          </p:nvPr>
        </p:nvSpPr>
        <p:spPr>
          <a:xfrm>
            <a:off x="6901341" y="4835532"/>
            <a:ext cx="1231377" cy="727864"/>
          </a:xfrm>
        </p:spPr>
        <p:txBody>
          <a:bodyPr>
            <a:normAutofit/>
          </a:bodyPr>
          <a:lstStyle>
            <a:lvl1pPr marL="0" indent="0" algn="l">
              <a:buFont typeface="Arial" panose="020B0604020202020204" pitchFamily="34" charset="0"/>
              <a:buNone/>
              <a:defRPr sz="1200" b="0">
                <a:solidFill>
                  <a:schemeClr val="bg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92" name="Text Placeholder 17">
            <a:extLst>
              <a:ext uri="{FF2B5EF4-FFF2-40B4-BE49-F238E27FC236}">
                <a16:creationId xmlns:a16="http://schemas.microsoft.com/office/drawing/2014/main" id="{88956E02-EA19-956D-6674-C1D87B972ADC}"/>
              </a:ext>
            </a:extLst>
          </p:cNvPr>
          <p:cNvSpPr>
            <a:spLocks noGrp="1"/>
          </p:cNvSpPr>
          <p:nvPr>
            <p:ph type="body" sz="quarter" idx="25"/>
          </p:nvPr>
        </p:nvSpPr>
        <p:spPr>
          <a:xfrm>
            <a:off x="9744903" y="4835532"/>
            <a:ext cx="1231377" cy="727864"/>
          </a:xfrm>
        </p:spPr>
        <p:txBody>
          <a:bodyPr>
            <a:normAutofit/>
          </a:bodyPr>
          <a:lstStyle>
            <a:lvl1pPr marL="0" indent="0" algn="l">
              <a:buFont typeface="Arial" panose="020B0604020202020204" pitchFamily="34" charset="0"/>
              <a:buNone/>
              <a:defRPr sz="1200" b="0">
                <a:solidFill>
                  <a:schemeClr val="bg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graphicFrame>
        <p:nvGraphicFramePr>
          <p:cNvPr id="100" name="Chart 99">
            <a:extLst>
              <a:ext uri="{FF2B5EF4-FFF2-40B4-BE49-F238E27FC236}">
                <a16:creationId xmlns:a16="http://schemas.microsoft.com/office/drawing/2014/main" id="{96E7BC8C-6201-0BD0-5851-B438856CD50D}"/>
              </a:ext>
            </a:extLst>
          </p:cNvPr>
          <p:cNvGraphicFramePr/>
          <p:nvPr userDrawn="1">
            <p:extLst>
              <p:ext uri="{D42A27DB-BD31-4B8C-83A1-F6EECF244321}">
                <p14:modId xmlns:p14="http://schemas.microsoft.com/office/powerpoint/2010/main" val="2209717853"/>
              </p:ext>
            </p:extLst>
          </p:nvPr>
        </p:nvGraphicFramePr>
        <p:xfrm>
          <a:off x="696554" y="3246336"/>
          <a:ext cx="2283579" cy="1522386"/>
        </p:xfrm>
        <a:graphic>
          <a:graphicData uri="http://schemas.openxmlformats.org/drawingml/2006/chart">
            <c:chart xmlns:c="http://schemas.openxmlformats.org/drawingml/2006/chart" xmlns:r="http://schemas.openxmlformats.org/officeDocument/2006/relationships" r:id="rId5"/>
          </a:graphicData>
        </a:graphic>
      </p:graphicFrame>
      <p:sp>
        <p:nvSpPr>
          <p:cNvPr id="101" name="Oval 100">
            <a:extLst>
              <a:ext uri="{FF2B5EF4-FFF2-40B4-BE49-F238E27FC236}">
                <a16:creationId xmlns:a16="http://schemas.microsoft.com/office/drawing/2014/main" id="{E739744F-155B-43D3-6A0D-67A192AA7FE5}"/>
              </a:ext>
            </a:extLst>
          </p:cNvPr>
          <p:cNvSpPr/>
          <p:nvPr userDrawn="1"/>
        </p:nvSpPr>
        <p:spPr>
          <a:xfrm>
            <a:off x="1402124" y="3571310"/>
            <a:ext cx="872438" cy="872438"/>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Content Placeholder 78">
            <a:extLst>
              <a:ext uri="{FF2B5EF4-FFF2-40B4-BE49-F238E27FC236}">
                <a16:creationId xmlns:a16="http://schemas.microsoft.com/office/drawing/2014/main" id="{930C3527-1647-F98B-B741-F5DD69114946}"/>
              </a:ext>
            </a:extLst>
          </p:cNvPr>
          <p:cNvSpPr>
            <a:spLocks noGrp="1"/>
          </p:cNvSpPr>
          <p:nvPr>
            <p:ph sz="quarter" idx="12" hasCustomPrompt="1"/>
          </p:nvPr>
        </p:nvSpPr>
        <p:spPr>
          <a:xfrm>
            <a:off x="1510366" y="3713220"/>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graphicFrame>
        <p:nvGraphicFramePr>
          <p:cNvPr id="103" name="Chart 102">
            <a:extLst>
              <a:ext uri="{FF2B5EF4-FFF2-40B4-BE49-F238E27FC236}">
                <a16:creationId xmlns:a16="http://schemas.microsoft.com/office/drawing/2014/main" id="{B6A8C584-7814-4316-C7B6-8013735DB374}"/>
              </a:ext>
            </a:extLst>
          </p:cNvPr>
          <p:cNvGraphicFramePr/>
          <p:nvPr userDrawn="1">
            <p:extLst>
              <p:ext uri="{D42A27DB-BD31-4B8C-83A1-F6EECF244321}">
                <p14:modId xmlns:p14="http://schemas.microsoft.com/office/powerpoint/2010/main" val="4150079512"/>
              </p:ext>
            </p:extLst>
          </p:nvPr>
        </p:nvGraphicFramePr>
        <p:xfrm>
          <a:off x="3527104" y="3184215"/>
          <a:ext cx="2283579" cy="1522386"/>
        </p:xfrm>
        <a:graphic>
          <a:graphicData uri="http://schemas.openxmlformats.org/drawingml/2006/chart">
            <c:chart xmlns:c="http://schemas.openxmlformats.org/drawingml/2006/chart" xmlns:r="http://schemas.openxmlformats.org/officeDocument/2006/relationships" r:id="rId6"/>
          </a:graphicData>
        </a:graphic>
      </p:graphicFrame>
      <p:sp>
        <p:nvSpPr>
          <p:cNvPr id="104" name="Oval 103">
            <a:extLst>
              <a:ext uri="{FF2B5EF4-FFF2-40B4-BE49-F238E27FC236}">
                <a16:creationId xmlns:a16="http://schemas.microsoft.com/office/drawing/2014/main" id="{96649B97-DEFA-5EE9-B3ED-A6A40AFBB950}"/>
              </a:ext>
            </a:extLst>
          </p:cNvPr>
          <p:cNvSpPr/>
          <p:nvPr userDrawn="1"/>
        </p:nvSpPr>
        <p:spPr>
          <a:xfrm>
            <a:off x="4232674" y="3509189"/>
            <a:ext cx="872438" cy="872438"/>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Content Placeholder 78">
            <a:extLst>
              <a:ext uri="{FF2B5EF4-FFF2-40B4-BE49-F238E27FC236}">
                <a16:creationId xmlns:a16="http://schemas.microsoft.com/office/drawing/2014/main" id="{E0BCE497-1AA8-EB10-FC9F-5FF90846E1C8}"/>
              </a:ext>
            </a:extLst>
          </p:cNvPr>
          <p:cNvSpPr>
            <a:spLocks noGrp="1"/>
          </p:cNvSpPr>
          <p:nvPr>
            <p:ph sz="quarter" idx="14" hasCustomPrompt="1"/>
          </p:nvPr>
        </p:nvSpPr>
        <p:spPr>
          <a:xfrm>
            <a:off x="4333930" y="3629271"/>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graphicFrame>
        <p:nvGraphicFramePr>
          <p:cNvPr id="106" name="Chart 105">
            <a:extLst>
              <a:ext uri="{FF2B5EF4-FFF2-40B4-BE49-F238E27FC236}">
                <a16:creationId xmlns:a16="http://schemas.microsoft.com/office/drawing/2014/main" id="{9FC84A14-4C5A-BBB6-1BDD-F0BE8215464E}"/>
              </a:ext>
            </a:extLst>
          </p:cNvPr>
          <p:cNvGraphicFramePr/>
          <p:nvPr userDrawn="1">
            <p:extLst>
              <p:ext uri="{D42A27DB-BD31-4B8C-83A1-F6EECF244321}">
                <p14:modId xmlns:p14="http://schemas.microsoft.com/office/powerpoint/2010/main" val="2081236819"/>
              </p:ext>
            </p:extLst>
          </p:nvPr>
        </p:nvGraphicFramePr>
        <p:xfrm>
          <a:off x="6373338" y="3195523"/>
          <a:ext cx="2283579" cy="1522386"/>
        </p:xfrm>
        <a:graphic>
          <a:graphicData uri="http://schemas.openxmlformats.org/drawingml/2006/chart">
            <c:chart xmlns:c="http://schemas.openxmlformats.org/drawingml/2006/chart" xmlns:r="http://schemas.openxmlformats.org/officeDocument/2006/relationships" r:id="rId7"/>
          </a:graphicData>
        </a:graphic>
      </p:graphicFrame>
      <p:sp>
        <p:nvSpPr>
          <p:cNvPr id="107" name="Oval 106">
            <a:extLst>
              <a:ext uri="{FF2B5EF4-FFF2-40B4-BE49-F238E27FC236}">
                <a16:creationId xmlns:a16="http://schemas.microsoft.com/office/drawing/2014/main" id="{F833C2BF-5B05-0178-697F-8F83DB04C47B}"/>
              </a:ext>
            </a:extLst>
          </p:cNvPr>
          <p:cNvSpPr/>
          <p:nvPr userDrawn="1"/>
        </p:nvSpPr>
        <p:spPr>
          <a:xfrm rot="2700000">
            <a:off x="7063527" y="3505116"/>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Content Placeholder 78">
            <a:extLst>
              <a:ext uri="{FF2B5EF4-FFF2-40B4-BE49-F238E27FC236}">
                <a16:creationId xmlns:a16="http://schemas.microsoft.com/office/drawing/2014/main" id="{91FBD237-0D9A-F918-B4E0-065FBAF3369A}"/>
              </a:ext>
            </a:extLst>
          </p:cNvPr>
          <p:cNvSpPr>
            <a:spLocks noGrp="1"/>
          </p:cNvSpPr>
          <p:nvPr>
            <p:ph sz="quarter" idx="16" hasCustomPrompt="1"/>
          </p:nvPr>
        </p:nvSpPr>
        <p:spPr>
          <a:xfrm>
            <a:off x="7173307" y="3643716"/>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graphicFrame>
        <p:nvGraphicFramePr>
          <p:cNvPr id="109" name="Chart 108">
            <a:extLst>
              <a:ext uri="{FF2B5EF4-FFF2-40B4-BE49-F238E27FC236}">
                <a16:creationId xmlns:a16="http://schemas.microsoft.com/office/drawing/2014/main" id="{106EC56A-6030-6DF2-1E7E-A108A14CDD4A}"/>
              </a:ext>
            </a:extLst>
          </p:cNvPr>
          <p:cNvGraphicFramePr/>
          <p:nvPr userDrawn="1">
            <p:extLst>
              <p:ext uri="{D42A27DB-BD31-4B8C-83A1-F6EECF244321}">
                <p14:modId xmlns:p14="http://schemas.microsoft.com/office/powerpoint/2010/main" val="554360780"/>
              </p:ext>
            </p:extLst>
          </p:nvPr>
        </p:nvGraphicFramePr>
        <p:xfrm>
          <a:off x="9222809" y="3173171"/>
          <a:ext cx="2283579" cy="1522386"/>
        </p:xfrm>
        <a:graphic>
          <a:graphicData uri="http://schemas.openxmlformats.org/drawingml/2006/chart">
            <c:chart xmlns:c="http://schemas.openxmlformats.org/drawingml/2006/chart" xmlns:r="http://schemas.openxmlformats.org/officeDocument/2006/relationships" r:id="rId8"/>
          </a:graphicData>
        </a:graphic>
      </p:graphicFrame>
      <p:sp>
        <p:nvSpPr>
          <p:cNvPr id="110" name="Oval 109">
            <a:extLst>
              <a:ext uri="{FF2B5EF4-FFF2-40B4-BE49-F238E27FC236}">
                <a16:creationId xmlns:a16="http://schemas.microsoft.com/office/drawing/2014/main" id="{CA754DC7-E6CA-6CC2-0B34-5AE8C75F0D7B}"/>
              </a:ext>
            </a:extLst>
          </p:cNvPr>
          <p:cNvSpPr/>
          <p:nvPr userDrawn="1"/>
        </p:nvSpPr>
        <p:spPr>
          <a:xfrm rot="2700000">
            <a:off x="9912998" y="3482764"/>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Content Placeholder 78">
            <a:extLst>
              <a:ext uri="{FF2B5EF4-FFF2-40B4-BE49-F238E27FC236}">
                <a16:creationId xmlns:a16="http://schemas.microsoft.com/office/drawing/2014/main" id="{3CC3D40B-C414-5E1C-BF1D-3FF6D866B01A}"/>
              </a:ext>
            </a:extLst>
          </p:cNvPr>
          <p:cNvSpPr>
            <a:spLocks noGrp="1"/>
          </p:cNvSpPr>
          <p:nvPr>
            <p:ph sz="quarter" idx="18" hasCustomPrompt="1"/>
          </p:nvPr>
        </p:nvSpPr>
        <p:spPr>
          <a:xfrm>
            <a:off x="10033836" y="3618440"/>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spTree>
    <p:extLst>
      <p:ext uri="{BB962C8B-B14F-4D97-AF65-F5344CB8AC3E}">
        <p14:creationId xmlns:p14="http://schemas.microsoft.com/office/powerpoint/2010/main" val="920725779"/>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2_Timeline/Roadmap">
    <p:spTree>
      <p:nvGrpSpPr>
        <p:cNvPr id="1" name=""/>
        <p:cNvGrpSpPr/>
        <p:nvPr/>
      </p:nvGrpSpPr>
      <p:grpSpPr>
        <a:xfrm>
          <a:off x="0" y="0"/>
          <a:ext cx="0" cy="0"/>
          <a:chOff x="0" y="0"/>
          <a:chExt cx="0" cy="0"/>
        </a:xfrm>
      </p:grpSpPr>
      <p:sp>
        <p:nvSpPr>
          <p:cNvPr id="72" name="Picture Placeholder 71">
            <a:extLst>
              <a:ext uri="{FF2B5EF4-FFF2-40B4-BE49-F238E27FC236}">
                <a16:creationId xmlns:a16="http://schemas.microsoft.com/office/drawing/2014/main" id="{349C073C-0843-4AD4-1024-53C7FF615665}"/>
              </a:ext>
            </a:extLst>
          </p:cNvPr>
          <p:cNvSpPr>
            <a:spLocks noGrp="1"/>
          </p:cNvSpPr>
          <p:nvPr>
            <p:ph type="pic" sz="quarter" idx="10"/>
          </p:nvPr>
        </p:nvSpPr>
        <p:spPr>
          <a:xfrm>
            <a:off x="0" y="-7067"/>
            <a:ext cx="12192000" cy="3743325"/>
          </a:xfrm>
        </p:spPr>
        <p:txBody>
          <a:bodyPr/>
          <a:lstStyle/>
          <a:p>
            <a:endParaRPr lang="en-IN"/>
          </a:p>
        </p:txBody>
      </p:sp>
      <p:sp>
        <p:nvSpPr>
          <p:cNvPr id="74" name="Rectangle 73">
            <a:extLst>
              <a:ext uri="{FF2B5EF4-FFF2-40B4-BE49-F238E27FC236}">
                <a16:creationId xmlns:a16="http://schemas.microsoft.com/office/drawing/2014/main" id="{0A175A4C-0A49-C6B7-3772-E31C4BF5E9EC}"/>
              </a:ext>
            </a:extLst>
          </p:cNvPr>
          <p:cNvSpPr/>
          <p:nvPr userDrawn="1"/>
        </p:nvSpPr>
        <p:spPr>
          <a:xfrm>
            <a:off x="0" y="0"/>
            <a:ext cx="12192000" cy="3750338"/>
          </a:xfrm>
          <a:prstGeom prst="rect">
            <a:avLst/>
          </a:prstGeom>
          <a:solidFill>
            <a:srgbClr val="BF2026">
              <a:alpha val="8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Freeform 42">
            <a:extLst>
              <a:ext uri="{FF2B5EF4-FFF2-40B4-BE49-F238E27FC236}">
                <a16:creationId xmlns:a16="http://schemas.microsoft.com/office/drawing/2014/main" id="{1F2E0D6F-C7C6-6DF1-B62F-5A1E2AE4127C}"/>
              </a:ext>
            </a:extLst>
          </p:cNvPr>
          <p:cNvSpPr/>
          <p:nvPr userDrawn="1"/>
        </p:nvSpPr>
        <p:spPr>
          <a:xfrm>
            <a:off x="6209317" y="3045019"/>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Freeform 87">
            <a:extLst>
              <a:ext uri="{FF2B5EF4-FFF2-40B4-BE49-F238E27FC236}">
                <a16:creationId xmlns:a16="http://schemas.microsoft.com/office/drawing/2014/main" id="{25A225EB-AC53-0FDB-DAC5-15C1021B4A9F}"/>
              </a:ext>
            </a:extLst>
          </p:cNvPr>
          <p:cNvSpPr/>
          <p:nvPr userDrawn="1"/>
        </p:nvSpPr>
        <p:spPr>
          <a:xfrm>
            <a:off x="2597051" y="3909882"/>
            <a:ext cx="1259218" cy="228778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accent1"/>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Freeform 70">
            <a:extLst>
              <a:ext uri="{FF2B5EF4-FFF2-40B4-BE49-F238E27FC236}">
                <a16:creationId xmlns:a16="http://schemas.microsoft.com/office/drawing/2014/main" id="{AC944F06-205B-94B8-1525-1B4D8A649C58}"/>
              </a:ext>
            </a:extLst>
          </p:cNvPr>
          <p:cNvSpPr/>
          <p:nvPr userDrawn="1"/>
        </p:nvSpPr>
        <p:spPr>
          <a:xfrm>
            <a:off x="3379329" y="3071972"/>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45">
            <a:extLst>
              <a:ext uri="{FF2B5EF4-FFF2-40B4-BE49-F238E27FC236}">
                <a16:creationId xmlns:a16="http://schemas.microsoft.com/office/drawing/2014/main" id="{E7760CB2-44FA-C19F-D43D-A8FC1EBE3774}"/>
              </a:ext>
            </a:extLst>
          </p:cNvPr>
          <p:cNvSpPr/>
          <p:nvPr userDrawn="1"/>
        </p:nvSpPr>
        <p:spPr>
          <a:xfrm rot="3274323">
            <a:off x="4762936" y="3069728"/>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Freeform 44">
            <a:extLst>
              <a:ext uri="{FF2B5EF4-FFF2-40B4-BE49-F238E27FC236}">
                <a16:creationId xmlns:a16="http://schemas.microsoft.com/office/drawing/2014/main" id="{C0E82D49-FF96-7DF4-C7F9-C12C3BB38307}"/>
              </a:ext>
            </a:extLst>
          </p:cNvPr>
          <p:cNvSpPr/>
          <p:nvPr userDrawn="1"/>
        </p:nvSpPr>
        <p:spPr>
          <a:xfrm rot="3274323">
            <a:off x="7598569" y="3061403"/>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Freeform 56">
            <a:extLst>
              <a:ext uri="{FF2B5EF4-FFF2-40B4-BE49-F238E27FC236}">
                <a16:creationId xmlns:a16="http://schemas.microsoft.com/office/drawing/2014/main" id="{7B192090-2319-18EE-2672-5A0A5733E26E}"/>
              </a:ext>
            </a:extLst>
          </p:cNvPr>
          <p:cNvSpPr/>
          <p:nvPr userDrawn="1"/>
        </p:nvSpPr>
        <p:spPr>
          <a:xfrm rot="10800000">
            <a:off x="4015750" y="1036247"/>
            <a:ext cx="1259218" cy="228816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0">
                <a:srgbClr val="EAE4DD">
                  <a:alpha val="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21" name="Chart 20">
            <a:extLst>
              <a:ext uri="{FF2B5EF4-FFF2-40B4-BE49-F238E27FC236}">
                <a16:creationId xmlns:a16="http://schemas.microsoft.com/office/drawing/2014/main" id="{CB337BC4-9072-A93B-0982-F1B598F1F8DA}"/>
              </a:ext>
            </a:extLst>
          </p:cNvPr>
          <p:cNvGraphicFramePr/>
          <p:nvPr userDrawn="1">
            <p:extLst>
              <p:ext uri="{D42A27DB-BD31-4B8C-83A1-F6EECF244321}">
                <p14:modId xmlns:p14="http://schemas.microsoft.com/office/powerpoint/2010/main" val="549184517"/>
              </p:ext>
            </p:extLst>
          </p:nvPr>
        </p:nvGraphicFramePr>
        <p:xfrm>
          <a:off x="3509441" y="2485373"/>
          <a:ext cx="2283579" cy="1522386"/>
        </p:xfrm>
        <a:graphic>
          <a:graphicData uri="http://schemas.openxmlformats.org/drawingml/2006/chart">
            <c:chart xmlns:c="http://schemas.openxmlformats.org/drawingml/2006/chart" xmlns:r="http://schemas.openxmlformats.org/officeDocument/2006/relationships" r:id="rId2"/>
          </a:graphicData>
        </a:graphic>
      </p:graphicFrame>
      <p:sp>
        <p:nvSpPr>
          <p:cNvPr id="23" name="Oval 22">
            <a:extLst>
              <a:ext uri="{FF2B5EF4-FFF2-40B4-BE49-F238E27FC236}">
                <a16:creationId xmlns:a16="http://schemas.microsoft.com/office/drawing/2014/main" id="{342C2A8B-1937-09C5-3521-D7D9DB357F0E}"/>
              </a:ext>
            </a:extLst>
          </p:cNvPr>
          <p:cNvSpPr/>
          <p:nvPr/>
        </p:nvSpPr>
        <p:spPr>
          <a:xfrm rot="18900000">
            <a:off x="4199630" y="2794966"/>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57">
            <a:extLst>
              <a:ext uri="{FF2B5EF4-FFF2-40B4-BE49-F238E27FC236}">
                <a16:creationId xmlns:a16="http://schemas.microsoft.com/office/drawing/2014/main" id="{19445A15-C98A-DE20-85BC-1AAE1C085422}"/>
              </a:ext>
            </a:extLst>
          </p:cNvPr>
          <p:cNvSpPr/>
          <p:nvPr userDrawn="1"/>
        </p:nvSpPr>
        <p:spPr>
          <a:xfrm rot="10800000">
            <a:off x="6851050" y="1036247"/>
            <a:ext cx="1259218" cy="228816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0">
                <a:srgbClr val="EAE4DD">
                  <a:alpha val="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26" name="Chart 25">
            <a:extLst>
              <a:ext uri="{FF2B5EF4-FFF2-40B4-BE49-F238E27FC236}">
                <a16:creationId xmlns:a16="http://schemas.microsoft.com/office/drawing/2014/main" id="{9AEAB0BC-8F45-4424-8268-F43B0426C978}"/>
              </a:ext>
            </a:extLst>
          </p:cNvPr>
          <p:cNvGraphicFramePr/>
          <p:nvPr userDrawn="1">
            <p:extLst>
              <p:ext uri="{D42A27DB-BD31-4B8C-83A1-F6EECF244321}">
                <p14:modId xmlns:p14="http://schemas.microsoft.com/office/powerpoint/2010/main" val="1932812578"/>
              </p:ext>
            </p:extLst>
          </p:nvPr>
        </p:nvGraphicFramePr>
        <p:xfrm>
          <a:off x="6337927" y="2485373"/>
          <a:ext cx="2283579" cy="1522386"/>
        </p:xfrm>
        <a:graphic>
          <a:graphicData uri="http://schemas.openxmlformats.org/drawingml/2006/chart">
            <c:chart xmlns:c="http://schemas.openxmlformats.org/drawingml/2006/chart" xmlns:r="http://schemas.openxmlformats.org/officeDocument/2006/relationships" r:id="rId3"/>
          </a:graphicData>
        </a:graphic>
      </p:graphicFrame>
      <p:sp>
        <p:nvSpPr>
          <p:cNvPr id="27" name="Oval 26">
            <a:extLst>
              <a:ext uri="{FF2B5EF4-FFF2-40B4-BE49-F238E27FC236}">
                <a16:creationId xmlns:a16="http://schemas.microsoft.com/office/drawing/2014/main" id="{481DEC7E-E3E4-5A32-DA5B-6271370CCE01}"/>
              </a:ext>
            </a:extLst>
          </p:cNvPr>
          <p:cNvSpPr/>
          <p:nvPr userDrawn="1"/>
        </p:nvSpPr>
        <p:spPr>
          <a:xfrm>
            <a:off x="7028116" y="2794966"/>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60">
            <a:extLst>
              <a:ext uri="{FF2B5EF4-FFF2-40B4-BE49-F238E27FC236}">
                <a16:creationId xmlns:a16="http://schemas.microsoft.com/office/drawing/2014/main" id="{9D6FFD3F-528B-4A5A-EA9A-5EB830163F44}"/>
              </a:ext>
            </a:extLst>
          </p:cNvPr>
          <p:cNvSpPr/>
          <p:nvPr userDrawn="1"/>
        </p:nvSpPr>
        <p:spPr>
          <a:xfrm>
            <a:off x="5425262" y="3913601"/>
            <a:ext cx="1259218" cy="228406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accent1"/>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44" name="Freeform 61">
            <a:extLst>
              <a:ext uri="{FF2B5EF4-FFF2-40B4-BE49-F238E27FC236}">
                <a16:creationId xmlns:a16="http://schemas.microsoft.com/office/drawing/2014/main" id="{7C40E5A5-B5AB-1525-E741-37A6B35668BE}"/>
              </a:ext>
            </a:extLst>
          </p:cNvPr>
          <p:cNvSpPr/>
          <p:nvPr userDrawn="1"/>
        </p:nvSpPr>
        <p:spPr>
          <a:xfrm>
            <a:off x="8262462" y="3913602"/>
            <a:ext cx="1259218" cy="2283082"/>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accent1"/>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77" name="Text Placeholder 75">
            <a:extLst>
              <a:ext uri="{FF2B5EF4-FFF2-40B4-BE49-F238E27FC236}">
                <a16:creationId xmlns:a16="http://schemas.microsoft.com/office/drawing/2014/main" id="{1A2F1737-F8FA-04CD-DBB6-B1619BDE71CF}"/>
              </a:ext>
            </a:extLst>
          </p:cNvPr>
          <p:cNvSpPr>
            <a:spLocks noGrp="1"/>
          </p:cNvSpPr>
          <p:nvPr>
            <p:ph type="body" sz="quarter" idx="11" hasCustomPrompt="1"/>
          </p:nvPr>
        </p:nvSpPr>
        <p:spPr>
          <a:xfrm>
            <a:off x="1713144" y="435047"/>
            <a:ext cx="8760197" cy="552450"/>
          </a:xfrm>
        </p:spPr>
        <p:txBody>
          <a:bodyPr/>
          <a:lstStyle>
            <a:lvl1pPr marL="0" indent="0" algn="ctr">
              <a:buNone/>
              <a:defRPr lang="en-US" sz="4400" b="1" kern="1200" dirty="0" smtClean="0">
                <a:solidFill>
                  <a:schemeClr val="bg1"/>
                </a:solidFill>
                <a:latin typeface="Barlow Medium" panose="00000600000000000000" pitchFamily="2" charset="0"/>
                <a:ea typeface="+mj-ea"/>
                <a:cs typeface="+mj-cs"/>
              </a:defRPr>
            </a:lvl1pPr>
          </a:lstStyle>
          <a:p>
            <a:pPr lvl="0"/>
            <a:r>
              <a:rPr lang="en-US"/>
              <a:t>Click to edit Master title style</a:t>
            </a:r>
            <a:endParaRPr lang="en-IN"/>
          </a:p>
        </p:txBody>
      </p:sp>
      <p:sp>
        <p:nvSpPr>
          <p:cNvPr id="80" name="Content Placeholder 78">
            <a:extLst>
              <a:ext uri="{FF2B5EF4-FFF2-40B4-BE49-F238E27FC236}">
                <a16:creationId xmlns:a16="http://schemas.microsoft.com/office/drawing/2014/main" id="{81DF78FE-081D-9D73-E005-BBF9935ECEE4}"/>
              </a:ext>
            </a:extLst>
          </p:cNvPr>
          <p:cNvSpPr>
            <a:spLocks noGrp="1"/>
          </p:cNvSpPr>
          <p:nvPr>
            <p:ph sz="quarter" idx="13" hasCustomPrompt="1"/>
          </p:nvPr>
        </p:nvSpPr>
        <p:spPr>
          <a:xfrm>
            <a:off x="4304416" y="2916591"/>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sp>
        <p:nvSpPr>
          <p:cNvPr id="82" name="Content Placeholder 78">
            <a:extLst>
              <a:ext uri="{FF2B5EF4-FFF2-40B4-BE49-F238E27FC236}">
                <a16:creationId xmlns:a16="http://schemas.microsoft.com/office/drawing/2014/main" id="{59BD77F7-D5E3-B3B8-2E11-18343F029D8C}"/>
              </a:ext>
            </a:extLst>
          </p:cNvPr>
          <p:cNvSpPr>
            <a:spLocks noGrp="1"/>
          </p:cNvSpPr>
          <p:nvPr>
            <p:ph sz="quarter" idx="15" hasCustomPrompt="1"/>
          </p:nvPr>
        </p:nvSpPr>
        <p:spPr>
          <a:xfrm>
            <a:off x="7144753" y="2943036"/>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sp>
        <p:nvSpPr>
          <p:cNvPr id="86" name="Text Placeholder 17">
            <a:extLst>
              <a:ext uri="{FF2B5EF4-FFF2-40B4-BE49-F238E27FC236}">
                <a16:creationId xmlns:a16="http://schemas.microsoft.com/office/drawing/2014/main" id="{C0283055-3B32-20C0-BCCE-4628A22EF5F3}"/>
              </a:ext>
            </a:extLst>
          </p:cNvPr>
          <p:cNvSpPr>
            <a:spLocks noGrp="1"/>
          </p:cNvSpPr>
          <p:nvPr>
            <p:ph type="body" sz="quarter" idx="19"/>
          </p:nvPr>
        </p:nvSpPr>
        <p:spPr>
          <a:xfrm>
            <a:off x="2603985" y="4835532"/>
            <a:ext cx="1231377" cy="727864"/>
          </a:xfrm>
        </p:spPr>
        <p:txBody>
          <a:bodyPr>
            <a:normAutofit/>
          </a:bodyPr>
          <a:lstStyle>
            <a:lvl1pPr marL="0" indent="0" algn="l">
              <a:buFont typeface="Arial" panose="020B0604020202020204" pitchFamily="34" charset="0"/>
              <a:buNone/>
              <a:defRPr sz="1200" b="0">
                <a:solidFill>
                  <a:schemeClr val="bg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87" name="Text Placeholder 17">
            <a:extLst>
              <a:ext uri="{FF2B5EF4-FFF2-40B4-BE49-F238E27FC236}">
                <a16:creationId xmlns:a16="http://schemas.microsoft.com/office/drawing/2014/main" id="{6AD64C47-E863-9FE7-D3C6-2CF8047F65CB}"/>
              </a:ext>
            </a:extLst>
          </p:cNvPr>
          <p:cNvSpPr>
            <a:spLocks noGrp="1"/>
          </p:cNvSpPr>
          <p:nvPr>
            <p:ph type="body" sz="quarter" idx="20"/>
          </p:nvPr>
        </p:nvSpPr>
        <p:spPr>
          <a:xfrm>
            <a:off x="4023491" y="1716402"/>
            <a:ext cx="1231377" cy="727864"/>
          </a:xfrm>
        </p:spPr>
        <p:txBody>
          <a:bodyPr>
            <a:normAutofit/>
          </a:bodyPr>
          <a:lstStyle>
            <a:lvl1pPr marL="0" indent="0" algn="l">
              <a:buFont typeface="Arial" panose="020B0604020202020204" pitchFamily="34" charset="0"/>
              <a:buNone/>
              <a:defRPr sz="1200" b="0">
                <a:solidFill>
                  <a:schemeClr val="tx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88" name="Text Placeholder 17">
            <a:extLst>
              <a:ext uri="{FF2B5EF4-FFF2-40B4-BE49-F238E27FC236}">
                <a16:creationId xmlns:a16="http://schemas.microsoft.com/office/drawing/2014/main" id="{AA2ED314-2D76-FD5B-4096-94F2DD0AE583}"/>
              </a:ext>
            </a:extLst>
          </p:cNvPr>
          <p:cNvSpPr>
            <a:spLocks noGrp="1"/>
          </p:cNvSpPr>
          <p:nvPr>
            <p:ph type="body" sz="quarter" idx="21"/>
          </p:nvPr>
        </p:nvSpPr>
        <p:spPr>
          <a:xfrm>
            <a:off x="6860352" y="1716402"/>
            <a:ext cx="1231377" cy="727864"/>
          </a:xfrm>
        </p:spPr>
        <p:txBody>
          <a:bodyPr>
            <a:normAutofit/>
          </a:bodyPr>
          <a:lstStyle>
            <a:lvl1pPr marL="0" indent="0" algn="l">
              <a:buFont typeface="Arial" panose="020B0604020202020204" pitchFamily="34" charset="0"/>
              <a:buNone/>
              <a:defRPr sz="1200" b="0">
                <a:solidFill>
                  <a:schemeClr val="tx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90" name="Text Placeholder 17">
            <a:extLst>
              <a:ext uri="{FF2B5EF4-FFF2-40B4-BE49-F238E27FC236}">
                <a16:creationId xmlns:a16="http://schemas.microsoft.com/office/drawing/2014/main" id="{7699AD6F-37E8-D417-5AB4-F0613BE2E683}"/>
              </a:ext>
            </a:extLst>
          </p:cNvPr>
          <p:cNvSpPr>
            <a:spLocks noGrp="1"/>
          </p:cNvSpPr>
          <p:nvPr>
            <p:ph type="body" sz="quarter" idx="23"/>
          </p:nvPr>
        </p:nvSpPr>
        <p:spPr>
          <a:xfrm>
            <a:off x="5432893" y="4835532"/>
            <a:ext cx="1231377" cy="727864"/>
          </a:xfrm>
        </p:spPr>
        <p:txBody>
          <a:bodyPr>
            <a:normAutofit/>
          </a:bodyPr>
          <a:lstStyle>
            <a:lvl1pPr marL="0" indent="0" algn="l">
              <a:buFont typeface="Arial" panose="020B0604020202020204" pitchFamily="34" charset="0"/>
              <a:buNone/>
              <a:defRPr sz="1200" b="0">
                <a:solidFill>
                  <a:schemeClr val="bg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91" name="Text Placeholder 17">
            <a:extLst>
              <a:ext uri="{FF2B5EF4-FFF2-40B4-BE49-F238E27FC236}">
                <a16:creationId xmlns:a16="http://schemas.microsoft.com/office/drawing/2014/main" id="{A3623C65-01C4-A2AA-8BF5-B34DEF90AC79}"/>
              </a:ext>
            </a:extLst>
          </p:cNvPr>
          <p:cNvSpPr>
            <a:spLocks noGrp="1"/>
          </p:cNvSpPr>
          <p:nvPr>
            <p:ph type="body" sz="quarter" idx="24"/>
          </p:nvPr>
        </p:nvSpPr>
        <p:spPr>
          <a:xfrm>
            <a:off x="8282672" y="4835532"/>
            <a:ext cx="1231377" cy="727864"/>
          </a:xfrm>
        </p:spPr>
        <p:txBody>
          <a:bodyPr>
            <a:normAutofit/>
          </a:bodyPr>
          <a:lstStyle>
            <a:lvl1pPr marL="0" indent="0" algn="l">
              <a:buFont typeface="Arial" panose="020B0604020202020204" pitchFamily="34" charset="0"/>
              <a:buNone/>
              <a:defRPr sz="1200" b="0">
                <a:solidFill>
                  <a:schemeClr val="bg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graphicFrame>
        <p:nvGraphicFramePr>
          <p:cNvPr id="100" name="Chart 99">
            <a:extLst>
              <a:ext uri="{FF2B5EF4-FFF2-40B4-BE49-F238E27FC236}">
                <a16:creationId xmlns:a16="http://schemas.microsoft.com/office/drawing/2014/main" id="{96E7BC8C-6201-0BD0-5851-B438856CD50D}"/>
              </a:ext>
            </a:extLst>
          </p:cNvPr>
          <p:cNvGraphicFramePr/>
          <p:nvPr userDrawn="1">
            <p:extLst>
              <p:ext uri="{D42A27DB-BD31-4B8C-83A1-F6EECF244321}">
                <p14:modId xmlns:p14="http://schemas.microsoft.com/office/powerpoint/2010/main" val="44044212"/>
              </p:ext>
            </p:extLst>
          </p:nvPr>
        </p:nvGraphicFramePr>
        <p:xfrm>
          <a:off x="2077885" y="3246336"/>
          <a:ext cx="2283579" cy="1522386"/>
        </p:xfrm>
        <a:graphic>
          <a:graphicData uri="http://schemas.openxmlformats.org/drawingml/2006/chart">
            <c:chart xmlns:c="http://schemas.openxmlformats.org/drawingml/2006/chart" xmlns:r="http://schemas.openxmlformats.org/officeDocument/2006/relationships" r:id="rId4"/>
          </a:graphicData>
        </a:graphic>
      </p:graphicFrame>
      <p:sp>
        <p:nvSpPr>
          <p:cNvPr id="101" name="Oval 100">
            <a:extLst>
              <a:ext uri="{FF2B5EF4-FFF2-40B4-BE49-F238E27FC236}">
                <a16:creationId xmlns:a16="http://schemas.microsoft.com/office/drawing/2014/main" id="{E739744F-155B-43D3-6A0D-67A192AA7FE5}"/>
              </a:ext>
            </a:extLst>
          </p:cNvPr>
          <p:cNvSpPr/>
          <p:nvPr userDrawn="1"/>
        </p:nvSpPr>
        <p:spPr>
          <a:xfrm>
            <a:off x="2783455" y="3571310"/>
            <a:ext cx="872438" cy="872438"/>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Content Placeholder 78">
            <a:extLst>
              <a:ext uri="{FF2B5EF4-FFF2-40B4-BE49-F238E27FC236}">
                <a16:creationId xmlns:a16="http://schemas.microsoft.com/office/drawing/2014/main" id="{930C3527-1647-F98B-B741-F5DD69114946}"/>
              </a:ext>
            </a:extLst>
          </p:cNvPr>
          <p:cNvSpPr>
            <a:spLocks noGrp="1"/>
          </p:cNvSpPr>
          <p:nvPr>
            <p:ph sz="quarter" idx="12" hasCustomPrompt="1"/>
          </p:nvPr>
        </p:nvSpPr>
        <p:spPr>
          <a:xfrm>
            <a:off x="2891697" y="3713220"/>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graphicFrame>
        <p:nvGraphicFramePr>
          <p:cNvPr id="103" name="Chart 102">
            <a:extLst>
              <a:ext uri="{FF2B5EF4-FFF2-40B4-BE49-F238E27FC236}">
                <a16:creationId xmlns:a16="http://schemas.microsoft.com/office/drawing/2014/main" id="{B6A8C584-7814-4316-C7B6-8013735DB374}"/>
              </a:ext>
            </a:extLst>
          </p:cNvPr>
          <p:cNvGraphicFramePr/>
          <p:nvPr userDrawn="1">
            <p:extLst>
              <p:ext uri="{D42A27DB-BD31-4B8C-83A1-F6EECF244321}">
                <p14:modId xmlns:p14="http://schemas.microsoft.com/office/powerpoint/2010/main" val="1614023657"/>
              </p:ext>
            </p:extLst>
          </p:nvPr>
        </p:nvGraphicFramePr>
        <p:xfrm>
          <a:off x="4908435" y="3184215"/>
          <a:ext cx="2283579" cy="1522386"/>
        </p:xfrm>
        <a:graphic>
          <a:graphicData uri="http://schemas.openxmlformats.org/drawingml/2006/chart">
            <c:chart xmlns:c="http://schemas.openxmlformats.org/drawingml/2006/chart" xmlns:r="http://schemas.openxmlformats.org/officeDocument/2006/relationships" r:id="rId5"/>
          </a:graphicData>
        </a:graphic>
      </p:graphicFrame>
      <p:sp>
        <p:nvSpPr>
          <p:cNvPr id="104" name="Oval 103">
            <a:extLst>
              <a:ext uri="{FF2B5EF4-FFF2-40B4-BE49-F238E27FC236}">
                <a16:creationId xmlns:a16="http://schemas.microsoft.com/office/drawing/2014/main" id="{96649B97-DEFA-5EE9-B3ED-A6A40AFBB950}"/>
              </a:ext>
            </a:extLst>
          </p:cNvPr>
          <p:cNvSpPr/>
          <p:nvPr userDrawn="1"/>
        </p:nvSpPr>
        <p:spPr>
          <a:xfrm>
            <a:off x="5614005" y="3509189"/>
            <a:ext cx="872438" cy="872438"/>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Content Placeholder 78">
            <a:extLst>
              <a:ext uri="{FF2B5EF4-FFF2-40B4-BE49-F238E27FC236}">
                <a16:creationId xmlns:a16="http://schemas.microsoft.com/office/drawing/2014/main" id="{E0BCE497-1AA8-EB10-FC9F-5FF90846E1C8}"/>
              </a:ext>
            </a:extLst>
          </p:cNvPr>
          <p:cNvSpPr>
            <a:spLocks noGrp="1"/>
          </p:cNvSpPr>
          <p:nvPr>
            <p:ph sz="quarter" idx="14" hasCustomPrompt="1"/>
          </p:nvPr>
        </p:nvSpPr>
        <p:spPr>
          <a:xfrm>
            <a:off x="5715261" y="3629271"/>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graphicFrame>
        <p:nvGraphicFramePr>
          <p:cNvPr id="106" name="Chart 105">
            <a:extLst>
              <a:ext uri="{FF2B5EF4-FFF2-40B4-BE49-F238E27FC236}">
                <a16:creationId xmlns:a16="http://schemas.microsoft.com/office/drawing/2014/main" id="{9FC84A14-4C5A-BBB6-1BDD-F0BE8215464E}"/>
              </a:ext>
            </a:extLst>
          </p:cNvPr>
          <p:cNvGraphicFramePr/>
          <p:nvPr userDrawn="1">
            <p:extLst>
              <p:ext uri="{D42A27DB-BD31-4B8C-83A1-F6EECF244321}">
                <p14:modId xmlns:p14="http://schemas.microsoft.com/office/powerpoint/2010/main" val="1296580256"/>
              </p:ext>
            </p:extLst>
          </p:nvPr>
        </p:nvGraphicFramePr>
        <p:xfrm>
          <a:off x="7754669" y="3195523"/>
          <a:ext cx="2283579" cy="1522386"/>
        </p:xfrm>
        <a:graphic>
          <a:graphicData uri="http://schemas.openxmlformats.org/drawingml/2006/chart">
            <c:chart xmlns:c="http://schemas.openxmlformats.org/drawingml/2006/chart" xmlns:r="http://schemas.openxmlformats.org/officeDocument/2006/relationships" r:id="rId6"/>
          </a:graphicData>
        </a:graphic>
      </p:graphicFrame>
      <p:sp>
        <p:nvSpPr>
          <p:cNvPr id="107" name="Oval 106">
            <a:extLst>
              <a:ext uri="{FF2B5EF4-FFF2-40B4-BE49-F238E27FC236}">
                <a16:creationId xmlns:a16="http://schemas.microsoft.com/office/drawing/2014/main" id="{F833C2BF-5B05-0178-697F-8F83DB04C47B}"/>
              </a:ext>
            </a:extLst>
          </p:cNvPr>
          <p:cNvSpPr/>
          <p:nvPr userDrawn="1"/>
        </p:nvSpPr>
        <p:spPr>
          <a:xfrm rot="2700000">
            <a:off x="8444858" y="3505116"/>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Content Placeholder 78">
            <a:extLst>
              <a:ext uri="{FF2B5EF4-FFF2-40B4-BE49-F238E27FC236}">
                <a16:creationId xmlns:a16="http://schemas.microsoft.com/office/drawing/2014/main" id="{91FBD237-0D9A-F918-B4E0-065FBAF3369A}"/>
              </a:ext>
            </a:extLst>
          </p:cNvPr>
          <p:cNvSpPr>
            <a:spLocks noGrp="1"/>
          </p:cNvSpPr>
          <p:nvPr>
            <p:ph sz="quarter" idx="16" hasCustomPrompt="1"/>
          </p:nvPr>
        </p:nvSpPr>
        <p:spPr>
          <a:xfrm>
            <a:off x="8554638" y="3643716"/>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spTree>
    <p:extLst>
      <p:ext uri="{BB962C8B-B14F-4D97-AF65-F5344CB8AC3E}">
        <p14:creationId xmlns:p14="http://schemas.microsoft.com/office/powerpoint/2010/main" val="4105081949"/>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3_Timeline/Roadmap">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718560-168F-E8A9-4F1A-BC4FAF66A1F3}"/>
              </a:ext>
            </a:extLst>
          </p:cNvPr>
          <p:cNvSpPr/>
          <p:nvPr userDrawn="1"/>
        </p:nvSpPr>
        <p:spPr>
          <a:xfrm>
            <a:off x="1476274" y="3105945"/>
            <a:ext cx="9254659" cy="882072"/>
          </a:xfrm>
          <a:prstGeom prst="rect">
            <a:avLst/>
          </a:prstGeom>
          <a:gradFill flip="none" rotWithShape="1">
            <a:gsLst>
              <a:gs pos="0">
                <a:schemeClr val="accent1"/>
              </a:gs>
              <a:gs pos="10000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 name="Straight Connector 6">
            <a:extLst>
              <a:ext uri="{FF2B5EF4-FFF2-40B4-BE49-F238E27FC236}">
                <a16:creationId xmlns:a16="http://schemas.microsoft.com/office/drawing/2014/main" id="{26F18EE7-9A3F-F8F7-7876-AB5FF00CA395}"/>
              </a:ext>
            </a:extLst>
          </p:cNvPr>
          <p:cNvCxnSpPr>
            <a:cxnSpLocks/>
          </p:cNvCxnSpPr>
          <p:nvPr userDrawn="1"/>
        </p:nvCxnSpPr>
        <p:spPr>
          <a:xfrm>
            <a:off x="1053266" y="3546981"/>
            <a:ext cx="967766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Content Placeholder 23">
            <a:extLst>
              <a:ext uri="{FF2B5EF4-FFF2-40B4-BE49-F238E27FC236}">
                <a16:creationId xmlns:a16="http://schemas.microsoft.com/office/drawing/2014/main" id="{BC98202B-12AD-6061-1E93-899441AF25A5}"/>
              </a:ext>
            </a:extLst>
          </p:cNvPr>
          <p:cNvSpPr>
            <a:spLocks noGrp="1"/>
          </p:cNvSpPr>
          <p:nvPr>
            <p:ph sz="quarter" idx="17" hasCustomPrompt="1"/>
          </p:nvPr>
        </p:nvSpPr>
        <p:spPr>
          <a:xfrm>
            <a:off x="5762614" y="3213594"/>
            <a:ext cx="666772" cy="666772"/>
          </a:xfrm>
          <a:prstGeom prst="ellipse">
            <a:avLst/>
          </a:prstGeom>
          <a:solidFill>
            <a:schemeClr val="tx2"/>
          </a:solidFill>
        </p:spPr>
        <p:txBody>
          <a:bodyPr>
            <a:noAutofit/>
          </a:bodyPr>
          <a:lstStyle>
            <a:lvl1pPr marL="0" indent="0" algn="ctr">
              <a:buNone/>
              <a:defRPr sz="800">
                <a:solidFill>
                  <a:schemeClr val="bg1"/>
                </a:solidFill>
              </a:defRPr>
            </a:lvl1pPr>
          </a:lstStyle>
          <a:p>
            <a:pPr lvl="0"/>
            <a:r>
              <a:rPr lang="en-US"/>
              <a:t>Insert content here</a:t>
            </a:r>
            <a:endParaRPr lang="en-IN"/>
          </a:p>
        </p:txBody>
      </p:sp>
      <p:sp>
        <p:nvSpPr>
          <p:cNvPr id="30" name="Content Placeholder 23">
            <a:extLst>
              <a:ext uri="{FF2B5EF4-FFF2-40B4-BE49-F238E27FC236}">
                <a16:creationId xmlns:a16="http://schemas.microsoft.com/office/drawing/2014/main" id="{EB643735-EA65-D91F-3A6E-C73CBA098297}"/>
              </a:ext>
            </a:extLst>
          </p:cNvPr>
          <p:cNvSpPr>
            <a:spLocks noGrp="1"/>
          </p:cNvSpPr>
          <p:nvPr>
            <p:ph sz="quarter" idx="18" hasCustomPrompt="1"/>
          </p:nvPr>
        </p:nvSpPr>
        <p:spPr>
          <a:xfrm>
            <a:off x="7258010" y="3213594"/>
            <a:ext cx="666772" cy="666772"/>
          </a:xfrm>
          <a:prstGeom prst="ellipse">
            <a:avLst/>
          </a:prstGeom>
          <a:solidFill>
            <a:schemeClr val="tx2"/>
          </a:solidFill>
        </p:spPr>
        <p:txBody>
          <a:bodyPr>
            <a:noAutofit/>
          </a:bodyPr>
          <a:lstStyle>
            <a:lvl1pPr marL="0" indent="0" algn="ctr">
              <a:buNone/>
              <a:defRPr sz="800">
                <a:solidFill>
                  <a:schemeClr val="bg1"/>
                </a:solidFill>
              </a:defRPr>
            </a:lvl1pPr>
          </a:lstStyle>
          <a:p>
            <a:pPr lvl="0"/>
            <a:r>
              <a:rPr lang="en-US"/>
              <a:t>Insert content here</a:t>
            </a:r>
            <a:endParaRPr lang="en-IN"/>
          </a:p>
        </p:txBody>
      </p:sp>
      <p:sp>
        <p:nvSpPr>
          <p:cNvPr id="31" name="Content Placeholder 23">
            <a:extLst>
              <a:ext uri="{FF2B5EF4-FFF2-40B4-BE49-F238E27FC236}">
                <a16:creationId xmlns:a16="http://schemas.microsoft.com/office/drawing/2014/main" id="{174B61E2-2DC1-2B4F-A49E-724D3A8E4902}"/>
              </a:ext>
            </a:extLst>
          </p:cNvPr>
          <p:cNvSpPr>
            <a:spLocks noGrp="1"/>
          </p:cNvSpPr>
          <p:nvPr>
            <p:ph sz="quarter" idx="19" hasCustomPrompt="1"/>
          </p:nvPr>
        </p:nvSpPr>
        <p:spPr>
          <a:xfrm>
            <a:off x="8753406" y="3203264"/>
            <a:ext cx="666772" cy="666772"/>
          </a:xfrm>
          <a:prstGeom prst="ellipse">
            <a:avLst/>
          </a:prstGeom>
          <a:solidFill>
            <a:schemeClr val="tx2"/>
          </a:solidFill>
        </p:spPr>
        <p:txBody>
          <a:bodyPr>
            <a:noAutofit/>
          </a:bodyPr>
          <a:lstStyle>
            <a:lvl1pPr marL="0" indent="0" algn="ctr">
              <a:buNone/>
              <a:defRPr sz="800">
                <a:solidFill>
                  <a:schemeClr val="bg1"/>
                </a:solidFill>
              </a:defRPr>
            </a:lvl1pPr>
          </a:lstStyle>
          <a:p>
            <a:pPr lvl="0"/>
            <a:r>
              <a:rPr lang="en-US"/>
              <a:t>Insert content here</a:t>
            </a:r>
            <a:endParaRPr lang="en-IN"/>
          </a:p>
        </p:txBody>
      </p:sp>
      <p:cxnSp>
        <p:nvCxnSpPr>
          <p:cNvPr id="52" name="Straight Connector 51">
            <a:extLst>
              <a:ext uri="{FF2B5EF4-FFF2-40B4-BE49-F238E27FC236}">
                <a16:creationId xmlns:a16="http://schemas.microsoft.com/office/drawing/2014/main" id="{8A38320C-F110-9684-9406-5E2809B585C7}"/>
              </a:ext>
            </a:extLst>
          </p:cNvPr>
          <p:cNvCxnSpPr>
            <a:endCxn id="55" idx="0"/>
          </p:cNvCxnSpPr>
          <p:nvPr userDrawn="1"/>
        </p:nvCxnSpPr>
        <p:spPr>
          <a:xfrm flipH="1">
            <a:off x="3102197" y="3229353"/>
            <a:ext cx="2114" cy="259744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33" name="Content Placeholder 78">
            <a:extLst>
              <a:ext uri="{FF2B5EF4-FFF2-40B4-BE49-F238E27FC236}">
                <a16:creationId xmlns:a16="http://schemas.microsoft.com/office/drawing/2014/main" id="{C1477727-E5D9-6BEC-EA60-D6A9A850B22D}"/>
              </a:ext>
            </a:extLst>
          </p:cNvPr>
          <p:cNvSpPr>
            <a:spLocks noGrp="1"/>
          </p:cNvSpPr>
          <p:nvPr>
            <p:ph sz="quarter" idx="12" hasCustomPrompt="1"/>
          </p:nvPr>
        </p:nvSpPr>
        <p:spPr>
          <a:xfrm>
            <a:off x="1035237" y="3105945"/>
            <a:ext cx="901731" cy="869678"/>
          </a:xfrm>
          <a:prstGeom prst="ellipse">
            <a:avLst/>
          </a:prstGeom>
          <a:solidFill>
            <a:schemeClr val="tx2"/>
          </a:solidFill>
        </p:spPr>
        <p:txBody>
          <a:bodyPr>
            <a:noAutofit/>
          </a:bodyPr>
          <a:lstStyle>
            <a:lvl1pPr marL="0" indent="0" algn="ctr">
              <a:buNone/>
              <a:defRPr sz="1200">
                <a:solidFill>
                  <a:schemeClr val="bg1"/>
                </a:solidFill>
              </a:defRPr>
            </a:lvl1pPr>
          </a:lstStyle>
          <a:p>
            <a:pPr lvl="0"/>
            <a:r>
              <a:rPr lang="en-US"/>
              <a:t>Insert Icon here</a:t>
            </a:r>
            <a:endParaRPr lang="en-IN"/>
          </a:p>
        </p:txBody>
      </p:sp>
      <p:sp>
        <p:nvSpPr>
          <p:cNvPr id="34" name="Content Placeholder 78">
            <a:extLst>
              <a:ext uri="{FF2B5EF4-FFF2-40B4-BE49-F238E27FC236}">
                <a16:creationId xmlns:a16="http://schemas.microsoft.com/office/drawing/2014/main" id="{057351ED-E565-6A39-EE44-10DFFD5594E9}"/>
              </a:ext>
            </a:extLst>
          </p:cNvPr>
          <p:cNvSpPr>
            <a:spLocks noGrp="1"/>
          </p:cNvSpPr>
          <p:nvPr>
            <p:ph sz="quarter" idx="20" hasCustomPrompt="1"/>
          </p:nvPr>
        </p:nvSpPr>
        <p:spPr>
          <a:xfrm>
            <a:off x="10248802" y="3112141"/>
            <a:ext cx="901731" cy="869678"/>
          </a:xfrm>
          <a:prstGeom prst="ellipse">
            <a:avLst/>
          </a:prstGeom>
          <a:solidFill>
            <a:schemeClr val="tx2"/>
          </a:solidFill>
        </p:spPr>
        <p:txBody>
          <a:bodyPr>
            <a:noAutofit/>
          </a:bodyPr>
          <a:lstStyle>
            <a:lvl1pPr marL="0" indent="0" algn="ctr">
              <a:buNone/>
              <a:defRPr sz="1200">
                <a:solidFill>
                  <a:schemeClr val="bg1"/>
                </a:solidFill>
              </a:defRPr>
            </a:lvl1pPr>
          </a:lstStyle>
          <a:p>
            <a:pPr lvl="0"/>
            <a:r>
              <a:rPr lang="en-US"/>
              <a:t>Insert Icon here</a:t>
            </a:r>
            <a:endParaRPr lang="en-IN"/>
          </a:p>
        </p:txBody>
      </p:sp>
      <p:sp>
        <p:nvSpPr>
          <p:cNvPr id="53" name="Oval 52">
            <a:extLst>
              <a:ext uri="{FF2B5EF4-FFF2-40B4-BE49-F238E27FC236}">
                <a16:creationId xmlns:a16="http://schemas.microsoft.com/office/drawing/2014/main" id="{DDBF9905-9724-6A73-2983-2D9946968D62}"/>
              </a:ext>
            </a:extLst>
          </p:cNvPr>
          <p:cNvSpPr/>
          <p:nvPr userDrawn="1"/>
        </p:nvSpPr>
        <p:spPr>
          <a:xfrm>
            <a:off x="3005626" y="4555757"/>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54" name="Oval 53">
            <a:extLst>
              <a:ext uri="{FF2B5EF4-FFF2-40B4-BE49-F238E27FC236}">
                <a16:creationId xmlns:a16="http://schemas.microsoft.com/office/drawing/2014/main" id="{CC536F99-A16F-26BB-08EE-3BA641BC774E}"/>
              </a:ext>
            </a:extLst>
          </p:cNvPr>
          <p:cNvSpPr/>
          <p:nvPr userDrawn="1"/>
        </p:nvSpPr>
        <p:spPr>
          <a:xfrm>
            <a:off x="3006223" y="5188935"/>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55" name="Oval 54">
            <a:extLst>
              <a:ext uri="{FF2B5EF4-FFF2-40B4-BE49-F238E27FC236}">
                <a16:creationId xmlns:a16="http://schemas.microsoft.com/office/drawing/2014/main" id="{E3AA2B3B-B812-0A60-80E0-3C365048AB0F}"/>
              </a:ext>
            </a:extLst>
          </p:cNvPr>
          <p:cNvSpPr/>
          <p:nvPr userDrawn="1"/>
        </p:nvSpPr>
        <p:spPr>
          <a:xfrm>
            <a:off x="3005626" y="5826801"/>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25" name="Content Placeholder 23">
            <a:extLst>
              <a:ext uri="{FF2B5EF4-FFF2-40B4-BE49-F238E27FC236}">
                <a16:creationId xmlns:a16="http://schemas.microsoft.com/office/drawing/2014/main" id="{5DA08EBD-1415-06BB-16F9-EA4E52107F1F}"/>
              </a:ext>
            </a:extLst>
          </p:cNvPr>
          <p:cNvSpPr>
            <a:spLocks noGrp="1"/>
          </p:cNvSpPr>
          <p:nvPr>
            <p:ph sz="quarter" idx="15" hasCustomPrompt="1"/>
          </p:nvPr>
        </p:nvSpPr>
        <p:spPr>
          <a:xfrm>
            <a:off x="2763972" y="3213594"/>
            <a:ext cx="666772" cy="666772"/>
          </a:xfrm>
          <a:prstGeom prst="ellipse">
            <a:avLst/>
          </a:prstGeom>
          <a:solidFill>
            <a:schemeClr val="tx2"/>
          </a:solidFill>
        </p:spPr>
        <p:txBody>
          <a:bodyPr>
            <a:noAutofit/>
          </a:bodyPr>
          <a:lstStyle>
            <a:lvl1pPr marL="0" indent="0" algn="ctr">
              <a:buNone/>
              <a:defRPr sz="800">
                <a:solidFill>
                  <a:schemeClr val="bg1"/>
                </a:solidFill>
              </a:defRPr>
            </a:lvl1pPr>
          </a:lstStyle>
          <a:p>
            <a:pPr lvl="0"/>
            <a:r>
              <a:rPr lang="en-US"/>
              <a:t>Insert content here</a:t>
            </a:r>
            <a:endParaRPr lang="en-IN"/>
          </a:p>
        </p:txBody>
      </p:sp>
      <p:cxnSp>
        <p:nvCxnSpPr>
          <p:cNvPr id="69" name="Straight Connector 68">
            <a:extLst>
              <a:ext uri="{FF2B5EF4-FFF2-40B4-BE49-F238E27FC236}">
                <a16:creationId xmlns:a16="http://schemas.microsoft.com/office/drawing/2014/main" id="{8D3CAE58-3A86-801C-2271-DF1B97FC05B6}"/>
              </a:ext>
            </a:extLst>
          </p:cNvPr>
          <p:cNvCxnSpPr/>
          <p:nvPr userDrawn="1"/>
        </p:nvCxnSpPr>
        <p:spPr>
          <a:xfrm flipH="1">
            <a:off x="4592970" y="1136809"/>
            <a:ext cx="2114" cy="259744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7" name="Content Placeholder 23">
            <a:extLst>
              <a:ext uri="{FF2B5EF4-FFF2-40B4-BE49-F238E27FC236}">
                <a16:creationId xmlns:a16="http://schemas.microsoft.com/office/drawing/2014/main" id="{0D37C339-6F45-DF3F-6280-27820D5DC21F}"/>
              </a:ext>
            </a:extLst>
          </p:cNvPr>
          <p:cNvSpPr>
            <a:spLocks noGrp="1"/>
          </p:cNvSpPr>
          <p:nvPr>
            <p:ph sz="quarter" idx="16" hasCustomPrompt="1"/>
          </p:nvPr>
        </p:nvSpPr>
        <p:spPr>
          <a:xfrm>
            <a:off x="4263293" y="3213594"/>
            <a:ext cx="666772" cy="666772"/>
          </a:xfrm>
          <a:prstGeom prst="ellipse">
            <a:avLst/>
          </a:prstGeom>
          <a:solidFill>
            <a:schemeClr val="tx2"/>
          </a:solidFill>
        </p:spPr>
        <p:txBody>
          <a:bodyPr>
            <a:noAutofit/>
          </a:bodyPr>
          <a:lstStyle>
            <a:lvl1pPr marL="0" indent="0" algn="ctr">
              <a:buNone/>
              <a:defRPr sz="800">
                <a:solidFill>
                  <a:schemeClr val="bg1"/>
                </a:solidFill>
              </a:defRPr>
            </a:lvl1pPr>
          </a:lstStyle>
          <a:p>
            <a:pPr lvl="0"/>
            <a:r>
              <a:rPr lang="en-US"/>
              <a:t>Insert content here</a:t>
            </a:r>
            <a:endParaRPr lang="en-IN"/>
          </a:p>
        </p:txBody>
      </p:sp>
      <p:sp>
        <p:nvSpPr>
          <p:cNvPr id="80" name="Text Placeholder 74">
            <a:extLst>
              <a:ext uri="{FF2B5EF4-FFF2-40B4-BE49-F238E27FC236}">
                <a16:creationId xmlns:a16="http://schemas.microsoft.com/office/drawing/2014/main" id="{77DFB414-EEEA-C09F-F1EA-CD2368080A59}"/>
              </a:ext>
            </a:extLst>
          </p:cNvPr>
          <p:cNvSpPr>
            <a:spLocks noGrp="1"/>
          </p:cNvSpPr>
          <p:nvPr>
            <p:ph type="body" sz="quarter" idx="33" hasCustomPrompt="1"/>
          </p:nvPr>
        </p:nvSpPr>
        <p:spPr>
          <a:xfrm>
            <a:off x="3248322" y="4090313"/>
            <a:ext cx="1992015" cy="317463"/>
          </a:xfrm>
        </p:spPr>
        <p:txBody>
          <a:bodyPr/>
          <a:lstStyle>
            <a:lvl1pPr marL="0" indent="0">
              <a:buNone/>
              <a:defRPr sz="2000" b="1">
                <a:latin typeface="Barlow" panose="00000500000000000000" pitchFamily="2" charset="0"/>
              </a:defRPr>
            </a:lvl1pPr>
            <a:lvl2pPr>
              <a:defRPr sz="1800"/>
            </a:lvl2pPr>
            <a:lvl3pPr>
              <a:defRPr sz="1600"/>
            </a:lvl3pPr>
          </a:lstStyle>
          <a:p>
            <a:pPr lvl="0"/>
            <a:r>
              <a:rPr lang="en-US"/>
              <a:t>Subheading</a:t>
            </a:r>
          </a:p>
        </p:txBody>
      </p:sp>
      <p:sp>
        <p:nvSpPr>
          <p:cNvPr id="81" name="Text Placeholder 74">
            <a:extLst>
              <a:ext uri="{FF2B5EF4-FFF2-40B4-BE49-F238E27FC236}">
                <a16:creationId xmlns:a16="http://schemas.microsoft.com/office/drawing/2014/main" id="{268C71BB-89FF-D7F5-5394-EABBA9A330E9}"/>
              </a:ext>
            </a:extLst>
          </p:cNvPr>
          <p:cNvSpPr>
            <a:spLocks noGrp="1"/>
          </p:cNvSpPr>
          <p:nvPr>
            <p:ph type="body" sz="quarter" idx="34" hasCustomPrompt="1"/>
          </p:nvPr>
        </p:nvSpPr>
        <p:spPr>
          <a:xfrm>
            <a:off x="3248321" y="4482368"/>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1</a:t>
            </a:r>
          </a:p>
        </p:txBody>
      </p:sp>
      <p:sp>
        <p:nvSpPr>
          <p:cNvPr id="82" name="Text Placeholder 74">
            <a:extLst>
              <a:ext uri="{FF2B5EF4-FFF2-40B4-BE49-F238E27FC236}">
                <a16:creationId xmlns:a16="http://schemas.microsoft.com/office/drawing/2014/main" id="{A7C9ED1D-FE93-D946-F8E8-4A2E4F10D197}"/>
              </a:ext>
            </a:extLst>
          </p:cNvPr>
          <p:cNvSpPr>
            <a:spLocks noGrp="1"/>
          </p:cNvSpPr>
          <p:nvPr>
            <p:ph type="body" sz="quarter" idx="35" hasCustomPrompt="1"/>
          </p:nvPr>
        </p:nvSpPr>
        <p:spPr>
          <a:xfrm>
            <a:off x="3248321" y="5134240"/>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2</a:t>
            </a:r>
          </a:p>
        </p:txBody>
      </p:sp>
      <p:sp>
        <p:nvSpPr>
          <p:cNvPr id="83" name="Text Placeholder 74">
            <a:extLst>
              <a:ext uri="{FF2B5EF4-FFF2-40B4-BE49-F238E27FC236}">
                <a16:creationId xmlns:a16="http://schemas.microsoft.com/office/drawing/2014/main" id="{30C250FE-3B2F-8E64-F74F-43A2ADEBB404}"/>
              </a:ext>
            </a:extLst>
          </p:cNvPr>
          <p:cNvSpPr>
            <a:spLocks noGrp="1"/>
          </p:cNvSpPr>
          <p:nvPr>
            <p:ph type="body" sz="quarter" idx="36" hasCustomPrompt="1"/>
          </p:nvPr>
        </p:nvSpPr>
        <p:spPr>
          <a:xfrm>
            <a:off x="3250236" y="5749256"/>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3</a:t>
            </a:r>
          </a:p>
        </p:txBody>
      </p:sp>
      <p:sp>
        <p:nvSpPr>
          <p:cNvPr id="84" name="Title 1">
            <a:extLst>
              <a:ext uri="{FF2B5EF4-FFF2-40B4-BE49-F238E27FC236}">
                <a16:creationId xmlns:a16="http://schemas.microsoft.com/office/drawing/2014/main" id="{187BD3FF-2BF4-D0F0-BC40-2AD164FC4035}"/>
              </a:ext>
            </a:extLst>
          </p:cNvPr>
          <p:cNvSpPr>
            <a:spLocks noGrp="1"/>
          </p:cNvSpPr>
          <p:nvPr>
            <p:ph type="title"/>
          </p:nvPr>
        </p:nvSpPr>
        <p:spPr>
          <a:xfrm>
            <a:off x="396663" y="471246"/>
            <a:ext cx="3663459" cy="1798429"/>
          </a:xfrm>
        </p:spPr>
        <p:txBody>
          <a:bodyPr/>
          <a:lstStyle/>
          <a:p>
            <a:r>
              <a:rPr lang="en-US"/>
              <a:t>Click to edit Master title style</a:t>
            </a:r>
            <a:endParaRPr lang="en-IN"/>
          </a:p>
        </p:txBody>
      </p:sp>
      <p:sp>
        <p:nvSpPr>
          <p:cNvPr id="141" name="Oval 140">
            <a:extLst>
              <a:ext uri="{FF2B5EF4-FFF2-40B4-BE49-F238E27FC236}">
                <a16:creationId xmlns:a16="http://schemas.microsoft.com/office/drawing/2014/main" id="{512C8301-9675-1ABE-32F5-2E991021C977}"/>
              </a:ext>
            </a:extLst>
          </p:cNvPr>
          <p:cNvSpPr/>
          <p:nvPr userDrawn="1"/>
        </p:nvSpPr>
        <p:spPr>
          <a:xfrm>
            <a:off x="4504545" y="1132495"/>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142" name="Oval 141">
            <a:extLst>
              <a:ext uri="{FF2B5EF4-FFF2-40B4-BE49-F238E27FC236}">
                <a16:creationId xmlns:a16="http://schemas.microsoft.com/office/drawing/2014/main" id="{4261A292-8F83-A379-4280-D58A80AAEC53}"/>
              </a:ext>
            </a:extLst>
          </p:cNvPr>
          <p:cNvSpPr/>
          <p:nvPr userDrawn="1"/>
        </p:nvSpPr>
        <p:spPr>
          <a:xfrm>
            <a:off x="4505142" y="1765673"/>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143" name="Oval 142">
            <a:extLst>
              <a:ext uri="{FF2B5EF4-FFF2-40B4-BE49-F238E27FC236}">
                <a16:creationId xmlns:a16="http://schemas.microsoft.com/office/drawing/2014/main" id="{1F5CCAB9-00A8-13E3-D61A-52AB81A5F65C}"/>
              </a:ext>
            </a:extLst>
          </p:cNvPr>
          <p:cNvSpPr/>
          <p:nvPr userDrawn="1"/>
        </p:nvSpPr>
        <p:spPr>
          <a:xfrm>
            <a:off x="4504545" y="2403539"/>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144" name="Text Placeholder 74">
            <a:extLst>
              <a:ext uri="{FF2B5EF4-FFF2-40B4-BE49-F238E27FC236}">
                <a16:creationId xmlns:a16="http://schemas.microsoft.com/office/drawing/2014/main" id="{1385A779-53A7-E703-C71F-6F867C0018EB}"/>
              </a:ext>
            </a:extLst>
          </p:cNvPr>
          <p:cNvSpPr>
            <a:spLocks noGrp="1"/>
          </p:cNvSpPr>
          <p:nvPr>
            <p:ph type="body" sz="quarter" idx="49" hasCustomPrompt="1"/>
          </p:nvPr>
        </p:nvSpPr>
        <p:spPr>
          <a:xfrm>
            <a:off x="4747240" y="1059106"/>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1</a:t>
            </a:r>
          </a:p>
        </p:txBody>
      </p:sp>
      <p:sp>
        <p:nvSpPr>
          <p:cNvPr id="145" name="Text Placeholder 74">
            <a:extLst>
              <a:ext uri="{FF2B5EF4-FFF2-40B4-BE49-F238E27FC236}">
                <a16:creationId xmlns:a16="http://schemas.microsoft.com/office/drawing/2014/main" id="{B073D01E-9BBD-B1EE-24ED-979DF9215425}"/>
              </a:ext>
            </a:extLst>
          </p:cNvPr>
          <p:cNvSpPr>
            <a:spLocks noGrp="1"/>
          </p:cNvSpPr>
          <p:nvPr>
            <p:ph type="body" sz="quarter" idx="50" hasCustomPrompt="1"/>
          </p:nvPr>
        </p:nvSpPr>
        <p:spPr>
          <a:xfrm>
            <a:off x="4747240" y="1710978"/>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2</a:t>
            </a:r>
          </a:p>
        </p:txBody>
      </p:sp>
      <p:sp>
        <p:nvSpPr>
          <p:cNvPr id="146" name="Text Placeholder 74">
            <a:extLst>
              <a:ext uri="{FF2B5EF4-FFF2-40B4-BE49-F238E27FC236}">
                <a16:creationId xmlns:a16="http://schemas.microsoft.com/office/drawing/2014/main" id="{E3757DA5-6829-5E7E-5CB5-B9BD84D7F22C}"/>
              </a:ext>
            </a:extLst>
          </p:cNvPr>
          <p:cNvSpPr>
            <a:spLocks noGrp="1"/>
          </p:cNvSpPr>
          <p:nvPr>
            <p:ph type="body" sz="quarter" idx="51" hasCustomPrompt="1"/>
          </p:nvPr>
        </p:nvSpPr>
        <p:spPr>
          <a:xfrm>
            <a:off x="4749155" y="2325994"/>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3</a:t>
            </a:r>
          </a:p>
        </p:txBody>
      </p:sp>
      <p:sp>
        <p:nvSpPr>
          <p:cNvPr id="147" name="Text Placeholder 74">
            <a:extLst>
              <a:ext uri="{FF2B5EF4-FFF2-40B4-BE49-F238E27FC236}">
                <a16:creationId xmlns:a16="http://schemas.microsoft.com/office/drawing/2014/main" id="{0AD34D85-629E-8436-265B-D2E04C221617}"/>
              </a:ext>
            </a:extLst>
          </p:cNvPr>
          <p:cNvSpPr>
            <a:spLocks noGrp="1"/>
          </p:cNvSpPr>
          <p:nvPr>
            <p:ph type="body" sz="quarter" idx="52" hasCustomPrompt="1"/>
          </p:nvPr>
        </p:nvSpPr>
        <p:spPr>
          <a:xfrm>
            <a:off x="4747241" y="665173"/>
            <a:ext cx="1992015" cy="317463"/>
          </a:xfrm>
        </p:spPr>
        <p:txBody>
          <a:bodyPr/>
          <a:lstStyle>
            <a:lvl1pPr marL="0" indent="0">
              <a:buNone/>
              <a:defRPr sz="2000" b="1">
                <a:latin typeface="Barlow" panose="00000500000000000000" pitchFamily="2" charset="0"/>
              </a:defRPr>
            </a:lvl1pPr>
            <a:lvl2pPr>
              <a:defRPr sz="1800"/>
            </a:lvl2pPr>
            <a:lvl3pPr>
              <a:defRPr sz="1600"/>
            </a:lvl3pPr>
          </a:lstStyle>
          <a:p>
            <a:pPr lvl="0"/>
            <a:r>
              <a:rPr lang="en-US"/>
              <a:t>Subheading</a:t>
            </a:r>
          </a:p>
        </p:txBody>
      </p:sp>
      <p:cxnSp>
        <p:nvCxnSpPr>
          <p:cNvPr id="149" name="Straight Connector 148">
            <a:extLst>
              <a:ext uri="{FF2B5EF4-FFF2-40B4-BE49-F238E27FC236}">
                <a16:creationId xmlns:a16="http://schemas.microsoft.com/office/drawing/2014/main" id="{74A355D3-A901-47CF-8C15-080D98FC2BBB}"/>
              </a:ext>
            </a:extLst>
          </p:cNvPr>
          <p:cNvCxnSpPr>
            <a:endCxn id="152" idx="0"/>
          </p:cNvCxnSpPr>
          <p:nvPr userDrawn="1"/>
        </p:nvCxnSpPr>
        <p:spPr>
          <a:xfrm flipH="1">
            <a:off x="6067903" y="3229551"/>
            <a:ext cx="2114" cy="259744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50" name="Oval 149">
            <a:extLst>
              <a:ext uri="{FF2B5EF4-FFF2-40B4-BE49-F238E27FC236}">
                <a16:creationId xmlns:a16="http://schemas.microsoft.com/office/drawing/2014/main" id="{876FDBF6-6AC9-7ACD-278D-68C81C04C689}"/>
              </a:ext>
            </a:extLst>
          </p:cNvPr>
          <p:cNvSpPr/>
          <p:nvPr userDrawn="1"/>
        </p:nvSpPr>
        <p:spPr>
          <a:xfrm>
            <a:off x="5971332" y="4555955"/>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151" name="Oval 150">
            <a:extLst>
              <a:ext uri="{FF2B5EF4-FFF2-40B4-BE49-F238E27FC236}">
                <a16:creationId xmlns:a16="http://schemas.microsoft.com/office/drawing/2014/main" id="{8956EE46-A1BA-464A-678C-A99185FB71DF}"/>
              </a:ext>
            </a:extLst>
          </p:cNvPr>
          <p:cNvSpPr/>
          <p:nvPr userDrawn="1"/>
        </p:nvSpPr>
        <p:spPr>
          <a:xfrm>
            <a:off x="5971929" y="5189133"/>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152" name="Oval 151">
            <a:extLst>
              <a:ext uri="{FF2B5EF4-FFF2-40B4-BE49-F238E27FC236}">
                <a16:creationId xmlns:a16="http://schemas.microsoft.com/office/drawing/2014/main" id="{C78D0618-A5F4-D898-8249-5CAC95AF56E3}"/>
              </a:ext>
            </a:extLst>
          </p:cNvPr>
          <p:cNvSpPr/>
          <p:nvPr userDrawn="1"/>
        </p:nvSpPr>
        <p:spPr>
          <a:xfrm>
            <a:off x="5971332" y="5826999"/>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153" name="Text Placeholder 74">
            <a:extLst>
              <a:ext uri="{FF2B5EF4-FFF2-40B4-BE49-F238E27FC236}">
                <a16:creationId xmlns:a16="http://schemas.microsoft.com/office/drawing/2014/main" id="{AD9238F5-D397-5AD3-1DBD-4D5661D2C433}"/>
              </a:ext>
            </a:extLst>
          </p:cNvPr>
          <p:cNvSpPr>
            <a:spLocks noGrp="1"/>
          </p:cNvSpPr>
          <p:nvPr>
            <p:ph type="body" sz="quarter" idx="53" hasCustomPrompt="1"/>
          </p:nvPr>
        </p:nvSpPr>
        <p:spPr>
          <a:xfrm>
            <a:off x="6214028" y="4090511"/>
            <a:ext cx="1992015" cy="317463"/>
          </a:xfrm>
        </p:spPr>
        <p:txBody>
          <a:bodyPr/>
          <a:lstStyle>
            <a:lvl1pPr marL="0" indent="0">
              <a:buNone/>
              <a:defRPr sz="2000" b="1">
                <a:latin typeface="Barlow" panose="00000500000000000000" pitchFamily="2" charset="0"/>
              </a:defRPr>
            </a:lvl1pPr>
            <a:lvl2pPr>
              <a:defRPr sz="1800"/>
            </a:lvl2pPr>
            <a:lvl3pPr>
              <a:defRPr sz="1600"/>
            </a:lvl3pPr>
          </a:lstStyle>
          <a:p>
            <a:pPr lvl="0"/>
            <a:r>
              <a:rPr lang="en-US"/>
              <a:t>Subheading</a:t>
            </a:r>
          </a:p>
        </p:txBody>
      </p:sp>
      <p:sp>
        <p:nvSpPr>
          <p:cNvPr id="154" name="Text Placeholder 74">
            <a:extLst>
              <a:ext uri="{FF2B5EF4-FFF2-40B4-BE49-F238E27FC236}">
                <a16:creationId xmlns:a16="http://schemas.microsoft.com/office/drawing/2014/main" id="{266B5D54-3114-EB59-6784-24075C4F8721}"/>
              </a:ext>
            </a:extLst>
          </p:cNvPr>
          <p:cNvSpPr>
            <a:spLocks noGrp="1"/>
          </p:cNvSpPr>
          <p:nvPr>
            <p:ph type="body" sz="quarter" idx="54" hasCustomPrompt="1"/>
          </p:nvPr>
        </p:nvSpPr>
        <p:spPr>
          <a:xfrm>
            <a:off x="6214027" y="4482566"/>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1</a:t>
            </a:r>
          </a:p>
        </p:txBody>
      </p:sp>
      <p:sp>
        <p:nvSpPr>
          <p:cNvPr id="155" name="Text Placeholder 74">
            <a:extLst>
              <a:ext uri="{FF2B5EF4-FFF2-40B4-BE49-F238E27FC236}">
                <a16:creationId xmlns:a16="http://schemas.microsoft.com/office/drawing/2014/main" id="{AF7A92CD-FDF0-43E2-54C4-353F99E86073}"/>
              </a:ext>
            </a:extLst>
          </p:cNvPr>
          <p:cNvSpPr>
            <a:spLocks noGrp="1"/>
          </p:cNvSpPr>
          <p:nvPr>
            <p:ph type="body" sz="quarter" idx="55" hasCustomPrompt="1"/>
          </p:nvPr>
        </p:nvSpPr>
        <p:spPr>
          <a:xfrm>
            <a:off x="6214027" y="5134438"/>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2</a:t>
            </a:r>
          </a:p>
        </p:txBody>
      </p:sp>
      <p:sp>
        <p:nvSpPr>
          <p:cNvPr id="156" name="Text Placeholder 74">
            <a:extLst>
              <a:ext uri="{FF2B5EF4-FFF2-40B4-BE49-F238E27FC236}">
                <a16:creationId xmlns:a16="http://schemas.microsoft.com/office/drawing/2014/main" id="{F8CD8510-A813-102D-2FAD-280C3EB19A06}"/>
              </a:ext>
            </a:extLst>
          </p:cNvPr>
          <p:cNvSpPr>
            <a:spLocks noGrp="1"/>
          </p:cNvSpPr>
          <p:nvPr>
            <p:ph type="body" sz="quarter" idx="56" hasCustomPrompt="1"/>
          </p:nvPr>
        </p:nvSpPr>
        <p:spPr>
          <a:xfrm>
            <a:off x="6215942" y="5749454"/>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3</a:t>
            </a:r>
          </a:p>
        </p:txBody>
      </p:sp>
      <p:cxnSp>
        <p:nvCxnSpPr>
          <p:cNvPr id="157" name="Straight Connector 156">
            <a:extLst>
              <a:ext uri="{FF2B5EF4-FFF2-40B4-BE49-F238E27FC236}">
                <a16:creationId xmlns:a16="http://schemas.microsoft.com/office/drawing/2014/main" id="{C720AB1A-E64E-667F-D30E-45A8C246C9DA}"/>
              </a:ext>
            </a:extLst>
          </p:cNvPr>
          <p:cNvCxnSpPr>
            <a:endCxn id="160" idx="0"/>
          </p:cNvCxnSpPr>
          <p:nvPr userDrawn="1"/>
        </p:nvCxnSpPr>
        <p:spPr>
          <a:xfrm flipH="1">
            <a:off x="9064484" y="3231153"/>
            <a:ext cx="2114" cy="259744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58" name="Oval 157">
            <a:extLst>
              <a:ext uri="{FF2B5EF4-FFF2-40B4-BE49-F238E27FC236}">
                <a16:creationId xmlns:a16="http://schemas.microsoft.com/office/drawing/2014/main" id="{CEEED0BC-940B-1C92-1DDE-33C6F18C2726}"/>
              </a:ext>
            </a:extLst>
          </p:cNvPr>
          <p:cNvSpPr/>
          <p:nvPr userDrawn="1"/>
        </p:nvSpPr>
        <p:spPr>
          <a:xfrm>
            <a:off x="8967913" y="4557557"/>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159" name="Oval 158">
            <a:extLst>
              <a:ext uri="{FF2B5EF4-FFF2-40B4-BE49-F238E27FC236}">
                <a16:creationId xmlns:a16="http://schemas.microsoft.com/office/drawing/2014/main" id="{0D60993E-C550-CA3B-62B9-162F7F6CEF7F}"/>
              </a:ext>
            </a:extLst>
          </p:cNvPr>
          <p:cNvSpPr/>
          <p:nvPr userDrawn="1"/>
        </p:nvSpPr>
        <p:spPr>
          <a:xfrm>
            <a:off x="8968510" y="5190735"/>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160" name="Oval 159">
            <a:extLst>
              <a:ext uri="{FF2B5EF4-FFF2-40B4-BE49-F238E27FC236}">
                <a16:creationId xmlns:a16="http://schemas.microsoft.com/office/drawing/2014/main" id="{8312B568-E88C-6D68-58E1-8670D9552806}"/>
              </a:ext>
            </a:extLst>
          </p:cNvPr>
          <p:cNvSpPr/>
          <p:nvPr userDrawn="1"/>
        </p:nvSpPr>
        <p:spPr>
          <a:xfrm>
            <a:off x="8967913" y="5828601"/>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161" name="Text Placeholder 74">
            <a:extLst>
              <a:ext uri="{FF2B5EF4-FFF2-40B4-BE49-F238E27FC236}">
                <a16:creationId xmlns:a16="http://schemas.microsoft.com/office/drawing/2014/main" id="{DA7EADC4-3437-3B71-694D-09E02CDA9F8E}"/>
              </a:ext>
            </a:extLst>
          </p:cNvPr>
          <p:cNvSpPr>
            <a:spLocks noGrp="1"/>
          </p:cNvSpPr>
          <p:nvPr>
            <p:ph type="body" sz="quarter" idx="57" hasCustomPrompt="1"/>
          </p:nvPr>
        </p:nvSpPr>
        <p:spPr>
          <a:xfrm>
            <a:off x="9210609" y="4092113"/>
            <a:ext cx="1992015" cy="317463"/>
          </a:xfrm>
        </p:spPr>
        <p:txBody>
          <a:bodyPr/>
          <a:lstStyle>
            <a:lvl1pPr marL="0" indent="0">
              <a:buNone/>
              <a:defRPr sz="2000" b="1">
                <a:latin typeface="Barlow" panose="00000500000000000000" pitchFamily="2" charset="0"/>
              </a:defRPr>
            </a:lvl1pPr>
            <a:lvl2pPr>
              <a:defRPr sz="1800"/>
            </a:lvl2pPr>
            <a:lvl3pPr>
              <a:defRPr sz="1600"/>
            </a:lvl3pPr>
          </a:lstStyle>
          <a:p>
            <a:pPr lvl="0"/>
            <a:r>
              <a:rPr lang="en-US"/>
              <a:t>Subheading</a:t>
            </a:r>
          </a:p>
        </p:txBody>
      </p:sp>
      <p:sp>
        <p:nvSpPr>
          <p:cNvPr id="162" name="Text Placeholder 74">
            <a:extLst>
              <a:ext uri="{FF2B5EF4-FFF2-40B4-BE49-F238E27FC236}">
                <a16:creationId xmlns:a16="http://schemas.microsoft.com/office/drawing/2014/main" id="{032A2C98-DBFB-C03F-70E6-30CDC76C8E70}"/>
              </a:ext>
            </a:extLst>
          </p:cNvPr>
          <p:cNvSpPr>
            <a:spLocks noGrp="1"/>
          </p:cNvSpPr>
          <p:nvPr>
            <p:ph type="body" sz="quarter" idx="58" hasCustomPrompt="1"/>
          </p:nvPr>
        </p:nvSpPr>
        <p:spPr>
          <a:xfrm>
            <a:off x="9210608" y="4484168"/>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1</a:t>
            </a:r>
          </a:p>
        </p:txBody>
      </p:sp>
      <p:sp>
        <p:nvSpPr>
          <p:cNvPr id="163" name="Text Placeholder 74">
            <a:extLst>
              <a:ext uri="{FF2B5EF4-FFF2-40B4-BE49-F238E27FC236}">
                <a16:creationId xmlns:a16="http://schemas.microsoft.com/office/drawing/2014/main" id="{985D4A03-2CDC-31F6-B192-369356C61ABC}"/>
              </a:ext>
            </a:extLst>
          </p:cNvPr>
          <p:cNvSpPr>
            <a:spLocks noGrp="1"/>
          </p:cNvSpPr>
          <p:nvPr>
            <p:ph type="body" sz="quarter" idx="59" hasCustomPrompt="1"/>
          </p:nvPr>
        </p:nvSpPr>
        <p:spPr>
          <a:xfrm>
            <a:off x="9210608" y="5136040"/>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2</a:t>
            </a:r>
          </a:p>
        </p:txBody>
      </p:sp>
      <p:sp>
        <p:nvSpPr>
          <p:cNvPr id="164" name="Text Placeholder 74">
            <a:extLst>
              <a:ext uri="{FF2B5EF4-FFF2-40B4-BE49-F238E27FC236}">
                <a16:creationId xmlns:a16="http://schemas.microsoft.com/office/drawing/2014/main" id="{32CECDC3-E565-A0C4-7A4E-5D6972CC978A}"/>
              </a:ext>
            </a:extLst>
          </p:cNvPr>
          <p:cNvSpPr>
            <a:spLocks noGrp="1"/>
          </p:cNvSpPr>
          <p:nvPr>
            <p:ph type="body" sz="quarter" idx="60" hasCustomPrompt="1"/>
          </p:nvPr>
        </p:nvSpPr>
        <p:spPr>
          <a:xfrm>
            <a:off x="9212523" y="5751056"/>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3</a:t>
            </a:r>
          </a:p>
        </p:txBody>
      </p:sp>
      <p:cxnSp>
        <p:nvCxnSpPr>
          <p:cNvPr id="172" name="Straight Connector 171">
            <a:extLst>
              <a:ext uri="{FF2B5EF4-FFF2-40B4-BE49-F238E27FC236}">
                <a16:creationId xmlns:a16="http://schemas.microsoft.com/office/drawing/2014/main" id="{0F433108-739E-2887-1691-82249F920A3A}"/>
              </a:ext>
            </a:extLst>
          </p:cNvPr>
          <p:cNvCxnSpPr/>
          <p:nvPr userDrawn="1"/>
        </p:nvCxnSpPr>
        <p:spPr>
          <a:xfrm flipH="1">
            <a:off x="7565640" y="1136809"/>
            <a:ext cx="2114" cy="259744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73" name="Oval 172">
            <a:extLst>
              <a:ext uri="{FF2B5EF4-FFF2-40B4-BE49-F238E27FC236}">
                <a16:creationId xmlns:a16="http://schemas.microsoft.com/office/drawing/2014/main" id="{6059F916-3B01-A7D0-7D25-49418E03FB8F}"/>
              </a:ext>
            </a:extLst>
          </p:cNvPr>
          <p:cNvSpPr/>
          <p:nvPr userDrawn="1"/>
        </p:nvSpPr>
        <p:spPr>
          <a:xfrm>
            <a:off x="7477215" y="1132495"/>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174" name="Oval 173">
            <a:extLst>
              <a:ext uri="{FF2B5EF4-FFF2-40B4-BE49-F238E27FC236}">
                <a16:creationId xmlns:a16="http://schemas.microsoft.com/office/drawing/2014/main" id="{435312CA-7FA6-6F2E-5949-8EB5AA1EE2FD}"/>
              </a:ext>
            </a:extLst>
          </p:cNvPr>
          <p:cNvSpPr/>
          <p:nvPr userDrawn="1"/>
        </p:nvSpPr>
        <p:spPr>
          <a:xfrm>
            <a:off x="7477812" y="1765673"/>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175" name="Oval 174">
            <a:extLst>
              <a:ext uri="{FF2B5EF4-FFF2-40B4-BE49-F238E27FC236}">
                <a16:creationId xmlns:a16="http://schemas.microsoft.com/office/drawing/2014/main" id="{E3AA5E5C-67A9-4CD7-85A0-B493A3CE1C1B}"/>
              </a:ext>
            </a:extLst>
          </p:cNvPr>
          <p:cNvSpPr/>
          <p:nvPr userDrawn="1"/>
        </p:nvSpPr>
        <p:spPr>
          <a:xfrm>
            <a:off x="7477215" y="2403539"/>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176" name="Text Placeholder 74">
            <a:extLst>
              <a:ext uri="{FF2B5EF4-FFF2-40B4-BE49-F238E27FC236}">
                <a16:creationId xmlns:a16="http://schemas.microsoft.com/office/drawing/2014/main" id="{8C1E1BF6-12BC-FDD3-3E98-C017EED796F0}"/>
              </a:ext>
            </a:extLst>
          </p:cNvPr>
          <p:cNvSpPr>
            <a:spLocks noGrp="1"/>
          </p:cNvSpPr>
          <p:nvPr>
            <p:ph type="body" sz="quarter" idx="61" hasCustomPrompt="1"/>
          </p:nvPr>
        </p:nvSpPr>
        <p:spPr>
          <a:xfrm>
            <a:off x="7719910" y="1059106"/>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1</a:t>
            </a:r>
          </a:p>
        </p:txBody>
      </p:sp>
      <p:sp>
        <p:nvSpPr>
          <p:cNvPr id="177" name="Text Placeholder 74">
            <a:extLst>
              <a:ext uri="{FF2B5EF4-FFF2-40B4-BE49-F238E27FC236}">
                <a16:creationId xmlns:a16="http://schemas.microsoft.com/office/drawing/2014/main" id="{FD0E3C09-90D8-CE0C-2F09-5DC009D37759}"/>
              </a:ext>
            </a:extLst>
          </p:cNvPr>
          <p:cNvSpPr>
            <a:spLocks noGrp="1"/>
          </p:cNvSpPr>
          <p:nvPr>
            <p:ph type="body" sz="quarter" idx="62" hasCustomPrompt="1"/>
          </p:nvPr>
        </p:nvSpPr>
        <p:spPr>
          <a:xfrm>
            <a:off x="7719910" y="1710978"/>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2</a:t>
            </a:r>
          </a:p>
        </p:txBody>
      </p:sp>
      <p:sp>
        <p:nvSpPr>
          <p:cNvPr id="178" name="Text Placeholder 74">
            <a:extLst>
              <a:ext uri="{FF2B5EF4-FFF2-40B4-BE49-F238E27FC236}">
                <a16:creationId xmlns:a16="http://schemas.microsoft.com/office/drawing/2014/main" id="{ABF08054-C517-CE9B-D9DB-2DF3CBC0820D}"/>
              </a:ext>
            </a:extLst>
          </p:cNvPr>
          <p:cNvSpPr>
            <a:spLocks noGrp="1"/>
          </p:cNvSpPr>
          <p:nvPr>
            <p:ph type="body" sz="quarter" idx="63" hasCustomPrompt="1"/>
          </p:nvPr>
        </p:nvSpPr>
        <p:spPr>
          <a:xfrm>
            <a:off x="7721825" y="2325994"/>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3</a:t>
            </a:r>
          </a:p>
        </p:txBody>
      </p:sp>
      <p:sp>
        <p:nvSpPr>
          <p:cNvPr id="179" name="Text Placeholder 74">
            <a:extLst>
              <a:ext uri="{FF2B5EF4-FFF2-40B4-BE49-F238E27FC236}">
                <a16:creationId xmlns:a16="http://schemas.microsoft.com/office/drawing/2014/main" id="{DD80457C-31BE-46E7-8BED-90E6205E3CCA}"/>
              </a:ext>
            </a:extLst>
          </p:cNvPr>
          <p:cNvSpPr>
            <a:spLocks noGrp="1"/>
          </p:cNvSpPr>
          <p:nvPr>
            <p:ph type="body" sz="quarter" idx="64" hasCustomPrompt="1"/>
          </p:nvPr>
        </p:nvSpPr>
        <p:spPr>
          <a:xfrm>
            <a:off x="7719911" y="665173"/>
            <a:ext cx="1992015" cy="317463"/>
          </a:xfrm>
        </p:spPr>
        <p:txBody>
          <a:bodyPr/>
          <a:lstStyle>
            <a:lvl1pPr marL="0" indent="0">
              <a:buNone/>
              <a:defRPr sz="2000" b="1">
                <a:latin typeface="Barlow" panose="00000500000000000000" pitchFamily="2" charset="0"/>
              </a:defRPr>
            </a:lvl1pPr>
            <a:lvl2pPr>
              <a:defRPr sz="1800"/>
            </a:lvl2pPr>
            <a:lvl3pPr>
              <a:defRPr sz="1600"/>
            </a:lvl3pPr>
          </a:lstStyle>
          <a:p>
            <a:pPr lvl="0"/>
            <a:r>
              <a:rPr lang="en-US"/>
              <a:t>Subheading</a:t>
            </a:r>
          </a:p>
        </p:txBody>
      </p:sp>
    </p:spTree>
    <p:extLst>
      <p:ext uri="{BB962C8B-B14F-4D97-AF65-F5344CB8AC3E}">
        <p14:creationId xmlns:p14="http://schemas.microsoft.com/office/powerpoint/2010/main" val="162225657"/>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4_Timeline/Roadmap">
    <p:spTree>
      <p:nvGrpSpPr>
        <p:cNvPr id="1" name=""/>
        <p:cNvGrpSpPr/>
        <p:nvPr/>
      </p:nvGrpSpPr>
      <p:grpSpPr>
        <a:xfrm>
          <a:off x="0" y="0"/>
          <a:ext cx="0" cy="0"/>
          <a:chOff x="0" y="0"/>
          <a:chExt cx="0" cy="0"/>
        </a:xfrm>
      </p:grpSpPr>
      <p:sp>
        <p:nvSpPr>
          <p:cNvPr id="20" name="Freeform 57">
            <a:extLst>
              <a:ext uri="{FF2B5EF4-FFF2-40B4-BE49-F238E27FC236}">
                <a16:creationId xmlns:a16="http://schemas.microsoft.com/office/drawing/2014/main" id="{CBCA779C-1E21-76D0-5006-06BD8371E8F1}"/>
              </a:ext>
            </a:extLst>
          </p:cNvPr>
          <p:cNvSpPr/>
          <p:nvPr userDrawn="1"/>
        </p:nvSpPr>
        <p:spPr>
          <a:xfrm rot="5400000">
            <a:off x="9388770" y="2242512"/>
            <a:ext cx="869679" cy="195531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1000">
                <a:schemeClr val="bg2"/>
              </a:gs>
              <a:gs pos="100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cxnSp>
        <p:nvCxnSpPr>
          <p:cNvPr id="23" name="Straight Connector 22">
            <a:extLst>
              <a:ext uri="{FF2B5EF4-FFF2-40B4-BE49-F238E27FC236}">
                <a16:creationId xmlns:a16="http://schemas.microsoft.com/office/drawing/2014/main" id="{484CCC9D-4F9E-9399-DF2E-250E50239B23}"/>
              </a:ext>
            </a:extLst>
          </p:cNvPr>
          <p:cNvCxnSpPr>
            <a:cxnSpLocks/>
          </p:cNvCxnSpPr>
          <p:nvPr userDrawn="1"/>
        </p:nvCxnSpPr>
        <p:spPr>
          <a:xfrm>
            <a:off x="9299800" y="3207198"/>
            <a:ext cx="18254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Freeform 56">
            <a:extLst>
              <a:ext uri="{FF2B5EF4-FFF2-40B4-BE49-F238E27FC236}">
                <a16:creationId xmlns:a16="http://schemas.microsoft.com/office/drawing/2014/main" id="{988FAECE-9B89-BF93-9A5E-AE7BB9F89896}"/>
              </a:ext>
            </a:extLst>
          </p:cNvPr>
          <p:cNvSpPr/>
          <p:nvPr userDrawn="1"/>
        </p:nvSpPr>
        <p:spPr>
          <a:xfrm rot="16200000">
            <a:off x="2038006" y="2342742"/>
            <a:ext cx="869677" cy="1754858"/>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1000">
                <a:schemeClr val="bg2"/>
              </a:gs>
              <a:gs pos="100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 name="Title 1">
            <a:extLst>
              <a:ext uri="{FF2B5EF4-FFF2-40B4-BE49-F238E27FC236}">
                <a16:creationId xmlns:a16="http://schemas.microsoft.com/office/drawing/2014/main" id="{63F5623A-97BF-0B7E-A4D8-9BCDBB23C8E4}"/>
              </a:ext>
            </a:extLst>
          </p:cNvPr>
          <p:cNvSpPr>
            <a:spLocks noGrp="1"/>
          </p:cNvSpPr>
          <p:nvPr>
            <p:ph type="ctrTitle"/>
          </p:nvPr>
        </p:nvSpPr>
        <p:spPr>
          <a:xfrm>
            <a:off x="360000" y="308292"/>
            <a:ext cx="3308889" cy="984885"/>
          </a:xfrm>
          <a:prstGeom prst="rect">
            <a:avLst/>
          </a:prstGeom>
        </p:spPr>
        <p:txBody>
          <a:bodyPr vert="horz" wrap="square"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cxnSp>
        <p:nvCxnSpPr>
          <p:cNvPr id="9" name="Straight Connector 8">
            <a:extLst>
              <a:ext uri="{FF2B5EF4-FFF2-40B4-BE49-F238E27FC236}">
                <a16:creationId xmlns:a16="http://schemas.microsoft.com/office/drawing/2014/main" id="{9B63439F-E37F-45DA-ED77-FA760FFDF6A3}"/>
              </a:ext>
            </a:extLst>
          </p:cNvPr>
          <p:cNvCxnSpPr>
            <a:cxnSpLocks/>
          </p:cNvCxnSpPr>
          <p:nvPr userDrawn="1"/>
        </p:nvCxnSpPr>
        <p:spPr>
          <a:xfrm>
            <a:off x="1154867" y="3226375"/>
            <a:ext cx="18254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Content Placeholder 78">
            <a:extLst>
              <a:ext uri="{FF2B5EF4-FFF2-40B4-BE49-F238E27FC236}">
                <a16:creationId xmlns:a16="http://schemas.microsoft.com/office/drawing/2014/main" id="{D79D512B-2E2C-CDFA-E6A0-50D61D038365}"/>
              </a:ext>
            </a:extLst>
          </p:cNvPr>
          <p:cNvSpPr>
            <a:spLocks noGrp="1"/>
          </p:cNvSpPr>
          <p:nvPr>
            <p:ph sz="quarter" idx="12" hasCustomPrompt="1"/>
          </p:nvPr>
        </p:nvSpPr>
        <p:spPr>
          <a:xfrm>
            <a:off x="1136838" y="2785339"/>
            <a:ext cx="901731" cy="869678"/>
          </a:xfrm>
          <a:prstGeom prst="ellipse">
            <a:avLst/>
          </a:prstGeom>
          <a:solidFill>
            <a:schemeClr val="tx1"/>
          </a:solidFill>
        </p:spPr>
        <p:txBody>
          <a:bodyPr>
            <a:noAutofit/>
          </a:bodyPr>
          <a:lstStyle>
            <a:lvl1pPr marL="0" indent="0" algn="ctr">
              <a:buNone/>
              <a:defRPr sz="1200">
                <a:solidFill>
                  <a:schemeClr val="bg1"/>
                </a:solidFill>
              </a:defRPr>
            </a:lvl1pPr>
          </a:lstStyle>
          <a:p>
            <a:pPr lvl="0"/>
            <a:r>
              <a:rPr lang="en-US"/>
              <a:t>Insert Icon here</a:t>
            </a:r>
            <a:endParaRPr lang="en-IN"/>
          </a:p>
        </p:txBody>
      </p:sp>
      <p:sp>
        <p:nvSpPr>
          <p:cNvPr id="11" name="Content Placeholder 78">
            <a:extLst>
              <a:ext uri="{FF2B5EF4-FFF2-40B4-BE49-F238E27FC236}">
                <a16:creationId xmlns:a16="http://schemas.microsoft.com/office/drawing/2014/main" id="{A145B88C-3836-704D-3821-763B152D410B}"/>
              </a:ext>
            </a:extLst>
          </p:cNvPr>
          <p:cNvSpPr>
            <a:spLocks noGrp="1"/>
          </p:cNvSpPr>
          <p:nvPr>
            <p:ph sz="quarter" idx="20" hasCustomPrompt="1"/>
          </p:nvPr>
        </p:nvSpPr>
        <p:spPr>
          <a:xfrm>
            <a:off x="10350403" y="2791535"/>
            <a:ext cx="901731" cy="869678"/>
          </a:xfrm>
          <a:prstGeom prst="ellipse">
            <a:avLst/>
          </a:prstGeom>
          <a:solidFill>
            <a:schemeClr val="tx1"/>
          </a:solidFill>
        </p:spPr>
        <p:txBody>
          <a:bodyPr>
            <a:noAutofit/>
          </a:bodyPr>
          <a:lstStyle>
            <a:lvl1pPr marL="0" indent="0" algn="ctr">
              <a:buNone/>
              <a:defRPr sz="1200">
                <a:solidFill>
                  <a:schemeClr val="bg1"/>
                </a:solidFill>
              </a:defRPr>
            </a:lvl1pPr>
          </a:lstStyle>
          <a:p>
            <a:pPr lvl="0"/>
            <a:r>
              <a:rPr lang="en-US"/>
              <a:t>Insert Icon here</a:t>
            </a:r>
            <a:endParaRPr lang="en-IN"/>
          </a:p>
        </p:txBody>
      </p:sp>
      <p:sp>
        <p:nvSpPr>
          <p:cNvPr id="12" name="Freeform 23">
            <a:extLst>
              <a:ext uri="{FF2B5EF4-FFF2-40B4-BE49-F238E27FC236}">
                <a16:creationId xmlns:a16="http://schemas.microsoft.com/office/drawing/2014/main" id="{3D9DFBA3-AF9A-06A6-3199-5CEFCC1772E7}"/>
              </a:ext>
            </a:extLst>
          </p:cNvPr>
          <p:cNvSpPr/>
          <p:nvPr userDrawn="1"/>
        </p:nvSpPr>
        <p:spPr>
          <a:xfrm>
            <a:off x="2741300" y="3237314"/>
            <a:ext cx="1986094" cy="3620686"/>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tx2"/>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3" name="Freeform 30">
            <a:extLst>
              <a:ext uri="{FF2B5EF4-FFF2-40B4-BE49-F238E27FC236}">
                <a16:creationId xmlns:a16="http://schemas.microsoft.com/office/drawing/2014/main" id="{69B5B8DD-07D6-C202-9B21-C13839BDB6EB}"/>
              </a:ext>
            </a:extLst>
          </p:cNvPr>
          <p:cNvSpPr/>
          <p:nvPr userDrawn="1"/>
        </p:nvSpPr>
        <p:spPr>
          <a:xfrm>
            <a:off x="5869327" y="3246800"/>
            <a:ext cx="1986094" cy="3611200"/>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tx2"/>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4" name="Donut 34">
            <a:extLst>
              <a:ext uri="{FF2B5EF4-FFF2-40B4-BE49-F238E27FC236}">
                <a16:creationId xmlns:a16="http://schemas.microsoft.com/office/drawing/2014/main" id="{AB732627-BD7E-C009-630A-0D29FC28BA69}"/>
              </a:ext>
            </a:extLst>
          </p:cNvPr>
          <p:cNvSpPr/>
          <p:nvPr userDrawn="1"/>
        </p:nvSpPr>
        <p:spPr>
          <a:xfrm>
            <a:off x="2739923" y="2235072"/>
            <a:ext cx="1986094" cy="1986094"/>
          </a:xfrm>
          <a:prstGeom prst="donut">
            <a:avLst>
              <a:gd name="adj" fmla="val 21670"/>
            </a:avLst>
          </a:prstGeom>
          <a:gradFill flip="none" rotWithShape="1">
            <a:gsLst>
              <a:gs pos="0">
                <a:srgbClr val="C00000"/>
              </a:gs>
              <a:gs pos="100000">
                <a:schemeClr val="accent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Freeform 29">
            <a:extLst>
              <a:ext uri="{FF2B5EF4-FFF2-40B4-BE49-F238E27FC236}">
                <a16:creationId xmlns:a16="http://schemas.microsoft.com/office/drawing/2014/main" id="{978907E7-C322-F06F-C558-814901D25623}"/>
              </a:ext>
            </a:extLst>
          </p:cNvPr>
          <p:cNvSpPr/>
          <p:nvPr userDrawn="1"/>
        </p:nvSpPr>
        <p:spPr>
          <a:xfrm rot="10800000">
            <a:off x="4307914" y="-9338"/>
            <a:ext cx="1986094" cy="3246649"/>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tx2"/>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6" name="Donut 37">
            <a:extLst>
              <a:ext uri="{FF2B5EF4-FFF2-40B4-BE49-F238E27FC236}">
                <a16:creationId xmlns:a16="http://schemas.microsoft.com/office/drawing/2014/main" id="{42DF2E53-9066-1457-A0D9-81A0AB7D03DC}"/>
              </a:ext>
            </a:extLst>
          </p:cNvPr>
          <p:cNvSpPr/>
          <p:nvPr userDrawn="1"/>
        </p:nvSpPr>
        <p:spPr>
          <a:xfrm>
            <a:off x="4299531" y="2235072"/>
            <a:ext cx="1986094" cy="1986094"/>
          </a:xfrm>
          <a:prstGeom prst="donut">
            <a:avLst>
              <a:gd name="adj" fmla="val 21670"/>
            </a:avLst>
          </a:prstGeom>
          <a:gradFill flip="none" rotWithShape="1">
            <a:gsLst>
              <a:gs pos="0">
                <a:srgbClr val="C00000"/>
              </a:gs>
              <a:gs pos="100000">
                <a:schemeClr val="accent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17" name="Donut 41">
            <a:extLst>
              <a:ext uri="{FF2B5EF4-FFF2-40B4-BE49-F238E27FC236}">
                <a16:creationId xmlns:a16="http://schemas.microsoft.com/office/drawing/2014/main" id="{0B0BCAF6-D003-1B01-246F-80A9F5C235F4}"/>
              </a:ext>
            </a:extLst>
          </p:cNvPr>
          <p:cNvSpPr/>
          <p:nvPr userDrawn="1"/>
        </p:nvSpPr>
        <p:spPr>
          <a:xfrm>
            <a:off x="5865157" y="2235072"/>
            <a:ext cx="1986094" cy="1986094"/>
          </a:xfrm>
          <a:prstGeom prst="donut">
            <a:avLst>
              <a:gd name="adj" fmla="val 21670"/>
            </a:avLst>
          </a:prstGeom>
          <a:gradFill flip="none" rotWithShape="1">
            <a:gsLst>
              <a:gs pos="0">
                <a:srgbClr val="C00000"/>
              </a:gs>
              <a:gs pos="100000">
                <a:schemeClr val="accent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18" name="Freeform 31">
            <a:extLst>
              <a:ext uri="{FF2B5EF4-FFF2-40B4-BE49-F238E27FC236}">
                <a16:creationId xmlns:a16="http://schemas.microsoft.com/office/drawing/2014/main" id="{9FC13F5C-1AF7-E2CF-66D4-D409CF8E59AF}"/>
              </a:ext>
            </a:extLst>
          </p:cNvPr>
          <p:cNvSpPr/>
          <p:nvPr userDrawn="1"/>
        </p:nvSpPr>
        <p:spPr>
          <a:xfrm rot="10800000">
            <a:off x="7428956" y="-2"/>
            <a:ext cx="1986094" cy="324664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tx2"/>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9" name="Donut 42">
            <a:extLst>
              <a:ext uri="{FF2B5EF4-FFF2-40B4-BE49-F238E27FC236}">
                <a16:creationId xmlns:a16="http://schemas.microsoft.com/office/drawing/2014/main" id="{8B2F838E-615F-22BF-E216-81E4DC1DAD1E}"/>
              </a:ext>
            </a:extLst>
          </p:cNvPr>
          <p:cNvSpPr/>
          <p:nvPr userDrawn="1"/>
        </p:nvSpPr>
        <p:spPr>
          <a:xfrm>
            <a:off x="7428958" y="2235072"/>
            <a:ext cx="1986094" cy="1986094"/>
          </a:xfrm>
          <a:prstGeom prst="donut">
            <a:avLst>
              <a:gd name="adj" fmla="val 21670"/>
            </a:avLst>
          </a:prstGeom>
          <a:gradFill flip="none" rotWithShape="1">
            <a:gsLst>
              <a:gs pos="0">
                <a:srgbClr val="C00000"/>
              </a:gs>
              <a:gs pos="100000">
                <a:schemeClr val="accent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24" name="Content Placeholder 78">
            <a:extLst>
              <a:ext uri="{FF2B5EF4-FFF2-40B4-BE49-F238E27FC236}">
                <a16:creationId xmlns:a16="http://schemas.microsoft.com/office/drawing/2014/main" id="{6045BCB6-087E-6217-FBDA-0821A50B8209}"/>
              </a:ext>
            </a:extLst>
          </p:cNvPr>
          <p:cNvSpPr>
            <a:spLocks noGrp="1"/>
          </p:cNvSpPr>
          <p:nvPr>
            <p:ph sz="quarter" idx="21" hasCustomPrompt="1"/>
          </p:nvPr>
        </p:nvSpPr>
        <p:spPr>
          <a:xfrm>
            <a:off x="3285061" y="2790230"/>
            <a:ext cx="901731" cy="869678"/>
          </a:xfrm>
          <a:prstGeom prst="ellipse">
            <a:avLst/>
          </a:prstGeom>
          <a:noFill/>
        </p:spPr>
        <p:txBody>
          <a:bodyPr>
            <a:noAutofit/>
          </a:bodyPr>
          <a:lstStyle>
            <a:lvl1pPr marL="0" indent="0" algn="ctr">
              <a:buNone/>
              <a:defRPr sz="1200" b="1">
                <a:solidFill>
                  <a:schemeClr val="tx1"/>
                </a:solidFill>
              </a:defRPr>
            </a:lvl1pPr>
          </a:lstStyle>
          <a:p>
            <a:pPr lvl="0"/>
            <a:r>
              <a:rPr lang="en-US"/>
              <a:t>Insert Icon here</a:t>
            </a:r>
            <a:endParaRPr lang="en-IN"/>
          </a:p>
        </p:txBody>
      </p:sp>
      <p:sp>
        <p:nvSpPr>
          <p:cNvPr id="25" name="Content Placeholder 78">
            <a:extLst>
              <a:ext uri="{FF2B5EF4-FFF2-40B4-BE49-F238E27FC236}">
                <a16:creationId xmlns:a16="http://schemas.microsoft.com/office/drawing/2014/main" id="{6E54BB1D-F2BE-BF56-BE4C-FCC948FE2383}"/>
              </a:ext>
            </a:extLst>
          </p:cNvPr>
          <p:cNvSpPr>
            <a:spLocks noGrp="1"/>
          </p:cNvSpPr>
          <p:nvPr>
            <p:ph sz="quarter" idx="22" hasCustomPrompt="1"/>
          </p:nvPr>
        </p:nvSpPr>
        <p:spPr>
          <a:xfrm>
            <a:off x="4840249" y="2793280"/>
            <a:ext cx="901731" cy="869678"/>
          </a:xfrm>
          <a:prstGeom prst="ellipse">
            <a:avLst/>
          </a:prstGeom>
          <a:noFill/>
        </p:spPr>
        <p:txBody>
          <a:bodyPr>
            <a:noAutofit/>
          </a:bodyPr>
          <a:lstStyle>
            <a:lvl1pPr marL="0" indent="0" algn="ctr">
              <a:buNone/>
              <a:defRPr lang="en-US" sz="1200" b="1" kern="1200" dirty="0">
                <a:solidFill>
                  <a:schemeClr val="tx1"/>
                </a:solidFill>
                <a:latin typeface="Open Sans" pitchFamily="2" charset="0"/>
                <a:ea typeface="Open Sans" pitchFamily="2" charset="0"/>
                <a:cs typeface="Open Sans" pitchFamily="2" charset="0"/>
              </a:defRPr>
            </a:lvl1pPr>
          </a:lstStyle>
          <a:p>
            <a:pPr lvl="0"/>
            <a:r>
              <a:rPr lang="en-US"/>
              <a:t>Insert Icon here</a:t>
            </a:r>
            <a:endParaRPr lang="en-IN"/>
          </a:p>
        </p:txBody>
      </p:sp>
      <p:sp>
        <p:nvSpPr>
          <p:cNvPr id="26" name="Content Placeholder 78">
            <a:extLst>
              <a:ext uri="{FF2B5EF4-FFF2-40B4-BE49-F238E27FC236}">
                <a16:creationId xmlns:a16="http://schemas.microsoft.com/office/drawing/2014/main" id="{526E25CD-638F-D44D-0CF0-A8C37F30C455}"/>
              </a:ext>
            </a:extLst>
          </p:cNvPr>
          <p:cNvSpPr>
            <a:spLocks noGrp="1"/>
          </p:cNvSpPr>
          <p:nvPr>
            <p:ph sz="quarter" idx="23" hasCustomPrompt="1"/>
          </p:nvPr>
        </p:nvSpPr>
        <p:spPr>
          <a:xfrm>
            <a:off x="6406424" y="2796620"/>
            <a:ext cx="901731" cy="869678"/>
          </a:xfrm>
          <a:prstGeom prst="ellipse">
            <a:avLst/>
          </a:prstGeom>
          <a:noFill/>
        </p:spPr>
        <p:txBody>
          <a:bodyPr>
            <a:noAutofit/>
          </a:bodyPr>
          <a:lstStyle>
            <a:lvl1pPr marL="0" indent="0" algn="ctr">
              <a:buNone/>
              <a:defRPr lang="en-US" sz="1200" b="1" kern="1200" dirty="0">
                <a:solidFill>
                  <a:schemeClr val="tx1"/>
                </a:solidFill>
                <a:latin typeface="Open Sans" pitchFamily="2" charset="0"/>
                <a:ea typeface="Open Sans" pitchFamily="2" charset="0"/>
                <a:cs typeface="Open Sans" pitchFamily="2" charset="0"/>
              </a:defRPr>
            </a:lvl1pPr>
          </a:lstStyle>
          <a:p>
            <a:pPr lvl="0"/>
            <a:r>
              <a:rPr lang="en-US"/>
              <a:t>Insert Icon here</a:t>
            </a:r>
            <a:endParaRPr lang="en-IN"/>
          </a:p>
        </p:txBody>
      </p:sp>
      <p:sp>
        <p:nvSpPr>
          <p:cNvPr id="27" name="Content Placeholder 78">
            <a:extLst>
              <a:ext uri="{FF2B5EF4-FFF2-40B4-BE49-F238E27FC236}">
                <a16:creationId xmlns:a16="http://schemas.microsoft.com/office/drawing/2014/main" id="{85CEDCD5-C71E-759A-7C6D-E4CBE4F75B64}"/>
              </a:ext>
            </a:extLst>
          </p:cNvPr>
          <p:cNvSpPr>
            <a:spLocks noGrp="1"/>
          </p:cNvSpPr>
          <p:nvPr>
            <p:ph sz="quarter" idx="24" hasCustomPrompt="1"/>
          </p:nvPr>
        </p:nvSpPr>
        <p:spPr>
          <a:xfrm>
            <a:off x="7971137" y="2793280"/>
            <a:ext cx="901731" cy="869678"/>
          </a:xfrm>
          <a:prstGeom prst="ellipse">
            <a:avLst/>
          </a:prstGeom>
          <a:noFill/>
        </p:spPr>
        <p:txBody>
          <a:bodyPr>
            <a:noAutofit/>
          </a:bodyPr>
          <a:lstStyle>
            <a:lvl1pPr marL="0" indent="0" algn="ctr">
              <a:buNone/>
              <a:defRPr lang="en-US" sz="1200" b="1" kern="1200" dirty="0">
                <a:solidFill>
                  <a:schemeClr val="tx1"/>
                </a:solidFill>
                <a:latin typeface="Open Sans" pitchFamily="2" charset="0"/>
                <a:ea typeface="Open Sans" pitchFamily="2" charset="0"/>
                <a:cs typeface="Open Sans" pitchFamily="2" charset="0"/>
              </a:defRPr>
            </a:lvl1pPr>
          </a:lstStyle>
          <a:p>
            <a:pPr lvl="0"/>
            <a:r>
              <a:rPr lang="en-US"/>
              <a:t>Insert Icon here</a:t>
            </a:r>
            <a:endParaRPr lang="en-IN"/>
          </a:p>
        </p:txBody>
      </p:sp>
      <p:sp>
        <p:nvSpPr>
          <p:cNvPr id="53" name="Text Placeholder 37">
            <a:extLst>
              <a:ext uri="{FF2B5EF4-FFF2-40B4-BE49-F238E27FC236}">
                <a16:creationId xmlns:a16="http://schemas.microsoft.com/office/drawing/2014/main" id="{71AB040B-597C-A5C7-F1F1-909D63030316}"/>
              </a:ext>
            </a:extLst>
          </p:cNvPr>
          <p:cNvSpPr>
            <a:spLocks noGrp="1"/>
          </p:cNvSpPr>
          <p:nvPr>
            <p:ph type="body" sz="quarter" idx="25" hasCustomPrompt="1"/>
          </p:nvPr>
        </p:nvSpPr>
        <p:spPr>
          <a:xfrm>
            <a:off x="2855049" y="4801305"/>
            <a:ext cx="1766902" cy="469070"/>
          </a:xfrm>
        </p:spPr>
        <p:txBody>
          <a:bodyPr>
            <a:normAutofit/>
          </a:bodyPr>
          <a:lstStyle>
            <a:lvl1pPr marL="0" indent="0" algn="ctr">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57" name="Text Placeholder 37">
            <a:extLst>
              <a:ext uri="{FF2B5EF4-FFF2-40B4-BE49-F238E27FC236}">
                <a16:creationId xmlns:a16="http://schemas.microsoft.com/office/drawing/2014/main" id="{A8120741-3EAF-7630-BC5E-64C1B432D41F}"/>
              </a:ext>
            </a:extLst>
          </p:cNvPr>
          <p:cNvSpPr>
            <a:spLocks noGrp="1"/>
          </p:cNvSpPr>
          <p:nvPr>
            <p:ph type="body" sz="quarter" idx="26" hasCustomPrompt="1"/>
          </p:nvPr>
        </p:nvSpPr>
        <p:spPr>
          <a:xfrm>
            <a:off x="2855050" y="4311177"/>
            <a:ext cx="1766901" cy="285646"/>
          </a:xfrm>
        </p:spPr>
        <p:txBody>
          <a:bodyPr>
            <a:noAutofit/>
          </a:bodyPr>
          <a:lstStyle>
            <a:lvl1pPr marL="0" indent="0" algn="ctr">
              <a:buNone/>
              <a:defRPr sz="1600" b="1">
                <a:solidFill>
                  <a:schemeClr val="bg1"/>
                </a:solidFill>
                <a:latin typeface="Barlow" panose="00000500000000000000" pitchFamily="2" charset="0"/>
              </a:defRPr>
            </a:lvl1pPr>
          </a:lstStyle>
          <a:p>
            <a:pPr lvl="0"/>
            <a:r>
              <a:rPr lang="en-US"/>
              <a:t>Click to add text</a:t>
            </a:r>
            <a:endParaRPr lang="en-IN"/>
          </a:p>
        </p:txBody>
      </p:sp>
      <p:sp>
        <p:nvSpPr>
          <p:cNvPr id="58" name="Text Placeholder 37">
            <a:extLst>
              <a:ext uri="{FF2B5EF4-FFF2-40B4-BE49-F238E27FC236}">
                <a16:creationId xmlns:a16="http://schemas.microsoft.com/office/drawing/2014/main" id="{BB488A77-4B23-0D6E-D5E2-DC0755954378}"/>
              </a:ext>
            </a:extLst>
          </p:cNvPr>
          <p:cNvSpPr>
            <a:spLocks noGrp="1"/>
          </p:cNvSpPr>
          <p:nvPr>
            <p:ph type="body" sz="quarter" idx="27" hasCustomPrompt="1"/>
          </p:nvPr>
        </p:nvSpPr>
        <p:spPr>
          <a:xfrm>
            <a:off x="4439522" y="1844267"/>
            <a:ext cx="1766901" cy="285646"/>
          </a:xfrm>
        </p:spPr>
        <p:txBody>
          <a:bodyPr>
            <a:noAutofit/>
          </a:bodyPr>
          <a:lstStyle>
            <a:lvl1pPr marL="0" indent="0" algn="ctr">
              <a:buNone/>
              <a:defRPr sz="1600" b="1">
                <a:solidFill>
                  <a:schemeClr val="bg1"/>
                </a:solidFill>
                <a:latin typeface="Barlow" panose="00000500000000000000" pitchFamily="2" charset="0"/>
              </a:defRPr>
            </a:lvl1pPr>
          </a:lstStyle>
          <a:p>
            <a:pPr lvl="0"/>
            <a:r>
              <a:rPr lang="en-US"/>
              <a:t>Click to add text</a:t>
            </a:r>
            <a:endParaRPr lang="en-IN"/>
          </a:p>
        </p:txBody>
      </p:sp>
      <p:sp>
        <p:nvSpPr>
          <p:cNvPr id="59" name="Text Placeholder 37">
            <a:extLst>
              <a:ext uri="{FF2B5EF4-FFF2-40B4-BE49-F238E27FC236}">
                <a16:creationId xmlns:a16="http://schemas.microsoft.com/office/drawing/2014/main" id="{E8658DEB-F265-558A-005C-27F637A03007}"/>
              </a:ext>
            </a:extLst>
          </p:cNvPr>
          <p:cNvSpPr>
            <a:spLocks noGrp="1"/>
          </p:cNvSpPr>
          <p:nvPr>
            <p:ph type="body" sz="quarter" idx="28" hasCustomPrompt="1"/>
          </p:nvPr>
        </p:nvSpPr>
        <p:spPr>
          <a:xfrm>
            <a:off x="4439522" y="1215893"/>
            <a:ext cx="1766902" cy="469070"/>
          </a:xfrm>
        </p:spPr>
        <p:txBody>
          <a:bodyPr>
            <a:normAutofit/>
          </a:bodyPr>
          <a:lstStyle>
            <a:lvl1pPr marL="0" indent="0" algn="ctr">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30" name="Text Placeholder 37">
            <a:extLst>
              <a:ext uri="{FF2B5EF4-FFF2-40B4-BE49-F238E27FC236}">
                <a16:creationId xmlns:a16="http://schemas.microsoft.com/office/drawing/2014/main" id="{EE7D17B4-7F3B-027E-CB0C-CFCCCBBA5E3E}"/>
              </a:ext>
            </a:extLst>
          </p:cNvPr>
          <p:cNvSpPr>
            <a:spLocks noGrp="1"/>
          </p:cNvSpPr>
          <p:nvPr>
            <p:ph type="body" sz="quarter" idx="29" hasCustomPrompt="1"/>
          </p:nvPr>
        </p:nvSpPr>
        <p:spPr>
          <a:xfrm>
            <a:off x="5983753" y="4802605"/>
            <a:ext cx="1766902" cy="469070"/>
          </a:xfrm>
        </p:spPr>
        <p:txBody>
          <a:bodyPr>
            <a:normAutofit/>
          </a:bodyPr>
          <a:lstStyle>
            <a:lvl1pPr marL="0" indent="0" algn="ctr">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31" name="Text Placeholder 37">
            <a:extLst>
              <a:ext uri="{FF2B5EF4-FFF2-40B4-BE49-F238E27FC236}">
                <a16:creationId xmlns:a16="http://schemas.microsoft.com/office/drawing/2014/main" id="{1A94115C-516D-2E90-3E57-5E23B68D414B}"/>
              </a:ext>
            </a:extLst>
          </p:cNvPr>
          <p:cNvSpPr>
            <a:spLocks noGrp="1"/>
          </p:cNvSpPr>
          <p:nvPr>
            <p:ph type="body" sz="quarter" idx="30" hasCustomPrompt="1"/>
          </p:nvPr>
        </p:nvSpPr>
        <p:spPr>
          <a:xfrm>
            <a:off x="5983754" y="4312477"/>
            <a:ext cx="1766901" cy="285646"/>
          </a:xfrm>
        </p:spPr>
        <p:txBody>
          <a:bodyPr>
            <a:noAutofit/>
          </a:bodyPr>
          <a:lstStyle>
            <a:lvl1pPr marL="0" indent="0" algn="ctr">
              <a:buNone/>
              <a:defRPr sz="1600" b="1">
                <a:solidFill>
                  <a:schemeClr val="bg1"/>
                </a:solidFill>
                <a:latin typeface="Barlow" panose="00000500000000000000" pitchFamily="2" charset="0"/>
              </a:defRPr>
            </a:lvl1pPr>
          </a:lstStyle>
          <a:p>
            <a:pPr lvl="0"/>
            <a:r>
              <a:rPr lang="en-US"/>
              <a:t>Click to add text</a:t>
            </a:r>
            <a:endParaRPr lang="en-IN"/>
          </a:p>
        </p:txBody>
      </p:sp>
      <p:sp>
        <p:nvSpPr>
          <p:cNvPr id="32" name="Text Placeholder 37">
            <a:extLst>
              <a:ext uri="{FF2B5EF4-FFF2-40B4-BE49-F238E27FC236}">
                <a16:creationId xmlns:a16="http://schemas.microsoft.com/office/drawing/2014/main" id="{1DAA1A3B-355B-36F3-7924-6976B2E8CE9C}"/>
              </a:ext>
            </a:extLst>
          </p:cNvPr>
          <p:cNvSpPr>
            <a:spLocks noGrp="1"/>
          </p:cNvSpPr>
          <p:nvPr>
            <p:ph type="body" sz="quarter" idx="31" hasCustomPrompt="1"/>
          </p:nvPr>
        </p:nvSpPr>
        <p:spPr>
          <a:xfrm>
            <a:off x="7532899" y="1826707"/>
            <a:ext cx="1766901" cy="285646"/>
          </a:xfrm>
        </p:spPr>
        <p:txBody>
          <a:bodyPr>
            <a:noAutofit/>
          </a:bodyPr>
          <a:lstStyle>
            <a:lvl1pPr marL="0" indent="0" algn="ctr">
              <a:buNone/>
              <a:defRPr sz="1600" b="1">
                <a:solidFill>
                  <a:schemeClr val="bg1"/>
                </a:solidFill>
                <a:latin typeface="Barlow" panose="00000500000000000000" pitchFamily="2" charset="0"/>
              </a:defRPr>
            </a:lvl1pPr>
          </a:lstStyle>
          <a:p>
            <a:pPr lvl="0"/>
            <a:r>
              <a:rPr lang="en-US"/>
              <a:t>Click to add text</a:t>
            </a:r>
            <a:endParaRPr lang="en-IN"/>
          </a:p>
        </p:txBody>
      </p:sp>
      <p:sp>
        <p:nvSpPr>
          <p:cNvPr id="33" name="Text Placeholder 37">
            <a:extLst>
              <a:ext uri="{FF2B5EF4-FFF2-40B4-BE49-F238E27FC236}">
                <a16:creationId xmlns:a16="http://schemas.microsoft.com/office/drawing/2014/main" id="{B3D87676-9AFC-06DD-9F65-958976B64EFC}"/>
              </a:ext>
            </a:extLst>
          </p:cNvPr>
          <p:cNvSpPr>
            <a:spLocks noGrp="1"/>
          </p:cNvSpPr>
          <p:nvPr>
            <p:ph type="body" sz="quarter" idx="32" hasCustomPrompt="1"/>
          </p:nvPr>
        </p:nvSpPr>
        <p:spPr>
          <a:xfrm>
            <a:off x="7532899" y="1198333"/>
            <a:ext cx="1766902" cy="469070"/>
          </a:xfrm>
        </p:spPr>
        <p:txBody>
          <a:bodyPr>
            <a:normAutofit/>
          </a:bodyPr>
          <a:lstStyle>
            <a:lvl1pPr marL="0" indent="0" algn="ctr">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Tree>
    <p:extLst>
      <p:ext uri="{BB962C8B-B14F-4D97-AF65-F5344CB8AC3E}">
        <p14:creationId xmlns:p14="http://schemas.microsoft.com/office/powerpoint/2010/main" val="2176641302"/>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6_Timeline/Roadmap">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484CCC9D-4F9E-9399-DF2E-250E50239B23}"/>
              </a:ext>
            </a:extLst>
          </p:cNvPr>
          <p:cNvCxnSpPr>
            <a:cxnSpLocks/>
          </p:cNvCxnSpPr>
          <p:nvPr userDrawn="1"/>
        </p:nvCxnSpPr>
        <p:spPr>
          <a:xfrm>
            <a:off x="9299800" y="3207198"/>
            <a:ext cx="18254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Title 1">
            <a:extLst>
              <a:ext uri="{FF2B5EF4-FFF2-40B4-BE49-F238E27FC236}">
                <a16:creationId xmlns:a16="http://schemas.microsoft.com/office/drawing/2014/main" id="{63F5623A-97BF-0B7E-A4D8-9BCDBB23C8E4}"/>
              </a:ext>
            </a:extLst>
          </p:cNvPr>
          <p:cNvSpPr>
            <a:spLocks noGrp="1"/>
          </p:cNvSpPr>
          <p:nvPr>
            <p:ph type="ctrTitle"/>
          </p:nvPr>
        </p:nvSpPr>
        <p:spPr>
          <a:xfrm>
            <a:off x="360000" y="308292"/>
            <a:ext cx="3308889" cy="984885"/>
          </a:xfrm>
          <a:prstGeom prst="rect">
            <a:avLst/>
          </a:prstGeom>
        </p:spPr>
        <p:txBody>
          <a:bodyPr vert="horz" wrap="square"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cxnSp>
        <p:nvCxnSpPr>
          <p:cNvPr id="9" name="Straight Connector 8">
            <a:extLst>
              <a:ext uri="{FF2B5EF4-FFF2-40B4-BE49-F238E27FC236}">
                <a16:creationId xmlns:a16="http://schemas.microsoft.com/office/drawing/2014/main" id="{9B63439F-E37F-45DA-ED77-FA760FFDF6A3}"/>
              </a:ext>
            </a:extLst>
          </p:cNvPr>
          <p:cNvCxnSpPr>
            <a:cxnSpLocks/>
          </p:cNvCxnSpPr>
          <p:nvPr userDrawn="1"/>
        </p:nvCxnSpPr>
        <p:spPr>
          <a:xfrm>
            <a:off x="1154867" y="3226375"/>
            <a:ext cx="18254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Freeform 23">
            <a:extLst>
              <a:ext uri="{FF2B5EF4-FFF2-40B4-BE49-F238E27FC236}">
                <a16:creationId xmlns:a16="http://schemas.microsoft.com/office/drawing/2014/main" id="{3D9DFBA3-AF9A-06A6-3199-5CEFCC1772E7}"/>
              </a:ext>
            </a:extLst>
          </p:cNvPr>
          <p:cNvSpPr/>
          <p:nvPr userDrawn="1"/>
        </p:nvSpPr>
        <p:spPr>
          <a:xfrm>
            <a:off x="2741300" y="3237314"/>
            <a:ext cx="1986094" cy="3620686"/>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tx2"/>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3" name="Freeform 30">
            <a:extLst>
              <a:ext uri="{FF2B5EF4-FFF2-40B4-BE49-F238E27FC236}">
                <a16:creationId xmlns:a16="http://schemas.microsoft.com/office/drawing/2014/main" id="{69B5B8DD-07D6-C202-9B21-C13839BDB6EB}"/>
              </a:ext>
            </a:extLst>
          </p:cNvPr>
          <p:cNvSpPr/>
          <p:nvPr userDrawn="1"/>
        </p:nvSpPr>
        <p:spPr>
          <a:xfrm>
            <a:off x="5869327" y="3246800"/>
            <a:ext cx="1986094" cy="3611200"/>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tx2"/>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4" name="Donut 34">
            <a:extLst>
              <a:ext uri="{FF2B5EF4-FFF2-40B4-BE49-F238E27FC236}">
                <a16:creationId xmlns:a16="http://schemas.microsoft.com/office/drawing/2014/main" id="{AB732627-BD7E-C009-630A-0D29FC28BA69}"/>
              </a:ext>
            </a:extLst>
          </p:cNvPr>
          <p:cNvSpPr/>
          <p:nvPr userDrawn="1"/>
        </p:nvSpPr>
        <p:spPr>
          <a:xfrm>
            <a:off x="2739923" y="2235072"/>
            <a:ext cx="1986094" cy="1986094"/>
          </a:xfrm>
          <a:prstGeom prst="donut">
            <a:avLst>
              <a:gd name="adj" fmla="val 21670"/>
            </a:avLst>
          </a:prstGeom>
          <a:gradFill flip="none" rotWithShape="1">
            <a:gsLst>
              <a:gs pos="0">
                <a:srgbClr val="C00000"/>
              </a:gs>
              <a:gs pos="100000">
                <a:schemeClr val="accent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Freeform 29">
            <a:extLst>
              <a:ext uri="{FF2B5EF4-FFF2-40B4-BE49-F238E27FC236}">
                <a16:creationId xmlns:a16="http://schemas.microsoft.com/office/drawing/2014/main" id="{978907E7-C322-F06F-C558-814901D25623}"/>
              </a:ext>
            </a:extLst>
          </p:cNvPr>
          <p:cNvSpPr/>
          <p:nvPr userDrawn="1"/>
        </p:nvSpPr>
        <p:spPr>
          <a:xfrm rot="10800000">
            <a:off x="4307914" y="-9338"/>
            <a:ext cx="1986094" cy="3246649"/>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tx2"/>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6" name="Donut 37">
            <a:extLst>
              <a:ext uri="{FF2B5EF4-FFF2-40B4-BE49-F238E27FC236}">
                <a16:creationId xmlns:a16="http://schemas.microsoft.com/office/drawing/2014/main" id="{42DF2E53-9066-1457-A0D9-81A0AB7D03DC}"/>
              </a:ext>
            </a:extLst>
          </p:cNvPr>
          <p:cNvSpPr/>
          <p:nvPr userDrawn="1"/>
        </p:nvSpPr>
        <p:spPr>
          <a:xfrm>
            <a:off x="4299531" y="2235072"/>
            <a:ext cx="1986094" cy="1986094"/>
          </a:xfrm>
          <a:prstGeom prst="donut">
            <a:avLst>
              <a:gd name="adj" fmla="val 21670"/>
            </a:avLst>
          </a:prstGeom>
          <a:gradFill flip="none" rotWithShape="1">
            <a:gsLst>
              <a:gs pos="0">
                <a:srgbClr val="C00000"/>
              </a:gs>
              <a:gs pos="100000">
                <a:schemeClr val="accent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17" name="Donut 41">
            <a:extLst>
              <a:ext uri="{FF2B5EF4-FFF2-40B4-BE49-F238E27FC236}">
                <a16:creationId xmlns:a16="http://schemas.microsoft.com/office/drawing/2014/main" id="{0B0BCAF6-D003-1B01-246F-80A9F5C235F4}"/>
              </a:ext>
            </a:extLst>
          </p:cNvPr>
          <p:cNvSpPr/>
          <p:nvPr userDrawn="1"/>
        </p:nvSpPr>
        <p:spPr>
          <a:xfrm>
            <a:off x="5865157" y="2235072"/>
            <a:ext cx="1986094" cy="1986094"/>
          </a:xfrm>
          <a:prstGeom prst="donut">
            <a:avLst>
              <a:gd name="adj" fmla="val 21670"/>
            </a:avLst>
          </a:prstGeom>
          <a:gradFill flip="none" rotWithShape="1">
            <a:gsLst>
              <a:gs pos="0">
                <a:srgbClr val="C00000"/>
              </a:gs>
              <a:gs pos="100000">
                <a:schemeClr val="accent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18" name="Freeform 31">
            <a:extLst>
              <a:ext uri="{FF2B5EF4-FFF2-40B4-BE49-F238E27FC236}">
                <a16:creationId xmlns:a16="http://schemas.microsoft.com/office/drawing/2014/main" id="{9FC13F5C-1AF7-E2CF-66D4-D409CF8E59AF}"/>
              </a:ext>
            </a:extLst>
          </p:cNvPr>
          <p:cNvSpPr/>
          <p:nvPr userDrawn="1"/>
        </p:nvSpPr>
        <p:spPr>
          <a:xfrm rot="10800000">
            <a:off x="7428956" y="-2"/>
            <a:ext cx="1986094" cy="324664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tx2"/>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9" name="Donut 42">
            <a:extLst>
              <a:ext uri="{FF2B5EF4-FFF2-40B4-BE49-F238E27FC236}">
                <a16:creationId xmlns:a16="http://schemas.microsoft.com/office/drawing/2014/main" id="{8B2F838E-615F-22BF-E216-81E4DC1DAD1E}"/>
              </a:ext>
            </a:extLst>
          </p:cNvPr>
          <p:cNvSpPr/>
          <p:nvPr userDrawn="1"/>
        </p:nvSpPr>
        <p:spPr>
          <a:xfrm>
            <a:off x="7428958" y="2235072"/>
            <a:ext cx="1986094" cy="1986094"/>
          </a:xfrm>
          <a:prstGeom prst="donut">
            <a:avLst>
              <a:gd name="adj" fmla="val 21670"/>
            </a:avLst>
          </a:prstGeom>
          <a:gradFill flip="none" rotWithShape="1">
            <a:gsLst>
              <a:gs pos="0">
                <a:srgbClr val="C00000"/>
              </a:gs>
              <a:gs pos="100000">
                <a:schemeClr val="accent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24" name="Content Placeholder 78">
            <a:extLst>
              <a:ext uri="{FF2B5EF4-FFF2-40B4-BE49-F238E27FC236}">
                <a16:creationId xmlns:a16="http://schemas.microsoft.com/office/drawing/2014/main" id="{6045BCB6-087E-6217-FBDA-0821A50B8209}"/>
              </a:ext>
            </a:extLst>
          </p:cNvPr>
          <p:cNvSpPr>
            <a:spLocks noGrp="1"/>
          </p:cNvSpPr>
          <p:nvPr>
            <p:ph sz="quarter" idx="21" hasCustomPrompt="1"/>
          </p:nvPr>
        </p:nvSpPr>
        <p:spPr>
          <a:xfrm>
            <a:off x="3285061" y="2790230"/>
            <a:ext cx="901731" cy="869678"/>
          </a:xfrm>
          <a:prstGeom prst="ellipse">
            <a:avLst/>
          </a:prstGeom>
          <a:noFill/>
        </p:spPr>
        <p:txBody>
          <a:bodyPr>
            <a:noAutofit/>
          </a:bodyPr>
          <a:lstStyle>
            <a:lvl1pPr marL="0" indent="0" algn="ctr">
              <a:buNone/>
              <a:defRPr sz="1200" b="1">
                <a:solidFill>
                  <a:schemeClr val="tx1"/>
                </a:solidFill>
              </a:defRPr>
            </a:lvl1pPr>
          </a:lstStyle>
          <a:p>
            <a:pPr lvl="0"/>
            <a:r>
              <a:rPr lang="en-US"/>
              <a:t>Insert Icon here</a:t>
            </a:r>
            <a:endParaRPr lang="en-IN"/>
          </a:p>
        </p:txBody>
      </p:sp>
      <p:sp>
        <p:nvSpPr>
          <p:cNvPr id="25" name="Content Placeholder 78">
            <a:extLst>
              <a:ext uri="{FF2B5EF4-FFF2-40B4-BE49-F238E27FC236}">
                <a16:creationId xmlns:a16="http://schemas.microsoft.com/office/drawing/2014/main" id="{6E54BB1D-F2BE-BF56-BE4C-FCC948FE2383}"/>
              </a:ext>
            </a:extLst>
          </p:cNvPr>
          <p:cNvSpPr>
            <a:spLocks noGrp="1"/>
          </p:cNvSpPr>
          <p:nvPr>
            <p:ph sz="quarter" idx="22" hasCustomPrompt="1"/>
          </p:nvPr>
        </p:nvSpPr>
        <p:spPr>
          <a:xfrm>
            <a:off x="4840249" y="2793280"/>
            <a:ext cx="901731" cy="869678"/>
          </a:xfrm>
          <a:prstGeom prst="ellipse">
            <a:avLst/>
          </a:prstGeom>
          <a:noFill/>
        </p:spPr>
        <p:txBody>
          <a:bodyPr>
            <a:noAutofit/>
          </a:bodyPr>
          <a:lstStyle>
            <a:lvl1pPr marL="0" indent="0" algn="ctr">
              <a:buNone/>
              <a:defRPr lang="en-US" sz="1200" b="1" kern="1200" dirty="0">
                <a:solidFill>
                  <a:schemeClr val="tx1"/>
                </a:solidFill>
                <a:latin typeface="Open Sans" pitchFamily="2" charset="0"/>
                <a:ea typeface="Open Sans" pitchFamily="2" charset="0"/>
                <a:cs typeface="Open Sans" pitchFamily="2" charset="0"/>
              </a:defRPr>
            </a:lvl1pPr>
          </a:lstStyle>
          <a:p>
            <a:pPr lvl="0"/>
            <a:r>
              <a:rPr lang="en-US"/>
              <a:t>Insert Icon here</a:t>
            </a:r>
            <a:endParaRPr lang="en-IN"/>
          </a:p>
        </p:txBody>
      </p:sp>
      <p:sp>
        <p:nvSpPr>
          <p:cNvPr id="26" name="Content Placeholder 78">
            <a:extLst>
              <a:ext uri="{FF2B5EF4-FFF2-40B4-BE49-F238E27FC236}">
                <a16:creationId xmlns:a16="http://schemas.microsoft.com/office/drawing/2014/main" id="{526E25CD-638F-D44D-0CF0-A8C37F30C455}"/>
              </a:ext>
            </a:extLst>
          </p:cNvPr>
          <p:cNvSpPr>
            <a:spLocks noGrp="1"/>
          </p:cNvSpPr>
          <p:nvPr>
            <p:ph sz="quarter" idx="23" hasCustomPrompt="1"/>
          </p:nvPr>
        </p:nvSpPr>
        <p:spPr>
          <a:xfrm>
            <a:off x="6406424" y="2796620"/>
            <a:ext cx="901731" cy="869678"/>
          </a:xfrm>
          <a:prstGeom prst="ellipse">
            <a:avLst/>
          </a:prstGeom>
          <a:noFill/>
        </p:spPr>
        <p:txBody>
          <a:bodyPr>
            <a:noAutofit/>
          </a:bodyPr>
          <a:lstStyle>
            <a:lvl1pPr marL="0" indent="0" algn="ctr">
              <a:buNone/>
              <a:defRPr lang="en-US" sz="1200" b="1" kern="1200" dirty="0">
                <a:solidFill>
                  <a:schemeClr val="tx1"/>
                </a:solidFill>
                <a:latin typeface="Open Sans" pitchFamily="2" charset="0"/>
                <a:ea typeface="Open Sans" pitchFamily="2" charset="0"/>
                <a:cs typeface="Open Sans" pitchFamily="2" charset="0"/>
              </a:defRPr>
            </a:lvl1pPr>
          </a:lstStyle>
          <a:p>
            <a:pPr lvl="0"/>
            <a:r>
              <a:rPr lang="en-US"/>
              <a:t>Insert Icon here</a:t>
            </a:r>
            <a:endParaRPr lang="en-IN"/>
          </a:p>
        </p:txBody>
      </p:sp>
      <p:sp>
        <p:nvSpPr>
          <p:cNvPr id="27" name="Content Placeholder 78">
            <a:extLst>
              <a:ext uri="{FF2B5EF4-FFF2-40B4-BE49-F238E27FC236}">
                <a16:creationId xmlns:a16="http://schemas.microsoft.com/office/drawing/2014/main" id="{85CEDCD5-C71E-759A-7C6D-E4CBE4F75B64}"/>
              </a:ext>
            </a:extLst>
          </p:cNvPr>
          <p:cNvSpPr>
            <a:spLocks noGrp="1"/>
          </p:cNvSpPr>
          <p:nvPr>
            <p:ph sz="quarter" idx="24" hasCustomPrompt="1"/>
          </p:nvPr>
        </p:nvSpPr>
        <p:spPr>
          <a:xfrm>
            <a:off x="7971137" y="2793280"/>
            <a:ext cx="901731" cy="869678"/>
          </a:xfrm>
          <a:prstGeom prst="ellipse">
            <a:avLst/>
          </a:prstGeom>
          <a:noFill/>
        </p:spPr>
        <p:txBody>
          <a:bodyPr>
            <a:noAutofit/>
          </a:bodyPr>
          <a:lstStyle>
            <a:lvl1pPr marL="0" indent="0" algn="ctr">
              <a:buNone/>
              <a:defRPr lang="en-US" sz="1200" b="1" kern="1200" dirty="0">
                <a:solidFill>
                  <a:schemeClr val="tx1"/>
                </a:solidFill>
                <a:latin typeface="Open Sans" pitchFamily="2" charset="0"/>
                <a:ea typeface="Open Sans" pitchFamily="2" charset="0"/>
                <a:cs typeface="Open Sans" pitchFamily="2" charset="0"/>
              </a:defRPr>
            </a:lvl1pPr>
          </a:lstStyle>
          <a:p>
            <a:pPr lvl="0"/>
            <a:r>
              <a:rPr lang="en-US"/>
              <a:t>Insert Icon here</a:t>
            </a:r>
            <a:endParaRPr lang="en-IN"/>
          </a:p>
        </p:txBody>
      </p:sp>
      <p:sp>
        <p:nvSpPr>
          <p:cNvPr id="53" name="Text Placeholder 37">
            <a:extLst>
              <a:ext uri="{FF2B5EF4-FFF2-40B4-BE49-F238E27FC236}">
                <a16:creationId xmlns:a16="http://schemas.microsoft.com/office/drawing/2014/main" id="{71AB040B-597C-A5C7-F1F1-909D63030316}"/>
              </a:ext>
            </a:extLst>
          </p:cNvPr>
          <p:cNvSpPr>
            <a:spLocks noGrp="1"/>
          </p:cNvSpPr>
          <p:nvPr>
            <p:ph type="body" sz="quarter" idx="25" hasCustomPrompt="1"/>
          </p:nvPr>
        </p:nvSpPr>
        <p:spPr>
          <a:xfrm>
            <a:off x="2855049" y="4801305"/>
            <a:ext cx="1766902" cy="469070"/>
          </a:xfrm>
        </p:spPr>
        <p:txBody>
          <a:bodyPr>
            <a:normAutofit/>
          </a:bodyPr>
          <a:lstStyle>
            <a:lvl1pPr marL="0" indent="0" algn="ctr">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57" name="Text Placeholder 37">
            <a:extLst>
              <a:ext uri="{FF2B5EF4-FFF2-40B4-BE49-F238E27FC236}">
                <a16:creationId xmlns:a16="http://schemas.microsoft.com/office/drawing/2014/main" id="{A8120741-3EAF-7630-BC5E-64C1B432D41F}"/>
              </a:ext>
            </a:extLst>
          </p:cNvPr>
          <p:cNvSpPr>
            <a:spLocks noGrp="1"/>
          </p:cNvSpPr>
          <p:nvPr>
            <p:ph type="body" sz="quarter" idx="26" hasCustomPrompt="1"/>
          </p:nvPr>
        </p:nvSpPr>
        <p:spPr>
          <a:xfrm>
            <a:off x="2855050" y="4311177"/>
            <a:ext cx="1766901" cy="285646"/>
          </a:xfrm>
        </p:spPr>
        <p:txBody>
          <a:bodyPr>
            <a:noAutofit/>
          </a:bodyPr>
          <a:lstStyle>
            <a:lvl1pPr marL="0" indent="0" algn="ctr">
              <a:buNone/>
              <a:defRPr sz="1600" b="1">
                <a:solidFill>
                  <a:schemeClr val="bg1"/>
                </a:solidFill>
                <a:latin typeface="Barlow" panose="00000500000000000000" pitchFamily="2" charset="0"/>
              </a:defRPr>
            </a:lvl1pPr>
          </a:lstStyle>
          <a:p>
            <a:pPr lvl="0"/>
            <a:r>
              <a:rPr lang="en-US"/>
              <a:t>Click to add text</a:t>
            </a:r>
            <a:endParaRPr lang="en-IN"/>
          </a:p>
        </p:txBody>
      </p:sp>
      <p:sp>
        <p:nvSpPr>
          <p:cNvPr id="58" name="Text Placeholder 37">
            <a:extLst>
              <a:ext uri="{FF2B5EF4-FFF2-40B4-BE49-F238E27FC236}">
                <a16:creationId xmlns:a16="http://schemas.microsoft.com/office/drawing/2014/main" id="{BB488A77-4B23-0D6E-D5E2-DC0755954378}"/>
              </a:ext>
            </a:extLst>
          </p:cNvPr>
          <p:cNvSpPr>
            <a:spLocks noGrp="1"/>
          </p:cNvSpPr>
          <p:nvPr>
            <p:ph type="body" sz="quarter" idx="27" hasCustomPrompt="1"/>
          </p:nvPr>
        </p:nvSpPr>
        <p:spPr>
          <a:xfrm>
            <a:off x="4439522" y="1844267"/>
            <a:ext cx="1766901" cy="285646"/>
          </a:xfrm>
        </p:spPr>
        <p:txBody>
          <a:bodyPr>
            <a:noAutofit/>
          </a:bodyPr>
          <a:lstStyle>
            <a:lvl1pPr marL="0" indent="0" algn="ctr">
              <a:buNone/>
              <a:defRPr sz="1600" b="1">
                <a:solidFill>
                  <a:schemeClr val="bg1"/>
                </a:solidFill>
                <a:latin typeface="Barlow" panose="00000500000000000000" pitchFamily="2" charset="0"/>
              </a:defRPr>
            </a:lvl1pPr>
          </a:lstStyle>
          <a:p>
            <a:pPr lvl="0"/>
            <a:r>
              <a:rPr lang="en-US"/>
              <a:t>Click to add text</a:t>
            </a:r>
            <a:endParaRPr lang="en-IN"/>
          </a:p>
        </p:txBody>
      </p:sp>
      <p:sp>
        <p:nvSpPr>
          <p:cNvPr id="59" name="Text Placeholder 37">
            <a:extLst>
              <a:ext uri="{FF2B5EF4-FFF2-40B4-BE49-F238E27FC236}">
                <a16:creationId xmlns:a16="http://schemas.microsoft.com/office/drawing/2014/main" id="{E8658DEB-F265-558A-005C-27F637A03007}"/>
              </a:ext>
            </a:extLst>
          </p:cNvPr>
          <p:cNvSpPr>
            <a:spLocks noGrp="1"/>
          </p:cNvSpPr>
          <p:nvPr>
            <p:ph type="body" sz="quarter" idx="28" hasCustomPrompt="1"/>
          </p:nvPr>
        </p:nvSpPr>
        <p:spPr>
          <a:xfrm>
            <a:off x="4439522" y="1215893"/>
            <a:ext cx="1766902" cy="469070"/>
          </a:xfrm>
        </p:spPr>
        <p:txBody>
          <a:bodyPr>
            <a:normAutofit/>
          </a:bodyPr>
          <a:lstStyle>
            <a:lvl1pPr marL="0" indent="0" algn="ctr">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30" name="Text Placeholder 37">
            <a:extLst>
              <a:ext uri="{FF2B5EF4-FFF2-40B4-BE49-F238E27FC236}">
                <a16:creationId xmlns:a16="http://schemas.microsoft.com/office/drawing/2014/main" id="{EE7D17B4-7F3B-027E-CB0C-CFCCCBBA5E3E}"/>
              </a:ext>
            </a:extLst>
          </p:cNvPr>
          <p:cNvSpPr>
            <a:spLocks noGrp="1"/>
          </p:cNvSpPr>
          <p:nvPr>
            <p:ph type="body" sz="quarter" idx="29" hasCustomPrompt="1"/>
          </p:nvPr>
        </p:nvSpPr>
        <p:spPr>
          <a:xfrm>
            <a:off x="5983753" y="4802605"/>
            <a:ext cx="1766902" cy="469070"/>
          </a:xfrm>
        </p:spPr>
        <p:txBody>
          <a:bodyPr>
            <a:normAutofit/>
          </a:bodyPr>
          <a:lstStyle>
            <a:lvl1pPr marL="0" indent="0" algn="ctr">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31" name="Text Placeholder 37">
            <a:extLst>
              <a:ext uri="{FF2B5EF4-FFF2-40B4-BE49-F238E27FC236}">
                <a16:creationId xmlns:a16="http://schemas.microsoft.com/office/drawing/2014/main" id="{1A94115C-516D-2E90-3E57-5E23B68D414B}"/>
              </a:ext>
            </a:extLst>
          </p:cNvPr>
          <p:cNvSpPr>
            <a:spLocks noGrp="1"/>
          </p:cNvSpPr>
          <p:nvPr>
            <p:ph type="body" sz="quarter" idx="30" hasCustomPrompt="1"/>
          </p:nvPr>
        </p:nvSpPr>
        <p:spPr>
          <a:xfrm>
            <a:off x="5983754" y="4312477"/>
            <a:ext cx="1766901" cy="285646"/>
          </a:xfrm>
        </p:spPr>
        <p:txBody>
          <a:bodyPr>
            <a:noAutofit/>
          </a:bodyPr>
          <a:lstStyle>
            <a:lvl1pPr marL="0" indent="0" algn="ctr">
              <a:buNone/>
              <a:defRPr sz="1600" b="1">
                <a:solidFill>
                  <a:schemeClr val="bg1"/>
                </a:solidFill>
                <a:latin typeface="Barlow" panose="00000500000000000000" pitchFamily="2" charset="0"/>
              </a:defRPr>
            </a:lvl1pPr>
          </a:lstStyle>
          <a:p>
            <a:pPr lvl="0"/>
            <a:r>
              <a:rPr lang="en-US"/>
              <a:t>Click to add text</a:t>
            </a:r>
            <a:endParaRPr lang="en-IN"/>
          </a:p>
        </p:txBody>
      </p:sp>
      <p:sp>
        <p:nvSpPr>
          <p:cNvPr id="32" name="Text Placeholder 37">
            <a:extLst>
              <a:ext uri="{FF2B5EF4-FFF2-40B4-BE49-F238E27FC236}">
                <a16:creationId xmlns:a16="http://schemas.microsoft.com/office/drawing/2014/main" id="{1DAA1A3B-355B-36F3-7924-6976B2E8CE9C}"/>
              </a:ext>
            </a:extLst>
          </p:cNvPr>
          <p:cNvSpPr>
            <a:spLocks noGrp="1"/>
          </p:cNvSpPr>
          <p:nvPr>
            <p:ph type="body" sz="quarter" idx="31" hasCustomPrompt="1"/>
          </p:nvPr>
        </p:nvSpPr>
        <p:spPr>
          <a:xfrm>
            <a:off x="7532899" y="1826707"/>
            <a:ext cx="1766901" cy="285646"/>
          </a:xfrm>
        </p:spPr>
        <p:txBody>
          <a:bodyPr>
            <a:noAutofit/>
          </a:bodyPr>
          <a:lstStyle>
            <a:lvl1pPr marL="0" indent="0" algn="ctr">
              <a:buNone/>
              <a:defRPr sz="1600" b="1">
                <a:solidFill>
                  <a:schemeClr val="bg1"/>
                </a:solidFill>
                <a:latin typeface="Barlow" panose="00000500000000000000" pitchFamily="2" charset="0"/>
              </a:defRPr>
            </a:lvl1pPr>
          </a:lstStyle>
          <a:p>
            <a:pPr lvl="0"/>
            <a:r>
              <a:rPr lang="en-US"/>
              <a:t>Click to add text</a:t>
            </a:r>
            <a:endParaRPr lang="en-IN"/>
          </a:p>
        </p:txBody>
      </p:sp>
      <p:sp>
        <p:nvSpPr>
          <p:cNvPr id="33" name="Text Placeholder 37">
            <a:extLst>
              <a:ext uri="{FF2B5EF4-FFF2-40B4-BE49-F238E27FC236}">
                <a16:creationId xmlns:a16="http://schemas.microsoft.com/office/drawing/2014/main" id="{B3D87676-9AFC-06DD-9F65-958976B64EFC}"/>
              </a:ext>
            </a:extLst>
          </p:cNvPr>
          <p:cNvSpPr>
            <a:spLocks noGrp="1"/>
          </p:cNvSpPr>
          <p:nvPr>
            <p:ph type="body" sz="quarter" idx="32" hasCustomPrompt="1"/>
          </p:nvPr>
        </p:nvSpPr>
        <p:spPr>
          <a:xfrm>
            <a:off x="7532899" y="1198333"/>
            <a:ext cx="1766902" cy="469070"/>
          </a:xfrm>
        </p:spPr>
        <p:txBody>
          <a:bodyPr>
            <a:normAutofit/>
          </a:bodyPr>
          <a:lstStyle>
            <a:lvl1pPr marL="0" indent="0" algn="ctr">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Tree>
    <p:extLst>
      <p:ext uri="{BB962C8B-B14F-4D97-AF65-F5344CB8AC3E}">
        <p14:creationId xmlns:p14="http://schemas.microsoft.com/office/powerpoint/2010/main" val="2250609456"/>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5_Timeline/Roadmap">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19C9B7E9-FB89-1F1B-9254-6A23D8DBE79B}"/>
              </a:ext>
            </a:extLst>
          </p:cNvPr>
          <p:cNvCxnSpPr>
            <a:cxnSpLocks/>
          </p:cNvCxnSpPr>
          <p:nvPr userDrawn="1"/>
        </p:nvCxnSpPr>
        <p:spPr>
          <a:xfrm>
            <a:off x="1708220" y="787627"/>
            <a:ext cx="9029449" cy="0"/>
          </a:xfrm>
          <a:prstGeom prst="line">
            <a:avLst/>
          </a:prstGeom>
          <a:ln w="5080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7" name="Arc 6">
            <a:extLst>
              <a:ext uri="{FF2B5EF4-FFF2-40B4-BE49-F238E27FC236}">
                <a16:creationId xmlns:a16="http://schemas.microsoft.com/office/drawing/2014/main" id="{832BF05A-518E-EB20-83EE-D005C623D4ED}"/>
              </a:ext>
            </a:extLst>
          </p:cNvPr>
          <p:cNvSpPr/>
          <p:nvPr userDrawn="1"/>
        </p:nvSpPr>
        <p:spPr>
          <a:xfrm>
            <a:off x="9912532" y="795247"/>
            <a:ext cx="1500051" cy="1500051"/>
          </a:xfrm>
          <a:prstGeom prst="arc">
            <a:avLst>
              <a:gd name="adj1" fmla="val 16200000"/>
              <a:gd name="adj2" fmla="val 4601008"/>
            </a:avLst>
          </a:prstGeom>
          <a:ln w="508000">
            <a:solidFill>
              <a:schemeClr val="bg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3121169A-6BB1-D41B-3F80-38B4F767754D}"/>
              </a:ext>
            </a:extLst>
          </p:cNvPr>
          <p:cNvCxnSpPr>
            <a:cxnSpLocks/>
          </p:cNvCxnSpPr>
          <p:nvPr userDrawn="1"/>
        </p:nvCxnSpPr>
        <p:spPr>
          <a:xfrm>
            <a:off x="1436914" y="2263730"/>
            <a:ext cx="9470572" cy="0"/>
          </a:xfrm>
          <a:prstGeom prst="line">
            <a:avLst/>
          </a:prstGeom>
          <a:ln w="5080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9" name="Arc 8">
            <a:extLst>
              <a:ext uri="{FF2B5EF4-FFF2-40B4-BE49-F238E27FC236}">
                <a16:creationId xmlns:a16="http://schemas.microsoft.com/office/drawing/2014/main" id="{74E2AEF6-B3A1-D58E-4171-AB2204CC4B59}"/>
              </a:ext>
            </a:extLst>
          </p:cNvPr>
          <p:cNvSpPr/>
          <p:nvPr userDrawn="1"/>
        </p:nvSpPr>
        <p:spPr>
          <a:xfrm flipH="1">
            <a:off x="703217" y="2263730"/>
            <a:ext cx="1500051" cy="1500051"/>
          </a:xfrm>
          <a:prstGeom prst="arc">
            <a:avLst>
              <a:gd name="adj1" fmla="val 16058938"/>
              <a:gd name="adj2" fmla="val 5382642"/>
            </a:avLst>
          </a:prstGeom>
          <a:ln w="508000">
            <a:solidFill>
              <a:schemeClr val="bg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88AF7056-6B5A-AE62-6555-153C2AB5B25C}"/>
              </a:ext>
            </a:extLst>
          </p:cNvPr>
          <p:cNvCxnSpPr>
            <a:cxnSpLocks/>
            <a:stCxn id="9" idx="2"/>
          </p:cNvCxnSpPr>
          <p:nvPr userDrawn="1"/>
        </p:nvCxnSpPr>
        <p:spPr>
          <a:xfrm flipV="1">
            <a:off x="1449455" y="3724592"/>
            <a:ext cx="9288214" cy="39179"/>
          </a:xfrm>
          <a:prstGeom prst="line">
            <a:avLst/>
          </a:prstGeom>
          <a:ln w="5080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11" name="Arc 10">
            <a:extLst>
              <a:ext uri="{FF2B5EF4-FFF2-40B4-BE49-F238E27FC236}">
                <a16:creationId xmlns:a16="http://schemas.microsoft.com/office/drawing/2014/main" id="{3456D1FE-029A-B4CE-A05B-E3AD4E9403D7}"/>
              </a:ext>
            </a:extLst>
          </p:cNvPr>
          <p:cNvSpPr/>
          <p:nvPr userDrawn="1"/>
        </p:nvSpPr>
        <p:spPr>
          <a:xfrm>
            <a:off x="9912532" y="3726770"/>
            <a:ext cx="1500051" cy="1500051"/>
          </a:xfrm>
          <a:prstGeom prst="arc">
            <a:avLst>
              <a:gd name="adj1" fmla="val 16200000"/>
              <a:gd name="adj2" fmla="val 5341256"/>
            </a:avLst>
          </a:prstGeom>
          <a:ln w="508000">
            <a:solidFill>
              <a:schemeClr val="bg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38D68D3A-EA91-20A1-9C99-099C528D78EA}"/>
              </a:ext>
            </a:extLst>
          </p:cNvPr>
          <p:cNvCxnSpPr>
            <a:cxnSpLocks/>
          </p:cNvCxnSpPr>
          <p:nvPr userDrawn="1"/>
        </p:nvCxnSpPr>
        <p:spPr>
          <a:xfrm>
            <a:off x="1817393" y="5226602"/>
            <a:ext cx="8995387" cy="0"/>
          </a:xfrm>
          <a:prstGeom prst="line">
            <a:avLst/>
          </a:prstGeom>
          <a:ln w="5080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EDE3C33-5102-DD91-B910-2373B00D9632}"/>
              </a:ext>
            </a:extLst>
          </p:cNvPr>
          <p:cNvCxnSpPr>
            <a:cxnSpLocks/>
          </p:cNvCxnSpPr>
          <p:nvPr userDrawn="1"/>
        </p:nvCxnSpPr>
        <p:spPr>
          <a:xfrm>
            <a:off x="1817393" y="774564"/>
            <a:ext cx="8920276" cy="0"/>
          </a:xfrm>
          <a:prstGeom prst="line">
            <a:avLst/>
          </a:prstGeom>
          <a:ln w="1270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Arc 13">
            <a:extLst>
              <a:ext uri="{FF2B5EF4-FFF2-40B4-BE49-F238E27FC236}">
                <a16:creationId xmlns:a16="http://schemas.microsoft.com/office/drawing/2014/main" id="{C0D06F49-D796-A871-C373-24DDD6B5DF29}"/>
              </a:ext>
            </a:extLst>
          </p:cNvPr>
          <p:cNvSpPr/>
          <p:nvPr userDrawn="1"/>
        </p:nvSpPr>
        <p:spPr>
          <a:xfrm>
            <a:off x="9912532" y="774564"/>
            <a:ext cx="1500051" cy="1500051"/>
          </a:xfrm>
          <a:prstGeom prst="arc">
            <a:avLst>
              <a:gd name="adj1" fmla="val 16200000"/>
              <a:gd name="adj2" fmla="val 5503193"/>
            </a:avLst>
          </a:prstGeom>
          <a:ln w="12700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AFD4568D-E665-D741-D129-946C6555BF7E}"/>
              </a:ext>
            </a:extLst>
          </p:cNvPr>
          <p:cNvCxnSpPr>
            <a:cxnSpLocks/>
            <a:endCxn id="14" idx="2"/>
          </p:cNvCxnSpPr>
          <p:nvPr userDrawn="1"/>
        </p:nvCxnSpPr>
        <p:spPr>
          <a:xfrm>
            <a:off x="1436914" y="2250667"/>
            <a:ext cx="9203133" cy="23610"/>
          </a:xfrm>
          <a:prstGeom prst="line">
            <a:avLst/>
          </a:prstGeom>
          <a:ln w="12700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Arc 15">
            <a:extLst>
              <a:ext uri="{FF2B5EF4-FFF2-40B4-BE49-F238E27FC236}">
                <a16:creationId xmlns:a16="http://schemas.microsoft.com/office/drawing/2014/main" id="{15DF3449-B601-C4FD-798F-89409F09746E}"/>
              </a:ext>
            </a:extLst>
          </p:cNvPr>
          <p:cNvSpPr/>
          <p:nvPr userDrawn="1"/>
        </p:nvSpPr>
        <p:spPr>
          <a:xfrm flipH="1">
            <a:off x="703217" y="2250667"/>
            <a:ext cx="1500051" cy="1500051"/>
          </a:xfrm>
          <a:prstGeom prst="arc">
            <a:avLst>
              <a:gd name="adj1" fmla="val 16200000"/>
              <a:gd name="adj2" fmla="val 5481035"/>
            </a:avLst>
          </a:prstGeom>
          <a:ln w="12700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A71555A8-4664-9CD4-65D3-172657A69E01}"/>
              </a:ext>
            </a:extLst>
          </p:cNvPr>
          <p:cNvCxnSpPr>
            <a:cxnSpLocks/>
            <a:stCxn id="16" idx="2"/>
          </p:cNvCxnSpPr>
          <p:nvPr userDrawn="1"/>
        </p:nvCxnSpPr>
        <p:spPr>
          <a:xfrm flipV="1">
            <a:off x="1470921" y="3726043"/>
            <a:ext cx="9266748" cy="24467"/>
          </a:xfrm>
          <a:prstGeom prst="line">
            <a:avLst/>
          </a:prstGeom>
          <a:ln w="127000">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Arc 17">
            <a:extLst>
              <a:ext uri="{FF2B5EF4-FFF2-40B4-BE49-F238E27FC236}">
                <a16:creationId xmlns:a16="http://schemas.microsoft.com/office/drawing/2014/main" id="{DA4684CD-072C-ACC1-A628-496592A819ED}"/>
              </a:ext>
            </a:extLst>
          </p:cNvPr>
          <p:cNvSpPr/>
          <p:nvPr userDrawn="1"/>
        </p:nvSpPr>
        <p:spPr>
          <a:xfrm>
            <a:off x="9912532" y="3726770"/>
            <a:ext cx="1500051" cy="1500051"/>
          </a:xfrm>
          <a:prstGeom prst="arc">
            <a:avLst>
              <a:gd name="adj1" fmla="val 16200000"/>
              <a:gd name="adj2" fmla="val 5696084"/>
            </a:avLst>
          </a:prstGeom>
          <a:ln w="12700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2DD749B2-9BC5-D80D-B171-8171853EFDB9}"/>
              </a:ext>
            </a:extLst>
          </p:cNvPr>
          <p:cNvCxnSpPr>
            <a:cxnSpLocks/>
          </p:cNvCxnSpPr>
          <p:nvPr userDrawn="1"/>
        </p:nvCxnSpPr>
        <p:spPr>
          <a:xfrm>
            <a:off x="1898091" y="5215804"/>
            <a:ext cx="8839578" cy="8828"/>
          </a:xfrm>
          <a:prstGeom prst="line">
            <a:avLst/>
          </a:prstGeom>
          <a:ln w="127000">
            <a:solidFill>
              <a:schemeClr val="tx2"/>
            </a:solidFill>
          </a:ln>
        </p:spPr>
        <p:style>
          <a:lnRef idx="1">
            <a:schemeClr val="accent1"/>
          </a:lnRef>
          <a:fillRef idx="0">
            <a:schemeClr val="accent1"/>
          </a:fillRef>
          <a:effectRef idx="0">
            <a:schemeClr val="accent1"/>
          </a:effectRef>
          <a:fontRef idx="minor">
            <a:schemeClr val="tx1"/>
          </a:fontRef>
        </p:style>
      </p:cxnSp>
      <p:sp>
        <p:nvSpPr>
          <p:cNvPr id="78" name="Content Placeholder 50">
            <a:extLst>
              <a:ext uri="{FF2B5EF4-FFF2-40B4-BE49-F238E27FC236}">
                <a16:creationId xmlns:a16="http://schemas.microsoft.com/office/drawing/2014/main" id="{FC20027F-612B-4349-1712-D764804590FE}"/>
              </a:ext>
            </a:extLst>
          </p:cNvPr>
          <p:cNvSpPr>
            <a:spLocks noGrp="1"/>
          </p:cNvSpPr>
          <p:nvPr>
            <p:ph sz="quarter" idx="14" hasCustomPrompt="1"/>
          </p:nvPr>
        </p:nvSpPr>
        <p:spPr>
          <a:xfrm>
            <a:off x="1449455" y="406822"/>
            <a:ext cx="760960" cy="760960"/>
          </a:xfrm>
          <a:prstGeom prst="ellipse">
            <a:avLst/>
          </a:prstGeom>
          <a:solidFill>
            <a:schemeClr val="tx2"/>
          </a:solidFill>
          <a:ln w="76200">
            <a:solidFill>
              <a:schemeClr val="bg2"/>
            </a:solidFill>
          </a:ln>
        </p:spPr>
        <p:txBody>
          <a:bodyPr vert="horz" lIns="91440" tIns="91440" rIns="91440" bIns="91440" rtlCol="0" anchor="ctr">
            <a:noAutofit/>
          </a:bodyPr>
          <a:lstStyle>
            <a:lvl1pPr>
              <a:defRPr lang="en-IN" sz="2000" b="1" dirty="0">
                <a:solidFill>
                  <a:schemeClr val="bg1"/>
                </a:solidFill>
                <a:latin typeface="Barlow" panose="00000500000000000000" pitchFamily="2" charset="0"/>
              </a:defRPr>
            </a:lvl1pPr>
          </a:lstStyle>
          <a:p>
            <a:pPr marL="0" lvl="0" indent="0" algn="ctr">
              <a:buNone/>
            </a:pPr>
            <a:r>
              <a:rPr lang="en-US"/>
              <a:t>01</a:t>
            </a:r>
            <a:endParaRPr lang="en-IN"/>
          </a:p>
        </p:txBody>
      </p:sp>
      <p:sp>
        <p:nvSpPr>
          <p:cNvPr id="79" name="Content Placeholder 50">
            <a:extLst>
              <a:ext uri="{FF2B5EF4-FFF2-40B4-BE49-F238E27FC236}">
                <a16:creationId xmlns:a16="http://schemas.microsoft.com/office/drawing/2014/main" id="{2EF26B25-D3D9-65C3-CA17-9CE195B2D629}"/>
              </a:ext>
            </a:extLst>
          </p:cNvPr>
          <p:cNvSpPr>
            <a:spLocks noGrp="1"/>
          </p:cNvSpPr>
          <p:nvPr>
            <p:ph sz="quarter" idx="15" hasCustomPrompt="1"/>
          </p:nvPr>
        </p:nvSpPr>
        <p:spPr>
          <a:xfrm>
            <a:off x="5020621" y="406822"/>
            <a:ext cx="760960" cy="760960"/>
          </a:xfrm>
          <a:prstGeom prst="ellipse">
            <a:avLst/>
          </a:prstGeom>
          <a:solidFill>
            <a:schemeClr val="tx2"/>
          </a:solidFill>
          <a:ln w="76200">
            <a:solidFill>
              <a:schemeClr val="bg2"/>
            </a:solidFill>
          </a:ln>
        </p:spPr>
        <p:txBody>
          <a:bodyPr tIns="91440" bIns="91440" anchor="ctr">
            <a:noAutofit/>
          </a:bodyPr>
          <a:lstStyle>
            <a:lvl1pPr marL="0" indent="0" algn="ctr">
              <a:buNone/>
              <a:defRPr lang="en-IN" sz="2000" b="1" kern="1200" dirty="0">
                <a:solidFill>
                  <a:schemeClr val="bg1"/>
                </a:solidFill>
                <a:latin typeface="Barlow" panose="00000500000000000000" pitchFamily="2" charset="0"/>
                <a:ea typeface="Open Sans" pitchFamily="2" charset="0"/>
                <a:cs typeface="Open Sans" pitchFamily="2" charset="0"/>
              </a:defRPr>
            </a:lvl1pPr>
          </a:lstStyle>
          <a:p>
            <a:pPr lvl="0"/>
            <a:r>
              <a:rPr lang="en-US"/>
              <a:t>02</a:t>
            </a:r>
            <a:endParaRPr lang="en-IN"/>
          </a:p>
        </p:txBody>
      </p:sp>
      <p:sp>
        <p:nvSpPr>
          <p:cNvPr id="80" name="Content Placeholder 50">
            <a:extLst>
              <a:ext uri="{FF2B5EF4-FFF2-40B4-BE49-F238E27FC236}">
                <a16:creationId xmlns:a16="http://schemas.microsoft.com/office/drawing/2014/main" id="{ED169606-3BF2-0717-5600-A633B533506D}"/>
              </a:ext>
            </a:extLst>
          </p:cNvPr>
          <p:cNvSpPr>
            <a:spLocks noGrp="1"/>
          </p:cNvSpPr>
          <p:nvPr>
            <p:ph sz="quarter" idx="16" hasCustomPrompt="1"/>
          </p:nvPr>
        </p:nvSpPr>
        <p:spPr>
          <a:xfrm>
            <a:off x="6316431" y="1914818"/>
            <a:ext cx="760960" cy="760960"/>
          </a:xfrm>
          <a:prstGeom prst="ellipse">
            <a:avLst/>
          </a:prstGeom>
          <a:solidFill>
            <a:schemeClr val="tx2"/>
          </a:solidFill>
          <a:ln w="76200">
            <a:solidFill>
              <a:schemeClr val="bg2"/>
            </a:solidFill>
          </a:ln>
        </p:spPr>
        <p:txBody>
          <a:bodyPr vert="horz" lIns="91440" tIns="91440" rIns="91440" bIns="91440" rtlCol="0" anchor="ctr">
            <a:noAutofit/>
          </a:bodyPr>
          <a:lstStyle>
            <a:lvl1pPr>
              <a:defRPr lang="en-IN" sz="2000" b="1" dirty="0">
                <a:solidFill>
                  <a:schemeClr val="bg1"/>
                </a:solidFill>
                <a:latin typeface="Barlow" panose="00000500000000000000" pitchFamily="2" charset="0"/>
              </a:defRPr>
            </a:lvl1pPr>
          </a:lstStyle>
          <a:p>
            <a:pPr marL="0" lvl="0" indent="0" algn="ctr">
              <a:buNone/>
            </a:pPr>
            <a:r>
              <a:rPr lang="en-US"/>
              <a:t>05</a:t>
            </a:r>
            <a:endParaRPr lang="en-IN"/>
          </a:p>
        </p:txBody>
      </p:sp>
      <p:sp>
        <p:nvSpPr>
          <p:cNvPr id="81" name="Content Placeholder 50">
            <a:extLst>
              <a:ext uri="{FF2B5EF4-FFF2-40B4-BE49-F238E27FC236}">
                <a16:creationId xmlns:a16="http://schemas.microsoft.com/office/drawing/2014/main" id="{5D4638D9-9C1D-5220-DC1F-57BEB178AE33}"/>
              </a:ext>
            </a:extLst>
          </p:cNvPr>
          <p:cNvSpPr>
            <a:spLocks noGrp="1"/>
          </p:cNvSpPr>
          <p:nvPr>
            <p:ph sz="quarter" idx="17" hasCustomPrompt="1"/>
          </p:nvPr>
        </p:nvSpPr>
        <p:spPr>
          <a:xfrm>
            <a:off x="9974679" y="1906980"/>
            <a:ext cx="760960" cy="760960"/>
          </a:xfrm>
          <a:prstGeom prst="ellipse">
            <a:avLst/>
          </a:prstGeom>
          <a:solidFill>
            <a:schemeClr val="tx2"/>
          </a:solidFill>
          <a:ln w="76200">
            <a:solidFill>
              <a:schemeClr val="bg2"/>
            </a:solidFill>
          </a:ln>
        </p:spPr>
        <p:txBody>
          <a:bodyPr tIns="91440" bIns="91440" anchor="ctr">
            <a:noAutofit/>
          </a:bodyPr>
          <a:lstStyle>
            <a:lvl1pPr marL="0" indent="0" algn="ctr">
              <a:buNone/>
              <a:defRPr sz="2000" b="1">
                <a:solidFill>
                  <a:schemeClr val="bg1"/>
                </a:solidFill>
                <a:latin typeface="Barlow" panose="00000500000000000000" pitchFamily="2" charset="0"/>
              </a:defRPr>
            </a:lvl1pPr>
          </a:lstStyle>
          <a:p>
            <a:pPr lvl="0"/>
            <a:r>
              <a:rPr lang="en-US"/>
              <a:t>04</a:t>
            </a:r>
            <a:endParaRPr lang="en-IN"/>
          </a:p>
        </p:txBody>
      </p:sp>
      <p:sp>
        <p:nvSpPr>
          <p:cNvPr id="83" name="Content Placeholder 50">
            <a:extLst>
              <a:ext uri="{FF2B5EF4-FFF2-40B4-BE49-F238E27FC236}">
                <a16:creationId xmlns:a16="http://schemas.microsoft.com/office/drawing/2014/main" id="{50645EBC-1FF7-8BF3-5BB7-7B78F857C84C}"/>
              </a:ext>
            </a:extLst>
          </p:cNvPr>
          <p:cNvSpPr>
            <a:spLocks noGrp="1"/>
          </p:cNvSpPr>
          <p:nvPr>
            <p:ph sz="quarter" idx="19" hasCustomPrompt="1"/>
          </p:nvPr>
        </p:nvSpPr>
        <p:spPr>
          <a:xfrm>
            <a:off x="9040538" y="3383083"/>
            <a:ext cx="760960" cy="760960"/>
          </a:xfrm>
          <a:prstGeom prst="ellipse">
            <a:avLst/>
          </a:prstGeom>
          <a:solidFill>
            <a:schemeClr val="tx2"/>
          </a:solidFill>
          <a:ln w="76200">
            <a:solidFill>
              <a:schemeClr val="bg2"/>
            </a:solidFill>
          </a:ln>
        </p:spPr>
        <p:txBody>
          <a:bodyPr tIns="91440" bIns="91440" anchor="ctr">
            <a:noAutofit/>
          </a:bodyPr>
          <a:lstStyle>
            <a:lvl1pPr marL="0" indent="0" algn="ctr">
              <a:buNone/>
              <a:defRPr sz="2000" b="1">
                <a:solidFill>
                  <a:schemeClr val="bg1"/>
                </a:solidFill>
                <a:latin typeface="Barlow" panose="00000500000000000000" pitchFamily="2" charset="0"/>
              </a:defRPr>
            </a:lvl1pPr>
          </a:lstStyle>
          <a:p>
            <a:pPr lvl="0"/>
            <a:r>
              <a:rPr lang="en-US"/>
              <a:t>09</a:t>
            </a:r>
            <a:endParaRPr lang="en-IN"/>
          </a:p>
        </p:txBody>
      </p:sp>
      <p:sp>
        <p:nvSpPr>
          <p:cNvPr id="84" name="Content Placeholder 50">
            <a:extLst>
              <a:ext uri="{FF2B5EF4-FFF2-40B4-BE49-F238E27FC236}">
                <a16:creationId xmlns:a16="http://schemas.microsoft.com/office/drawing/2014/main" id="{12F5A052-E631-1F24-1762-E6676FD03218}"/>
              </a:ext>
            </a:extLst>
          </p:cNvPr>
          <p:cNvSpPr>
            <a:spLocks noGrp="1"/>
          </p:cNvSpPr>
          <p:nvPr>
            <p:ph sz="quarter" idx="20" hasCustomPrompt="1"/>
          </p:nvPr>
        </p:nvSpPr>
        <p:spPr>
          <a:xfrm>
            <a:off x="2658183" y="1891640"/>
            <a:ext cx="760960" cy="760960"/>
          </a:xfrm>
          <a:prstGeom prst="ellipse">
            <a:avLst/>
          </a:prstGeom>
          <a:solidFill>
            <a:schemeClr val="tx2"/>
          </a:solidFill>
          <a:ln w="76200">
            <a:solidFill>
              <a:schemeClr val="bg2"/>
            </a:solidFill>
          </a:ln>
        </p:spPr>
        <p:txBody>
          <a:bodyPr tIns="91440" bIns="91440" anchor="ctr">
            <a:noAutofit/>
          </a:bodyPr>
          <a:lstStyle>
            <a:lvl1pPr marL="0" indent="0" algn="ctr">
              <a:buNone/>
              <a:defRPr sz="2000" b="1">
                <a:solidFill>
                  <a:schemeClr val="bg1"/>
                </a:solidFill>
                <a:latin typeface="Barlow" panose="00000500000000000000" pitchFamily="2" charset="0"/>
              </a:defRPr>
            </a:lvl1pPr>
          </a:lstStyle>
          <a:p>
            <a:pPr lvl="0"/>
            <a:r>
              <a:rPr lang="en-US"/>
              <a:t>06</a:t>
            </a:r>
            <a:endParaRPr lang="en-IN"/>
          </a:p>
        </p:txBody>
      </p:sp>
      <p:sp>
        <p:nvSpPr>
          <p:cNvPr id="85" name="Content Placeholder 50">
            <a:extLst>
              <a:ext uri="{FF2B5EF4-FFF2-40B4-BE49-F238E27FC236}">
                <a16:creationId xmlns:a16="http://schemas.microsoft.com/office/drawing/2014/main" id="{11758FA9-0D18-8326-1972-2FBDB30BEB42}"/>
              </a:ext>
            </a:extLst>
          </p:cNvPr>
          <p:cNvSpPr>
            <a:spLocks noGrp="1"/>
          </p:cNvSpPr>
          <p:nvPr>
            <p:ph sz="quarter" idx="21" hasCustomPrompt="1"/>
          </p:nvPr>
        </p:nvSpPr>
        <p:spPr>
          <a:xfrm>
            <a:off x="2175730" y="3344112"/>
            <a:ext cx="760960" cy="760960"/>
          </a:xfrm>
          <a:prstGeom prst="ellipse">
            <a:avLst/>
          </a:prstGeom>
          <a:solidFill>
            <a:schemeClr val="tx2"/>
          </a:solidFill>
          <a:ln w="76200">
            <a:solidFill>
              <a:schemeClr val="bg2"/>
            </a:solidFill>
          </a:ln>
        </p:spPr>
        <p:txBody>
          <a:bodyPr vert="horz" lIns="91440" tIns="91440" rIns="91440" bIns="91440" rtlCol="0">
            <a:noAutofit/>
          </a:bodyPr>
          <a:lstStyle>
            <a:lvl1pPr>
              <a:defRPr lang="en-IN" sz="2000" b="1" dirty="0">
                <a:solidFill>
                  <a:schemeClr val="bg1"/>
                </a:solidFill>
                <a:latin typeface="Barlow" panose="00000500000000000000" pitchFamily="2" charset="0"/>
              </a:defRPr>
            </a:lvl1pPr>
          </a:lstStyle>
          <a:p>
            <a:pPr marL="0" lvl="0" indent="0" algn="ctr">
              <a:buNone/>
            </a:pPr>
            <a:r>
              <a:rPr lang="en-US"/>
              <a:t>07</a:t>
            </a:r>
            <a:endParaRPr lang="en-IN"/>
          </a:p>
        </p:txBody>
      </p:sp>
      <p:sp>
        <p:nvSpPr>
          <p:cNvPr id="86" name="Content Placeholder 50">
            <a:extLst>
              <a:ext uri="{FF2B5EF4-FFF2-40B4-BE49-F238E27FC236}">
                <a16:creationId xmlns:a16="http://schemas.microsoft.com/office/drawing/2014/main" id="{F5CAD0D1-3B56-853B-912E-DD33A50C76DA}"/>
              </a:ext>
            </a:extLst>
          </p:cNvPr>
          <p:cNvSpPr>
            <a:spLocks noGrp="1"/>
          </p:cNvSpPr>
          <p:nvPr>
            <p:ph sz="quarter" idx="22" hasCustomPrompt="1"/>
          </p:nvPr>
        </p:nvSpPr>
        <p:spPr>
          <a:xfrm>
            <a:off x="5621903" y="3369889"/>
            <a:ext cx="760960" cy="760960"/>
          </a:xfrm>
          <a:prstGeom prst="ellipse">
            <a:avLst/>
          </a:prstGeom>
          <a:solidFill>
            <a:schemeClr val="tx2"/>
          </a:solidFill>
          <a:ln w="76200">
            <a:solidFill>
              <a:schemeClr val="bg2"/>
            </a:solidFill>
          </a:ln>
        </p:spPr>
        <p:txBody>
          <a:bodyPr tIns="91440" bIns="91440">
            <a:noAutofit/>
          </a:bodyPr>
          <a:lstStyle>
            <a:lvl1pPr marL="0" indent="0" algn="ctr">
              <a:buNone/>
              <a:defRPr lang="en-IN" sz="2000" b="1" kern="1200" dirty="0">
                <a:solidFill>
                  <a:schemeClr val="bg1"/>
                </a:solidFill>
                <a:latin typeface="Barlow" panose="00000500000000000000" pitchFamily="2" charset="0"/>
                <a:ea typeface="Open Sans" pitchFamily="2" charset="0"/>
                <a:cs typeface="Open Sans" pitchFamily="2" charset="0"/>
              </a:defRPr>
            </a:lvl1pPr>
          </a:lstStyle>
          <a:p>
            <a:pPr lvl="0"/>
            <a:r>
              <a:rPr lang="en-US"/>
              <a:t>08</a:t>
            </a:r>
            <a:endParaRPr lang="en-IN"/>
          </a:p>
        </p:txBody>
      </p:sp>
      <p:sp>
        <p:nvSpPr>
          <p:cNvPr id="87" name="Content Placeholder 50">
            <a:extLst>
              <a:ext uri="{FF2B5EF4-FFF2-40B4-BE49-F238E27FC236}">
                <a16:creationId xmlns:a16="http://schemas.microsoft.com/office/drawing/2014/main" id="{AB6D3CC3-B577-59E2-851C-FAF65AE0A58E}"/>
              </a:ext>
            </a:extLst>
          </p:cNvPr>
          <p:cNvSpPr>
            <a:spLocks noGrp="1"/>
          </p:cNvSpPr>
          <p:nvPr>
            <p:ph sz="quarter" idx="23" hasCustomPrompt="1"/>
          </p:nvPr>
        </p:nvSpPr>
        <p:spPr>
          <a:xfrm>
            <a:off x="8591787" y="406822"/>
            <a:ext cx="760960" cy="760960"/>
          </a:xfrm>
          <a:prstGeom prst="ellipse">
            <a:avLst/>
          </a:prstGeom>
          <a:solidFill>
            <a:schemeClr val="tx2"/>
          </a:solidFill>
          <a:ln w="76200">
            <a:solidFill>
              <a:schemeClr val="bg2"/>
            </a:solidFill>
          </a:ln>
        </p:spPr>
        <p:txBody>
          <a:bodyPr vert="horz" lIns="91440" tIns="91440" rIns="91440" bIns="91440" rtlCol="0" anchor="ctr">
            <a:noAutofit/>
          </a:bodyPr>
          <a:lstStyle>
            <a:lvl1pPr>
              <a:defRPr lang="en-IN" sz="2000" b="1" dirty="0">
                <a:solidFill>
                  <a:schemeClr val="bg1"/>
                </a:solidFill>
                <a:latin typeface="Barlow" panose="00000500000000000000" pitchFamily="2" charset="0"/>
              </a:defRPr>
            </a:lvl1pPr>
          </a:lstStyle>
          <a:p>
            <a:pPr marL="0" lvl="0" indent="0" algn="ctr">
              <a:buNone/>
            </a:pPr>
            <a:r>
              <a:rPr lang="en-US"/>
              <a:t>04</a:t>
            </a:r>
            <a:endParaRPr lang="en-IN"/>
          </a:p>
        </p:txBody>
      </p:sp>
      <p:sp>
        <p:nvSpPr>
          <p:cNvPr id="88" name="Content Placeholder 50">
            <a:extLst>
              <a:ext uri="{FF2B5EF4-FFF2-40B4-BE49-F238E27FC236}">
                <a16:creationId xmlns:a16="http://schemas.microsoft.com/office/drawing/2014/main" id="{BF653D63-A095-1492-3077-9AECBA457078}"/>
              </a:ext>
            </a:extLst>
          </p:cNvPr>
          <p:cNvSpPr>
            <a:spLocks noGrp="1"/>
          </p:cNvSpPr>
          <p:nvPr>
            <p:ph sz="quarter" idx="24" hasCustomPrompt="1"/>
          </p:nvPr>
        </p:nvSpPr>
        <p:spPr>
          <a:xfrm>
            <a:off x="5020621" y="4814228"/>
            <a:ext cx="760960" cy="760960"/>
          </a:xfrm>
          <a:prstGeom prst="ellipse">
            <a:avLst/>
          </a:prstGeom>
          <a:solidFill>
            <a:schemeClr val="tx2"/>
          </a:solidFill>
          <a:ln w="76200">
            <a:solidFill>
              <a:schemeClr val="bg2"/>
            </a:solidFill>
          </a:ln>
        </p:spPr>
        <p:txBody>
          <a:bodyPr vert="horz" lIns="91440" tIns="91440" rIns="91440" bIns="91440" rtlCol="0" anchor="ctr">
            <a:noAutofit/>
          </a:bodyPr>
          <a:lstStyle>
            <a:lvl1pPr>
              <a:defRPr lang="en-IN" sz="2000" b="1" dirty="0">
                <a:solidFill>
                  <a:schemeClr val="bg1"/>
                </a:solidFill>
                <a:latin typeface="Barlow" panose="00000500000000000000" pitchFamily="2" charset="0"/>
              </a:defRPr>
            </a:lvl1pPr>
          </a:lstStyle>
          <a:p>
            <a:pPr marL="0" lvl="0" indent="0" algn="ctr">
              <a:buNone/>
            </a:pPr>
            <a:r>
              <a:rPr lang="en-US"/>
              <a:t>11</a:t>
            </a:r>
            <a:endParaRPr lang="en-IN"/>
          </a:p>
        </p:txBody>
      </p:sp>
      <p:sp>
        <p:nvSpPr>
          <p:cNvPr id="89" name="Content Placeholder 50">
            <a:extLst>
              <a:ext uri="{FF2B5EF4-FFF2-40B4-BE49-F238E27FC236}">
                <a16:creationId xmlns:a16="http://schemas.microsoft.com/office/drawing/2014/main" id="{52AF807D-C4F4-ECAE-C08B-D33BC123C39D}"/>
              </a:ext>
            </a:extLst>
          </p:cNvPr>
          <p:cNvSpPr>
            <a:spLocks noGrp="1"/>
          </p:cNvSpPr>
          <p:nvPr>
            <p:ph sz="quarter" idx="25" hasCustomPrompt="1"/>
          </p:nvPr>
        </p:nvSpPr>
        <p:spPr>
          <a:xfrm>
            <a:off x="8584638" y="4833398"/>
            <a:ext cx="760960" cy="760960"/>
          </a:xfrm>
          <a:prstGeom prst="ellipse">
            <a:avLst/>
          </a:prstGeom>
          <a:solidFill>
            <a:schemeClr val="tx2"/>
          </a:solidFill>
          <a:ln w="76200">
            <a:solidFill>
              <a:schemeClr val="bg2"/>
            </a:solidFill>
          </a:ln>
        </p:spPr>
        <p:txBody>
          <a:bodyPr tIns="91440" bIns="91440" anchor="ctr">
            <a:noAutofit/>
          </a:bodyPr>
          <a:lstStyle>
            <a:lvl1pPr marL="0" indent="0" algn="ctr">
              <a:buNone/>
              <a:defRPr sz="2000" b="1">
                <a:solidFill>
                  <a:schemeClr val="bg1"/>
                </a:solidFill>
                <a:latin typeface="Barlow" panose="00000500000000000000" pitchFamily="2" charset="0"/>
              </a:defRPr>
            </a:lvl1pPr>
          </a:lstStyle>
          <a:p>
            <a:pPr lvl="0"/>
            <a:r>
              <a:rPr lang="en-US"/>
              <a:t>10</a:t>
            </a:r>
            <a:endParaRPr lang="en-IN"/>
          </a:p>
        </p:txBody>
      </p:sp>
      <p:sp>
        <p:nvSpPr>
          <p:cNvPr id="91" name="Content Placeholder 50">
            <a:extLst>
              <a:ext uri="{FF2B5EF4-FFF2-40B4-BE49-F238E27FC236}">
                <a16:creationId xmlns:a16="http://schemas.microsoft.com/office/drawing/2014/main" id="{CD059482-EBA5-A35C-7937-5A2B40CB3707}"/>
              </a:ext>
            </a:extLst>
          </p:cNvPr>
          <p:cNvSpPr>
            <a:spLocks noGrp="1"/>
          </p:cNvSpPr>
          <p:nvPr>
            <p:ph sz="quarter" idx="26" hasCustomPrompt="1"/>
          </p:nvPr>
        </p:nvSpPr>
        <p:spPr>
          <a:xfrm>
            <a:off x="330941" y="4679277"/>
            <a:ext cx="1030862" cy="1030862"/>
          </a:xfrm>
          <a:prstGeom prst="ellipse">
            <a:avLst/>
          </a:prstGeom>
          <a:noFill/>
          <a:ln w="76200">
            <a:noFill/>
          </a:ln>
        </p:spPr>
        <p:txBody>
          <a:bodyPr vert="horz" lIns="91440" tIns="91440" rIns="91440" bIns="91440" rtlCol="0" anchor="ctr">
            <a:noAutofit/>
          </a:bodyPr>
          <a:lstStyle>
            <a:lvl1pPr>
              <a:defRPr lang="en-IN" sz="1400" b="0" dirty="0">
                <a:solidFill>
                  <a:schemeClr val="tx2"/>
                </a:solidFill>
                <a:latin typeface="Barlow" panose="00000500000000000000" pitchFamily="2" charset="0"/>
              </a:defRPr>
            </a:lvl1pPr>
          </a:lstStyle>
          <a:p>
            <a:pPr marL="0" lvl="0" indent="0" algn="ctr">
              <a:buNone/>
            </a:pPr>
            <a:r>
              <a:rPr lang="en-US"/>
              <a:t>Insert Icon Here</a:t>
            </a:r>
            <a:endParaRPr lang="en-IN"/>
          </a:p>
        </p:txBody>
      </p:sp>
      <p:sp>
        <p:nvSpPr>
          <p:cNvPr id="92" name="Text Placeholder 37">
            <a:extLst>
              <a:ext uri="{FF2B5EF4-FFF2-40B4-BE49-F238E27FC236}">
                <a16:creationId xmlns:a16="http://schemas.microsoft.com/office/drawing/2014/main" id="{F3D3EE0B-3F65-C3E3-E520-5439C4055450}"/>
              </a:ext>
            </a:extLst>
          </p:cNvPr>
          <p:cNvSpPr>
            <a:spLocks noGrp="1"/>
          </p:cNvSpPr>
          <p:nvPr>
            <p:ph type="body" sz="quarter" idx="36" hasCustomPrompt="1"/>
          </p:nvPr>
        </p:nvSpPr>
        <p:spPr>
          <a:xfrm>
            <a:off x="689363" y="1251754"/>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3" name="Text Placeholder 37">
            <a:extLst>
              <a:ext uri="{FF2B5EF4-FFF2-40B4-BE49-F238E27FC236}">
                <a16:creationId xmlns:a16="http://schemas.microsoft.com/office/drawing/2014/main" id="{5175113E-7DFE-4862-6F71-815DA10E95AB}"/>
              </a:ext>
            </a:extLst>
          </p:cNvPr>
          <p:cNvSpPr>
            <a:spLocks noGrp="1"/>
          </p:cNvSpPr>
          <p:nvPr>
            <p:ph type="body" sz="quarter" idx="37" hasCustomPrompt="1"/>
          </p:nvPr>
        </p:nvSpPr>
        <p:spPr>
          <a:xfrm>
            <a:off x="4256955" y="1243381"/>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4" name="Text Placeholder 37">
            <a:extLst>
              <a:ext uri="{FF2B5EF4-FFF2-40B4-BE49-F238E27FC236}">
                <a16:creationId xmlns:a16="http://schemas.microsoft.com/office/drawing/2014/main" id="{418E5980-45CC-9DC8-BB36-9BD8051D75C7}"/>
              </a:ext>
            </a:extLst>
          </p:cNvPr>
          <p:cNvSpPr>
            <a:spLocks noGrp="1"/>
          </p:cNvSpPr>
          <p:nvPr>
            <p:ph type="body" sz="quarter" idx="38" hasCustomPrompt="1"/>
          </p:nvPr>
        </p:nvSpPr>
        <p:spPr>
          <a:xfrm>
            <a:off x="7824547" y="1244222"/>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5" name="Text Placeholder 37">
            <a:extLst>
              <a:ext uri="{FF2B5EF4-FFF2-40B4-BE49-F238E27FC236}">
                <a16:creationId xmlns:a16="http://schemas.microsoft.com/office/drawing/2014/main" id="{D1546AC0-0B93-45D2-34FB-ABCE06A01E42}"/>
              </a:ext>
            </a:extLst>
          </p:cNvPr>
          <p:cNvSpPr>
            <a:spLocks noGrp="1"/>
          </p:cNvSpPr>
          <p:nvPr>
            <p:ph type="body" sz="quarter" idx="39" hasCustomPrompt="1"/>
          </p:nvPr>
        </p:nvSpPr>
        <p:spPr>
          <a:xfrm>
            <a:off x="5556339" y="2712705"/>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6" name="Text Placeholder 37">
            <a:extLst>
              <a:ext uri="{FF2B5EF4-FFF2-40B4-BE49-F238E27FC236}">
                <a16:creationId xmlns:a16="http://schemas.microsoft.com/office/drawing/2014/main" id="{20E4F732-F314-617C-6E12-542FD120025E}"/>
              </a:ext>
            </a:extLst>
          </p:cNvPr>
          <p:cNvSpPr>
            <a:spLocks noGrp="1"/>
          </p:cNvSpPr>
          <p:nvPr>
            <p:ph type="body" sz="quarter" idx="40" hasCustomPrompt="1"/>
          </p:nvPr>
        </p:nvSpPr>
        <p:spPr>
          <a:xfrm>
            <a:off x="9214587" y="2723147"/>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7" name="Text Placeholder 37">
            <a:extLst>
              <a:ext uri="{FF2B5EF4-FFF2-40B4-BE49-F238E27FC236}">
                <a16:creationId xmlns:a16="http://schemas.microsoft.com/office/drawing/2014/main" id="{E2A654D5-C917-1105-3952-150FDE39BD2E}"/>
              </a:ext>
            </a:extLst>
          </p:cNvPr>
          <p:cNvSpPr>
            <a:spLocks noGrp="1"/>
          </p:cNvSpPr>
          <p:nvPr>
            <p:ph type="body" sz="quarter" idx="41" hasCustomPrompt="1"/>
          </p:nvPr>
        </p:nvSpPr>
        <p:spPr>
          <a:xfrm>
            <a:off x="1898091" y="2712705"/>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8" name="Text Placeholder 37">
            <a:extLst>
              <a:ext uri="{FF2B5EF4-FFF2-40B4-BE49-F238E27FC236}">
                <a16:creationId xmlns:a16="http://schemas.microsoft.com/office/drawing/2014/main" id="{709C953B-8B9B-EE3B-A0C6-FDA649749300}"/>
              </a:ext>
            </a:extLst>
          </p:cNvPr>
          <p:cNvSpPr>
            <a:spLocks noGrp="1"/>
          </p:cNvSpPr>
          <p:nvPr>
            <p:ph type="body" sz="quarter" idx="42" hasCustomPrompt="1"/>
          </p:nvPr>
        </p:nvSpPr>
        <p:spPr>
          <a:xfrm>
            <a:off x="1436914" y="4162927"/>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9" name="Text Placeholder 37">
            <a:extLst>
              <a:ext uri="{FF2B5EF4-FFF2-40B4-BE49-F238E27FC236}">
                <a16:creationId xmlns:a16="http://schemas.microsoft.com/office/drawing/2014/main" id="{E54B5282-6556-B135-D3AA-0C8E2065E727}"/>
              </a:ext>
            </a:extLst>
          </p:cNvPr>
          <p:cNvSpPr>
            <a:spLocks noGrp="1"/>
          </p:cNvSpPr>
          <p:nvPr>
            <p:ph type="body" sz="quarter" idx="43" hasCustomPrompt="1"/>
          </p:nvPr>
        </p:nvSpPr>
        <p:spPr>
          <a:xfrm>
            <a:off x="4861811" y="4165415"/>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00" name="Text Placeholder 37">
            <a:extLst>
              <a:ext uri="{FF2B5EF4-FFF2-40B4-BE49-F238E27FC236}">
                <a16:creationId xmlns:a16="http://schemas.microsoft.com/office/drawing/2014/main" id="{AC85B1F9-F1F4-95BD-1CA4-B61F5C0A0531}"/>
              </a:ext>
            </a:extLst>
          </p:cNvPr>
          <p:cNvSpPr>
            <a:spLocks noGrp="1"/>
          </p:cNvSpPr>
          <p:nvPr>
            <p:ph type="body" sz="quarter" idx="44" hasCustomPrompt="1"/>
          </p:nvPr>
        </p:nvSpPr>
        <p:spPr>
          <a:xfrm>
            <a:off x="8286708" y="4165051"/>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01" name="Text Placeholder 37">
            <a:extLst>
              <a:ext uri="{FF2B5EF4-FFF2-40B4-BE49-F238E27FC236}">
                <a16:creationId xmlns:a16="http://schemas.microsoft.com/office/drawing/2014/main" id="{2FE681A2-F6EC-1711-D174-E643B3F083A0}"/>
              </a:ext>
            </a:extLst>
          </p:cNvPr>
          <p:cNvSpPr>
            <a:spLocks noGrp="1"/>
          </p:cNvSpPr>
          <p:nvPr>
            <p:ph type="body" sz="quarter" idx="45" hasCustomPrompt="1"/>
          </p:nvPr>
        </p:nvSpPr>
        <p:spPr>
          <a:xfrm>
            <a:off x="7843195" y="5600905"/>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02" name="Content Placeholder 50">
            <a:extLst>
              <a:ext uri="{FF2B5EF4-FFF2-40B4-BE49-F238E27FC236}">
                <a16:creationId xmlns:a16="http://schemas.microsoft.com/office/drawing/2014/main" id="{26F14AC0-FE75-621F-87E1-90482F5D4B06}"/>
              </a:ext>
            </a:extLst>
          </p:cNvPr>
          <p:cNvSpPr>
            <a:spLocks noGrp="1"/>
          </p:cNvSpPr>
          <p:nvPr>
            <p:ph sz="quarter" idx="46" hasCustomPrompt="1"/>
          </p:nvPr>
        </p:nvSpPr>
        <p:spPr>
          <a:xfrm>
            <a:off x="1436914" y="4794427"/>
            <a:ext cx="760960" cy="760960"/>
          </a:xfrm>
          <a:prstGeom prst="ellipse">
            <a:avLst/>
          </a:prstGeom>
          <a:solidFill>
            <a:schemeClr val="tx2"/>
          </a:solidFill>
          <a:ln w="76200">
            <a:solidFill>
              <a:schemeClr val="bg2"/>
            </a:solidFill>
          </a:ln>
        </p:spPr>
        <p:txBody>
          <a:bodyPr vert="horz" lIns="91440" tIns="91440" rIns="91440" bIns="91440" rtlCol="0" anchor="ctr">
            <a:noAutofit/>
          </a:bodyPr>
          <a:lstStyle>
            <a:lvl1pPr>
              <a:defRPr lang="en-IN" sz="2000" b="1" dirty="0">
                <a:solidFill>
                  <a:schemeClr val="bg1"/>
                </a:solidFill>
                <a:latin typeface="Barlow" panose="00000500000000000000" pitchFamily="2" charset="0"/>
              </a:defRPr>
            </a:lvl1pPr>
          </a:lstStyle>
          <a:p>
            <a:pPr marL="0" lvl="0" indent="0" algn="ctr">
              <a:buNone/>
            </a:pPr>
            <a:r>
              <a:rPr lang="en-US"/>
              <a:t>12</a:t>
            </a:r>
            <a:endParaRPr lang="en-IN"/>
          </a:p>
        </p:txBody>
      </p:sp>
      <p:sp>
        <p:nvSpPr>
          <p:cNvPr id="103" name="Text Placeholder 37">
            <a:extLst>
              <a:ext uri="{FF2B5EF4-FFF2-40B4-BE49-F238E27FC236}">
                <a16:creationId xmlns:a16="http://schemas.microsoft.com/office/drawing/2014/main" id="{E4677AE7-013A-3D70-3DC7-37EA2F939328}"/>
              </a:ext>
            </a:extLst>
          </p:cNvPr>
          <p:cNvSpPr>
            <a:spLocks noGrp="1"/>
          </p:cNvSpPr>
          <p:nvPr>
            <p:ph type="body" sz="quarter" idx="47" hasCustomPrompt="1"/>
          </p:nvPr>
        </p:nvSpPr>
        <p:spPr>
          <a:xfrm>
            <a:off x="4256955" y="5600905"/>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04" name="Text Placeholder 37">
            <a:extLst>
              <a:ext uri="{FF2B5EF4-FFF2-40B4-BE49-F238E27FC236}">
                <a16:creationId xmlns:a16="http://schemas.microsoft.com/office/drawing/2014/main" id="{7E943531-4F9E-D05F-7096-46011B27DEEE}"/>
              </a:ext>
            </a:extLst>
          </p:cNvPr>
          <p:cNvSpPr>
            <a:spLocks noGrp="1"/>
          </p:cNvSpPr>
          <p:nvPr>
            <p:ph type="body" sz="quarter" idx="48" hasCustomPrompt="1"/>
          </p:nvPr>
        </p:nvSpPr>
        <p:spPr>
          <a:xfrm>
            <a:off x="676822" y="5600905"/>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11" name="Isosceles Triangle 110">
            <a:extLst>
              <a:ext uri="{FF2B5EF4-FFF2-40B4-BE49-F238E27FC236}">
                <a16:creationId xmlns:a16="http://schemas.microsoft.com/office/drawing/2014/main" id="{24910E83-DEEB-F7EE-EF42-3FB3801ACA29}"/>
              </a:ext>
            </a:extLst>
          </p:cNvPr>
          <p:cNvSpPr/>
          <p:nvPr userDrawn="1"/>
        </p:nvSpPr>
        <p:spPr>
          <a:xfrm rot="5400000">
            <a:off x="3622542" y="589590"/>
            <a:ext cx="338901" cy="369271"/>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 name="Isosceles Triangle 111">
            <a:extLst>
              <a:ext uri="{FF2B5EF4-FFF2-40B4-BE49-F238E27FC236}">
                <a16:creationId xmlns:a16="http://schemas.microsoft.com/office/drawing/2014/main" id="{7E5E0CF2-E878-328A-1D5E-83664160472E}"/>
              </a:ext>
            </a:extLst>
          </p:cNvPr>
          <p:cNvSpPr/>
          <p:nvPr userDrawn="1"/>
        </p:nvSpPr>
        <p:spPr>
          <a:xfrm rot="5400000">
            <a:off x="7654601" y="3555187"/>
            <a:ext cx="338901" cy="369271"/>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3" name="Isosceles Triangle 112">
            <a:extLst>
              <a:ext uri="{FF2B5EF4-FFF2-40B4-BE49-F238E27FC236}">
                <a16:creationId xmlns:a16="http://schemas.microsoft.com/office/drawing/2014/main" id="{30ECA77B-A46D-35ED-D3FE-E3F1F7759055}"/>
              </a:ext>
            </a:extLst>
          </p:cNvPr>
          <p:cNvSpPr/>
          <p:nvPr userDrawn="1"/>
        </p:nvSpPr>
        <p:spPr>
          <a:xfrm rot="16200000">
            <a:off x="4645990" y="2087484"/>
            <a:ext cx="338901" cy="369271"/>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4" name="Isosceles Triangle 113">
            <a:extLst>
              <a:ext uri="{FF2B5EF4-FFF2-40B4-BE49-F238E27FC236}">
                <a16:creationId xmlns:a16="http://schemas.microsoft.com/office/drawing/2014/main" id="{2E22167D-407C-FB57-9EB3-2253F585F9D5}"/>
              </a:ext>
            </a:extLst>
          </p:cNvPr>
          <p:cNvSpPr/>
          <p:nvPr userDrawn="1"/>
        </p:nvSpPr>
        <p:spPr>
          <a:xfrm rot="16200000">
            <a:off x="3477514" y="5031607"/>
            <a:ext cx="338901" cy="369271"/>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89935542"/>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6_Roadmap Zoom-In">
    <p:spTree>
      <p:nvGrpSpPr>
        <p:cNvPr id="1" name=""/>
        <p:cNvGrpSpPr/>
        <p:nvPr/>
      </p:nvGrpSpPr>
      <p:grpSpPr>
        <a:xfrm>
          <a:off x="0" y="0"/>
          <a:ext cx="0" cy="0"/>
          <a:chOff x="0" y="0"/>
          <a:chExt cx="0" cy="0"/>
        </a:xfrm>
      </p:grpSpPr>
      <p:sp>
        <p:nvSpPr>
          <p:cNvPr id="14" name="Picture Placeholder 40">
            <a:extLst>
              <a:ext uri="{FF2B5EF4-FFF2-40B4-BE49-F238E27FC236}">
                <a16:creationId xmlns:a16="http://schemas.microsoft.com/office/drawing/2014/main" id="{A040DD3E-1F33-EF46-7DD8-E703F936E47B}"/>
              </a:ext>
            </a:extLst>
          </p:cNvPr>
          <p:cNvSpPr>
            <a:spLocks noGrp="1"/>
          </p:cNvSpPr>
          <p:nvPr>
            <p:ph type="pic" sz="quarter" idx="13"/>
          </p:nvPr>
        </p:nvSpPr>
        <p:spPr>
          <a:xfrm>
            <a:off x="-2223246" y="-12411263"/>
            <a:ext cx="16566776" cy="14544863"/>
          </a:xfrm>
          <a:prstGeom prst="ellipse">
            <a:avLst/>
          </a:prstGeom>
          <a:noFill/>
        </p:spPr>
        <p:txBody>
          <a:bodyPr/>
          <a:lstStyle/>
          <a:p>
            <a:endParaRPr lang="en-IN"/>
          </a:p>
        </p:txBody>
      </p:sp>
      <p:sp>
        <p:nvSpPr>
          <p:cNvPr id="6" name="Content Placeholder 50">
            <a:extLst>
              <a:ext uri="{FF2B5EF4-FFF2-40B4-BE49-F238E27FC236}">
                <a16:creationId xmlns:a16="http://schemas.microsoft.com/office/drawing/2014/main" id="{CB4594AB-A699-B43B-6D62-86C246FB699D}"/>
              </a:ext>
            </a:extLst>
          </p:cNvPr>
          <p:cNvSpPr>
            <a:spLocks noGrp="1"/>
          </p:cNvSpPr>
          <p:nvPr>
            <p:ph sz="quarter" idx="15" hasCustomPrompt="1"/>
          </p:nvPr>
        </p:nvSpPr>
        <p:spPr>
          <a:xfrm>
            <a:off x="5337261" y="1302417"/>
            <a:ext cx="1517477" cy="1517477"/>
          </a:xfrm>
          <a:prstGeom prst="ellipse">
            <a:avLst/>
          </a:prstGeom>
          <a:solidFill>
            <a:schemeClr val="tx2"/>
          </a:solidFill>
          <a:ln w="76200">
            <a:solidFill>
              <a:schemeClr val="bg2"/>
            </a:solidFill>
          </a:ln>
        </p:spPr>
        <p:txBody>
          <a:bodyPr tIns="91440" bIns="91440" anchor="ctr">
            <a:noAutofit/>
          </a:bodyPr>
          <a:lstStyle>
            <a:lvl1pPr marL="0" indent="0" algn="ctr">
              <a:buNone/>
              <a:defRPr lang="en-IN" sz="3600" b="1" kern="1200" dirty="0">
                <a:solidFill>
                  <a:schemeClr val="bg1"/>
                </a:solidFill>
                <a:latin typeface="Barlow" panose="00000500000000000000" pitchFamily="2" charset="0"/>
                <a:ea typeface="Open Sans" pitchFamily="2" charset="0"/>
                <a:cs typeface="Open Sans" pitchFamily="2" charset="0"/>
              </a:defRPr>
            </a:lvl1pPr>
          </a:lstStyle>
          <a:p>
            <a:pPr lvl="0"/>
            <a:r>
              <a:rPr lang="en-US"/>
              <a:t>01</a:t>
            </a:r>
            <a:endParaRPr lang="en-IN"/>
          </a:p>
        </p:txBody>
      </p:sp>
      <p:sp>
        <p:nvSpPr>
          <p:cNvPr id="7" name="Text Placeholder 37">
            <a:extLst>
              <a:ext uri="{FF2B5EF4-FFF2-40B4-BE49-F238E27FC236}">
                <a16:creationId xmlns:a16="http://schemas.microsoft.com/office/drawing/2014/main" id="{034A5FC7-E079-EC58-476C-0A4F9B151211}"/>
              </a:ext>
            </a:extLst>
          </p:cNvPr>
          <p:cNvSpPr>
            <a:spLocks noGrp="1"/>
          </p:cNvSpPr>
          <p:nvPr>
            <p:ph type="body" sz="quarter" idx="37" hasCustomPrompt="1"/>
          </p:nvPr>
        </p:nvSpPr>
        <p:spPr>
          <a:xfrm>
            <a:off x="3940628" y="2978363"/>
            <a:ext cx="4310742" cy="539871"/>
          </a:xfrm>
        </p:spPr>
        <p:txBody>
          <a:bodyPr>
            <a:noAutofit/>
          </a:bodyPr>
          <a:lstStyle>
            <a:lvl1pPr marL="0" indent="0" algn="ctr">
              <a:buNone/>
              <a:defRPr lang="en-IN" sz="3200" b="1" kern="1200" dirty="0">
                <a:solidFill>
                  <a:schemeClr val="tx2"/>
                </a:solidFill>
                <a:latin typeface="Barlow Medium" panose="00000600000000000000" pitchFamily="2" charset="0"/>
                <a:ea typeface="+mj-ea"/>
                <a:cs typeface="+mj-cs"/>
              </a:defRPr>
            </a:lvl1pPr>
          </a:lstStyle>
          <a:p>
            <a:pPr lvl="0"/>
            <a:r>
              <a:rPr lang="en-US"/>
              <a:t>Click to add text</a:t>
            </a:r>
            <a:endParaRPr lang="en-IN"/>
          </a:p>
        </p:txBody>
      </p:sp>
      <p:sp>
        <p:nvSpPr>
          <p:cNvPr id="9" name="Text Placeholder 2">
            <a:extLst>
              <a:ext uri="{FF2B5EF4-FFF2-40B4-BE49-F238E27FC236}">
                <a16:creationId xmlns:a16="http://schemas.microsoft.com/office/drawing/2014/main" id="{81293E63-5803-F9A5-C6BB-D8C8AA4856B0}"/>
              </a:ext>
            </a:extLst>
          </p:cNvPr>
          <p:cNvSpPr>
            <a:spLocks noGrp="1"/>
          </p:cNvSpPr>
          <p:nvPr>
            <p:ph idx="1"/>
          </p:nvPr>
        </p:nvSpPr>
        <p:spPr>
          <a:xfrm>
            <a:off x="838200" y="3783033"/>
            <a:ext cx="10515600" cy="19523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34042119"/>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1_Agenda/Topics">
    <p:spTree>
      <p:nvGrpSpPr>
        <p:cNvPr id="1" name=""/>
        <p:cNvGrpSpPr/>
        <p:nvPr/>
      </p:nvGrpSpPr>
      <p:grpSpPr>
        <a:xfrm>
          <a:off x="0" y="0"/>
          <a:ext cx="0" cy="0"/>
          <a:chOff x="0" y="0"/>
          <a:chExt cx="0" cy="0"/>
        </a:xfrm>
      </p:grpSpPr>
      <p:sp>
        <p:nvSpPr>
          <p:cNvPr id="8" name="Picture Placeholder 33">
            <a:extLst>
              <a:ext uri="{FF2B5EF4-FFF2-40B4-BE49-F238E27FC236}">
                <a16:creationId xmlns:a16="http://schemas.microsoft.com/office/drawing/2014/main" id="{6EE604FD-48EE-A084-5146-0B4279C892DF}"/>
              </a:ext>
            </a:extLst>
          </p:cNvPr>
          <p:cNvSpPr>
            <a:spLocks noGrp="1"/>
          </p:cNvSpPr>
          <p:nvPr>
            <p:ph type="pic" sz="quarter" idx="11"/>
          </p:nvPr>
        </p:nvSpPr>
        <p:spPr>
          <a:xfrm>
            <a:off x="4598435" y="3203575"/>
            <a:ext cx="2462213" cy="2851150"/>
          </a:xfrm>
          <a:solidFill>
            <a:schemeClr val="bg1">
              <a:lumMod val="95000"/>
            </a:schemeClr>
          </a:solidFill>
        </p:spPr>
        <p:txBody>
          <a:bodyPr/>
          <a:lstStyle>
            <a:lvl1pPr>
              <a:defRPr>
                <a:solidFill>
                  <a:schemeClr val="tx1"/>
                </a:solidFill>
              </a:defRPr>
            </a:lvl1pPr>
          </a:lstStyle>
          <a:p>
            <a:endParaRPr lang="en-IN"/>
          </a:p>
        </p:txBody>
      </p:sp>
      <p:sp>
        <p:nvSpPr>
          <p:cNvPr id="11" name="Title 1">
            <a:extLst>
              <a:ext uri="{FF2B5EF4-FFF2-40B4-BE49-F238E27FC236}">
                <a16:creationId xmlns:a16="http://schemas.microsoft.com/office/drawing/2014/main" id="{AAEFD626-0FB9-90A7-A837-3804FC6AF928}"/>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12" name="Rectangle 11">
            <a:extLst>
              <a:ext uri="{FF2B5EF4-FFF2-40B4-BE49-F238E27FC236}">
                <a16:creationId xmlns:a16="http://schemas.microsoft.com/office/drawing/2014/main" id="{09F2BF07-3F11-9B42-B30B-E4BD79323828}"/>
              </a:ext>
            </a:extLst>
          </p:cNvPr>
          <p:cNvSpPr/>
          <p:nvPr userDrawn="1"/>
        </p:nvSpPr>
        <p:spPr>
          <a:xfrm>
            <a:off x="359998" y="1488586"/>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ubtitle 2">
            <a:extLst>
              <a:ext uri="{FF2B5EF4-FFF2-40B4-BE49-F238E27FC236}">
                <a16:creationId xmlns:a16="http://schemas.microsoft.com/office/drawing/2014/main" id="{9841068F-C9A4-D43E-E643-C4C8D5EAF260}"/>
              </a:ext>
            </a:extLst>
          </p:cNvPr>
          <p:cNvSpPr>
            <a:spLocks noGrp="1"/>
          </p:cNvSpPr>
          <p:nvPr>
            <p:ph type="subTitle" idx="1"/>
          </p:nvPr>
        </p:nvSpPr>
        <p:spPr>
          <a:xfrm>
            <a:off x="285135" y="854284"/>
            <a:ext cx="11558865" cy="461665"/>
          </a:xfrm>
        </p:spPr>
        <p:txBody>
          <a:bodyPr wrap="square">
            <a:spAutoFit/>
          </a:bodyPr>
          <a:lstStyle>
            <a:lvl1pPr marL="0" indent="0" algn="l">
              <a:lnSpc>
                <a:spcPct val="100000"/>
              </a:lnSpc>
              <a:spcBef>
                <a:spcPts val="0"/>
              </a:spcBef>
              <a:buNone/>
              <a:defRPr lang="en-US" sz="2400" b="1" kern="1200" dirty="0">
                <a:solidFill>
                  <a:schemeClr val="accent1"/>
                </a:solidFill>
                <a:latin typeface="Barlow Medium" panose="00000600000000000000"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4" name="Text Placeholder 37">
            <a:extLst>
              <a:ext uri="{FF2B5EF4-FFF2-40B4-BE49-F238E27FC236}">
                <a16:creationId xmlns:a16="http://schemas.microsoft.com/office/drawing/2014/main" id="{5EE45784-96AF-F9D2-8B67-013732EC8A19}"/>
              </a:ext>
            </a:extLst>
          </p:cNvPr>
          <p:cNvSpPr>
            <a:spLocks noGrp="1"/>
          </p:cNvSpPr>
          <p:nvPr>
            <p:ph type="body" sz="quarter" idx="12" hasCustomPrompt="1"/>
          </p:nvPr>
        </p:nvSpPr>
        <p:spPr>
          <a:xfrm>
            <a:off x="4803866" y="4628513"/>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a:t>Click to add text</a:t>
            </a:r>
            <a:endParaRPr lang="en-IN"/>
          </a:p>
        </p:txBody>
      </p:sp>
      <p:sp>
        <p:nvSpPr>
          <p:cNvPr id="15" name="Text Placeholder 37">
            <a:extLst>
              <a:ext uri="{FF2B5EF4-FFF2-40B4-BE49-F238E27FC236}">
                <a16:creationId xmlns:a16="http://schemas.microsoft.com/office/drawing/2014/main" id="{016DBCDF-C1B4-EA55-E10A-65BA8CA1A213}"/>
              </a:ext>
            </a:extLst>
          </p:cNvPr>
          <p:cNvSpPr>
            <a:spLocks noGrp="1"/>
          </p:cNvSpPr>
          <p:nvPr>
            <p:ph type="body" sz="quarter" idx="13" hasCustomPrompt="1"/>
          </p:nvPr>
        </p:nvSpPr>
        <p:spPr>
          <a:xfrm>
            <a:off x="4803866" y="3791269"/>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a:t>02</a:t>
            </a:r>
            <a:endParaRPr lang="en-IN"/>
          </a:p>
        </p:txBody>
      </p:sp>
      <p:sp>
        <p:nvSpPr>
          <p:cNvPr id="16" name="Text Placeholder 37">
            <a:extLst>
              <a:ext uri="{FF2B5EF4-FFF2-40B4-BE49-F238E27FC236}">
                <a16:creationId xmlns:a16="http://schemas.microsoft.com/office/drawing/2014/main" id="{3B8417F7-E2A6-7B5C-6B0F-CB5DF4D65B5A}"/>
              </a:ext>
            </a:extLst>
          </p:cNvPr>
          <p:cNvSpPr>
            <a:spLocks noGrp="1"/>
          </p:cNvSpPr>
          <p:nvPr>
            <p:ph type="body" sz="quarter" idx="14" hasCustomPrompt="1"/>
          </p:nvPr>
        </p:nvSpPr>
        <p:spPr>
          <a:xfrm>
            <a:off x="4803866" y="5449410"/>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22" name="Picture Placeholder 33">
            <a:extLst>
              <a:ext uri="{FF2B5EF4-FFF2-40B4-BE49-F238E27FC236}">
                <a16:creationId xmlns:a16="http://schemas.microsoft.com/office/drawing/2014/main" id="{099FC05D-3DE2-F66A-8653-2AA71D0F3F59}"/>
              </a:ext>
            </a:extLst>
          </p:cNvPr>
          <p:cNvSpPr>
            <a:spLocks noGrp="1"/>
          </p:cNvSpPr>
          <p:nvPr>
            <p:ph type="pic" sz="quarter" idx="20"/>
          </p:nvPr>
        </p:nvSpPr>
        <p:spPr>
          <a:xfrm>
            <a:off x="7162373" y="3203575"/>
            <a:ext cx="2462213" cy="2851150"/>
          </a:xfrm>
          <a:solidFill>
            <a:schemeClr val="bg1">
              <a:lumMod val="95000"/>
            </a:schemeClr>
          </a:solidFill>
        </p:spPr>
        <p:txBody>
          <a:bodyPr vert="horz" lIns="91440" tIns="45720" rIns="91440" bIns="45720" rtlCol="0">
            <a:normAutofit/>
          </a:bodyPr>
          <a:lstStyle>
            <a:lvl1pPr>
              <a:defRPr lang="en-IN" dirty="0"/>
            </a:lvl1pPr>
          </a:lstStyle>
          <a:p>
            <a:pPr lvl="0"/>
            <a:endParaRPr lang="en-IN"/>
          </a:p>
        </p:txBody>
      </p:sp>
      <p:sp>
        <p:nvSpPr>
          <p:cNvPr id="23" name="Text Placeholder 37">
            <a:extLst>
              <a:ext uri="{FF2B5EF4-FFF2-40B4-BE49-F238E27FC236}">
                <a16:creationId xmlns:a16="http://schemas.microsoft.com/office/drawing/2014/main" id="{E7F92616-B01E-082C-1AE0-83915486A083}"/>
              </a:ext>
            </a:extLst>
          </p:cNvPr>
          <p:cNvSpPr>
            <a:spLocks noGrp="1"/>
          </p:cNvSpPr>
          <p:nvPr>
            <p:ph type="body" sz="quarter" idx="21" hasCustomPrompt="1"/>
          </p:nvPr>
        </p:nvSpPr>
        <p:spPr>
          <a:xfrm>
            <a:off x="7368124" y="4612735"/>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a:t>Click to add text</a:t>
            </a:r>
            <a:endParaRPr lang="en-IN"/>
          </a:p>
        </p:txBody>
      </p:sp>
      <p:sp>
        <p:nvSpPr>
          <p:cNvPr id="24" name="Text Placeholder 37">
            <a:extLst>
              <a:ext uri="{FF2B5EF4-FFF2-40B4-BE49-F238E27FC236}">
                <a16:creationId xmlns:a16="http://schemas.microsoft.com/office/drawing/2014/main" id="{8B5ECCAE-2FD0-9E06-DD59-F13F42208326}"/>
              </a:ext>
            </a:extLst>
          </p:cNvPr>
          <p:cNvSpPr>
            <a:spLocks noGrp="1"/>
          </p:cNvSpPr>
          <p:nvPr>
            <p:ph type="body" sz="quarter" idx="22" hasCustomPrompt="1"/>
          </p:nvPr>
        </p:nvSpPr>
        <p:spPr>
          <a:xfrm>
            <a:off x="7368124" y="3775491"/>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a:t>03</a:t>
            </a:r>
            <a:endParaRPr lang="en-IN"/>
          </a:p>
        </p:txBody>
      </p:sp>
      <p:sp>
        <p:nvSpPr>
          <p:cNvPr id="25" name="Text Placeholder 37">
            <a:extLst>
              <a:ext uri="{FF2B5EF4-FFF2-40B4-BE49-F238E27FC236}">
                <a16:creationId xmlns:a16="http://schemas.microsoft.com/office/drawing/2014/main" id="{096380EB-20FA-DCCE-3E3E-E0D01E08A0BA}"/>
              </a:ext>
            </a:extLst>
          </p:cNvPr>
          <p:cNvSpPr>
            <a:spLocks noGrp="1"/>
          </p:cNvSpPr>
          <p:nvPr>
            <p:ph type="body" sz="quarter" idx="23" hasCustomPrompt="1"/>
          </p:nvPr>
        </p:nvSpPr>
        <p:spPr>
          <a:xfrm>
            <a:off x="7368124" y="5433632"/>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26" name="Picture Placeholder 33">
            <a:extLst>
              <a:ext uri="{FF2B5EF4-FFF2-40B4-BE49-F238E27FC236}">
                <a16:creationId xmlns:a16="http://schemas.microsoft.com/office/drawing/2014/main" id="{E1D78B23-AC99-415E-F5A8-F4EC89B576F3}"/>
              </a:ext>
            </a:extLst>
          </p:cNvPr>
          <p:cNvSpPr>
            <a:spLocks noGrp="1"/>
          </p:cNvSpPr>
          <p:nvPr>
            <p:ph type="pic" sz="quarter" idx="24"/>
          </p:nvPr>
        </p:nvSpPr>
        <p:spPr>
          <a:xfrm>
            <a:off x="9729787" y="3203575"/>
            <a:ext cx="2462213" cy="2851150"/>
          </a:xfrm>
          <a:solidFill>
            <a:schemeClr val="bg1">
              <a:lumMod val="95000"/>
            </a:schemeClr>
          </a:solidFill>
        </p:spPr>
        <p:txBody>
          <a:bodyPr vert="horz" lIns="91440" tIns="45720" rIns="91440" bIns="45720" rtlCol="0">
            <a:normAutofit/>
          </a:bodyPr>
          <a:lstStyle>
            <a:lvl1pPr>
              <a:defRPr lang="en-IN" dirty="0"/>
            </a:lvl1pPr>
          </a:lstStyle>
          <a:p>
            <a:pPr lvl="0"/>
            <a:endParaRPr lang="en-IN"/>
          </a:p>
        </p:txBody>
      </p:sp>
      <p:sp>
        <p:nvSpPr>
          <p:cNvPr id="27" name="Text Placeholder 37">
            <a:extLst>
              <a:ext uri="{FF2B5EF4-FFF2-40B4-BE49-F238E27FC236}">
                <a16:creationId xmlns:a16="http://schemas.microsoft.com/office/drawing/2014/main" id="{B21BF39C-5380-3F53-7510-E1B958B5AE40}"/>
              </a:ext>
            </a:extLst>
          </p:cNvPr>
          <p:cNvSpPr>
            <a:spLocks noGrp="1"/>
          </p:cNvSpPr>
          <p:nvPr>
            <p:ph type="body" sz="quarter" idx="25" hasCustomPrompt="1"/>
          </p:nvPr>
        </p:nvSpPr>
        <p:spPr>
          <a:xfrm>
            <a:off x="9935538" y="4612735"/>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a:t>Click to add text</a:t>
            </a:r>
            <a:endParaRPr lang="en-IN"/>
          </a:p>
        </p:txBody>
      </p:sp>
      <p:sp>
        <p:nvSpPr>
          <p:cNvPr id="28" name="Text Placeholder 37">
            <a:extLst>
              <a:ext uri="{FF2B5EF4-FFF2-40B4-BE49-F238E27FC236}">
                <a16:creationId xmlns:a16="http://schemas.microsoft.com/office/drawing/2014/main" id="{DAC7C0CE-6BF4-09A2-9B2C-46692B60BBEE}"/>
              </a:ext>
            </a:extLst>
          </p:cNvPr>
          <p:cNvSpPr>
            <a:spLocks noGrp="1"/>
          </p:cNvSpPr>
          <p:nvPr>
            <p:ph type="body" sz="quarter" idx="26" hasCustomPrompt="1"/>
          </p:nvPr>
        </p:nvSpPr>
        <p:spPr>
          <a:xfrm>
            <a:off x="9935538" y="3775491"/>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a:t>04</a:t>
            </a:r>
            <a:endParaRPr lang="en-IN"/>
          </a:p>
        </p:txBody>
      </p:sp>
      <p:sp>
        <p:nvSpPr>
          <p:cNvPr id="29" name="Text Placeholder 37">
            <a:extLst>
              <a:ext uri="{FF2B5EF4-FFF2-40B4-BE49-F238E27FC236}">
                <a16:creationId xmlns:a16="http://schemas.microsoft.com/office/drawing/2014/main" id="{3755B927-A0C6-9B95-8975-78E5814C7405}"/>
              </a:ext>
            </a:extLst>
          </p:cNvPr>
          <p:cNvSpPr>
            <a:spLocks noGrp="1"/>
          </p:cNvSpPr>
          <p:nvPr>
            <p:ph type="body" sz="quarter" idx="27" hasCustomPrompt="1"/>
          </p:nvPr>
        </p:nvSpPr>
        <p:spPr>
          <a:xfrm>
            <a:off x="9935538" y="5433632"/>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41" name="Rectangle 40">
            <a:extLst>
              <a:ext uri="{FF2B5EF4-FFF2-40B4-BE49-F238E27FC236}">
                <a16:creationId xmlns:a16="http://schemas.microsoft.com/office/drawing/2014/main" id="{0D269521-AB6F-FEB8-6646-124213ABB645}"/>
              </a:ext>
            </a:extLst>
          </p:cNvPr>
          <p:cNvSpPr/>
          <p:nvPr userDrawn="1"/>
        </p:nvSpPr>
        <p:spPr>
          <a:xfrm>
            <a:off x="2320714" y="2949672"/>
            <a:ext cx="647613" cy="769441"/>
          </a:xfrm>
          <a:prstGeom prst="rect">
            <a:avLst/>
          </a:prstGeom>
        </p:spPr>
        <p:txBody>
          <a:bodyPr wrap="none" lIns="0" rIns="0">
            <a:spAutoFit/>
          </a:bodyPr>
          <a:lstStyle/>
          <a:p>
            <a:pPr algn="ctr">
              <a:spcBef>
                <a:spcPts val="2400"/>
              </a:spcBef>
            </a:pPr>
            <a:r>
              <a:rPr lang="en-US" sz="4400" b="1">
                <a:solidFill>
                  <a:srgbClr val="FFFFFF"/>
                </a:solidFill>
                <a:latin typeface="Segoe UI" panose="020B0502040204020203" pitchFamily="34" charset="0"/>
                <a:ea typeface="Open Sans" charset="0"/>
                <a:cs typeface="Segoe UI" panose="020B0502040204020203" pitchFamily="34" charset="0"/>
              </a:rPr>
              <a:t>02</a:t>
            </a:r>
          </a:p>
        </p:txBody>
      </p:sp>
      <p:pic>
        <p:nvPicPr>
          <p:cNvPr id="42" name="Graphic 41">
            <a:extLst>
              <a:ext uri="{FF2B5EF4-FFF2-40B4-BE49-F238E27FC236}">
                <a16:creationId xmlns:a16="http://schemas.microsoft.com/office/drawing/2014/main" id="{9DD6BC2F-9246-6E82-4BE9-97CEC0EB3FC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25610" y="2638523"/>
            <a:ext cx="391390" cy="358774"/>
          </a:xfrm>
          <a:prstGeom prst="rect">
            <a:avLst/>
          </a:prstGeom>
        </p:spPr>
      </p:pic>
      <p:sp>
        <p:nvSpPr>
          <p:cNvPr id="43" name="Picture Placeholder 33">
            <a:extLst>
              <a:ext uri="{FF2B5EF4-FFF2-40B4-BE49-F238E27FC236}">
                <a16:creationId xmlns:a16="http://schemas.microsoft.com/office/drawing/2014/main" id="{6CD5EFDA-C31A-8467-87AB-E90970975248}"/>
              </a:ext>
            </a:extLst>
          </p:cNvPr>
          <p:cNvSpPr>
            <a:spLocks noGrp="1"/>
          </p:cNvSpPr>
          <p:nvPr>
            <p:ph type="pic" sz="quarter" idx="31"/>
          </p:nvPr>
        </p:nvSpPr>
        <p:spPr>
          <a:xfrm>
            <a:off x="2030510" y="2372361"/>
            <a:ext cx="2462213" cy="3682364"/>
          </a:xfrm>
          <a:solidFill>
            <a:schemeClr val="tx2"/>
          </a:solidFill>
        </p:spPr>
        <p:txBody>
          <a:bodyPr/>
          <a:lstStyle>
            <a:lvl1pPr>
              <a:defRPr>
                <a:solidFill>
                  <a:schemeClr val="bg1"/>
                </a:solidFill>
              </a:defRPr>
            </a:lvl1pPr>
          </a:lstStyle>
          <a:p>
            <a:endParaRPr lang="en-IN"/>
          </a:p>
        </p:txBody>
      </p:sp>
      <p:sp>
        <p:nvSpPr>
          <p:cNvPr id="44" name="Text Placeholder 37">
            <a:extLst>
              <a:ext uri="{FF2B5EF4-FFF2-40B4-BE49-F238E27FC236}">
                <a16:creationId xmlns:a16="http://schemas.microsoft.com/office/drawing/2014/main" id="{5C1A8521-9DB1-494E-8742-5D6AA3C721DA}"/>
              </a:ext>
            </a:extLst>
          </p:cNvPr>
          <p:cNvSpPr>
            <a:spLocks noGrp="1"/>
          </p:cNvSpPr>
          <p:nvPr>
            <p:ph type="body" sz="quarter" idx="32" hasCustomPrompt="1"/>
          </p:nvPr>
        </p:nvSpPr>
        <p:spPr>
          <a:xfrm>
            <a:off x="2235941" y="4613372"/>
            <a:ext cx="2051032" cy="682625"/>
          </a:xfrm>
        </p:spPr>
        <p:txBody>
          <a:bodyPr>
            <a:normAutofit/>
          </a:bodyPr>
          <a:lstStyle>
            <a:lvl1pPr marL="0" indent="0">
              <a:buNone/>
              <a:defRPr sz="1800" b="1">
                <a:solidFill>
                  <a:schemeClr val="bg1"/>
                </a:solidFill>
                <a:latin typeface="Barlow" panose="00000500000000000000" pitchFamily="2" charset="0"/>
              </a:defRPr>
            </a:lvl1pPr>
          </a:lstStyle>
          <a:p>
            <a:pPr lvl="0"/>
            <a:r>
              <a:rPr lang="en-US"/>
              <a:t>Click to add text</a:t>
            </a:r>
            <a:endParaRPr lang="en-IN"/>
          </a:p>
        </p:txBody>
      </p:sp>
      <p:sp>
        <p:nvSpPr>
          <p:cNvPr id="45" name="Text Placeholder 37">
            <a:extLst>
              <a:ext uri="{FF2B5EF4-FFF2-40B4-BE49-F238E27FC236}">
                <a16:creationId xmlns:a16="http://schemas.microsoft.com/office/drawing/2014/main" id="{F6AAC11A-094F-312F-AD68-2CB1547DCAE7}"/>
              </a:ext>
            </a:extLst>
          </p:cNvPr>
          <p:cNvSpPr>
            <a:spLocks noGrp="1"/>
          </p:cNvSpPr>
          <p:nvPr>
            <p:ph type="body" sz="quarter" idx="33" hasCustomPrompt="1"/>
          </p:nvPr>
        </p:nvSpPr>
        <p:spPr>
          <a:xfrm>
            <a:off x="2235941" y="3776128"/>
            <a:ext cx="2051032" cy="682625"/>
          </a:xfrm>
        </p:spPr>
        <p:txBody>
          <a:bodyPr>
            <a:normAutofit/>
          </a:bodyPr>
          <a:lstStyle>
            <a:lvl1pPr marL="0" indent="0">
              <a:buNone/>
              <a:defRPr sz="3600" b="1">
                <a:solidFill>
                  <a:schemeClr val="bg1"/>
                </a:solidFill>
                <a:latin typeface="Barlow" panose="00000500000000000000" pitchFamily="2" charset="0"/>
              </a:defRPr>
            </a:lvl1pPr>
          </a:lstStyle>
          <a:p>
            <a:pPr lvl="0"/>
            <a:r>
              <a:rPr lang="en-US"/>
              <a:t>01</a:t>
            </a:r>
            <a:endParaRPr lang="en-IN"/>
          </a:p>
        </p:txBody>
      </p:sp>
      <p:sp>
        <p:nvSpPr>
          <p:cNvPr id="46" name="Text Placeholder 37">
            <a:extLst>
              <a:ext uri="{FF2B5EF4-FFF2-40B4-BE49-F238E27FC236}">
                <a16:creationId xmlns:a16="http://schemas.microsoft.com/office/drawing/2014/main" id="{F175CA0C-22C5-684C-D4CC-3356CD3E6F71}"/>
              </a:ext>
            </a:extLst>
          </p:cNvPr>
          <p:cNvSpPr>
            <a:spLocks noGrp="1"/>
          </p:cNvSpPr>
          <p:nvPr>
            <p:ph type="body" sz="quarter" idx="34" hasCustomPrompt="1"/>
          </p:nvPr>
        </p:nvSpPr>
        <p:spPr>
          <a:xfrm>
            <a:off x="2235941" y="5434269"/>
            <a:ext cx="2051032" cy="469070"/>
          </a:xfrm>
        </p:spPr>
        <p:txBody>
          <a:bodyPr>
            <a:normAutofit/>
          </a:bodyPr>
          <a:lstStyle>
            <a:lvl1pPr marL="0" indent="0">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47" name="Content Placeholder 51">
            <a:extLst>
              <a:ext uri="{FF2B5EF4-FFF2-40B4-BE49-F238E27FC236}">
                <a16:creationId xmlns:a16="http://schemas.microsoft.com/office/drawing/2014/main" id="{A8BB0185-BC07-CD65-FEEF-D82A6104BE23}"/>
              </a:ext>
            </a:extLst>
          </p:cNvPr>
          <p:cNvSpPr>
            <a:spLocks noGrp="1"/>
          </p:cNvSpPr>
          <p:nvPr>
            <p:ph sz="quarter" idx="35" hasCustomPrompt="1"/>
          </p:nvPr>
        </p:nvSpPr>
        <p:spPr>
          <a:xfrm>
            <a:off x="3826186" y="2501900"/>
            <a:ext cx="460375" cy="579438"/>
          </a:xfrm>
        </p:spPr>
        <p:txBody>
          <a:bodyPr>
            <a:noAutofit/>
          </a:bodyPr>
          <a:lstStyle>
            <a:lvl1pPr marL="0" indent="0" algn="ctr">
              <a:buNone/>
              <a:defRPr sz="800">
                <a:solidFill>
                  <a:schemeClr val="bg1"/>
                </a:solidFill>
              </a:defRPr>
            </a:lvl1pPr>
          </a:lstStyle>
          <a:p>
            <a:pPr lvl="0"/>
            <a:r>
              <a:rPr lang="en-US"/>
              <a:t>Insert Icon here</a:t>
            </a:r>
            <a:endParaRPr lang="en-IN"/>
          </a:p>
        </p:txBody>
      </p:sp>
    </p:spTree>
    <p:extLst>
      <p:ext uri="{BB962C8B-B14F-4D97-AF65-F5344CB8AC3E}">
        <p14:creationId xmlns:p14="http://schemas.microsoft.com/office/powerpoint/2010/main" val="905376081"/>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2_Agenda/Topics">
    <p:spTree>
      <p:nvGrpSpPr>
        <p:cNvPr id="1" name=""/>
        <p:cNvGrpSpPr/>
        <p:nvPr/>
      </p:nvGrpSpPr>
      <p:grpSpPr>
        <a:xfrm>
          <a:off x="0" y="0"/>
          <a:ext cx="0" cy="0"/>
          <a:chOff x="0" y="0"/>
          <a:chExt cx="0" cy="0"/>
        </a:xfrm>
      </p:grpSpPr>
      <p:sp>
        <p:nvSpPr>
          <p:cNvPr id="34" name="Picture Placeholder 33">
            <a:extLst>
              <a:ext uri="{FF2B5EF4-FFF2-40B4-BE49-F238E27FC236}">
                <a16:creationId xmlns:a16="http://schemas.microsoft.com/office/drawing/2014/main" id="{1FF237B7-8015-09EF-7990-429E9F9D024D}"/>
              </a:ext>
            </a:extLst>
          </p:cNvPr>
          <p:cNvSpPr>
            <a:spLocks noGrp="1"/>
          </p:cNvSpPr>
          <p:nvPr>
            <p:ph type="pic" sz="quarter" idx="11"/>
          </p:nvPr>
        </p:nvSpPr>
        <p:spPr>
          <a:xfrm>
            <a:off x="2028825" y="3203575"/>
            <a:ext cx="2462213" cy="2851150"/>
          </a:xfrm>
          <a:solidFill>
            <a:schemeClr val="bg1">
              <a:lumMod val="95000"/>
            </a:schemeClr>
          </a:solidFill>
        </p:spPr>
        <p:txBody>
          <a:bodyPr/>
          <a:lstStyle>
            <a:lvl1pPr>
              <a:defRPr>
                <a:solidFill>
                  <a:schemeClr val="tx1"/>
                </a:solidFill>
              </a:defRPr>
            </a:lvl1pPr>
          </a:lstStyle>
          <a:p>
            <a:endParaRPr lang="en-IN"/>
          </a:p>
        </p:txBody>
      </p:sp>
      <p:sp>
        <p:nvSpPr>
          <p:cNvPr id="15" name="Rectangle 14">
            <a:extLst>
              <a:ext uri="{FF2B5EF4-FFF2-40B4-BE49-F238E27FC236}">
                <a16:creationId xmlns:a16="http://schemas.microsoft.com/office/drawing/2014/main" id="{ABB0DFD5-EC03-7C13-92D3-95C263B60051}"/>
              </a:ext>
            </a:extLst>
          </p:cNvPr>
          <p:cNvSpPr/>
          <p:nvPr userDrawn="1"/>
        </p:nvSpPr>
        <p:spPr>
          <a:xfrm>
            <a:off x="4885803" y="2949672"/>
            <a:ext cx="647613" cy="769441"/>
          </a:xfrm>
          <a:prstGeom prst="rect">
            <a:avLst/>
          </a:prstGeom>
        </p:spPr>
        <p:txBody>
          <a:bodyPr wrap="none" lIns="0" rIns="0">
            <a:spAutoFit/>
          </a:bodyPr>
          <a:lstStyle/>
          <a:p>
            <a:pPr algn="ctr">
              <a:spcBef>
                <a:spcPts val="2400"/>
              </a:spcBef>
            </a:pPr>
            <a:r>
              <a:rPr lang="en-US" sz="4400" b="1">
                <a:solidFill>
                  <a:srgbClr val="FFFFFF"/>
                </a:solidFill>
                <a:latin typeface="Segoe UI" panose="020B0502040204020203" pitchFamily="34" charset="0"/>
                <a:ea typeface="Open Sans" charset="0"/>
                <a:cs typeface="Segoe UI" panose="020B0502040204020203" pitchFamily="34" charset="0"/>
              </a:rPr>
              <a:t>02</a:t>
            </a:r>
          </a:p>
        </p:txBody>
      </p:sp>
      <p:pic>
        <p:nvPicPr>
          <p:cNvPr id="16" name="Graphic 15">
            <a:extLst>
              <a:ext uri="{FF2B5EF4-FFF2-40B4-BE49-F238E27FC236}">
                <a16:creationId xmlns:a16="http://schemas.microsoft.com/office/drawing/2014/main" id="{68D3135B-BDB6-3302-3AE9-132C215975E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390699" y="2638523"/>
            <a:ext cx="391390" cy="358774"/>
          </a:xfrm>
          <a:prstGeom prst="rect">
            <a:avLst/>
          </a:prstGeom>
        </p:spPr>
      </p:pic>
      <p:sp>
        <p:nvSpPr>
          <p:cNvPr id="28" name="Title 1">
            <a:extLst>
              <a:ext uri="{FF2B5EF4-FFF2-40B4-BE49-F238E27FC236}">
                <a16:creationId xmlns:a16="http://schemas.microsoft.com/office/drawing/2014/main" id="{56D72B48-86E0-A19C-BF54-0ACCD30C0972}"/>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29" name="Rectangle 28">
            <a:extLst>
              <a:ext uri="{FF2B5EF4-FFF2-40B4-BE49-F238E27FC236}">
                <a16:creationId xmlns:a16="http://schemas.microsoft.com/office/drawing/2014/main" id="{A9C97C2A-1F40-D32B-B31B-182B25DB6D53}"/>
              </a:ext>
            </a:extLst>
          </p:cNvPr>
          <p:cNvSpPr/>
          <p:nvPr userDrawn="1"/>
        </p:nvSpPr>
        <p:spPr>
          <a:xfrm>
            <a:off x="359998" y="1488586"/>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ubtitle 2">
            <a:extLst>
              <a:ext uri="{FF2B5EF4-FFF2-40B4-BE49-F238E27FC236}">
                <a16:creationId xmlns:a16="http://schemas.microsoft.com/office/drawing/2014/main" id="{02D1EE33-E415-6645-7776-9CF2A96766DB}"/>
              </a:ext>
            </a:extLst>
          </p:cNvPr>
          <p:cNvSpPr>
            <a:spLocks noGrp="1"/>
          </p:cNvSpPr>
          <p:nvPr>
            <p:ph type="subTitle" idx="1"/>
          </p:nvPr>
        </p:nvSpPr>
        <p:spPr>
          <a:xfrm>
            <a:off x="285135" y="854284"/>
            <a:ext cx="11558865" cy="461665"/>
          </a:xfrm>
        </p:spPr>
        <p:txBody>
          <a:bodyPr wrap="square">
            <a:spAutoFit/>
          </a:bodyPr>
          <a:lstStyle>
            <a:lvl1pPr marL="0" indent="0" algn="l">
              <a:lnSpc>
                <a:spcPct val="100000"/>
              </a:lnSpc>
              <a:spcBef>
                <a:spcPts val="0"/>
              </a:spcBef>
              <a:buNone/>
              <a:defRPr lang="en-US" sz="2400" b="1" kern="1200" dirty="0">
                <a:solidFill>
                  <a:schemeClr val="accent1"/>
                </a:solidFill>
                <a:latin typeface="Barlow Medium" panose="00000600000000000000"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39" name="Text Placeholder 37">
            <a:extLst>
              <a:ext uri="{FF2B5EF4-FFF2-40B4-BE49-F238E27FC236}">
                <a16:creationId xmlns:a16="http://schemas.microsoft.com/office/drawing/2014/main" id="{A67E9280-7AA6-D4DE-CFBB-C9EBC909F982}"/>
              </a:ext>
            </a:extLst>
          </p:cNvPr>
          <p:cNvSpPr>
            <a:spLocks noGrp="1"/>
          </p:cNvSpPr>
          <p:nvPr>
            <p:ph type="body" sz="quarter" idx="12" hasCustomPrompt="1"/>
          </p:nvPr>
        </p:nvSpPr>
        <p:spPr>
          <a:xfrm>
            <a:off x="2234256" y="4628513"/>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a:t>Click to add text</a:t>
            </a:r>
            <a:endParaRPr lang="en-IN"/>
          </a:p>
        </p:txBody>
      </p:sp>
      <p:sp>
        <p:nvSpPr>
          <p:cNvPr id="41" name="Text Placeholder 37">
            <a:extLst>
              <a:ext uri="{FF2B5EF4-FFF2-40B4-BE49-F238E27FC236}">
                <a16:creationId xmlns:a16="http://schemas.microsoft.com/office/drawing/2014/main" id="{44E83B8C-F811-EB6C-D697-F9018EDB3CB5}"/>
              </a:ext>
            </a:extLst>
          </p:cNvPr>
          <p:cNvSpPr>
            <a:spLocks noGrp="1"/>
          </p:cNvSpPr>
          <p:nvPr>
            <p:ph type="body" sz="quarter" idx="13" hasCustomPrompt="1"/>
          </p:nvPr>
        </p:nvSpPr>
        <p:spPr>
          <a:xfrm>
            <a:off x="2234256" y="3791269"/>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a:t>01</a:t>
            </a:r>
            <a:endParaRPr lang="en-IN"/>
          </a:p>
        </p:txBody>
      </p:sp>
      <p:sp>
        <p:nvSpPr>
          <p:cNvPr id="42" name="Text Placeholder 37">
            <a:extLst>
              <a:ext uri="{FF2B5EF4-FFF2-40B4-BE49-F238E27FC236}">
                <a16:creationId xmlns:a16="http://schemas.microsoft.com/office/drawing/2014/main" id="{F27E5D43-A6C5-BE43-C80C-5C13A01F082E}"/>
              </a:ext>
            </a:extLst>
          </p:cNvPr>
          <p:cNvSpPr>
            <a:spLocks noGrp="1"/>
          </p:cNvSpPr>
          <p:nvPr>
            <p:ph type="body" sz="quarter" idx="14" hasCustomPrompt="1"/>
          </p:nvPr>
        </p:nvSpPr>
        <p:spPr>
          <a:xfrm>
            <a:off x="2234256" y="5449410"/>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47" name="Picture Placeholder 33">
            <a:extLst>
              <a:ext uri="{FF2B5EF4-FFF2-40B4-BE49-F238E27FC236}">
                <a16:creationId xmlns:a16="http://schemas.microsoft.com/office/drawing/2014/main" id="{ED88EBC0-C2F3-2E75-B989-C84F8E7E12BA}"/>
              </a:ext>
            </a:extLst>
          </p:cNvPr>
          <p:cNvSpPr>
            <a:spLocks noGrp="1"/>
          </p:cNvSpPr>
          <p:nvPr>
            <p:ph type="pic" sz="quarter" idx="15"/>
          </p:nvPr>
        </p:nvSpPr>
        <p:spPr>
          <a:xfrm>
            <a:off x="4595599" y="2372361"/>
            <a:ext cx="2462213" cy="3682364"/>
          </a:xfrm>
          <a:solidFill>
            <a:schemeClr val="tx2"/>
          </a:solidFill>
        </p:spPr>
        <p:txBody>
          <a:bodyPr/>
          <a:lstStyle>
            <a:lvl1pPr>
              <a:defRPr>
                <a:solidFill>
                  <a:schemeClr val="bg1"/>
                </a:solidFill>
              </a:defRPr>
            </a:lvl1pPr>
          </a:lstStyle>
          <a:p>
            <a:endParaRPr lang="en-IN"/>
          </a:p>
        </p:txBody>
      </p:sp>
      <p:sp>
        <p:nvSpPr>
          <p:cNvPr id="48" name="Text Placeholder 37">
            <a:extLst>
              <a:ext uri="{FF2B5EF4-FFF2-40B4-BE49-F238E27FC236}">
                <a16:creationId xmlns:a16="http://schemas.microsoft.com/office/drawing/2014/main" id="{B570BA34-9423-2566-1B19-46CB414C9866}"/>
              </a:ext>
            </a:extLst>
          </p:cNvPr>
          <p:cNvSpPr>
            <a:spLocks noGrp="1"/>
          </p:cNvSpPr>
          <p:nvPr>
            <p:ph type="body" sz="quarter" idx="16" hasCustomPrompt="1"/>
          </p:nvPr>
        </p:nvSpPr>
        <p:spPr>
          <a:xfrm>
            <a:off x="4801030" y="4613372"/>
            <a:ext cx="2051032" cy="682625"/>
          </a:xfrm>
        </p:spPr>
        <p:txBody>
          <a:bodyPr>
            <a:normAutofit/>
          </a:bodyPr>
          <a:lstStyle>
            <a:lvl1pPr marL="0" indent="0">
              <a:buNone/>
              <a:defRPr sz="1800" b="1">
                <a:solidFill>
                  <a:schemeClr val="bg1"/>
                </a:solidFill>
                <a:latin typeface="Barlow" panose="00000500000000000000" pitchFamily="2" charset="0"/>
              </a:defRPr>
            </a:lvl1pPr>
          </a:lstStyle>
          <a:p>
            <a:pPr lvl="0"/>
            <a:r>
              <a:rPr lang="en-US"/>
              <a:t>Click to add text</a:t>
            </a:r>
            <a:endParaRPr lang="en-IN"/>
          </a:p>
        </p:txBody>
      </p:sp>
      <p:sp>
        <p:nvSpPr>
          <p:cNvPr id="49" name="Text Placeholder 37">
            <a:extLst>
              <a:ext uri="{FF2B5EF4-FFF2-40B4-BE49-F238E27FC236}">
                <a16:creationId xmlns:a16="http://schemas.microsoft.com/office/drawing/2014/main" id="{E381F9F2-CB0F-FD6E-7419-6E930F54D993}"/>
              </a:ext>
            </a:extLst>
          </p:cNvPr>
          <p:cNvSpPr>
            <a:spLocks noGrp="1"/>
          </p:cNvSpPr>
          <p:nvPr>
            <p:ph type="body" sz="quarter" idx="17" hasCustomPrompt="1"/>
          </p:nvPr>
        </p:nvSpPr>
        <p:spPr>
          <a:xfrm>
            <a:off x="4801030" y="3776128"/>
            <a:ext cx="2051032" cy="682625"/>
          </a:xfrm>
        </p:spPr>
        <p:txBody>
          <a:bodyPr>
            <a:normAutofit/>
          </a:bodyPr>
          <a:lstStyle>
            <a:lvl1pPr marL="0" indent="0">
              <a:buNone/>
              <a:defRPr sz="3600" b="1">
                <a:solidFill>
                  <a:schemeClr val="bg1"/>
                </a:solidFill>
                <a:latin typeface="Barlow" panose="00000500000000000000" pitchFamily="2" charset="0"/>
              </a:defRPr>
            </a:lvl1pPr>
          </a:lstStyle>
          <a:p>
            <a:pPr lvl="0"/>
            <a:r>
              <a:rPr lang="en-US"/>
              <a:t>02</a:t>
            </a:r>
            <a:endParaRPr lang="en-IN"/>
          </a:p>
        </p:txBody>
      </p:sp>
      <p:sp>
        <p:nvSpPr>
          <p:cNvPr id="50" name="Text Placeholder 37">
            <a:extLst>
              <a:ext uri="{FF2B5EF4-FFF2-40B4-BE49-F238E27FC236}">
                <a16:creationId xmlns:a16="http://schemas.microsoft.com/office/drawing/2014/main" id="{525B970E-AF3A-4EDB-A48B-631F3063BB1D}"/>
              </a:ext>
            </a:extLst>
          </p:cNvPr>
          <p:cNvSpPr>
            <a:spLocks noGrp="1"/>
          </p:cNvSpPr>
          <p:nvPr>
            <p:ph type="body" sz="quarter" idx="18" hasCustomPrompt="1"/>
          </p:nvPr>
        </p:nvSpPr>
        <p:spPr>
          <a:xfrm>
            <a:off x="4801030" y="5434269"/>
            <a:ext cx="2051032" cy="469070"/>
          </a:xfrm>
        </p:spPr>
        <p:txBody>
          <a:bodyPr>
            <a:normAutofit/>
          </a:bodyPr>
          <a:lstStyle>
            <a:lvl1pPr marL="0" indent="0">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52" name="Content Placeholder 51">
            <a:extLst>
              <a:ext uri="{FF2B5EF4-FFF2-40B4-BE49-F238E27FC236}">
                <a16:creationId xmlns:a16="http://schemas.microsoft.com/office/drawing/2014/main" id="{9A32F8C6-F543-86A4-411B-F7A82CBAD1DF}"/>
              </a:ext>
            </a:extLst>
          </p:cNvPr>
          <p:cNvSpPr>
            <a:spLocks noGrp="1"/>
          </p:cNvSpPr>
          <p:nvPr>
            <p:ph sz="quarter" idx="19" hasCustomPrompt="1"/>
          </p:nvPr>
        </p:nvSpPr>
        <p:spPr>
          <a:xfrm>
            <a:off x="6391275" y="2501900"/>
            <a:ext cx="460375" cy="579438"/>
          </a:xfrm>
        </p:spPr>
        <p:txBody>
          <a:bodyPr>
            <a:noAutofit/>
          </a:bodyPr>
          <a:lstStyle>
            <a:lvl1pPr marL="0" indent="0" algn="ctr">
              <a:buNone/>
              <a:defRPr sz="800">
                <a:solidFill>
                  <a:schemeClr val="bg1"/>
                </a:solidFill>
              </a:defRPr>
            </a:lvl1pPr>
          </a:lstStyle>
          <a:p>
            <a:pPr lvl="0"/>
            <a:r>
              <a:rPr lang="en-US"/>
              <a:t>Insert Icon here</a:t>
            </a:r>
            <a:endParaRPr lang="en-IN"/>
          </a:p>
        </p:txBody>
      </p:sp>
      <p:sp>
        <p:nvSpPr>
          <p:cNvPr id="57" name="Picture Placeholder 33">
            <a:extLst>
              <a:ext uri="{FF2B5EF4-FFF2-40B4-BE49-F238E27FC236}">
                <a16:creationId xmlns:a16="http://schemas.microsoft.com/office/drawing/2014/main" id="{93E8929C-F85C-4BC7-DD77-D40DCD3B5CFF}"/>
              </a:ext>
            </a:extLst>
          </p:cNvPr>
          <p:cNvSpPr>
            <a:spLocks noGrp="1"/>
          </p:cNvSpPr>
          <p:nvPr>
            <p:ph type="pic" sz="quarter" idx="20"/>
          </p:nvPr>
        </p:nvSpPr>
        <p:spPr>
          <a:xfrm>
            <a:off x="7162373" y="3203575"/>
            <a:ext cx="2462213" cy="2851150"/>
          </a:xfrm>
          <a:solidFill>
            <a:schemeClr val="bg1">
              <a:lumMod val="95000"/>
            </a:schemeClr>
          </a:solidFill>
        </p:spPr>
        <p:txBody>
          <a:bodyPr vert="horz" lIns="91440" tIns="45720" rIns="91440" bIns="45720" rtlCol="0">
            <a:normAutofit/>
          </a:bodyPr>
          <a:lstStyle>
            <a:lvl1pPr>
              <a:defRPr lang="en-IN" dirty="0"/>
            </a:lvl1pPr>
          </a:lstStyle>
          <a:p>
            <a:pPr lvl="0"/>
            <a:endParaRPr lang="en-IN"/>
          </a:p>
        </p:txBody>
      </p:sp>
      <p:sp>
        <p:nvSpPr>
          <p:cNvPr id="58" name="Text Placeholder 37">
            <a:extLst>
              <a:ext uri="{FF2B5EF4-FFF2-40B4-BE49-F238E27FC236}">
                <a16:creationId xmlns:a16="http://schemas.microsoft.com/office/drawing/2014/main" id="{A9E36D95-5EC6-B080-1302-2F2D4E3D0B0E}"/>
              </a:ext>
            </a:extLst>
          </p:cNvPr>
          <p:cNvSpPr>
            <a:spLocks noGrp="1"/>
          </p:cNvSpPr>
          <p:nvPr>
            <p:ph type="body" sz="quarter" idx="21" hasCustomPrompt="1"/>
          </p:nvPr>
        </p:nvSpPr>
        <p:spPr>
          <a:xfrm>
            <a:off x="7368124" y="4612735"/>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a:t>Click to add text</a:t>
            </a:r>
            <a:endParaRPr lang="en-IN"/>
          </a:p>
        </p:txBody>
      </p:sp>
      <p:sp>
        <p:nvSpPr>
          <p:cNvPr id="59" name="Text Placeholder 37">
            <a:extLst>
              <a:ext uri="{FF2B5EF4-FFF2-40B4-BE49-F238E27FC236}">
                <a16:creationId xmlns:a16="http://schemas.microsoft.com/office/drawing/2014/main" id="{E145F5B3-FB2E-ABC1-6FBE-3F6038A18A9D}"/>
              </a:ext>
            </a:extLst>
          </p:cNvPr>
          <p:cNvSpPr>
            <a:spLocks noGrp="1"/>
          </p:cNvSpPr>
          <p:nvPr>
            <p:ph type="body" sz="quarter" idx="22" hasCustomPrompt="1"/>
          </p:nvPr>
        </p:nvSpPr>
        <p:spPr>
          <a:xfrm>
            <a:off x="7368124" y="3775491"/>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a:t>03</a:t>
            </a:r>
            <a:endParaRPr lang="en-IN"/>
          </a:p>
        </p:txBody>
      </p:sp>
      <p:sp>
        <p:nvSpPr>
          <p:cNvPr id="60" name="Text Placeholder 37">
            <a:extLst>
              <a:ext uri="{FF2B5EF4-FFF2-40B4-BE49-F238E27FC236}">
                <a16:creationId xmlns:a16="http://schemas.microsoft.com/office/drawing/2014/main" id="{027554F2-F7AB-485D-0B21-5BA8D6A414FD}"/>
              </a:ext>
            </a:extLst>
          </p:cNvPr>
          <p:cNvSpPr>
            <a:spLocks noGrp="1"/>
          </p:cNvSpPr>
          <p:nvPr>
            <p:ph type="body" sz="quarter" idx="23" hasCustomPrompt="1"/>
          </p:nvPr>
        </p:nvSpPr>
        <p:spPr>
          <a:xfrm>
            <a:off x="7368124" y="5433632"/>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62" name="Picture Placeholder 33">
            <a:extLst>
              <a:ext uri="{FF2B5EF4-FFF2-40B4-BE49-F238E27FC236}">
                <a16:creationId xmlns:a16="http://schemas.microsoft.com/office/drawing/2014/main" id="{1D1F2AE2-3567-99CC-824D-6ECB840E5412}"/>
              </a:ext>
            </a:extLst>
          </p:cNvPr>
          <p:cNvSpPr>
            <a:spLocks noGrp="1"/>
          </p:cNvSpPr>
          <p:nvPr>
            <p:ph type="pic" sz="quarter" idx="24"/>
          </p:nvPr>
        </p:nvSpPr>
        <p:spPr>
          <a:xfrm>
            <a:off x="9729787" y="3203575"/>
            <a:ext cx="2462213" cy="2851150"/>
          </a:xfrm>
          <a:solidFill>
            <a:schemeClr val="bg1">
              <a:lumMod val="95000"/>
            </a:schemeClr>
          </a:solidFill>
        </p:spPr>
        <p:txBody>
          <a:bodyPr vert="horz" lIns="91440" tIns="45720" rIns="91440" bIns="45720" rtlCol="0">
            <a:normAutofit/>
          </a:bodyPr>
          <a:lstStyle>
            <a:lvl1pPr>
              <a:defRPr lang="en-IN" dirty="0"/>
            </a:lvl1pPr>
          </a:lstStyle>
          <a:p>
            <a:pPr lvl="0"/>
            <a:endParaRPr lang="en-IN"/>
          </a:p>
        </p:txBody>
      </p:sp>
      <p:sp>
        <p:nvSpPr>
          <p:cNvPr id="63" name="Text Placeholder 37">
            <a:extLst>
              <a:ext uri="{FF2B5EF4-FFF2-40B4-BE49-F238E27FC236}">
                <a16:creationId xmlns:a16="http://schemas.microsoft.com/office/drawing/2014/main" id="{7F4005D5-65DA-FEE5-6036-5FA19C1D2344}"/>
              </a:ext>
            </a:extLst>
          </p:cNvPr>
          <p:cNvSpPr>
            <a:spLocks noGrp="1"/>
          </p:cNvSpPr>
          <p:nvPr>
            <p:ph type="body" sz="quarter" idx="25" hasCustomPrompt="1"/>
          </p:nvPr>
        </p:nvSpPr>
        <p:spPr>
          <a:xfrm>
            <a:off x="9935538" y="4612735"/>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a:t>Click to add text</a:t>
            </a:r>
            <a:endParaRPr lang="en-IN"/>
          </a:p>
        </p:txBody>
      </p:sp>
      <p:sp>
        <p:nvSpPr>
          <p:cNvPr id="64" name="Text Placeholder 37">
            <a:extLst>
              <a:ext uri="{FF2B5EF4-FFF2-40B4-BE49-F238E27FC236}">
                <a16:creationId xmlns:a16="http://schemas.microsoft.com/office/drawing/2014/main" id="{B3E3E185-0A2C-4367-520F-2EAD931BCA39}"/>
              </a:ext>
            </a:extLst>
          </p:cNvPr>
          <p:cNvSpPr>
            <a:spLocks noGrp="1"/>
          </p:cNvSpPr>
          <p:nvPr>
            <p:ph type="body" sz="quarter" idx="26" hasCustomPrompt="1"/>
          </p:nvPr>
        </p:nvSpPr>
        <p:spPr>
          <a:xfrm>
            <a:off x="9935538" y="3775491"/>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a:t>04</a:t>
            </a:r>
            <a:endParaRPr lang="en-IN"/>
          </a:p>
        </p:txBody>
      </p:sp>
      <p:sp>
        <p:nvSpPr>
          <p:cNvPr id="65" name="Text Placeholder 37">
            <a:extLst>
              <a:ext uri="{FF2B5EF4-FFF2-40B4-BE49-F238E27FC236}">
                <a16:creationId xmlns:a16="http://schemas.microsoft.com/office/drawing/2014/main" id="{4A8ADF34-7962-3E2D-0885-D8DA7EB104F3}"/>
              </a:ext>
            </a:extLst>
          </p:cNvPr>
          <p:cNvSpPr>
            <a:spLocks noGrp="1"/>
          </p:cNvSpPr>
          <p:nvPr>
            <p:ph type="body" sz="quarter" idx="27" hasCustomPrompt="1"/>
          </p:nvPr>
        </p:nvSpPr>
        <p:spPr>
          <a:xfrm>
            <a:off x="9935538" y="5433632"/>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Tree>
    <p:extLst>
      <p:ext uri="{BB962C8B-B14F-4D97-AF65-F5344CB8AC3E}">
        <p14:creationId xmlns:p14="http://schemas.microsoft.com/office/powerpoint/2010/main" val="3318650291"/>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3_Agenda/Topics">
    <p:spTree>
      <p:nvGrpSpPr>
        <p:cNvPr id="1" name=""/>
        <p:cNvGrpSpPr/>
        <p:nvPr/>
      </p:nvGrpSpPr>
      <p:grpSpPr>
        <a:xfrm>
          <a:off x="0" y="0"/>
          <a:ext cx="0" cy="0"/>
          <a:chOff x="0" y="0"/>
          <a:chExt cx="0" cy="0"/>
        </a:xfrm>
      </p:grpSpPr>
      <p:sp>
        <p:nvSpPr>
          <p:cNvPr id="9" name="Picture Placeholder 33">
            <a:extLst>
              <a:ext uri="{FF2B5EF4-FFF2-40B4-BE49-F238E27FC236}">
                <a16:creationId xmlns:a16="http://schemas.microsoft.com/office/drawing/2014/main" id="{9E220401-C279-5A75-E79E-B3C2F3E61281}"/>
              </a:ext>
            </a:extLst>
          </p:cNvPr>
          <p:cNvSpPr>
            <a:spLocks noGrp="1"/>
          </p:cNvSpPr>
          <p:nvPr>
            <p:ph type="pic" sz="quarter" idx="11"/>
          </p:nvPr>
        </p:nvSpPr>
        <p:spPr>
          <a:xfrm>
            <a:off x="2028825" y="3203575"/>
            <a:ext cx="2462213" cy="2851150"/>
          </a:xfrm>
          <a:solidFill>
            <a:schemeClr val="bg1">
              <a:lumMod val="95000"/>
            </a:schemeClr>
          </a:solidFill>
        </p:spPr>
        <p:txBody>
          <a:bodyPr/>
          <a:lstStyle>
            <a:lvl1pPr>
              <a:defRPr>
                <a:solidFill>
                  <a:schemeClr val="tx1"/>
                </a:solidFill>
              </a:defRPr>
            </a:lvl1pPr>
          </a:lstStyle>
          <a:p>
            <a:endParaRPr lang="en-IN"/>
          </a:p>
        </p:txBody>
      </p:sp>
      <p:sp>
        <p:nvSpPr>
          <p:cNvPr id="10" name="Rectangle 9">
            <a:extLst>
              <a:ext uri="{FF2B5EF4-FFF2-40B4-BE49-F238E27FC236}">
                <a16:creationId xmlns:a16="http://schemas.microsoft.com/office/drawing/2014/main" id="{1E8B928E-4924-E3AA-E6DD-4902C66312FC}"/>
              </a:ext>
            </a:extLst>
          </p:cNvPr>
          <p:cNvSpPr/>
          <p:nvPr userDrawn="1"/>
        </p:nvSpPr>
        <p:spPr>
          <a:xfrm>
            <a:off x="7452577" y="2949672"/>
            <a:ext cx="647613" cy="769441"/>
          </a:xfrm>
          <a:prstGeom prst="rect">
            <a:avLst/>
          </a:prstGeom>
        </p:spPr>
        <p:txBody>
          <a:bodyPr wrap="none" lIns="0" rIns="0">
            <a:spAutoFit/>
          </a:bodyPr>
          <a:lstStyle/>
          <a:p>
            <a:pPr algn="ctr">
              <a:spcBef>
                <a:spcPts val="2400"/>
              </a:spcBef>
            </a:pPr>
            <a:r>
              <a:rPr lang="en-US" sz="4400" b="1">
                <a:solidFill>
                  <a:srgbClr val="FFFFFF"/>
                </a:solidFill>
                <a:latin typeface="Segoe UI" panose="020B0502040204020203" pitchFamily="34" charset="0"/>
                <a:ea typeface="Open Sans" charset="0"/>
                <a:cs typeface="Segoe UI" panose="020B0502040204020203" pitchFamily="34" charset="0"/>
              </a:rPr>
              <a:t>02</a:t>
            </a:r>
          </a:p>
        </p:txBody>
      </p:sp>
      <p:pic>
        <p:nvPicPr>
          <p:cNvPr id="11" name="Graphic 10">
            <a:extLst>
              <a:ext uri="{FF2B5EF4-FFF2-40B4-BE49-F238E27FC236}">
                <a16:creationId xmlns:a16="http://schemas.microsoft.com/office/drawing/2014/main" id="{741C4B56-D91C-EAE6-E14A-F7EF02A4C3C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957473" y="2638523"/>
            <a:ext cx="391390" cy="358774"/>
          </a:xfrm>
          <a:prstGeom prst="rect">
            <a:avLst/>
          </a:prstGeom>
        </p:spPr>
      </p:pic>
      <p:sp>
        <p:nvSpPr>
          <p:cNvPr id="12" name="Title 1">
            <a:extLst>
              <a:ext uri="{FF2B5EF4-FFF2-40B4-BE49-F238E27FC236}">
                <a16:creationId xmlns:a16="http://schemas.microsoft.com/office/drawing/2014/main" id="{4E83683A-8FAE-ECFE-858C-40B7194D37DB}"/>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13" name="Rectangle 12">
            <a:extLst>
              <a:ext uri="{FF2B5EF4-FFF2-40B4-BE49-F238E27FC236}">
                <a16:creationId xmlns:a16="http://schemas.microsoft.com/office/drawing/2014/main" id="{73824315-B5DE-36AE-2DCE-E7BE9BA7B476}"/>
              </a:ext>
            </a:extLst>
          </p:cNvPr>
          <p:cNvSpPr/>
          <p:nvPr userDrawn="1"/>
        </p:nvSpPr>
        <p:spPr>
          <a:xfrm>
            <a:off x="359998" y="1488586"/>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ubtitle 2">
            <a:extLst>
              <a:ext uri="{FF2B5EF4-FFF2-40B4-BE49-F238E27FC236}">
                <a16:creationId xmlns:a16="http://schemas.microsoft.com/office/drawing/2014/main" id="{C653E87C-C30B-A55C-CAE4-4ED8F963495A}"/>
              </a:ext>
            </a:extLst>
          </p:cNvPr>
          <p:cNvSpPr>
            <a:spLocks noGrp="1"/>
          </p:cNvSpPr>
          <p:nvPr>
            <p:ph type="subTitle" idx="1"/>
          </p:nvPr>
        </p:nvSpPr>
        <p:spPr>
          <a:xfrm>
            <a:off x="285135" y="854284"/>
            <a:ext cx="11558865" cy="461665"/>
          </a:xfrm>
        </p:spPr>
        <p:txBody>
          <a:bodyPr wrap="square">
            <a:spAutoFit/>
          </a:bodyPr>
          <a:lstStyle>
            <a:lvl1pPr marL="0" indent="0" algn="l">
              <a:lnSpc>
                <a:spcPct val="100000"/>
              </a:lnSpc>
              <a:spcBef>
                <a:spcPts val="0"/>
              </a:spcBef>
              <a:buNone/>
              <a:defRPr lang="en-US" sz="2400" b="1" kern="1200" dirty="0">
                <a:solidFill>
                  <a:schemeClr val="accent1"/>
                </a:solidFill>
                <a:latin typeface="Barlow Medium" panose="00000600000000000000"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5" name="Text Placeholder 37">
            <a:extLst>
              <a:ext uri="{FF2B5EF4-FFF2-40B4-BE49-F238E27FC236}">
                <a16:creationId xmlns:a16="http://schemas.microsoft.com/office/drawing/2014/main" id="{A616F389-7FB4-9BCF-8361-CC6F70CC23CD}"/>
              </a:ext>
            </a:extLst>
          </p:cNvPr>
          <p:cNvSpPr>
            <a:spLocks noGrp="1"/>
          </p:cNvSpPr>
          <p:nvPr>
            <p:ph type="body" sz="quarter" idx="12" hasCustomPrompt="1"/>
          </p:nvPr>
        </p:nvSpPr>
        <p:spPr>
          <a:xfrm>
            <a:off x="2234256" y="4628513"/>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a:t>Click to add text</a:t>
            </a:r>
            <a:endParaRPr lang="en-IN"/>
          </a:p>
        </p:txBody>
      </p:sp>
      <p:sp>
        <p:nvSpPr>
          <p:cNvPr id="16" name="Text Placeholder 37">
            <a:extLst>
              <a:ext uri="{FF2B5EF4-FFF2-40B4-BE49-F238E27FC236}">
                <a16:creationId xmlns:a16="http://schemas.microsoft.com/office/drawing/2014/main" id="{AFD49B92-BC62-5115-308D-6E75E1F720F9}"/>
              </a:ext>
            </a:extLst>
          </p:cNvPr>
          <p:cNvSpPr>
            <a:spLocks noGrp="1"/>
          </p:cNvSpPr>
          <p:nvPr>
            <p:ph type="body" sz="quarter" idx="13" hasCustomPrompt="1"/>
          </p:nvPr>
        </p:nvSpPr>
        <p:spPr>
          <a:xfrm>
            <a:off x="2234256" y="3791269"/>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a:t>01</a:t>
            </a:r>
            <a:endParaRPr lang="en-IN"/>
          </a:p>
        </p:txBody>
      </p:sp>
      <p:sp>
        <p:nvSpPr>
          <p:cNvPr id="17" name="Text Placeholder 37">
            <a:extLst>
              <a:ext uri="{FF2B5EF4-FFF2-40B4-BE49-F238E27FC236}">
                <a16:creationId xmlns:a16="http://schemas.microsoft.com/office/drawing/2014/main" id="{96984DB0-633B-BF3C-B959-37D6EAB545A8}"/>
              </a:ext>
            </a:extLst>
          </p:cNvPr>
          <p:cNvSpPr>
            <a:spLocks noGrp="1"/>
          </p:cNvSpPr>
          <p:nvPr>
            <p:ph type="body" sz="quarter" idx="14" hasCustomPrompt="1"/>
          </p:nvPr>
        </p:nvSpPr>
        <p:spPr>
          <a:xfrm>
            <a:off x="2234256" y="5449410"/>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8" name="Picture Placeholder 33">
            <a:extLst>
              <a:ext uri="{FF2B5EF4-FFF2-40B4-BE49-F238E27FC236}">
                <a16:creationId xmlns:a16="http://schemas.microsoft.com/office/drawing/2014/main" id="{D228BC18-0A5B-2E96-B64C-0B9E8100D38F}"/>
              </a:ext>
            </a:extLst>
          </p:cNvPr>
          <p:cNvSpPr>
            <a:spLocks noGrp="1"/>
          </p:cNvSpPr>
          <p:nvPr>
            <p:ph type="pic" sz="quarter" idx="15"/>
          </p:nvPr>
        </p:nvSpPr>
        <p:spPr>
          <a:xfrm>
            <a:off x="7162373" y="2372361"/>
            <a:ext cx="2462213" cy="3682364"/>
          </a:xfrm>
          <a:solidFill>
            <a:schemeClr val="tx2"/>
          </a:solidFill>
        </p:spPr>
        <p:txBody>
          <a:bodyPr/>
          <a:lstStyle>
            <a:lvl1pPr>
              <a:defRPr>
                <a:solidFill>
                  <a:schemeClr val="bg1"/>
                </a:solidFill>
              </a:defRPr>
            </a:lvl1pPr>
          </a:lstStyle>
          <a:p>
            <a:endParaRPr lang="en-IN"/>
          </a:p>
        </p:txBody>
      </p:sp>
      <p:sp>
        <p:nvSpPr>
          <p:cNvPr id="19" name="Text Placeholder 37">
            <a:extLst>
              <a:ext uri="{FF2B5EF4-FFF2-40B4-BE49-F238E27FC236}">
                <a16:creationId xmlns:a16="http://schemas.microsoft.com/office/drawing/2014/main" id="{AFEBBBC7-C356-A790-292A-24FF23304DBF}"/>
              </a:ext>
            </a:extLst>
          </p:cNvPr>
          <p:cNvSpPr>
            <a:spLocks noGrp="1"/>
          </p:cNvSpPr>
          <p:nvPr>
            <p:ph type="body" sz="quarter" idx="16" hasCustomPrompt="1"/>
          </p:nvPr>
        </p:nvSpPr>
        <p:spPr>
          <a:xfrm>
            <a:off x="7367804" y="4613372"/>
            <a:ext cx="2051032" cy="682625"/>
          </a:xfrm>
        </p:spPr>
        <p:txBody>
          <a:bodyPr>
            <a:normAutofit/>
          </a:bodyPr>
          <a:lstStyle>
            <a:lvl1pPr marL="0" indent="0">
              <a:buNone/>
              <a:defRPr sz="1800" b="1">
                <a:solidFill>
                  <a:schemeClr val="bg1"/>
                </a:solidFill>
                <a:latin typeface="Barlow" panose="00000500000000000000" pitchFamily="2" charset="0"/>
              </a:defRPr>
            </a:lvl1pPr>
          </a:lstStyle>
          <a:p>
            <a:pPr lvl="0"/>
            <a:r>
              <a:rPr lang="en-US"/>
              <a:t>Click to add text</a:t>
            </a:r>
            <a:endParaRPr lang="en-IN"/>
          </a:p>
        </p:txBody>
      </p:sp>
      <p:sp>
        <p:nvSpPr>
          <p:cNvPr id="20" name="Text Placeholder 37">
            <a:extLst>
              <a:ext uri="{FF2B5EF4-FFF2-40B4-BE49-F238E27FC236}">
                <a16:creationId xmlns:a16="http://schemas.microsoft.com/office/drawing/2014/main" id="{652678D2-DE38-5B75-ECCE-29A45AF00A7D}"/>
              </a:ext>
            </a:extLst>
          </p:cNvPr>
          <p:cNvSpPr>
            <a:spLocks noGrp="1"/>
          </p:cNvSpPr>
          <p:nvPr>
            <p:ph type="body" sz="quarter" idx="17" hasCustomPrompt="1"/>
          </p:nvPr>
        </p:nvSpPr>
        <p:spPr>
          <a:xfrm>
            <a:off x="7367804" y="3776128"/>
            <a:ext cx="2051032" cy="682625"/>
          </a:xfrm>
        </p:spPr>
        <p:txBody>
          <a:bodyPr>
            <a:normAutofit/>
          </a:bodyPr>
          <a:lstStyle>
            <a:lvl1pPr marL="0" indent="0">
              <a:buNone/>
              <a:defRPr sz="3600" b="1">
                <a:solidFill>
                  <a:schemeClr val="bg1"/>
                </a:solidFill>
                <a:latin typeface="Barlow" panose="00000500000000000000" pitchFamily="2" charset="0"/>
              </a:defRPr>
            </a:lvl1pPr>
          </a:lstStyle>
          <a:p>
            <a:pPr lvl="0"/>
            <a:r>
              <a:rPr lang="en-US"/>
              <a:t>03</a:t>
            </a:r>
            <a:endParaRPr lang="en-IN"/>
          </a:p>
        </p:txBody>
      </p:sp>
      <p:sp>
        <p:nvSpPr>
          <p:cNvPr id="21" name="Text Placeholder 37">
            <a:extLst>
              <a:ext uri="{FF2B5EF4-FFF2-40B4-BE49-F238E27FC236}">
                <a16:creationId xmlns:a16="http://schemas.microsoft.com/office/drawing/2014/main" id="{232F0683-D529-40D7-2787-AB0BD35DAD0E}"/>
              </a:ext>
            </a:extLst>
          </p:cNvPr>
          <p:cNvSpPr>
            <a:spLocks noGrp="1"/>
          </p:cNvSpPr>
          <p:nvPr>
            <p:ph type="body" sz="quarter" idx="18" hasCustomPrompt="1"/>
          </p:nvPr>
        </p:nvSpPr>
        <p:spPr>
          <a:xfrm>
            <a:off x="7367804" y="5434269"/>
            <a:ext cx="2051032" cy="469070"/>
          </a:xfrm>
        </p:spPr>
        <p:txBody>
          <a:bodyPr>
            <a:normAutofit/>
          </a:bodyPr>
          <a:lstStyle>
            <a:lvl1pPr marL="0" indent="0">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22" name="Content Placeholder 51">
            <a:extLst>
              <a:ext uri="{FF2B5EF4-FFF2-40B4-BE49-F238E27FC236}">
                <a16:creationId xmlns:a16="http://schemas.microsoft.com/office/drawing/2014/main" id="{67A0953E-13D1-8A22-1241-8F0375527332}"/>
              </a:ext>
            </a:extLst>
          </p:cNvPr>
          <p:cNvSpPr>
            <a:spLocks noGrp="1"/>
          </p:cNvSpPr>
          <p:nvPr>
            <p:ph sz="quarter" idx="19" hasCustomPrompt="1"/>
          </p:nvPr>
        </p:nvSpPr>
        <p:spPr>
          <a:xfrm>
            <a:off x="8958049" y="2501900"/>
            <a:ext cx="460375" cy="579438"/>
          </a:xfrm>
        </p:spPr>
        <p:txBody>
          <a:bodyPr>
            <a:noAutofit/>
          </a:bodyPr>
          <a:lstStyle>
            <a:lvl1pPr marL="0" indent="0" algn="ctr">
              <a:buNone/>
              <a:defRPr sz="800">
                <a:solidFill>
                  <a:schemeClr val="bg1"/>
                </a:solidFill>
              </a:defRPr>
            </a:lvl1pPr>
          </a:lstStyle>
          <a:p>
            <a:pPr lvl="0"/>
            <a:r>
              <a:rPr lang="en-US"/>
              <a:t>Insert Icon here</a:t>
            </a:r>
            <a:endParaRPr lang="en-IN"/>
          </a:p>
        </p:txBody>
      </p:sp>
      <p:sp>
        <p:nvSpPr>
          <p:cNvPr id="23" name="Picture Placeholder 33">
            <a:extLst>
              <a:ext uri="{FF2B5EF4-FFF2-40B4-BE49-F238E27FC236}">
                <a16:creationId xmlns:a16="http://schemas.microsoft.com/office/drawing/2014/main" id="{01D40387-DD15-16AB-923A-1B2DFA9B3046}"/>
              </a:ext>
            </a:extLst>
          </p:cNvPr>
          <p:cNvSpPr>
            <a:spLocks noGrp="1"/>
          </p:cNvSpPr>
          <p:nvPr>
            <p:ph type="pic" sz="quarter" idx="20"/>
          </p:nvPr>
        </p:nvSpPr>
        <p:spPr>
          <a:xfrm>
            <a:off x="4597124" y="3203575"/>
            <a:ext cx="2462213" cy="2851150"/>
          </a:xfrm>
          <a:solidFill>
            <a:schemeClr val="bg1">
              <a:lumMod val="95000"/>
            </a:schemeClr>
          </a:solidFill>
        </p:spPr>
        <p:txBody>
          <a:bodyPr vert="horz" lIns="91440" tIns="45720" rIns="91440" bIns="45720" rtlCol="0">
            <a:normAutofit/>
          </a:bodyPr>
          <a:lstStyle>
            <a:lvl1pPr>
              <a:defRPr lang="en-IN" dirty="0"/>
            </a:lvl1pPr>
          </a:lstStyle>
          <a:p>
            <a:pPr lvl="0"/>
            <a:endParaRPr lang="en-IN"/>
          </a:p>
        </p:txBody>
      </p:sp>
      <p:sp>
        <p:nvSpPr>
          <p:cNvPr id="24" name="Text Placeholder 37">
            <a:extLst>
              <a:ext uri="{FF2B5EF4-FFF2-40B4-BE49-F238E27FC236}">
                <a16:creationId xmlns:a16="http://schemas.microsoft.com/office/drawing/2014/main" id="{234B3329-0B9A-1C64-8837-BF867B5E44A4}"/>
              </a:ext>
            </a:extLst>
          </p:cNvPr>
          <p:cNvSpPr>
            <a:spLocks noGrp="1"/>
          </p:cNvSpPr>
          <p:nvPr>
            <p:ph type="body" sz="quarter" idx="21" hasCustomPrompt="1"/>
          </p:nvPr>
        </p:nvSpPr>
        <p:spPr>
          <a:xfrm>
            <a:off x="4802875" y="4612735"/>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a:t>Click to add text</a:t>
            </a:r>
            <a:endParaRPr lang="en-IN"/>
          </a:p>
        </p:txBody>
      </p:sp>
      <p:sp>
        <p:nvSpPr>
          <p:cNvPr id="25" name="Text Placeholder 37">
            <a:extLst>
              <a:ext uri="{FF2B5EF4-FFF2-40B4-BE49-F238E27FC236}">
                <a16:creationId xmlns:a16="http://schemas.microsoft.com/office/drawing/2014/main" id="{FBBB7DE2-7E10-89F2-78ED-C2DB6D709DC8}"/>
              </a:ext>
            </a:extLst>
          </p:cNvPr>
          <p:cNvSpPr>
            <a:spLocks noGrp="1"/>
          </p:cNvSpPr>
          <p:nvPr>
            <p:ph type="body" sz="quarter" idx="22" hasCustomPrompt="1"/>
          </p:nvPr>
        </p:nvSpPr>
        <p:spPr>
          <a:xfrm>
            <a:off x="4802875" y="3775491"/>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a:t>02</a:t>
            </a:r>
            <a:endParaRPr lang="en-IN"/>
          </a:p>
        </p:txBody>
      </p:sp>
      <p:sp>
        <p:nvSpPr>
          <p:cNvPr id="26" name="Text Placeholder 37">
            <a:extLst>
              <a:ext uri="{FF2B5EF4-FFF2-40B4-BE49-F238E27FC236}">
                <a16:creationId xmlns:a16="http://schemas.microsoft.com/office/drawing/2014/main" id="{6B41F9FC-7377-A91B-EFEE-6DD1B0368755}"/>
              </a:ext>
            </a:extLst>
          </p:cNvPr>
          <p:cNvSpPr>
            <a:spLocks noGrp="1"/>
          </p:cNvSpPr>
          <p:nvPr>
            <p:ph type="body" sz="quarter" idx="23" hasCustomPrompt="1"/>
          </p:nvPr>
        </p:nvSpPr>
        <p:spPr>
          <a:xfrm>
            <a:off x="4802875" y="5433632"/>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27" name="Picture Placeholder 33">
            <a:extLst>
              <a:ext uri="{FF2B5EF4-FFF2-40B4-BE49-F238E27FC236}">
                <a16:creationId xmlns:a16="http://schemas.microsoft.com/office/drawing/2014/main" id="{EFA566A5-3E4E-D157-D0DE-67352B32FC58}"/>
              </a:ext>
            </a:extLst>
          </p:cNvPr>
          <p:cNvSpPr>
            <a:spLocks noGrp="1"/>
          </p:cNvSpPr>
          <p:nvPr>
            <p:ph type="pic" sz="quarter" idx="24"/>
          </p:nvPr>
        </p:nvSpPr>
        <p:spPr>
          <a:xfrm>
            <a:off x="9729787" y="3203575"/>
            <a:ext cx="2462213" cy="2851150"/>
          </a:xfrm>
          <a:solidFill>
            <a:schemeClr val="bg1">
              <a:lumMod val="95000"/>
            </a:schemeClr>
          </a:solidFill>
        </p:spPr>
        <p:txBody>
          <a:bodyPr vert="horz" lIns="91440" tIns="45720" rIns="91440" bIns="45720" rtlCol="0">
            <a:normAutofit/>
          </a:bodyPr>
          <a:lstStyle>
            <a:lvl1pPr>
              <a:defRPr lang="en-IN" dirty="0"/>
            </a:lvl1pPr>
          </a:lstStyle>
          <a:p>
            <a:pPr lvl="0"/>
            <a:endParaRPr lang="en-IN"/>
          </a:p>
        </p:txBody>
      </p:sp>
      <p:sp>
        <p:nvSpPr>
          <p:cNvPr id="28" name="Text Placeholder 37">
            <a:extLst>
              <a:ext uri="{FF2B5EF4-FFF2-40B4-BE49-F238E27FC236}">
                <a16:creationId xmlns:a16="http://schemas.microsoft.com/office/drawing/2014/main" id="{A0A8CFF2-957B-2AF0-E32F-D0E9C6415592}"/>
              </a:ext>
            </a:extLst>
          </p:cNvPr>
          <p:cNvSpPr>
            <a:spLocks noGrp="1"/>
          </p:cNvSpPr>
          <p:nvPr>
            <p:ph type="body" sz="quarter" idx="25" hasCustomPrompt="1"/>
          </p:nvPr>
        </p:nvSpPr>
        <p:spPr>
          <a:xfrm>
            <a:off x="9935538" y="4612735"/>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a:t>Click to add text</a:t>
            </a:r>
            <a:endParaRPr lang="en-IN"/>
          </a:p>
        </p:txBody>
      </p:sp>
      <p:sp>
        <p:nvSpPr>
          <p:cNvPr id="29" name="Text Placeholder 37">
            <a:extLst>
              <a:ext uri="{FF2B5EF4-FFF2-40B4-BE49-F238E27FC236}">
                <a16:creationId xmlns:a16="http://schemas.microsoft.com/office/drawing/2014/main" id="{15C50F6E-7085-66AC-D639-7F51591B9E92}"/>
              </a:ext>
            </a:extLst>
          </p:cNvPr>
          <p:cNvSpPr>
            <a:spLocks noGrp="1"/>
          </p:cNvSpPr>
          <p:nvPr>
            <p:ph type="body" sz="quarter" idx="26" hasCustomPrompt="1"/>
          </p:nvPr>
        </p:nvSpPr>
        <p:spPr>
          <a:xfrm>
            <a:off x="9935538" y="3775491"/>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a:t>04</a:t>
            </a:r>
            <a:endParaRPr lang="en-IN"/>
          </a:p>
        </p:txBody>
      </p:sp>
      <p:sp>
        <p:nvSpPr>
          <p:cNvPr id="30" name="Text Placeholder 37">
            <a:extLst>
              <a:ext uri="{FF2B5EF4-FFF2-40B4-BE49-F238E27FC236}">
                <a16:creationId xmlns:a16="http://schemas.microsoft.com/office/drawing/2014/main" id="{714361A5-C069-C8AB-1C70-CC4B528EECEF}"/>
              </a:ext>
            </a:extLst>
          </p:cNvPr>
          <p:cNvSpPr>
            <a:spLocks noGrp="1"/>
          </p:cNvSpPr>
          <p:nvPr>
            <p:ph type="body" sz="quarter" idx="27" hasCustomPrompt="1"/>
          </p:nvPr>
        </p:nvSpPr>
        <p:spPr>
          <a:xfrm>
            <a:off x="9935538" y="5433632"/>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Tree>
    <p:extLst>
      <p:ext uri="{BB962C8B-B14F-4D97-AF65-F5344CB8AC3E}">
        <p14:creationId xmlns:p14="http://schemas.microsoft.com/office/powerpoint/2010/main" val="1631335942"/>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4_Agenda/Topics">
    <p:spTree>
      <p:nvGrpSpPr>
        <p:cNvPr id="1" name=""/>
        <p:cNvGrpSpPr/>
        <p:nvPr/>
      </p:nvGrpSpPr>
      <p:grpSpPr>
        <a:xfrm>
          <a:off x="0" y="0"/>
          <a:ext cx="0" cy="0"/>
          <a:chOff x="0" y="0"/>
          <a:chExt cx="0" cy="0"/>
        </a:xfrm>
      </p:grpSpPr>
      <p:sp>
        <p:nvSpPr>
          <p:cNvPr id="9" name="Picture Placeholder 33">
            <a:extLst>
              <a:ext uri="{FF2B5EF4-FFF2-40B4-BE49-F238E27FC236}">
                <a16:creationId xmlns:a16="http://schemas.microsoft.com/office/drawing/2014/main" id="{9E220401-C279-5A75-E79E-B3C2F3E61281}"/>
              </a:ext>
            </a:extLst>
          </p:cNvPr>
          <p:cNvSpPr>
            <a:spLocks noGrp="1"/>
          </p:cNvSpPr>
          <p:nvPr>
            <p:ph type="pic" sz="quarter" idx="11"/>
          </p:nvPr>
        </p:nvSpPr>
        <p:spPr>
          <a:xfrm>
            <a:off x="2028825" y="3203575"/>
            <a:ext cx="2462213" cy="2851150"/>
          </a:xfrm>
          <a:solidFill>
            <a:schemeClr val="bg1">
              <a:lumMod val="95000"/>
            </a:schemeClr>
          </a:solidFill>
        </p:spPr>
        <p:txBody>
          <a:bodyPr/>
          <a:lstStyle>
            <a:lvl1pPr>
              <a:defRPr>
                <a:solidFill>
                  <a:schemeClr val="tx1"/>
                </a:solidFill>
              </a:defRPr>
            </a:lvl1pPr>
          </a:lstStyle>
          <a:p>
            <a:endParaRPr lang="en-IN"/>
          </a:p>
        </p:txBody>
      </p:sp>
      <p:sp>
        <p:nvSpPr>
          <p:cNvPr id="10" name="Rectangle 9">
            <a:extLst>
              <a:ext uri="{FF2B5EF4-FFF2-40B4-BE49-F238E27FC236}">
                <a16:creationId xmlns:a16="http://schemas.microsoft.com/office/drawing/2014/main" id="{1E8B928E-4924-E3AA-E6DD-4902C66312FC}"/>
              </a:ext>
            </a:extLst>
          </p:cNvPr>
          <p:cNvSpPr/>
          <p:nvPr userDrawn="1"/>
        </p:nvSpPr>
        <p:spPr>
          <a:xfrm>
            <a:off x="10019991" y="2949672"/>
            <a:ext cx="647613" cy="769441"/>
          </a:xfrm>
          <a:prstGeom prst="rect">
            <a:avLst/>
          </a:prstGeom>
        </p:spPr>
        <p:txBody>
          <a:bodyPr wrap="none" lIns="0" rIns="0">
            <a:spAutoFit/>
          </a:bodyPr>
          <a:lstStyle/>
          <a:p>
            <a:pPr algn="ctr">
              <a:spcBef>
                <a:spcPts val="2400"/>
              </a:spcBef>
            </a:pPr>
            <a:r>
              <a:rPr lang="en-US" sz="4400" b="1">
                <a:solidFill>
                  <a:srgbClr val="FFFFFF"/>
                </a:solidFill>
                <a:latin typeface="Segoe UI" panose="020B0502040204020203" pitchFamily="34" charset="0"/>
                <a:ea typeface="Open Sans" charset="0"/>
                <a:cs typeface="Segoe UI" panose="020B0502040204020203" pitchFamily="34" charset="0"/>
              </a:rPr>
              <a:t>02</a:t>
            </a:r>
          </a:p>
        </p:txBody>
      </p:sp>
      <p:pic>
        <p:nvPicPr>
          <p:cNvPr id="11" name="Graphic 10">
            <a:extLst>
              <a:ext uri="{FF2B5EF4-FFF2-40B4-BE49-F238E27FC236}">
                <a16:creationId xmlns:a16="http://schemas.microsoft.com/office/drawing/2014/main" id="{741C4B56-D91C-EAE6-E14A-F7EF02A4C3C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524887" y="2638523"/>
            <a:ext cx="391390" cy="358774"/>
          </a:xfrm>
          <a:prstGeom prst="rect">
            <a:avLst/>
          </a:prstGeom>
        </p:spPr>
      </p:pic>
      <p:sp>
        <p:nvSpPr>
          <p:cNvPr id="12" name="Title 1">
            <a:extLst>
              <a:ext uri="{FF2B5EF4-FFF2-40B4-BE49-F238E27FC236}">
                <a16:creationId xmlns:a16="http://schemas.microsoft.com/office/drawing/2014/main" id="{4E83683A-8FAE-ECFE-858C-40B7194D37DB}"/>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13" name="Rectangle 12">
            <a:extLst>
              <a:ext uri="{FF2B5EF4-FFF2-40B4-BE49-F238E27FC236}">
                <a16:creationId xmlns:a16="http://schemas.microsoft.com/office/drawing/2014/main" id="{73824315-B5DE-36AE-2DCE-E7BE9BA7B476}"/>
              </a:ext>
            </a:extLst>
          </p:cNvPr>
          <p:cNvSpPr/>
          <p:nvPr userDrawn="1"/>
        </p:nvSpPr>
        <p:spPr>
          <a:xfrm>
            <a:off x="359998" y="1488586"/>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ubtitle 2">
            <a:extLst>
              <a:ext uri="{FF2B5EF4-FFF2-40B4-BE49-F238E27FC236}">
                <a16:creationId xmlns:a16="http://schemas.microsoft.com/office/drawing/2014/main" id="{C653E87C-C30B-A55C-CAE4-4ED8F963495A}"/>
              </a:ext>
            </a:extLst>
          </p:cNvPr>
          <p:cNvSpPr>
            <a:spLocks noGrp="1"/>
          </p:cNvSpPr>
          <p:nvPr>
            <p:ph type="subTitle" idx="1"/>
          </p:nvPr>
        </p:nvSpPr>
        <p:spPr>
          <a:xfrm>
            <a:off x="285135" y="854284"/>
            <a:ext cx="11558865" cy="461665"/>
          </a:xfrm>
        </p:spPr>
        <p:txBody>
          <a:bodyPr wrap="square">
            <a:spAutoFit/>
          </a:bodyPr>
          <a:lstStyle>
            <a:lvl1pPr marL="0" indent="0" algn="l">
              <a:lnSpc>
                <a:spcPct val="100000"/>
              </a:lnSpc>
              <a:spcBef>
                <a:spcPts val="0"/>
              </a:spcBef>
              <a:buNone/>
              <a:defRPr lang="en-US" sz="2400" b="1" kern="1200" dirty="0">
                <a:solidFill>
                  <a:schemeClr val="accent1"/>
                </a:solidFill>
                <a:latin typeface="Barlow Medium" panose="00000600000000000000"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5" name="Text Placeholder 37">
            <a:extLst>
              <a:ext uri="{FF2B5EF4-FFF2-40B4-BE49-F238E27FC236}">
                <a16:creationId xmlns:a16="http://schemas.microsoft.com/office/drawing/2014/main" id="{A616F389-7FB4-9BCF-8361-CC6F70CC23CD}"/>
              </a:ext>
            </a:extLst>
          </p:cNvPr>
          <p:cNvSpPr>
            <a:spLocks noGrp="1"/>
          </p:cNvSpPr>
          <p:nvPr>
            <p:ph type="body" sz="quarter" idx="12" hasCustomPrompt="1"/>
          </p:nvPr>
        </p:nvSpPr>
        <p:spPr>
          <a:xfrm>
            <a:off x="2234256" y="4628513"/>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a:t>Click to add text</a:t>
            </a:r>
            <a:endParaRPr lang="en-IN"/>
          </a:p>
        </p:txBody>
      </p:sp>
      <p:sp>
        <p:nvSpPr>
          <p:cNvPr id="16" name="Text Placeholder 37">
            <a:extLst>
              <a:ext uri="{FF2B5EF4-FFF2-40B4-BE49-F238E27FC236}">
                <a16:creationId xmlns:a16="http://schemas.microsoft.com/office/drawing/2014/main" id="{AFD49B92-BC62-5115-308D-6E75E1F720F9}"/>
              </a:ext>
            </a:extLst>
          </p:cNvPr>
          <p:cNvSpPr>
            <a:spLocks noGrp="1"/>
          </p:cNvSpPr>
          <p:nvPr>
            <p:ph type="body" sz="quarter" idx="13" hasCustomPrompt="1"/>
          </p:nvPr>
        </p:nvSpPr>
        <p:spPr>
          <a:xfrm>
            <a:off x="2234256" y="3791269"/>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a:t>01</a:t>
            </a:r>
            <a:endParaRPr lang="en-IN"/>
          </a:p>
        </p:txBody>
      </p:sp>
      <p:sp>
        <p:nvSpPr>
          <p:cNvPr id="17" name="Text Placeholder 37">
            <a:extLst>
              <a:ext uri="{FF2B5EF4-FFF2-40B4-BE49-F238E27FC236}">
                <a16:creationId xmlns:a16="http://schemas.microsoft.com/office/drawing/2014/main" id="{96984DB0-633B-BF3C-B959-37D6EAB545A8}"/>
              </a:ext>
            </a:extLst>
          </p:cNvPr>
          <p:cNvSpPr>
            <a:spLocks noGrp="1"/>
          </p:cNvSpPr>
          <p:nvPr>
            <p:ph type="body" sz="quarter" idx="14" hasCustomPrompt="1"/>
          </p:nvPr>
        </p:nvSpPr>
        <p:spPr>
          <a:xfrm>
            <a:off x="2234256" y="5449410"/>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8" name="Picture Placeholder 33">
            <a:extLst>
              <a:ext uri="{FF2B5EF4-FFF2-40B4-BE49-F238E27FC236}">
                <a16:creationId xmlns:a16="http://schemas.microsoft.com/office/drawing/2014/main" id="{D228BC18-0A5B-2E96-B64C-0B9E8100D38F}"/>
              </a:ext>
            </a:extLst>
          </p:cNvPr>
          <p:cNvSpPr>
            <a:spLocks noGrp="1"/>
          </p:cNvSpPr>
          <p:nvPr>
            <p:ph type="pic" sz="quarter" idx="15"/>
          </p:nvPr>
        </p:nvSpPr>
        <p:spPr>
          <a:xfrm>
            <a:off x="9729787" y="2372361"/>
            <a:ext cx="2462213" cy="3682364"/>
          </a:xfrm>
          <a:solidFill>
            <a:schemeClr val="tx2"/>
          </a:solidFill>
        </p:spPr>
        <p:txBody>
          <a:bodyPr/>
          <a:lstStyle>
            <a:lvl1pPr>
              <a:defRPr>
                <a:solidFill>
                  <a:schemeClr val="bg1"/>
                </a:solidFill>
              </a:defRPr>
            </a:lvl1pPr>
          </a:lstStyle>
          <a:p>
            <a:endParaRPr lang="en-IN"/>
          </a:p>
        </p:txBody>
      </p:sp>
      <p:sp>
        <p:nvSpPr>
          <p:cNvPr id="19" name="Text Placeholder 37">
            <a:extLst>
              <a:ext uri="{FF2B5EF4-FFF2-40B4-BE49-F238E27FC236}">
                <a16:creationId xmlns:a16="http://schemas.microsoft.com/office/drawing/2014/main" id="{AFEBBBC7-C356-A790-292A-24FF23304DBF}"/>
              </a:ext>
            </a:extLst>
          </p:cNvPr>
          <p:cNvSpPr>
            <a:spLocks noGrp="1"/>
          </p:cNvSpPr>
          <p:nvPr>
            <p:ph type="body" sz="quarter" idx="16" hasCustomPrompt="1"/>
          </p:nvPr>
        </p:nvSpPr>
        <p:spPr>
          <a:xfrm>
            <a:off x="9935218" y="4613372"/>
            <a:ext cx="2051032" cy="682625"/>
          </a:xfrm>
        </p:spPr>
        <p:txBody>
          <a:bodyPr>
            <a:normAutofit/>
          </a:bodyPr>
          <a:lstStyle>
            <a:lvl1pPr marL="0" indent="0">
              <a:buNone/>
              <a:defRPr sz="1800" b="1">
                <a:solidFill>
                  <a:schemeClr val="bg1"/>
                </a:solidFill>
                <a:latin typeface="Barlow" panose="00000500000000000000" pitchFamily="2" charset="0"/>
              </a:defRPr>
            </a:lvl1pPr>
          </a:lstStyle>
          <a:p>
            <a:pPr lvl="0"/>
            <a:r>
              <a:rPr lang="en-US"/>
              <a:t>Click to add text</a:t>
            </a:r>
            <a:endParaRPr lang="en-IN"/>
          </a:p>
        </p:txBody>
      </p:sp>
      <p:sp>
        <p:nvSpPr>
          <p:cNvPr id="20" name="Text Placeholder 37">
            <a:extLst>
              <a:ext uri="{FF2B5EF4-FFF2-40B4-BE49-F238E27FC236}">
                <a16:creationId xmlns:a16="http://schemas.microsoft.com/office/drawing/2014/main" id="{652678D2-DE38-5B75-ECCE-29A45AF00A7D}"/>
              </a:ext>
            </a:extLst>
          </p:cNvPr>
          <p:cNvSpPr>
            <a:spLocks noGrp="1"/>
          </p:cNvSpPr>
          <p:nvPr>
            <p:ph type="body" sz="quarter" idx="17" hasCustomPrompt="1"/>
          </p:nvPr>
        </p:nvSpPr>
        <p:spPr>
          <a:xfrm>
            <a:off x="9935218" y="3776128"/>
            <a:ext cx="2051032" cy="682625"/>
          </a:xfrm>
        </p:spPr>
        <p:txBody>
          <a:bodyPr>
            <a:normAutofit/>
          </a:bodyPr>
          <a:lstStyle>
            <a:lvl1pPr marL="0" indent="0">
              <a:buNone/>
              <a:defRPr sz="3600" b="1">
                <a:solidFill>
                  <a:schemeClr val="bg1"/>
                </a:solidFill>
                <a:latin typeface="Barlow" panose="00000500000000000000" pitchFamily="2" charset="0"/>
              </a:defRPr>
            </a:lvl1pPr>
          </a:lstStyle>
          <a:p>
            <a:pPr lvl="0"/>
            <a:r>
              <a:rPr lang="en-US"/>
              <a:t>04</a:t>
            </a:r>
            <a:endParaRPr lang="en-IN"/>
          </a:p>
        </p:txBody>
      </p:sp>
      <p:sp>
        <p:nvSpPr>
          <p:cNvPr id="21" name="Text Placeholder 37">
            <a:extLst>
              <a:ext uri="{FF2B5EF4-FFF2-40B4-BE49-F238E27FC236}">
                <a16:creationId xmlns:a16="http://schemas.microsoft.com/office/drawing/2014/main" id="{232F0683-D529-40D7-2787-AB0BD35DAD0E}"/>
              </a:ext>
            </a:extLst>
          </p:cNvPr>
          <p:cNvSpPr>
            <a:spLocks noGrp="1"/>
          </p:cNvSpPr>
          <p:nvPr>
            <p:ph type="body" sz="quarter" idx="18" hasCustomPrompt="1"/>
          </p:nvPr>
        </p:nvSpPr>
        <p:spPr>
          <a:xfrm>
            <a:off x="9935218" y="5434269"/>
            <a:ext cx="2051032" cy="469070"/>
          </a:xfrm>
        </p:spPr>
        <p:txBody>
          <a:bodyPr>
            <a:normAutofit/>
          </a:bodyPr>
          <a:lstStyle>
            <a:lvl1pPr marL="0" indent="0">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22" name="Content Placeholder 51">
            <a:extLst>
              <a:ext uri="{FF2B5EF4-FFF2-40B4-BE49-F238E27FC236}">
                <a16:creationId xmlns:a16="http://schemas.microsoft.com/office/drawing/2014/main" id="{67A0953E-13D1-8A22-1241-8F0375527332}"/>
              </a:ext>
            </a:extLst>
          </p:cNvPr>
          <p:cNvSpPr>
            <a:spLocks noGrp="1"/>
          </p:cNvSpPr>
          <p:nvPr>
            <p:ph sz="quarter" idx="19" hasCustomPrompt="1"/>
          </p:nvPr>
        </p:nvSpPr>
        <p:spPr>
          <a:xfrm>
            <a:off x="11525463" y="2501900"/>
            <a:ext cx="460375" cy="579438"/>
          </a:xfrm>
        </p:spPr>
        <p:txBody>
          <a:bodyPr>
            <a:noAutofit/>
          </a:bodyPr>
          <a:lstStyle>
            <a:lvl1pPr marL="0" indent="0" algn="ctr">
              <a:buNone/>
              <a:defRPr sz="800">
                <a:solidFill>
                  <a:schemeClr val="bg1"/>
                </a:solidFill>
              </a:defRPr>
            </a:lvl1pPr>
          </a:lstStyle>
          <a:p>
            <a:pPr lvl="0"/>
            <a:r>
              <a:rPr lang="en-US"/>
              <a:t>Insert Icon here</a:t>
            </a:r>
            <a:endParaRPr lang="en-IN"/>
          </a:p>
        </p:txBody>
      </p:sp>
      <p:sp>
        <p:nvSpPr>
          <p:cNvPr id="23" name="Picture Placeholder 33">
            <a:extLst>
              <a:ext uri="{FF2B5EF4-FFF2-40B4-BE49-F238E27FC236}">
                <a16:creationId xmlns:a16="http://schemas.microsoft.com/office/drawing/2014/main" id="{01D40387-DD15-16AB-923A-1B2DFA9B3046}"/>
              </a:ext>
            </a:extLst>
          </p:cNvPr>
          <p:cNvSpPr>
            <a:spLocks noGrp="1"/>
          </p:cNvSpPr>
          <p:nvPr>
            <p:ph type="pic" sz="quarter" idx="20"/>
          </p:nvPr>
        </p:nvSpPr>
        <p:spPr>
          <a:xfrm>
            <a:off x="4597124" y="3203575"/>
            <a:ext cx="2462213" cy="2851150"/>
          </a:xfrm>
          <a:solidFill>
            <a:schemeClr val="bg1">
              <a:lumMod val="95000"/>
            </a:schemeClr>
          </a:solidFill>
        </p:spPr>
        <p:txBody>
          <a:bodyPr vert="horz" lIns="91440" tIns="45720" rIns="91440" bIns="45720" rtlCol="0">
            <a:normAutofit/>
          </a:bodyPr>
          <a:lstStyle>
            <a:lvl1pPr>
              <a:defRPr lang="en-IN" dirty="0"/>
            </a:lvl1pPr>
          </a:lstStyle>
          <a:p>
            <a:pPr lvl="0"/>
            <a:endParaRPr lang="en-IN"/>
          </a:p>
        </p:txBody>
      </p:sp>
      <p:sp>
        <p:nvSpPr>
          <p:cNvPr id="24" name="Text Placeholder 37">
            <a:extLst>
              <a:ext uri="{FF2B5EF4-FFF2-40B4-BE49-F238E27FC236}">
                <a16:creationId xmlns:a16="http://schemas.microsoft.com/office/drawing/2014/main" id="{234B3329-0B9A-1C64-8837-BF867B5E44A4}"/>
              </a:ext>
            </a:extLst>
          </p:cNvPr>
          <p:cNvSpPr>
            <a:spLocks noGrp="1"/>
          </p:cNvSpPr>
          <p:nvPr>
            <p:ph type="body" sz="quarter" idx="21" hasCustomPrompt="1"/>
          </p:nvPr>
        </p:nvSpPr>
        <p:spPr>
          <a:xfrm>
            <a:off x="4802875" y="4612735"/>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a:t>Click to add text</a:t>
            </a:r>
            <a:endParaRPr lang="en-IN"/>
          </a:p>
        </p:txBody>
      </p:sp>
      <p:sp>
        <p:nvSpPr>
          <p:cNvPr id="25" name="Text Placeholder 37">
            <a:extLst>
              <a:ext uri="{FF2B5EF4-FFF2-40B4-BE49-F238E27FC236}">
                <a16:creationId xmlns:a16="http://schemas.microsoft.com/office/drawing/2014/main" id="{FBBB7DE2-7E10-89F2-78ED-C2DB6D709DC8}"/>
              </a:ext>
            </a:extLst>
          </p:cNvPr>
          <p:cNvSpPr>
            <a:spLocks noGrp="1"/>
          </p:cNvSpPr>
          <p:nvPr>
            <p:ph type="body" sz="quarter" idx="22" hasCustomPrompt="1"/>
          </p:nvPr>
        </p:nvSpPr>
        <p:spPr>
          <a:xfrm>
            <a:off x="4802875" y="3775491"/>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a:t>02</a:t>
            </a:r>
            <a:endParaRPr lang="en-IN"/>
          </a:p>
        </p:txBody>
      </p:sp>
      <p:sp>
        <p:nvSpPr>
          <p:cNvPr id="26" name="Text Placeholder 37">
            <a:extLst>
              <a:ext uri="{FF2B5EF4-FFF2-40B4-BE49-F238E27FC236}">
                <a16:creationId xmlns:a16="http://schemas.microsoft.com/office/drawing/2014/main" id="{6B41F9FC-7377-A91B-EFEE-6DD1B0368755}"/>
              </a:ext>
            </a:extLst>
          </p:cNvPr>
          <p:cNvSpPr>
            <a:spLocks noGrp="1"/>
          </p:cNvSpPr>
          <p:nvPr>
            <p:ph type="body" sz="quarter" idx="23" hasCustomPrompt="1"/>
          </p:nvPr>
        </p:nvSpPr>
        <p:spPr>
          <a:xfrm>
            <a:off x="4802875" y="5433632"/>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27" name="Picture Placeholder 33">
            <a:extLst>
              <a:ext uri="{FF2B5EF4-FFF2-40B4-BE49-F238E27FC236}">
                <a16:creationId xmlns:a16="http://schemas.microsoft.com/office/drawing/2014/main" id="{EFA566A5-3E4E-D157-D0DE-67352B32FC58}"/>
              </a:ext>
            </a:extLst>
          </p:cNvPr>
          <p:cNvSpPr>
            <a:spLocks noGrp="1"/>
          </p:cNvSpPr>
          <p:nvPr>
            <p:ph type="pic" sz="quarter" idx="24"/>
          </p:nvPr>
        </p:nvSpPr>
        <p:spPr>
          <a:xfrm>
            <a:off x="7164858" y="3203575"/>
            <a:ext cx="2462213" cy="2851150"/>
          </a:xfrm>
          <a:solidFill>
            <a:schemeClr val="bg1">
              <a:lumMod val="95000"/>
            </a:schemeClr>
          </a:solidFill>
        </p:spPr>
        <p:txBody>
          <a:bodyPr vert="horz" lIns="91440" tIns="45720" rIns="91440" bIns="45720" rtlCol="0">
            <a:normAutofit/>
          </a:bodyPr>
          <a:lstStyle>
            <a:lvl1pPr>
              <a:defRPr lang="en-IN" dirty="0"/>
            </a:lvl1pPr>
          </a:lstStyle>
          <a:p>
            <a:pPr lvl="0"/>
            <a:endParaRPr lang="en-IN"/>
          </a:p>
        </p:txBody>
      </p:sp>
      <p:sp>
        <p:nvSpPr>
          <p:cNvPr id="28" name="Text Placeholder 37">
            <a:extLst>
              <a:ext uri="{FF2B5EF4-FFF2-40B4-BE49-F238E27FC236}">
                <a16:creationId xmlns:a16="http://schemas.microsoft.com/office/drawing/2014/main" id="{A0A8CFF2-957B-2AF0-E32F-D0E9C6415592}"/>
              </a:ext>
            </a:extLst>
          </p:cNvPr>
          <p:cNvSpPr>
            <a:spLocks noGrp="1"/>
          </p:cNvSpPr>
          <p:nvPr>
            <p:ph type="body" sz="quarter" idx="25" hasCustomPrompt="1"/>
          </p:nvPr>
        </p:nvSpPr>
        <p:spPr>
          <a:xfrm>
            <a:off x="7370609" y="4612735"/>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a:t>Click to add text</a:t>
            </a:r>
            <a:endParaRPr lang="en-IN"/>
          </a:p>
        </p:txBody>
      </p:sp>
      <p:sp>
        <p:nvSpPr>
          <p:cNvPr id="29" name="Text Placeholder 37">
            <a:extLst>
              <a:ext uri="{FF2B5EF4-FFF2-40B4-BE49-F238E27FC236}">
                <a16:creationId xmlns:a16="http://schemas.microsoft.com/office/drawing/2014/main" id="{15C50F6E-7085-66AC-D639-7F51591B9E92}"/>
              </a:ext>
            </a:extLst>
          </p:cNvPr>
          <p:cNvSpPr>
            <a:spLocks noGrp="1"/>
          </p:cNvSpPr>
          <p:nvPr>
            <p:ph type="body" sz="quarter" idx="26" hasCustomPrompt="1"/>
          </p:nvPr>
        </p:nvSpPr>
        <p:spPr>
          <a:xfrm>
            <a:off x="7370609" y="3775491"/>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a:t>03</a:t>
            </a:r>
            <a:endParaRPr lang="en-IN"/>
          </a:p>
        </p:txBody>
      </p:sp>
      <p:sp>
        <p:nvSpPr>
          <p:cNvPr id="30" name="Text Placeholder 37">
            <a:extLst>
              <a:ext uri="{FF2B5EF4-FFF2-40B4-BE49-F238E27FC236}">
                <a16:creationId xmlns:a16="http://schemas.microsoft.com/office/drawing/2014/main" id="{714361A5-C069-C8AB-1C70-CC4B528EECEF}"/>
              </a:ext>
            </a:extLst>
          </p:cNvPr>
          <p:cNvSpPr>
            <a:spLocks noGrp="1"/>
          </p:cNvSpPr>
          <p:nvPr>
            <p:ph type="body" sz="quarter" idx="27" hasCustomPrompt="1"/>
          </p:nvPr>
        </p:nvSpPr>
        <p:spPr>
          <a:xfrm>
            <a:off x="7370609" y="5433632"/>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Tree>
    <p:extLst>
      <p:ext uri="{BB962C8B-B14F-4D97-AF65-F5344CB8AC3E}">
        <p14:creationId xmlns:p14="http://schemas.microsoft.com/office/powerpoint/2010/main" val="1836915808"/>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Image + Content">
    <p:spTree>
      <p:nvGrpSpPr>
        <p:cNvPr id="1" name=""/>
        <p:cNvGrpSpPr/>
        <p:nvPr/>
      </p:nvGrpSpPr>
      <p:grpSpPr>
        <a:xfrm>
          <a:off x="0" y="0"/>
          <a:ext cx="0" cy="0"/>
          <a:chOff x="0" y="0"/>
          <a:chExt cx="0" cy="0"/>
        </a:xfrm>
      </p:grpSpPr>
      <p:sp>
        <p:nvSpPr>
          <p:cNvPr id="3" name="Parallelogram 2">
            <a:extLst>
              <a:ext uri="{FF2B5EF4-FFF2-40B4-BE49-F238E27FC236}">
                <a16:creationId xmlns:a16="http://schemas.microsoft.com/office/drawing/2014/main" id="{06681D1E-CCB4-8F17-75CC-7BB8D076C27A}"/>
              </a:ext>
            </a:extLst>
          </p:cNvPr>
          <p:cNvSpPr/>
          <p:nvPr userDrawn="1"/>
        </p:nvSpPr>
        <p:spPr>
          <a:xfrm>
            <a:off x="8921623" y="4626433"/>
            <a:ext cx="1592758" cy="1555292"/>
          </a:xfrm>
          <a:prstGeom prst="parallelogram">
            <a:avLst>
              <a:gd name="adj" fmla="val 32821"/>
            </a:avLst>
          </a:prstGeom>
          <a:solidFill>
            <a:schemeClr val="tx2">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74320" tIns="1828800" rIns="274320" bIns="0" rtlCol="0" anchor="t" anchorCtr="0"/>
          <a:lstStyle/>
          <a:p>
            <a:pPr>
              <a:spcBef>
                <a:spcPts val="2400"/>
              </a:spcBef>
            </a:pPr>
            <a:endParaRPr lang="en-ID" sz="1600" b="1">
              <a:solidFill>
                <a:srgbClr val="FFFFFF"/>
              </a:solidFill>
              <a:latin typeface="Segoe UI" panose="020B0502040204020203" pitchFamily="34" charset="0"/>
              <a:ea typeface="Open Sans" charset="0"/>
              <a:cs typeface="Segoe UI" panose="020B0502040204020203" pitchFamily="34" charset="0"/>
            </a:endParaRPr>
          </a:p>
        </p:txBody>
      </p:sp>
      <p:sp>
        <p:nvSpPr>
          <p:cNvPr id="7" name="Picture Placeholder 6">
            <a:extLst>
              <a:ext uri="{FF2B5EF4-FFF2-40B4-BE49-F238E27FC236}">
                <a16:creationId xmlns:a16="http://schemas.microsoft.com/office/drawing/2014/main" id="{A7AE8C84-3C26-4742-1E75-3369D8085788}"/>
              </a:ext>
            </a:extLst>
          </p:cNvPr>
          <p:cNvSpPr>
            <a:spLocks noGrp="1"/>
          </p:cNvSpPr>
          <p:nvPr>
            <p:ph type="pic" sz="quarter" idx="10"/>
          </p:nvPr>
        </p:nvSpPr>
        <p:spPr>
          <a:xfrm>
            <a:off x="4469157" y="-1"/>
            <a:ext cx="7114233" cy="6868049"/>
          </a:xfrm>
          <a:custGeom>
            <a:avLst/>
            <a:gdLst>
              <a:gd name="connsiteX0" fmla="*/ 0 w 5858189"/>
              <a:gd name="connsiteY0" fmla="*/ 6858000 h 6858000"/>
              <a:gd name="connsiteX1" fmla="*/ 1464547 w 5858189"/>
              <a:gd name="connsiteY1" fmla="*/ 0 h 6858000"/>
              <a:gd name="connsiteX2" fmla="*/ 5858189 w 5858189"/>
              <a:gd name="connsiteY2" fmla="*/ 0 h 6858000"/>
              <a:gd name="connsiteX3" fmla="*/ 4393642 w 5858189"/>
              <a:gd name="connsiteY3" fmla="*/ 6858000 h 6858000"/>
              <a:gd name="connsiteX4" fmla="*/ 0 w 5858189"/>
              <a:gd name="connsiteY4" fmla="*/ 6858000 h 6858000"/>
              <a:gd name="connsiteX0" fmla="*/ 0 w 5858189"/>
              <a:gd name="connsiteY0" fmla="*/ 6858000 h 6858000"/>
              <a:gd name="connsiteX1" fmla="*/ 1786094 w 5858189"/>
              <a:gd name="connsiteY1" fmla="*/ 20097 h 6858000"/>
              <a:gd name="connsiteX2" fmla="*/ 5858189 w 5858189"/>
              <a:gd name="connsiteY2" fmla="*/ 0 h 6858000"/>
              <a:gd name="connsiteX3" fmla="*/ 4393642 w 5858189"/>
              <a:gd name="connsiteY3" fmla="*/ 6858000 h 6858000"/>
              <a:gd name="connsiteX4" fmla="*/ 0 w 5858189"/>
              <a:gd name="connsiteY4" fmla="*/ 6858000 h 6858000"/>
              <a:gd name="connsiteX0" fmla="*/ 0 w 6320414"/>
              <a:gd name="connsiteY0" fmla="*/ 6878097 h 6878097"/>
              <a:gd name="connsiteX1" fmla="*/ 2248319 w 6320414"/>
              <a:gd name="connsiteY1" fmla="*/ 20097 h 6878097"/>
              <a:gd name="connsiteX2" fmla="*/ 6320414 w 6320414"/>
              <a:gd name="connsiteY2" fmla="*/ 0 h 6878097"/>
              <a:gd name="connsiteX3" fmla="*/ 4855867 w 6320414"/>
              <a:gd name="connsiteY3" fmla="*/ 6858000 h 6878097"/>
              <a:gd name="connsiteX4" fmla="*/ 0 w 6320414"/>
              <a:gd name="connsiteY4" fmla="*/ 6878097 h 6878097"/>
              <a:gd name="connsiteX0" fmla="*/ 0 w 6320414"/>
              <a:gd name="connsiteY0" fmla="*/ 6878097 h 6878097"/>
              <a:gd name="connsiteX1" fmla="*/ 2248319 w 6320414"/>
              <a:gd name="connsiteY1" fmla="*/ 20097 h 6878097"/>
              <a:gd name="connsiteX2" fmla="*/ 6320414 w 6320414"/>
              <a:gd name="connsiteY2" fmla="*/ 0 h 6878097"/>
              <a:gd name="connsiteX3" fmla="*/ 4886012 w 6320414"/>
              <a:gd name="connsiteY3" fmla="*/ 6868048 h 6878097"/>
              <a:gd name="connsiteX4" fmla="*/ 0 w 6320414"/>
              <a:gd name="connsiteY4" fmla="*/ 6878097 h 6878097"/>
              <a:gd name="connsiteX0" fmla="*/ 0 w 7114233"/>
              <a:gd name="connsiteY0" fmla="*/ 6868049 h 6868049"/>
              <a:gd name="connsiteX1" fmla="*/ 2248319 w 7114233"/>
              <a:gd name="connsiteY1" fmla="*/ 10049 h 6868049"/>
              <a:gd name="connsiteX2" fmla="*/ 7114233 w 7114233"/>
              <a:gd name="connsiteY2" fmla="*/ 0 h 6868049"/>
              <a:gd name="connsiteX3" fmla="*/ 4886012 w 7114233"/>
              <a:gd name="connsiteY3" fmla="*/ 6858000 h 6868049"/>
              <a:gd name="connsiteX4" fmla="*/ 0 w 7114233"/>
              <a:gd name="connsiteY4" fmla="*/ 6868049 h 6868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4233" h="6868049">
                <a:moveTo>
                  <a:pt x="0" y="6868049"/>
                </a:moveTo>
                <a:lnTo>
                  <a:pt x="2248319" y="10049"/>
                </a:lnTo>
                <a:lnTo>
                  <a:pt x="7114233" y="0"/>
                </a:lnTo>
                <a:lnTo>
                  <a:pt x="4886012" y="6858000"/>
                </a:lnTo>
                <a:lnTo>
                  <a:pt x="0" y="6868049"/>
                </a:lnTo>
                <a:close/>
              </a:path>
            </a:pathLst>
          </a:custGeom>
        </p:spPr>
        <p:txBody>
          <a:bodyPr/>
          <a:lstStyle/>
          <a:p>
            <a:endParaRPr lang="en-IN"/>
          </a:p>
        </p:txBody>
      </p:sp>
      <p:sp>
        <p:nvSpPr>
          <p:cNvPr id="4" name="Picture Placeholder 3">
            <a:extLst>
              <a:ext uri="{FF2B5EF4-FFF2-40B4-BE49-F238E27FC236}">
                <a16:creationId xmlns:a16="http://schemas.microsoft.com/office/drawing/2014/main" id="{8E91C17B-E488-B7FE-8F79-EE3741D683B0}"/>
              </a:ext>
            </a:extLst>
          </p:cNvPr>
          <p:cNvSpPr>
            <a:spLocks noGrp="1"/>
          </p:cNvSpPr>
          <p:nvPr>
            <p:ph type="pic" sz="quarter" idx="32"/>
          </p:nvPr>
        </p:nvSpPr>
        <p:spPr>
          <a:xfrm>
            <a:off x="6621458" y="4188053"/>
            <a:ext cx="4032071" cy="1773425"/>
          </a:xfrm>
          <a:custGeom>
            <a:avLst/>
            <a:gdLst>
              <a:gd name="connsiteX0" fmla="*/ 0 w 3793532"/>
              <a:gd name="connsiteY0" fmla="*/ 1763486 h 1763486"/>
              <a:gd name="connsiteX1" fmla="*/ 440872 w 3793532"/>
              <a:gd name="connsiteY1" fmla="*/ 0 h 1763486"/>
              <a:gd name="connsiteX2" fmla="*/ 3793532 w 3793532"/>
              <a:gd name="connsiteY2" fmla="*/ 0 h 1763486"/>
              <a:gd name="connsiteX3" fmla="*/ 3352661 w 3793532"/>
              <a:gd name="connsiteY3" fmla="*/ 1763486 h 1763486"/>
              <a:gd name="connsiteX4" fmla="*/ 0 w 3793532"/>
              <a:gd name="connsiteY4" fmla="*/ 1763486 h 1763486"/>
              <a:gd name="connsiteX0" fmla="*/ 0 w 3892923"/>
              <a:gd name="connsiteY0" fmla="*/ 1773425 h 1773425"/>
              <a:gd name="connsiteX1" fmla="*/ 540263 w 3892923"/>
              <a:gd name="connsiteY1" fmla="*/ 0 h 1773425"/>
              <a:gd name="connsiteX2" fmla="*/ 3892923 w 3892923"/>
              <a:gd name="connsiteY2" fmla="*/ 0 h 1773425"/>
              <a:gd name="connsiteX3" fmla="*/ 3452052 w 3892923"/>
              <a:gd name="connsiteY3" fmla="*/ 1763486 h 1773425"/>
              <a:gd name="connsiteX4" fmla="*/ 0 w 3892923"/>
              <a:gd name="connsiteY4" fmla="*/ 1773425 h 1773425"/>
              <a:gd name="connsiteX0" fmla="*/ 0 w 3892923"/>
              <a:gd name="connsiteY0" fmla="*/ 1773425 h 1773425"/>
              <a:gd name="connsiteX1" fmla="*/ 580019 w 3892923"/>
              <a:gd name="connsiteY1" fmla="*/ 0 h 1773425"/>
              <a:gd name="connsiteX2" fmla="*/ 3892923 w 3892923"/>
              <a:gd name="connsiteY2" fmla="*/ 0 h 1773425"/>
              <a:gd name="connsiteX3" fmla="*/ 3452052 w 3892923"/>
              <a:gd name="connsiteY3" fmla="*/ 1763486 h 1773425"/>
              <a:gd name="connsiteX4" fmla="*/ 0 w 3892923"/>
              <a:gd name="connsiteY4" fmla="*/ 1773425 h 1773425"/>
              <a:gd name="connsiteX0" fmla="*/ 0 w 4022132"/>
              <a:gd name="connsiteY0" fmla="*/ 1773425 h 1773425"/>
              <a:gd name="connsiteX1" fmla="*/ 580019 w 4022132"/>
              <a:gd name="connsiteY1" fmla="*/ 0 h 1773425"/>
              <a:gd name="connsiteX2" fmla="*/ 4022132 w 4022132"/>
              <a:gd name="connsiteY2" fmla="*/ 0 h 1773425"/>
              <a:gd name="connsiteX3" fmla="*/ 3452052 w 4022132"/>
              <a:gd name="connsiteY3" fmla="*/ 1763486 h 1773425"/>
              <a:gd name="connsiteX4" fmla="*/ 0 w 4022132"/>
              <a:gd name="connsiteY4" fmla="*/ 1773425 h 1773425"/>
              <a:gd name="connsiteX0" fmla="*/ 0 w 4032071"/>
              <a:gd name="connsiteY0" fmla="*/ 1773425 h 1773425"/>
              <a:gd name="connsiteX1" fmla="*/ 580019 w 4032071"/>
              <a:gd name="connsiteY1" fmla="*/ 0 h 1773425"/>
              <a:gd name="connsiteX2" fmla="*/ 4032071 w 4032071"/>
              <a:gd name="connsiteY2" fmla="*/ 0 h 1773425"/>
              <a:gd name="connsiteX3" fmla="*/ 3452052 w 4032071"/>
              <a:gd name="connsiteY3" fmla="*/ 1763486 h 1773425"/>
              <a:gd name="connsiteX4" fmla="*/ 0 w 4032071"/>
              <a:gd name="connsiteY4" fmla="*/ 1773425 h 1773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2071" h="1773425">
                <a:moveTo>
                  <a:pt x="0" y="1773425"/>
                </a:moveTo>
                <a:lnTo>
                  <a:pt x="580019" y="0"/>
                </a:lnTo>
                <a:lnTo>
                  <a:pt x="4032071" y="0"/>
                </a:lnTo>
                <a:lnTo>
                  <a:pt x="3452052" y="1763486"/>
                </a:lnTo>
                <a:lnTo>
                  <a:pt x="0" y="1773425"/>
                </a:lnTo>
                <a:close/>
              </a:path>
            </a:pathLst>
          </a:custGeom>
          <a:solidFill>
            <a:schemeClr val="tx2"/>
          </a:solidFill>
        </p:spPr>
        <p:txBody>
          <a:bodyPr/>
          <a:lstStyle/>
          <a:p>
            <a:endParaRPr lang="en-IN"/>
          </a:p>
        </p:txBody>
      </p:sp>
      <p:sp>
        <p:nvSpPr>
          <p:cNvPr id="43" name="Content Placeholder 41">
            <a:extLst>
              <a:ext uri="{FF2B5EF4-FFF2-40B4-BE49-F238E27FC236}">
                <a16:creationId xmlns:a16="http://schemas.microsoft.com/office/drawing/2014/main" id="{20D7B730-6FA5-64AF-0FE0-C7EEF4DAC668}"/>
              </a:ext>
            </a:extLst>
          </p:cNvPr>
          <p:cNvSpPr>
            <a:spLocks noGrp="1"/>
          </p:cNvSpPr>
          <p:nvPr>
            <p:ph sz="quarter" idx="11" hasCustomPrompt="1"/>
          </p:nvPr>
        </p:nvSpPr>
        <p:spPr>
          <a:xfrm>
            <a:off x="9304338" y="4775200"/>
            <a:ext cx="642937" cy="642938"/>
          </a:xfrm>
        </p:spPr>
        <p:txBody>
          <a:bodyPr>
            <a:noAutofit/>
          </a:bodyPr>
          <a:lstStyle>
            <a:lvl1pPr marL="0" indent="0" algn="ctr">
              <a:buNone/>
              <a:defRPr sz="1100">
                <a:solidFill>
                  <a:schemeClr val="bg1"/>
                </a:solidFill>
              </a:defRPr>
            </a:lvl1pPr>
          </a:lstStyle>
          <a:p>
            <a:pPr lvl="0"/>
            <a:r>
              <a:rPr lang="en-US"/>
              <a:t>Insert Icon here</a:t>
            </a:r>
            <a:endParaRPr lang="en-IN"/>
          </a:p>
        </p:txBody>
      </p:sp>
      <p:sp>
        <p:nvSpPr>
          <p:cNvPr id="44" name="Title 1">
            <a:extLst>
              <a:ext uri="{FF2B5EF4-FFF2-40B4-BE49-F238E27FC236}">
                <a16:creationId xmlns:a16="http://schemas.microsoft.com/office/drawing/2014/main" id="{186DB59D-D7F8-7931-5348-66DA644969D0}"/>
              </a:ext>
            </a:extLst>
          </p:cNvPr>
          <p:cNvSpPr>
            <a:spLocks noGrp="1"/>
          </p:cNvSpPr>
          <p:nvPr>
            <p:ph type="ctrTitle" hasCustomPrompt="1"/>
          </p:nvPr>
        </p:nvSpPr>
        <p:spPr>
          <a:xfrm>
            <a:off x="7224766" y="4681675"/>
            <a:ext cx="1863426" cy="276999"/>
          </a:xfrm>
          <a:prstGeom prst="rect">
            <a:avLst/>
          </a:prstGeom>
        </p:spPr>
        <p:txBody>
          <a:bodyPr vert="horz" wrap="square" lIns="0" tIns="0" rIns="0" bIns="0" rtlCol="0" anchor="t" anchorCtr="0">
            <a:spAutoFit/>
          </a:bodyPr>
          <a:lstStyle>
            <a:lvl1pPr algn="ctr">
              <a:lnSpc>
                <a:spcPct val="100000"/>
              </a:lnSpc>
              <a:defRPr lang="en-US" sz="2000" b="1" kern="1200" dirty="0">
                <a:solidFill>
                  <a:schemeClr val="bg1"/>
                </a:solidFill>
                <a:latin typeface="Barlow" panose="00000500000000000000" pitchFamily="2" charset="0"/>
                <a:ea typeface="Open Sans" pitchFamily="2" charset="0"/>
                <a:cs typeface="Open Sans" pitchFamily="2" charset="0"/>
              </a:defRPr>
            </a:lvl1pPr>
          </a:lstStyle>
          <a:p>
            <a:pPr marL="0" lvl="0" indent="0" algn="ctr" defTabSz="914400" rtl="0" eaLnBrk="1" latinLnBrk="0" hangingPunct="1">
              <a:lnSpc>
                <a:spcPct val="90000"/>
              </a:lnSpc>
              <a:spcBef>
                <a:spcPts val="1000"/>
              </a:spcBef>
              <a:buFont typeface="Arial" panose="020B0604020202020204" pitchFamily="34" charset="0"/>
              <a:buNone/>
            </a:pPr>
            <a:r>
              <a:rPr lang="en-GB"/>
              <a:t>Heading</a:t>
            </a:r>
            <a:endParaRPr lang="en-US"/>
          </a:p>
        </p:txBody>
      </p:sp>
      <p:sp>
        <p:nvSpPr>
          <p:cNvPr id="52" name="Content Placeholder 50">
            <a:extLst>
              <a:ext uri="{FF2B5EF4-FFF2-40B4-BE49-F238E27FC236}">
                <a16:creationId xmlns:a16="http://schemas.microsoft.com/office/drawing/2014/main" id="{FB17CE1D-2011-C199-3294-9C2263A2A3F6}"/>
              </a:ext>
            </a:extLst>
          </p:cNvPr>
          <p:cNvSpPr>
            <a:spLocks noGrp="1"/>
          </p:cNvSpPr>
          <p:nvPr>
            <p:ph sz="quarter" idx="12" hasCustomPrompt="1"/>
          </p:nvPr>
        </p:nvSpPr>
        <p:spPr>
          <a:xfrm>
            <a:off x="5868315" y="465138"/>
            <a:ext cx="981075" cy="981075"/>
          </a:xfrm>
          <a:prstGeom prst="ellipse">
            <a:avLst/>
          </a:prstGeom>
          <a:solidFill>
            <a:schemeClr val="tx1">
              <a:lumMod val="20000"/>
              <a:lumOff val="80000"/>
            </a:schemeClr>
          </a:solidFill>
        </p:spPr>
        <p:txBody>
          <a:bodyPr vert="horz" lIns="91440" tIns="91440" rIns="91440" bIns="91440" rtlCol="0">
            <a:normAutofit/>
          </a:bodyPr>
          <a:lstStyle>
            <a:lvl1pPr>
              <a:defRPr lang="en-IN" sz="3200" b="1" dirty="0">
                <a:solidFill>
                  <a:schemeClr val="tx1"/>
                </a:solidFill>
                <a:latin typeface="Barlow" panose="00000500000000000000" pitchFamily="2" charset="0"/>
              </a:defRPr>
            </a:lvl1pPr>
          </a:lstStyle>
          <a:p>
            <a:pPr marL="0" lvl="0" indent="0" algn="ctr">
              <a:buNone/>
            </a:pPr>
            <a:r>
              <a:rPr lang="en-US"/>
              <a:t>01</a:t>
            </a:r>
            <a:endParaRPr lang="en-IN"/>
          </a:p>
        </p:txBody>
      </p:sp>
      <p:sp>
        <p:nvSpPr>
          <p:cNvPr id="56" name="Content Placeholder 50">
            <a:extLst>
              <a:ext uri="{FF2B5EF4-FFF2-40B4-BE49-F238E27FC236}">
                <a16:creationId xmlns:a16="http://schemas.microsoft.com/office/drawing/2014/main" id="{346788EE-266F-DA82-577A-286D92FF7143}"/>
              </a:ext>
            </a:extLst>
          </p:cNvPr>
          <p:cNvSpPr>
            <a:spLocks noGrp="1"/>
          </p:cNvSpPr>
          <p:nvPr>
            <p:ph sz="quarter" idx="15" hasCustomPrompt="1"/>
          </p:nvPr>
        </p:nvSpPr>
        <p:spPr>
          <a:xfrm>
            <a:off x="4396703" y="4970463"/>
            <a:ext cx="981075" cy="981075"/>
          </a:xfrm>
          <a:prstGeom prst="ellipse">
            <a:avLst/>
          </a:prstGeom>
          <a:solidFill>
            <a:schemeClr val="tx1">
              <a:lumMod val="20000"/>
              <a:lumOff val="80000"/>
            </a:schemeClr>
          </a:solidFill>
        </p:spPr>
        <p:txBody>
          <a:bodyPr vert="horz" lIns="91440" tIns="91440" rIns="91440" bIns="91440" rtlCol="0">
            <a:normAutofit/>
          </a:bodyPr>
          <a:lstStyle>
            <a:lvl1pPr>
              <a:defRPr lang="en-IN" sz="3200" b="1" dirty="0">
                <a:latin typeface="Barlow" panose="00000500000000000000" pitchFamily="2" charset="0"/>
              </a:defRPr>
            </a:lvl1pPr>
          </a:lstStyle>
          <a:p>
            <a:pPr marL="0" lvl="0" indent="0" algn="ctr">
              <a:buNone/>
            </a:pPr>
            <a:r>
              <a:rPr lang="en-US"/>
              <a:t>04</a:t>
            </a:r>
            <a:endParaRPr lang="en-IN"/>
          </a:p>
        </p:txBody>
      </p:sp>
      <p:sp>
        <p:nvSpPr>
          <p:cNvPr id="57" name="Content Placeholder 50">
            <a:extLst>
              <a:ext uri="{FF2B5EF4-FFF2-40B4-BE49-F238E27FC236}">
                <a16:creationId xmlns:a16="http://schemas.microsoft.com/office/drawing/2014/main" id="{992F6B07-ED0B-B633-8864-3BB1D8CAE1D5}"/>
              </a:ext>
            </a:extLst>
          </p:cNvPr>
          <p:cNvSpPr>
            <a:spLocks noGrp="1"/>
          </p:cNvSpPr>
          <p:nvPr>
            <p:ph sz="quarter" idx="14" hasCustomPrompt="1"/>
          </p:nvPr>
        </p:nvSpPr>
        <p:spPr>
          <a:xfrm>
            <a:off x="4877715" y="3468689"/>
            <a:ext cx="981075" cy="981075"/>
          </a:xfrm>
          <a:prstGeom prst="ellipse">
            <a:avLst/>
          </a:prstGeom>
          <a:solidFill>
            <a:schemeClr val="tx2"/>
          </a:solidFill>
        </p:spPr>
        <p:txBody>
          <a:bodyPr tIns="91440" bIns="91440">
            <a:normAutofit/>
          </a:bodyPr>
          <a:lstStyle>
            <a:lvl1pPr marL="0" indent="0" algn="ctr">
              <a:buNone/>
              <a:defRPr sz="3200" b="1">
                <a:solidFill>
                  <a:schemeClr val="bg1"/>
                </a:solidFill>
                <a:latin typeface="Barlow" panose="00000500000000000000" pitchFamily="2" charset="0"/>
              </a:defRPr>
            </a:lvl1pPr>
          </a:lstStyle>
          <a:p>
            <a:pPr lvl="0"/>
            <a:r>
              <a:rPr lang="en-US"/>
              <a:t>03</a:t>
            </a:r>
            <a:endParaRPr lang="en-IN"/>
          </a:p>
        </p:txBody>
      </p:sp>
      <p:sp>
        <p:nvSpPr>
          <p:cNvPr id="58" name="Content Placeholder 50">
            <a:extLst>
              <a:ext uri="{FF2B5EF4-FFF2-40B4-BE49-F238E27FC236}">
                <a16:creationId xmlns:a16="http://schemas.microsoft.com/office/drawing/2014/main" id="{4281D770-A3E8-4015-3D1F-786BFD3B177A}"/>
              </a:ext>
            </a:extLst>
          </p:cNvPr>
          <p:cNvSpPr>
            <a:spLocks noGrp="1"/>
          </p:cNvSpPr>
          <p:nvPr>
            <p:ph sz="quarter" idx="13" hasCustomPrompt="1"/>
          </p:nvPr>
        </p:nvSpPr>
        <p:spPr>
          <a:xfrm>
            <a:off x="5379743" y="1966914"/>
            <a:ext cx="981075" cy="981075"/>
          </a:xfrm>
          <a:prstGeom prst="ellipse">
            <a:avLst/>
          </a:prstGeom>
          <a:solidFill>
            <a:schemeClr val="tx1">
              <a:lumMod val="20000"/>
              <a:lumOff val="80000"/>
            </a:schemeClr>
          </a:solidFill>
        </p:spPr>
        <p:txBody>
          <a:bodyPr vert="horz" lIns="91440" tIns="91440" rIns="91440" bIns="91440" rtlCol="0">
            <a:normAutofit/>
          </a:bodyPr>
          <a:lstStyle>
            <a:lvl1pPr>
              <a:defRPr lang="en-IN" sz="3200" b="1" dirty="0">
                <a:latin typeface="Barlow" panose="00000500000000000000" pitchFamily="2" charset="0"/>
              </a:defRPr>
            </a:lvl1pPr>
          </a:lstStyle>
          <a:p>
            <a:pPr marL="0" lvl="0" indent="0" algn="ctr">
              <a:buNone/>
            </a:pPr>
            <a:r>
              <a:rPr lang="en-US"/>
              <a:t>02</a:t>
            </a:r>
            <a:endParaRPr lang="en-IN"/>
          </a:p>
        </p:txBody>
      </p:sp>
      <p:cxnSp>
        <p:nvCxnSpPr>
          <p:cNvPr id="59" name="Straight Connector 58">
            <a:extLst>
              <a:ext uri="{FF2B5EF4-FFF2-40B4-BE49-F238E27FC236}">
                <a16:creationId xmlns:a16="http://schemas.microsoft.com/office/drawing/2014/main" id="{4BAF6FA9-9849-7360-E3AA-A7BAA5F5B4FC}"/>
              </a:ext>
            </a:extLst>
          </p:cNvPr>
          <p:cNvCxnSpPr/>
          <p:nvPr userDrawn="1"/>
        </p:nvCxnSpPr>
        <p:spPr>
          <a:xfrm flipH="1">
            <a:off x="678825" y="1714352"/>
            <a:ext cx="4597400"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D28D7415-2587-02DB-DF53-18E83F018695}"/>
              </a:ext>
            </a:extLst>
          </p:cNvPr>
          <p:cNvCxnSpPr>
            <a:cxnSpLocks/>
          </p:cNvCxnSpPr>
          <p:nvPr userDrawn="1"/>
        </p:nvCxnSpPr>
        <p:spPr>
          <a:xfrm flipH="1">
            <a:off x="678825" y="3216128"/>
            <a:ext cx="4089400"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D18A602E-2958-3079-40BA-275EEE47304B}"/>
              </a:ext>
            </a:extLst>
          </p:cNvPr>
          <p:cNvCxnSpPr>
            <a:cxnSpLocks/>
          </p:cNvCxnSpPr>
          <p:nvPr userDrawn="1"/>
        </p:nvCxnSpPr>
        <p:spPr>
          <a:xfrm flipH="1">
            <a:off x="678825" y="4717902"/>
            <a:ext cx="3568700"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62" name="Text Placeholder 37">
            <a:extLst>
              <a:ext uri="{FF2B5EF4-FFF2-40B4-BE49-F238E27FC236}">
                <a16:creationId xmlns:a16="http://schemas.microsoft.com/office/drawing/2014/main" id="{706475DB-6D52-41D7-685D-D1BDE09BF73B}"/>
              </a:ext>
            </a:extLst>
          </p:cNvPr>
          <p:cNvSpPr>
            <a:spLocks noGrp="1"/>
          </p:cNvSpPr>
          <p:nvPr>
            <p:ph type="body" sz="quarter" idx="16" hasCustomPrompt="1"/>
          </p:nvPr>
        </p:nvSpPr>
        <p:spPr>
          <a:xfrm>
            <a:off x="678824" y="691497"/>
            <a:ext cx="4879179" cy="285646"/>
          </a:xfrm>
        </p:spPr>
        <p:txBody>
          <a:bodyPr>
            <a:normAutofit/>
          </a:bodyPr>
          <a:lstStyle>
            <a:lvl1pPr marL="0" indent="0" algn="r">
              <a:buNone/>
              <a:defRPr sz="1800" b="1">
                <a:solidFill>
                  <a:schemeClr val="tx1"/>
                </a:solidFill>
                <a:latin typeface="Barlow" panose="00000500000000000000" pitchFamily="2" charset="0"/>
              </a:defRPr>
            </a:lvl1pPr>
          </a:lstStyle>
          <a:p>
            <a:pPr lvl="0"/>
            <a:r>
              <a:rPr lang="en-US"/>
              <a:t>Click to add text</a:t>
            </a:r>
            <a:endParaRPr lang="en-IN"/>
          </a:p>
        </p:txBody>
      </p:sp>
      <p:sp>
        <p:nvSpPr>
          <p:cNvPr id="72" name="Text Placeholder 37">
            <a:extLst>
              <a:ext uri="{FF2B5EF4-FFF2-40B4-BE49-F238E27FC236}">
                <a16:creationId xmlns:a16="http://schemas.microsoft.com/office/drawing/2014/main" id="{15114829-AB75-D63C-02D3-823E159EF2E9}"/>
              </a:ext>
            </a:extLst>
          </p:cNvPr>
          <p:cNvSpPr>
            <a:spLocks noGrp="1"/>
          </p:cNvSpPr>
          <p:nvPr>
            <p:ph type="body" sz="quarter" idx="17" hasCustomPrompt="1"/>
          </p:nvPr>
        </p:nvSpPr>
        <p:spPr>
          <a:xfrm>
            <a:off x="678823" y="977143"/>
            <a:ext cx="4879180" cy="469070"/>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75" name="Text Placeholder 37">
            <a:extLst>
              <a:ext uri="{FF2B5EF4-FFF2-40B4-BE49-F238E27FC236}">
                <a16:creationId xmlns:a16="http://schemas.microsoft.com/office/drawing/2014/main" id="{8E221E9A-C8CC-27FC-AD39-A00E6087CDCF}"/>
              </a:ext>
            </a:extLst>
          </p:cNvPr>
          <p:cNvSpPr>
            <a:spLocks noGrp="1"/>
          </p:cNvSpPr>
          <p:nvPr>
            <p:ph type="body" sz="quarter" idx="18" hasCustomPrompt="1"/>
          </p:nvPr>
        </p:nvSpPr>
        <p:spPr>
          <a:xfrm>
            <a:off x="678824" y="2211296"/>
            <a:ext cx="4387417" cy="285646"/>
          </a:xfrm>
        </p:spPr>
        <p:txBody>
          <a:bodyPr>
            <a:normAutofit/>
          </a:bodyPr>
          <a:lstStyle>
            <a:lvl1pPr marL="0" indent="0" algn="r">
              <a:buNone/>
              <a:defRPr sz="1800" b="1">
                <a:solidFill>
                  <a:schemeClr val="tx1"/>
                </a:solidFill>
                <a:latin typeface="Barlow" panose="00000500000000000000" pitchFamily="2" charset="0"/>
              </a:defRPr>
            </a:lvl1pPr>
          </a:lstStyle>
          <a:p>
            <a:pPr lvl="0"/>
            <a:r>
              <a:rPr lang="en-US"/>
              <a:t>Click to add text</a:t>
            </a:r>
            <a:endParaRPr lang="en-IN"/>
          </a:p>
        </p:txBody>
      </p:sp>
      <p:sp>
        <p:nvSpPr>
          <p:cNvPr id="76" name="Text Placeholder 37">
            <a:extLst>
              <a:ext uri="{FF2B5EF4-FFF2-40B4-BE49-F238E27FC236}">
                <a16:creationId xmlns:a16="http://schemas.microsoft.com/office/drawing/2014/main" id="{B0A26A45-E5B0-871E-9BAD-C69DBDAF053F}"/>
              </a:ext>
            </a:extLst>
          </p:cNvPr>
          <p:cNvSpPr>
            <a:spLocks noGrp="1"/>
          </p:cNvSpPr>
          <p:nvPr>
            <p:ph type="body" sz="quarter" idx="19" hasCustomPrompt="1"/>
          </p:nvPr>
        </p:nvSpPr>
        <p:spPr>
          <a:xfrm>
            <a:off x="678823" y="2496942"/>
            <a:ext cx="4387418" cy="469070"/>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79" name="Text Placeholder 37">
            <a:extLst>
              <a:ext uri="{FF2B5EF4-FFF2-40B4-BE49-F238E27FC236}">
                <a16:creationId xmlns:a16="http://schemas.microsoft.com/office/drawing/2014/main" id="{6D7E3728-8D0D-D009-A046-34681F170E47}"/>
              </a:ext>
            </a:extLst>
          </p:cNvPr>
          <p:cNvSpPr>
            <a:spLocks noGrp="1"/>
          </p:cNvSpPr>
          <p:nvPr>
            <p:ph type="body" sz="quarter" idx="20" hasCustomPrompt="1"/>
          </p:nvPr>
        </p:nvSpPr>
        <p:spPr>
          <a:xfrm>
            <a:off x="678824" y="3713594"/>
            <a:ext cx="3887353" cy="285646"/>
          </a:xfrm>
        </p:spPr>
        <p:txBody>
          <a:bodyPr>
            <a:normAutofit/>
          </a:bodyPr>
          <a:lstStyle>
            <a:lvl1pPr marL="0" indent="0" algn="r">
              <a:buNone/>
              <a:defRPr sz="1800" b="1">
                <a:solidFill>
                  <a:schemeClr val="tx1"/>
                </a:solidFill>
                <a:latin typeface="Barlow" panose="00000500000000000000" pitchFamily="2" charset="0"/>
              </a:defRPr>
            </a:lvl1pPr>
          </a:lstStyle>
          <a:p>
            <a:pPr lvl="0"/>
            <a:r>
              <a:rPr lang="en-US"/>
              <a:t>Click to add text</a:t>
            </a:r>
            <a:endParaRPr lang="en-IN"/>
          </a:p>
        </p:txBody>
      </p:sp>
      <p:sp>
        <p:nvSpPr>
          <p:cNvPr id="80" name="Text Placeholder 37">
            <a:extLst>
              <a:ext uri="{FF2B5EF4-FFF2-40B4-BE49-F238E27FC236}">
                <a16:creationId xmlns:a16="http://schemas.microsoft.com/office/drawing/2014/main" id="{366D2E2B-E93A-7827-E869-A37A8A522EE9}"/>
              </a:ext>
            </a:extLst>
          </p:cNvPr>
          <p:cNvSpPr>
            <a:spLocks noGrp="1"/>
          </p:cNvSpPr>
          <p:nvPr>
            <p:ph type="body" sz="quarter" idx="21" hasCustomPrompt="1"/>
          </p:nvPr>
        </p:nvSpPr>
        <p:spPr>
          <a:xfrm>
            <a:off x="678823" y="3999240"/>
            <a:ext cx="3887354" cy="469070"/>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83" name="Text Placeholder 37">
            <a:extLst>
              <a:ext uri="{FF2B5EF4-FFF2-40B4-BE49-F238E27FC236}">
                <a16:creationId xmlns:a16="http://schemas.microsoft.com/office/drawing/2014/main" id="{3F5A52E8-9D57-660B-EB55-7DBE4CEF2EB5}"/>
              </a:ext>
            </a:extLst>
          </p:cNvPr>
          <p:cNvSpPr>
            <a:spLocks noGrp="1"/>
          </p:cNvSpPr>
          <p:nvPr>
            <p:ph type="body" sz="quarter" idx="22" hasCustomPrompt="1"/>
          </p:nvPr>
        </p:nvSpPr>
        <p:spPr>
          <a:xfrm>
            <a:off x="678825" y="5162048"/>
            <a:ext cx="3500694" cy="285646"/>
          </a:xfrm>
        </p:spPr>
        <p:txBody>
          <a:bodyPr>
            <a:normAutofit/>
          </a:bodyPr>
          <a:lstStyle>
            <a:lvl1pPr marL="0" indent="0" algn="r">
              <a:buNone/>
              <a:defRPr sz="1800" b="1">
                <a:solidFill>
                  <a:schemeClr val="tx1"/>
                </a:solidFill>
                <a:latin typeface="Barlow" panose="00000500000000000000" pitchFamily="2" charset="0"/>
              </a:defRPr>
            </a:lvl1pPr>
          </a:lstStyle>
          <a:p>
            <a:pPr lvl="0"/>
            <a:r>
              <a:rPr lang="en-US"/>
              <a:t>Click to add text</a:t>
            </a:r>
            <a:endParaRPr lang="en-IN"/>
          </a:p>
        </p:txBody>
      </p:sp>
      <p:sp>
        <p:nvSpPr>
          <p:cNvPr id="84" name="Text Placeholder 37">
            <a:extLst>
              <a:ext uri="{FF2B5EF4-FFF2-40B4-BE49-F238E27FC236}">
                <a16:creationId xmlns:a16="http://schemas.microsoft.com/office/drawing/2014/main" id="{51925A67-D207-7369-FBB0-70EE2A3BC4E8}"/>
              </a:ext>
            </a:extLst>
          </p:cNvPr>
          <p:cNvSpPr>
            <a:spLocks noGrp="1"/>
          </p:cNvSpPr>
          <p:nvPr>
            <p:ph type="body" sz="quarter" idx="23" hasCustomPrompt="1"/>
          </p:nvPr>
        </p:nvSpPr>
        <p:spPr>
          <a:xfrm>
            <a:off x="678823" y="5447694"/>
            <a:ext cx="3500695" cy="469070"/>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0" name="Text Placeholder 88">
            <a:extLst>
              <a:ext uri="{FF2B5EF4-FFF2-40B4-BE49-F238E27FC236}">
                <a16:creationId xmlns:a16="http://schemas.microsoft.com/office/drawing/2014/main" id="{2ADD3D66-3DFC-D491-E6D3-3248F45B9C93}"/>
              </a:ext>
            </a:extLst>
          </p:cNvPr>
          <p:cNvSpPr>
            <a:spLocks noGrp="1"/>
          </p:cNvSpPr>
          <p:nvPr>
            <p:ph type="body" sz="quarter" idx="31" hasCustomPrompt="1"/>
          </p:nvPr>
        </p:nvSpPr>
        <p:spPr>
          <a:xfrm>
            <a:off x="7222826" y="5125408"/>
            <a:ext cx="1863725" cy="290512"/>
          </a:xfrm>
        </p:spPr>
        <p:txBody>
          <a:bodyPr>
            <a:noAutofit/>
          </a:bodyPr>
          <a:lstStyle>
            <a:lvl1pPr marL="0" indent="0" algn="ctr">
              <a:buNone/>
              <a:defRPr sz="1400">
                <a:solidFill>
                  <a:schemeClr val="bg1"/>
                </a:solidFill>
              </a:defRPr>
            </a:lvl1pPr>
          </a:lstStyle>
          <a:p>
            <a:pPr lvl="0"/>
            <a:r>
              <a:rPr lang="en-US"/>
              <a:t>Description</a:t>
            </a:r>
            <a:endParaRPr lang="en-IN"/>
          </a:p>
        </p:txBody>
      </p:sp>
    </p:spTree>
    <p:extLst>
      <p:ext uri="{BB962C8B-B14F-4D97-AF65-F5344CB8AC3E}">
        <p14:creationId xmlns:p14="http://schemas.microsoft.com/office/powerpoint/2010/main" val="2043266377"/>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2_Image + Content">
    <p:spTree>
      <p:nvGrpSpPr>
        <p:cNvPr id="1" name=""/>
        <p:cNvGrpSpPr/>
        <p:nvPr/>
      </p:nvGrpSpPr>
      <p:grpSpPr>
        <a:xfrm>
          <a:off x="0" y="0"/>
          <a:ext cx="0" cy="0"/>
          <a:chOff x="0" y="0"/>
          <a:chExt cx="0" cy="0"/>
        </a:xfrm>
      </p:grpSpPr>
      <p:sp>
        <p:nvSpPr>
          <p:cNvPr id="3" name="Parallelogram 2">
            <a:extLst>
              <a:ext uri="{FF2B5EF4-FFF2-40B4-BE49-F238E27FC236}">
                <a16:creationId xmlns:a16="http://schemas.microsoft.com/office/drawing/2014/main" id="{06681D1E-CCB4-8F17-75CC-7BB8D076C27A}"/>
              </a:ext>
            </a:extLst>
          </p:cNvPr>
          <p:cNvSpPr/>
          <p:nvPr userDrawn="1"/>
        </p:nvSpPr>
        <p:spPr>
          <a:xfrm>
            <a:off x="8921623" y="4626433"/>
            <a:ext cx="1592758" cy="1555292"/>
          </a:xfrm>
          <a:prstGeom prst="parallelogram">
            <a:avLst>
              <a:gd name="adj" fmla="val 32821"/>
            </a:avLst>
          </a:prstGeom>
          <a:solidFill>
            <a:schemeClr val="tx2">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74320" tIns="1828800" rIns="274320" bIns="0" rtlCol="0" anchor="t" anchorCtr="0"/>
          <a:lstStyle/>
          <a:p>
            <a:pPr>
              <a:spcBef>
                <a:spcPts val="2400"/>
              </a:spcBef>
            </a:pPr>
            <a:endParaRPr lang="en-ID" sz="1600" b="1">
              <a:solidFill>
                <a:srgbClr val="FFFFFF"/>
              </a:solidFill>
              <a:latin typeface="Segoe UI" panose="020B0502040204020203" pitchFamily="34" charset="0"/>
              <a:ea typeface="Open Sans" charset="0"/>
              <a:cs typeface="Segoe UI" panose="020B0502040204020203" pitchFamily="34" charset="0"/>
            </a:endParaRPr>
          </a:p>
        </p:txBody>
      </p:sp>
      <p:sp>
        <p:nvSpPr>
          <p:cNvPr id="7" name="Picture Placeholder 6">
            <a:extLst>
              <a:ext uri="{FF2B5EF4-FFF2-40B4-BE49-F238E27FC236}">
                <a16:creationId xmlns:a16="http://schemas.microsoft.com/office/drawing/2014/main" id="{A7AE8C84-3C26-4742-1E75-3369D8085788}"/>
              </a:ext>
            </a:extLst>
          </p:cNvPr>
          <p:cNvSpPr>
            <a:spLocks noGrp="1"/>
          </p:cNvSpPr>
          <p:nvPr>
            <p:ph type="pic" sz="quarter" idx="10"/>
          </p:nvPr>
        </p:nvSpPr>
        <p:spPr>
          <a:xfrm>
            <a:off x="4469157" y="-1"/>
            <a:ext cx="7114233" cy="6868049"/>
          </a:xfrm>
          <a:custGeom>
            <a:avLst/>
            <a:gdLst>
              <a:gd name="connsiteX0" fmla="*/ 0 w 5858189"/>
              <a:gd name="connsiteY0" fmla="*/ 6858000 h 6858000"/>
              <a:gd name="connsiteX1" fmla="*/ 1464547 w 5858189"/>
              <a:gd name="connsiteY1" fmla="*/ 0 h 6858000"/>
              <a:gd name="connsiteX2" fmla="*/ 5858189 w 5858189"/>
              <a:gd name="connsiteY2" fmla="*/ 0 h 6858000"/>
              <a:gd name="connsiteX3" fmla="*/ 4393642 w 5858189"/>
              <a:gd name="connsiteY3" fmla="*/ 6858000 h 6858000"/>
              <a:gd name="connsiteX4" fmla="*/ 0 w 5858189"/>
              <a:gd name="connsiteY4" fmla="*/ 6858000 h 6858000"/>
              <a:gd name="connsiteX0" fmla="*/ 0 w 5858189"/>
              <a:gd name="connsiteY0" fmla="*/ 6858000 h 6858000"/>
              <a:gd name="connsiteX1" fmla="*/ 1786094 w 5858189"/>
              <a:gd name="connsiteY1" fmla="*/ 20097 h 6858000"/>
              <a:gd name="connsiteX2" fmla="*/ 5858189 w 5858189"/>
              <a:gd name="connsiteY2" fmla="*/ 0 h 6858000"/>
              <a:gd name="connsiteX3" fmla="*/ 4393642 w 5858189"/>
              <a:gd name="connsiteY3" fmla="*/ 6858000 h 6858000"/>
              <a:gd name="connsiteX4" fmla="*/ 0 w 5858189"/>
              <a:gd name="connsiteY4" fmla="*/ 6858000 h 6858000"/>
              <a:gd name="connsiteX0" fmla="*/ 0 w 6320414"/>
              <a:gd name="connsiteY0" fmla="*/ 6878097 h 6878097"/>
              <a:gd name="connsiteX1" fmla="*/ 2248319 w 6320414"/>
              <a:gd name="connsiteY1" fmla="*/ 20097 h 6878097"/>
              <a:gd name="connsiteX2" fmla="*/ 6320414 w 6320414"/>
              <a:gd name="connsiteY2" fmla="*/ 0 h 6878097"/>
              <a:gd name="connsiteX3" fmla="*/ 4855867 w 6320414"/>
              <a:gd name="connsiteY3" fmla="*/ 6858000 h 6878097"/>
              <a:gd name="connsiteX4" fmla="*/ 0 w 6320414"/>
              <a:gd name="connsiteY4" fmla="*/ 6878097 h 6878097"/>
              <a:gd name="connsiteX0" fmla="*/ 0 w 6320414"/>
              <a:gd name="connsiteY0" fmla="*/ 6878097 h 6878097"/>
              <a:gd name="connsiteX1" fmla="*/ 2248319 w 6320414"/>
              <a:gd name="connsiteY1" fmla="*/ 20097 h 6878097"/>
              <a:gd name="connsiteX2" fmla="*/ 6320414 w 6320414"/>
              <a:gd name="connsiteY2" fmla="*/ 0 h 6878097"/>
              <a:gd name="connsiteX3" fmla="*/ 4886012 w 6320414"/>
              <a:gd name="connsiteY3" fmla="*/ 6868048 h 6878097"/>
              <a:gd name="connsiteX4" fmla="*/ 0 w 6320414"/>
              <a:gd name="connsiteY4" fmla="*/ 6878097 h 6878097"/>
              <a:gd name="connsiteX0" fmla="*/ 0 w 7114233"/>
              <a:gd name="connsiteY0" fmla="*/ 6868049 h 6868049"/>
              <a:gd name="connsiteX1" fmla="*/ 2248319 w 7114233"/>
              <a:gd name="connsiteY1" fmla="*/ 10049 h 6868049"/>
              <a:gd name="connsiteX2" fmla="*/ 7114233 w 7114233"/>
              <a:gd name="connsiteY2" fmla="*/ 0 h 6868049"/>
              <a:gd name="connsiteX3" fmla="*/ 4886012 w 7114233"/>
              <a:gd name="connsiteY3" fmla="*/ 6858000 h 6868049"/>
              <a:gd name="connsiteX4" fmla="*/ 0 w 7114233"/>
              <a:gd name="connsiteY4" fmla="*/ 6868049 h 6868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4233" h="6868049">
                <a:moveTo>
                  <a:pt x="0" y="6868049"/>
                </a:moveTo>
                <a:lnTo>
                  <a:pt x="2248319" y="10049"/>
                </a:lnTo>
                <a:lnTo>
                  <a:pt x="7114233" y="0"/>
                </a:lnTo>
                <a:lnTo>
                  <a:pt x="4886012" y="6858000"/>
                </a:lnTo>
                <a:lnTo>
                  <a:pt x="0" y="6868049"/>
                </a:lnTo>
                <a:close/>
              </a:path>
            </a:pathLst>
          </a:custGeom>
        </p:spPr>
        <p:txBody>
          <a:bodyPr/>
          <a:lstStyle/>
          <a:p>
            <a:endParaRPr lang="en-IN"/>
          </a:p>
        </p:txBody>
      </p:sp>
      <p:sp>
        <p:nvSpPr>
          <p:cNvPr id="4" name="Subtitle 2">
            <a:extLst>
              <a:ext uri="{FF2B5EF4-FFF2-40B4-BE49-F238E27FC236}">
                <a16:creationId xmlns:a16="http://schemas.microsoft.com/office/drawing/2014/main" id="{C7B10A87-351F-C852-4078-7A30074E9F75}"/>
              </a:ext>
            </a:extLst>
          </p:cNvPr>
          <p:cNvSpPr>
            <a:spLocks noGrp="1"/>
          </p:cNvSpPr>
          <p:nvPr>
            <p:ph type="subTitle" idx="1"/>
          </p:nvPr>
        </p:nvSpPr>
        <p:spPr>
          <a:xfrm>
            <a:off x="707679" y="3688881"/>
            <a:ext cx="3569682" cy="648126"/>
          </a:xfrm>
        </p:spPr>
        <p:txBody>
          <a:bodyPr wrap="square">
            <a:spAutoFit/>
          </a:bodyPr>
          <a:lstStyle>
            <a:lvl1pPr marL="270000" indent="-270000" algn="l">
              <a:spcBef>
                <a:spcPts val="600"/>
              </a:spcBef>
              <a:buFont typeface="Arial" panose="020B0604020202020204" pitchFamily="34" charset="0"/>
              <a:buChar char="•"/>
              <a:defRPr sz="20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5" name="Picture Placeholder 3">
            <a:extLst>
              <a:ext uri="{FF2B5EF4-FFF2-40B4-BE49-F238E27FC236}">
                <a16:creationId xmlns:a16="http://schemas.microsoft.com/office/drawing/2014/main" id="{CF6DA02F-DCAD-DC34-233F-A8B5B933619D}"/>
              </a:ext>
            </a:extLst>
          </p:cNvPr>
          <p:cNvSpPr>
            <a:spLocks noGrp="1"/>
          </p:cNvSpPr>
          <p:nvPr>
            <p:ph type="pic" sz="quarter" idx="32"/>
          </p:nvPr>
        </p:nvSpPr>
        <p:spPr>
          <a:xfrm>
            <a:off x="6621458" y="4188053"/>
            <a:ext cx="4032071" cy="1773425"/>
          </a:xfrm>
          <a:custGeom>
            <a:avLst/>
            <a:gdLst>
              <a:gd name="connsiteX0" fmla="*/ 0 w 3793532"/>
              <a:gd name="connsiteY0" fmla="*/ 1763486 h 1763486"/>
              <a:gd name="connsiteX1" fmla="*/ 440872 w 3793532"/>
              <a:gd name="connsiteY1" fmla="*/ 0 h 1763486"/>
              <a:gd name="connsiteX2" fmla="*/ 3793532 w 3793532"/>
              <a:gd name="connsiteY2" fmla="*/ 0 h 1763486"/>
              <a:gd name="connsiteX3" fmla="*/ 3352661 w 3793532"/>
              <a:gd name="connsiteY3" fmla="*/ 1763486 h 1763486"/>
              <a:gd name="connsiteX4" fmla="*/ 0 w 3793532"/>
              <a:gd name="connsiteY4" fmla="*/ 1763486 h 1763486"/>
              <a:gd name="connsiteX0" fmla="*/ 0 w 3892923"/>
              <a:gd name="connsiteY0" fmla="*/ 1773425 h 1773425"/>
              <a:gd name="connsiteX1" fmla="*/ 540263 w 3892923"/>
              <a:gd name="connsiteY1" fmla="*/ 0 h 1773425"/>
              <a:gd name="connsiteX2" fmla="*/ 3892923 w 3892923"/>
              <a:gd name="connsiteY2" fmla="*/ 0 h 1773425"/>
              <a:gd name="connsiteX3" fmla="*/ 3452052 w 3892923"/>
              <a:gd name="connsiteY3" fmla="*/ 1763486 h 1773425"/>
              <a:gd name="connsiteX4" fmla="*/ 0 w 3892923"/>
              <a:gd name="connsiteY4" fmla="*/ 1773425 h 1773425"/>
              <a:gd name="connsiteX0" fmla="*/ 0 w 3892923"/>
              <a:gd name="connsiteY0" fmla="*/ 1773425 h 1773425"/>
              <a:gd name="connsiteX1" fmla="*/ 580019 w 3892923"/>
              <a:gd name="connsiteY1" fmla="*/ 0 h 1773425"/>
              <a:gd name="connsiteX2" fmla="*/ 3892923 w 3892923"/>
              <a:gd name="connsiteY2" fmla="*/ 0 h 1773425"/>
              <a:gd name="connsiteX3" fmla="*/ 3452052 w 3892923"/>
              <a:gd name="connsiteY3" fmla="*/ 1763486 h 1773425"/>
              <a:gd name="connsiteX4" fmla="*/ 0 w 3892923"/>
              <a:gd name="connsiteY4" fmla="*/ 1773425 h 1773425"/>
              <a:gd name="connsiteX0" fmla="*/ 0 w 4022132"/>
              <a:gd name="connsiteY0" fmla="*/ 1773425 h 1773425"/>
              <a:gd name="connsiteX1" fmla="*/ 580019 w 4022132"/>
              <a:gd name="connsiteY1" fmla="*/ 0 h 1773425"/>
              <a:gd name="connsiteX2" fmla="*/ 4022132 w 4022132"/>
              <a:gd name="connsiteY2" fmla="*/ 0 h 1773425"/>
              <a:gd name="connsiteX3" fmla="*/ 3452052 w 4022132"/>
              <a:gd name="connsiteY3" fmla="*/ 1763486 h 1773425"/>
              <a:gd name="connsiteX4" fmla="*/ 0 w 4022132"/>
              <a:gd name="connsiteY4" fmla="*/ 1773425 h 1773425"/>
              <a:gd name="connsiteX0" fmla="*/ 0 w 4032071"/>
              <a:gd name="connsiteY0" fmla="*/ 1773425 h 1773425"/>
              <a:gd name="connsiteX1" fmla="*/ 580019 w 4032071"/>
              <a:gd name="connsiteY1" fmla="*/ 0 h 1773425"/>
              <a:gd name="connsiteX2" fmla="*/ 4032071 w 4032071"/>
              <a:gd name="connsiteY2" fmla="*/ 0 h 1773425"/>
              <a:gd name="connsiteX3" fmla="*/ 3452052 w 4032071"/>
              <a:gd name="connsiteY3" fmla="*/ 1763486 h 1773425"/>
              <a:gd name="connsiteX4" fmla="*/ 0 w 4032071"/>
              <a:gd name="connsiteY4" fmla="*/ 1773425 h 1773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2071" h="1773425">
                <a:moveTo>
                  <a:pt x="0" y="1773425"/>
                </a:moveTo>
                <a:lnTo>
                  <a:pt x="580019" y="0"/>
                </a:lnTo>
                <a:lnTo>
                  <a:pt x="4032071" y="0"/>
                </a:lnTo>
                <a:lnTo>
                  <a:pt x="3452052" y="1763486"/>
                </a:lnTo>
                <a:lnTo>
                  <a:pt x="0" y="1773425"/>
                </a:lnTo>
                <a:close/>
              </a:path>
            </a:pathLst>
          </a:custGeom>
          <a:solidFill>
            <a:schemeClr val="tx2"/>
          </a:solidFill>
        </p:spPr>
        <p:txBody>
          <a:bodyPr/>
          <a:lstStyle/>
          <a:p>
            <a:endParaRPr lang="en-IN"/>
          </a:p>
        </p:txBody>
      </p:sp>
      <p:sp>
        <p:nvSpPr>
          <p:cNvPr id="6" name="Content Placeholder 41">
            <a:extLst>
              <a:ext uri="{FF2B5EF4-FFF2-40B4-BE49-F238E27FC236}">
                <a16:creationId xmlns:a16="http://schemas.microsoft.com/office/drawing/2014/main" id="{3CC5A66C-91EE-7C8A-F453-80BDC9A0F6D6}"/>
              </a:ext>
            </a:extLst>
          </p:cNvPr>
          <p:cNvSpPr>
            <a:spLocks noGrp="1"/>
          </p:cNvSpPr>
          <p:nvPr>
            <p:ph sz="quarter" idx="11" hasCustomPrompt="1"/>
          </p:nvPr>
        </p:nvSpPr>
        <p:spPr>
          <a:xfrm>
            <a:off x="9304338" y="4775200"/>
            <a:ext cx="642937" cy="642938"/>
          </a:xfrm>
        </p:spPr>
        <p:txBody>
          <a:bodyPr>
            <a:noAutofit/>
          </a:bodyPr>
          <a:lstStyle>
            <a:lvl1pPr marL="0" indent="0" algn="ctr">
              <a:buNone/>
              <a:defRPr sz="1100">
                <a:solidFill>
                  <a:schemeClr val="bg1"/>
                </a:solidFill>
              </a:defRPr>
            </a:lvl1pPr>
          </a:lstStyle>
          <a:p>
            <a:pPr lvl="0"/>
            <a:r>
              <a:rPr lang="en-US"/>
              <a:t>Insert Icon here</a:t>
            </a:r>
            <a:endParaRPr lang="en-IN"/>
          </a:p>
        </p:txBody>
      </p:sp>
      <p:sp>
        <p:nvSpPr>
          <p:cNvPr id="8" name="Title 1">
            <a:extLst>
              <a:ext uri="{FF2B5EF4-FFF2-40B4-BE49-F238E27FC236}">
                <a16:creationId xmlns:a16="http://schemas.microsoft.com/office/drawing/2014/main" id="{44D90839-F5BF-9915-3E15-35E36DE98B1E}"/>
              </a:ext>
            </a:extLst>
          </p:cNvPr>
          <p:cNvSpPr>
            <a:spLocks noGrp="1"/>
          </p:cNvSpPr>
          <p:nvPr>
            <p:ph type="ctrTitle" hasCustomPrompt="1"/>
          </p:nvPr>
        </p:nvSpPr>
        <p:spPr>
          <a:xfrm>
            <a:off x="7224766" y="4681675"/>
            <a:ext cx="1863426" cy="276999"/>
          </a:xfrm>
          <a:prstGeom prst="rect">
            <a:avLst/>
          </a:prstGeom>
        </p:spPr>
        <p:txBody>
          <a:bodyPr vert="horz" wrap="square" lIns="0" tIns="0" rIns="0" bIns="0" rtlCol="0" anchor="t" anchorCtr="0">
            <a:spAutoFit/>
          </a:bodyPr>
          <a:lstStyle>
            <a:lvl1pPr algn="ctr">
              <a:lnSpc>
                <a:spcPct val="100000"/>
              </a:lnSpc>
              <a:defRPr lang="en-US" sz="2000" b="1" kern="1200" dirty="0">
                <a:solidFill>
                  <a:schemeClr val="bg1"/>
                </a:solidFill>
                <a:latin typeface="Barlow" panose="00000500000000000000" pitchFamily="2" charset="0"/>
                <a:ea typeface="Open Sans" pitchFamily="2" charset="0"/>
                <a:cs typeface="Open Sans" pitchFamily="2" charset="0"/>
              </a:defRPr>
            </a:lvl1pPr>
          </a:lstStyle>
          <a:p>
            <a:pPr marL="0" lvl="0" indent="0" algn="ctr" defTabSz="914400" rtl="0" eaLnBrk="1" latinLnBrk="0" hangingPunct="1">
              <a:lnSpc>
                <a:spcPct val="90000"/>
              </a:lnSpc>
              <a:spcBef>
                <a:spcPts val="1000"/>
              </a:spcBef>
              <a:buFont typeface="Arial" panose="020B0604020202020204" pitchFamily="34" charset="0"/>
              <a:buNone/>
            </a:pPr>
            <a:r>
              <a:rPr lang="en-GB"/>
              <a:t>Heading</a:t>
            </a:r>
            <a:endParaRPr lang="en-US"/>
          </a:p>
        </p:txBody>
      </p:sp>
      <p:sp>
        <p:nvSpPr>
          <p:cNvPr id="9" name="Text Placeholder 88">
            <a:extLst>
              <a:ext uri="{FF2B5EF4-FFF2-40B4-BE49-F238E27FC236}">
                <a16:creationId xmlns:a16="http://schemas.microsoft.com/office/drawing/2014/main" id="{483D2CC2-F18D-4036-A661-8DA661457BC7}"/>
              </a:ext>
            </a:extLst>
          </p:cNvPr>
          <p:cNvSpPr>
            <a:spLocks noGrp="1"/>
          </p:cNvSpPr>
          <p:nvPr>
            <p:ph type="body" sz="quarter" idx="31" hasCustomPrompt="1"/>
          </p:nvPr>
        </p:nvSpPr>
        <p:spPr>
          <a:xfrm>
            <a:off x="7222826" y="5125408"/>
            <a:ext cx="1863725" cy="290512"/>
          </a:xfrm>
        </p:spPr>
        <p:txBody>
          <a:bodyPr>
            <a:noAutofit/>
          </a:bodyPr>
          <a:lstStyle>
            <a:lvl1pPr marL="0" indent="0" algn="ctr">
              <a:buNone/>
              <a:defRPr sz="1400">
                <a:solidFill>
                  <a:schemeClr val="bg1"/>
                </a:solidFill>
              </a:defRPr>
            </a:lvl1pPr>
          </a:lstStyle>
          <a:p>
            <a:pPr lvl="0"/>
            <a:r>
              <a:rPr lang="en-US"/>
              <a:t>Description</a:t>
            </a:r>
            <a:endParaRPr lang="en-IN"/>
          </a:p>
        </p:txBody>
      </p:sp>
    </p:spTree>
    <p:extLst>
      <p:ext uri="{BB962C8B-B14F-4D97-AF65-F5344CB8AC3E}">
        <p14:creationId xmlns:p14="http://schemas.microsoft.com/office/powerpoint/2010/main" val="2268870325"/>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6_Image + Content">
    <p:bg>
      <p:bgPr>
        <a:gradFill>
          <a:gsLst>
            <a:gs pos="100000">
              <a:schemeClr val="tx2"/>
            </a:gs>
            <a:gs pos="0">
              <a:schemeClr val="accent1"/>
            </a:gs>
          </a:gsLst>
          <a:lin ang="5400000" scaled="1"/>
        </a:gra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7AE8C84-3C26-4742-1E75-3369D8085788}"/>
              </a:ext>
            </a:extLst>
          </p:cNvPr>
          <p:cNvSpPr>
            <a:spLocks noGrp="1"/>
          </p:cNvSpPr>
          <p:nvPr>
            <p:ph type="pic" sz="quarter" idx="10"/>
          </p:nvPr>
        </p:nvSpPr>
        <p:spPr>
          <a:xfrm>
            <a:off x="4469157" y="-1"/>
            <a:ext cx="7114233" cy="6868049"/>
          </a:xfrm>
          <a:custGeom>
            <a:avLst/>
            <a:gdLst>
              <a:gd name="connsiteX0" fmla="*/ 0 w 5858189"/>
              <a:gd name="connsiteY0" fmla="*/ 6858000 h 6858000"/>
              <a:gd name="connsiteX1" fmla="*/ 1464547 w 5858189"/>
              <a:gd name="connsiteY1" fmla="*/ 0 h 6858000"/>
              <a:gd name="connsiteX2" fmla="*/ 5858189 w 5858189"/>
              <a:gd name="connsiteY2" fmla="*/ 0 h 6858000"/>
              <a:gd name="connsiteX3" fmla="*/ 4393642 w 5858189"/>
              <a:gd name="connsiteY3" fmla="*/ 6858000 h 6858000"/>
              <a:gd name="connsiteX4" fmla="*/ 0 w 5858189"/>
              <a:gd name="connsiteY4" fmla="*/ 6858000 h 6858000"/>
              <a:gd name="connsiteX0" fmla="*/ 0 w 5858189"/>
              <a:gd name="connsiteY0" fmla="*/ 6858000 h 6858000"/>
              <a:gd name="connsiteX1" fmla="*/ 1786094 w 5858189"/>
              <a:gd name="connsiteY1" fmla="*/ 20097 h 6858000"/>
              <a:gd name="connsiteX2" fmla="*/ 5858189 w 5858189"/>
              <a:gd name="connsiteY2" fmla="*/ 0 h 6858000"/>
              <a:gd name="connsiteX3" fmla="*/ 4393642 w 5858189"/>
              <a:gd name="connsiteY3" fmla="*/ 6858000 h 6858000"/>
              <a:gd name="connsiteX4" fmla="*/ 0 w 5858189"/>
              <a:gd name="connsiteY4" fmla="*/ 6858000 h 6858000"/>
              <a:gd name="connsiteX0" fmla="*/ 0 w 6320414"/>
              <a:gd name="connsiteY0" fmla="*/ 6878097 h 6878097"/>
              <a:gd name="connsiteX1" fmla="*/ 2248319 w 6320414"/>
              <a:gd name="connsiteY1" fmla="*/ 20097 h 6878097"/>
              <a:gd name="connsiteX2" fmla="*/ 6320414 w 6320414"/>
              <a:gd name="connsiteY2" fmla="*/ 0 h 6878097"/>
              <a:gd name="connsiteX3" fmla="*/ 4855867 w 6320414"/>
              <a:gd name="connsiteY3" fmla="*/ 6858000 h 6878097"/>
              <a:gd name="connsiteX4" fmla="*/ 0 w 6320414"/>
              <a:gd name="connsiteY4" fmla="*/ 6878097 h 6878097"/>
              <a:gd name="connsiteX0" fmla="*/ 0 w 6320414"/>
              <a:gd name="connsiteY0" fmla="*/ 6878097 h 6878097"/>
              <a:gd name="connsiteX1" fmla="*/ 2248319 w 6320414"/>
              <a:gd name="connsiteY1" fmla="*/ 20097 h 6878097"/>
              <a:gd name="connsiteX2" fmla="*/ 6320414 w 6320414"/>
              <a:gd name="connsiteY2" fmla="*/ 0 h 6878097"/>
              <a:gd name="connsiteX3" fmla="*/ 4886012 w 6320414"/>
              <a:gd name="connsiteY3" fmla="*/ 6868048 h 6878097"/>
              <a:gd name="connsiteX4" fmla="*/ 0 w 6320414"/>
              <a:gd name="connsiteY4" fmla="*/ 6878097 h 6878097"/>
              <a:gd name="connsiteX0" fmla="*/ 0 w 7114233"/>
              <a:gd name="connsiteY0" fmla="*/ 6868049 h 6868049"/>
              <a:gd name="connsiteX1" fmla="*/ 2248319 w 7114233"/>
              <a:gd name="connsiteY1" fmla="*/ 10049 h 6868049"/>
              <a:gd name="connsiteX2" fmla="*/ 7114233 w 7114233"/>
              <a:gd name="connsiteY2" fmla="*/ 0 h 6868049"/>
              <a:gd name="connsiteX3" fmla="*/ 4886012 w 7114233"/>
              <a:gd name="connsiteY3" fmla="*/ 6858000 h 6868049"/>
              <a:gd name="connsiteX4" fmla="*/ 0 w 7114233"/>
              <a:gd name="connsiteY4" fmla="*/ 6868049 h 6868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4233" h="6868049">
                <a:moveTo>
                  <a:pt x="0" y="6868049"/>
                </a:moveTo>
                <a:lnTo>
                  <a:pt x="2248319" y="10049"/>
                </a:lnTo>
                <a:lnTo>
                  <a:pt x="7114233" y="0"/>
                </a:lnTo>
                <a:lnTo>
                  <a:pt x="4886012" y="6858000"/>
                </a:lnTo>
                <a:lnTo>
                  <a:pt x="0" y="6868049"/>
                </a:lnTo>
                <a:close/>
              </a:path>
            </a:pathLst>
          </a:custGeom>
          <a:solidFill>
            <a:schemeClr val="bg1">
              <a:alpha val="20000"/>
            </a:schemeClr>
          </a:solidFill>
        </p:spPr>
        <p:txBody>
          <a:bodyPr/>
          <a:lstStyle/>
          <a:p>
            <a:endParaRPr lang="en-IN"/>
          </a:p>
        </p:txBody>
      </p:sp>
      <p:sp>
        <p:nvSpPr>
          <p:cNvPr id="2" name="Title 1">
            <a:extLst>
              <a:ext uri="{FF2B5EF4-FFF2-40B4-BE49-F238E27FC236}">
                <a16:creationId xmlns:a16="http://schemas.microsoft.com/office/drawing/2014/main" id="{31763772-1BB6-9FCE-D196-8B0635F8212F}"/>
              </a:ext>
            </a:extLst>
          </p:cNvPr>
          <p:cNvSpPr>
            <a:spLocks noGrp="1"/>
          </p:cNvSpPr>
          <p:nvPr>
            <p:ph type="ctrTitle" hasCustomPrompt="1"/>
          </p:nvPr>
        </p:nvSpPr>
        <p:spPr>
          <a:xfrm>
            <a:off x="707679" y="1980905"/>
            <a:ext cx="4484082" cy="984885"/>
          </a:xfrm>
          <a:prstGeom prst="rect">
            <a:avLst/>
          </a:prstGeom>
        </p:spPr>
        <p:txBody>
          <a:bodyPr vert="horz" wrap="square" lIns="0" tIns="0" rIns="0" bIns="0" rtlCol="0" anchor="ctr" anchorCtr="0">
            <a:spAutoFit/>
          </a:bodyPr>
          <a:lstStyle>
            <a:lvl1pPr algn="l">
              <a:lnSpc>
                <a:spcPct val="100000"/>
              </a:lnSpc>
              <a:defRPr lang="en-US" sz="3200" dirty="0">
                <a:solidFill>
                  <a:schemeClr val="bg1"/>
                </a:solidFill>
              </a:defRPr>
            </a:lvl1pPr>
          </a:lstStyle>
          <a:p>
            <a:pPr lvl="0"/>
            <a:r>
              <a:rPr lang="en-GB"/>
              <a:t>Click to edit </a:t>
            </a:r>
            <a:br>
              <a:rPr lang="en-GB"/>
            </a:br>
            <a:r>
              <a:rPr lang="en-GB"/>
              <a:t>Master title style</a:t>
            </a:r>
            <a:endParaRPr lang="en-US"/>
          </a:p>
        </p:txBody>
      </p:sp>
      <p:sp>
        <p:nvSpPr>
          <p:cNvPr id="4" name="Subtitle 2">
            <a:extLst>
              <a:ext uri="{FF2B5EF4-FFF2-40B4-BE49-F238E27FC236}">
                <a16:creationId xmlns:a16="http://schemas.microsoft.com/office/drawing/2014/main" id="{0D4EDA2E-020E-68F1-5959-A4717FEFC88E}"/>
              </a:ext>
            </a:extLst>
          </p:cNvPr>
          <p:cNvSpPr>
            <a:spLocks noGrp="1"/>
          </p:cNvSpPr>
          <p:nvPr>
            <p:ph type="subTitle" idx="1"/>
          </p:nvPr>
        </p:nvSpPr>
        <p:spPr>
          <a:xfrm>
            <a:off x="707679" y="3688881"/>
            <a:ext cx="3569682" cy="648126"/>
          </a:xfrm>
        </p:spPr>
        <p:txBody>
          <a:bodyPr wrap="square">
            <a:spAutoFit/>
          </a:bodyPr>
          <a:lstStyle>
            <a:lvl1pPr marL="270000" indent="-270000" algn="l">
              <a:spcBef>
                <a:spcPts val="600"/>
              </a:spcBef>
              <a:buFont typeface="Arial" panose="020B0604020202020204" pitchFamily="34" charset="0"/>
              <a:buChar char="•"/>
              <a:defRPr sz="20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1693239214"/>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3_Image + Content">
    <p:spTree>
      <p:nvGrpSpPr>
        <p:cNvPr id="1" name=""/>
        <p:cNvGrpSpPr/>
        <p:nvPr/>
      </p:nvGrpSpPr>
      <p:grpSpPr>
        <a:xfrm>
          <a:off x="0" y="0"/>
          <a:ext cx="0" cy="0"/>
          <a:chOff x="0" y="0"/>
          <a:chExt cx="0" cy="0"/>
        </a:xfrm>
      </p:grpSpPr>
      <p:sp>
        <p:nvSpPr>
          <p:cNvPr id="50" name="Text Placeholder 48">
            <a:extLst>
              <a:ext uri="{FF2B5EF4-FFF2-40B4-BE49-F238E27FC236}">
                <a16:creationId xmlns:a16="http://schemas.microsoft.com/office/drawing/2014/main" id="{C734AFB7-B581-3529-B7EB-48FCDF40B44F}"/>
              </a:ext>
            </a:extLst>
          </p:cNvPr>
          <p:cNvSpPr>
            <a:spLocks noGrp="1"/>
          </p:cNvSpPr>
          <p:nvPr>
            <p:ph type="body" sz="quarter" idx="13" hasCustomPrompt="1"/>
          </p:nvPr>
        </p:nvSpPr>
        <p:spPr>
          <a:xfrm>
            <a:off x="2802996" y="5094168"/>
            <a:ext cx="5058303" cy="792162"/>
          </a:xfrm>
          <a:solidFill>
            <a:schemeClr val="tx2"/>
          </a:solidFill>
        </p:spPr>
        <p:txBody>
          <a:bodyPr lIns="182880" rIns="182880" anchor="ctr"/>
          <a:lstStyle>
            <a:lvl1pPr marL="0" indent="0" algn="r">
              <a:buNone/>
              <a:defRPr b="1">
                <a:solidFill>
                  <a:schemeClr val="bg1"/>
                </a:solidFill>
                <a:latin typeface="Barlow ExtraBold" panose="00000900000000000000" pitchFamily="2" charset="0"/>
                <a:ea typeface="Open Sans" pitchFamily="2" charset="0"/>
                <a:cs typeface="Open Sans" pitchFamily="2" charset="0"/>
              </a:defRPr>
            </a:lvl1pPr>
          </a:lstStyle>
          <a:p>
            <a:pPr lvl="0"/>
            <a:r>
              <a:rPr lang="en-US"/>
              <a:t>Insert Text</a:t>
            </a:r>
            <a:endParaRPr lang="en-IN"/>
          </a:p>
        </p:txBody>
      </p:sp>
      <p:sp>
        <p:nvSpPr>
          <p:cNvPr id="49" name="Text Placeholder 48">
            <a:extLst>
              <a:ext uri="{FF2B5EF4-FFF2-40B4-BE49-F238E27FC236}">
                <a16:creationId xmlns:a16="http://schemas.microsoft.com/office/drawing/2014/main" id="{F3326ED7-A903-6A67-0638-B7FF90EB0914}"/>
              </a:ext>
            </a:extLst>
          </p:cNvPr>
          <p:cNvSpPr>
            <a:spLocks noGrp="1"/>
          </p:cNvSpPr>
          <p:nvPr>
            <p:ph type="body" sz="quarter" idx="12" hasCustomPrompt="1"/>
          </p:nvPr>
        </p:nvSpPr>
        <p:spPr>
          <a:xfrm>
            <a:off x="2792413" y="4214813"/>
            <a:ext cx="3376612" cy="792162"/>
          </a:xfrm>
          <a:solidFill>
            <a:schemeClr val="tx2"/>
          </a:solidFill>
        </p:spPr>
        <p:txBody>
          <a:bodyPr lIns="182880" rIns="182880" anchor="ctr"/>
          <a:lstStyle>
            <a:lvl1pPr marL="0" indent="0" algn="r">
              <a:buNone/>
              <a:defRPr b="1">
                <a:solidFill>
                  <a:schemeClr val="bg1"/>
                </a:solidFill>
                <a:latin typeface="Barlow ExtraBold" panose="00000900000000000000" pitchFamily="2" charset="0"/>
                <a:ea typeface="Open Sans" pitchFamily="2" charset="0"/>
                <a:cs typeface="Open Sans" pitchFamily="2" charset="0"/>
              </a:defRPr>
            </a:lvl1pPr>
          </a:lstStyle>
          <a:p>
            <a:pPr lvl="0"/>
            <a:r>
              <a:rPr lang="en-US"/>
              <a:t>Insert Text</a:t>
            </a:r>
            <a:endParaRPr lang="en-IN"/>
          </a:p>
        </p:txBody>
      </p:sp>
      <p:pic>
        <p:nvPicPr>
          <p:cNvPr id="12" name="Picture 11">
            <a:extLst>
              <a:ext uri="{FF2B5EF4-FFF2-40B4-BE49-F238E27FC236}">
                <a16:creationId xmlns:a16="http://schemas.microsoft.com/office/drawing/2014/main" id="{41A03414-4F71-643D-9A35-F2220E3928A0}"/>
              </a:ext>
            </a:extLst>
          </p:cNvPr>
          <p:cNvPicPr>
            <a:picLocks noChangeAspect="1"/>
          </p:cNvPicPr>
          <p:nvPr userDrawn="1"/>
        </p:nvPicPr>
        <p:blipFill>
          <a:blip r:embed="rId2">
            <a:alphaModFix amt="49000"/>
            <a:extLst>
              <a:ext uri="{28A0092B-C50C-407E-A947-70E740481C1C}">
                <a14:useLocalDpi xmlns:a14="http://schemas.microsoft.com/office/drawing/2010/main"/>
              </a:ext>
            </a:extLst>
          </a:blip>
          <a:stretch>
            <a:fillRect/>
          </a:stretch>
        </p:blipFill>
        <p:spPr>
          <a:xfrm rot="1065417" flipH="1">
            <a:off x="4240470" y="-171291"/>
            <a:ext cx="1138782" cy="7518105"/>
          </a:xfrm>
          <a:prstGeom prst="rect">
            <a:avLst/>
          </a:prstGeom>
        </p:spPr>
      </p:pic>
      <p:cxnSp>
        <p:nvCxnSpPr>
          <p:cNvPr id="16" name="Straight Connector 15">
            <a:extLst>
              <a:ext uri="{FF2B5EF4-FFF2-40B4-BE49-F238E27FC236}">
                <a16:creationId xmlns:a16="http://schemas.microsoft.com/office/drawing/2014/main" id="{C223FFE5-2205-50B6-2299-2A987682DD7D}"/>
              </a:ext>
            </a:extLst>
          </p:cNvPr>
          <p:cNvCxnSpPr/>
          <p:nvPr userDrawn="1"/>
        </p:nvCxnSpPr>
        <p:spPr>
          <a:xfrm>
            <a:off x="8759295" y="1195253"/>
            <a:ext cx="323705"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30F463E-CCD1-B7E1-3B71-D978A28406FD}"/>
              </a:ext>
            </a:extLst>
          </p:cNvPr>
          <p:cNvCxnSpPr>
            <a:cxnSpLocks/>
          </p:cNvCxnSpPr>
          <p:nvPr userDrawn="1"/>
        </p:nvCxnSpPr>
        <p:spPr>
          <a:xfrm>
            <a:off x="9073621" y="1195253"/>
            <a:ext cx="31051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4" name="Picture Placeholder 42">
            <a:extLst>
              <a:ext uri="{FF2B5EF4-FFF2-40B4-BE49-F238E27FC236}">
                <a16:creationId xmlns:a16="http://schemas.microsoft.com/office/drawing/2014/main" id="{F86504EF-BFC7-9B0B-7F13-2DDC8689144D}"/>
              </a:ext>
            </a:extLst>
          </p:cNvPr>
          <p:cNvSpPr>
            <a:spLocks noGrp="1"/>
          </p:cNvSpPr>
          <p:nvPr>
            <p:ph type="pic" sz="quarter" idx="11"/>
          </p:nvPr>
        </p:nvSpPr>
        <p:spPr>
          <a:xfrm>
            <a:off x="0" y="0"/>
            <a:ext cx="5408613" cy="6866313"/>
          </a:xfrm>
          <a:custGeom>
            <a:avLst/>
            <a:gdLst>
              <a:gd name="connsiteX0" fmla="*/ 0 w 5408613"/>
              <a:gd name="connsiteY0" fmla="*/ 6858000 h 6858000"/>
              <a:gd name="connsiteX1" fmla="*/ 1352153 w 5408613"/>
              <a:gd name="connsiteY1" fmla="*/ 0 h 6858000"/>
              <a:gd name="connsiteX2" fmla="*/ 5408613 w 5408613"/>
              <a:gd name="connsiteY2" fmla="*/ 0 h 6858000"/>
              <a:gd name="connsiteX3" fmla="*/ 4056460 w 5408613"/>
              <a:gd name="connsiteY3" fmla="*/ 6858000 h 6858000"/>
              <a:gd name="connsiteX4" fmla="*/ 0 w 5408613"/>
              <a:gd name="connsiteY4" fmla="*/ 6858000 h 6858000"/>
              <a:gd name="connsiteX0" fmla="*/ 0 w 5408613"/>
              <a:gd name="connsiteY0" fmla="*/ 6858000 h 6858000"/>
              <a:gd name="connsiteX1" fmla="*/ 5491 w 5408613"/>
              <a:gd name="connsiteY1" fmla="*/ 0 h 6858000"/>
              <a:gd name="connsiteX2" fmla="*/ 5408613 w 5408613"/>
              <a:gd name="connsiteY2" fmla="*/ 0 h 6858000"/>
              <a:gd name="connsiteX3" fmla="*/ 4056460 w 5408613"/>
              <a:gd name="connsiteY3" fmla="*/ 6858000 h 6858000"/>
              <a:gd name="connsiteX4" fmla="*/ 0 w 5408613"/>
              <a:gd name="connsiteY4" fmla="*/ 6858000 h 6858000"/>
              <a:gd name="connsiteX0" fmla="*/ 0 w 5408613"/>
              <a:gd name="connsiteY0" fmla="*/ 6858000 h 6866313"/>
              <a:gd name="connsiteX1" fmla="*/ 5491 w 5408613"/>
              <a:gd name="connsiteY1" fmla="*/ 0 h 6866313"/>
              <a:gd name="connsiteX2" fmla="*/ 5408613 w 5408613"/>
              <a:gd name="connsiteY2" fmla="*/ 0 h 6866313"/>
              <a:gd name="connsiteX3" fmla="*/ 3216875 w 5408613"/>
              <a:gd name="connsiteY3" fmla="*/ 6866313 h 6866313"/>
              <a:gd name="connsiteX4" fmla="*/ 0 w 5408613"/>
              <a:gd name="connsiteY4" fmla="*/ 6858000 h 68663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8613" h="6866313">
                <a:moveTo>
                  <a:pt x="0" y="6858000"/>
                </a:moveTo>
                <a:cubicBezTo>
                  <a:pt x="1830" y="4572000"/>
                  <a:pt x="3661" y="2286000"/>
                  <a:pt x="5491" y="0"/>
                </a:cubicBezTo>
                <a:lnTo>
                  <a:pt x="5408613" y="0"/>
                </a:lnTo>
                <a:lnTo>
                  <a:pt x="3216875" y="6866313"/>
                </a:lnTo>
                <a:lnTo>
                  <a:pt x="0" y="6858000"/>
                </a:lnTo>
                <a:close/>
              </a:path>
            </a:pathLst>
          </a:custGeom>
          <a:effectLst>
            <a:outerShdw blurRad="50800" dist="38100" dir="2700000" algn="tl" rotWithShape="0">
              <a:prstClr val="black">
                <a:alpha val="40000"/>
              </a:prstClr>
            </a:outerShdw>
          </a:effectLst>
        </p:spPr>
        <p:txBody>
          <a:bodyPr/>
          <a:lstStyle/>
          <a:p>
            <a:endParaRPr lang="en-IN"/>
          </a:p>
        </p:txBody>
      </p:sp>
      <p:sp>
        <p:nvSpPr>
          <p:cNvPr id="54" name="Text Placeholder 37">
            <a:extLst>
              <a:ext uri="{FF2B5EF4-FFF2-40B4-BE49-F238E27FC236}">
                <a16:creationId xmlns:a16="http://schemas.microsoft.com/office/drawing/2014/main" id="{98976037-0E5F-034D-7CE2-A1BC24444D7C}"/>
              </a:ext>
            </a:extLst>
          </p:cNvPr>
          <p:cNvSpPr>
            <a:spLocks noGrp="1"/>
          </p:cNvSpPr>
          <p:nvPr>
            <p:ph type="body" sz="quarter" idx="21" hasCustomPrompt="1"/>
          </p:nvPr>
        </p:nvSpPr>
        <p:spPr>
          <a:xfrm>
            <a:off x="8633394" y="1316647"/>
            <a:ext cx="2902459" cy="469070"/>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6" name="Text Placeholder 37">
            <a:extLst>
              <a:ext uri="{FF2B5EF4-FFF2-40B4-BE49-F238E27FC236}">
                <a16:creationId xmlns:a16="http://schemas.microsoft.com/office/drawing/2014/main" id="{D888971C-B70A-072E-DF4A-D269998AE2BA}"/>
              </a:ext>
            </a:extLst>
          </p:cNvPr>
          <p:cNvSpPr>
            <a:spLocks noGrp="1"/>
          </p:cNvSpPr>
          <p:nvPr>
            <p:ph type="body" sz="quarter" idx="20" hasCustomPrompt="1"/>
          </p:nvPr>
        </p:nvSpPr>
        <p:spPr>
          <a:xfrm>
            <a:off x="8633396" y="803941"/>
            <a:ext cx="2902458" cy="285646"/>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Click to add text</a:t>
            </a:r>
            <a:endParaRPr lang="en-IN"/>
          </a:p>
        </p:txBody>
      </p:sp>
      <p:sp>
        <p:nvSpPr>
          <p:cNvPr id="97" name="Content Placeholder 51">
            <a:extLst>
              <a:ext uri="{FF2B5EF4-FFF2-40B4-BE49-F238E27FC236}">
                <a16:creationId xmlns:a16="http://schemas.microsoft.com/office/drawing/2014/main" id="{8E457D21-E349-1874-2B98-7061AEACC60E}"/>
              </a:ext>
            </a:extLst>
          </p:cNvPr>
          <p:cNvSpPr>
            <a:spLocks noGrp="1"/>
          </p:cNvSpPr>
          <p:nvPr>
            <p:ph sz="quarter" idx="14" hasCustomPrompt="1"/>
          </p:nvPr>
        </p:nvSpPr>
        <p:spPr>
          <a:xfrm>
            <a:off x="8763694" y="303959"/>
            <a:ext cx="467451" cy="467451"/>
          </a:xfrm>
          <a:noFill/>
        </p:spPr>
        <p:txBody>
          <a:bodyPr anchor="ctr">
            <a:noAutofit/>
          </a:bodyPr>
          <a:lstStyle>
            <a:lvl1pPr marL="0" indent="0" algn="ctr">
              <a:buNone/>
              <a:defRPr sz="700" b="1">
                <a:solidFill>
                  <a:schemeClr val="tx2"/>
                </a:solidFill>
              </a:defRPr>
            </a:lvl1pPr>
          </a:lstStyle>
          <a:p>
            <a:pPr lvl="0"/>
            <a:r>
              <a:rPr lang="en-US"/>
              <a:t>Insert Icon Here</a:t>
            </a:r>
            <a:endParaRPr lang="en-IN"/>
          </a:p>
        </p:txBody>
      </p:sp>
      <p:cxnSp>
        <p:nvCxnSpPr>
          <p:cNvPr id="103" name="Straight Connector 102">
            <a:extLst>
              <a:ext uri="{FF2B5EF4-FFF2-40B4-BE49-F238E27FC236}">
                <a16:creationId xmlns:a16="http://schemas.microsoft.com/office/drawing/2014/main" id="{EFE67893-4E6D-CAA6-D921-D97B29CA14C6}"/>
              </a:ext>
            </a:extLst>
          </p:cNvPr>
          <p:cNvCxnSpPr/>
          <p:nvPr userDrawn="1"/>
        </p:nvCxnSpPr>
        <p:spPr>
          <a:xfrm>
            <a:off x="7774400" y="3280818"/>
            <a:ext cx="323705"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848EFCE4-3350-C777-9AB0-2BE4740EE3F5}"/>
              </a:ext>
            </a:extLst>
          </p:cNvPr>
          <p:cNvCxnSpPr>
            <a:cxnSpLocks/>
          </p:cNvCxnSpPr>
          <p:nvPr userDrawn="1"/>
        </p:nvCxnSpPr>
        <p:spPr>
          <a:xfrm>
            <a:off x="8088726" y="3280818"/>
            <a:ext cx="4103274"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5" name="Text Placeholder 37">
            <a:extLst>
              <a:ext uri="{FF2B5EF4-FFF2-40B4-BE49-F238E27FC236}">
                <a16:creationId xmlns:a16="http://schemas.microsoft.com/office/drawing/2014/main" id="{88182724-374F-9051-FD51-3A35FFDE6F0C}"/>
              </a:ext>
            </a:extLst>
          </p:cNvPr>
          <p:cNvSpPr>
            <a:spLocks noGrp="1"/>
          </p:cNvSpPr>
          <p:nvPr>
            <p:ph type="body" sz="quarter" idx="22" hasCustomPrompt="1"/>
          </p:nvPr>
        </p:nvSpPr>
        <p:spPr>
          <a:xfrm>
            <a:off x="7648499" y="3402212"/>
            <a:ext cx="3887354" cy="469070"/>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06" name="Text Placeholder 37">
            <a:extLst>
              <a:ext uri="{FF2B5EF4-FFF2-40B4-BE49-F238E27FC236}">
                <a16:creationId xmlns:a16="http://schemas.microsoft.com/office/drawing/2014/main" id="{5C43D540-A593-5E80-A23E-1B552236A280}"/>
              </a:ext>
            </a:extLst>
          </p:cNvPr>
          <p:cNvSpPr>
            <a:spLocks noGrp="1"/>
          </p:cNvSpPr>
          <p:nvPr>
            <p:ph type="body" sz="quarter" idx="23" hasCustomPrompt="1"/>
          </p:nvPr>
        </p:nvSpPr>
        <p:spPr>
          <a:xfrm>
            <a:off x="7648500" y="2889506"/>
            <a:ext cx="3887353" cy="285646"/>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Click to add text</a:t>
            </a:r>
            <a:endParaRPr lang="en-IN"/>
          </a:p>
        </p:txBody>
      </p:sp>
      <p:sp>
        <p:nvSpPr>
          <p:cNvPr id="107" name="Content Placeholder 51">
            <a:extLst>
              <a:ext uri="{FF2B5EF4-FFF2-40B4-BE49-F238E27FC236}">
                <a16:creationId xmlns:a16="http://schemas.microsoft.com/office/drawing/2014/main" id="{D49E74EE-8BC2-B565-7BC1-81B81B3977DB}"/>
              </a:ext>
            </a:extLst>
          </p:cNvPr>
          <p:cNvSpPr>
            <a:spLocks noGrp="1"/>
          </p:cNvSpPr>
          <p:nvPr>
            <p:ph sz="quarter" idx="24" hasCustomPrompt="1"/>
          </p:nvPr>
        </p:nvSpPr>
        <p:spPr>
          <a:xfrm>
            <a:off x="7778799" y="2389524"/>
            <a:ext cx="467451" cy="467451"/>
          </a:xfrm>
          <a:noFill/>
        </p:spPr>
        <p:txBody>
          <a:bodyPr anchor="ctr">
            <a:noAutofit/>
          </a:bodyPr>
          <a:lstStyle>
            <a:lvl1pPr marL="0" indent="0" algn="ctr">
              <a:buNone/>
              <a:defRPr sz="700" b="1">
                <a:solidFill>
                  <a:schemeClr val="tx2"/>
                </a:solidFill>
              </a:defRPr>
            </a:lvl1pPr>
          </a:lstStyle>
          <a:p>
            <a:pPr lvl="0"/>
            <a:r>
              <a:rPr lang="en-US"/>
              <a:t>Insert Icon Here</a:t>
            </a:r>
            <a:endParaRPr lang="en-IN"/>
          </a:p>
        </p:txBody>
      </p:sp>
      <p:cxnSp>
        <p:nvCxnSpPr>
          <p:cNvPr id="114" name="Straight Connector 113">
            <a:extLst>
              <a:ext uri="{FF2B5EF4-FFF2-40B4-BE49-F238E27FC236}">
                <a16:creationId xmlns:a16="http://schemas.microsoft.com/office/drawing/2014/main" id="{F4194E6A-BCE5-9821-D670-4B656F6E0BB7}"/>
              </a:ext>
            </a:extLst>
          </p:cNvPr>
          <p:cNvCxnSpPr/>
          <p:nvPr userDrawn="1"/>
        </p:nvCxnSpPr>
        <p:spPr>
          <a:xfrm>
            <a:off x="8759295" y="5370844"/>
            <a:ext cx="323705"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4C133F6C-9B15-F3F7-DE55-C9045873C3E2}"/>
              </a:ext>
            </a:extLst>
          </p:cNvPr>
          <p:cNvCxnSpPr>
            <a:cxnSpLocks/>
          </p:cNvCxnSpPr>
          <p:nvPr userDrawn="1"/>
        </p:nvCxnSpPr>
        <p:spPr>
          <a:xfrm>
            <a:off x="9073621" y="5370844"/>
            <a:ext cx="31051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16" name="Text Placeholder 37">
            <a:extLst>
              <a:ext uri="{FF2B5EF4-FFF2-40B4-BE49-F238E27FC236}">
                <a16:creationId xmlns:a16="http://schemas.microsoft.com/office/drawing/2014/main" id="{8C7F83C8-B74B-6E6D-F81D-3F808356EE2E}"/>
              </a:ext>
            </a:extLst>
          </p:cNvPr>
          <p:cNvSpPr>
            <a:spLocks noGrp="1"/>
          </p:cNvSpPr>
          <p:nvPr>
            <p:ph type="body" sz="quarter" idx="25" hasCustomPrompt="1"/>
          </p:nvPr>
        </p:nvSpPr>
        <p:spPr>
          <a:xfrm>
            <a:off x="8633394" y="5492238"/>
            <a:ext cx="2902459" cy="469070"/>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17" name="Text Placeholder 37">
            <a:extLst>
              <a:ext uri="{FF2B5EF4-FFF2-40B4-BE49-F238E27FC236}">
                <a16:creationId xmlns:a16="http://schemas.microsoft.com/office/drawing/2014/main" id="{9DE693B2-DD8F-2828-8EAB-10DF780CB39E}"/>
              </a:ext>
            </a:extLst>
          </p:cNvPr>
          <p:cNvSpPr>
            <a:spLocks noGrp="1"/>
          </p:cNvSpPr>
          <p:nvPr>
            <p:ph type="body" sz="quarter" idx="26" hasCustomPrompt="1"/>
          </p:nvPr>
        </p:nvSpPr>
        <p:spPr>
          <a:xfrm>
            <a:off x="8633396" y="4979532"/>
            <a:ext cx="2902458" cy="285646"/>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Click to add text</a:t>
            </a:r>
            <a:endParaRPr lang="en-IN"/>
          </a:p>
        </p:txBody>
      </p:sp>
      <p:sp>
        <p:nvSpPr>
          <p:cNvPr id="118" name="Content Placeholder 51">
            <a:extLst>
              <a:ext uri="{FF2B5EF4-FFF2-40B4-BE49-F238E27FC236}">
                <a16:creationId xmlns:a16="http://schemas.microsoft.com/office/drawing/2014/main" id="{92F61B63-2DDB-71BD-5A0A-837AED51FA6B}"/>
              </a:ext>
            </a:extLst>
          </p:cNvPr>
          <p:cNvSpPr>
            <a:spLocks noGrp="1"/>
          </p:cNvSpPr>
          <p:nvPr>
            <p:ph sz="quarter" idx="27" hasCustomPrompt="1"/>
          </p:nvPr>
        </p:nvSpPr>
        <p:spPr>
          <a:xfrm>
            <a:off x="8763694" y="4479550"/>
            <a:ext cx="467451" cy="467451"/>
          </a:xfrm>
          <a:noFill/>
        </p:spPr>
        <p:txBody>
          <a:bodyPr anchor="ctr">
            <a:noAutofit/>
          </a:bodyPr>
          <a:lstStyle>
            <a:lvl1pPr marL="0" indent="0" algn="ctr">
              <a:buNone/>
              <a:defRPr sz="700" b="1">
                <a:solidFill>
                  <a:schemeClr val="tx2"/>
                </a:solidFill>
              </a:defRPr>
            </a:lvl1pPr>
          </a:lstStyle>
          <a:p>
            <a:pPr lvl="0"/>
            <a:r>
              <a:rPr lang="en-US"/>
              <a:t>Insert Icon Here</a:t>
            </a:r>
            <a:endParaRPr lang="en-IN"/>
          </a:p>
        </p:txBody>
      </p:sp>
    </p:spTree>
    <p:extLst>
      <p:ext uri="{BB962C8B-B14F-4D97-AF65-F5344CB8AC3E}">
        <p14:creationId xmlns:p14="http://schemas.microsoft.com/office/powerpoint/2010/main" val="2166869107"/>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7_Image + Content">
    <p:spTree>
      <p:nvGrpSpPr>
        <p:cNvPr id="1" name=""/>
        <p:cNvGrpSpPr/>
        <p:nvPr/>
      </p:nvGrpSpPr>
      <p:grpSpPr>
        <a:xfrm>
          <a:off x="0" y="0"/>
          <a:ext cx="0" cy="0"/>
          <a:chOff x="0" y="0"/>
          <a:chExt cx="0" cy="0"/>
        </a:xfrm>
      </p:grpSpPr>
      <p:sp>
        <p:nvSpPr>
          <p:cNvPr id="50" name="Text Placeholder 48">
            <a:extLst>
              <a:ext uri="{FF2B5EF4-FFF2-40B4-BE49-F238E27FC236}">
                <a16:creationId xmlns:a16="http://schemas.microsoft.com/office/drawing/2014/main" id="{C734AFB7-B581-3529-B7EB-48FCDF40B44F}"/>
              </a:ext>
            </a:extLst>
          </p:cNvPr>
          <p:cNvSpPr>
            <a:spLocks noGrp="1"/>
          </p:cNvSpPr>
          <p:nvPr>
            <p:ph type="body" sz="quarter" idx="13" hasCustomPrompt="1"/>
          </p:nvPr>
        </p:nvSpPr>
        <p:spPr>
          <a:xfrm>
            <a:off x="2802996" y="5493558"/>
            <a:ext cx="5058303" cy="792162"/>
          </a:xfrm>
          <a:solidFill>
            <a:schemeClr val="tx2"/>
          </a:solidFill>
        </p:spPr>
        <p:txBody>
          <a:bodyPr lIns="182880" rIns="182880" anchor="ctr"/>
          <a:lstStyle>
            <a:lvl1pPr marL="0" indent="0" algn="r">
              <a:buNone/>
              <a:defRPr b="1">
                <a:solidFill>
                  <a:schemeClr val="bg1"/>
                </a:solidFill>
                <a:latin typeface="Barlow ExtraBold" panose="00000900000000000000" pitchFamily="2" charset="0"/>
                <a:ea typeface="Open Sans" pitchFamily="2" charset="0"/>
                <a:cs typeface="Open Sans" pitchFamily="2" charset="0"/>
              </a:defRPr>
            </a:lvl1pPr>
          </a:lstStyle>
          <a:p>
            <a:pPr lvl="0"/>
            <a:r>
              <a:rPr lang="en-US"/>
              <a:t>Insert Text</a:t>
            </a:r>
            <a:endParaRPr lang="en-IN"/>
          </a:p>
        </p:txBody>
      </p:sp>
      <p:sp>
        <p:nvSpPr>
          <p:cNvPr id="49" name="Text Placeholder 48">
            <a:extLst>
              <a:ext uri="{FF2B5EF4-FFF2-40B4-BE49-F238E27FC236}">
                <a16:creationId xmlns:a16="http://schemas.microsoft.com/office/drawing/2014/main" id="{F3326ED7-A903-6A67-0638-B7FF90EB0914}"/>
              </a:ext>
            </a:extLst>
          </p:cNvPr>
          <p:cNvSpPr>
            <a:spLocks noGrp="1"/>
          </p:cNvSpPr>
          <p:nvPr>
            <p:ph type="body" sz="quarter" idx="12" hasCustomPrompt="1"/>
          </p:nvPr>
        </p:nvSpPr>
        <p:spPr>
          <a:xfrm>
            <a:off x="2792413" y="4614203"/>
            <a:ext cx="3376612" cy="792162"/>
          </a:xfrm>
          <a:solidFill>
            <a:schemeClr val="tx2"/>
          </a:solidFill>
        </p:spPr>
        <p:txBody>
          <a:bodyPr lIns="182880" rIns="182880" anchor="ctr"/>
          <a:lstStyle>
            <a:lvl1pPr marL="0" indent="0" algn="r">
              <a:buNone/>
              <a:defRPr b="1">
                <a:solidFill>
                  <a:schemeClr val="bg1"/>
                </a:solidFill>
                <a:latin typeface="Barlow ExtraBold" panose="00000900000000000000" pitchFamily="2" charset="0"/>
                <a:ea typeface="Open Sans" pitchFamily="2" charset="0"/>
                <a:cs typeface="Open Sans" pitchFamily="2" charset="0"/>
              </a:defRPr>
            </a:lvl1pPr>
          </a:lstStyle>
          <a:p>
            <a:pPr lvl="0"/>
            <a:r>
              <a:rPr lang="en-US"/>
              <a:t>Insert Text</a:t>
            </a:r>
            <a:endParaRPr lang="en-IN"/>
          </a:p>
        </p:txBody>
      </p:sp>
      <p:pic>
        <p:nvPicPr>
          <p:cNvPr id="12" name="Picture 11">
            <a:extLst>
              <a:ext uri="{FF2B5EF4-FFF2-40B4-BE49-F238E27FC236}">
                <a16:creationId xmlns:a16="http://schemas.microsoft.com/office/drawing/2014/main" id="{41A03414-4F71-643D-9A35-F2220E3928A0}"/>
              </a:ext>
            </a:extLst>
          </p:cNvPr>
          <p:cNvPicPr>
            <a:picLocks noChangeAspect="1"/>
          </p:cNvPicPr>
          <p:nvPr userDrawn="1"/>
        </p:nvPicPr>
        <p:blipFill>
          <a:blip r:embed="rId2">
            <a:alphaModFix amt="49000"/>
            <a:extLst>
              <a:ext uri="{28A0092B-C50C-407E-A947-70E740481C1C}">
                <a14:useLocalDpi xmlns:a14="http://schemas.microsoft.com/office/drawing/2010/main"/>
              </a:ext>
            </a:extLst>
          </a:blip>
          <a:stretch>
            <a:fillRect/>
          </a:stretch>
        </p:blipFill>
        <p:spPr>
          <a:xfrm rot="1065417" flipH="1">
            <a:off x="4240470" y="-171291"/>
            <a:ext cx="1138782" cy="7518105"/>
          </a:xfrm>
          <a:prstGeom prst="rect">
            <a:avLst/>
          </a:prstGeom>
        </p:spPr>
      </p:pic>
      <p:sp>
        <p:nvSpPr>
          <p:cNvPr id="44" name="Picture Placeholder 42">
            <a:extLst>
              <a:ext uri="{FF2B5EF4-FFF2-40B4-BE49-F238E27FC236}">
                <a16:creationId xmlns:a16="http://schemas.microsoft.com/office/drawing/2014/main" id="{F86504EF-BFC7-9B0B-7F13-2DDC8689144D}"/>
              </a:ext>
            </a:extLst>
          </p:cNvPr>
          <p:cNvSpPr>
            <a:spLocks noGrp="1"/>
          </p:cNvSpPr>
          <p:nvPr>
            <p:ph type="pic" sz="quarter" idx="11"/>
          </p:nvPr>
        </p:nvSpPr>
        <p:spPr>
          <a:xfrm>
            <a:off x="0" y="0"/>
            <a:ext cx="5408613" cy="6866313"/>
          </a:xfrm>
          <a:custGeom>
            <a:avLst/>
            <a:gdLst>
              <a:gd name="connsiteX0" fmla="*/ 0 w 5408613"/>
              <a:gd name="connsiteY0" fmla="*/ 6858000 h 6858000"/>
              <a:gd name="connsiteX1" fmla="*/ 1352153 w 5408613"/>
              <a:gd name="connsiteY1" fmla="*/ 0 h 6858000"/>
              <a:gd name="connsiteX2" fmla="*/ 5408613 w 5408613"/>
              <a:gd name="connsiteY2" fmla="*/ 0 h 6858000"/>
              <a:gd name="connsiteX3" fmla="*/ 4056460 w 5408613"/>
              <a:gd name="connsiteY3" fmla="*/ 6858000 h 6858000"/>
              <a:gd name="connsiteX4" fmla="*/ 0 w 5408613"/>
              <a:gd name="connsiteY4" fmla="*/ 6858000 h 6858000"/>
              <a:gd name="connsiteX0" fmla="*/ 0 w 5408613"/>
              <a:gd name="connsiteY0" fmla="*/ 6858000 h 6858000"/>
              <a:gd name="connsiteX1" fmla="*/ 5491 w 5408613"/>
              <a:gd name="connsiteY1" fmla="*/ 0 h 6858000"/>
              <a:gd name="connsiteX2" fmla="*/ 5408613 w 5408613"/>
              <a:gd name="connsiteY2" fmla="*/ 0 h 6858000"/>
              <a:gd name="connsiteX3" fmla="*/ 4056460 w 5408613"/>
              <a:gd name="connsiteY3" fmla="*/ 6858000 h 6858000"/>
              <a:gd name="connsiteX4" fmla="*/ 0 w 5408613"/>
              <a:gd name="connsiteY4" fmla="*/ 6858000 h 6858000"/>
              <a:gd name="connsiteX0" fmla="*/ 0 w 5408613"/>
              <a:gd name="connsiteY0" fmla="*/ 6858000 h 6866313"/>
              <a:gd name="connsiteX1" fmla="*/ 5491 w 5408613"/>
              <a:gd name="connsiteY1" fmla="*/ 0 h 6866313"/>
              <a:gd name="connsiteX2" fmla="*/ 5408613 w 5408613"/>
              <a:gd name="connsiteY2" fmla="*/ 0 h 6866313"/>
              <a:gd name="connsiteX3" fmla="*/ 3216875 w 5408613"/>
              <a:gd name="connsiteY3" fmla="*/ 6866313 h 6866313"/>
              <a:gd name="connsiteX4" fmla="*/ 0 w 5408613"/>
              <a:gd name="connsiteY4" fmla="*/ 6858000 h 68663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8613" h="6866313">
                <a:moveTo>
                  <a:pt x="0" y="6858000"/>
                </a:moveTo>
                <a:cubicBezTo>
                  <a:pt x="1830" y="4572000"/>
                  <a:pt x="3661" y="2286000"/>
                  <a:pt x="5491" y="0"/>
                </a:cubicBezTo>
                <a:lnTo>
                  <a:pt x="5408613" y="0"/>
                </a:lnTo>
                <a:lnTo>
                  <a:pt x="3216875" y="6866313"/>
                </a:lnTo>
                <a:lnTo>
                  <a:pt x="0" y="6858000"/>
                </a:lnTo>
                <a:close/>
              </a:path>
            </a:pathLst>
          </a:custGeom>
          <a:effectLst>
            <a:outerShdw blurRad="50800" dist="38100" dir="2700000" algn="tl" rotWithShape="0">
              <a:prstClr val="black">
                <a:alpha val="40000"/>
              </a:prstClr>
            </a:outerShdw>
          </a:effectLst>
        </p:spPr>
        <p:txBody>
          <a:bodyPr/>
          <a:lstStyle/>
          <a:p>
            <a:endParaRPr lang="en-IN"/>
          </a:p>
        </p:txBody>
      </p:sp>
      <p:sp>
        <p:nvSpPr>
          <p:cNvPr id="54" name="Text Placeholder 37">
            <a:extLst>
              <a:ext uri="{FF2B5EF4-FFF2-40B4-BE49-F238E27FC236}">
                <a16:creationId xmlns:a16="http://schemas.microsoft.com/office/drawing/2014/main" id="{98976037-0E5F-034D-7CE2-A1BC24444D7C}"/>
              </a:ext>
            </a:extLst>
          </p:cNvPr>
          <p:cNvSpPr>
            <a:spLocks noGrp="1"/>
          </p:cNvSpPr>
          <p:nvPr>
            <p:ph type="body" sz="quarter" idx="21" hasCustomPrompt="1"/>
          </p:nvPr>
        </p:nvSpPr>
        <p:spPr>
          <a:xfrm>
            <a:off x="6816726" y="2229619"/>
            <a:ext cx="4702611" cy="284687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6" name="Text Placeholder 37">
            <a:extLst>
              <a:ext uri="{FF2B5EF4-FFF2-40B4-BE49-F238E27FC236}">
                <a16:creationId xmlns:a16="http://schemas.microsoft.com/office/drawing/2014/main" id="{D888971C-B70A-072E-DF4A-D269998AE2BA}"/>
              </a:ext>
            </a:extLst>
          </p:cNvPr>
          <p:cNvSpPr>
            <a:spLocks noGrp="1"/>
          </p:cNvSpPr>
          <p:nvPr>
            <p:ph type="body" sz="quarter" idx="20" hasCustomPrompt="1"/>
          </p:nvPr>
        </p:nvSpPr>
        <p:spPr>
          <a:xfrm>
            <a:off x="6816726" y="782055"/>
            <a:ext cx="4702611" cy="1334419"/>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Click to add text</a:t>
            </a:r>
            <a:endParaRPr lang="en-IN"/>
          </a:p>
        </p:txBody>
      </p:sp>
    </p:spTree>
    <p:extLst>
      <p:ext uri="{BB962C8B-B14F-4D97-AF65-F5344CB8AC3E}">
        <p14:creationId xmlns:p14="http://schemas.microsoft.com/office/powerpoint/2010/main" val="1073244909"/>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1_List">
    <p:spTree>
      <p:nvGrpSpPr>
        <p:cNvPr id="1" name=""/>
        <p:cNvGrpSpPr/>
        <p:nvPr/>
      </p:nvGrpSpPr>
      <p:grpSpPr>
        <a:xfrm>
          <a:off x="0" y="0"/>
          <a:ext cx="0" cy="0"/>
          <a:chOff x="0" y="0"/>
          <a:chExt cx="0" cy="0"/>
        </a:xfrm>
      </p:grpSpPr>
      <p:sp>
        <p:nvSpPr>
          <p:cNvPr id="9" name="Picture Placeholder 76">
            <a:extLst>
              <a:ext uri="{FF2B5EF4-FFF2-40B4-BE49-F238E27FC236}">
                <a16:creationId xmlns:a16="http://schemas.microsoft.com/office/drawing/2014/main" id="{00B0AF21-F1B5-6741-D232-B58803B006E0}"/>
              </a:ext>
            </a:extLst>
          </p:cNvPr>
          <p:cNvSpPr>
            <a:spLocks noGrp="1"/>
          </p:cNvSpPr>
          <p:nvPr>
            <p:ph type="pic" sz="quarter" idx="13"/>
          </p:nvPr>
        </p:nvSpPr>
        <p:spPr>
          <a:xfrm>
            <a:off x="0" y="0"/>
            <a:ext cx="6295968" cy="6489229"/>
          </a:xfrm>
          <a:custGeom>
            <a:avLst/>
            <a:gdLst>
              <a:gd name="connsiteX0" fmla="*/ 0 w 6245225"/>
              <a:gd name="connsiteY0" fmla="*/ 0 h 6469063"/>
              <a:gd name="connsiteX1" fmla="*/ 3122613 w 6245225"/>
              <a:gd name="connsiteY1" fmla="*/ 0 h 6469063"/>
              <a:gd name="connsiteX2" fmla="*/ 6245226 w 6245225"/>
              <a:gd name="connsiteY2" fmla="*/ 3234532 h 6469063"/>
              <a:gd name="connsiteX3" fmla="*/ 3122613 w 6245225"/>
              <a:gd name="connsiteY3" fmla="*/ 6469064 h 6469063"/>
              <a:gd name="connsiteX4" fmla="*/ 0 w 6245225"/>
              <a:gd name="connsiteY4" fmla="*/ 6469063 h 6469063"/>
              <a:gd name="connsiteX5" fmla="*/ 0 w 6245225"/>
              <a:gd name="connsiteY5" fmla="*/ 0 h 6469063"/>
              <a:gd name="connsiteX0" fmla="*/ 0 w 6391825"/>
              <a:gd name="connsiteY0" fmla="*/ 16933 h 6485997"/>
              <a:gd name="connsiteX1" fmla="*/ 4832880 w 6391825"/>
              <a:gd name="connsiteY1" fmla="*/ 0 h 6485997"/>
              <a:gd name="connsiteX2" fmla="*/ 6245226 w 6391825"/>
              <a:gd name="connsiteY2" fmla="*/ 3251465 h 6485997"/>
              <a:gd name="connsiteX3" fmla="*/ 3122613 w 6391825"/>
              <a:gd name="connsiteY3" fmla="*/ 6485997 h 6485997"/>
              <a:gd name="connsiteX4" fmla="*/ 0 w 6391825"/>
              <a:gd name="connsiteY4" fmla="*/ 6485996 h 6485997"/>
              <a:gd name="connsiteX5" fmla="*/ 0 w 6391825"/>
              <a:gd name="connsiteY5" fmla="*/ 16933 h 6485997"/>
              <a:gd name="connsiteX0" fmla="*/ 0 w 6424168"/>
              <a:gd name="connsiteY0" fmla="*/ 16933 h 6485997"/>
              <a:gd name="connsiteX1" fmla="*/ 4832880 w 6424168"/>
              <a:gd name="connsiteY1" fmla="*/ 0 h 6485997"/>
              <a:gd name="connsiteX2" fmla="*/ 6245226 w 6424168"/>
              <a:gd name="connsiteY2" fmla="*/ 3251465 h 6485997"/>
              <a:gd name="connsiteX3" fmla="*/ 2682346 w 6424168"/>
              <a:gd name="connsiteY3" fmla="*/ 6485997 h 6485997"/>
              <a:gd name="connsiteX4" fmla="*/ 0 w 6424168"/>
              <a:gd name="connsiteY4" fmla="*/ 6485996 h 6485997"/>
              <a:gd name="connsiteX5" fmla="*/ 0 w 6424168"/>
              <a:gd name="connsiteY5" fmla="*/ 16933 h 6485997"/>
              <a:gd name="connsiteX0" fmla="*/ 0 w 6169168"/>
              <a:gd name="connsiteY0" fmla="*/ 16933 h 6485997"/>
              <a:gd name="connsiteX1" fmla="*/ 4832880 w 6169168"/>
              <a:gd name="connsiteY1" fmla="*/ 0 h 6485997"/>
              <a:gd name="connsiteX2" fmla="*/ 5889626 w 6169168"/>
              <a:gd name="connsiteY2" fmla="*/ 4318265 h 6485997"/>
              <a:gd name="connsiteX3" fmla="*/ 2682346 w 6169168"/>
              <a:gd name="connsiteY3" fmla="*/ 6485997 h 6485997"/>
              <a:gd name="connsiteX4" fmla="*/ 0 w 6169168"/>
              <a:gd name="connsiteY4" fmla="*/ 6485996 h 6485997"/>
              <a:gd name="connsiteX5" fmla="*/ 0 w 6169168"/>
              <a:gd name="connsiteY5" fmla="*/ 16933 h 6485997"/>
              <a:gd name="connsiteX0" fmla="*/ 0 w 6132723"/>
              <a:gd name="connsiteY0" fmla="*/ 16933 h 6485997"/>
              <a:gd name="connsiteX1" fmla="*/ 4832880 w 6132723"/>
              <a:gd name="connsiteY1" fmla="*/ 0 h 6485997"/>
              <a:gd name="connsiteX2" fmla="*/ 5889626 w 6132723"/>
              <a:gd name="connsiteY2" fmla="*/ 4318265 h 6485997"/>
              <a:gd name="connsiteX3" fmla="*/ 2682346 w 6132723"/>
              <a:gd name="connsiteY3" fmla="*/ 6485997 h 6485997"/>
              <a:gd name="connsiteX4" fmla="*/ 0 w 6132723"/>
              <a:gd name="connsiteY4" fmla="*/ 6485996 h 6485997"/>
              <a:gd name="connsiteX5" fmla="*/ 0 w 6132723"/>
              <a:gd name="connsiteY5" fmla="*/ 16933 h 6485997"/>
              <a:gd name="connsiteX0" fmla="*/ 0 w 6321497"/>
              <a:gd name="connsiteY0" fmla="*/ 16933 h 6485997"/>
              <a:gd name="connsiteX1" fmla="*/ 4832880 w 6321497"/>
              <a:gd name="connsiteY1" fmla="*/ 0 h 6485997"/>
              <a:gd name="connsiteX2" fmla="*/ 6160559 w 6321497"/>
              <a:gd name="connsiteY2" fmla="*/ 4199732 h 6485997"/>
              <a:gd name="connsiteX3" fmla="*/ 2682346 w 6321497"/>
              <a:gd name="connsiteY3" fmla="*/ 6485997 h 6485997"/>
              <a:gd name="connsiteX4" fmla="*/ 0 w 6321497"/>
              <a:gd name="connsiteY4" fmla="*/ 6485996 h 6485997"/>
              <a:gd name="connsiteX5" fmla="*/ 0 w 6321497"/>
              <a:gd name="connsiteY5" fmla="*/ 16933 h 6485997"/>
              <a:gd name="connsiteX0" fmla="*/ 0 w 6374144"/>
              <a:gd name="connsiteY0" fmla="*/ 16933 h 6485997"/>
              <a:gd name="connsiteX1" fmla="*/ 4832880 w 6374144"/>
              <a:gd name="connsiteY1" fmla="*/ 0 h 6485997"/>
              <a:gd name="connsiteX2" fmla="*/ 6160559 w 6374144"/>
              <a:gd name="connsiteY2" fmla="*/ 4199732 h 6485997"/>
              <a:gd name="connsiteX3" fmla="*/ 2682346 w 6374144"/>
              <a:gd name="connsiteY3" fmla="*/ 6485997 h 6485997"/>
              <a:gd name="connsiteX4" fmla="*/ 0 w 6374144"/>
              <a:gd name="connsiteY4" fmla="*/ 6485996 h 6485997"/>
              <a:gd name="connsiteX5" fmla="*/ 0 w 6374144"/>
              <a:gd name="connsiteY5" fmla="*/ 16933 h 6485997"/>
              <a:gd name="connsiteX0" fmla="*/ 0 w 6374144"/>
              <a:gd name="connsiteY0" fmla="*/ 0 h 7569730"/>
              <a:gd name="connsiteX1" fmla="*/ 4832880 w 6374144"/>
              <a:gd name="connsiteY1" fmla="*/ 1083733 h 7569730"/>
              <a:gd name="connsiteX2" fmla="*/ 6160559 w 6374144"/>
              <a:gd name="connsiteY2" fmla="*/ 5283465 h 7569730"/>
              <a:gd name="connsiteX3" fmla="*/ 2682346 w 6374144"/>
              <a:gd name="connsiteY3" fmla="*/ 7569730 h 7569730"/>
              <a:gd name="connsiteX4" fmla="*/ 0 w 6374144"/>
              <a:gd name="connsiteY4" fmla="*/ 7569729 h 7569730"/>
              <a:gd name="connsiteX5" fmla="*/ 0 w 6374144"/>
              <a:gd name="connsiteY5" fmla="*/ 0 h 7569730"/>
              <a:gd name="connsiteX0" fmla="*/ 0 w 6297316"/>
              <a:gd name="connsiteY0" fmla="*/ 84667 h 7654397"/>
              <a:gd name="connsiteX1" fmla="*/ 4612747 w 6297316"/>
              <a:gd name="connsiteY1" fmla="*/ 0 h 7654397"/>
              <a:gd name="connsiteX2" fmla="*/ 6160559 w 6297316"/>
              <a:gd name="connsiteY2" fmla="*/ 5368132 h 7654397"/>
              <a:gd name="connsiteX3" fmla="*/ 2682346 w 6297316"/>
              <a:gd name="connsiteY3" fmla="*/ 7654397 h 7654397"/>
              <a:gd name="connsiteX4" fmla="*/ 0 w 6297316"/>
              <a:gd name="connsiteY4" fmla="*/ 7654396 h 7654397"/>
              <a:gd name="connsiteX5" fmla="*/ 0 w 6297316"/>
              <a:gd name="connsiteY5" fmla="*/ 84667 h 7654397"/>
              <a:gd name="connsiteX0" fmla="*/ 0 w 6326070"/>
              <a:gd name="connsiteY0" fmla="*/ 84667 h 7654397"/>
              <a:gd name="connsiteX1" fmla="*/ 4612747 w 6326070"/>
              <a:gd name="connsiteY1" fmla="*/ 0 h 7654397"/>
              <a:gd name="connsiteX2" fmla="*/ 6160559 w 6326070"/>
              <a:gd name="connsiteY2" fmla="*/ 5368132 h 7654397"/>
              <a:gd name="connsiteX3" fmla="*/ 2682346 w 6326070"/>
              <a:gd name="connsiteY3" fmla="*/ 7654397 h 7654397"/>
              <a:gd name="connsiteX4" fmla="*/ 0 w 6326070"/>
              <a:gd name="connsiteY4" fmla="*/ 7654396 h 7654397"/>
              <a:gd name="connsiteX5" fmla="*/ 0 w 6326070"/>
              <a:gd name="connsiteY5" fmla="*/ 84667 h 7654397"/>
              <a:gd name="connsiteX0" fmla="*/ 0 w 6444076"/>
              <a:gd name="connsiteY0" fmla="*/ 0 h 7569730"/>
              <a:gd name="connsiteX1" fmla="*/ 4951414 w 6444076"/>
              <a:gd name="connsiteY1" fmla="*/ 1117599 h 7569730"/>
              <a:gd name="connsiteX2" fmla="*/ 6160559 w 6444076"/>
              <a:gd name="connsiteY2" fmla="*/ 5283465 h 7569730"/>
              <a:gd name="connsiteX3" fmla="*/ 2682346 w 6444076"/>
              <a:gd name="connsiteY3" fmla="*/ 7569730 h 7569730"/>
              <a:gd name="connsiteX4" fmla="*/ 0 w 6444076"/>
              <a:gd name="connsiteY4" fmla="*/ 7569729 h 7569730"/>
              <a:gd name="connsiteX5" fmla="*/ 0 w 6444076"/>
              <a:gd name="connsiteY5" fmla="*/ 0 h 7569730"/>
              <a:gd name="connsiteX0" fmla="*/ 0 w 6444076"/>
              <a:gd name="connsiteY0" fmla="*/ 1 h 6452131"/>
              <a:gd name="connsiteX1" fmla="*/ 4951414 w 6444076"/>
              <a:gd name="connsiteY1" fmla="*/ 0 h 6452131"/>
              <a:gd name="connsiteX2" fmla="*/ 6160559 w 6444076"/>
              <a:gd name="connsiteY2" fmla="*/ 4165866 h 6452131"/>
              <a:gd name="connsiteX3" fmla="*/ 2682346 w 6444076"/>
              <a:gd name="connsiteY3" fmla="*/ 6452131 h 6452131"/>
              <a:gd name="connsiteX4" fmla="*/ 0 w 6444076"/>
              <a:gd name="connsiteY4" fmla="*/ 6452130 h 6452131"/>
              <a:gd name="connsiteX5" fmla="*/ 0 w 6444076"/>
              <a:gd name="connsiteY5" fmla="*/ 1 h 6452131"/>
              <a:gd name="connsiteX0" fmla="*/ 0 w 6347339"/>
              <a:gd name="connsiteY0" fmla="*/ 1 h 6452131"/>
              <a:gd name="connsiteX1" fmla="*/ 4951414 w 6347339"/>
              <a:gd name="connsiteY1" fmla="*/ 0 h 6452131"/>
              <a:gd name="connsiteX2" fmla="*/ 6008159 w 6347339"/>
              <a:gd name="connsiteY2" fmla="*/ 4182799 h 6452131"/>
              <a:gd name="connsiteX3" fmla="*/ 2682346 w 6347339"/>
              <a:gd name="connsiteY3" fmla="*/ 6452131 h 6452131"/>
              <a:gd name="connsiteX4" fmla="*/ 0 w 6347339"/>
              <a:gd name="connsiteY4" fmla="*/ 6452130 h 6452131"/>
              <a:gd name="connsiteX5" fmla="*/ 0 w 6347339"/>
              <a:gd name="connsiteY5" fmla="*/ 1 h 6452131"/>
              <a:gd name="connsiteX0" fmla="*/ 0 w 6368712"/>
              <a:gd name="connsiteY0" fmla="*/ 1 h 6452131"/>
              <a:gd name="connsiteX1" fmla="*/ 4951414 w 6368712"/>
              <a:gd name="connsiteY1" fmla="*/ 0 h 6452131"/>
              <a:gd name="connsiteX2" fmla="*/ 6008159 w 6368712"/>
              <a:gd name="connsiteY2" fmla="*/ 4182799 h 6452131"/>
              <a:gd name="connsiteX3" fmla="*/ 2682346 w 6368712"/>
              <a:gd name="connsiteY3" fmla="*/ 6452131 h 6452131"/>
              <a:gd name="connsiteX4" fmla="*/ 0 w 6368712"/>
              <a:gd name="connsiteY4" fmla="*/ 6452130 h 6452131"/>
              <a:gd name="connsiteX5" fmla="*/ 0 w 6368712"/>
              <a:gd name="connsiteY5" fmla="*/ 1 h 6452131"/>
              <a:gd name="connsiteX0" fmla="*/ 0 w 6290901"/>
              <a:gd name="connsiteY0" fmla="*/ 1 h 6452131"/>
              <a:gd name="connsiteX1" fmla="*/ 4951414 w 6290901"/>
              <a:gd name="connsiteY1" fmla="*/ 0 h 6452131"/>
              <a:gd name="connsiteX2" fmla="*/ 6008159 w 6290901"/>
              <a:gd name="connsiteY2" fmla="*/ 4182799 h 6452131"/>
              <a:gd name="connsiteX3" fmla="*/ 2682346 w 6290901"/>
              <a:gd name="connsiteY3" fmla="*/ 6452131 h 6452131"/>
              <a:gd name="connsiteX4" fmla="*/ 0 w 6290901"/>
              <a:gd name="connsiteY4" fmla="*/ 6452130 h 6452131"/>
              <a:gd name="connsiteX5" fmla="*/ 0 w 6290901"/>
              <a:gd name="connsiteY5" fmla="*/ 1 h 6452131"/>
              <a:gd name="connsiteX0" fmla="*/ 0 w 6243018"/>
              <a:gd name="connsiteY0" fmla="*/ 1 h 6452131"/>
              <a:gd name="connsiteX1" fmla="*/ 4951414 w 6243018"/>
              <a:gd name="connsiteY1" fmla="*/ 0 h 6452131"/>
              <a:gd name="connsiteX2" fmla="*/ 6008159 w 6243018"/>
              <a:gd name="connsiteY2" fmla="*/ 4182799 h 6452131"/>
              <a:gd name="connsiteX3" fmla="*/ 2682346 w 6243018"/>
              <a:gd name="connsiteY3" fmla="*/ 6452131 h 6452131"/>
              <a:gd name="connsiteX4" fmla="*/ 0 w 6243018"/>
              <a:gd name="connsiteY4" fmla="*/ 6452130 h 6452131"/>
              <a:gd name="connsiteX5" fmla="*/ 0 w 6243018"/>
              <a:gd name="connsiteY5" fmla="*/ 1 h 6452131"/>
              <a:gd name="connsiteX0" fmla="*/ 0 w 6275519"/>
              <a:gd name="connsiteY0" fmla="*/ 1 h 6452131"/>
              <a:gd name="connsiteX1" fmla="*/ 4951414 w 6275519"/>
              <a:gd name="connsiteY1" fmla="*/ 0 h 6452131"/>
              <a:gd name="connsiteX2" fmla="*/ 6058959 w 6275519"/>
              <a:gd name="connsiteY2" fmla="*/ 4115066 h 6452131"/>
              <a:gd name="connsiteX3" fmla="*/ 2682346 w 6275519"/>
              <a:gd name="connsiteY3" fmla="*/ 6452131 h 6452131"/>
              <a:gd name="connsiteX4" fmla="*/ 0 w 6275519"/>
              <a:gd name="connsiteY4" fmla="*/ 6452130 h 6452131"/>
              <a:gd name="connsiteX5" fmla="*/ 0 w 6275519"/>
              <a:gd name="connsiteY5" fmla="*/ 1 h 6452131"/>
              <a:gd name="connsiteX0" fmla="*/ 0 w 6312252"/>
              <a:gd name="connsiteY0" fmla="*/ 1 h 6452131"/>
              <a:gd name="connsiteX1" fmla="*/ 4951414 w 6312252"/>
              <a:gd name="connsiteY1" fmla="*/ 0 h 6452131"/>
              <a:gd name="connsiteX2" fmla="*/ 6058959 w 6312252"/>
              <a:gd name="connsiteY2" fmla="*/ 4115066 h 6452131"/>
              <a:gd name="connsiteX3" fmla="*/ 2682346 w 6312252"/>
              <a:gd name="connsiteY3" fmla="*/ 6452131 h 6452131"/>
              <a:gd name="connsiteX4" fmla="*/ 0 w 6312252"/>
              <a:gd name="connsiteY4" fmla="*/ 6452130 h 6452131"/>
              <a:gd name="connsiteX5" fmla="*/ 0 w 6312252"/>
              <a:gd name="connsiteY5" fmla="*/ 1 h 6452131"/>
              <a:gd name="connsiteX0" fmla="*/ 0 w 6236971"/>
              <a:gd name="connsiteY0" fmla="*/ 1 h 6452131"/>
              <a:gd name="connsiteX1" fmla="*/ 4951414 w 6236971"/>
              <a:gd name="connsiteY1" fmla="*/ 0 h 6452131"/>
              <a:gd name="connsiteX2" fmla="*/ 5940426 w 6236971"/>
              <a:gd name="connsiteY2" fmla="*/ 4250532 h 6452131"/>
              <a:gd name="connsiteX3" fmla="*/ 2682346 w 6236971"/>
              <a:gd name="connsiteY3" fmla="*/ 6452131 h 6452131"/>
              <a:gd name="connsiteX4" fmla="*/ 0 w 6236971"/>
              <a:gd name="connsiteY4" fmla="*/ 6452130 h 6452131"/>
              <a:gd name="connsiteX5" fmla="*/ 0 w 6236971"/>
              <a:gd name="connsiteY5" fmla="*/ 1 h 6452131"/>
              <a:gd name="connsiteX0" fmla="*/ 0 w 6229846"/>
              <a:gd name="connsiteY0" fmla="*/ 1 h 6452131"/>
              <a:gd name="connsiteX1" fmla="*/ 4951414 w 6229846"/>
              <a:gd name="connsiteY1" fmla="*/ 0 h 6452131"/>
              <a:gd name="connsiteX2" fmla="*/ 5940426 w 6229846"/>
              <a:gd name="connsiteY2" fmla="*/ 4250532 h 6452131"/>
              <a:gd name="connsiteX3" fmla="*/ 2682346 w 6229846"/>
              <a:gd name="connsiteY3" fmla="*/ 6452131 h 6452131"/>
              <a:gd name="connsiteX4" fmla="*/ 0 w 6229846"/>
              <a:gd name="connsiteY4" fmla="*/ 6452130 h 6452131"/>
              <a:gd name="connsiteX5" fmla="*/ 0 w 6229846"/>
              <a:gd name="connsiteY5" fmla="*/ 1 h 6452131"/>
              <a:gd name="connsiteX0" fmla="*/ 0 w 6208551"/>
              <a:gd name="connsiteY0" fmla="*/ 1 h 6452131"/>
              <a:gd name="connsiteX1" fmla="*/ 4951414 w 6208551"/>
              <a:gd name="connsiteY1" fmla="*/ 0 h 6452131"/>
              <a:gd name="connsiteX2" fmla="*/ 5940426 w 6208551"/>
              <a:gd name="connsiteY2" fmla="*/ 4250532 h 6452131"/>
              <a:gd name="connsiteX3" fmla="*/ 2682346 w 6208551"/>
              <a:gd name="connsiteY3" fmla="*/ 6452131 h 6452131"/>
              <a:gd name="connsiteX4" fmla="*/ 0 w 6208551"/>
              <a:gd name="connsiteY4" fmla="*/ 6452130 h 6452131"/>
              <a:gd name="connsiteX5" fmla="*/ 0 w 6208551"/>
              <a:gd name="connsiteY5" fmla="*/ 1 h 6452131"/>
              <a:gd name="connsiteX0" fmla="*/ 0 w 6213966"/>
              <a:gd name="connsiteY0" fmla="*/ 1 h 6452131"/>
              <a:gd name="connsiteX1" fmla="*/ 4951414 w 6213966"/>
              <a:gd name="connsiteY1" fmla="*/ 0 h 6452131"/>
              <a:gd name="connsiteX2" fmla="*/ 5940426 w 6213966"/>
              <a:gd name="connsiteY2" fmla="*/ 4250532 h 6452131"/>
              <a:gd name="connsiteX3" fmla="*/ 2682346 w 6213966"/>
              <a:gd name="connsiteY3" fmla="*/ 6452131 h 6452131"/>
              <a:gd name="connsiteX4" fmla="*/ 0 w 6213966"/>
              <a:gd name="connsiteY4" fmla="*/ 6452130 h 6452131"/>
              <a:gd name="connsiteX5" fmla="*/ 0 w 6213966"/>
              <a:gd name="connsiteY5" fmla="*/ 1 h 6452131"/>
              <a:gd name="connsiteX0" fmla="*/ 0 w 6321194"/>
              <a:gd name="connsiteY0" fmla="*/ 1 h 6452131"/>
              <a:gd name="connsiteX1" fmla="*/ 4951414 w 6321194"/>
              <a:gd name="connsiteY1" fmla="*/ 0 h 6452131"/>
              <a:gd name="connsiteX2" fmla="*/ 6109759 w 6321194"/>
              <a:gd name="connsiteY2" fmla="*/ 4098132 h 6452131"/>
              <a:gd name="connsiteX3" fmla="*/ 2682346 w 6321194"/>
              <a:gd name="connsiteY3" fmla="*/ 6452131 h 6452131"/>
              <a:gd name="connsiteX4" fmla="*/ 0 w 6321194"/>
              <a:gd name="connsiteY4" fmla="*/ 6452130 h 6452131"/>
              <a:gd name="connsiteX5" fmla="*/ 0 w 6321194"/>
              <a:gd name="connsiteY5" fmla="*/ 1 h 6452131"/>
              <a:gd name="connsiteX0" fmla="*/ 0 w 6266005"/>
              <a:gd name="connsiteY0" fmla="*/ 1 h 6452131"/>
              <a:gd name="connsiteX1" fmla="*/ 4951414 w 6266005"/>
              <a:gd name="connsiteY1" fmla="*/ 0 h 6452131"/>
              <a:gd name="connsiteX2" fmla="*/ 6025092 w 6266005"/>
              <a:gd name="connsiteY2" fmla="*/ 4216665 h 6452131"/>
              <a:gd name="connsiteX3" fmla="*/ 2682346 w 6266005"/>
              <a:gd name="connsiteY3" fmla="*/ 6452131 h 6452131"/>
              <a:gd name="connsiteX4" fmla="*/ 0 w 6266005"/>
              <a:gd name="connsiteY4" fmla="*/ 6452130 h 6452131"/>
              <a:gd name="connsiteX5" fmla="*/ 0 w 6266005"/>
              <a:gd name="connsiteY5" fmla="*/ 1 h 6452131"/>
              <a:gd name="connsiteX0" fmla="*/ 0 w 6266005"/>
              <a:gd name="connsiteY0" fmla="*/ 0 h 6472450"/>
              <a:gd name="connsiteX1" fmla="*/ 4951414 w 6266005"/>
              <a:gd name="connsiteY1" fmla="*/ 20319 h 6472450"/>
              <a:gd name="connsiteX2" fmla="*/ 6025092 w 6266005"/>
              <a:gd name="connsiteY2" fmla="*/ 4236984 h 6472450"/>
              <a:gd name="connsiteX3" fmla="*/ 2682346 w 6266005"/>
              <a:gd name="connsiteY3" fmla="*/ 6472450 h 6472450"/>
              <a:gd name="connsiteX4" fmla="*/ 0 w 6266005"/>
              <a:gd name="connsiteY4" fmla="*/ 6472449 h 6472450"/>
              <a:gd name="connsiteX5" fmla="*/ 0 w 6266005"/>
              <a:gd name="connsiteY5" fmla="*/ 0 h 6472450"/>
              <a:gd name="connsiteX0" fmla="*/ 0 w 6321305"/>
              <a:gd name="connsiteY0" fmla="*/ 10161 h 6482611"/>
              <a:gd name="connsiteX1" fmla="*/ 4961574 w 6321305"/>
              <a:gd name="connsiteY1" fmla="*/ 0 h 6482611"/>
              <a:gd name="connsiteX2" fmla="*/ 6025092 w 6321305"/>
              <a:gd name="connsiteY2" fmla="*/ 4247145 h 6482611"/>
              <a:gd name="connsiteX3" fmla="*/ 2682346 w 6321305"/>
              <a:gd name="connsiteY3" fmla="*/ 6482611 h 6482611"/>
              <a:gd name="connsiteX4" fmla="*/ 0 w 6321305"/>
              <a:gd name="connsiteY4" fmla="*/ 6482610 h 6482611"/>
              <a:gd name="connsiteX5" fmla="*/ 0 w 6321305"/>
              <a:gd name="connsiteY5" fmla="*/ 10161 h 6482611"/>
              <a:gd name="connsiteX0" fmla="*/ 0 w 6281673"/>
              <a:gd name="connsiteY0" fmla="*/ 10161 h 6482611"/>
              <a:gd name="connsiteX1" fmla="*/ 4961574 w 6281673"/>
              <a:gd name="connsiteY1" fmla="*/ 0 h 6482611"/>
              <a:gd name="connsiteX2" fmla="*/ 6025092 w 6281673"/>
              <a:gd name="connsiteY2" fmla="*/ 4247145 h 6482611"/>
              <a:gd name="connsiteX3" fmla="*/ 2682346 w 6281673"/>
              <a:gd name="connsiteY3" fmla="*/ 6482611 h 6482611"/>
              <a:gd name="connsiteX4" fmla="*/ 0 w 6281673"/>
              <a:gd name="connsiteY4" fmla="*/ 6482610 h 6482611"/>
              <a:gd name="connsiteX5" fmla="*/ 0 w 6281673"/>
              <a:gd name="connsiteY5" fmla="*/ 10161 h 6482611"/>
              <a:gd name="connsiteX0" fmla="*/ 0 w 6263095"/>
              <a:gd name="connsiteY0" fmla="*/ 10161 h 6482610"/>
              <a:gd name="connsiteX1" fmla="*/ 4961574 w 6263095"/>
              <a:gd name="connsiteY1" fmla="*/ 0 h 6482610"/>
              <a:gd name="connsiteX2" fmla="*/ 6025092 w 6263095"/>
              <a:gd name="connsiteY2" fmla="*/ 4247145 h 6482610"/>
              <a:gd name="connsiteX3" fmla="*/ 2936346 w 6263095"/>
              <a:gd name="connsiteY3" fmla="*/ 6472451 h 6482610"/>
              <a:gd name="connsiteX4" fmla="*/ 0 w 6263095"/>
              <a:gd name="connsiteY4" fmla="*/ 6482610 h 6482610"/>
              <a:gd name="connsiteX5" fmla="*/ 0 w 6263095"/>
              <a:gd name="connsiteY5" fmla="*/ 10161 h 6482610"/>
              <a:gd name="connsiteX0" fmla="*/ 0 w 6263095"/>
              <a:gd name="connsiteY0" fmla="*/ 10161 h 6482610"/>
              <a:gd name="connsiteX1" fmla="*/ 4961574 w 6263095"/>
              <a:gd name="connsiteY1" fmla="*/ 0 h 6482610"/>
              <a:gd name="connsiteX2" fmla="*/ 6025092 w 6263095"/>
              <a:gd name="connsiteY2" fmla="*/ 4247145 h 6482610"/>
              <a:gd name="connsiteX3" fmla="*/ 2936346 w 6263095"/>
              <a:gd name="connsiteY3" fmla="*/ 6472451 h 6482610"/>
              <a:gd name="connsiteX4" fmla="*/ 0 w 6263095"/>
              <a:gd name="connsiteY4" fmla="*/ 6482610 h 6482610"/>
              <a:gd name="connsiteX5" fmla="*/ 0 w 6263095"/>
              <a:gd name="connsiteY5" fmla="*/ 10161 h 6482610"/>
              <a:gd name="connsiteX0" fmla="*/ 0 w 6289855"/>
              <a:gd name="connsiteY0" fmla="*/ 10161 h 6482610"/>
              <a:gd name="connsiteX1" fmla="*/ 4961574 w 6289855"/>
              <a:gd name="connsiteY1" fmla="*/ 0 h 6482610"/>
              <a:gd name="connsiteX2" fmla="*/ 6025092 w 6289855"/>
              <a:gd name="connsiteY2" fmla="*/ 4247145 h 6482610"/>
              <a:gd name="connsiteX3" fmla="*/ 2936346 w 6289855"/>
              <a:gd name="connsiteY3" fmla="*/ 6472451 h 6482610"/>
              <a:gd name="connsiteX4" fmla="*/ 0 w 6289855"/>
              <a:gd name="connsiteY4" fmla="*/ 6482610 h 6482610"/>
              <a:gd name="connsiteX5" fmla="*/ 0 w 6289855"/>
              <a:gd name="connsiteY5" fmla="*/ 10161 h 6482610"/>
              <a:gd name="connsiteX0" fmla="*/ 0 w 6276060"/>
              <a:gd name="connsiteY0" fmla="*/ 10161 h 6482610"/>
              <a:gd name="connsiteX1" fmla="*/ 4961574 w 6276060"/>
              <a:gd name="connsiteY1" fmla="*/ 0 h 6482610"/>
              <a:gd name="connsiteX2" fmla="*/ 6004772 w 6276060"/>
              <a:gd name="connsiteY2" fmla="*/ 4206505 h 6482610"/>
              <a:gd name="connsiteX3" fmla="*/ 2936346 w 6276060"/>
              <a:gd name="connsiteY3" fmla="*/ 6472451 h 6482610"/>
              <a:gd name="connsiteX4" fmla="*/ 0 w 6276060"/>
              <a:gd name="connsiteY4" fmla="*/ 6482610 h 6482610"/>
              <a:gd name="connsiteX5" fmla="*/ 0 w 6276060"/>
              <a:gd name="connsiteY5" fmla="*/ 10161 h 6482610"/>
              <a:gd name="connsiteX0" fmla="*/ 0 w 6303818"/>
              <a:gd name="connsiteY0" fmla="*/ 10161 h 6482610"/>
              <a:gd name="connsiteX1" fmla="*/ 4961574 w 6303818"/>
              <a:gd name="connsiteY1" fmla="*/ 0 h 6482610"/>
              <a:gd name="connsiteX2" fmla="*/ 6045412 w 6303818"/>
              <a:gd name="connsiteY2" fmla="*/ 4216665 h 6482610"/>
              <a:gd name="connsiteX3" fmla="*/ 2936346 w 6303818"/>
              <a:gd name="connsiteY3" fmla="*/ 6472451 h 6482610"/>
              <a:gd name="connsiteX4" fmla="*/ 0 w 6303818"/>
              <a:gd name="connsiteY4" fmla="*/ 6482610 h 6482610"/>
              <a:gd name="connsiteX5" fmla="*/ 0 w 6303818"/>
              <a:gd name="connsiteY5" fmla="*/ 10161 h 6482610"/>
              <a:gd name="connsiteX0" fmla="*/ 0 w 6317252"/>
              <a:gd name="connsiteY0" fmla="*/ 10161 h 6482610"/>
              <a:gd name="connsiteX1" fmla="*/ 4961574 w 6317252"/>
              <a:gd name="connsiteY1" fmla="*/ 0 h 6482610"/>
              <a:gd name="connsiteX2" fmla="*/ 6045412 w 6317252"/>
              <a:gd name="connsiteY2" fmla="*/ 4216665 h 6482610"/>
              <a:gd name="connsiteX3" fmla="*/ 2936346 w 6317252"/>
              <a:gd name="connsiteY3" fmla="*/ 6472451 h 6482610"/>
              <a:gd name="connsiteX4" fmla="*/ 0 w 6317252"/>
              <a:gd name="connsiteY4" fmla="*/ 6482610 h 6482610"/>
              <a:gd name="connsiteX5" fmla="*/ 0 w 6317252"/>
              <a:gd name="connsiteY5" fmla="*/ 10161 h 6482610"/>
              <a:gd name="connsiteX0" fmla="*/ 0 w 6303818"/>
              <a:gd name="connsiteY0" fmla="*/ 10161 h 6482610"/>
              <a:gd name="connsiteX1" fmla="*/ 4961574 w 6303818"/>
              <a:gd name="connsiteY1" fmla="*/ 0 h 6482610"/>
              <a:gd name="connsiteX2" fmla="*/ 6045412 w 6303818"/>
              <a:gd name="connsiteY2" fmla="*/ 4216665 h 6482610"/>
              <a:gd name="connsiteX3" fmla="*/ 2936346 w 6303818"/>
              <a:gd name="connsiteY3" fmla="*/ 6472451 h 6482610"/>
              <a:gd name="connsiteX4" fmla="*/ 0 w 6303818"/>
              <a:gd name="connsiteY4" fmla="*/ 6482610 h 6482610"/>
              <a:gd name="connsiteX5" fmla="*/ 0 w 6303818"/>
              <a:gd name="connsiteY5" fmla="*/ 10161 h 6482610"/>
              <a:gd name="connsiteX0" fmla="*/ 0 w 6317252"/>
              <a:gd name="connsiteY0" fmla="*/ 10161 h 6482610"/>
              <a:gd name="connsiteX1" fmla="*/ 4961574 w 6317252"/>
              <a:gd name="connsiteY1" fmla="*/ 0 h 6482610"/>
              <a:gd name="connsiteX2" fmla="*/ 6045412 w 6317252"/>
              <a:gd name="connsiteY2" fmla="*/ 4216665 h 6482610"/>
              <a:gd name="connsiteX3" fmla="*/ 2936346 w 6317252"/>
              <a:gd name="connsiteY3" fmla="*/ 6472451 h 6482610"/>
              <a:gd name="connsiteX4" fmla="*/ 0 w 6317252"/>
              <a:gd name="connsiteY4" fmla="*/ 6482610 h 6482610"/>
              <a:gd name="connsiteX5" fmla="*/ 0 w 6317252"/>
              <a:gd name="connsiteY5" fmla="*/ 10161 h 6482610"/>
              <a:gd name="connsiteX0" fmla="*/ 0 w 6299936"/>
              <a:gd name="connsiteY0" fmla="*/ 10161 h 6482610"/>
              <a:gd name="connsiteX1" fmla="*/ 4961574 w 6299936"/>
              <a:gd name="connsiteY1" fmla="*/ 0 h 6482610"/>
              <a:gd name="connsiteX2" fmla="*/ 6020245 w 6299936"/>
              <a:gd name="connsiteY2" fmla="*/ 4216665 h 6482610"/>
              <a:gd name="connsiteX3" fmla="*/ 2936346 w 6299936"/>
              <a:gd name="connsiteY3" fmla="*/ 6472451 h 6482610"/>
              <a:gd name="connsiteX4" fmla="*/ 0 w 6299936"/>
              <a:gd name="connsiteY4" fmla="*/ 6482610 h 6482610"/>
              <a:gd name="connsiteX5" fmla="*/ 0 w 6299936"/>
              <a:gd name="connsiteY5" fmla="*/ 10161 h 6482610"/>
              <a:gd name="connsiteX0" fmla="*/ 0 w 6267165"/>
              <a:gd name="connsiteY0" fmla="*/ 10161 h 6489229"/>
              <a:gd name="connsiteX1" fmla="*/ 4961574 w 6267165"/>
              <a:gd name="connsiteY1" fmla="*/ 0 h 6489229"/>
              <a:gd name="connsiteX2" fmla="*/ 6020245 w 6267165"/>
              <a:gd name="connsiteY2" fmla="*/ 4216665 h 6489229"/>
              <a:gd name="connsiteX3" fmla="*/ 2835678 w 6267165"/>
              <a:gd name="connsiteY3" fmla="*/ 6489229 h 6489229"/>
              <a:gd name="connsiteX4" fmla="*/ 0 w 6267165"/>
              <a:gd name="connsiteY4" fmla="*/ 6482610 h 6489229"/>
              <a:gd name="connsiteX5" fmla="*/ 0 w 6267165"/>
              <a:gd name="connsiteY5" fmla="*/ 10161 h 6489229"/>
              <a:gd name="connsiteX0" fmla="*/ 0 w 6295968"/>
              <a:gd name="connsiteY0" fmla="*/ 10161 h 6489229"/>
              <a:gd name="connsiteX1" fmla="*/ 4961574 w 6295968"/>
              <a:gd name="connsiteY1" fmla="*/ 0 h 6489229"/>
              <a:gd name="connsiteX2" fmla="*/ 6062190 w 6295968"/>
              <a:gd name="connsiteY2" fmla="*/ 4107608 h 6489229"/>
              <a:gd name="connsiteX3" fmla="*/ 2835678 w 6295968"/>
              <a:gd name="connsiteY3" fmla="*/ 6489229 h 6489229"/>
              <a:gd name="connsiteX4" fmla="*/ 0 w 6295968"/>
              <a:gd name="connsiteY4" fmla="*/ 6482610 h 6489229"/>
              <a:gd name="connsiteX5" fmla="*/ 0 w 6295968"/>
              <a:gd name="connsiteY5" fmla="*/ 10161 h 6489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95968" h="6489229">
                <a:moveTo>
                  <a:pt x="0" y="10161"/>
                </a:moveTo>
                <a:lnTo>
                  <a:pt x="4961574" y="0"/>
                </a:lnTo>
                <a:cubicBezTo>
                  <a:pt x="6577772" y="1459654"/>
                  <a:pt x="6416506" y="3026070"/>
                  <a:pt x="6062190" y="4107608"/>
                </a:cubicBezTo>
                <a:cubicBezTo>
                  <a:pt x="5707874" y="5189146"/>
                  <a:pt x="4550090" y="6306349"/>
                  <a:pt x="2835678" y="6489229"/>
                </a:cubicBezTo>
                <a:lnTo>
                  <a:pt x="0" y="6482610"/>
                </a:lnTo>
                <a:lnTo>
                  <a:pt x="0" y="10161"/>
                </a:lnTo>
                <a:close/>
              </a:path>
            </a:pathLst>
          </a:custGeom>
        </p:spPr>
        <p:txBody>
          <a:bodyPr/>
          <a:lstStyle/>
          <a:p>
            <a:endParaRPr lang="en-IN"/>
          </a:p>
        </p:txBody>
      </p:sp>
      <p:sp>
        <p:nvSpPr>
          <p:cNvPr id="6" name="Title 1">
            <a:extLst>
              <a:ext uri="{FF2B5EF4-FFF2-40B4-BE49-F238E27FC236}">
                <a16:creationId xmlns:a16="http://schemas.microsoft.com/office/drawing/2014/main" id="{7B6A8123-506A-0865-AB94-A2207641AC8C}"/>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7" name="Rectangle 6">
            <a:extLst>
              <a:ext uri="{FF2B5EF4-FFF2-40B4-BE49-F238E27FC236}">
                <a16:creationId xmlns:a16="http://schemas.microsoft.com/office/drawing/2014/main" id="{D60AFFB5-3AED-8612-37BC-EAB3C6E0800F}"/>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4BBCE8C8-8FF1-ABEF-884F-7F80F4D743E4}"/>
              </a:ext>
            </a:extLst>
          </p:cNvPr>
          <p:cNvSpPr/>
          <p:nvPr userDrawn="1"/>
        </p:nvSpPr>
        <p:spPr>
          <a:xfrm>
            <a:off x="2133600" y="1548789"/>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3279B870-F6B4-628E-51FC-C98DD95C444D}"/>
              </a:ext>
            </a:extLst>
          </p:cNvPr>
          <p:cNvSpPr/>
          <p:nvPr userDrawn="1"/>
        </p:nvSpPr>
        <p:spPr>
          <a:xfrm>
            <a:off x="2133600" y="2496552"/>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4F6F51E1-0D27-5751-5AE0-EEA5852C34FE}"/>
              </a:ext>
            </a:extLst>
          </p:cNvPr>
          <p:cNvSpPr/>
          <p:nvPr userDrawn="1"/>
        </p:nvSpPr>
        <p:spPr>
          <a:xfrm>
            <a:off x="2133600" y="3444315"/>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922D180F-CDD9-9E6F-F4DC-1D36559C7FE7}"/>
              </a:ext>
            </a:extLst>
          </p:cNvPr>
          <p:cNvSpPr/>
          <p:nvPr userDrawn="1"/>
        </p:nvSpPr>
        <p:spPr>
          <a:xfrm>
            <a:off x="2133600" y="4392077"/>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B78E1E1B-6B22-2275-1DEC-E2497CE4C981}"/>
              </a:ext>
            </a:extLst>
          </p:cNvPr>
          <p:cNvSpPr/>
          <p:nvPr userDrawn="1"/>
        </p:nvSpPr>
        <p:spPr>
          <a:xfrm>
            <a:off x="2133600" y="5360440"/>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Content Placeholder 50">
            <a:extLst>
              <a:ext uri="{FF2B5EF4-FFF2-40B4-BE49-F238E27FC236}">
                <a16:creationId xmlns:a16="http://schemas.microsoft.com/office/drawing/2014/main" id="{FDCAE5CE-F9E8-D464-306C-C73CA8A9B1B5}"/>
              </a:ext>
            </a:extLst>
          </p:cNvPr>
          <p:cNvSpPr>
            <a:spLocks noGrp="1"/>
          </p:cNvSpPr>
          <p:nvPr>
            <p:ph sz="quarter" idx="14" hasCustomPrompt="1"/>
          </p:nvPr>
        </p:nvSpPr>
        <p:spPr>
          <a:xfrm>
            <a:off x="4536599" y="1480628"/>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a:t>01</a:t>
            </a:r>
            <a:endParaRPr lang="en-IN"/>
          </a:p>
        </p:txBody>
      </p:sp>
      <p:sp>
        <p:nvSpPr>
          <p:cNvPr id="79" name="Content Placeholder 50">
            <a:extLst>
              <a:ext uri="{FF2B5EF4-FFF2-40B4-BE49-F238E27FC236}">
                <a16:creationId xmlns:a16="http://schemas.microsoft.com/office/drawing/2014/main" id="{A97061D2-4941-91EE-E837-F1043807B992}"/>
              </a:ext>
            </a:extLst>
          </p:cNvPr>
          <p:cNvSpPr>
            <a:spLocks noGrp="1"/>
          </p:cNvSpPr>
          <p:nvPr>
            <p:ph sz="quarter" idx="15" hasCustomPrompt="1"/>
          </p:nvPr>
        </p:nvSpPr>
        <p:spPr>
          <a:xfrm>
            <a:off x="4544561" y="2428670"/>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a:t>02</a:t>
            </a:r>
            <a:endParaRPr lang="en-IN"/>
          </a:p>
        </p:txBody>
      </p:sp>
      <p:sp>
        <p:nvSpPr>
          <p:cNvPr id="80" name="Content Placeholder 50">
            <a:extLst>
              <a:ext uri="{FF2B5EF4-FFF2-40B4-BE49-F238E27FC236}">
                <a16:creationId xmlns:a16="http://schemas.microsoft.com/office/drawing/2014/main" id="{32BFEA47-006D-C0B3-955B-EA46F126A4B5}"/>
              </a:ext>
            </a:extLst>
          </p:cNvPr>
          <p:cNvSpPr>
            <a:spLocks noGrp="1"/>
          </p:cNvSpPr>
          <p:nvPr>
            <p:ph sz="quarter" idx="16" hasCustomPrompt="1"/>
          </p:nvPr>
        </p:nvSpPr>
        <p:spPr>
          <a:xfrm>
            <a:off x="4511669" y="3378453"/>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a:t>03</a:t>
            </a:r>
            <a:endParaRPr lang="en-IN"/>
          </a:p>
        </p:txBody>
      </p:sp>
      <p:sp>
        <p:nvSpPr>
          <p:cNvPr id="81" name="Content Placeholder 50">
            <a:extLst>
              <a:ext uri="{FF2B5EF4-FFF2-40B4-BE49-F238E27FC236}">
                <a16:creationId xmlns:a16="http://schemas.microsoft.com/office/drawing/2014/main" id="{FEE7EDF9-F39F-9CE3-B606-01ED62D0220C}"/>
              </a:ext>
            </a:extLst>
          </p:cNvPr>
          <p:cNvSpPr>
            <a:spLocks noGrp="1"/>
          </p:cNvSpPr>
          <p:nvPr>
            <p:ph sz="quarter" idx="17" hasCustomPrompt="1"/>
          </p:nvPr>
        </p:nvSpPr>
        <p:spPr>
          <a:xfrm>
            <a:off x="4530481" y="4341722"/>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a:t>04</a:t>
            </a:r>
            <a:endParaRPr lang="en-IN"/>
          </a:p>
        </p:txBody>
      </p:sp>
      <p:sp>
        <p:nvSpPr>
          <p:cNvPr id="82" name="Content Placeholder 50">
            <a:extLst>
              <a:ext uri="{FF2B5EF4-FFF2-40B4-BE49-F238E27FC236}">
                <a16:creationId xmlns:a16="http://schemas.microsoft.com/office/drawing/2014/main" id="{F5A9671E-0D3D-4BAC-C7FF-F65B784C1823}"/>
              </a:ext>
            </a:extLst>
          </p:cNvPr>
          <p:cNvSpPr>
            <a:spLocks noGrp="1"/>
          </p:cNvSpPr>
          <p:nvPr>
            <p:ph sz="quarter" idx="18" hasCustomPrompt="1"/>
          </p:nvPr>
        </p:nvSpPr>
        <p:spPr>
          <a:xfrm>
            <a:off x="4530480" y="5274877"/>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a:t>05</a:t>
            </a:r>
            <a:endParaRPr lang="en-IN"/>
          </a:p>
        </p:txBody>
      </p:sp>
      <p:sp>
        <p:nvSpPr>
          <p:cNvPr id="83" name="Text Placeholder 37">
            <a:extLst>
              <a:ext uri="{FF2B5EF4-FFF2-40B4-BE49-F238E27FC236}">
                <a16:creationId xmlns:a16="http://schemas.microsoft.com/office/drawing/2014/main" id="{BC19F703-56FB-2261-A61F-F258FEF22B05}"/>
              </a:ext>
            </a:extLst>
          </p:cNvPr>
          <p:cNvSpPr>
            <a:spLocks noGrp="1"/>
          </p:cNvSpPr>
          <p:nvPr>
            <p:ph type="body" sz="quarter" idx="21" hasCustomPrompt="1"/>
          </p:nvPr>
        </p:nvSpPr>
        <p:spPr>
          <a:xfrm>
            <a:off x="5500426" y="1691896"/>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84" name="Text Placeholder 37">
            <a:extLst>
              <a:ext uri="{FF2B5EF4-FFF2-40B4-BE49-F238E27FC236}">
                <a16:creationId xmlns:a16="http://schemas.microsoft.com/office/drawing/2014/main" id="{298392FB-6B4D-EA43-EAC9-9078A913EC52}"/>
              </a:ext>
            </a:extLst>
          </p:cNvPr>
          <p:cNvSpPr>
            <a:spLocks noGrp="1"/>
          </p:cNvSpPr>
          <p:nvPr>
            <p:ph type="body" sz="quarter" idx="22" hasCustomPrompt="1"/>
          </p:nvPr>
        </p:nvSpPr>
        <p:spPr>
          <a:xfrm>
            <a:off x="5500425" y="2664887"/>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6" name="Text Placeholder 37">
            <a:extLst>
              <a:ext uri="{FF2B5EF4-FFF2-40B4-BE49-F238E27FC236}">
                <a16:creationId xmlns:a16="http://schemas.microsoft.com/office/drawing/2014/main" id="{8F55CB87-18A7-DC73-05FF-DD116AE8E48B}"/>
              </a:ext>
            </a:extLst>
          </p:cNvPr>
          <p:cNvSpPr>
            <a:spLocks noGrp="1"/>
          </p:cNvSpPr>
          <p:nvPr>
            <p:ph type="body" sz="quarter" idx="23" hasCustomPrompt="1"/>
          </p:nvPr>
        </p:nvSpPr>
        <p:spPr>
          <a:xfrm>
            <a:off x="5500426" y="3590697"/>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7" name="Text Placeholder 37">
            <a:extLst>
              <a:ext uri="{FF2B5EF4-FFF2-40B4-BE49-F238E27FC236}">
                <a16:creationId xmlns:a16="http://schemas.microsoft.com/office/drawing/2014/main" id="{9AC48981-1831-177D-E35E-A52CECE6685E}"/>
              </a:ext>
            </a:extLst>
          </p:cNvPr>
          <p:cNvSpPr>
            <a:spLocks noGrp="1"/>
          </p:cNvSpPr>
          <p:nvPr>
            <p:ph type="body" sz="quarter" idx="24" hasCustomPrompt="1"/>
          </p:nvPr>
        </p:nvSpPr>
        <p:spPr>
          <a:xfrm>
            <a:off x="5500425" y="4563688"/>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20" name="Text Placeholder 37">
            <a:extLst>
              <a:ext uri="{FF2B5EF4-FFF2-40B4-BE49-F238E27FC236}">
                <a16:creationId xmlns:a16="http://schemas.microsoft.com/office/drawing/2014/main" id="{4AAE85F7-BC33-0D17-39C6-A0BB171F5C63}"/>
              </a:ext>
            </a:extLst>
          </p:cNvPr>
          <p:cNvSpPr>
            <a:spLocks noGrp="1"/>
          </p:cNvSpPr>
          <p:nvPr>
            <p:ph type="body" sz="quarter" idx="25" hasCustomPrompt="1"/>
          </p:nvPr>
        </p:nvSpPr>
        <p:spPr>
          <a:xfrm>
            <a:off x="5500425" y="5508033"/>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85" name="Text Placeholder 37">
            <a:extLst>
              <a:ext uri="{FF2B5EF4-FFF2-40B4-BE49-F238E27FC236}">
                <a16:creationId xmlns:a16="http://schemas.microsoft.com/office/drawing/2014/main" id="{DB4417A2-59BE-E1EA-191B-F8A6C4EE8E38}"/>
              </a:ext>
            </a:extLst>
          </p:cNvPr>
          <p:cNvSpPr>
            <a:spLocks noGrp="1"/>
          </p:cNvSpPr>
          <p:nvPr>
            <p:ph type="body" sz="quarter" idx="20" hasCustomPrompt="1"/>
          </p:nvPr>
        </p:nvSpPr>
        <p:spPr>
          <a:xfrm>
            <a:off x="2812026" y="1703976"/>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Heading 1</a:t>
            </a:r>
            <a:endParaRPr lang="en-IN"/>
          </a:p>
        </p:txBody>
      </p:sp>
      <p:sp>
        <p:nvSpPr>
          <p:cNvPr id="22" name="Text Placeholder 37">
            <a:extLst>
              <a:ext uri="{FF2B5EF4-FFF2-40B4-BE49-F238E27FC236}">
                <a16:creationId xmlns:a16="http://schemas.microsoft.com/office/drawing/2014/main" id="{F9B33DDC-B06D-9DE9-0E02-B12036AE88A3}"/>
              </a:ext>
            </a:extLst>
          </p:cNvPr>
          <p:cNvSpPr>
            <a:spLocks noGrp="1"/>
          </p:cNvSpPr>
          <p:nvPr>
            <p:ph type="body" sz="quarter" idx="26" hasCustomPrompt="1"/>
          </p:nvPr>
        </p:nvSpPr>
        <p:spPr>
          <a:xfrm>
            <a:off x="2812025" y="2671195"/>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Heading 2</a:t>
            </a:r>
            <a:endParaRPr lang="en-IN"/>
          </a:p>
        </p:txBody>
      </p:sp>
      <p:sp>
        <p:nvSpPr>
          <p:cNvPr id="23" name="Text Placeholder 37">
            <a:extLst>
              <a:ext uri="{FF2B5EF4-FFF2-40B4-BE49-F238E27FC236}">
                <a16:creationId xmlns:a16="http://schemas.microsoft.com/office/drawing/2014/main" id="{E631A40E-2E83-ABBE-2268-0292550C3DCC}"/>
              </a:ext>
            </a:extLst>
          </p:cNvPr>
          <p:cNvSpPr>
            <a:spLocks noGrp="1"/>
          </p:cNvSpPr>
          <p:nvPr>
            <p:ph type="body" sz="quarter" idx="27" hasCustomPrompt="1"/>
          </p:nvPr>
        </p:nvSpPr>
        <p:spPr>
          <a:xfrm>
            <a:off x="2804550" y="3608549"/>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Heading 3</a:t>
            </a:r>
            <a:endParaRPr lang="en-IN"/>
          </a:p>
        </p:txBody>
      </p:sp>
      <p:sp>
        <p:nvSpPr>
          <p:cNvPr id="24" name="Text Placeholder 37">
            <a:extLst>
              <a:ext uri="{FF2B5EF4-FFF2-40B4-BE49-F238E27FC236}">
                <a16:creationId xmlns:a16="http://schemas.microsoft.com/office/drawing/2014/main" id="{245D9F7D-BC32-4224-3B60-1D70794453B3}"/>
              </a:ext>
            </a:extLst>
          </p:cNvPr>
          <p:cNvSpPr>
            <a:spLocks noGrp="1"/>
          </p:cNvSpPr>
          <p:nvPr>
            <p:ph type="body" sz="quarter" idx="28" hasCustomPrompt="1"/>
          </p:nvPr>
        </p:nvSpPr>
        <p:spPr>
          <a:xfrm>
            <a:off x="2804549" y="4575768"/>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Heading 4</a:t>
            </a:r>
            <a:endParaRPr lang="en-IN"/>
          </a:p>
        </p:txBody>
      </p:sp>
      <p:sp>
        <p:nvSpPr>
          <p:cNvPr id="25" name="Text Placeholder 37">
            <a:extLst>
              <a:ext uri="{FF2B5EF4-FFF2-40B4-BE49-F238E27FC236}">
                <a16:creationId xmlns:a16="http://schemas.microsoft.com/office/drawing/2014/main" id="{D514F02C-D35E-BF40-1C7B-5C8037A0DEBD}"/>
              </a:ext>
            </a:extLst>
          </p:cNvPr>
          <p:cNvSpPr>
            <a:spLocks noGrp="1"/>
          </p:cNvSpPr>
          <p:nvPr>
            <p:ph type="body" sz="quarter" idx="29" hasCustomPrompt="1"/>
          </p:nvPr>
        </p:nvSpPr>
        <p:spPr>
          <a:xfrm>
            <a:off x="2812025" y="5514073"/>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Heading 5</a:t>
            </a:r>
            <a:endParaRPr lang="en-IN"/>
          </a:p>
        </p:txBody>
      </p:sp>
      <p:sp>
        <p:nvSpPr>
          <p:cNvPr id="88" name="Content Placeholder 78">
            <a:extLst>
              <a:ext uri="{FF2B5EF4-FFF2-40B4-BE49-F238E27FC236}">
                <a16:creationId xmlns:a16="http://schemas.microsoft.com/office/drawing/2014/main" id="{EDA7EE76-DC14-3403-AADB-553132E2EF20}"/>
              </a:ext>
            </a:extLst>
          </p:cNvPr>
          <p:cNvSpPr>
            <a:spLocks noGrp="1"/>
          </p:cNvSpPr>
          <p:nvPr>
            <p:ph sz="quarter" idx="30" hasCustomPrompt="1"/>
          </p:nvPr>
        </p:nvSpPr>
        <p:spPr>
          <a:xfrm>
            <a:off x="2241083" y="1639759"/>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a:t>Icon</a:t>
            </a:r>
            <a:endParaRPr lang="en-IN"/>
          </a:p>
        </p:txBody>
      </p:sp>
      <p:sp>
        <p:nvSpPr>
          <p:cNvPr id="89" name="Content Placeholder 78">
            <a:extLst>
              <a:ext uri="{FF2B5EF4-FFF2-40B4-BE49-F238E27FC236}">
                <a16:creationId xmlns:a16="http://schemas.microsoft.com/office/drawing/2014/main" id="{7B0E5D52-75D1-A6B9-AF3E-B1FF53A23079}"/>
              </a:ext>
            </a:extLst>
          </p:cNvPr>
          <p:cNvSpPr>
            <a:spLocks noGrp="1"/>
          </p:cNvSpPr>
          <p:nvPr>
            <p:ph sz="quarter" idx="31" hasCustomPrompt="1"/>
          </p:nvPr>
        </p:nvSpPr>
        <p:spPr>
          <a:xfrm>
            <a:off x="2241083" y="2590425"/>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a:t>Icon</a:t>
            </a:r>
            <a:endParaRPr lang="en-IN"/>
          </a:p>
        </p:txBody>
      </p:sp>
      <p:sp>
        <p:nvSpPr>
          <p:cNvPr id="26" name="Content Placeholder 78">
            <a:extLst>
              <a:ext uri="{FF2B5EF4-FFF2-40B4-BE49-F238E27FC236}">
                <a16:creationId xmlns:a16="http://schemas.microsoft.com/office/drawing/2014/main" id="{F607488F-018D-7346-4C74-5BC24BD9E5BD}"/>
              </a:ext>
            </a:extLst>
          </p:cNvPr>
          <p:cNvSpPr>
            <a:spLocks noGrp="1"/>
          </p:cNvSpPr>
          <p:nvPr>
            <p:ph sz="quarter" idx="32" hasCustomPrompt="1"/>
          </p:nvPr>
        </p:nvSpPr>
        <p:spPr>
          <a:xfrm>
            <a:off x="2241083" y="3545041"/>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a:t>Icon</a:t>
            </a:r>
            <a:endParaRPr lang="en-IN"/>
          </a:p>
        </p:txBody>
      </p:sp>
      <p:sp>
        <p:nvSpPr>
          <p:cNvPr id="27" name="Content Placeholder 78">
            <a:extLst>
              <a:ext uri="{FF2B5EF4-FFF2-40B4-BE49-F238E27FC236}">
                <a16:creationId xmlns:a16="http://schemas.microsoft.com/office/drawing/2014/main" id="{EA33B7F1-7263-8A3A-206E-03E63D199724}"/>
              </a:ext>
            </a:extLst>
          </p:cNvPr>
          <p:cNvSpPr>
            <a:spLocks noGrp="1"/>
          </p:cNvSpPr>
          <p:nvPr>
            <p:ph sz="quarter" idx="33" hasCustomPrompt="1"/>
          </p:nvPr>
        </p:nvSpPr>
        <p:spPr>
          <a:xfrm>
            <a:off x="2241083" y="4495707"/>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a:t>Icon</a:t>
            </a:r>
            <a:endParaRPr lang="en-IN"/>
          </a:p>
        </p:txBody>
      </p:sp>
      <p:sp>
        <p:nvSpPr>
          <p:cNvPr id="28" name="Content Placeholder 78">
            <a:extLst>
              <a:ext uri="{FF2B5EF4-FFF2-40B4-BE49-F238E27FC236}">
                <a16:creationId xmlns:a16="http://schemas.microsoft.com/office/drawing/2014/main" id="{1737F89D-F7DA-88FE-E212-BCFD996D78C3}"/>
              </a:ext>
            </a:extLst>
          </p:cNvPr>
          <p:cNvSpPr>
            <a:spLocks noGrp="1"/>
          </p:cNvSpPr>
          <p:nvPr>
            <p:ph sz="quarter" idx="34" hasCustomPrompt="1"/>
          </p:nvPr>
        </p:nvSpPr>
        <p:spPr>
          <a:xfrm>
            <a:off x="2241083" y="5441875"/>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a:t>Icon</a:t>
            </a:r>
            <a:endParaRPr lang="en-IN"/>
          </a:p>
        </p:txBody>
      </p:sp>
    </p:spTree>
    <p:extLst>
      <p:ext uri="{BB962C8B-B14F-4D97-AF65-F5344CB8AC3E}">
        <p14:creationId xmlns:p14="http://schemas.microsoft.com/office/powerpoint/2010/main" val="3160331495"/>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4_Lis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B6A8123-506A-0865-AB94-A2207641AC8C}"/>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7" name="Rectangle 6">
            <a:extLst>
              <a:ext uri="{FF2B5EF4-FFF2-40B4-BE49-F238E27FC236}">
                <a16:creationId xmlns:a16="http://schemas.microsoft.com/office/drawing/2014/main" id="{D60AFFB5-3AED-8612-37BC-EAB3C6E0800F}"/>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14099C0D-7685-DD1C-B40E-C72356B36E8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217604" y="-66299"/>
            <a:ext cx="1974396" cy="2815474"/>
          </a:xfrm>
          <a:prstGeom prst="rect">
            <a:avLst/>
          </a:prstGeom>
        </p:spPr>
      </p:pic>
    </p:spTree>
    <p:extLst>
      <p:ext uri="{BB962C8B-B14F-4D97-AF65-F5344CB8AC3E}">
        <p14:creationId xmlns:p14="http://schemas.microsoft.com/office/powerpoint/2010/main" val="861504642"/>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3_List">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4BBCE8C8-8FF1-ABEF-884F-7F80F4D743E4}"/>
              </a:ext>
            </a:extLst>
          </p:cNvPr>
          <p:cNvSpPr/>
          <p:nvPr userDrawn="1"/>
        </p:nvSpPr>
        <p:spPr>
          <a:xfrm>
            <a:off x="2133600" y="1548789"/>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3279B870-F6B4-628E-51FC-C98DD95C444D}"/>
              </a:ext>
            </a:extLst>
          </p:cNvPr>
          <p:cNvSpPr/>
          <p:nvPr userDrawn="1"/>
        </p:nvSpPr>
        <p:spPr>
          <a:xfrm>
            <a:off x="2133600" y="2496552"/>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4F6F51E1-0D27-5751-5AE0-EEA5852C34FE}"/>
              </a:ext>
            </a:extLst>
          </p:cNvPr>
          <p:cNvSpPr/>
          <p:nvPr userDrawn="1"/>
        </p:nvSpPr>
        <p:spPr>
          <a:xfrm>
            <a:off x="2133600" y="3444315"/>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922D180F-CDD9-9E6F-F4DC-1D36559C7FE7}"/>
              </a:ext>
            </a:extLst>
          </p:cNvPr>
          <p:cNvSpPr/>
          <p:nvPr userDrawn="1"/>
        </p:nvSpPr>
        <p:spPr>
          <a:xfrm>
            <a:off x="2133600" y="4392077"/>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B78E1E1B-6B22-2275-1DEC-E2497CE4C981}"/>
              </a:ext>
            </a:extLst>
          </p:cNvPr>
          <p:cNvSpPr/>
          <p:nvPr userDrawn="1"/>
        </p:nvSpPr>
        <p:spPr>
          <a:xfrm>
            <a:off x="2133600" y="5360440"/>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Content Placeholder 50">
            <a:extLst>
              <a:ext uri="{FF2B5EF4-FFF2-40B4-BE49-F238E27FC236}">
                <a16:creationId xmlns:a16="http://schemas.microsoft.com/office/drawing/2014/main" id="{FDCAE5CE-F9E8-D464-306C-C73CA8A9B1B5}"/>
              </a:ext>
            </a:extLst>
          </p:cNvPr>
          <p:cNvSpPr>
            <a:spLocks noGrp="1"/>
          </p:cNvSpPr>
          <p:nvPr>
            <p:ph sz="quarter" idx="14" hasCustomPrompt="1"/>
          </p:nvPr>
        </p:nvSpPr>
        <p:spPr>
          <a:xfrm>
            <a:off x="4536599" y="1480628"/>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a:t>01</a:t>
            </a:r>
            <a:endParaRPr lang="en-IN"/>
          </a:p>
        </p:txBody>
      </p:sp>
      <p:sp>
        <p:nvSpPr>
          <p:cNvPr id="79" name="Content Placeholder 50">
            <a:extLst>
              <a:ext uri="{FF2B5EF4-FFF2-40B4-BE49-F238E27FC236}">
                <a16:creationId xmlns:a16="http://schemas.microsoft.com/office/drawing/2014/main" id="{A97061D2-4941-91EE-E837-F1043807B992}"/>
              </a:ext>
            </a:extLst>
          </p:cNvPr>
          <p:cNvSpPr>
            <a:spLocks noGrp="1"/>
          </p:cNvSpPr>
          <p:nvPr>
            <p:ph sz="quarter" idx="15" hasCustomPrompt="1"/>
          </p:nvPr>
        </p:nvSpPr>
        <p:spPr>
          <a:xfrm>
            <a:off x="4544561" y="2428670"/>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a:t>02</a:t>
            </a:r>
            <a:endParaRPr lang="en-IN"/>
          </a:p>
        </p:txBody>
      </p:sp>
      <p:sp>
        <p:nvSpPr>
          <p:cNvPr id="80" name="Content Placeholder 50">
            <a:extLst>
              <a:ext uri="{FF2B5EF4-FFF2-40B4-BE49-F238E27FC236}">
                <a16:creationId xmlns:a16="http://schemas.microsoft.com/office/drawing/2014/main" id="{32BFEA47-006D-C0B3-955B-EA46F126A4B5}"/>
              </a:ext>
            </a:extLst>
          </p:cNvPr>
          <p:cNvSpPr>
            <a:spLocks noGrp="1"/>
          </p:cNvSpPr>
          <p:nvPr>
            <p:ph sz="quarter" idx="16" hasCustomPrompt="1"/>
          </p:nvPr>
        </p:nvSpPr>
        <p:spPr>
          <a:xfrm>
            <a:off x="4511669" y="3378453"/>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a:t>03</a:t>
            </a:r>
            <a:endParaRPr lang="en-IN"/>
          </a:p>
        </p:txBody>
      </p:sp>
      <p:sp>
        <p:nvSpPr>
          <p:cNvPr id="81" name="Content Placeholder 50">
            <a:extLst>
              <a:ext uri="{FF2B5EF4-FFF2-40B4-BE49-F238E27FC236}">
                <a16:creationId xmlns:a16="http://schemas.microsoft.com/office/drawing/2014/main" id="{FEE7EDF9-F39F-9CE3-B606-01ED62D0220C}"/>
              </a:ext>
            </a:extLst>
          </p:cNvPr>
          <p:cNvSpPr>
            <a:spLocks noGrp="1"/>
          </p:cNvSpPr>
          <p:nvPr>
            <p:ph sz="quarter" idx="17" hasCustomPrompt="1"/>
          </p:nvPr>
        </p:nvSpPr>
        <p:spPr>
          <a:xfrm>
            <a:off x="4530481" y="4341722"/>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a:t>04</a:t>
            </a:r>
            <a:endParaRPr lang="en-IN"/>
          </a:p>
        </p:txBody>
      </p:sp>
      <p:sp>
        <p:nvSpPr>
          <p:cNvPr id="82" name="Content Placeholder 50">
            <a:extLst>
              <a:ext uri="{FF2B5EF4-FFF2-40B4-BE49-F238E27FC236}">
                <a16:creationId xmlns:a16="http://schemas.microsoft.com/office/drawing/2014/main" id="{F5A9671E-0D3D-4BAC-C7FF-F65B784C1823}"/>
              </a:ext>
            </a:extLst>
          </p:cNvPr>
          <p:cNvSpPr>
            <a:spLocks noGrp="1"/>
          </p:cNvSpPr>
          <p:nvPr>
            <p:ph sz="quarter" idx="18" hasCustomPrompt="1"/>
          </p:nvPr>
        </p:nvSpPr>
        <p:spPr>
          <a:xfrm>
            <a:off x="4530480" y="5274877"/>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a:t>05</a:t>
            </a:r>
            <a:endParaRPr lang="en-IN"/>
          </a:p>
        </p:txBody>
      </p:sp>
      <p:sp>
        <p:nvSpPr>
          <p:cNvPr id="83" name="Text Placeholder 37">
            <a:extLst>
              <a:ext uri="{FF2B5EF4-FFF2-40B4-BE49-F238E27FC236}">
                <a16:creationId xmlns:a16="http://schemas.microsoft.com/office/drawing/2014/main" id="{BC19F703-56FB-2261-A61F-F258FEF22B05}"/>
              </a:ext>
            </a:extLst>
          </p:cNvPr>
          <p:cNvSpPr>
            <a:spLocks noGrp="1"/>
          </p:cNvSpPr>
          <p:nvPr>
            <p:ph type="body" sz="quarter" idx="21" hasCustomPrompt="1"/>
          </p:nvPr>
        </p:nvSpPr>
        <p:spPr>
          <a:xfrm>
            <a:off x="5500426" y="1691896"/>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84" name="Text Placeholder 37">
            <a:extLst>
              <a:ext uri="{FF2B5EF4-FFF2-40B4-BE49-F238E27FC236}">
                <a16:creationId xmlns:a16="http://schemas.microsoft.com/office/drawing/2014/main" id="{298392FB-6B4D-EA43-EAC9-9078A913EC52}"/>
              </a:ext>
            </a:extLst>
          </p:cNvPr>
          <p:cNvSpPr>
            <a:spLocks noGrp="1"/>
          </p:cNvSpPr>
          <p:nvPr>
            <p:ph type="body" sz="quarter" idx="22" hasCustomPrompt="1"/>
          </p:nvPr>
        </p:nvSpPr>
        <p:spPr>
          <a:xfrm>
            <a:off x="5500425" y="2664887"/>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6" name="Text Placeholder 37">
            <a:extLst>
              <a:ext uri="{FF2B5EF4-FFF2-40B4-BE49-F238E27FC236}">
                <a16:creationId xmlns:a16="http://schemas.microsoft.com/office/drawing/2014/main" id="{8F55CB87-18A7-DC73-05FF-DD116AE8E48B}"/>
              </a:ext>
            </a:extLst>
          </p:cNvPr>
          <p:cNvSpPr>
            <a:spLocks noGrp="1"/>
          </p:cNvSpPr>
          <p:nvPr>
            <p:ph type="body" sz="quarter" idx="23" hasCustomPrompt="1"/>
          </p:nvPr>
        </p:nvSpPr>
        <p:spPr>
          <a:xfrm>
            <a:off x="5500426" y="3590697"/>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7" name="Text Placeholder 37">
            <a:extLst>
              <a:ext uri="{FF2B5EF4-FFF2-40B4-BE49-F238E27FC236}">
                <a16:creationId xmlns:a16="http://schemas.microsoft.com/office/drawing/2014/main" id="{9AC48981-1831-177D-E35E-A52CECE6685E}"/>
              </a:ext>
            </a:extLst>
          </p:cNvPr>
          <p:cNvSpPr>
            <a:spLocks noGrp="1"/>
          </p:cNvSpPr>
          <p:nvPr>
            <p:ph type="body" sz="quarter" idx="24" hasCustomPrompt="1"/>
          </p:nvPr>
        </p:nvSpPr>
        <p:spPr>
          <a:xfrm>
            <a:off x="5500425" y="4563688"/>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20" name="Text Placeholder 37">
            <a:extLst>
              <a:ext uri="{FF2B5EF4-FFF2-40B4-BE49-F238E27FC236}">
                <a16:creationId xmlns:a16="http://schemas.microsoft.com/office/drawing/2014/main" id="{4AAE85F7-BC33-0D17-39C6-A0BB171F5C63}"/>
              </a:ext>
            </a:extLst>
          </p:cNvPr>
          <p:cNvSpPr>
            <a:spLocks noGrp="1"/>
          </p:cNvSpPr>
          <p:nvPr>
            <p:ph type="body" sz="quarter" idx="25" hasCustomPrompt="1"/>
          </p:nvPr>
        </p:nvSpPr>
        <p:spPr>
          <a:xfrm>
            <a:off x="5500425" y="5508033"/>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85" name="Text Placeholder 37">
            <a:extLst>
              <a:ext uri="{FF2B5EF4-FFF2-40B4-BE49-F238E27FC236}">
                <a16:creationId xmlns:a16="http://schemas.microsoft.com/office/drawing/2014/main" id="{DB4417A2-59BE-E1EA-191B-F8A6C4EE8E38}"/>
              </a:ext>
            </a:extLst>
          </p:cNvPr>
          <p:cNvSpPr>
            <a:spLocks noGrp="1"/>
          </p:cNvSpPr>
          <p:nvPr>
            <p:ph type="body" sz="quarter" idx="20" hasCustomPrompt="1"/>
          </p:nvPr>
        </p:nvSpPr>
        <p:spPr>
          <a:xfrm>
            <a:off x="2812026" y="1703976"/>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Heading 1</a:t>
            </a:r>
            <a:endParaRPr lang="en-IN"/>
          </a:p>
        </p:txBody>
      </p:sp>
      <p:sp>
        <p:nvSpPr>
          <p:cNvPr id="22" name="Text Placeholder 37">
            <a:extLst>
              <a:ext uri="{FF2B5EF4-FFF2-40B4-BE49-F238E27FC236}">
                <a16:creationId xmlns:a16="http://schemas.microsoft.com/office/drawing/2014/main" id="{F9B33DDC-B06D-9DE9-0E02-B12036AE88A3}"/>
              </a:ext>
            </a:extLst>
          </p:cNvPr>
          <p:cNvSpPr>
            <a:spLocks noGrp="1"/>
          </p:cNvSpPr>
          <p:nvPr>
            <p:ph type="body" sz="quarter" idx="26" hasCustomPrompt="1"/>
          </p:nvPr>
        </p:nvSpPr>
        <p:spPr>
          <a:xfrm>
            <a:off x="2812025" y="2671195"/>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Heading 2</a:t>
            </a:r>
            <a:endParaRPr lang="en-IN"/>
          </a:p>
        </p:txBody>
      </p:sp>
      <p:sp>
        <p:nvSpPr>
          <p:cNvPr id="23" name="Text Placeholder 37">
            <a:extLst>
              <a:ext uri="{FF2B5EF4-FFF2-40B4-BE49-F238E27FC236}">
                <a16:creationId xmlns:a16="http://schemas.microsoft.com/office/drawing/2014/main" id="{E631A40E-2E83-ABBE-2268-0292550C3DCC}"/>
              </a:ext>
            </a:extLst>
          </p:cNvPr>
          <p:cNvSpPr>
            <a:spLocks noGrp="1"/>
          </p:cNvSpPr>
          <p:nvPr>
            <p:ph type="body" sz="quarter" idx="27" hasCustomPrompt="1"/>
          </p:nvPr>
        </p:nvSpPr>
        <p:spPr>
          <a:xfrm>
            <a:off x="2804550" y="3608549"/>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Heading 3</a:t>
            </a:r>
            <a:endParaRPr lang="en-IN"/>
          </a:p>
        </p:txBody>
      </p:sp>
      <p:sp>
        <p:nvSpPr>
          <p:cNvPr id="24" name="Text Placeholder 37">
            <a:extLst>
              <a:ext uri="{FF2B5EF4-FFF2-40B4-BE49-F238E27FC236}">
                <a16:creationId xmlns:a16="http://schemas.microsoft.com/office/drawing/2014/main" id="{245D9F7D-BC32-4224-3B60-1D70794453B3}"/>
              </a:ext>
            </a:extLst>
          </p:cNvPr>
          <p:cNvSpPr>
            <a:spLocks noGrp="1"/>
          </p:cNvSpPr>
          <p:nvPr>
            <p:ph type="body" sz="quarter" idx="28" hasCustomPrompt="1"/>
          </p:nvPr>
        </p:nvSpPr>
        <p:spPr>
          <a:xfrm>
            <a:off x="2804549" y="4575768"/>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Heading 4</a:t>
            </a:r>
            <a:endParaRPr lang="en-IN"/>
          </a:p>
        </p:txBody>
      </p:sp>
      <p:sp>
        <p:nvSpPr>
          <p:cNvPr id="25" name="Text Placeholder 37">
            <a:extLst>
              <a:ext uri="{FF2B5EF4-FFF2-40B4-BE49-F238E27FC236}">
                <a16:creationId xmlns:a16="http://schemas.microsoft.com/office/drawing/2014/main" id="{D514F02C-D35E-BF40-1C7B-5C8037A0DEBD}"/>
              </a:ext>
            </a:extLst>
          </p:cNvPr>
          <p:cNvSpPr>
            <a:spLocks noGrp="1"/>
          </p:cNvSpPr>
          <p:nvPr>
            <p:ph type="body" sz="quarter" idx="29" hasCustomPrompt="1"/>
          </p:nvPr>
        </p:nvSpPr>
        <p:spPr>
          <a:xfrm>
            <a:off x="2812025" y="5514073"/>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Heading 5</a:t>
            </a:r>
            <a:endParaRPr lang="en-IN"/>
          </a:p>
        </p:txBody>
      </p:sp>
      <p:sp>
        <p:nvSpPr>
          <p:cNvPr id="88" name="Content Placeholder 78">
            <a:extLst>
              <a:ext uri="{FF2B5EF4-FFF2-40B4-BE49-F238E27FC236}">
                <a16:creationId xmlns:a16="http://schemas.microsoft.com/office/drawing/2014/main" id="{EDA7EE76-DC14-3403-AADB-553132E2EF20}"/>
              </a:ext>
            </a:extLst>
          </p:cNvPr>
          <p:cNvSpPr>
            <a:spLocks noGrp="1"/>
          </p:cNvSpPr>
          <p:nvPr>
            <p:ph sz="quarter" idx="30" hasCustomPrompt="1"/>
          </p:nvPr>
        </p:nvSpPr>
        <p:spPr>
          <a:xfrm>
            <a:off x="2241083" y="1639759"/>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a:t>Icon</a:t>
            </a:r>
            <a:endParaRPr lang="en-IN"/>
          </a:p>
        </p:txBody>
      </p:sp>
      <p:sp>
        <p:nvSpPr>
          <p:cNvPr id="89" name="Content Placeholder 78">
            <a:extLst>
              <a:ext uri="{FF2B5EF4-FFF2-40B4-BE49-F238E27FC236}">
                <a16:creationId xmlns:a16="http://schemas.microsoft.com/office/drawing/2014/main" id="{7B0E5D52-75D1-A6B9-AF3E-B1FF53A23079}"/>
              </a:ext>
            </a:extLst>
          </p:cNvPr>
          <p:cNvSpPr>
            <a:spLocks noGrp="1"/>
          </p:cNvSpPr>
          <p:nvPr>
            <p:ph sz="quarter" idx="31" hasCustomPrompt="1"/>
          </p:nvPr>
        </p:nvSpPr>
        <p:spPr>
          <a:xfrm>
            <a:off x="2241083" y="2590425"/>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a:t>Icon</a:t>
            </a:r>
            <a:endParaRPr lang="en-IN"/>
          </a:p>
        </p:txBody>
      </p:sp>
      <p:sp>
        <p:nvSpPr>
          <p:cNvPr id="26" name="Content Placeholder 78">
            <a:extLst>
              <a:ext uri="{FF2B5EF4-FFF2-40B4-BE49-F238E27FC236}">
                <a16:creationId xmlns:a16="http://schemas.microsoft.com/office/drawing/2014/main" id="{F607488F-018D-7346-4C74-5BC24BD9E5BD}"/>
              </a:ext>
            </a:extLst>
          </p:cNvPr>
          <p:cNvSpPr>
            <a:spLocks noGrp="1"/>
          </p:cNvSpPr>
          <p:nvPr>
            <p:ph sz="quarter" idx="32" hasCustomPrompt="1"/>
          </p:nvPr>
        </p:nvSpPr>
        <p:spPr>
          <a:xfrm>
            <a:off x="2241083" y="3545041"/>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a:t>Icon</a:t>
            </a:r>
            <a:endParaRPr lang="en-IN"/>
          </a:p>
        </p:txBody>
      </p:sp>
      <p:sp>
        <p:nvSpPr>
          <p:cNvPr id="27" name="Content Placeholder 78">
            <a:extLst>
              <a:ext uri="{FF2B5EF4-FFF2-40B4-BE49-F238E27FC236}">
                <a16:creationId xmlns:a16="http://schemas.microsoft.com/office/drawing/2014/main" id="{EA33B7F1-7263-8A3A-206E-03E63D199724}"/>
              </a:ext>
            </a:extLst>
          </p:cNvPr>
          <p:cNvSpPr>
            <a:spLocks noGrp="1"/>
          </p:cNvSpPr>
          <p:nvPr>
            <p:ph sz="quarter" idx="33" hasCustomPrompt="1"/>
          </p:nvPr>
        </p:nvSpPr>
        <p:spPr>
          <a:xfrm>
            <a:off x="2241083" y="4495707"/>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a:t>Icon</a:t>
            </a:r>
            <a:endParaRPr lang="en-IN"/>
          </a:p>
        </p:txBody>
      </p:sp>
      <p:sp>
        <p:nvSpPr>
          <p:cNvPr id="28" name="Content Placeholder 78">
            <a:extLst>
              <a:ext uri="{FF2B5EF4-FFF2-40B4-BE49-F238E27FC236}">
                <a16:creationId xmlns:a16="http://schemas.microsoft.com/office/drawing/2014/main" id="{1737F89D-F7DA-88FE-E212-BCFD996D78C3}"/>
              </a:ext>
            </a:extLst>
          </p:cNvPr>
          <p:cNvSpPr>
            <a:spLocks noGrp="1"/>
          </p:cNvSpPr>
          <p:nvPr>
            <p:ph sz="quarter" idx="34" hasCustomPrompt="1"/>
          </p:nvPr>
        </p:nvSpPr>
        <p:spPr>
          <a:xfrm>
            <a:off x="2241083" y="5441875"/>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a:t>Icon</a:t>
            </a:r>
            <a:endParaRPr lang="en-IN"/>
          </a:p>
        </p:txBody>
      </p:sp>
    </p:spTree>
    <p:extLst>
      <p:ext uri="{BB962C8B-B14F-4D97-AF65-F5344CB8AC3E}">
        <p14:creationId xmlns:p14="http://schemas.microsoft.com/office/powerpoint/2010/main" val="2706688222"/>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2_List">
    <p:spTree>
      <p:nvGrpSpPr>
        <p:cNvPr id="1" name=""/>
        <p:cNvGrpSpPr/>
        <p:nvPr/>
      </p:nvGrpSpPr>
      <p:grpSpPr>
        <a:xfrm>
          <a:off x="0" y="0"/>
          <a:ext cx="0" cy="0"/>
          <a:chOff x="0" y="0"/>
          <a:chExt cx="0" cy="0"/>
        </a:xfrm>
      </p:grpSpPr>
      <p:sp>
        <p:nvSpPr>
          <p:cNvPr id="9" name="Picture Placeholder 76">
            <a:extLst>
              <a:ext uri="{FF2B5EF4-FFF2-40B4-BE49-F238E27FC236}">
                <a16:creationId xmlns:a16="http://schemas.microsoft.com/office/drawing/2014/main" id="{00B0AF21-F1B5-6741-D232-B58803B006E0}"/>
              </a:ext>
            </a:extLst>
          </p:cNvPr>
          <p:cNvSpPr>
            <a:spLocks noGrp="1"/>
          </p:cNvSpPr>
          <p:nvPr>
            <p:ph type="pic" sz="quarter" idx="13"/>
          </p:nvPr>
        </p:nvSpPr>
        <p:spPr>
          <a:xfrm>
            <a:off x="0" y="0"/>
            <a:ext cx="6295968" cy="6489229"/>
          </a:xfrm>
          <a:custGeom>
            <a:avLst/>
            <a:gdLst>
              <a:gd name="connsiteX0" fmla="*/ 0 w 6245225"/>
              <a:gd name="connsiteY0" fmla="*/ 0 h 6469063"/>
              <a:gd name="connsiteX1" fmla="*/ 3122613 w 6245225"/>
              <a:gd name="connsiteY1" fmla="*/ 0 h 6469063"/>
              <a:gd name="connsiteX2" fmla="*/ 6245226 w 6245225"/>
              <a:gd name="connsiteY2" fmla="*/ 3234532 h 6469063"/>
              <a:gd name="connsiteX3" fmla="*/ 3122613 w 6245225"/>
              <a:gd name="connsiteY3" fmla="*/ 6469064 h 6469063"/>
              <a:gd name="connsiteX4" fmla="*/ 0 w 6245225"/>
              <a:gd name="connsiteY4" fmla="*/ 6469063 h 6469063"/>
              <a:gd name="connsiteX5" fmla="*/ 0 w 6245225"/>
              <a:gd name="connsiteY5" fmla="*/ 0 h 6469063"/>
              <a:gd name="connsiteX0" fmla="*/ 0 w 6391825"/>
              <a:gd name="connsiteY0" fmla="*/ 16933 h 6485997"/>
              <a:gd name="connsiteX1" fmla="*/ 4832880 w 6391825"/>
              <a:gd name="connsiteY1" fmla="*/ 0 h 6485997"/>
              <a:gd name="connsiteX2" fmla="*/ 6245226 w 6391825"/>
              <a:gd name="connsiteY2" fmla="*/ 3251465 h 6485997"/>
              <a:gd name="connsiteX3" fmla="*/ 3122613 w 6391825"/>
              <a:gd name="connsiteY3" fmla="*/ 6485997 h 6485997"/>
              <a:gd name="connsiteX4" fmla="*/ 0 w 6391825"/>
              <a:gd name="connsiteY4" fmla="*/ 6485996 h 6485997"/>
              <a:gd name="connsiteX5" fmla="*/ 0 w 6391825"/>
              <a:gd name="connsiteY5" fmla="*/ 16933 h 6485997"/>
              <a:gd name="connsiteX0" fmla="*/ 0 w 6424168"/>
              <a:gd name="connsiteY0" fmla="*/ 16933 h 6485997"/>
              <a:gd name="connsiteX1" fmla="*/ 4832880 w 6424168"/>
              <a:gd name="connsiteY1" fmla="*/ 0 h 6485997"/>
              <a:gd name="connsiteX2" fmla="*/ 6245226 w 6424168"/>
              <a:gd name="connsiteY2" fmla="*/ 3251465 h 6485997"/>
              <a:gd name="connsiteX3" fmla="*/ 2682346 w 6424168"/>
              <a:gd name="connsiteY3" fmla="*/ 6485997 h 6485997"/>
              <a:gd name="connsiteX4" fmla="*/ 0 w 6424168"/>
              <a:gd name="connsiteY4" fmla="*/ 6485996 h 6485997"/>
              <a:gd name="connsiteX5" fmla="*/ 0 w 6424168"/>
              <a:gd name="connsiteY5" fmla="*/ 16933 h 6485997"/>
              <a:gd name="connsiteX0" fmla="*/ 0 w 6169168"/>
              <a:gd name="connsiteY0" fmla="*/ 16933 h 6485997"/>
              <a:gd name="connsiteX1" fmla="*/ 4832880 w 6169168"/>
              <a:gd name="connsiteY1" fmla="*/ 0 h 6485997"/>
              <a:gd name="connsiteX2" fmla="*/ 5889626 w 6169168"/>
              <a:gd name="connsiteY2" fmla="*/ 4318265 h 6485997"/>
              <a:gd name="connsiteX3" fmla="*/ 2682346 w 6169168"/>
              <a:gd name="connsiteY3" fmla="*/ 6485997 h 6485997"/>
              <a:gd name="connsiteX4" fmla="*/ 0 w 6169168"/>
              <a:gd name="connsiteY4" fmla="*/ 6485996 h 6485997"/>
              <a:gd name="connsiteX5" fmla="*/ 0 w 6169168"/>
              <a:gd name="connsiteY5" fmla="*/ 16933 h 6485997"/>
              <a:gd name="connsiteX0" fmla="*/ 0 w 6132723"/>
              <a:gd name="connsiteY0" fmla="*/ 16933 h 6485997"/>
              <a:gd name="connsiteX1" fmla="*/ 4832880 w 6132723"/>
              <a:gd name="connsiteY1" fmla="*/ 0 h 6485997"/>
              <a:gd name="connsiteX2" fmla="*/ 5889626 w 6132723"/>
              <a:gd name="connsiteY2" fmla="*/ 4318265 h 6485997"/>
              <a:gd name="connsiteX3" fmla="*/ 2682346 w 6132723"/>
              <a:gd name="connsiteY3" fmla="*/ 6485997 h 6485997"/>
              <a:gd name="connsiteX4" fmla="*/ 0 w 6132723"/>
              <a:gd name="connsiteY4" fmla="*/ 6485996 h 6485997"/>
              <a:gd name="connsiteX5" fmla="*/ 0 w 6132723"/>
              <a:gd name="connsiteY5" fmla="*/ 16933 h 6485997"/>
              <a:gd name="connsiteX0" fmla="*/ 0 w 6321497"/>
              <a:gd name="connsiteY0" fmla="*/ 16933 h 6485997"/>
              <a:gd name="connsiteX1" fmla="*/ 4832880 w 6321497"/>
              <a:gd name="connsiteY1" fmla="*/ 0 h 6485997"/>
              <a:gd name="connsiteX2" fmla="*/ 6160559 w 6321497"/>
              <a:gd name="connsiteY2" fmla="*/ 4199732 h 6485997"/>
              <a:gd name="connsiteX3" fmla="*/ 2682346 w 6321497"/>
              <a:gd name="connsiteY3" fmla="*/ 6485997 h 6485997"/>
              <a:gd name="connsiteX4" fmla="*/ 0 w 6321497"/>
              <a:gd name="connsiteY4" fmla="*/ 6485996 h 6485997"/>
              <a:gd name="connsiteX5" fmla="*/ 0 w 6321497"/>
              <a:gd name="connsiteY5" fmla="*/ 16933 h 6485997"/>
              <a:gd name="connsiteX0" fmla="*/ 0 w 6374144"/>
              <a:gd name="connsiteY0" fmla="*/ 16933 h 6485997"/>
              <a:gd name="connsiteX1" fmla="*/ 4832880 w 6374144"/>
              <a:gd name="connsiteY1" fmla="*/ 0 h 6485997"/>
              <a:gd name="connsiteX2" fmla="*/ 6160559 w 6374144"/>
              <a:gd name="connsiteY2" fmla="*/ 4199732 h 6485997"/>
              <a:gd name="connsiteX3" fmla="*/ 2682346 w 6374144"/>
              <a:gd name="connsiteY3" fmla="*/ 6485997 h 6485997"/>
              <a:gd name="connsiteX4" fmla="*/ 0 w 6374144"/>
              <a:gd name="connsiteY4" fmla="*/ 6485996 h 6485997"/>
              <a:gd name="connsiteX5" fmla="*/ 0 w 6374144"/>
              <a:gd name="connsiteY5" fmla="*/ 16933 h 6485997"/>
              <a:gd name="connsiteX0" fmla="*/ 0 w 6374144"/>
              <a:gd name="connsiteY0" fmla="*/ 0 h 7569730"/>
              <a:gd name="connsiteX1" fmla="*/ 4832880 w 6374144"/>
              <a:gd name="connsiteY1" fmla="*/ 1083733 h 7569730"/>
              <a:gd name="connsiteX2" fmla="*/ 6160559 w 6374144"/>
              <a:gd name="connsiteY2" fmla="*/ 5283465 h 7569730"/>
              <a:gd name="connsiteX3" fmla="*/ 2682346 w 6374144"/>
              <a:gd name="connsiteY3" fmla="*/ 7569730 h 7569730"/>
              <a:gd name="connsiteX4" fmla="*/ 0 w 6374144"/>
              <a:gd name="connsiteY4" fmla="*/ 7569729 h 7569730"/>
              <a:gd name="connsiteX5" fmla="*/ 0 w 6374144"/>
              <a:gd name="connsiteY5" fmla="*/ 0 h 7569730"/>
              <a:gd name="connsiteX0" fmla="*/ 0 w 6297316"/>
              <a:gd name="connsiteY0" fmla="*/ 84667 h 7654397"/>
              <a:gd name="connsiteX1" fmla="*/ 4612747 w 6297316"/>
              <a:gd name="connsiteY1" fmla="*/ 0 h 7654397"/>
              <a:gd name="connsiteX2" fmla="*/ 6160559 w 6297316"/>
              <a:gd name="connsiteY2" fmla="*/ 5368132 h 7654397"/>
              <a:gd name="connsiteX3" fmla="*/ 2682346 w 6297316"/>
              <a:gd name="connsiteY3" fmla="*/ 7654397 h 7654397"/>
              <a:gd name="connsiteX4" fmla="*/ 0 w 6297316"/>
              <a:gd name="connsiteY4" fmla="*/ 7654396 h 7654397"/>
              <a:gd name="connsiteX5" fmla="*/ 0 w 6297316"/>
              <a:gd name="connsiteY5" fmla="*/ 84667 h 7654397"/>
              <a:gd name="connsiteX0" fmla="*/ 0 w 6326070"/>
              <a:gd name="connsiteY0" fmla="*/ 84667 h 7654397"/>
              <a:gd name="connsiteX1" fmla="*/ 4612747 w 6326070"/>
              <a:gd name="connsiteY1" fmla="*/ 0 h 7654397"/>
              <a:gd name="connsiteX2" fmla="*/ 6160559 w 6326070"/>
              <a:gd name="connsiteY2" fmla="*/ 5368132 h 7654397"/>
              <a:gd name="connsiteX3" fmla="*/ 2682346 w 6326070"/>
              <a:gd name="connsiteY3" fmla="*/ 7654397 h 7654397"/>
              <a:gd name="connsiteX4" fmla="*/ 0 w 6326070"/>
              <a:gd name="connsiteY4" fmla="*/ 7654396 h 7654397"/>
              <a:gd name="connsiteX5" fmla="*/ 0 w 6326070"/>
              <a:gd name="connsiteY5" fmla="*/ 84667 h 7654397"/>
              <a:gd name="connsiteX0" fmla="*/ 0 w 6444076"/>
              <a:gd name="connsiteY0" fmla="*/ 0 h 7569730"/>
              <a:gd name="connsiteX1" fmla="*/ 4951414 w 6444076"/>
              <a:gd name="connsiteY1" fmla="*/ 1117599 h 7569730"/>
              <a:gd name="connsiteX2" fmla="*/ 6160559 w 6444076"/>
              <a:gd name="connsiteY2" fmla="*/ 5283465 h 7569730"/>
              <a:gd name="connsiteX3" fmla="*/ 2682346 w 6444076"/>
              <a:gd name="connsiteY3" fmla="*/ 7569730 h 7569730"/>
              <a:gd name="connsiteX4" fmla="*/ 0 w 6444076"/>
              <a:gd name="connsiteY4" fmla="*/ 7569729 h 7569730"/>
              <a:gd name="connsiteX5" fmla="*/ 0 w 6444076"/>
              <a:gd name="connsiteY5" fmla="*/ 0 h 7569730"/>
              <a:gd name="connsiteX0" fmla="*/ 0 w 6444076"/>
              <a:gd name="connsiteY0" fmla="*/ 1 h 6452131"/>
              <a:gd name="connsiteX1" fmla="*/ 4951414 w 6444076"/>
              <a:gd name="connsiteY1" fmla="*/ 0 h 6452131"/>
              <a:gd name="connsiteX2" fmla="*/ 6160559 w 6444076"/>
              <a:gd name="connsiteY2" fmla="*/ 4165866 h 6452131"/>
              <a:gd name="connsiteX3" fmla="*/ 2682346 w 6444076"/>
              <a:gd name="connsiteY3" fmla="*/ 6452131 h 6452131"/>
              <a:gd name="connsiteX4" fmla="*/ 0 w 6444076"/>
              <a:gd name="connsiteY4" fmla="*/ 6452130 h 6452131"/>
              <a:gd name="connsiteX5" fmla="*/ 0 w 6444076"/>
              <a:gd name="connsiteY5" fmla="*/ 1 h 6452131"/>
              <a:gd name="connsiteX0" fmla="*/ 0 w 6347339"/>
              <a:gd name="connsiteY0" fmla="*/ 1 h 6452131"/>
              <a:gd name="connsiteX1" fmla="*/ 4951414 w 6347339"/>
              <a:gd name="connsiteY1" fmla="*/ 0 h 6452131"/>
              <a:gd name="connsiteX2" fmla="*/ 6008159 w 6347339"/>
              <a:gd name="connsiteY2" fmla="*/ 4182799 h 6452131"/>
              <a:gd name="connsiteX3" fmla="*/ 2682346 w 6347339"/>
              <a:gd name="connsiteY3" fmla="*/ 6452131 h 6452131"/>
              <a:gd name="connsiteX4" fmla="*/ 0 w 6347339"/>
              <a:gd name="connsiteY4" fmla="*/ 6452130 h 6452131"/>
              <a:gd name="connsiteX5" fmla="*/ 0 w 6347339"/>
              <a:gd name="connsiteY5" fmla="*/ 1 h 6452131"/>
              <a:gd name="connsiteX0" fmla="*/ 0 w 6368712"/>
              <a:gd name="connsiteY0" fmla="*/ 1 h 6452131"/>
              <a:gd name="connsiteX1" fmla="*/ 4951414 w 6368712"/>
              <a:gd name="connsiteY1" fmla="*/ 0 h 6452131"/>
              <a:gd name="connsiteX2" fmla="*/ 6008159 w 6368712"/>
              <a:gd name="connsiteY2" fmla="*/ 4182799 h 6452131"/>
              <a:gd name="connsiteX3" fmla="*/ 2682346 w 6368712"/>
              <a:gd name="connsiteY3" fmla="*/ 6452131 h 6452131"/>
              <a:gd name="connsiteX4" fmla="*/ 0 w 6368712"/>
              <a:gd name="connsiteY4" fmla="*/ 6452130 h 6452131"/>
              <a:gd name="connsiteX5" fmla="*/ 0 w 6368712"/>
              <a:gd name="connsiteY5" fmla="*/ 1 h 6452131"/>
              <a:gd name="connsiteX0" fmla="*/ 0 w 6290901"/>
              <a:gd name="connsiteY0" fmla="*/ 1 h 6452131"/>
              <a:gd name="connsiteX1" fmla="*/ 4951414 w 6290901"/>
              <a:gd name="connsiteY1" fmla="*/ 0 h 6452131"/>
              <a:gd name="connsiteX2" fmla="*/ 6008159 w 6290901"/>
              <a:gd name="connsiteY2" fmla="*/ 4182799 h 6452131"/>
              <a:gd name="connsiteX3" fmla="*/ 2682346 w 6290901"/>
              <a:gd name="connsiteY3" fmla="*/ 6452131 h 6452131"/>
              <a:gd name="connsiteX4" fmla="*/ 0 w 6290901"/>
              <a:gd name="connsiteY4" fmla="*/ 6452130 h 6452131"/>
              <a:gd name="connsiteX5" fmla="*/ 0 w 6290901"/>
              <a:gd name="connsiteY5" fmla="*/ 1 h 6452131"/>
              <a:gd name="connsiteX0" fmla="*/ 0 w 6243018"/>
              <a:gd name="connsiteY0" fmla="*/ 1 h 6452131"/>
              <a:gd name="connsiteX1" fmla="*/ 4951414 w 6243018"/>
              <a:gd name="connsiteY1" fmla="*/ 0 h 6452131"/>
              <a:gd name="connsiteX2" fmla="*/ 6008159 w 6243018"/>
              <a:gd name="connsiteY2" fmla="*/ 4182799 h 6452131"/>
              <a:gd name="connsiteX3" fmla="*/ 2682346 w 6243018"/>
              <a:gd name="connsiteY3" fmla="*/ 6452131 h 6452131"/>
              <a:gd name="connsiteX4" fmla="*/ 0 w 6243018"/>
              <a:gd name="connsiteY4" fmla="*/ 6452130 h 6452131"/>
              <a:gd name="connsiteX5" fmla="*/ 0 w 6243018"/>
              <a:gd name="connsiteY5" fmla="*/ 1 h 6452131"/>
              <a:gd name="connsiteX0" fmla="*/ 0 w 6275519"/>
              <a:gd name="connsiteY0" fmla="*/ 1 h 6452131"/>
              <a:gd name="connsiteX1" fmla="*/ 4951414 w 6275519"/>
              <a:gd name="connsiteY1" fmla="*/ 0 h 6452131"/>
              <a:gd name="connsiteX2" fmla="*/ 6058959 w 6275519"/>
              <a:gd name="connsiteY2" fmla="*/ 4115066 h 6452131"/>
              <a:gd name="connsiteX3" fmla="*/ 2682346 w 6275519"/>
              <a:gd name="connsiteY3" fmla="*/ 6452131 h 6452131"/>
              <a:gd name="connsiteX4" fmla="*/ 0 w 6275519"/>
              <a:gd name="connsiteY4" fmla="*/ 6452130 h 6452131"/>
              <a:gd name="connsiteX5" fmla="*/ 0 w 6275519"/>
              <a:gd name="connsiteY5" fmla="*/ 1 h 6452131"/>
              <a:gd name="connsiteX0" fmla="*/ 0 w 6312252"/>
              <a:gd name="connsiteY0" fmla="*/ 1 h 6452131"/>
              <a:gd name="connsiteX1" fmla="*/ 4951414 w 6312252"/>
              <a:gd name="connsiteY1" fmla="*/ 0 h 6452131"/>
              <a:gd name="connsiteX2" fmla="*/ 6058959 w 6312252"/>
              <a:gd name="connsiteY2" fmla="*/ 4115066 h 6452131"/>
              <a:gd name="connsiteX3" fmla="*/ 2682346 w 6312252"/>
              <a:gd name="connsiteY3" fmla="*/ 6452131 h 6452131"/>
              <a:gd name="connsiteX4" fmla="*/ 0 w 6312252"/>
              <a:gd name="connsiteY4" fmla="*/ 6452130 h 6452131"/>
              <a:gd name="connsiteX5" fmla="*/ 0 w 6312252"/>
              <a:gd name="connsiteY5" fmla="*/ 1 h 6452131"/>
              <a:gd name="connsiteX0" fmla="*/ 0 w 6236971"/>
              <a:gd name="connsiteY0" fmla="*/ 1 h 6452131"/>
              <a:gd name="connsiteX1" fmla="*/ 4951414 w 6236971"/>
              <a:gd name="connsiteY1" fmla="*/ 0 h 6452131"/>
              <a:gd name="connsiteX2" fmla="*/ 5940426 w 6236971"/>
              <a:gd name="connsiteY2" fmla="*/ 4250532 h 6452131"/>
              <a:gd name="connsiteX3" fmla="*/ 2682346 w 6236971"/>
              <a:gd name="connsiteY3" fmla="*/ 6452131 h 6452131"/>
              <a:gd name="connsiteX4" fmla="*/ 0 w 6236971"/>
              <a:gd name="connsiteY4" fmla="*/ 6452130 h 6452131"/>
              <a:gd name="connsiteX5" fmla="*/ 0 w 6236971"/>
              <a:gd name="connsiteY5" fmla="*/ 1 h 6452131"/>
              <a:gd name="connsiteX0" fmla="*/ 0 w 6229846"/>
              <a:gd name="connsiteY0" fmla="*/ 1 h 6452131"/>
              <a:gd name="connsiteX1" fmla="*/ 4951414 w 6229846"/>
              <a:gd name="connsiteY1" fmla="*/ 0 h 6452131"/>
              <a:gd name="connsiteX2" fmla="*/ 5940426 w 6229846"/>
              <a:gd name="connsiteY2" fmla="*/ 4250532 h 6452131"/>
              <a:gd name="connsiteX3" fmla="*/ 2682346 w 6229846"/>
              <a:gd name="connsiteY3" fmla="*/ 6452131 h 6452131"/>
              <a:gd name="connsiteX4" fmla="*/ 0 w 6229846"/>
              <a:gd name="connsiteY4" fmla="*/ 6452130 h 6452131"/>
              <a:gd name="connsiteX5" fmla="*/ 0 w 6229846"/>
              <a:gd name="connsiteY5" fmla="*/ 1 h 6452131"/>
              <a:gd name="connsiteX0" fmla="*/ 0 w 6208551"/>
              <a:gd name="connsiteY0" fmla="*/ 1 h 6452131"/>
              <a:gd name="connsiteX1" fmla="*/ 4951414 w 6208551"/>
              <a:gd name="connsiteY1" fmla="*/ 0 h 6452131"/>
              <a:gd name="connsiteX2" fmla="*/ 5940426 w 6208551"/>
              <a:gd name="connsiteY2" fmla="*/ 4250532 h 6452131"/>
              <a:gd name="connsiteX3" fmla="*/ 2682346 w 6208551"/>
              <a:gd name="connsiteY3" fmla="*/ 6452131 h 6452131"/>
              <a:gd name="connsiteX4" fmla="*/ 0 w 6208551"/>
              <a:gd name="connsiteY4" fmla="*/ 6452130 h 6452131"/>
              <a:gd name="connsiteX5" fmla="*/ 0 w 6208551"/>
              <a:gd name="connsiteY5" fmla="*/ 1 h 6452131"/>
              <a:gd name="connsiteX0" fmla="*/ 0 w 6213966"/>
              <a:gd name="connsiteY0" fmla="*/ 1 h 6452131"/>
              <a:gd name="connsiteX1" fmla="*/ 4951414 w 6213966"/>
              <a:gd name="connsiteY1" fmla="*/ 0 h 6452131"/>
              <a:gd name="connsiteX2" fmla="*/ 5940426 w 6213966"/>
              <a:gd name="connsiteY2" fmla="*/ 4250532 h 6452131"/>
              <a:gd name="connsiteX3" fmla="*/ 2682346 w 6213966"/>
              <a:gd name="connsiteY3" fmla="*/ 6452131 h 6452131"/>
              <a:gd name="connsiteX4" fmla="*/ 0 w 6213966"/>
              <a:gd name="connsiteY4" fmla="*/ 6452130 h 6452131"/>
              <a:gd name="connsiteX5" fmla="*/ 0 w 6213966"/>
              <a:gd name="connsiteY5" fmla="*/ 1 h 6452131"/>
              <a:gd name="connsiteX0" fmla="*/ 0 w 6321194"/>
              <a:gd name="connsiteY0" fmla="*/ 1 h 6452131"/>
              <a:gd name="connsiteX1" fmla="*/ 4951414 w 6321194"/>
              <a:gd name="connsiteY1" fmla="*/ 0 h 6452131"/>
              <a:gd name="connsiteX2" fmla="*/ 6109759 w 6321194"/>
              <a:gd name="connsiteY2" fmla="*/ 4098132 h 6452131"/>
              <a:gd name="connsiteX3" fmla="*/ 2682346 w 6321194"/>
              <a:gd name="connsiteY3" fmla="*/ 6452131 h 6452131"/>
              <a:gd name="connsiteX4" fmla="*/ 0 w 6321194"/>
              <a:gd name="connsiteY4" fmla="*/ 6452130 h 6452131"/>
              <a:gd name="connsiteX5" fmla="*/ 0 w 6321194"/>
              <a:gd name="connsiteY5" fmla="*/ 1 h 6452131"/>
              <a:gd name="connsiteX0" fmla="*/ 0 w 6266005"/>
              <a:gd name="connsiteY0" fmla="*/ 1 h 6452131"/>
              <a:gd name="connsiteX1" fmla="*/ 4951414 w 6266005"/>
              <a:gd name="connsiteY1" fmla="*/ 0 h 6452131"/>
              <a:gd name="connsiteX2" fmla="*/ 6025092 w 6266005"/>
              <a:gd name="connsiteY2" fmla="*/ 4216665 h 6452131"/>
              <a:gd name="connsiteX3" fmla="*/ 2682346 w 6266005"/>
              <a:gd name="connsiteY3" fmla="*/ 6452131 h 6452131"/>
              <a:gd name="connsiteX4" fmla="*/ 0 w 6266005"/>
              <a:gd name="connsiteY4" fmla="*/ 6452130 h 6452131"/>
              <a:gd name="connsiteX5" fmla="*/ 0 w 6266005"/>
              <a:gd name="connsiteY5" fmla="*/ 1 h 6452131"/>
              <a:gd name="connsiteX0" fmla="*/ 0 w 6266005"/>
              <a:gd name="connsiteY0" fmla="*/ 0 h 6472450"/>
              <a:gd name="connsiteX1" fmla="*/ 4951414 w 6266005"/>
              <a:gd name="connsiteY1" fmla="*/ 20319 h 6472450"/>
              <a:gd name="connsiteX2" fmla="*/ 6025092 w 6266005"/>
              <a:gd name="connsiteY2" fmla="*/ 4236984 h 6472450"/>
              <a:gd name="connsiteX3" fmla="*/ 2682346 w 6266005"/>
              <a:gd name="connsiteY3" fmla="*/ 6472450 h 6472450"/>
              <a:gd name="connsiteX4" fmla="*/ 0 w 6266005"/>
              <a:gd name="connsiteY4" fmla="*/ 6472449 h 6472450"/>
              <a:gd name="connsiteX5" fmla="*/ 0 w 6266005"/>
              <a:gd name="connsiteY5" fmla="*/ 0 h 6472450"/>
              <a:gd name="connsiteX0" fmla="*/ 0 w 6321305"/>
              <a:gd name="connsiteY0" fmla="*/ 10161 h 6482611"/>
              <a:gd name="connsiteX1" fmla="*/ 4961574 w 6321305"/>
              <a:gd name="connsiteY1" fmla="*/ 0 h 6482611"/>
              <a:gd name="connsiteX2" fmla="*/ 6025092 w 6321305"/>
              <a:gd name="connsiteY2" fmla="*/ 4247145 h 6482611"/>
              <a:gd name="connsiteX3" fmla="*/ 2682346 w 6321305"/>
              <a:gd name="connsiteY3" fmla="*/ 6482611 h 6482611"/>
              <a:gd name="connsiteX4" fmla="*/ 0 w 6321305"/>
              <a:gd name="connsiteY4" fmla="*/ 6482610 h 6482611"/>
              <a:gd name="connsiteX5" fmla="*/ 0 w 6321305"/>
              <a:gd name="connsiteY5" fmla="*/ 10161 h 6482611"/>
              <a:gd name="connsiteX0" fmla="*/ 0 w 6281673"/>
              <a:gd name="connsiteY0" fmla="*/ 10161 h 6482611"/>
              <a:gd name="connsiteX1" fmla="*/ 4961574 w 6281673"/>
              <a:gd name="connsiteY1" fmla="*/ 0 h 6482611"/>
              <a:gd name="connsiteX2" fmla="*/ 6025092 w 6281673"/>
              <a:gd name="connsiteY2" fmla="*/ 4247145 h 6482611"/>
              <a:gd name="connsiteX3" fmla="*/ 2682346 w 6281673"/>
              <a:gd name="connsiteY3" fmla="*/ 6482611 h 6482611"/>
              <a:gd name="connsiteX4" fmla="*/ 0 w 6281673"/>
              <a:gd name="connsiteY4" fmla="*/ 6482610 h 6482611"/>
              <a:gd name="connsiteX5" fmla="*/ 0 w 6281673"/>
              <a:gd name="connsiteY5" fmla="*/ 10161 h 6482611"/>
              <a:gd name="connsiteX0" fmla="*/ 0 w 6263095"/>
              <a:gd name="connsiteY0" fmla="*/ 10161 h 6482610"/>
              <a:gd name="connsiteX1" fmla="*/ 4961574 w 6263095"/>
              <a:gd name="connsiteY1" fmla="*/ 0 h 6482610"/>
              <a:gd name="connsiteX2" fmla="*/ 6025092 w 6263095"/>
              <a:gd name="connsiteY2" fmla="*/ 4247145 h 6482610"/>
              <a:gd name="connsiteX3" fmla="*/ 2936346 w 6263095"/>
              <a:gd name="connsiteY3" fmla="*/ 6472451 h 6482610"/>
              <a:gd name="connsiteX4" fmla="*/ 0 w 6263095"/>
              <a:gd name="connsiteY4" fmla="*/ 6482610 h 6482610"/>
              <a:gd name="connsiteX5" fmla="*/ 0 w 6263095"/>
              <a:gd name="connsiteY5" fmla="*/ 10161 h 6482610"/>
              <a:gd name="connsiteX0" fmla="*/ 0 w 6263095"/>
              <a:gd name="connsiteY0" fmla="*/ 10161 h 6482610"/>
              <a:gd name="connsiteX1" fmla="*/ 4961574 w 6263095"/>
              <a:gd name="connsiteY1" fmla="*/ 0 h 6482610"/>
              <a:gd name="connsiteX2" fmla="*/ 6025092 w 6263095"/>
              <a:gd name="connsiteY2" fmla="*/ 4247145 h 6482610"/>
              <a:gd name="connsiteX3" fmla="*/ 2936346 w 6263095"/>
              <a:gd name="connsiteY3" fmla="*/ 6472451 h 6482610"/>
              <a:gd name="connsiteX4" fmla="*/ 0 w 6263095"/>
              <a:gd name="connsiteY4" fmla="*/ 6482610 h 6482610"/>
              <a:gd name="connsiteX5" fmla="*/ 0 w 6263095"/>
              <a:gd name="connsiteY5" fmla="*/ 10161 h 6482610"/>
              <a:gd name="connsiteX0" fmla="*/ 0 w 6289855"/>
              <a:gd name="connsiteY0" fmla="*/ 10161 h 6482610"/>
              <a:gd name="connsiteX1" fmla="*/ 4961574 w 6289855"/>
              <a:gd name="connsiteY1" fmla="*/ 0 h 6482610"/>
              <a:gd name="connsiteX2" fmla="*/ 6025092 w 6289855"/>
              <a:gd name="connsiteY2" fmla="*/ 4247145 h 6482610"/>
              <a:gd name="connsiteX3" fmla="*/ 2936346 w 6289855"/>
              <a:gd name="connsiteY3" fmla="*/ 6472451 h 6482610"/>
              <a:gd name="connsiteX4" fmla="*/ 0 w 6289855"/>
              <a:gd name="connsiteY4" fmla="*/ 6482610 h 6482610"/>
              <a:gd name="connsiteX5" fmla="*/ 0 w 6289855"/>
              <a:gd name="connsiteY5" fmla="*/ 10161 h 6482610"/>
              <a:gd name="connsiteX0" fmla="*/ 0 w 6276060"/>
              <a:gd name="connsiteY0" fmla="*/ 10161 h 6482610"/>
              <a:gd name="connsiteX1" fmla="*/ 4961574 w 6276060"/>
              <a:gd name="connsiteY1" fmla="*/ 0 h 6482610"/>
              <a:gd name="connsiteX2" fmla="*/ 6004772 w 6276060"/>
              <a:gd name="connsiteY2" fmla="*/ 4206505 h 6482610"/>
              <a:gd name="connsiteX3" fmla="*/ 2936346 w 6276060"/>
              <a:gd name="connsiteY3" fmla="*/ 6472451 h 6482610"/>
              <a:gd name="connsiteX4" fmla="*/ 0 w 6276060"/>
              <a:gd name="connsiteY4" fmla="*/ 6482610 h 6482610"/>
              <a:gd name="connsiteX5" fmla="*/ 0 w 6276060"/>
              <a:gd name="connsiteY5" fmla="*/ 10161 h 6482610"/>
              <a:gd name="connsiteX0" fmla="*/ 0 w 6303818"/>
              <a:gd name="connsiteY0" fmla="*/ 10161 h 6482610"/>
              <a:gd name="connsiteX1" fmla="*/ 4961574 w 6303818"/>
              <a:gd name="connsiteY1" fmla="*/ 0 h 6482610"/>
              <a:gd name="connsiteX2" fmla="*/ 6045412 w 6303818"/>
              <a:gd name="connsiteY2" fmla="*/ 4216665 h 6482610"/>
              <a:gd name="connsiteX3" fmla="*/ 2936346 w 6303818"/>
              <a:gd name="connsiteY3" fmla="*/ 6472451 h 6482610"/>
              <a:gd name="connsiteX4" fmla="*/ 0 w 6303818"/>
              <a:gd name="connsiteY4" fmla="*/ 6482610 h 6482610"/>
              <a:gd name="connsiteX5" fmla="*/ 0 w 6303818"/>
              <a:gd name="connsiteY5" fmla="*/ 10161 h 6482610"/>
              <a:gd name="connsiteX0" fmla="*/ 0 w 6317252"/>
              <a:gd name="connsiteY0" fmla="*/ 10161 h 6482610"/>
              <a:gd name="connsiteX1" fmla="*/ 4961574 w 6317252"/>
              <a:gd name="connsiteY1" fmla="*/ 0 h 6482610"/>
              <a:gd name="connsiteX2" fmla="*/ 6045412 w 6317252"/>
              <a:gd name="connsiteY2" fmla="*/ 4216665 h 6482610"/>
              <a:gd name="connsiteX3" fmla="*/ 2936346 w 6317252"/>
              <a:gd name="connsiteY3" fmla="*/ 6472451 h 6482610"/>
              <a:gd name="connsiteX4" fmla="*/ 0 w 6317252"/>
              <a:gd name="connsiteY4" fmla="*/ 6482610 h 6482610"/>
              <a:gd name="connsiteX5" fmla="*/ 0 w 6317252"/>
              <a:gd name="connsiteY5" fmla="*/ 10161 h 6482610"/>
              <a:gd name="connsiteX0" fmla="*/ 0 w 6303818"/>
              <a:gd name="connsiteY0" fmla="*/ 10161 h 6482610"/>
              <a:gd name="connsiteX1" fmla="*/ 4961574 w 6303818"/>
              <a:gd name="connsiteY1" fmla="*/ 0 h 6482610"/>
              <a:gd name="connsiteX2" fmla="*/ 6045412 w 6303818"/>
              <a:gd name="connsiteY2" fmla="*/ 4216665 h 6482610"/>
              <a:gd name="connsiteX3" fmla="*/ 2936346 w 6303818"/>
              <a:gd name="connsiteY3" fmla="*/ 6472451 h 6482610"/>
              <a:gd name="connsiteX4" fmla="*/ 0 w 6303818"/>
              <a:gd name="connsiteY4" fmla="*/ 6482610 h 6482610"/>
              <a:gd name="connsiteX5" fmla="*/ 0 w 6303818"/>
              <a:gd name="connsiteY5" fmla="*/ 10161 h 6482610"/>
              <a:gd name="connsiteX0" fmla="*/ 0 w 6317252"/>
              <a:gd name="connsiteY0" fmla="*/ 10161 h 6482610"/>
              <a:gd name="connsiteX1" fmla="*/ 4961574 w 6317252"/>
              <a:gd name="connsiteY1" fmla="*/ 0 h 6482610"/>
              <a:gd name="connsiteX2" fmla="*/ 6045412 w 6317252"/>
              <a:gd name="connsiteY2" fmla="*/ 4216665 h 6482610"/>
              <a:gd name="connsiteX3" fmla="*/ 2936346 w 6317252"/>
              <a:gd name="connsiteY3" fmla="*/ 6472451 h 6482610"/>
              <a:gd name="connsiteX4" fmla="*/ 0 w 6317252"/>
              <a:gd name="connsiteY4" fmla="*/ 6482610 h 6482610"/>
              <a:gd name="connsiteX5" fmla="*/ 0 w 6317252"/>
              <a:gd name="connsiteY5" fmla="*/ 10161 h 6482610"/>
              <a:gd name="connsiteX0" fmla="*/ 0 w 6299936"/>
              <a:gd name="connsiteY0" fmla="*/ 10161 h 6482610"/>
              <a:gd name="connsiteX1" fmla="*/ 4961574 w 6299936"/>
              <a:gd name="connsiteY1" fmla="*/ 0 h 6482610"/>
              <a:gd name="connsiteX2" fmla="*/ 6020245 w 6299936"/>
              <a:gd name="connsiteY2" fmla="*/ 4216665 h 6482610"/>
              <a:gd name="connsiteX3" fmla="*/ 2936346 w 6299936"/>
              <a:gd name="connsiteY3" fmla="*/ 6472451 h 6482610"/>
              <a:gd name="connsiteX4" fmla="*/ 0 w 6299936"/>
              <a:gd name="connsiteY4" fmla="*/ 6482610 h 6482610"/>
              <a:gd name="connsiteX5" fmla="*/ 0 w 6299936"/>
              <a:gd name="connsiteY5" fmla="*/ 10161 h 6482610"/>
              <a:gd name="connsiteX0" fmla="*/ 0 w 6267165"/>
              <a:gd name="connsiteY0" fmla="*/ 10161 h 6489229"/>
              <a:gd name="connsiteX1" fmla="*/ 4961574 w 6267165"/>
              <a:gd name="connsiteY1" fmla="*/ 0 h 6489229"/>
              <a:gd name="connsiteX2" fmla="*/ 6020245 w 6267165"/>
              <a:gd name="connsiteY2" fmla="*/ 4216665 h 6489229"/>
              <a:gd name="connsiteX3" fmla="*/ 2835678 w 6267165"/>
              <a:gd name="connsiteY3" fmla="*/ 6489229 h 6489229"/>
              <a:gd name="connsiteX4" fmla="*/ 0 w 6267165"/>
              <a:gd name="connsiteY4" fmla="*/ 6482610 h 6489229"/>
              <a:gd name="connsiteX5" fmla="*/ 0 w 6267165"/>
              <a:gd name="connsiteY5" fmla="*/ 10161 h 6489229"/>
              <a:gd name="connsiteX0" fmla="*/ 0 w 6295968"/>
              <a:gd name="connsiteY0" fmla="*/ 10161 h 6489229"/>
              <a:gd name="connsiteX1" fmla="*/ 4961574 w 6295968"/>
              <a:gd name="connsiteY1" fmla="*/ 0 h 6489229"/>
              <a:gd name="connsiteX2" fmla="*/ 6062190 w 6295968"/>
              <a:gd name="connsiteY2" fmla="*/ 4107608 h 6489229"/>
              <a:gd name="connsiteX3" fmla="*/ 2835678 w 6295968"/>
              <a:gd name="connsiteY3" fmla="*/ 6489229 h 6489229"/>
              <a:gd name="connsiteX4" fmla="*/ 0 w 6295968"/>
              <a:gd name="connsiteY4" fmla="*/ 6482610 h 6489229"/>
              <a:gd name="connsiteX5" fmla="*/ 0 w 6295968"/>
              <a:gd name="connsiteY5" fmla="*/ 10161 h 6489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95968" h="6489229">
                <a:moveTo>
                  <a:pt x="0" y="10161"/>
                </a:moveTo>
                <a:lnTo>
                  <a:pt x="4961574" y="0"/>
                </a:lnTo>
                <a:cubicBezTo>
                  <a:pt x="6577772" y="1459654"/>
                  <a:pt x="6416506" y="3026070"/>
                  <a:pt x="6062190" y="4107608"/>
                </a:cubicBezTo>
                <a:cubicBezTo>
                  <a:pt x="5707874" y="5189146"/>
                  <a:pt x="4550090" y="6306349"/>
                  <a:pt x="2835678" y="6489229"/>
                </a:cubicBezTo>
                <a:lnTo>
                  <a:pt x="0" y="6482610"/>
                </a:lnTo>
                <a:lnTo>
                  <a:pt x="0" y="10161"/>
                </a:lnTo>
                <a:close/>
              </a:path>
            </a:pathLst>
          </a:custGeom>
        </p:spPr>
        <p:txBody>
          <a:bodyPr/>
          <a:lstStyle/>
          <a:p>
            <a:endParaRPr lang="en-IN"/>
          </a:p>
        </p:txBody>
      </p:sp>
      <p:sp>
        <p:nvSpPr>
          <p:cNvPr id="6" name="Title 1">
            <a:extLst>
              <a:ext uri="{FF2B5EF4-FFF2-40B4-BE49-F238E27FC236}">
                <a16:creationId xmlns:a16="http://schemas.microsoft.com/office/drawing/2014/main" id="{7B6A8123-506A-0865-AB94-A2207641AC8C}"/>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7" name="Rectangle 6">
            <a:extLst>
              <a:ext uri="{FF2B5EF4-FFF2-40B4-BE49-F238E27FC236}">
                <a16:creationId xmlns:a16="http://schemas.microsoft.com/office/drawing/2014/main" id="{D60AFFB5-3AED-8612-37BC-EAB3C6E0800F}"/>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4BBCE8C8-8FF1-ABEF-884F-7F80F4D743E4}"/>
              </a:ext>
            </a:extLst>
          </p:cNvPr>
          <p:cNvSpPr/>
          <p:nvPr userDrawn="1"/>
        </p:nvSpPr>
        <p:spPr>
          <a:xfrm>
            <a:off x="2133600" y="1958697"/>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3279B870-F6B4-628E-51FC-C98DD95C444D}"/>
              </a:ext>
            </a:extLst>
          </p:cNvPr>
          <p:cNvSpPr/>
          <p:nvPr userDrawn="1"/>
        </p:nvSpPr>
        <p:spPr>
          <a:xfrm>
            <a:off x="2133600" y="2906460"/>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4F6F51E1-0D27-5751-5AE0-EEA5852C34FE}"/>
              </a:ext>
            </a:extLst>
          </p:cNvPr>
          <p:cNvSpPr/>
          <p:nvPr userDrawn="1"/>
        </p:nvSpPr>
        <p:spPr>
          <a:xfrm>
            <a:off x="2133600" y="3854223"/>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922D180F-CDD9-9E6F-F4DC-1D36559C7FE7}"/>
              </a:ext>
            </a:extLst>
          </p:cNvPr>
          <p:cNvSpPr/>
          <p:nvPr userDrawn="1"/>
        </p:nvSpPr>
        <p:spPr>
          <a:xfrm>
            <a:off x="2133600" y="4801985"/>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Content Placeholder 50">
            <a:extLst>
              <a:ext uri="{FF2B5EF4-FFF2-40B4-BE49-F238E27FC236}">
                <a16:creationId xmlns:a16="http://schemas.microsoft.com/office/drawing/2014/main" id="{FDCAE5CE-F9E8-D464-306C-C73CA8A9B1B5}"/>
              </a:ext>
            </a:extLst>
          </p:cNvPr>
          <p:cNvSpPr>
            <a:spLocks noGrp="1"/>
          </p:cNvSpPr>
          <p:nvPr>
            <p:ph sz="quarter" idx="14" hasCustomPrompt="1"/>
          </p:nvPr>
        </p:nvSpPr>
        <p:spPr>
          <a:xfrm>
            <a:off x="4536599" y="1890536"/>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a:t>01</a:t>
            </a:r>
            <a:endParaRPr lang="en-IN"/>
          </a:p>
        </p:txBody>
      </p:sp>
      <p:sp>
        <p:nvSpPr>
          <p:cNvPr id="79" name="Content Placeholder 50">
            <a:extLst>
              <a:ext uri="{FF2B5EF4-FFF2-40B4-BE49-F238E27FC236}">
                <a16:creationId xmlns:a16="http://schemas.microsoft.com/office/drawing/2014/main" id="{A97061D2-4941-91EE-E837-F1043807B992}"/>
              </a:ext>
            </a:extLst>
          </p:cNvPr>
          <p:cNvSpPr>
            <a:spLocks noGrp="1"/>
          </p:cNvSpPr>
          <p:nvPr>
            <p:ph sz="quarter" idx="15" hasCustomPrompt="1"/>
          </p:nvPr>
        </p:nvSpPr>
        <p:spPr>
          <a:xfrm>
            <a:off x="4544561" y="2838578"/>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a:t>02</a:t>
            </a:r>
            <a:endParaRPr lang="en-IN"/>
          </a:p>
        </p:txBody>
      </p:sp>
      <p:sp>
        <p:nvSpPr>
          <p:cNvPr id="80" name="Content Placeholder 50">
            <a:extLst>
              <a:ext uri="{FF2B5EF4-FFF2-40B4-BE49-F238E27FC236}">
                <a16:creationId xmlns:a16="http://schemas.microsoft.com/office/drawing/2014/main" id="{32BFEA47-006D-C0B3-955B-EA46F126A4B5}"/>
              </a:ext>
            </a:extLst>
          </p:cNvPr>
          <p:cNvSpPr>
            <a:spLocks noGrp="1"/>
          </p:cNvSpPr>
          <p:nvPr>
            <p:ph sz="quarter" idx="16" hasCustomPrompt="1"/>
          </p:nvPr>
        </p:nvSpPr>
        <p:spPr>
          <a:xfrm>
            <a:off x="4511669" y="3788361"/>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a:t>03</a:t>
            </a:r>
            <a:endParaRPr lang="en-IN"/>
          </a:p>
        </p:txBody>
      </p:sp>
      <p:sp>
        <p:nvSpPr>
          <p:cNvPr id="81" name="Content Placeholder 50">
            <a:extLst>
              <a:ext uri="{FF2B5EF4-FFF2-40B4-BE49-F238E27FC236}">
                <a16:creationId xmlns:a16="http://schemas.microsoft.com/office/drawing/2014/main" id="{FEE7EDF9-F39F-9CE3-B606-01ED62D0220C}"/>
              </a:ext>
            </a:extLst>
          </p:cNvPr>
          <p:cNvSpPr>
            <a:spLocks noGrp="1"/>
          </p:cNvSpPr>
          <p:nvPr>
            <p:ph sz="quarter" idx="17" hasCustomPrompt="1"/>
          </p:nvPr>
        </p:nvSpPr>
        <p:spPr>
          <a:xfrm>
            <a:off x="4530481" y="4751630"/>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a:t>04</a:t>
            </a:r>
            <a:endParaRPr lang="en-IN"/>
          </a:p>
        </p:txBody>
      </p:sp>
      <p:sp>
        <p:nvSpPr>
          <p:cNvPr id="83" name="Text Placeholder 37">
            <a:extLst>
              <a:ext uri="{FF2B5EF4-FFF2-40B4-BE49-F238E27FC236}">
                <a16:creationId xmlns:a16="http://schemas.microsoft.com/office/drawing/2014/main" id="{BC19F703-56FB-2261-A61F-F258FEF22B05}"/>
              </a:ext>
            </a:extLst>
          </p:cNvPr>
          <p:cNvSpPr>
            <a:spLocks noGrp="1"/>
          </p:cNvSpPr>
          <p:nvPr>
            <p:ph type="body" sz="quarter" idx="21" hasCustomPrompt="1"/>
          </p:nvPr>
        </p:nvSpPr>
        <p:spPr>
          <a:xfrm>
            <a:off x="5500426" y="2101804"/>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84" name="Text Placeholder 37">
            <a:extLst>
              <a:ext uri="{FF2B5EF4-FFF2-40B4-BE49-F238E27FC236}">
                <a16:creationId xmlns:a16="http://schemas.microsoft.com/office/drawing/2014/main" id="{298392FB-6B4D-EA43-EAC9-9078A913EC52}"/>
              </a:ext>
            </a:extLst>
          </p:cNvPr>
          <p:cNvSpPr>
            <a:spLocks noGrp="1"/>
          </p:cNvSpPr>
          <p:nvPr>
            <p:ph type="body" sz="quarter" idx="22" hasCustomPrompt="1"/>
          </p:nvPr>
        </p:nvSpPr>
        <p:spPr>
          <a:xfrm>
            <a:off x="5500425" y="3074795"/>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6" name="Text Placeholder 37">
            <a:extLst>
              <a:ext uri="{FF2B5EF4-FFF2-40B4-BE49-F238E27FC236}">
                <a16:creationId xmlns:a16="http://schemas.microsoft.com/office/drawing/2014/main" id="{8F55CB87-18A7-DC73-05FF-DD116AE8E48B}"/>
              </a:ext>
            </a:extLst>
          </p:cNvPr>
          <p:cNvSpPr>
            <a:spLocks noGrp="1"/>
          </p:cNvSpPr>
          <p:nvPr>
            <p:ph type="body" sz="quarter" idx="23" hasCustomPrompt="1"/>
          </p:nvPr>
        </p:nvSpPr>
        <p:spPr>
          <a:xfrm>
            <a:off x="5500426" y="4000605"/>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7" name="Text Placeholder 37">
            <a:extLst>
              <a:ext uri="{FF2B5EF4-FFF2-40B4-BE49-F238E27FC236}">
                <a16:creationId xmlns:a16="http://schemas.microsoft.com/office/drawing/2014/main" id="{9AC48981-1831-177D-E35E-A52CECE6685E}"/>
              </a:ext>
            </a:extLst>
          </p:cNvPr>
          <p:cNvSpPr>
            <a:spLocks noGrp="1"/>
          </p:cNvSpPr>
          <p:nvPr>
            <p:ph type="body" sz="quarter" idx="24" hasCustomPrompt="1"/>
          </p:nvPr>
        </p:nvSpPr>
        <p:spPr>
          <a:xfrm>
            <a:off x="5500425" y="4973596"/>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85" name="Text Placeholder 37">
            <a:extLst>
              <a:ext uri="{FF2B5EF4-FFF2-40B4-BE49-F238E27FC236}">
                <a16:creationId xmlns:a16="http://schemas.microsoft.com/office/drawing/2014/main" id="{DB4417A2-59BE-E1EA-191B-F8A6C4EE8E38}"/>
              </a:ext>
            </a:extLst>
          </p:cNvPr>
          <p:cNvSpPr>
            <a:spLocks noGrp="1"/>
          </p:cNvSpPr>
          <p:nvPr>
            <p:ph type="body" sz="quarter" idx="20" hasCustomPrompt="1"/>
          </p:nvPr>
        </p:nvSpPr>
        <p:spPr>
          <a:xfrm>
            <a:off x="2812026" y="2113884"/>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Heading 1</a:t>
            </a:r>
            <a:endParaRPr lang="en-IN"/>
          </a:p>
        </p:txBody>
      </p:sp>
      <p:sp>
        <p:nvSpPr>
          <p:cNvPr id="22" name="Text Placeholder 37">
            <a:extLst>
              <a:ext uri="{FF2B5EF4-FFF2-40B4-BE49-F238E27FC236}">
                <a16:creationId xmlns:a16="http://schemas.microsoft.com/office/drawing/2014/main" id="{F9B33DDC-B06D-9DE9-0E02-B12036AE88A3}"/>
              </a:ext>
            </a:extLst>
          </p:cNvPr>
          <p:cNvSpPr>
            <a:spLocks noGrp="1"/>
          </p:cNvSpPr>
          <p:nvPr>
            <p:ph type="body" sz="quarter" idx="26" hasCustomPrompt="1"/>
          </p:nvPr>
        </p:nvSpPr>
        <p:spPr>
          <a:xfrm>
            <a:off x="2812025" y="3081103"/>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Heading 2</a:t>
            </a:r>
            <a:endParaRPr lang="en-IN"/>
          </a:p>
        </p:txBody>
      </p:sp>
      <p:sp>
        <p:nvSpPr>
          <p:cNvPr id="23" name="Text Placeholder 37">
            <a:extLst>
              <a:ext uri="{FF2B5EF4-FFF2-40B4-BE49-F238E27FC236}">
                <a16:creationId xmlns:a16="http://schemas.microsoft.com/office/drawing/2014/main" id="{E631A40E-2E83-ABBE-2268-0292550C3DCC}"/>
              </a:ext>
            </a:extLst>
          </p:cNvPr>
          <p:cNvSpPr>
            <a:spLocks noGrp="1"/>
          </p:cNvSpPr>
          <p:nvPr>
            <p:ph type="body" sz="quarter" idx="27" hasCustomPrompt="1"/>
          </p:nvPr>
        </p:nvSpPr>
        <p:spPr>
          <a:xfrm>
            <a:off x="2804550" y="4018457"/>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Heading 3</a:t>
            </a:r>
            <a:endParaRPr lang="en-IN"/>
          </a:p>
        </p:txBody>
      </p:sp>
      <p:sp>
        <p:nvSpPr>
          <p:cNvPr id="24" name="Text Placeholder 37">
            <a:extLst>
              <a:ext uri="{FF2B5EF4-FFF2-40B4-BE49-F238E27FC236}">
                <a16:creationId xmlns:a16="http://schemas.microsoft.com/office/drawing/2014/main" id="{245D9F7D-BC32-4224-3B60-1D70794453B3}"/>
              </a:ext>
            </a:extLst>
          </p:cNvPr>
          <p:cNvSpPr>
            <a:spLocks noGrp="1"/>
          </p:cNvSpPr>
          <p:nvPr>
            <p:ph type="body" sz="quarter" idx="28" hasCustomPrompt="1"/>
          </p:nvPr>
        </p:nvSpPr>
        <p:spPr>
          <a:xfrm>
            <a:off x="2804549" y="4985676"/>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Heading 4</a:t>
            </a:r>
            <a:endParaRPr lang="en-IN"/>
          </a:p>
        </p:txBody>
      </p:sp>
      <p:sp>
        <p:nvSpPr>
          <p:cNvPr id="88" name="Content Placeholder 78">
            <a:extLst>
              <a:ext uri="{FF2B5EF4-FFF2-40B4-BE49-F238E27FC236}">
                <a16:creationId xmlns:a16="http://schemas.microsoft.com/office/drawing/2014/main" id="{EDA7EE76-DC14-3403-AADB-553132E2EF20}"/>
              </a:ext>
            </a:extLst>
          </p:cNvPr>
          <p:cNvSpPr>
            <a:spLocks noGrp="1"/>
          </p:cNvSpPr>
          <p:nvPr>
            <p:ph sz="quarter" idx="30" hasCustomPrompt="1"/>
          </p:nvPr>
        </p:nvSpPr>
        <p:spPr>
          <a:xfrm>
            <a:off x="2241083" y="2049667"/>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a:t>Icon</a:t>
            </a:r>
            <a:endParaRPr lang="en-IN"/>
          </a:p>
        </p:txBody>
      </p:sp>
      <p:sp>
        <p:nvSpPr>
          <p:cNvPr id="89" name="Content Placeholder 78">
            <a:extLst>
              <a:ext uri="{FF2B5EF4-FFF2-40B4-BE49-F238E27FC236}">
                <a16:creationId xmlns:a16="http://schemas.microsoft.com/office/drawing/2014/main" id="{7B0E5D52-75D1-A6B9-AF3E-B1FF53A23079}"/>
              </a:ext>
            </a:extLst>
          </p:cNvPr>
          <p:cNvSpPr>
            <a:spLocks noGrp="1"/>
          </p:cNvSpPr>
          <p:nvPr>
            <p:ph sz="quarter" idx="31" hasCustomPrompt="1"/>
          </p:nvPr>
        </p:nvSpPr>
        <p:spPr>
          <a:xfrm>
            <a:off x="2241083" y="3000333"/>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a:t>Icon</a:t>
            </a:r>
            <a:endParaRPr lang="en-IN"/>
          </a:p>
        </p:txBody>
      </p:sp>
      <p:sp>
        <p:nvSpPr>
          <p:cNvPr id="26" name="Content Placeholder 78">
            <a:extLst>
              <a:ext uri="{FF2B5EF4-FFF2-40B4-BE49-F238E27FC236}">
                <a16:creationId xmlns:a16="http://schemas.microsoft.com/office/drawing/2014/main" id="{F607488F-018D-7346-4C74-5BC24BD9E5BD}"/>
              </a:ext>
            </a:extLst>
          </p:cNvPr>
          <p:cNvSpPr>
            <a:spLocks noGrp="1"/>
          </p:cNvSpPr>
          <p:nvPr>
            <p:ph sz="quarter" idx="32" hasCustomPrompt="1"/>
          </p:nvPr>
        </p:nvSpPr>
        <p:spPr>
          <a:xfrm>
            <a:off x="2241083" y="3954949"/>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a:t>Icon</a:t>
            </a:r>
            <a:endParaRPr lang="en-IN"/>
          </a:p>
        </p:txBody>
      </p:sp>
      <p:sp>
        <p:nvSpPr>
          <p:cNvPr id="27" name="Content Placeholder 78">
            <a:extLst>
              <a:ext uri="{FF2B5EF4-FFF2-40B4-BE49-F238E27FC236}">
                <a16:creationId xmlns:a16="http://schemas.microsoft.com/office/drawing/2014/main" id="{EA33B7F1-7263-8A3A-206E-03E63D199724}"/>
              </a:ext>
            </a:extLst>
          </p:cNvPr>
          <p:cNvSpPr>
            <a:spLocks noGrp="1"/>
          </p:cNvSpPr>
          <p:nvPr>
            <p:ph sz="quarter" idx="33" hasCustomPrompt="1"/>
          </p:nvPr>
        </p:nvSpPr>
        <p:spPr>
          <a:xfrm>
            <a:off x="2241083" y="4905615"/>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a:t>Icon</a:t>
            </a:r>
            <a:endParaRPr lang="en-IN"/>
          </a:p>
        </p:txBody>
      </p:sp>
    </p:spTree>
    <p:extLst>
      <p:ext uri="{BB962C8B-B14F-4D97-AF65-F5344CB8AC3E}">
        <p14:creationId xmlns:p14="http://schemas.microsoft.com/office/powerpoint/2010/main" val="3801143942"/>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1_Objective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FEFD0C3-9018-32A5-E7A1-5CA1E3CD9FC5}"/>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7" name="Rectangle 6">
            <a:extLst>
              <a:ext uri="{FF2B5EF4-FFF2-40B4-BE49-F238E27FC236}">
                <a16:creationId xmlns:a16="http://schemas.microsoft.com/office/drawing/2014/main" id="{46307A03-750A-7422-8C8B-F4FCFF4D22ED}"/>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71EEE1AB-0FB0-4BE4-0920-C095C792A366}"/>
              </a:ext>
            </a:extLst>
          </p:cNvPr>
          <p:cNvSpPr/>
          <p:nvPr userDrawn="1"/>
        </p:nvSpPr>
        <p:spPr>
          <a:xfrm>
            <a:off x="4063908" y="3314102"/>
            <a:ext cx="3872616" cy="808305"/>
          </a:xfrm>
          <a:prstGeom prst="roundRect">
            <a:avLst>
              <a:gd name="adj" fmla="val 50000"/>
            </a:avLst>
          </a:prstGeom>
          <a:solidFill>
            <a:schemeClr val="tx2"/>
          </a:solidFill>
          <a:effectLst/>
        </p:spPr>
        <p:txBody>
          <a:bodyPr wrap="square" lIns="1440000" tIns="0" rIns="0" bIns="0" anchor="ctr" anchorCtr="0">
            <a:noAutofit/>
          </a:bodyPr>
          <a:lstStyle/>
          <a:p>
            <a:endParaRPr lang="en-US" sz="2000" b="1">
              <a:solidFill>
                <a:schemeClr val="bg1"/>
              </a:solidFill>
              <a:latin typeface="Segoe UI" panose="020B0502040204020203" pitchFamily="34" charset="0"/>
              <a:cs typeface="Segoe UI" panose="020B0502040204020203" pitchFamily="34" charset="0"/>
            </a:endParaRPr>
          </a:p>
        </p:txBody>
      </p:sp>
      <p:sp>
        <p:nvSpPr>
          <p:cNvPr id="18" name="Rectangle: Rounded Corners 17">
            <a:extLst>
              <a:ext uri="{FF2B5EF4-FFF2-40B4-BE49-F238E27FC236}">
                <a16:creationId xmlns:a16="http://schemas.microsoft.com/office/drawing/2014/main" id="{0CF8D045-EC67-3A42-DF00-773E470DE925}"/>
              </a:ext>
            </a:extLst>
          </p:cNvPr>
          <p:cNvSpPr/>
          <p:nvPr userDrawn="1"/>
        </p:nvSpPr>
        <p:spPr>
          <a:xfrm>
            <a:off x="3319858" y="5089531"/>
            <a:ext cx="4630341" cy="808305"/>
          </a:xfrm>
          <a:prstGeom prst="roundRect">
            <a:avLst>
              <a:gd name="adj" fmla="val 50000"/>
            </a:avLst>
          </a:prstGeom>
          <a:solidFill>
            <a:schemeClr val="accent1"/>
          </a:solidFill>
          <a:effectLst/>
        </p:spPr>
        <p:txBody>
          <a:bodyPr wrap="square" lIns="1440000" tIns="0" rIns="0" bIns="0" anchor="ctr" anchorCtr="0">
            <a:noAutofit/>
          </a:bodyPr>
          <a:lstStyle/>
          <a:p>
            <a:endParaRPr lang="en-US" sz="2000" b="1">
              <a:solidFill>
                <a:schemeClr val="bg1"/>
              </a:solidFill>
              <a:latin typeface="Segoe UI" panose="020B0502040204020203" pitchFamily="34" charset="0"/>
              <a:cs typeface="Segoe UI" panose="020B0502040204020203" pitchFamily="34" charset="0"/>
            </a:endParaRPr>
          </a:p>
        </p:txBody>
      </p:sp>
      <p:sp>
        <p:nvSpPr>
          <p:cNvPr id="19" name="Rectangle: Rounded Corners 18">
            <a:extLst>
              <a:ext uri="{FF2B5EF4-FFF2-40B4-BE49-F238E27FC236}">
                <a16:creationId xmlns:a16="http://schemas.microsoft.com/office/drawing/2014/main" id="{D4EC984A-88CB-374B-254E-79EDBD342641}"/>
              </a:ext>
            </a:extLst>
          </p:cNvPr>
          <p:cNvSpPr/>
          <p:nvPr userDrawn="1"/>
        </p:nvSpPr>
        <p:spPr>
          <a:xfrm>
            <a:off x="3319858" y="1536102"/>
            <a:ext cx="4630341" cy="808305"/>
          </a:xfrm>
          <a:prstGeom prst="roundRect">
            <a:avLst>
              <a:gd name="adj" fmla="val 50000"/>
            </a:avLst>
          </a:prstGeom>
          <a:solidFill>
            <a:schemeClr val="accent2"/>
          </a:solidFill>
          <a:effectLst/>
        </p:spPr>
        <p:txBody>
          <a:bodyPr wrap="square" lIns="1440000" tIns="0" rIns="0" bIns="0" anchor="ctr" anchorCtr="0">
            <a:noAutofit/>
          </a:bodyPr>
          <a:lstStyle/>
          <a:p>
            <a:endParaRPr lang="en-US" sz="2000" b="1">
              <a:solidFill>
                <a:schemeClr val="bg1"/>
              </a:solidFill>
              <a:latin typeface="Segoe UI" panose="020B0502040204020203" pitchFamily="34" charset="0"/>
              <a:cs typeface="Segoe UI" panose="020B0502040204020203" pitchFamily="34" charset="0"/>
            </a:endParaRPr>
          </a:p>
        </p:txBody>
      </p:sp>
      <p:sp>
        <p:nvSpPr>
          <p:cNvPr id="20" name="Oval 19">
            <a:extLst>
              <a:ext uri="{FF2B5EF4-FFF2-40B4-BE49-F238E27FC236}">
                <a16:creationId xmlns:a16="http://schemas.microsoft.com/office/drawing/2014/main" id="{0D39F2EB-70C5-C952-B5F4-5AC6B7BD34EE}"/>
              </a:ext>
            </a:extLst>
          </p:cNvPr>
          <p:cNvSpPr>
            <a:spLocks noChangeArrowheads="1"/>
          </p:cNvSpPr>
          <p:nvPr userDrawn="1"/>
        </p:nvSpPr>
        <p:spPr bwMode="auto">
          <a:xfrm>
            <a:off x="3122973" y="1256124"/>
            <a:ext cx="1583409" cy="1583409"/>
          </a:xfrm>
          <a:prstGeom prst="ellipse">
            <a:avLst/>
          </a:prstGeom>
          <a:solidFill>
            <a:schemeClr val="bg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1" name="Oval 20">
            <a:extLst>
              <a:ext uri="{FF2B5EF4-FFF2-40B4-BE49-F238E27FC236}">
                <a16:creationId xmlns:a16="http://schemas.microsoft.com/office/drawing/2014/main" id="{3DA05484-BAFF-578C-162D-ACC73CD4FC22}"/>
              </a:ext>
            </a:extLst>
          </p:cNvPr>
          <p:cNvSpPr>
            <a:spLocks noChangeArrowheads="1"/>
          </p:cNvSpPr>
          <p:nvPr userDrawn="1"/>
        </p:nvSpPr>
        <p:spPr bwMode="auto">
          <a:xfrm>
            <a:off x="3852041" y="2923714"/>
            <a:ext cx="1583409" cy="1583409"/>
          </a:xfrm>
          <a:prstGeom prst="ellipse">
            <a:avLst/>
          </a:prstGeom>
          <a:solidFill>
            <a:schemeClr val="bg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2" name="Oval 21">
            <a:extLst>
              <a:ext uri="{FF2B5EF4-FFF2-40B4-BE49-F238E27FC236}">
                <a16:creationId xmlns:a16="http://schemas.microsoft.com/office/drawing/2014/main" id="{8CE99E17-476C-F159-EDFD-9218E84F8310}"/>
              </a:ext>
            </a:extLst>
          </p:cNvPr>
          <p:cNvSpPr>
            <a:spLocks noChangeArrowheads="1"/>
          </p:cNvSpPr>
          <p:nvPr userDrawn="1"/>
        </p:nvSpPr>
        <p:spPr bwMode="auto">
          <a:xfrm>
            <a:off x="3115053" y="4794814"/>
            <a:ext cx="1580659" cy="1583409"/>
          </a:xfrm>
          <a:prstGeom prst="ellipse">
            <a:avLst/>
          </a:prstGeom>
          <a:solidFill>
            <a:schemeClr val="bg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3" name="Oval 22">
            <a:extLst>
              <a:ext uri="{FF2B5EF4-FFF2-40B4-BE49-F238E27FC236}">
                <a16:creationId xmlns:a16="http://schemas.microsoft.com/office/drawing/2014/main" id="{2BE51A22-90F6-2E68-DEF6-39D3DC8EFC87}"/>
              </a:ext>
            </a:extLst>
          </p:cNvPr>
          <p:cNvSpPr>
            <a:spLocks noChangeArrowheads="1"/>
          </p:cNvSpPr>
          <p:nvPr userDrawn="1"/>
        </p:nvSpPr>
        <p:spPr bwMode="auto">
          <a:xfrm>
            <a:off x="546100" y="2133366"/>
            <a:ext cx="3166175" cy="3166176"/>
          </a:xfrm>
          <a:prstGeom prst="ellipse">
            <a:avLst/>
          </a:prstGeom>
          <a:solidFill>
            <a:schemeClr val="accent1"/>
          </a:solidFill>
          <a:ln w="15875" cap="flat">
            <a:noFill/>
            <a:prstDash val="solid"/>
            <a:miter lim="800000"/>
            <a:headEnd/>
            <a:tailEnd/>
          </a:ln>
          <a:effectLst>
            <a:outerShdw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4" name="Oval 23">
            <a:extLst>
              <a:ext uri="{FF2B5EF4-FFF2-40B4-BE49-F238E27FC236}">
                <a16:creationId xmlns:a16="http://schemas.microsoft.com/office/drawing/2014/main" id="{A7FE4D61-5471-89BE-6360-3E15DAD22A8F}"/>
              </a:ext>
            </a:extLst>
          </p:cNvPr>
          <p:cNvSpPr>
            <a:spLocks noChangeArrowheads="1"/>
          </p:cNvSpPr>
          <p:nvPr userDrawn="1"/>
        </p:nvSpPr>
        <p:spPr bwMode="auto">
          <a:xfrm>
            <a:off x="806334" y="2391534"/>
            <a:ext cx="2645708" cy="2649839"/>
          </a:xfrm>
          <a:prstGeom prst="ellipse">
            <a:avLst/>
          </a:prstGeom>
          <a:solidFill>
            <a:schemeClr val="tx2"/>
          </a:solidFill>
          <a:ln w="38100" cap="flat">
            <a:noFill/>
            <a:prstDash val="solid"/>
            <a:miter lim="800000"/>
            <a:headEnd/>
            <a:tailEnd/>
          </a:ln>
          <a:effectLst>
            <a:outerShdw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5" name="Oval 24">
            <a:extLst>
              <a:ext uri="{FF2B5EF4-FFF2-40B4-BE49-F238E27FC236}">
                <a16:creationId xmlns:a16="http://schemas.microsoft.com/office/drawing/2014/main" id="{39BFFB99-D941-1CF4-DC56-89A2F4BCB43E}"/>
              </a:ext>
            </a:extLst>
          </p:cNvPr>
          <p:cNvSpPr>
            <a:spLocks noChangeArrowheads="1"/>
          </p:cNvSpPr>
          <p:nvPr userDrawn="1"/>
        </p:nvSpPr>
        <p:spPr bwMode="auto">
          <a:xfrm>
            <a:off x="1064502" y="2651767"/>
            <a:ext cx="2129371" cy="2129372"/>
          </a:xfrm>
          <a:prstGeom prst="ellipse">
            <a:avLst/>
          </a:prstGeom>
          <a:solidFill>
            <a:schemeClr val="accent2"/>
          </a:solidFill>
          <a:ln w="38100" cap="flat">
            <a:noFill/>
            <a:prstDash val="solid"/>
            <a:miter lim="800000"/>
            <a:headEnd/>
            <a:tailEnd/>
          </a:ln>
          <a:effectLst>
            <a:outerShdw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6" name="Oval 25">
            <a:extLst>
              <a:ext uri="{FF2B5EF4-FFF2-40B4-BE49-F238E27FC236}">
                <a16:creationId xmlns:a16="http://schemas.microsoft.com/office/drawing/2014/main" id="{E7F1134B-5CC6-4514-273E-8DC8F06AC2A5}"/>
              </a:ext>
            </a:extLst>
          </p:cNvPr>
          <p:cNvSpPr>
            <a:spLocks noChangeArrowheads="1"/>
          </p:cNvSpPr>
          <p:nvPr userDrawn="1"/>
        </p:nvSpPr>
        <p:spPr bwMode="auto">
          <a:xfrm>
            <a:off x="1328865" y="2916132"/>
            <a:ext cx="1600643" cy="1600644"/>
          </a:xfrm>
          <a:prstGeom prst="ellipse">
            <a:avLst/>
          </a:prstGeom>
          <a:solidFill>
            <a:sysClr val="window" lastClr="FFFFFF"/>
          </a:solidFill>
          <a:ln w="15875" cap="flat">
            <a:noFill/>
            <a:prstDash val="solid"/>
            <a:miter lim="800000"/>
            <a:headEnd/>
            <a:tailEnd/>
          </a:ln>
          <a:effectLst>
            <a:outerShdw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7" name="Oval 26">
            <a:extLst>
              <a:ext uri="{FF2B5EF4-FFF2-40B4-BE49-F238E27FC236}">
                <a16:creationId xmlns:a16="http://schemas.microsoft.com/office/drawing/2014/main" id="{B8C34AD5-83F2-B428-A926-370252CE99CB}"/>
              </a:ext>
            </a:extLst>
          </p:cNvPr>
          <p:cNvSpPr>
            <a:spLocks noChangeArrowheads="1"/>
          </p:cNvSpPr>
          <p:nvPr userDrawn="1"/>
        </p:nvSpPr>
        <p:spPr bwMode="auto">
          <a:xfrm>
            <a:off x="3319859" y="1348534"/>
            <a:ext cx="1189639" cy="1189639"/>
          </a:xfrm>
          <a:prstGeom prst="ellipse">
            <a:avLst/>
          </a:prstGeom>
          <a:solidFill>
            <a:schemeClr val="accent2"/>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8" name="Oval 27">
            <a:extLst>
              <a:ext uri="{FF2B5EF4-FFF2-40B4-BE49-F238E27FC236}">
                <a16:creationId xmlns:a16="http://schemas.microsoft.com/office/drawing/2014/main" id="{ECE97C07-6EF1-199D-6943-60B285D74707}"/>
              </a:ext>
            </a:extLst>
          </p:cNvPr>
          <p:cNvSpPr>
            <a:spLocks noChangeArrowheads="1"/>
          </p:cNvSpPr>
          <p:nvPr userDrawn="1"/>
        </p:nvSpPr>
        <p:spPr bwMode="auto">
          <a:xfrm>
            <a:off x="4048927" y="3120600"/>
            <a:ext cx="1189639" cy="1189639"/>
          </a:xfrm>
          <a:prstGeom prst="ellipse">
            <a:avLst/>
          </a:prstGeom>
          <a:solidFill>
            <a:schemeClr val="tx2"/>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9" name="Oval 28">
            <a:extLst>
              <a:ext uri="{FF2B5EF4-FFF2-40B4-BE49-F238E27FC236}">
                <a16:creationId xmlns:a16="http://schemas.microsoft.com/office/drawing/2014/main" id="{F026070F-C3BE-EC57-0093-991CA0A0FAD2}"/>
              </a:ext>
            </a:extLst>
          </p:cNvPr>
          <p:cNvSpPr>
            <a:spLocks noChangeArrowheads="1"/>
          </p:cNvSpPr>
          <p:nvPr userDrawn="1"/>
        </p:nvSpPr>
        <p:spPr bwMode="auto">
          <a:xfrm>
            <a:off x="3311597" y="4973295"/>
            <a:ext cx="1187573" cy="1189639"/>
          </a:xfrm>
          <a:prstGeom prst="ellipse">
            <a:avLst/>
          </a:prstGeom>
          <a:solidFill>
            <a:schemeClr val="accent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0" name="Freeform 22">
            <a:extLst>
              <a:ext uri="{FF2B5EF4-FFF2-40B4-BE49-F238E27FC236}">
                <a16:creationId xmlns:a16="http://schemas.microsoft.com/office/drawing/2014/main" id="{54B75B26-9BDF-BD1F-BB21-DCDA8B1A6B67}"/>
              </a:ext>
            </a:extLst>
          </p:cNvPr>
          <p:cNvSpPr>
            <a:spLocks/>
          </p:cNvSpPr>
          <p:nvPr userDrawn="1"/>
        </p:nvSpPr>
        <p:spPr bwMode="auto">
          <a:xfrm>
            <a:off x="2762216" y="2255222"/>
            <a:ext cx="828203" cy="826138"/>
          </a:xfrm>
          <a:custGeom>
            <a:avLst/>
            <a:gdLst>
              <a:gd name="T0" fmla="*/ 0 w 401"/>
              <a:gd name="T1" fmla="*/ 310 h 400"/>
              <a:gd name="T2" fmla="*/ 313 w 401"/>
              <a:gd name="T3" fmla="*/ 0 h 400"/>
              <a:gd name="T4" fmla="*/ 391 w 401"/>
              <a:gd name="T5" fmla="*/ 5 h 400"/>
              <a:gd name="T6" fmla="*/ 401 w 401"/>
              <a:gd name="T7" fmla="*/ 90 h 400"/>
              <a:gd name="T8" fmla="*/ 90 w 401"/>
              <a:gd name="T9" fmla="*/ 400 h 400"/>
              <a:gd name="T10" fmla="*/ 24 w 401"/>
              <a:gd name="T11" fmla="*/ 377 h 400"/>
              <a:gd name="T12" fmla="*/ 0 w 401"/>
              <a:gd name="T13" fmla="*/ 310 h 400"/>
            </a:gdLst>
            <a:ahLst/>
            <a:cxnLst>
              <a:cxn ang="0">
                <a:pos x="T0" y="T1"/>
              </a:cxn>
              <a:cxn ang="0">
                <a:pos x="T2" y="T3"/>
              </a:cxn>
              <a:cxn ang="0">
                <a:pos x="T4" y="T5"/>
              </a:cxn>
              <a:cxn ang="0">
                <a:pos x="T6" y="T7"/>
              </a:cxn>
              <a:cxn ang="0">
                <a:pos x="T8" y="T9"/>
              </a:cxn>
              <a:cxn ang="0">
                <a:pos x="T10" y="T11"/>
              </a:cxn>
              <a:cxn ang="0">
                <a:pos x="T12" y="T13"/>
              </a:cxn>
            </a:cxnLst>
            <a:rect l="0" t="0" r="r" b="b"/>
            <a:pathLst>
              <a:path w="401" h="400">
                <a:moveTo>
                  <a:pt x="0" y="310"/>
                </a:moveTo>
                <a:lnTo>
                  <a:pt x="313" y="0"/>
                </a:lnTo>
                <a:lnTo>
                  <a:pt x="391" y="5"/>
                </a:lnTo>
                <a:lnTo>
                  <a:pt x="401" y="90"/>
                </a:lnTo>
                <a:lnTo>
                  <a:pt x="90" y="400"/>
                </a:lnTo>
                <a:lnTo>
                  <a:pt x="24" y="377"/>
                </a:lnTo>
                <a:lnTo>
                  <a:pt x="0" y="310"/>
                </a:lnTo>
                <a:close/>
              </a:path>
            </a:pathLst>
          </a:custGeom>
          <a:solidFill>
            <a:schemeClr val="accent2"/>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1" name="Freeform 23">
            <a:extLst>
              <a:ext uri="{FF2B5EF4-FFF2-40B4-BE49-F238E27FC236}">
                <a16:creationId xmlns:a16="http://schemas.microsoft.com/office/drawing/2014/main" id="{B4EC27A8-EBD4-5713-65E5-AE7B0C60CA46}"/>
              </a:ext>
            </a:extLst>
          </p:cNvPr>
          <p:cNvSpPr>
            <a:spLocks/>
          </p:cNvSpPr>
          <p:nvPr userDrawn="1"/>
        </p:nvSpPr>
        <p:spPr bwMode="auto">
          <a:xfrm>
            <a:off x="3315728" y="3587369"/>
            <a:ext cx="811680" cy="258169"/>
          </a:xfrm>
          <a:custGeom>
            <a:avLst/>
            <a:gdLst>
              <a:gd name="T0" fmla="*/ 38 w 393"/>
              <a:gd name="T1" fmla="*/ 0 h 125"/>
              <a:gd name="T2" fmla="*/ 362 w 393"/>
              <a:gd name="T3" fmla="*/ 0 h 125"/>
              <a:gd name="T4" fmla="*/ 393 w 393"/>
              <a:gd name="T5" fmla="*/ 35 h 125"/>
              <a:gd name="T6" fmla="*/ 362 w 393"/>
              <a:gd name="T7" fmla="*/ 125 h 125"/>
              <a:gd name="T8" fmla="*/ 40 w 393"/>
              <a:gd name="T9" fmla="*/ 125 h 125"/>
              <a:gd name="T10" fmla="*/ 0 w 393"/>
              <a:gd name="T11" fmla="*/ 38 h 125"/>
              <a:gd name="T12" fmla="*/ 38 w 393"/>
              <a:gd name="T13" fmla="*/ 0 h 125"/>
            </a:gdLst>
            <a:ahLst/>
            <a:cxnLst>
              <a:cxn ang="0">
                <a:pos x="T0" y="T1"/>
              </a:cxn>
              <a:cxn ang="0">
                <a:pos x="T2" y="T3"/>
              </a:cxn>
              <a:cxn ang="0">
                <a:pos x="T4" y="T5"/>
              </a:cxn>
              <a:cxn ang="0">
                <a:pos x="T6" y="T7"/>
              </a:cxn>
              <a:cxn ang="0">
                <a:pos x="T8" y="T9"/>
              </a:cxn>
              <a:cxn ang="0">
                <a:pos x="T10" y="T11"/>
              </a:cxn>
              <a:cxn ang="0">
                <a:pos x="T12" y="T13"/>
              </a:cxn>
            </a:cxnLst>
            <a:rect l="0" t="0" r="r" b="b"/>
            <a:pathLst>
              <a:path w="393" h="125">
                <a:moveTo>
                  <a:pt x="38" y="0"/>
                </a:moveTo>
                <a:lnTo>
                  <a:pt x="362" y="0"/>
                </a:lnTo>
                <a:lnTo>
                  <a:pt x="393" y="35"/>
                </a:lnTo>
                <a:lnTo>
                  <a:pt x="362" y="125"/>
                </a:lnTo>
                <a:lnTo>
                  <a:pt x="40" y="125"/>
                </a:lnTo>
                <a:lnTo>
                  <a:pt x="0" y="38"/>
                </a:lnTo>
                <a:lnTo>
                  <a:pt x="38" y="0"/>
                </a:lnTo>
                <a:close/>
              </a:path>
            </a:pathLst>
          </a:custGeom>
          <a:solidFill>
            <a:schemeClr val="tx2"/>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2" name="Freeform 24">
            <a:extLst>
              <a:ext uri="{FF2B5EF4-FFF2-40B4-BE49-F238E27FC236}">
                <a16:creationId xmlns:a16="http://schemas.microsoft.com/office/drawing/2014/main" id="{3A9D2B57-3025-B3F7-6D86-8D2E7D2F654A}"/>
              </a:ext>
            </a:extLst>
          </p:cNvPr>
          <p:cNvSpPr>
            <a:spLocks/>
          </p:cNvSpPr>
          <p:nvPr userDrawn="1"/>
        </p:nvSpPr>
        <p:spPr bwMode="auto">
          <a:xfrm>
            <a:off x="3086475" y="4684068"/>
            <a:ext cx="620008" cy="559681"/>
          </a:xfrm>
          <a:custGeom>
            <a:avLst/>
            <a:gdLst>
              <a:gd name="T0" fmla="*/ 99 w 251"/>
              <a:gd name="T1" fmla="*/ 0 h 239"/>
              <a:gd name="T2" fmla="*/ 246 w 251"/>
              <a:gd name="T3" fmla="*/ 147 h 239"/>
              <a:gd name="T4" fmla="*/ 251 w 251"/>
              <a:gd name="T5" fmla="*/ 222 h 239"/>
              <a:gd name="T6" fmla="*/ 151 w 251"/>
              <a:gd name="T7" fmla="*/ 239 h 239"/>
              <a:gd name="T8" fmla="*/ 0 w 251"/>
              <a:gd name="T9" fmla="*/ 85 h 239"/>
              <a:gd name="T10" fmla="*/ 12 w 251"/>
              <a:gd name="T11" fmla="*/ 42 h 239"/>
              <a:gd name="T12" fmla="*/ 99 w 251"/>
              <a:gd name="T13" fmla="*/ 0 h 239"/>
            </a:gdLst>
            <a:ahLst/>
            <a:cxnLst>
              <a:cxn ang="0">
                <a:pos x="T0" y="T1"/>
              </a:cxn>
              <a:cxn ang="0">
                <a:pos x="T2" y="T3"/>
              </a:cxn>
              <a:cxn ang="0">
                <a:pos x="T4" y="T5"/>
              </a:cxn>
              <a:cxn ang="0">
                <a:pos x="T6" y="T7"/>
              </a:cxn>
              <a:cxn ang="0">
                <a:pos x="T8" y="T9"/>
              </a:cxn>
              <a:cxn ang="0">
                <a:pos x="T10" y="T11"/>
              </a:cxn>
              <a:cxn ang="0">
                <a:pos x="T12" y="T13"/>
              </a:cxn>
            </a:cxnLst>
            <a:rect l="0" t="0" r="r" b="b"/>
            <a:pathLst>
              <a:path w="251" h="239">
                <a:moveTo>
                  <a:pt x="99" y="0"/>
                </a:moveTo>
                <a:lnTo>
                  <a:pt x="246" y="147"/>
                </a:lnTo>
                <a:lnTo>
                  <a:pt x="251" y="222"/>
                </a:lnTo>
                <a:lnTo>
                  <a:pt x="151" y="239"/>
                </a:lnTo>
                <a:lnTo>
                  <a:pt x="0" y="85"/>
                </a:lnTo>
                <a:lnTo>
                  <a:pt x="12" y="42"/>
                </a:lnTo>
                <a:lnTo>
                  <a:pt x="99" y="0"/>
                </a:lnTo>
                <a:close/>
              </a:path>
            </a:pathLst>
          </a:custGeom>
          <a:solidFill>
            <a:schemeClr val="accent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3" name="Oval 18">
            <a:extLst>
              <a:ext uri="{FF2B5EF4-FFF2-40B4-BE49-F238E27FC236}">
                <a16:creationId xmlns:a16="http://schemas.microsoft.com/office/drawing/2014/main" id="{11F77542-95EE-97FF-1D04-E03B4E7599AD}"/>
              </a:ext>
            </a:extLst>
          </p:cNvPr>
          <p:cNvSpPr>
            <a:spLocks noChangeArrowheads="1"/>
          </p:cNvSpPr>
          <p:nvPr userDrawn="1"/>
        </p:nvSpPr>
        <p:spPr bwMode="auto">
          <a:xfrm>
            <a:off x="3503987" y="1532662"/>
            <a:ext cx="821384" cy="821383"/>
          </a:xfrm>
          <a:prstGeom prst="ellipse">
            <a:avLst/>
          </a:prstGeom>
          <a:solidFill>
            <a:sysClr val="window" lastClr="FFFFFF"/>
          </a:solidFill>
          <a:ln w="15875" cap="flat">
            <a:noFill/>
            <a:prstDash val="solid"/>
            <a:miter lim="800000"/>
            <a:headEnd/>
            <a:tailEnd/>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4" name="Oval 18">
            <a:extLst>
              <a:ext uri="{FF2B5EF4-FFF2-40B4-BE49-F238E27FC236}">
                <a16:creationId xmlns:a16="http://schemas.microsoft.com/office/drawing/2014/main" id="{33010B02-6EE5-4E47-3118-C9EBAFCADA43}"/>
              </a:ext>
            </a:extLst>
          </p:cNvPr>
          <p:cNvSpPr>
            <a:spLocks noChangeArrowheads="1"/>
          </p:cNvSpPr>
          <p:nvPr userDrawn="1"/>
        </p:nvSpPr>
        <p:spPr bwMode="auto">
          <a:xfrm>
            <a:off x="4233055" y="3304728"/>
            <a:ext cx="821384" cy="821383"/>
          </a:xfrm>
          <a:prstGeom prst="ellipse">
            <a:avLst/>
          </a:prstGeom>
          <a:solidFill>
            <a:sysClr val="window" lastClr="FFFFFF"/>
          </a:solidFill>
          <a:ln w="15875" cap="flat">
            <a:noFill/>
            <a:prstDash val="solid"/>
            <a:miter lim="800000"/>
            <a:headEnd/>
            <a:tailEnd/>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5" name="Oval 18">
            <a:extLst>
              <a:ext uri="{FF2B5EF4-FFF2-40B4-BE49-F238E27FC236}">
                <a16:creationId xmlns:a16="http://schemas.microsoft.com/office/drawing/2014/main" id="{F3D5716C-1FC1-A63A-0E71-A110CD002AAE}"/>
              </a:ext>
            </a:extLst>
          </p:cNvPr>
          <p:cNvSpPr>
            <a:spLocks noChangeArrowheads="1"/>
          </p:cNvSpPr>
          <p:nvPr userDrawn="1"/>
        </p:nvSpPr>
        <p:spPr bwMode="auto">
          <a:xfrm>
            <a:off x="3494692" y="5178689"/>
            <a:ext cx="821384" cy="821383"/>
          </a:xfrm>
          <a:prstGeom prst="ellipse">
            <a:avLst/>
          </a:prstGeom>
          <a:solidFill>
            <a:sysClr val="window" lastClr="FFFFFF"/>
          </a:solidFill>
          <a:ln w="15875" cap="flat">
            <a:noFill/>
            <a:prstDash val="solid"/>
            <a:miter lim="800000"/>
            <a:headEnd/>
            <a:tailEnd/>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6" name="Freeform 55">
            <a:extLst>
              <a:ext uri="{FF2B5EF4-FFF2-40B4-BE49-F238E27FC236}">
                <a16:creationId xmlns:a16="http://schemas.microsoft.com/office/drawing/2014/main" id="{6D85A67C-7A56-DE2B-22A3-ED2B40C80C8F}"/>
              </a:ext>
            </a:extLst>
          </p:cNvPr>
          <p:cNvSpPr>
            <a:spLocks noEditPoints="1"/>
          </p:cNvSpPr>
          <p:nvPr userDrawn="1"/>
        </p:nvSpPr>
        <p:spPr bwMode="auto">
          <a:xfrm>
            <a:off x="7355515" y="1745733"/>
            <a:ext cx="387340" cy="389043"/>
          </a:xfrm>
          <a:custGeom>
            <a:avLst/>
            <a:gdLst>
              <a:gd name="T0" fmla="*/ 48 w 96"/>
              <a:gd name="T1" fmla="*/ 0 h 96"/>
              <a:gd name="T2" fmla="*/ 0 w 96"/>
              <a:gd name="T3" fmla="*/ 48 h 96"/>
              <a:gd name="T4" fmla="*/ 48 w 96"/>
              <a:gd name="T5" fmla="*/ 96 h 96"/>
              <a:gd name="T6" fmla="*/ 96 w 96"/>
              <a:gd name="T7" fmla="*/ 48 h 96"/>
              <a:gd name="T8" fmla="*/ 48 w 96"/>
              <a:gd name="T9" fmla="*/ 0 h 96"/>
              <a:gd name="T10" fmla="*/ 75 w 96"/>
              <a:gd name="T11" fmla="*/ 50 h 96"/>
              <a:gd name="T12" fmla="*/ 39 w 96"/>
              <a:gd name="T13" fmla="*/ 80 h 96"/>
              <a:gd name="T14" fmla="*/ 38 w 96"/>
              <a:gd name="T15" fmla="*/ 80 h 96"/>
              <a:gd name="T16" fmla="*/ 37 w 96"/>
              <a:gd name="T17" fmla="*/ 80 h 96"/>
              <a:gd name="T18" fmla="*/ 36 w 96"/>
              <a:gd name="T19" fmla="*/ 78 h 96"/>
              <a:gd name="T20" fmla="*/ 36 w 96"/>
              <a:gd name="T21" fmla="*/ 62 h 96"/>
              <a:gd name="T22" fmla="*/ 37 w 96"/>
              <a:gd name="T23" fmla="*/ 60 h 96"/>
              <a:gd name="T24" fmla="*/ 53 w 96"/>
              <a:gd name="T25" fmla="*/ 48 h 96"/>
              <a:gd name="T26" fmla="*/ 37 w 96"/>
              <a:gd name="T27" fmla="*/ 36 h 96"/>
              <a:gd name="T28" fmla="*/ 36 w 96"/>
              <a:gd name="T29" fmla="*/ 34 h 96"/>
              <a:gd name="T30" fmla="*/ 36 w 96"/>
              <a:gd name="T31" fmla="*/ 18 h 96"/>
              <a:gd name="T32" fmla="*/ 37 w 96"/>
              <a:gd name="T33" fmla="*/ 16 h 96"/>
              <a:gd name="T34" fmla="*/ 39 w 96"/>
              <a:gd name="T35" fmla="*/ 16 h 96"/>
              <a:gd name="T36" fmla="*/ 75 w 96"/>
              <a:gd name="T37" fmla="*/ 46 h 96"/>
              <a:gd name="T38" fmla="*/ 76 w 96"/>
              <a:gd name="T39" fmla="*/ 48 h 96"/>
              <a:gd name="T40" fmla="*/ 75 w 96"/>
              <a:gd name="T41" fmla="*/ 5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 h="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p>
        </p:txBody>
      </p:sp>
      <p:sp>
        <p:nvSpPr>
          <p:cNvPr id="37" name="Freeform 55">
            <a:extLst>
              <a:ext uri="{FF2B5EF4-FFF2-40B4-BE49-F238E27FC236}">
                <a16:creationId xmlns:a16="http://schemas.microsoft.com/office/drawing/2014/main" id="{271FD54B-823D-1391-2FD1-60C75B0D6A71}"/>
              </a:ext>
            </a:extLst>
          </p:cNvPr>
          <p:cNvSpPr>
            <a:spLocks noEditPoints="1"/>
          </p:cNvSpPr>
          <p:nvPr userDrawn="1"/>
        </p:nvSpPr>
        <p:spPr bwMode="auto">
          <a:xfrm>
            <a:off x="7355515" y="3523733"/>
            <a:ext cx="387340" cy="389043"/>
          </a:xfrm>
          <a:custGeom>
            <a:avLst/>
            <a:gdLst>
              <a:gd name="T0" fmla="*/ 48 w 96"/>
              <a:gd name="T1" fmla="*/ 0 h 96"/>
              <a:gd name="T2" fmla="*/ 0 w 96"/>
              <a:gd name="T3" fmla="*/ 48 h 96"/>
              <a:gd name="T4" fmla="*/ 48 w 96"/>
              <a:gd name="T5" fmla="*/ 96 h 96"/>
              <a:gd name="T6" fmla="*/ 96 w 96"/>
              <a:gd name="T7" fmla="*/ 48 h 96"/>
              <a:gd name="T8" fmla="*/ 48 w 96"/>
              <a:gd name="T9" fmla="*/ 0 h 96"/>
              <a:gd name="T10" fmla="*/ 75 w 96"/>
              <a:gd name="T11" fmla="*/ 50 h 96"/>
              <a:gd name="T12" fmla="*/ 39 w 96"/>
              <a:gd name="T13" fmla="*/ 80 h 96"/>
              <a:gd name="T14" fmla="*/ 38 w 96"/>
              <a:gd name="T15" fmla="*/ 80 h 96"/>
              <a:gd name="T16" fmla="*/ 37 w 96"/>
              <a:gd name="T17" fmla="*/ 80 h 96"/>
              <a:gd name="T18" fmla="*/ 36 w 96"/>
              <a:gd name="T19" fmla="*/ 78 h 96"/>
              <a:gd name="T20" fmla="*/ 36 w 96"/>
              <a:gd name="T21" fmla="*/ 62 h 96"/>
              <a:gd name="T22" fmla="*/ 37 w 96"/>
              <a:gd name="T23" fmla="*/ 60 h 96"/>
              <a:gd name="T24" fmla="*/ 53 w 96"/>
              <a:gd name="T25" fmla="*/ 48 h 96"/>
              <a:gd name="T26" fmla="*/ 37 w 96"/>
              <a:gd name="T27" fmla="*/ 36 h 96"/>
              <a:gd name="T28" fmla="*/ 36 w 96"/>
              <a:gd name="T29" fmla="*/ 34 h 96"/>
              <a:gd name="T30" fmla="*/ 36 w 96"/>
              <a:gd name="T31" fmla="*/ 18 h 96"/>
              <a:gd name="T32" fmla="*/ 37 w 96"/>
              <a:gd name="T33" fmla="*/ 16 h 96"/>
              <a:gd name="T34" fmla="*/ 39 w 96"/>
              <a:gd name="T35" fmla="*/ 16 h 96"/>
              <a:gd name="T36" fmla="*/ 75 w 96"/>
              <a:gd name="T37" fmla="*/ 46 h 96"/>
              <a:gd name="T38" fmla="*/ 76 w 96"/>
              <a:gd name="T39" fmla="*/ 48 h 96"/>
              <a:gd name="T40" fmla="*/ 75 w 96"/>
              <a:gd name="T41" fmla="*/ 5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 h="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p>
        </p:txBody>
      </p:sp>
      <p:sp>
        <p:nvSpPr>
          <p:cNvPr id="38" name="Freeform 55">
            <a:extLst>
              <a:ext uri="{FF2B5EF4-FFF2-40B4-BE49-F238E27FC236}">
                <a16:creationId xmlns:a16="http://schemas.microsoft.com/office/drawing/2014/main" id="{1F0FBAA0-C49C-F9A3-DB93-FACD5F8C8063}"/>
              </a:ext>
            </a:extLst>
          </p:cNvPr>
          <p:cNvSpPr>
            <a:spLocks noEditPoints="1"/>
          </p:cNvSpPr>
          <p:nvPr userDrawn="1"/>
        </p:nvSpPr>
        <p:spPr bwMode="auto">
          <a:xfrm>
            <a:off x="7355515" y="5299162"/>
            <a:ext cx="387340" cy="389043"/>
          </a:xfrm>
          <a:custGeom>
            <a:avLst/>
            <a:gdLst>
              <a:gd name="T0" fmla="*/ 48 w 96"/>
              <a:gd name="T1" fmla="*/ 0 h 96"/>
              <a:gd name="T2" fmla="*/ 0 w 96"/>
              <a:gd name="T3" fmla="*/ 48 h 96"/>
              <a:gd name="T4" fmla="*/ 48 w 96"/>
              <a:gd name="T5" fmla="*/ 96 h 96"/>
              <a:gd name="T6" fmla="*/ 96 w 96"/>
              <a:gd name="T7" fmla="*/ 48 h 96"/>
              <a:gd name="T8" fmla="*/ 48 w 96"/>
              <a:gd name="T9" fmla="*/ 0 h 96"/>
              <a:gd name="T10" fmla="*/ 75 w 96"/>
              <a:gd name="T11" fmla="*/ 50 h 96"/>
              <a:gd name="T12" fmla="*/ 39 w 96"/>
              <a:gd name="T13" fmla="*/ 80 h 96"/>
              <a:gd name="T14" fmla="*/ 38 w 96"/>
              <a:gd name="T15" fmla="*/ 80 h 96"/>
              <a:gd name="T16" fmla="*/ 37 w 96"/>
              <a:gd name="T17" fmla="*/ 80 h 96"/>
              <a:gd name="T18" fmla="*/ 36 w 96"/>
              <a:gd name="T19" fmla="*/ 78 h 96"/>
              <a:gd name="T20" fmla="*/ 36 w 96"/>
              <a:gd name="T21" fmla="*/ 62 h 96"/>
              <a:gd name="T22" fmla="*/ 37 w 96"/>
              <a:gd name="T23" fmla="*/ 60 h 96"/>
              <a:gd name="T24" fmla="*/ 53 w 96"/>
              <a:gd name="T25" fmla="*/ 48 h 96"/>
              <a:gd name="T26" fmla="*/ 37 w 96"/>
              <a:gd name="T27" fmla="*/ 36 h 96"/>
              <a:gd name="T28" fmla="*/ 36 w 96"/>
              <a:gd name="T29" fmla="*/ 34 h 96"/>
              <a:gd name="T30" fmla="*/ 36 w 96"/>
              <a:gd name="T31" fmla="*/ 18 h 96"/>
              <a:gd name="T32" fmla="*/ 37 w 96"/>
              <a:gd name="T33" fmla="*/ 16 h 96"/>
              <a:gd name="T34" fmla="*/ 39 w 96"/>
              <a:gd name="T35" fmla="*/ 16 h 96"/>
              <a:gd name="T36" fmla="*/ 75 w 96"/>
              <a:gd name="T37" fmla="*/ 46 h 96"/>
              <a:gd name="T38" fmla="*/ 76 w 96"/>
              <a:gd name="T39" fmla="*/ 48 h 96"/>
              <a:gd name="T40" fmla="*/ 75 w 96"/>
              <a:gd name="T41" fmla="*/ 5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 h="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p>
        </p:txBody>
      </p:sp>
      <p:cxnSp>
        <p:nvCxnSpPr>
          <p:cNvPr id="42" name="Straight Connector 41">
            <a:extLst>
              <a:ext uri="{FF2B5EF4-FFF2-40B4-BE49-F238E27FC236}">
                <a16:creationId xmlns:a16="http://schemas.microsoft.com/office/drawing/2014/main" id="{43469BD5-DD37-4B4A-A76F-41DBCCB5DF20}"/>
              </a:ext>
            </a:extLst>
          </p:cNvPr>
          <p:cNvCxnSpPr>
            <a:cxnSpLocks/>
          </p:cNvCxnSpPr>
          <p:nvPr userDrawn="1"/>
        </p:nvCxnSpPr>
        <p:spPr>
          <a:xfrm>
            <a:off x="8229600" y="2806682"/>
            <a:ext cx="3962399" cy="0"/>
          </a:xfrm>
          <a:prstGeom prst="line">
            <a:avLst/>
          </a:prstGeom>
          <a:ln w="19050">
            <a:solidFill>
              <a:schemeClr val="tx1">
                <a:lumMod val="20000"/>
                <a:lumOff val="8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5D531E9-1A0A-DBC7-18BB-ABC9BEBC389B}"/>
              </a:ext>
            </a:extLst>
          </p:cNvPr>
          <p:cNvCxnSpPr>
            <a:cxnSpLocks/>
          </p:cNvCxnSpPr>
          <p:nvPr userDrawn="1"/>
        </p:nvCxnSpPr>
        <p:spPr>
          <a:xfrm>
            <a:off x="8229600" y="4618217"/>
            <a:ext cx="3962399" cy="0"/>
          </a:xfrm>
          <a:prstGeom prst="line">
            <a:avLst/>
          </a:prstGeom>
          <a:ln w="19050">
            <a:solidFill>
              <a:schemeClr val="tx1">
                <a:lumMod val="20000"/>
                <a:lumOff val="80000"/>
              </a:schemeClr>
            </a:solidFill>
            <a:prstDash val="solid"/>
          </a:ln>
        </p:spPr>
        <p:style>
          <a:lnRef idx="1">
            <a:schemeClr val="accent1"/>
          </a:lnRef>
          <a:fillRef idx="0">
            <a:schemeClr val="accent1"/>
          </a:fillRef>
          <a:effectRef idx="0">
            <a:schemeClr val="accent1"/>
          </a:effectRef>
          <a:fontRef idx="minor">
            <a:schemeClr val="tx1"/>
          </a:fontRef>
        </p:style>
      </p:cxnSp>
      <p:sp>
        <p:nvSpPr>
          <p:cNvPr id="50" name="Content Placeholder 48">
            <a:extLst>
              <a:ext uri="{FF2B5EF4-FFF2-40B4-BE49-F238E27FC236}">
                <a16:creationId xmlns:a16="http://schemas.microsoft.com/office/drawing/2014/main" id="{FF5A177C-03B8-06A2-809E-D1AB7CE7C0C0}"/>
              </a:ext>
            </a:extLst>
          </p:cNvPr>
          <p:cNvSpPr>
            <a:spLocks noGrp="1"/>
          </p:cNvSpPr>
          <p:nvPr>
            <p:ph sz="quarter" idx="13" hasCustomPrompt="1"/>
          </p:nvPr>
        </p:nvSpPr>
        <p:spPr>
          <a:xfrm>
            <a:off x="1695450" y="3282983"/>
            <a:ext cx="866775" cy="866775"/>
          </a:xfrm>
          <a:prstGeom prst="ellipse">
            <a:avLst/>
          </a:prstGeom>
          <a:noFill/>
        </p:spPr>
        <p:txBody>
          <a:bodyPr anchor="ctr">
            <a:noAutofit/>
          </a:bodyPr>
          <a:lstStyle>
            <a:lvl1pPr marL="0" indent="0" algn="ctr">
              <a:buNone/>
              <a:defRPr sz="1200" b="0">
                <a:solidFill>
                  <a:schemeClr val="tx1"/>
                </a:solidFill>
              </a:defRPr>
            </a:lvl1pPr>
          </a:lstStyle>
          <a:p>
            <a:pPr lvl="0"/>
            <a:r>
              <a:rPr lang="en-US"/>
              <a:t>Insert Icon here</a:t>
            </a:r>
            <a:endParaRPr lang="en-IN"/>
          </a:p>
        </p:txBody>
      </p:sp>
      <p:sp>
        <p:nvSpPr>
          <p:cNvPr id="52" name="Content Placeholder 48">
            <a:extLst>
              <a:ext uri="{FF2B5EF4-FFF2-40B4-BE49-F238E27FC236}">
                <a16:creationId xmlns:a16="http://schemas.microsoft.com/office/drawing/2014/main" id="{05F77255-05C0-9A74-DD40-A5916AAD5B0C}"/>
              </a:ext>
            </a:extLst>
          </p:cNvPr>
          <p:cNvSpPr>
            <a:spLocks noGrp="1"/>
          </p:cNvSpPr>
          <p:nvPr>
            <p:ph sz="quarter" idx="14" hasCustomPrompt="1"/>
          </p:nvPr>
        </p:nvSpPr>
        <p:spPr>
          <a:xfrm>
            <a:off x="3591617" y="1628048"/>
            <a:ext cx="646119" cy="646119"/>
          </a:xfrm>
          <a:prstGeom prst="ellipse">
            <a:avLst/>
          </a:prstGeom>
          <a:noFill/>
        </p:spPr>
        <p:txBody>
          <a:bodyPr lIns="0" rIns="0" anchor="ctr">
            <a:noAutofit/>
          </a:bodyPr>
          <a:lstStyle>
            <a:lvl1pPr marL="0" indent="0" algn="ctr">
              <a:buNone/>
              <a:defRPr sz="1050" b="0">
                <a:solidFill>
                  <a:schemeClr val="tx1"/>
                </a:solidFill>
              </a:defRPr>
            </a:lvl1pPr>
          </a:lstStyle>
          <a:p>
            <a:pPr lvl="0"/>
            <a:r>
              <a:rPr lang="en-US"/>
              <a:t>Insert Icon here</a:t>
            </a:r>
            <a:endParaRPr lang="en-IN"/>
          </a:p>
        </p:txBody>
      </p:sp>
      <p:sp>
        <p:nvSpPr>
          <p:cNvPr id="53" name="Content Placeholder 48">
            <a:extLst>
              <a:ext uri="{FF2B5EF4-FFF2-40B4-BE49-F238E27FC236}">
                <a16:creationId xmlns:a16="http://schemas.microsoft.com/office/drawing/2014/main" id="{77F5205B-9112-EE4B-620A-91B4E4B97C98}"/>
              </a:ext>
            </a:extLst>
          </p:cNvPr>
          <p:cNvSpPr>
            <a:spLocks noGrp="1"/>
          </p:cNvSpPr>
          <p:nvPr>
            <p:ph sz="quarter" idx="15" hasCustomPrompt="1"/>
          </p:nvPr>
        </p:nvSpPr>
        <p:spPr>
          <a:xfrm>
            <a:off x="4316692" y="3384869"/>
            <a:ext cx="646119" cy="646119"/>
          </a:xfrm>
          <a:prstGeom prst="ellipse">
            <a:avLst/>
          </a:prstGeom>
          <a:noFill/>
        </p:spPr>
        <p:txBody>
          <a:bodyPr lIns="0" rIns="0" anchor="ctr">
            <a:noAutofit/>
          </a:bodyPr>
          <a:lstStyle>
            <a:lvl1pPr marL="0" indent="0" algn="ctr">
              <a:buNone/>
              <a:defRPr sz="1050" b="0">
                <a:solidFill>
                  <a:schemeClr val="tx1"/>
                </a:solidFill>
              </a:defRPr>
            </a:lvl1pPr>
          </a:lstStyle>
          <a:p>
            <a:pPr lvl="0"/>
            <a:r>
              <a:rPr lang="en-US"/>
              <a:t>Insert Icon here</a:t>
            </a:r>
            <a:endParaRPr lang="en-IN"/>
          </a:p>
        </p:txBody>
      </p:sp>
      <p:sp>
        <p:nvSpPr>
          <p:cNvPr id="54" name="Content Placeholder 48">
            <a:extLst>
              <a:ext uri="{FF2B5EF4-FFF2-40B4-BE49-F238E27FC236}">
                <a16:creationId xmlns:a16="http://schemas.microsoft.com/office/drawing/2014/main" id="{3858EDFE-7F0B-98AF-BF6E-4F3225FE588A}"/>
              </a:ext>
            </a:extLst>
          </p:cNvPr>
          <p:cNvSpPr>
            <a:spLocks noGrp="1"/>
          </p:cNvSpPr>
          <p:nvPr>
            <p:ph sz="quarter" idx="16" hasCustomPrompt="1"/>
          </p:nvPr>
        </p:nvSpPr>
        <p:spPr>
          <a:xfrm>
            <a:off x="3582495" y="5267687"/>
            <a:ext cx="646119" cy="646119"/>
          </a:xfrm>
          <a:prstGeom prst="ellipse">
            <a:avLst/>
          </a:prstGeom>
          <a:noFill/>
        </p:spPr>
        <p:txBody>
          <a:bodyPr lIns="0" rIns="0" anchor="ctr">
            <a:noAutofit/>
          </a:bodyPr>
          <a:lstStyle>
            <a:lvl1pPr marL="0" indent="0" algn="ctr">
              <a:buNone/>
              <a:defRPr sz="1050" b="0">
                <a:solidFill>
                  <a:schemeClr val="tx1"/>
                </a:solidFill>
              </a:defRPr>
            </a:lvl1pPr>
          </a:lstStyle>
          <a:p>
            <a:pPr lvl="0"/>
            <a:r>
              <a:rPr lang="en-US"/>
              <a:t>Insert Icon here</a:t>
            </a:r>
            <a:endParaRPr lang="en-IN"/>
          </a:p>
        </p:txBody>
      </p:sp>
      <p:sp>
        <p:nvSpPr>
          <p:cNvPr id="58" name="Text Placeholder 37">
            <a:extLst>
              <a:ext uri="{FF2B5EF4-FFF2-40B4-BE49-F238E27FC236}">
                <a16:creationId xmlns:a16="http://schemas.microsoft.com/office/drawing/2014/main" id="{B593B476-5837-8062-5891-DAC6F0B8ADB9}"/>
              </a:ext>
            </a:extLst>
          </p:cNvPr>
          <p:cNvSpPr>
            <a:spLocks noGrp="1"/>
          </p:cNvSpPr>
          <p:nvPr>
            <p:ph type="body" sz="quarter" idx="17" hasCustomPrompt="1"/>
          </p:nvPr>
        </p:nvSpPr>
        <p:spPr>
          <a:xfrm>
            <a:off x="4779296" y="1760224"/>
            <a:ext cx="2321778" cy="373142"/>
          </a:xfrm>
        </p:spPr>
        <p:txBody>
          <a:bodyPr>
            <a:normAutofit/>
          </a:bodyPr>
          <a:lstStyle>
            <a:lvl1pPr marL="0" indent="0">
              <a:buNone/>
              <a:defRPr sz="1800" b="1">
                <a:solidFill>
                  <a:schemeClr val="bg1"/>
                </a:solidFill>
                <a:latin typeface="Barlow" panose="00000500000000000000" pitchFamily="2" charset="0"/>
              </a:defRPr>
            </a:lvl1pPr>
          </a:lstStyle>
          <a:p>
            <a:pPr lvl="0"/>
            <a:r>
              <a:rPr lang="en-US"/>
              <a:t>Click to add text</a:t>
            </a:r>
            <a:endParaRPr lang="en-IN"/>
          </a:p>
        </p:txBody>
      </p:sp>
      <p:sp>
        <p:nvSpPr>
          <p:cNvPr id="60" name="Text Placeholder 37">
            <a:extLst>
              <a:ext uri="{FF2B5EF4-FFF2-40B4-BE49-F238E27FC236}">
                <a16:creationId xmlns:a16="http://schemas.microsoft.com/office/drawing/2014/main" id="{3F5D3575-335B-A44B-13A3-674D27F0BFCF}"/>
              </a:ext>
            </a:extLst>
          </p:cNvPr>
          <p:cNvSpPr>
            <a:spLocks noGrp="1"/>
          </p:cNvSpPr>
          <p:nvPr>
            <p:ph type="body" sz="quarter" idx="19" hasCustomPrompt="1"/>
          </p:nvPr>
        </p:nvSpPr>
        <p:spPr>
          <a:xfrm>
            <a:off x="5506682" y="3564546"/>
            <a:ext cx="2321778" cy="373142"/>
          </a:xfrm>
        </p:spPr>
        <p:txBody>
          <a:bodyPr>
            <a:normAutofit/>
          </a:bodyPr>
          <a:lstStyle>
            <a:lvl1pPr marL="0" indent="0">
              <a:buNone/>
              <a:defRPr sz="1800" b="1">
                <a:solidFill>
                  <a:schemeClr val="bg1"/>
                </a:solidFill>
                <a:latin typeface="Barlow" panose="00000500000000000000" pitchFamily="2" charset="0"/>
              </a:defRPr>
            </a:lvl1pPr>
          </a:lstStyle>
          <a:p>
            <a:pPr lvl="0"/>
            <a:r>
              <a:rPr lang="en-US"/>
              <a:t>Click to add text</a:t>
            </a:r>
            <a:endParaRPr lang="en-IN"/>
          </a:p>
        </p:txBody>
      </p:sp>
      <p:sp>
        <p:nvSpPr>
          <p:cNvPr id="62" name="Text Placeholder 37">
            <a:extLst>
              <a:ext uri="{FF2B5EF4-FFF2-40B4-BE49-F238E27FC236}">
                <a16:creationId xmlns:a16="http://schemas.microsoft.com/office/drawing/2014/main" id="{B1D4934E-1083-3A67-D325-D1F4D254CC8D}"/>
              </a:ext>
            </a:extLst>
          </p:cNvPr>
          <p:cNvSpPr>
            <a:spLocks noGrp="1"/>
          </p:cNvSpPr>
          <p:nvPr>
            <p:ph type="body" sz="quarter" idx="20" hasCustomPrompt="1"/>
          </p:nvPr>
        </p:nvSpPr>
        <p:spPr>
          <a:xfrm>
            <a:off x="4779296" y="5353719"/>
            <a:ext cx="2321778" cy="373142"/>
          </a:xfrm>
        </p:spPr>
        <p:txBody>
          <a:bodyPr>
            <a:normAutofit/>
          </a:bodyPr>
          <a:lstStyle>
            <a:lvl1pPr marL="0" indent="0">
              <a:buNone/>
              <a:defRPr sz="1800" b="1">
                <a:solidFill>
                  <a:schemeClr val="bg1"/>
                </a:solidFill>
                <a:latin typeface="Barlow" panose="00000500000000000000" pitchFamily="2" charset="0"/>
              </a:defRPr>
            </a:lvl1pPr>
          </a:lstStyle>
          <a:p>
            <a:pPr lvl="0"/>
            <a:r>
              <a:rPr lang="en-US"/>
              <a:t>Click to add text</a:t>
            </a:r>
            <a:endParaRPr lang="en-IN"/>
          </a:p>
        </p:txBody>
      </p:sp>
      <p:sp>
        <p:nvSpPr>
          <p:cNvPr id="63" name="Text Placeholder 37">
            <a:extLst>
              <a:ext uri="{FF2B5EF4-FFF2-40B4-BE49-F238E27FC236}">
                <a16:creationId xmlns:a16="http://schemas.microsoft.com/office/drawing/2014/main" id="{936A35AC-9CB7-807A-A8F9-16D71A589A95}"/>
              </a:ext>
            </a:extLst>
          </p:cNvPr>
          <p:cNvSpPr>
            <a:spLocks noGrp="1"/>
          </p:cNvSpPr>
          <p:nvPr>
            <p:ph type="body" sz="quarter" idx="18" hasCustomPrompt="1"/>
          </p:nvPr>
        </p:nvSpPr>
        <p:spPr>
          <a:xfrm>
            <a:off x="8195944" y="1571162"/>
            <a:ext cx="3648056" cy="68406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65" name="Text Placeholder 37">
            <a:extLst>
              <a:ext uri="{FF2B5EF4-FFF2-40B4-BE49-F238E27FC236}">
                <a16:creationId xmlns:a16="http://schemas.microsoft.com/office/drawing/2014/main" id="{5F6B095A-1098-0FC1-A1C5-34223CB04D6D}"/>
              </a:ext>
            </a:extLst>
          </p:cNvPr>
          <p:cNvSpPr>
            <a:spLocks noGrp="1"/>
          </p:cNvSpPr>
          <p:nvPr>
            <p:ph type="body" sz="quarter" idx="21" hasCustomPrompt="1"/>
          </p:nvPr>
        </p:nvSpPr>
        <p:spPr>
          <a:xfrm>
            <a:off x="8195944" y="3373388"/>
            <a:ext cx="3648056" cy="68406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67" name="Text Placeholder 37">
            <a:extLst>
              <a:ext uri="{FF2B5EF4-FFF2-40B4-BE49-F238E27FC236}">
                <a16:creationId xmlns:a16="http://schemas.microsoft.com/office/drawing/2014/main" id="{F6A5C0E3-76BF-4BA6-E071-47CE251478C4}"/>
              </a:ext>
            </a:extLst>
          </p:cNvPr>
          <p:cNvSpPr>
            <a:spLocks noGrp="1"/>
          </p:cNvSpPr>
          <p:nvPr>
            <p:ph type="body" sz="quarter" idx="22" hasCustomPrompt="1"/>
          </p:nvPr>
        </p:nvSpPr>
        <p:spPr>
          <a:xfrm>
            <a:off x="8195944" y="5198260"/>
            <a:ext cx="3648056" cy="68406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Tree>
    <p:extLst>
      <p:ext uri="{BB962C8B-B14F-4D97-AF65-F5344CB8AC3E}">
        <p14:creationId xmlns:p14="http://schemas.microsoft.com/office/powerpoint/2010/main" val="2514855229"/>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4_Objective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FEFD0C3-9018-32A5-E7A1-5CA1E3CD9FC5}"/>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7" name="Rectangle 6">
            <a:extLst>
              <a:ext uri="{FF2B5EF4-FFF2-40B4-BE49-F238E27FC236}">
                <a16:creationId xmlns:a16="http://schemas.microsoft.com/office/drawing/2014/main" id="{46307A03-750A-7422-8C8B-F4FCFF4D22ED}"/>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71EEE1AB-0FB0-4BE4-0920-C095C792A366}"/>
              </a:ext>
            </a:extLst>
          </p:cNvPr>
          <p:cNvSpPr/>
          <p:nvPr userDrawn="1"/>
        </p:nvSpPr>
        <p:spPr>
          <a:xfrm>
            <a:off x="4063907" y="3314102"/>
            <a:ext cx="7291447" cy="808305"/>
          </a:xfrm>
          <a:prstGeom prst="roundRect">
            <a:avLst>
              <a:gd name="adj" fmla="val 50000"/>
            </a:avLst>
          </a:prstGeom>
          <a:solidFill>
            <a:schemeClr val="tx2"/>
          </a:solidFill>
          <a:effectLst/>
        </p:spPr>
        <p:txBody>
          <a:bodyPr wrap="square" lIns="1440000" tIns="0" rIns="0" bIns="0" anchor="ctr" anchorCtr="0">
            <a:noAutofit/>
          </a:bodyPr>
          <a:lstStyle/>
          <a:p>
            <a:endParaRPr lang="en-US" sz="2000" b="1">
              <a:solidFill>
                <a:schemeClr val="bg1"/>
              </a:solidFill>
              <a:latin typeface="Segoe UI" panose="020B0502040204020203" pitchFamily="34" charset="0"/>
              <a:cs typeface="Segoe UI" panose="020B0502040204020203" pitchFamily="34" charset="0"/>
            </a:endParaRPr>
          </a:p>
        </p:txBody>
      </p:sp>
      <p:sp>
        <p:nvSpPr>
          <p:cNvPr id="18" name="Rectangle: Rounded Corners 17">
            <a:extLst>
              <a:ext uri="{FF2B5EF4-FFF2-40B4-BE49-F238E27FC236}">
                <a16:creationId xmlns:a16="http://schemas.microsoft.com/office/drawing/2014/main" id="{0CF8D045-EC67-3A42-DF00-773E470DE925}"/>
              </a:ext>
            </a:extLst>
          </p:cNvPr>
          <p:cNvSpPr/>
          <p:nvPr userDrawn="1"/>
        </p:nvSpPr>
        <p:spPr>
          <a:xfrm>
            <a:off x="3319858" y="5089531"/>
            <a:ext cx="8035496" cy="808305"/>
          </a:xfrm>
          <a:prstGeom prst="roundRect">
            <a:avLst>
              <a:gd name="adj" fmla="val 50000"/>
            </a:avLst>
          </a:prstGeom>
          <a:solidFill>
            <a:schemeClr val="accent1"/>
          </a:solidFill>
          <a:effectLst/>
        </p:spPr>
        <p:txBody>
          <a:bodyPr wrap="square" lIns="1440000" tIns="0" rIns="0" bIns="0" anchor="ctr" anchorCtr="0">
            <a:noAutofit/>
          </a:bodyPr>
          <a:lstStyle/>
          <a:p>
            <a:endParaRPr lang="en-US" sz="2000" b="1">
              <a:solidFill>
                <a:schemeClr val="bg1"/>
              </a:solidFill>
              <a:latin typeface="Segoe UI" panose="020B0502040204020203" pitchFamily="34" charset="0"/>
              <a:cs typeface="Segoe UI" panose="020B0502040204020203" pitchFamily="34" charset="0"/>
            </a:endParaRPr>
          </a:p>
        </p:txBody>
      </p:sp>
      <p:sp>
        <p:nvSpPr>
          <p:cNvPr id="19" name="Rectangle: Rounded Corners 18">
            <a:extLst>
              <a:ext uri="{FF2B5EF4-FFF2-40B4-BE49-F238E27FC236}">
                <a16:creationId xmlns:a16="http://schemas.microsoft.com/office/drawing/2014/main" id="{D4EC984A-88CB-374B-254E-79EDBD342641}"/>
              </a:ext>
            </a:extLst>
          </p:cNvPr>
          <p:cNvSpPr/>
          <p:nvPr userDrawn="1"/>
        </p:nvSpPr>
        <p:spPr>
          <a:xfrm>
            <a:off x="3319858" y="1536102"/>
            <a:ext cx="8035497" cy="808305"/>
          </a:xfrm>
          <a:prstGeom prst="roundRect">
            <a:avLst>
              <a:gd name="adj" fmla="val 50000"/>
            </a:avLst>
          </a:prstGeom>
          <a:solidFill>
            <a:schemeClr val="accent2"/>
          </a:solidFill>
          <a:effectLst/>
        </p:spPr>
        <p:txBody>
          <a:bodyPr wrap="square" lIns="1440000" tIns="0" rIns="0" bIns="0" anchor="ctr" anchorCtr="0">
            <a:noAutofit/>
          </a:bodyPr>
          <a:lstStyle/>
          <a:p>
            <a:endParaRPr lang="en-US" sz="2000" b="1">
              <a:solidFill>
                <a:schemeClr val="bg1"/>
              </a:solidFill>
              <a:latin typeface="Segoe UI" panose="020B0502040204020203" pitchFamily="34" charset="0"/>
              <a:cs typeface="Segoe UI" panose="020B0502040204020203" pitchFamily="34" charset="0"/>
            </a:endParaRPr>
          </a:p>
        </p:txBody>
      </p:sp>
      <p:sp>
        <p:nvSpPr>
          <p:cNvPr id="20" name="Oval 19">
            <a:extLst>
              <a:ext uri="{FF2B5EF4-FFF2-40B4-BE49-F238E27FC236}">
                <a16:creationId xmlns:a16="http://schemas.microsoft.com/office/drawing/2014/main" id="{0D39F2EB-70C5-C952-B5F4-5AC6B7BD34EE}"/>
              </a:ext>
            </a:extLst>
          </p:cNvPr>
          <p:cNvSpPr>
            <a:spLocks noChangeArrowheads="1"/>
          </p:cNvSpPr>
          <p:nvPr userDrawn="1"/>
        </p:nvSpPr>
        <p:spPr bwMode="auto">
          <a:xfrm>
            <a:off x="3122973" y="1174236"/>
            <a:ext cx="1583409" cy="1583409"/>
          </a:xfrm>
          <a:prstGeom prst="ellipse">
            <a:avLst/>
          </a:prstGeom>
          <a:solidFill>
            <a:schemeClr val="bg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1" name="Oval 20">
            <a:extLst>
              <a:ext uri="{FF2B5EF4-FFF2-40B4-BE49-F238E27FC236}">
                <a16:creationId xmlns:a16="http://schemas.microsoft.com/office/drawing/2014/main" id="{3DA05484-BAFF-578C-162D-ACC73CD4FC22}"/>
              </a:ext>
            </a:extLst>
          </p:cNvPr>
          <p:cNvSpPr>
            <a:spLocks noChangeArrowheads="1"/>
          </p:cNvSpPr>
          <p:nvPr userDrawn="1"/>
        </p:nvSpPr>
        <p:spPr bwMode="auto">
          <a:xfrm>
            <a:off x="3852041" y="2923714"/>
            <a:ext cx="1583409" cy="1583409"/>
          </a:xfrm>
          <a:prstGeom prst="ellipse">
            <a:avLst/>
          </a:prstGeom>
          <a:solidFill>
            <a:schemeClr val="bg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2" name="Oval 21">
            <a:extLst>
              <a:ext uri="{FF2B5EF4-FFF2-40B4-BE49-F238E27FC236}">
                <a16:creationId xmlns:a16="http://schemas.microsoft.com/office/drawing/2014/main" id="{8CE99E17-476C-F159-EDFD-9218E84F8310}"/>
              </a:ext>
            </a:extLst>
          </p:cNvPr>
          <p:cNvSpPr>
            <a:spLocks noChangeArrowheads="1"/>
          </p:cNvSpPr>
          <p:nvPr userDrawn="1"/>
        </p:nvSpPr>
        <p:spPr bwMode="auto">
          <a:xfrm>
            <a:off x="3115053" y="4767518"/>
            <a:ext cx="1580659" cy="1583409"/>
          </a:xfrm>
          <a:prstGeom prst="ellipse">
            <a:avLst/>
          </a:prstGeom>
          <a:solidFill>
            <a:schemeClr val="bg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3" name="Oval 22">
            <a:extLst>
              <a:ext uri="{FF2B5EF4-FFF2-40B4-BE49-F238E27FC236}">
                <a16:creationId xmlns:a16="http://schemas.microsoft.com/office/drawing/2014/main" id="{2BE51A22-90F6-2E68-DEF6-39D3DC8EFC87}"/>
              </a:ext>
            </a:extLst>
          </p:cNvPr>
          <p:cNvSpPr>
            <a:spLocks noChangeArrowheads="1"/>
          </p:cNvSpPr>
          <p:nvPr userDrawn="1"/>
        </p:nvSpPr>
        <p:spPr bwMode="auto">
          <a:xfrm>
            <a:off x="546100" y="2133366"/>
            <a:ext cx="3166175" cy="3166176"/>
          </a:xfrm>
          <a:prstGeom prst="ellipse">
            <a:avLst/>
          </a:prstGeom>
          <a:solidFill>
            <a:schemeClr val="accent1"/>
          </a:solidFill>
          <a:ln w="15875" cap="flat">
            <a:noFill/>
            <a:prstDash val="solid"/>
            <a:miter lim="800000"/>
            <a:headEnd/>
            <a:tailEnd/>
          </a:ln>
          <a:effectLst>
            <a:outerShdw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4" name="Oval 23">
            <a:extLst>
              <a:ext uri="{FF2B5EF4-FFF2-40B4-BE49-F238E27FC236}">
                <a16:creationId xmlns:a16="http://schemas.microsoft.com/office/drawing/2014/main" id="{A7FE4D61-5471-89BE-6360-3E15DAD22A8F}"/>
              </a:ext>
            </a:extLst>
          </p:cNvPr>
          <p:cNvSpPr>
            <a:spLocks noChangeArrowheads="1"/>
          </p:cNvSpPr>
          <p:nvPr userDrawn="1"/>
        </p:nvSpPr>
        <p:spPr bwMode="auto">
          <a:xfrm>
            <a:off x="806334" y="2391534"/>
            <a:ext cx="2645708" cy="2649839"/>
          </a:xfrm>
          <a:prstGeom prst="ellipse">
            <a:avLst/>
          </a:prstGeom>
          <a:solidFill>
            <a:schemeClr val="tx2"/>
          </a:solidFill>
          <a:ln w="38100" cap="flat">
            <a:noFill/>
            <a:prstDash val="solid"/>
            <a:miter lim="800000"/>
            <a:headEnd/>
            <a:tailEnd/>
          </a:ln>
          <a:effectLst>
            <a:outerShdw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5" name="Oval 24">
            <a:extLst>
              <a:ext uri="{FF2B5EF4-FFF2-40B4-BE49-F238E27FC236}">
                <a16:creationId xmlns:a16="http://schemas.microsoft.com/office/drawing/2014/main" id="{39BFFB99-D941-1CF4-DC56-89A2F4BCB43E}"/>
              </a:ext>
            </a:extLst>
          </p:cNvPr>
          <p:cNvSpPr>
            <a:spLocks noChangeArrowheads="1"/>
          </p:cNvSpPr>
          <p:nvPr userDrawn="1"/>
        </p:nvSpPr>
        <p:spPr bwMode="auto">
          <a:xfrm>
            <a:off x="1064502" y="2651767"/>
            <a:ext cx="2129371" cy="2129372"/>
          </a:xfrm>
          <a:prstGeom prst="ellipse">
            <a:avLst/>
          </a:prstGeom>
          <a:solidFill>
            <a:schemeClr val="accent2"/>
          </a:solidFill>
          <a:ln w="38100" cap="flat">
            <a:noFill/>
            <a:prstDash val="solid"/>
            <a:miter lim="800000"/>
            <a:headEnd/>
            <a:tailEnd/>
          </a:ln>
          <a:effectLst>
            <a:outerShdw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6" name="Oval 25">
            <a:extLst>
              <a:ext uri="{FF2B5EF4-FFF2-40B4-BE49-F238E27FC236}">
                <a16:creationId xmlns:a16="http://schemas.microsoft.com/office/drawing/2014/main" id="{E7F1134B-5CC6-4514-273E-8DC8F06AC2A5}"/>
              </a:ext>
            </a:extLst>
          </p:cNvPr>
          <p:cNvSpPr>
            <a:spLocks noChangeArrowheads="1"/>
          </p:cNvSpPr>
          <p:nvPr userDrawn="1"/>
        </p:nvSpPr>
        <p:spPr bwMode="auto">
          <a:xfrm>
            <a:off x="1328865" y="2916132"/>
            <a:ext cx="1600643" cy="1600644"/>
          </a:xfrm>
          <a:prstGeom prst="ellipse">
            <a:avLst/>
          </a:prstGeom>
          <a:solidFill>
            <a:sysClr val="window" lastClr="FFFFFF"/>
          </a:solidFill>
          <a:ln w="15875" cap="flat">
            <a:noFill/>
            <a:prstDash val="solid"/>
            <a:miter lim="800000"/>
            <a:headEnd/>
            <a:tailEnd/>
          </a:ln>
          <a:effectLst>
            <a:outerShdw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7" name="Oval 26">
            <a:extLst>
              <a:ext uri="{FF2B5EF4-FFF2-40B4-BE49-F238E27FC236}">
                <a16:creationId xmlns:a16="http://schemas.microsoft.com/office/drawing/2014/main" id="{B8C34AD5-83F2-B428-A926-370252CE99CB}"/>
              </a:ext>
            </a:extLst>
          </p:cNvPr>
          <p:cNvSpPr>
            <a:spLocks noChangeArrowheads="1"/>
          </p:cNvSpPr>
          <p:nvPr userDrawn="1"/>
        </p:nvSpPr>
        <p:spPr bwMode="auto">
          <a:xfrm>
            <a:off x="3319859" y="1348534"/>
            <a:ext cx="1189639" cy="1189639"/>
          </a:xfrm>
          <a:prstGeom prst="ellipse">
            <a:avLst/>
          </a:prstGeom>
          <a:solidFill>
            <a:schemeClr val="accent2"/>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8" name="Oval 27">
            <a:extLst>
              <a:ext uri="{FF2B5EF4-FFF2-40B4-BE49-F238E27FC236}">
                <a16:creationId xmlns:a16="http://schemas.microsoft.com/office/drawing/2014/main" id="{ECE97C07-6EF1-199D-6943-60B285D74707}"/>
              </a:ext>
            </a:extLst>
          </p:cNvPr>
          <p:cNvSpPr>
            <a:spLocks noChangeArrowheads="1"/>
          </p:cNvSpPr>
          <p:nvPr userDrawn="1"/>
        </p:nvSpPr>
        <p:spPr bwMode="auto">
          <a:xfrm>
            <a:off x="4048927" y="3120600"/>
            <a:ext cx="1189639" cy="1189639"/>
          </a:xfrm>
          <a:prstGeom prst="ellipse">
            <a:avLst/>
          </a:prstGeom>
          <a:solidFill>
            <a:schemeClr val="tx2"/>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9" name="Oval 28">
            <a:extLst>
              <a:ext uri="{FF2B5EF4-FFF2-40B4-BE49-F238E27FC236}">
                <a16:creationId xmlns:a16="http://schemas.microsoft.com/office/drawing/2014/main" id="{F026070F-C3BE-EC57-0093-991CA0A0FAD2}"/>
              </a:ext>
            </a:extLst>
          </p:cNvPr>
          <p:cNvSpPr>
            <a:spLocks noChangeArrowheads="1"/>
          </p:cNvSpPr>
          <p:nvPr userDrawn="1"/>
        </p:nvSpPr>
        <p:spPr bwMode="auto">
          <a:xfrm>
            <a:off x="3311597" y="4973295"/>
            <a:ext cx="1187573" cy="1189639"/>
          </a:xfrm>
          <a:prstGeom prst="ellipse">
            <a:avLst/>
          </a:prstGeom>
          <a:solidFill>
            <a:schemeClr val="accent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0" name="Freeform 22">
            <a:extLst>
              <a:ext uri="{FF2B5EF4-FFF2-40B4-BE49-F238E27FC236}">
                <a16:creationId xmlns:a16="http://schemas.microsoft.com/office/drawing/2014/main" id="{54B75B26-9BDF-BD1F-BB21-DCDA8B1A6B67}"/>
              </a:ext>
            </a:extLst>
          </p:cNvPr>
          <p:cNvSpPr>
            <a:spLocks/>
          </p:cNvSpPr>
          <p:nvPr userDrawn="1"/>
        </p:nvSpPr>
        <p:spPr bwMode="auto">
          <a:xfrm>
            <a:off x="2762216" y="2255222"/>
            <a:ext cx="828203" cy="826138"/>
          </a:xfrm>
          <a:custGeom>
            <a:avLst/>
            <a:gdLst>
              <a:gd name="T0" fmla="*/ 0 w 401"/>
              <a:gd name="T1" fmla="*/ 310 h 400"/>
              <a:gd name="T2" fmla="*/ 313 w 401"/>
              <a:gd name="T3" fmla="*/ 0 h 400"/>
              <a:gd name="T4" fmla="*/ 391 w 401"/>
              <a:gd name="T5" fmla="*/ 5 h 400"/>
              <a:gd name="T6" fmla="*/ 401 w 401"/>
              <a:gd name="T7" fmla="*/ 90 h 400"/>
              <a:gd name="T8" fmla="*/ 90 w 401"/>
              <a:gd name="T9" fmla="*/ 400 h 400"/>
              <a:gd name="T10" fmla="*/ 24 w 401"/>
              <a:gd name="T11" fmla="*/ 377 h 400"/>
              <a:gd name="T12" fmla="*/ 0 w 401"/>
              <a:gd name="T13" fmla="*/ 310 h 400"/>
            </a:gdLst>
            <a:ahLst/>
            <a:cxnLst>
              <a:cxn ang="0">
                <a:pos x="T0" y="T1"/>
              </a:cxn>
              <a:cxn ang="0">
                <a:pos x="T2" y="T3"/>
              </a:cxn>
              <a:cxn ang="0">
                <a:pos x="T4" y="T5"/>
              </a:cxn>
              <a:cxn ang="0">
                <a:pos x="T6" y="T7"/>
              </a:cxn>
              <a:cxn ang="0">
                <a:pos x="T8" y="T9"/>
              </a:cxn>
              <a:cxn ang="0">
                <a:pos x="T10" y="T11"/>
              </a:cxn>
              <a:cxn ang="0">
                <a:pos x="T12" y="T13"/>
              </a:cxn>
            </a:cxnLst>
            <a:rect l="0" t="0" r="r" b="b"/>
            <a:pathLst>
              <a:path w="401" h="400">
                <a:moveTo>
                  <a:pt x="0" y="310"/>
                </a:moveTo>
                <a:lnTo>
                  <a:pt x="313" y="0"/>
                </a:lnTo>
                <a:lnTo>
                  <a:pt x="391" y="5"/>
                </a:lnTo>
                <a:lnTo>
                  <a:pt x="401" y="90"/>
                </a:lnTo>
                <a:lnTo>
                  <a:pt x="90" y="400"/>
                </a:lnTo>
                <a:lnTo>
                  <a:pt x="24" y="377"/>
                </a:lnTo>
                <a:lnTo>
                  <a:pt x="0" y="310"/>
                </a:lnTo>
                <a:close/>
              </a:path>
            </a:pathLst>
          </a:custGeom>
          <a:solidFill>
            <a:schemeClr val="accent2"/>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1" name="Freeform 23">
            <a:extLst>
              <a:ext uri="{FF2B5EF4-FFF2-40B4-BE49-F238E27FC236}">
                <a16:creationId xmlns:a16="http://schemas.microsoft.com/office/drawing/2014/main" id="{B4EC27A8-EBD4-5713-65E5-AE7B0C60CA46}"/>
              </a:ext>
            </a:extLst>
          </p:cNvPr>
          <p:cNvSpPr>
            <a:spLocks/>
          </p:cNvSpPr>
          <p:nvPr userDrawn="1"/>
        </p:nvSpPr>
        <p:spPr bwMode="auto">
          <a:xfrm>
            <a:off x="3315728" y="3587369"/>
            <a:ext cx="811680" cy="258169"/>
          </a:xfrm>
          <a:custGeom>
            <a:avLst/>
            <a:gdLst>
              <a:gd name="T0" fmla="*/ 38 w 393"/>
              <a:gd name="T1" fmla="*/ 0 h 125"/>
              <a:gd name="T2" fmla="*/ 362 w 393"/>
              <a:gd name="T3" fmla="*/ 0 h 125"/>
              <a:gd name="T4" fmla="*/ 393 w 393"/>
              <a:gd name="T5" fmla="*/ 35 h 125"/>
              <a:gd name="T6" fmla="*/ 362 w 393"/>
              <a:gd name="T7" fmla="*/ 125 h 125"/>
              <a:gd name="T8" fmla="*/ 40 w 393"/>
              <a:gd name="T9" fmla="*/ 125 h 125"/>
              <a:gd name="T10" fmla="*/ 0 w 393"/>
              <a:gd name="T11" fmla="*/ 38 h 125"/>
              <a:gd name="T12" fmla="*/ 38 w 393"/>
              <a:gd name="T13" fmla="*/ 0 h 125"/>
            </a:gdLst>
            <a:ahLst/>
            <a:cxnLst>
              <a:cxn ang="0">
                <a:pos x="T0" y="T1"/>
              </a:cxn>
              <a:cxn ang="0">
                <a:pos x="T2" y="T3"/>
              </a:cxn>
              <a:cxn ang="0">
                <a:pos x="T4" y="T5"/>
              </a:cxn>
              <a:cxn ang="0">
                <a:pos x="T6" y="T7"/>
              </a:cxn>
              <a:cxn ang="0">
                <a:pos x="T8" y="T9"/>
              </a:cxn>
              <a:cxn ang="0">
                <a:pos x="T10" y="T11"/>
              </a:cxn>
              <a:cxn ang="0">
                <a:pos x="T12" y="T13"/>
              </a:cxn>
            </a:cxnLst>
            <a:rect l="0" t="0" r="r" b="b"/>
            <a:pathLst>
              <a:path w="393" h="125">
                <a:moveTo>
                  <a:pt x="38" y="0"/>
                </a:moveTo>
                <a:lnTo>
                  <a:pt x="362" y="0"/>
                </a:lnTo>
                <a:lnTo>
                  <a:pt x="393" y="35"/>
                </a:lnTo>
                <a:lnTo>
                  <a:pt x="362" y="125"/>
                </a:lnTo>
                <a:lnTo>
                  <a:pt x="40" y="125"/>
                </a:lnTo>
                <a:lnTo>
                  <a:pt x="0" y="38"/>
                </a:lnTo>
                <a:lnTo>
                  <a:pt x="38" y="0"/>
                </a:lnTo>
                <a:close/>
              </a:path>
            </a:pathLst>
          </a:custGeom>
          <a:solidFill>
            <a:schemeClr val="tx2"/>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2" name="Freeform 24">
            <a:extLst>
              <a:ext uri="{FF2B5EF4-FFF2-40B4-BE49-F238E27FC236}">
                <a16:creationId xmlns:a16="http://schemas.microsoft.com/office/drawing/2014/main" id="{3A9D2B57-3025-B3F7-6D86-8D2E7D2F654A}"/>
              </a:ext>
            </a:extLst>
          </p:cNvPr>
          <p:cNvSpPr>
            <a:spLocks/>
          </p:cNvSpPr>
          <p:nvPr userDrawn="1"/>
        </p:nvSpPr>
        <p:spPr bwMode="auto">
          <a:xfrm>
            <a:off x="3086475" y="4684068"/>
            <a:ext cx="620008" cy="559681"/>
          </a:xfrm>
          <a:custGeom>
            <a:avLst/>
            <a:gdLst>
              <a:gd name="T0" fmla="*/ 99 w 251"/>
              <a:gd name="T1" fmla="*/ 0 h 239"/>
              <a:gd name="T2" fmla="*/ 246 w 251"/>
              <a:gd name="T3" fmla="*/ 147 h 239"/>
              <a:gd name="T4" fmla="*/ 251 w 251"/>
              <a:gd name="T5" fmla="*/ 222 h 239"/>
              <a:gd name="T6" fmla="*/ 151 w 251"/>
              <a:gd name="T7" fmla="*/ 239 h 239"/>
              <a:gd name="T8" fmla="*/ 0 w 251"/>
              <a:gd name="T9" fmla="*/ 85 h 239"/>
              <a:gd name="T10" fmla="*/ 12 w 251"/>
              <a:gd name="T11" fmla="*/ 42 h 239"/>
              <a:gd name="T12" fmla="*/ 99 w 251"/>
              <a:gd name="T13" fmla="*/ 0 h 239"/>
            </a:gdLst>
            <a:ahLst/>
            <a:cxnLst>
              <a:cxn ang="0">
                <a:pos x="T0" y="T1"/>
              </a:cxn>
              <a:cxn ang="0">
                <a:pos x="T2" y="T3"/>
              </a:cxn>
              <a:cxn ang="0">
                <a:pos x="T4" y="T5"/>
              </a:cxn>
              <a:cxn ang="0">
                <a:pos x="T6" y="T7"/>
              </a:cxn>
              <a:cxn ang="0">
                <a:pos x="T8" y="T9"/>
              </a:cxn>
              <a:cxn ang="0">
                <a:pos x="T10" y="T11"/>
              </a:cxn>
              <a:cxn ang="0">
                <a:pos x="T12" y="T13"/>
              </a:cxn>
            </a:cxnLst>
            <a:rect l="0" t="0" r="r" b="b"/>
            <a:pathLst>
              <a:path w="251" h="239">
                <a:moveTo>
                  <a:pt x="99" y="0"/>
                </a:moveTo>
                <a:lnTo>
                  <a:pt x="246" y="147"/>
                </a:lnTo>
                <a:lnTo>
                  <a:pt x="251" y="222"/>
                </a:lnTo>
                <a:lnTo>
                  <a:pt x="151" y="239"/>
                </a:lnTo>
                <a:lnTo>
                  <a:pt x="0" y="85"/>
                </a:lnTo>
                <a:lnTo>
                  <a:pt x="12" y="42"/>
                </a:lnTo>
                <a:lnTo>
                  <a:pt x="99" y="0"/>
                </a:lnTo>
                <a:close/>
              </a:path>
            </a:pathLst>
          </a:custGeom>
          <a:solidFill>
            <a:schemeClr val="accent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3" name="Oval 18">
            <a:extLst>
              <a:ext uri="{FF2B5EF4-FFF2-40B4-BE49-F238E27FC236}">
                <a16:creationId xmlns:a16="http://schemas.microsoft.com/office/drawing/2014/main" id="{11F77542-95EE-97FF-1D04-E03B4E7599AD}"/>
              </a:ext>
            </a:extLst>
          </p:cNvPr>
          <p:cNvSpPr>
            <a:spLocks noChangeArrowheads="1"/>
          </p:cNvSpPr>
          <p:nvPr userDrawn="1"/>
        </p:nvSpPr>
        <p:spPr bwMode="auto">
          <a:xfrm>
            <a:off x="3503987" y="1532662"/>
            <a:ext cx="821384" cy="821383"/>
          </a:xfrm>
          <a:prstGeom prst="ellipse">
            <a:avLst/>
          </a:prstGeom>
          <a:solidFill>
            <a:sysClr val="window" lastClr="FFFFFF"/>
          </a:solidFill>
          <a:ln w="15875" cap="flat">
            <a:noFill/>
            <a:prstDash val="solid"/>
            <a:miter lim="800000"/>
            <a:headEnd/>
            <a:tailEnd/>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4" name="Oval 18">
            <a:extLst>
              <a:ext uri="{FF2B5EF4-FFF2-40B4-BE49-F238E27FC236}">
                <a16:creationId xmlns:a16="http://schemas.microsoft.com/office/drawing/2014/main" id="{33010B02-6EE5-4E47-3118-C9EBAFCADA43}"/>
              </a:ext>
            </a:extLst>
          </p:cNvPr>
          <p:cNvSpPr>
            <a:spLocks noChangeArrowheads="1"/>
          </p:cNvSpPr>
          <p:nvPr userDrawn="1"/>
        </p:nvSpPr>
        <p:spPr bwMode="auto">
          <a:xfrm>
            <a:off x="4233055" y="3304728"/>
            <a:ext cx="821384" cy="821383"/>
          </a:xfrm>
          <a:prstGeom prst="ellipse">
            <a:avLst/>
          </a:prstGeom>
          <a:solidFill>
            <a:sysClr val="window" lastClr="FFFFFF"/>
          </a:solidFill>
          <a:ln w="15875" cap="flat">
            <a:noFill/>
            <a:prstDash val="solid"/>
            <a:miter lim="800000"/>
            <a:headEnd/>
            <a:tailEnd/>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5" name="Oval 18">
            <a:extLst>
              <a:ext uri="{FF2B5EF4-FFF2-40B4-BE49-F238E27FC236}">
                <a16:creationId xmlns:a16="http://schemas.microsoft.com/office/drawing/2014/main" id="{F3D5716C-1FC1-A63A-0E71-A110CD002AAE}"/>
              </a:ext>
            </a:extLst>
          </p:cNvPr>
          <p:cNvSpPr>
            <a:spLocks noChangeArrowheads="1"/>
          </p:cNvSpPr>
          <p:nvPr userDrawn="1"/>
        </p:nvSpPr>
        <p:spPr bwMode="auto">
          <a:xfrm>
            <a:off x="3494692" y="5178689"/>
            <a:ext cx="821384" cy="821383"/>
          </a:xfrm>
          <a:prstGeom prst="ellipse">
            <a:avLst/>
          </a:prstGeom>
          <a:solidFill>
            <a:sysClr val="window" lastClr="FFFFFF"/>
          </a:solidFill>
          <a:ln w="15875" cap="flat">
            <a:noFill/>
            <a:prstDash val="solid"/>
            <a:miter lim="800000"/>
            <a:headEnd/>
            <a:tailEnd/>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6" name="Freeform 55">
            <a:extLst>
              <a:ext uri="{FF2B5EF4-FFF2-40B4-BE49-F238E27FC236}">
                <a16:creationId xmlns:a16="http://schemas.microsoft.com/office/drawing/2014/main" id="{6D85A67C-7A56-DE2B-22A3-ED2B40C80C8F}"/>
              </a:ext>
            </a:extLst>
          </p:cNvPr>
          <p:cNvSpPr>
            <a:spLocks noEditPoints="1"/>
          </p:cNvSpPr>
          <p:nvPr userDrawn="1"/>
        </p:nvSpPr>
        <p:spPr bwMode="auto">
          <a:xfrm>
            <a:off x="10789182" y="1745733"/>
            <a:ext cx="387340" cy="389043"/>
          </a:xfrm>
          <a:custGeom>
            <a:avLst/>
            <a:gdLst>
              <a:gd name="T0" fmla="*/ 48 w 96"/>
              <a:gd name="T1" fmla="*/ 0 h 96"/>
              <a:gd name="T2" fmla="*/ 0 w 96"/>
              <a:gd name="T3" fmla="*/ 48 h 96"/>
              <a:gd name="T4" fmla="*/ 48 w 96"/>
              <a:gd name="T5" fmla="*/ 96 h 96"/>
              <a:gd name="T6" fmla="*/ 96 w 96"/>
              <a:gd name="T7" fmla="*/ 48 h 96"/>
              <a:gd name="T8" fmla="*/ 48 w 96"/>
              <a:gd name="T9" fmla="*/ 0 h 96"/>
              <a:gd name="T10" fmla="*/ 75 w 96"/>
              <a:gd name="T11" fmla="*/ 50 h 96"/>
              <a:gd name="T12" fmla="*/ 39 w 96"/>
              <a:gd name="T13" fmla="*/ 80 h 96"/>
              <a:gd name="T14" fmla="*/ 38 w 96"/>
              <a:gd name="T15" fmla="*/ 80 h 96"/>
              <a:gd name="T16" fmla="*/ 37 w 96"/>
              <a:gd name="T17" fmla="*/ 80 h 96"/>
              <a:gd name="T18" fmla="*/ 36 w 96"/>
              <a:gd name="T19" fmla="*/ 78 h 96"/>
              <a:gd name="T20" fmla="*/ 36 w 96"/>
              <a:gd name="T21" fmla="*/ 62 h 96"/>
              <a:gd name="T22" fmla="*/ 37 w 96"/>
              <a:gd name="T23" fmla="*/ 60 h 96"/>
              <a:gd name="T24" fmla="*/ 53 w 96"/>
              <a:gd name="T25" fmla="*/ 48 h 96"/>
              <a:gd name="T26" fmla="*/ 37 w 96"/>
              <a:gd name="T27" fmla="*/ 36 h 96"/>
              <a:gd name="T28" fmla="*/ 36 w 96"/>
              <a:gd name="T29" fmla="*/ 34 h 96"/>
              <a:gd name="T30" fmla="*/ 36 w 96"/>
              <a:gd name="T31" fmla="*/ 18 h 96"/>
              <a:gd name="T32" fmla="*/ 37 w 96"/>
              <a:gd name="T33" fmla="*/ 16 h 96"/>
              <a:gd name="T34" fmla="*/ 39 w 96"/>
              <a:gd name="T35" fmla="*/ 16 h 96"/>
              <a:gd name="T36" fmla="*/ 75 w 96"/>
              <a:gd name="T37" fmla="*/ 46 h 96"/>
              <a:gd name="T38" fmla="*/ 76 w 96"/>
              <a:gd name="T39" fmla="*/ 48 h 96"/>
              <a:gd name="T40" fmla="*/ 75 w 96"/>
              <a:gd name="T41" fmla="*/ 5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 h="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p>
        </p:txBody>
      </p:sp>
      <p:sp>
        <p:nvSpPr>
          <p:cNvPr id="37" name="Freeform 55">
            <a:extLst>
              <a:ext uri="{FF2B5EF4-FFF2-40B4-BE49-F238E27FC236}">
                <a16:creationId xmlns:a16="http://schemas.microsoft.com/office/drawing/2014/main" id="{271FD54B-823D-1391-2FD1-60C75B0D6A71}"/>
              </a:ext>
            </a:extLst>
          </p:cNvPr>
          <p:cNvSpPr>
            <a:spLocks noEditPoints="1"/>
          </p:cNvSpPr>
          <p:nvPr userDrawn="1"/>
        </p:nvSpPr>
        <p:spPr bwMode="auto">
          <a:xfrm>
            <a:off x="10835834" y="3523733"/>
            <a:ext cx="387340" cy="389043"/>
          </a:xfrm>
          <a:custGeom>
            <a:avLst/>
            <a:gdLst>
              <a:gd name="T0" fmla="*/ 48 w 96"/>
              <a:gd name="T1" fmla="*/ 0 h 96"/>
              <a:gd name="T2" fmla="*/ 0 w 96"/>
              <a:gd name="T3" fmla="*/ 48 h 96"/>
              <a:gd name="T4" fmla="*/ 48 w 96"/>
              <a:gd name="T5" fmla="*/ 96 h 96"/>
              <a:gd name="T6" fmla="*/ 96 w 96"/>
              <a:gd name="T7" fmla="*/ 48 h 96"/>
              <a:gd name="T8" fmla="*/ 48 w 96"/>
              <a:gd name="T9" fmla="*/ 0 h 96"/>
              <a:gd name="T10" fmla="*/ 75 w 96"/>
              <a:gd name="T11" fmla="*/ 50 h 96"/>
              <a:gd name="T12" fmla="*/ 39 w 96"/>
              <a:gd name="T13" fmla="*/ 80 h 96"/>
              <a:gd name="T14" fmla="*/ 38 w 96"/>
              <a:gd name="T15" fmla="*/ 80 h 96"/>
              <a:gd name="T16" fmla="*/ 37 w 96"/>
              <a:gd name="T17" fmla="*/ 80 h 96"/>
              <a:gd name="T18" fmla="*/ 36 w 96"/>
              <a:gd name="T19" fmla="*/ 78 h 96"/>
              <a:gd name="T20" fmla="*/ 36 w 96"/>
              <a:gd name="T21" fmla="*/ 62 h 96"/>
              <a:gd name="T22" fmla="*/ 37 w 96"/>
              <a:gd name="T23" fmla="*/ 60 h 96"/>
              <a:gd name="T24" fmla="*/ 53 w 96"/>
              <a:gd name="T25" fmla="*/ 48 h 96"/>
              <a:gd name="T26" fmla="*/ 37 w 96"/>
              <a:gd name="T27" fmla="*/ 36 h 96"/>
              <a:gd name="T28" fmla="*/ 36 w 96"/>
              <a:gd name="T29" fmla="*/ 34 h 96"/>
              <a:gd name="T30" fmla="*/ 36 w 96"/>
              <a:gd name="T31" fmla="*/ 18 h 96"/>
              <a:gd name="T32" fmla="*/ 37 w 96"/>
              <a:gd name="T33" fmla="*/ 16 h 96"/>
              <a:gd name="T34" fmla="*/ 39 w 96"/>
              <a:gd name="T35" fmla="*/ 16 h 96"/>
              <a:gd name="T36" fmla="*/ 75 w 96"/>
              <a:gd name="T37" fmla="*/ 46 h 96"/>
              <a:gd name="T38" fmla="*/ 76 w 96"/>
              <a:gd name="T39" fmla="*/ 48 h 96"/>
              <a:gd name="T40" fmla="*/ 75 w 96"/>
              <a:gd name="T41" fmla="*/ 5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 h="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p>
        </p:txBody>
      </p:sp>
      <p:sp>
        <p:nvSpPr>
          <p:cNvPr id="38" name="Freeform 55">
            <a:extLst>
              <a:ext uri="{FF2B5EF4-FFF2-40B4-BE49-F238E27FC236}">
                <a16:creationId xmlns:a16="http://schemas.microsoft.com/office/drawing/2014/main" id="{1F0FBAA0-C49C-F9A3-DB93-FACD5F8C8063}"/>
              </a:ext>
            </a:extLst>
          </p:cNvPr>
          <p:cNvSpPr>
            <a:spLocks noEditPoints="1"/>
          </p:cNvSpPr>
          <p:nvPr userDrawn="1"/>
        </p:nvSpPr>
        <p:spPr bwMode="auto">
          <a:xfrm>
            <a:off x="10807846" y="5299162"/>
            <a:ext cx="387340" cy="389043"/>
          </a:xfrm>
          <a:custGeom>
            <a:avLst/>
            <a:gdLst>
              <a:gd name="T0" fmla="*/ 48 w 96"/>
              <a:gd name="T1" fmla="*/ 0 h 96"/>
              <a:gd name="T2" fmla="*/ 0 w 96"/>
              <a:gd name="T3" fmla="*/ 48 h 96"/>
              <a:gd name="T4" fmla="*/ 48 w 96"/>
              <a:gd name="T5" fmla="*/ 96 h 96"/>
              <a:gd name="T6" fmla="*/ 96 w 96"/>
              <a:gd name="T7" fmla="*/ 48 h 96"/>
              <a:gd name="T8" fmla="*/ 48 w 96"/>
              <a:gd name="T9" fmla="*/ 0 h 96"/>
              <a:gd name="T10" fmla="*/ 75 w 96"/>
              <a:gd name="T11" fmla="*/ 50 h 96"/>
              <a:gd name="T12" fmla="*/ 39 w 96"/>
              <a:gd name="T13" fmla="*/ 80 h 96"/>
              <a:gd name="T14" fmla="*/ 38 w 96"/>
              <a:gd name="T15" fmla="*/ 80 h 96"/>
              <a:gd name="T16" fmla="*/ 37 w 96"/>
              <a:gd name="T17" fmla="*/ 80 h 96"/>
              <a:gd name="T18" fmla="*/ 36 w 96"/>
              <a:gd name="T19" fmla="*/ 78 h 96"/>
              <a:gd name="T20" fmla="*/ 36 w 96"/>
              <a:gd name="T21" fmla="*/ 62 h 96"/>
              <a:gd name="T22" fmla="*/ 37 w 96"/>
              <a:gd name="T23" fmla="*/ 60 h 96"/>
              <a:gd name="T24" fmla="*/ 53 w 96"/>
              <a:gd name="T25" fmla="*/ 48 h 96"/>
              <a:gd name="T26" fmla="*/ 37 w 96"/>
              <a:gd name="T27" fmla="*/ 36 h 96"/>
              <a:gd name="T28" fmla="*/ 36 w 96"/>
              <a:gd name="T29" fmla="*/ 34 h 96"/>
              <a:gd name="T30" fmla="*/ 36 w 96"/>
              <a:gd name="T31" fmla="*/ 18 h 96"/>
              <a:gd name="T32" fmla="*/ 37 w 96"/>
              <a:gd name="T33" fmla="*/ 16 h 96"/>
              <a:gd name="T34" fmla="*/ 39 w 96"/>
              <a:gd name="T35" fmla="*/ 16 h 96"/>
              <a:gd name="T36" fmla="*/ 75 w 96"/>
              <a:gd name="T37" fmla="*/ 46 h 96"/>
              <a:gd name="T38" fmla="*/ 76 w 96"/>
              <a:gd name="T39" fmla="*/ 48 h 96"/>
              <a:gd name="T40" fmla="*/ 75 w 96"/>
              <a:gd name="T41" fmla="*/ 5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 h="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p>
        </p:txBody>
      </p:sp>
      <p:sp>
        <p:nvSpPr>
          <p:cNvPr id="50" name="Content Placeholder 48">
            <a:extLst>
              <a:ext uri="{FF2B5EF4-FFF2-40B4-BE49-F238E27FC236}">
                <a16:creationId xmlns:a16="http://schemas.microsoft.com/office/drawing/2014/main" id="{FF5A177C-03B8-06A2-809E-D1AB7CE7C0C0}"/>
              </a:ext>
            </a:extLst>
          </p:cNvPr>
          <p:cNvSpPr>
            <a:spLocks noGrp="1"/>
          </p:cNvSpPr>
          <p:nvPr>
            <p:ph sz="quarter" idx="13" hasCustomPrompt="1"/>
          </p:nvPr>
        </p:nvSpPr>
        <p:spPr>
          <a:xfrm>
            <a:off x="1695450" y="3282983"/>
            <a:ext cx="866775" cy="866775"/>
          </a:xfrm>
          <a:prstGeom prst="ellipse">
            <a:avLst/>
          </a:prstGeom>
          <a:noFill/>
        </p:spPr>
        <p:txBody>
          <a:bodyPr anchor="ctr">
            <a:noAutofit/>
          </a:bodyPr>
          <a:lstStyle>
            <a:lvl1pPr marL="0" indent="0" algn="ctr">
              <a:buNone/>
              <a:defRPr sz="1200" b="0">
                <a:solidFill>
                  <a:schemeClr val="tx1"/>
                </a:solidFill>
              </a:defRPr>
            </a:lvl1pPr>
          </a:lstStyle>
          <a:p>
            <a:pPr lvl="0"/>
            <a:r>
              <a:rPr lang="en-US"/>
              <a:t>Insert Icon here</a:t>
            </a:r>
            <a:endParaRPr lang="en-IN"/>
          </a:p>
        </p:txBody>
      </p:sp>
      <p:sp>
        <p:nvSpPr>
          <p:cNvPr id="52" name="Content Placeholder 48">
            <a:extLst>
              <a:ext uri="{FF2B5EF4-FFF2-40B4-BE49-F238E27FC236}">
                <a16:creationId xmlns:a16="http://schemas.microsoft.com/office/drawing/2014/main" id="{05F77255-05C0-9A74-DD40-A5916AAD5B0C}"/>
              </a:ext>
            </a:extLst>
          </p:cNvPr>
          <p:cNvSpPr>
            <a:spLocks noGrp="1"/>
          </p:cNvSpPr>
          <p:nvPr>
            <p:ph sz="quarter" idx="14" hasCustomPrompt="1"/>
          </p:nvPr>
        </p:nvSpPr>
        <p:spPr>
          <a:xfrm>
            <a:off x="3591617" y="1628048"/>
            <a:ext cx="646119" cy="646119"/>
          </a:xfrm>
          <a:prstGeom prst="ellipse">
            <a:avLst/>
          </a:prstGeom>
          <a:noFill/>
        </p:spPr>
        <p:txBody>
          <a:bodyPr lIns="0" rIns="0" anchor="ctr">
            <a:noAutofit/>
          </a:bodyPr>
          <a:lstStyle>
            <a:lvl1pPr marL="0" indent="0" algn="ctr">
              <a:buNone/>
              <a:defRPr sz="1050" b="0">
                <a:solidFill>
                  <a:schemeClr val="tx1"/>
                </a:solidFill>
              </a:defRPr>
            </a:lvl1pPr>
          </a:lstStyle>
          <a:p>
            <a:pPr lvl="0"/>
            <a:r>
              <a:rPr lang="en-US"/>
              <a:t>Insert Icon here</a:t>
            </a:r>
            <a:endParaRPr lang="en-IN"/>
          </a:p>
        </p:txBody>
      </p:sp>
      <p:sp>
        <p:nvSpPr>
          <p:cNvPr id="53" name="Content Placeholder 48">
            <a:extLst>
              <a:ext uri="{FF2B5EF4-FFF2-40B4-BE49-F238E27FC236}">
                <a16:creationId xmlns:a16="http://schemas.microsoft.com/office/drawing/2014/main" id="{77F5205B-9112-EE4B-620A-91B4E4B97C98}"/>
              </a:ext>
            </a:extLst>
          </p:cNvPr>
          <p:cNvSpPr>
            <a:spLocks noGrp="1"/>
          </p:cNvSpPr>
          <p:nvPr>
            <p:ph sz="quarter" idx="15" hasCustomPrompt="1"/>
          </p:nvPr>
        </p:nvSpPr>
        <p:spPr>
          <a:xfrm>
            <a:off x="4316692" y="3384869"/>
            <a:ext cx="646119" cy="646119"/>
          </a:xfrm>
          <a:prstGeom prst="ellipse">
            <a:avLst/>
          </a:prstGeom>
          <a:noFill/>
        </p:spPr>
        <p:txBody>
          <a:bodyPr lIns="0" rIns="0" anchor="ctr">
            <a:noAutofit/>
          </a:bodyPr>
          <a:lstStyle>
            <a:lvl1pPr marL="0" indent="0" algn="ctr">
              <a:buNone/>
              <a:defRPr sz="1050" b="0">
                <a:solidFill>
                  <a:schemeClr val="tx1"/>
                </a:solidFill>
              </a:defRPr>
            </a:lvl1pPr>
          </a:lstStyle>
          <a:p>
            <a:pPr lvl="0"/>
            <a:r>
              <a:rPr lang="en-US"/>
              <a:t>Insert Icon here</a:t>
            </a:r>
            <a:endParaRPr lang="en-IN"/>
          </a:p>
        </p:txBody>
      </p:sp>
      <p:sp>
        <p:nvSpPr>
          <p:cNvPr id="54" name="Content Placeholder 48">
            <a:extLst>
              <a:ext uri="{FF2B5EF4-FFF2-40B4-BE49-F238E27FC236}">
                <a16:creationId xmlns:a16="http://schemas.microsoft.com/office/drawing/2014/main" id="{3858EDFE-7F0B-98AF-BF6E-4F3225FE588A}"/>
              </a:ext>
            </a:extLst>
          </p:cNvPr>
          <p:cNvSpPr>
            <a:spLocks noGrp="1"/>
          </p:cNvSpPr>
          <p:nvPr>
            <p:ph sz="quarter" idx="16" hasCustomPrompt="1"/>
          </p:nvPr>
        </p:nvSpPr>
        <p:spPr>
          <a:xfrm>
            <a:off x="3582495" y="5267687"/>
            <a:ext cx="646119" cy="646119"/>
          </a:xfrm>
          <a:prstGeom prst="ellipse">
            <a:avLst/>
          </a:prstGeom>
          <a:noFill/>
        </p:spPr>
        <p:txBody>
          <a:bodyPr lIns="0" rIns="0" anchor="ctr">
            <a:noAutofit/>
          </a:bodyPr>
          <a:lstStyle>
            <a:lvl1pPr marL="0" indent="0" algn="ctr">
              <a:buNone/>
              <a:defRPr sz="1050" b="0">
                <a:solidFill>
                  <a:schemeClr val="tx1"/>
                </a:solidFill>
              </a:defRPr>
            </a:lvl1pPr>
          </a:lstStyle>
          <a:p>
            <a:pPr lvl="0"/>
            <a:r>
              <a:rPr lang="en-US"/>
              <a:t>Insert Icon here</a:t>
            </a:r>
            <a:endParaRPr lang="en-IN"/>
          </a:p>
        </p:txBody>
      </p:sp>
      <p:sp>
        <p:nvSpPr>
          <p:cNvPr id="58" name="Text Placeholder 37">
            <a:extLst>
              <a:ext uri="{FF2B5EF4-FFF2-40B4-BE49-F238E27FC236}">
                <a16:creationId xmlns:a16="http://schemas.microsoft.com/office/drawing/2014/main" id="{B593B476-5837-8062-5891-DAC6F0B8ADB9}"/>
              </a:ext>
            </a:extLst>
          </p:cNvPr>
          <p:cNvSpPr>
            <a:spLocks noGrp="1"/>
          </p:cNvSpPr>
          <p:nvPr>
            <p:ph type="body" sz="quarter" idx="17" hasCustomPrompt="1"/>
          </p:nvPr>
        </p:nvSpPr>
        <p:spPr>
          <a:xfrm>
            <a:off x="4779296" y="1760224"/>
            <a:ext cx="2321778" cy="373142"/>
          </a:xfrm>
        </p:spPr>
        <p:txBody>
          <a:bodyPr>
            <a:normAutofit/>
          </a:bodyPr>
          <a:lstStyle>
            <a:lvl1pPr marL="0" indent="0">
              <a:buNone/>
              <a:defRPr sz="1800" b="1">
                <a:solidFill>
                  <a:schemeClr val="bg1"/>
                </a:solidFill>
                <a:latin typeface="Barlow" panose="00000500000000000000" pitchFamily="2" charset="0"/>
              </a:defRPr>
            </a:lvl1pPr>
          </a:lstStyle>
          <a:p>
            <a:pPr lvl="0"/>
            <a:r>
              <a:rPr lang="en-US"/>
              <a:t>Click to add text</a:t>
            </a:r>
            <a:endParaRPr lang="en-IN"/>
          </a:p>
        </p:txBody>
      </p:sp>
      <p:sp>
        <p:nvSpPr>
          <p:cNvPr id="60" name="Text Placeholder 37">
            <a:extLst>
              <a:ext uri="{FF2B5EF4-FFF2-40B4-BE49-F238E27FC236}">
                <a16:creationId xmlns:a16="http://schemas.microsoft.com/office/drawing/2014/main" id="{3F5D3575-335B-A44B-13A3-674D27F0BFCF}"/>
              </a:ext>
            </a:extLst>
          </p:cNvPr>
          <p:cNvSpPr>
            <a:spLocks noGrp="1"/>
          </p:cNvSpPr>
          <p:nvPr>
            <p:ph type="body" sz="quarter" idx="19" hasCustomPrompt="1"/>
          </p:nvPr>
        </p:nvSpPr>
        <p:spPr>
          <a:xfrm>
            <a:off x="5506682" y="3564546"/>
            <a:ext cx="2321778" cy="373142"/>
          </a:xfrm>
        </p:spPr>
        <p:txBody>
          <a:bodyPr>
            <a:normAutofit/>
          </a:bodyPr>
          <a:lstStyle>
            <a:lvl1pPr marL="0" indent="0">
              <a:buNone/>
              <a:defRPr sz="1800" b="1">
                <a:solidFill>
                  <a:schemeClr val="bg1"/>
                </a:solidFill>
                <a:latin typeface="Barlow" panose="00000500000000000000" pitchFamily="2" charset="0"/>
              </a:defRPr>
            </a:lvl1pPr>
          </a:lstStyle>
          <a:p>
            <a:pPr lvl="0"/>
            <a:r>
              <a:rPr lang="en-US"/>
              <a:t>Click to add text</a:t>
            </a:r>
            <a:endParaRPr lang="en-IN"/>
          </a:p>
        </p:txBody>
      </p:sp>
      <p:sp>
        <p:nvSpPr>
          <p:cNvPr id="62" name="Text Placeholder 37">
            <a:extLst>
              <a:ext uri="{FF2B5EF4-FFF2-40B4-BE49-F238E27FC236}">
                <a16:creationId xmlns:a16="http://schemas.microsoft.com/office/drawing/2014/main" id="{B1D4934E-1083-3A67-D325-D1F4D254CC8D}"/>
              </a:ext>
            </a:extLst>
          </p:cNvPr>
          <p:cNvSpPr>
            <a:spLocks noGrp="1"/>
          </p:cNvSpPr>
          <p:nvPr>
            <p:ph type="body" sz="quarter" idx="20" hasCustomPrompt="1"/>
          </p:nvPr>
        </p:nvSpPr>
        <p:spPr>
          <a:xfrm>
            <a:off x="4779296" y="5353719"/>
            <a:ext cx="2321778" cy="373142"/>
          </a:xfrm>
        </p:spPr>
        <p:txBody>
          <a:bodyPr>
            <a:normAutofit/>
          </a:bodyPr>
          <a:lstStyle>
            <a:lvl1pPr marL="0" indent="0">
              <a:buNone/>
              <a:defRPr sz="1800" b="1">
                <a:solidFill>
                  <a:schemeClr val="bg1"/>
                </a:solidFill>
                <a:latin typeface="Barlow" panose="00000500000000000000" pitchFamily="2" charset="0"/>
              </a:defRPr>
            </a:lvl1pPr>
          </a:lstStyle>
          <a:p>
            <a:pPr lvl="0"/>
            <a:r>
              <a:rPr lang="en-US"/>
              <a:t>Click to add text</a:t>
            </a:r>
            <a:endParaRPr lang="en-IN"/>
          </a:p>
        </p:txBody>
      </p:sp>
    </p:spTree>
    <p:extLst>
      <p:ext uri="{BB962C8B-B14F-4D97-AF65-F5344CB8AC3E}">
        <p14:creationId xmlns:p14="http://schemas.microsoft.com/office/powerpoint/2010/main" val="1782211400"/>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2_Objective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5B70706-665F-D233-927E-7E77D2E88119}"/>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7" name="Rectangle 6">
            <a:extLst>
              <a:ext uri="{FF2B5EF4-FFF2-40B4-BE49-F238E27FC236}">
                <a16:creationId xmlns:a16="http://schemas.microsoft.com/office/drawing/2014/main" id="{01C507B7-A66D-F0AD-7032-3DC6DCBA8BCA}"/>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72491EB-A06E-9980-2FDB-4D51DF8F522E}"/>
              </a:ext>
            </a:extLst>
          </p:cNvPr>
          <p:cNvSpPr/>
          <p:nvPr userDrawn="1"/>
        </p:nvSpPr>
        <p:spPr>
          <a:xfrm>
            <a:off x="1670127" y="3161760"/>
            <a:ext cx="921774" cy="9217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ircle: Hollow 12">
            <a:extLst>
              <a:ext uri="{FF2B5EF4-FFF2-40B4-BE49-F238E27FC236}">
                <a16:creationId xmlns:a16="http://schemas.microsoft.com/office/drawing/2014/main" id="{28C64CAD-DDF0-5A97-A7CA-7E4B4EE036FC}"/>
              </a:ext>
            </a:extLst>
          </p:cNvPr>
          <p:cNvSpPr/>
          <p:nvPr userDrawn="1"/>
        </p:nvSpPr>
        <p:spPr>
          <a:xfrm>
            <a:off x="983098" y="2474731"/>
            <a:ext cx="2295832" cy="2295832"/>
          </a:xfrm>
          <a:prstGeom prst="donut">
            <a:avLst>
              <a:gd name="adj" fmla="val 104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ircle: Hollow 13">
            <a:extLst>
              <a:ext uri="{FF2B5EF4-FFF2-40B4-BE49-F238E27FC236}">
                <a16:creationId xmlns:a16="http://schemas.microsoft.com/office/drawing/2014/main" id="{82C2629D-D253-6650-BDF7-34936B0CCC64}"/>
              </a:ext>
            </a:extLst>
          </p:cNvPr>
          <p:cNvSpPr/>
          <p:nvPr userDrawn="1"/>
        </p:nvSpPr>
        <p:spPr>
          <a:xfrm>
            <a:off x="1325491" y="2817124"/>
            <a:ext cx="1611046" cy="1611046"/>
          </a:xfrm>
          <a:prstGeom prst="donut">
            <a:avLst>
              <a:gd name="adj" fmla="val 12789"/>
            </a:avLst>
          </a:prstGeom>
          <a:solidFill>
            <a:schemeClr val="tx2"/>
          </a:solidFill>
          <a:ln>
            <a:noFill/>
          </a:ln>
          <a:effectLst>
            <a:outerShdw blurRad="1524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D6D6733-293C-169D-1343-B7AA221AFDA0}"/>
              </a:ext>
            </a:extLst>
          </p:cNvPr>
          <p:cNvSpPr/>
          <p:nvPr userDrawn="1"/>
        </p:nvSpPr>
        <p:spPr>
          <a:xfrm>
            <a:off x="4241244" y="1474242"/>
            <a:ext cx="853762" cy="853762"/>
          </a:xfrm>
          <a:prstGeom prst="ellipse">
            <a:avLst/>
          </a:prstGeom>
          <a:solidFill>
            <a:schemeClr val="accent1"/>
          </a:solidFill>
          <a:ln>
            <a:noFill/>
          </a:ln>
          <a:effectLst>
            <a:outerShdw blurRad="1524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9FDE78F-686F-FE71-67A0-4CAAE2054F7A}"/>
              </a:ext>
            </a:extLst>
          </p:cNvPr>
          <p:cNvSpPr/>
          <p:nvPr userDrawn="1"/>
        </p:nvSpPr>
        <p:spPr>
          <a:xfrm>
            <a:off x="4241244" y="3195766"/>
            <a:ext cx="853762" cy="853762"/>
          </a:xfrm>
          <a:prstGeom prst="ellipse">
            <a:avLst/>
          </a:prstGeom>
          <a:solidFill>
            <a:schemeClr val="tx2"/>
          </a:solidFill>
          <a:ln>
            <a:noFill/>
          </a:ln>
          <a:effectLst>
            <a:outerShdw blurRad="1524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CD3A2BD4-7029-0ADC-6E6C-557C9E2ED926}"/>
              </a:ext>
            </a:extLst>
          </p:cNvPr>
          <p:cNvSpPr/>
          <p:nvPr userDrawn="1"/>
        </p:nvSpPr>
        <p:spPr>
          <a:xfrm>
            <a:off x="4241244" y="4917290"/>
            <a:ext cx="853762" cy="853762"/>
          </a:xfrm>
          <a:prstGeom prst="ellipse">
            <a:avLst/>
          </a:prstGeom>
          <a:solidFill>
            <a:schemeClr val="accent2"/>
          </a:solidFill>
          <a:ln>
            <a:noFill/>
          </a:ln>
          <a:effectLst>
            <a:outerShdw blurRad="1524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E40917F2-D105-B262-24B4-612AB9BA4C7C}"/>
              </a:ext>
            </a:extLst>
          </p:cNvPr>
          <p:cNvCxnSpPr>
            <a:cxnSpLocks/>
            <a:stCxn id="13" idx="7"/>
            <a:endCxn id="16" idx="2"/>
          </p:cNvCxnSpPr>
          <p:nvPr userDrawn="1"/>
        </p:nvCxnSpPr>
        <p:spPr>
          <a:xfrm flipV="1">
            <a:off x="2942713" y="1901123"/>
            <a:ext cx="1298531" cy="909825"/>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5F856E4-94A5-2A18-E908-01D719F37849}"/>
              </a:ext>
            </a:extLst>
          </p:cNvPr>
          <p:cNvCxnSpPr>
            <a:cxnSpLocks/>
            <a:stCxn id="14" idx="6"/>
            <a:endCxn id="17" idx="2"/>
          </p:cNvCxnSpPr>
          <p:nvPr userDrawn="1"/>
        </p:nvCxnSpPr>
        <p:spPr>
          <a:xfrm>
            <a:off x="2936537" y="3622647"/>
            <a:ext cx="1304707"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4257B5D-566B-DEB5-AAC3-8744847BD2E9}"/>
              </a:ext>
            </a:extLst>
          </p:cNvPr>
          <p:cNvCxnSpPr>
            <a:cxnSpLocks/>
            <a:stCxn id="12" idx="5"/>
            <a:endCxn id="18" idx="2"/>
          </p:cNvCxnSpPr>
          <p:nvPr userDrawn="1"/>
        </p:nvCxnSpPr>
        <p:spPr>
          <a:xfrm>
            <a:off x="2456910" y="3948543"/>
            <a:ext cx="1784334" cy="1395628"/>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68E07A1E-7547-E365-0AFF-0AB1AD229B6D}"/>
              </a:ext>
            </a:extLst>
          </p:cNvPr>
          <p:cNvGrpSpPr/>
          <p:nvPr userDrawn="1"/>
        </p:nvGrpSpPr>
        <p:grpSpPr>
          <a:xfrm>
            <a:off x="5341666" y="2761885"/>
            <a:ext cx="6334396" cy="1721524"/>
            <a:chOff x="4668125" y="3006439"/>
            <a:chExt cx="7007937" cy="1721524"/>
          </a:xfrm>
        </p:grpSpPr>
        <p:cxnSp>
          <p:nvCxnSpPr>
            <p:cNvPr id="26" name="Straight Connector 25">
              <a:extLst>
                <a:ext uri="{FF2B5EF4-FFF2-40B4-BE49-F238E27FC236}">
                  <a16:creationId xmlns:a16="http://schemas.microsoft.com/office/drawing/2014/main" id="{276C1A8B-EFE3-2BC1-84CD-C1E37827BA76}"/>
                </a:ext>
              </a:extLst>
            </p:cNvPr>
            <p:cNvCxnSpPr/>
            <p:nvPr/>
          </p:nvCxnSpPr>
          <p:spPr>
            <a:xfrm>
              <a:off x="4668125" y="3006439"/>
              <a:ext cx="7007937" cy="0"/>
            </a:xfrm>
            <a:prstGeom prst="line">
              <a:avLst/>
            </a:prstGeom>
            <a:ln w="19050">
              <a:solidFill>
                <a:schemeClr val="tx1">
                  <a:lumMod val="20000"/>
                  <a:lumOff val="8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F3AF28A-61CA-C34B-46C9-1EC1A93462D7}"/>
                </a:ext>
              </a:extLst>
            </p:cNvPr>
            <p:cNvCxnSpPr/>
            <p:nvPr/>
          </p:nvCxnSpPr>
          <p:spPr>
            <a:xfrm>
              <a:off x="4668125" y="4727963"/>
              <a:ext cx="7007937" cy="0"/>
            </a:xfrm>
            <a:prstGeom prst="line">
              <a:avLst/>
            </a:prstGeom>
            <a:ln w="19050">
              <a:solidFill>
                <a:schemeClr val="tx1">
                  <a:lumMod val="20000"/>
                  <a:lumOff val="8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31" name="Title 1">
            <a:extLst>
              <a:ext uri="{FF2B5EF4-FFF2-40B4-BE49-F238E27FC236}">
                <a16:creationId xmlns:a16="http://schemas.microsoft.com/office/drawing/2014/main" id="{E0F5C361-A437-A52A-FA93-EC7C046758C6}"/>
              </a:ext>
            </a:extLst>
          </p:cNvPr>
          <p:cNvSpPr txBox="1">
            <a:spLocks/>
          </p:cNvSpPr>
          <p:nvPr userDrawn="1"/>
        </p:nvSpPr>
        <p:spPr>
          <a:xfrm>
            <a:off x="8948107" y="1181122"/>
            <a:ext cx="2727955" cy="1440000"/>
          </a:xfrm>
          <a:prstGeom prst="rect">
            <a:avLst/>
          </a:prstGeom>
          <a:solidFill>
            <a:schemeClr val="accent1"/>
          </a:solidFill>
        </p:spPr>
        <p:txBody>
          <a:bodyPr vert="horz" wrap="square" lIns="108000" tIns="108000" rIns="108000" bIns="10800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00000"/>
              </a:lnSpc>
            </a:pPr>
            <a:endParaRPr lang="en-US" sz="1400">
              <a:solidFill>
                <a:schemeClr val="bg2"/>
              </a:solidFill>
              <a:latin typeface="Segoe UI" panose="020B0502040204020203" pitchFamily="34" charset="0"/>
              <a:ea typeface="Segoe UI Black" panose="020B0A02040204020203" pitchFamily="34" charset="0"/>
              <a:cs typeface="Segoe UI" panose="020B0502040204020203" pitchFamily="34" charset="0"/>
            </a:endParaRPr>
          </a:p>
        </p:txBody>
      </p:sp>
      <p:sp>
        <p:nvSpPr>
          <p:cNvPr id="32" name="Title 1">
            <a:extLst>
              <a:ext uri="{FF2B5EF4-FFF2-40B4-BE49-F238E27FC236}">
                <a16:creationId xmlns:a16="http://schemas.microsoft.com/office/drawing/2014/main" id="{721DE227-155D-2984-CAF6-C85A1B2220DE}"/>
              </a:ext>
            </a:extLst>
          </p:cNvPr>
          <p:cNvSpPr txBox="1">
            <a:spLocks/>
          </p:cNvSpPr>
          <p:nvPr userDrawn="1"/>
        </p:nvSpPr>
        <p:spPr>
          <a:xfrm>
            <a:off x="8948107" y="2902646"/>
            <a:ext cx="2727955" cy="1439998"/>
          </a:xfrm>
          <a:prstGeom prst="rect">
            <a:avLst/>
          </a:prstGeom>
          <a:solidFill>
            <a:schemeClr val="tx2"/>
          </a:solidFill>
        </p:spPr>
        <p:txBody>
          <a:bodyPr vert="horz" wrap="square" lIns="108000" tIns="108000" rIns="108000" bIns="10800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00000"/>
              </a:lnSpc>
            </a:pPr>
            <a:endParaRPr lang="en-US" sz="1400">
              <a:solidFill>
                <a:srgbClr val="00144F"/>
              </a:solidFill>
              <a:latin typeface="Segoe UI" panose="020B0502040204020203" pitchFamily="34" charset="0"/>
              <a:ea typeface="Segoe UI Black" panose="020B0A02040204020203" pitchFamily="34" charset="0"/>
              <a:cs typeface="Segoe UI" panose="020B0502040204020203" pitchFamily="34" charset="0"/>
            </a:endParaRPr>
          </a:p>
        </p:txBody>
      </p:sp>
      <p:sp>
        <p:nvSpPr>
          <p:cNvPr id="33" name="Title 1">
            <a:extLst>
              <a:ext uri="{FF2B5EF4-FFF2-40B4-BE49-F238E27FC236}">
                <a16:creationId xmlns:a16="http://schemas.microsoft.com/office/drawing/2014/main" id="{E4867A67-1B64-CC00-33FE-3D5F826A4DD3}"/>
              </a:ext>
            </a:extLst>
          </p:cNvPr>
          <p:cNvSpPr txBox="1">
            <a:spLocks/>
          </p:cNvSpPr>
          <p:nvPr userDrawn="1"/>
        </p:nvSpPr>
        <p:spPr>
          <a:xfrm>
            <a:off x="8948107" y="4624170"/>
            <a:ext cx="2727955" cy="1439997"/>
          </a:xfrm>
          <a:prstGeom prst="rect">
            <a:avLst/>
          </a:prstGeom>
          <a:solidFill>
            <a:schemeClr val="accent2"/>
          </a:solidFill>
        </p:spPr>
        <p:txBody>
          <a:bodyPr vert="horz" wrap="square" lIns="108000" tIns="108000" rIns="108000" bIns="10800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00000"/>
              </a:lnSpc>
            </a:pPr>
            <a:endParaRPr lang="en-US" sz="1400">
              <a:solidFill>
                <a:srgbClr val="00144F"/>
              </a:solidFill>
              <a:latin typeface="Segoe UI" panose="020B0502040204020203" pitchFamily="34" charset="0"/>
              <a:ea typeface="Segoe UI Black" panose="020B0A02040204020203" pitchFamily="34" charset="0"/>
              <a:cs typeface="Segoe UI" panose="020B0502040204020203" pitchFamily="34" charset="0"/>
            </a:endParaRPr>
          </a:p>
        </p:txBody>
      </p:sp>
      <p:sp>
        <p:nvSpPr>
          <p:cNvPr id="147" name="Content Placeholder 48">
            <a:extLst>
              <a:ext uri="{FF2B5EF4-FFF2-40B4-BE49-F238E27FC236}">
                <a16:creationId xmlns:a16="http://schemas.microsoft.com/office/drawing/2014/main" id="{C4263C6C-B123-303E-D5A8-DDB6BFEF38D0}"/>
              </a:ext>
            </a:extLst>
          </p:cNvPr>
          <p:cNvSpPr>
            <a:spLocks noGrp="1"/>
          </p:cNvSpPr>
          <p:nvPr>
            <p:ph sz="quarter" idx="13" hasCustomPrompt="1"/>
          </p:nvPr>
        </p:nvSpPr>
        <p:spPr>
          <a:xfrm>
            <a:off x="1791624" y="3289230"/>
            <a:ext cx="683166" cy="683166"/>
          </a:xfrm>
          <a:prstGeom prst="ellipse">
            <a:avLst/>
          </a:prstGeom>
          <a:noFill/>
        </p:spPr>
        <p:txBody>
          <a:bodyPr anchor="ctr">
            <a:noAutofit/>
          </a:bodyPr>
          <a:lstStyle>
            <a:lvl1pPr marL="0" indent="0" algn="ctr">
              <a:buNone/>
              <a:defRPr sz="1100" b="0">
                <a:solidFill>
                  <a:schemeClr val="tx1"/>
                </a:solidFill>
              </a:defRPr>
            </a:lvl1pPr>
          </a:lstStyle>
          <a:p>
            <a:pPr lvl="0"/>
            <a:r>
              <a:rPr lang="en-US"/>
              <a:t>Icon</a:t>
            </a:r>
            <a:endParaRPr lang="en-IN"/>
          </a:p>
        </p:txBody>
      </p:sp>
      <p:sp>
        <p:nvSpPr>
          <p:cNvPr id="150" name="Content Placeholder 50">
            <a:extLst>
              <a:ext uri="{FF2B5EF4-FFF2-40B4-BE49-F238E27FC236}">
                <a16:creationId xmlns:a16="http://schemas.microsoft.com/office/drawing/2014/main" id="{E8827325-34B0-0964-CD9C-2E5FE604F49C}"/>
              </a:ext>
            </a:extLst>
          </p:cNvPr>
          <p:cNvSpPr>
            <a:spLocks noGrp="1"/>
          </p:cNvSpPr>
          <p:nvPr>
            <p:ph sz="quarter" idx="14" hasCustomPrompt="1"/>
          </p:nvPr>
        </p:nvSpPr>
        <p:spPr>
          <a:xfrm>
            <a:off x="4355457" y="1590666"/>
            <a:ext cx="629962" cy="629962"/>
          </a:xfrm>
          <a:prstGeom prst="ellipse">
            <a:avLst/>
          </a:prstGeom>
          <a:solidFill>
            <a:schemeClr val="bg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01</a:t>
            </a:r>
            <a:endParaRPr lang="en-IN"/>
          </a:p>
        </p:txBody>
      </p:sp>
      <p:sp>
        <p:nvSpPr>
          <p:cNvPr id="152" name="Content Placeholder 50">
            <a:extLst>
              <a:ext uri="{FF2B5EF4-FFF2-40B4-BE49-F238E27FC236}">
                <a16:creationId xmlns:a16="http://schemas.microsoft.com/office/drawing/2014/main" id="{7E0F1F70-D974-03EE-826E-9C32F8F4B6C8}"/>
              </a:ext>
            </a:extLst>
          </p:cNvPr>
          <p:cNvSpPr>
            <a:spLocks noGrp="1"/>
          </p:cNvSpPr>
          <p:nvPr>
            <p:ph sz="quarter" idx="15" hasCustomPrompt="1"/>
          </p:nvPr>
        </p:nvSpPr>
        <p:spPr>
          <a:xfrm>
            <a:off x="4349802" y="3307167"/>
            <a:ext cx="629962" cy="629962"/>
          </a:xfrm>
          <a:prstGeom prst="ellipse">
            <a:avLst/>
          </a:prstGeom>
          <a:solidFill>
            <a:schemeClr val="bg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02</a:t>
            </a:r>
            <a:endParaRPr lang="en-IN"/>
          </a:p>
        </p:txBody>
      </p:sp>
      <p:sp>
        <p:nvSpPr>
          <p:cNvPr id="154" name="Content Placeholder 50">
            <a:extLst>
              <a:ext uri="{FF2B5EF4-FFF2-40B4-BE49-F238E27FC236}">
                <a16:creationId xmlns:a16="http://schemas.microsoft.com/office/drawing/2014/main" id="{FCCF1862-E649-649A-6E50-0154871E9516}"/>
              </a:ext>
            </a:extLst>
          </p:cNvPr>
          <p:cNvSpPr>
            <a:spLocks noGrp="1"/>
          </p:cNvSpPr>
          <p:nvPr>
            <p:ph sz="quarter" idx="16" hasCustomPrompt="1"/>
          </p:nvPr>
        </p:nvSpPr>
        <p:spPr>
          <a:xfrm>
            <a:off x="4349802" y="5033195"/>
            <a:ext cx="629962" cy="629962"/>
          </a:xfrm>
          <a:prstGeom prst="ellipse">
            <a:avLst/>
          </a:prstGeom>
          <a:solidFill>
            <a:schemeClr val="bg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03</a:t>
            </a:r>
            <a:endParaRPr lang="en-IN"/>
          </a:p>
        </p:txBody>
      </p:sp>
      <p:sp>
        <p:nvSpPr>
          <p:cNvPr id="155" name="Text Placeholder 37">
            <a:extLst>
              <a:ext uri="{FF2B5EF4-FFF2-40B4-BE49-F238E27FC236}">
                <a16:creationId xmlns:a16="http://schemas.microsoft.com/office/drawing/2014/main" id="{F0498DDA-7E44-3523-F943-CDA41C134E24}"/>
              </a:ext>
            </a:extLst>
          </p:cNvPr>
          <p:cNvSpPr>
            <a:spLocks noGrp="1"/>
          </p:cNvSpPr>
          <p:nvPr>
            <p:ph type="body" sz="quarter" idx="18" hasCustomPrompt="1"/>
          </p:nvPr>
        </p:nvSpPr>
        <p:spPr>
          <a:xfrm>
            <a:off x="5220205" y="1461114"/>
            <a:ext cx="3304363" cy="877521"/>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56" name="Text Placeholder 37">
            <a:extLst>
              <a:ext uri="{FF2B5EF4-FFF2-40B4-BE49-F238E27FC236}">
                <a16:creationId xmlns:a16="http://schemas.microsoft.com/office/drawing/2014/main" id="{340B35E3-575F-DDA8-EC88-43C1DBAB5331}"/>
              </a:ext>
            </a:extLst>
          </p:cNvPr>
          <p:cNvSpPr>
            <a:spLocks noGrp="1"/>
          </p:cNvSpPr>
          <p:nvPr>
            <p:ph type="body" sz="quarter" idx="19" hasCustomPrompt="1"/>
          </p:nvPr>
        </p:nvSpPr>
        <p:spPr>
          <a:xfrm>
            <a:off x="5222482" y="3187031"/>
            <a:ext cx="3304363" cy="877521"/>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57" name="Text Placeholder 37">
            <a:extLst>
              <a:ext uri="{FF2B5EF4-FFF2-40B4-BE49-F238E27FC236}">
                <a16:creationId xmlns:a16="http://schemas.microsoft.com/office/drawing/2014/main" id="{5AB6CBB4-FBB8-E26F-589D-63C8ADF1076C}"/>
              </a:ext>
            </a:extLst>
          </p:cNvPr>
          <p:cNvSpPr>
            <a:spLocks noGrp="1"/>
          </p:cNvSpPr>
          <p:nvPr>
            <p:ph type="body" sz="quarter" idx="20" hasCustomPrompt="1"/>
          </p:nvPr>
        </p:nvSpPr>
        <p:spPr>
          <a:xfrm>
            <a:off x="5220204" y="4904162"/>
            <a:ext cx="3304363" cy="877521"/>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59" name="Text Placeholder 37">
            <a:extLst>
              <a:ext uri="{FF2B5EF4-FFF2-40B4-BE49-F238E27FC236}">
                <a16:creationId xmlns:a16="http://schemas.microsoft.com/office/drawing/2014/main" id="{2FE499D0-899F-94C0-8F9F-AD0805A0B64F}"/>
              </a:ext>
            </a:extLst>
          </p:cNvPr>
          <p:cNvSpPr>
            <a:spLocks noGrp="1"/>
          </p:cNvSpPr>
          <p:nvPr>
            <p:ph type="body" sz="quarter" idx="21" hasCustomPrompt="1"/>
          </p:nvPr>
        </p:nvSpPr>
        <p:spPr>
          <a:xfrm>
            <a:off x="8948107" y="1847629"/>
            <a:ext cx="2556321" cy="674630"/>
          </a:xfrm>
        </p:spPr>
        <p:txBody>
          <a:bodyPr>
            <a:normAutofit/>
          </a:bodyPr>
          <a:lstStyle>
            <a:lvl1pPr marL="0" indent="0">
              <a:buNone/>
              <a:defRPr sz="1400" b="0">
                <a:solidFill>
                  <a:schemeClr val="bg2"/>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61" name="Text Placeholder 37">
            <a:extLst>
              <a:ext uri="{FF2B5EF4-FFF2-40B4-BE49-F238E27FC236}">
                <a16:creationId xmlns:a16="http://schemas.microsoft.com/office/drawing/2014/main" id="{5095DA80-723D-46D7-0C63-E8B5C98AE5D0}"/>
              </a:ext>
            </a:extLst>
          </p:cNvPr>
          <p:cNvSpPr>
            <a:spLocks noGrp="1"/>
          </p:cNvSpPr>
          <p:nvPr>
            <p:ph type="body" sz="quarter" idx="22" hasCustomPrompt="1"/>
          </p:nvPr>
        </p:nvSpPr>
        <p:spPr>
          <a:xfrm>
            <a:off x="8948106" y="3531362"/>
            <a:ext cx="2556321" cy="674630"/>
          </a:xfrm>
        </p:spPr>
        <p:txBody>
          <a:bodyPr>
            <a:normAutofit/>
          </a:bodyPr>
          <a:lstStyle>
            <a:lvl1pPr marL="0" indent="0">
              <a:buNone/>
              <a:defRPr sz="1400" b="0">
                <a:solidFill>
                  <a:schemeClr val="bg2"/>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63" name="Text Placeholder 37">
            <a:extLst>
              <a:ext uri="{FF2B5EF4-FFF2-40B4-BE49-F238E27FC236}">
                <a16:creationId xmlns:a16="http://schemas.microsoft.com/office/drawing/2014/main" id="{5BFDC6FA-396A-E049-22C1-CF9E942A8E2E}"/>
              </a:ext>
            </a:extLst>
          </p:cNvPr>
          <p:cNvSpPr>
            <a:spLocks noGrp="1"/>
          </p:cNvSpPr>
          <p:nvPr>
            <p:ph type="body" sz="quarter" idx="23" hasCustomPrompt="1"/>
          </p:nvPr>
        </p:nvSpPr>
        <p:spPr>
          <a:xfrm>
            <a:off x="8948105" y="5314934"/>
            <a:ext cx="2556321" cy="674630"/>
          </a:xfrm>
        </p:spPr>
        <p:txBody>
          <a:bodyPr>
            <a:normAutofit/>
          </a:bodyPr>
          <a:lstStyle>
            <a:lvl1pPr marL="0" indent="0">
              <a:buNone/>
              <a:defRPr sz="1400" b="0">
                <a:solidFill>
                  <a:schemeClr val="bg2"/>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65" name="Content Placeholder 78">
            <a:extLst>
              <a:ext uri="{FF2B5EF4-FFF2-40B4-BE49-F238E27FC236}">
                <a16:creationId xmlns:a16="http://schemas.microsoft.com/office/drawing/2014/main" id="{A9FF4C4C-89EC-6F7C-2D3E-763926983887}"/>
              </a:ext>
            </a:extLst>
          </p:cNvPr>
          <p:cNvSpPr>
            <a:spLocks noGrp="1"/>
          </p:cNvSpPr>
          <p:nvPr>
            <p:ph sz="quarter" idx="30" hasCustomPrompt="1"/>
          </p:nvPr>
        </p:nvSpPr>
        <p:spPr>
          <a:xfrm>
            <a:off x="9058332" y="1318259"/>
            <a:ext cx="458418" cy="442123"/>
          </a:xfrm>
          <a:prstGeom prst="rect">
            <a:avLst/>
          </a:prstGeom>
          <a:noFill/>
        </p:spPr>
        <p:txBody>
          <a:bodyPr lIns="0" rIns="0" anchor="ctr">
            <a:noAutofit/>
          </a:bodyPr>
          <a:lstStyle>
            <a:lvl1pPr marL="0" indent="0" algn="ctr">
              <a:buNone/>
              <a:defRPr sz="900" b="1">
                <a:solidFill>
                  <a:schemeClr val="bg2"/>
                </a:solidFill>
              </a:defRPr>
            </a:lvl1pPr>
          </a:lstStyle>
          <a:p>
            <a:pPr lvl="0"/>
            <a:r>
              <a:rPr lang="en-US"/>
              <a:t>Icon</a:t>
            </a:r>
            <a:endParaRPr lang="en-IN"/>
          </a:p>
        </p:txBody>
      </p:sp>
      <p:sp>
        <p:nvSpPr>
          <p:cNvPr id="167" name="Content Placeholder 78">
            <a:extLst>
              <a:ext uri="{FF2B5EF4-FFF2-40B4-BE49-F238E27FC236}">
                <a16:creationId xmlns:a16="http://schemas.microsoft.com/office/drawing/2014/main" id="{5B546DF5-E573-5EDF-7934-9FFB73E74FC4}"/>
              </a:ext>
            </a:extLst>
          </p:cNvPr>
          <p:cNvSpPr>
            <a:spLocks noGrp="1"/>
          </p:cNvSpPr>
          <p:nvPr>
            <p:ph sz="quarter" idx="31" hasCustomPrompt="1"/>
          </p:nvPr>
        </p:nvSpPr>
        <p:spPr>
          <a:xfrm>
            <a:off x="9058332" y="2992816"/>
            <a:ext cx="458418" cy="442123"/>
          </a:xfrm>
          <a:prstGeom prst="rect">
            <a:avLst/>
          </a:prstGeom>
          <a:noFill/>
        </p:spPr>
        <p:txBody>
          <a:bodyPr lIns="0" rIns="0" anchor="ctr">
            <a:noAutofit/>
          </a:bodyPr>
          <a:lstStyle>
            <a:lvl1pPr marL="0" indent="0" algn="ctr">
              <a:buNone/>
              <a:defRPr sz="900" b="1">
                <a:solidFill>
                  <a:schemeClr val="bg2"/>
                </a:solidFill>
              </a:defRPr>
            </a:lvl1pPr>
          </a:lstStyle>
          <a:p>
            <a:pPr lvl="0"/>
            <a:r>
              <a:rPr lang="en-US"/>
              <a:t>Icon</a:t>
            </a:r>
            <a:endParaRPr lang="en-IN"/>
          </a:p>
        </p:txBody>
      </p:sp>
      <p:sp>
        <p:nvSpPr>
          <p:cNvPr id="169" name="Content Placeholder 78">
            <a:extLst>
              <a:ext uri="{FF2B5EF4-FFF2-40B4-BE49-F238E27FC236}">
                <a16:creationId xmlns:a16="http://schemas.microsoft.com/office/drawing/2014/main" id="{FF88B4C8-1997-E4B8-340A-22ECD454DC0B}"/>
              </a:ext>
            </a:extLst>
          </p:cNvPr>
          <p:cNvSpPr>
            <a:spLocks noGrp="1"/>
          </p:cNvSpPr>
          <p:nvPr>
            <p:ph sz="quarter" idx="32" hasCustomPrompt="1"/>
          </p:nvPr>
        </p:nvSpPr>
        <p:spPr>
          <a:xfrm>
            <a:off x="9058332" y="4770563"/>
            <a:ext cx="458418" cy="442123"/>
          </a:xfrm>
          <a:prstGeom prst="rect">
            <a:avLst/>
          </a:prstGeom>
          <a:noFill/>
        </p:spPr>
        <p:txBody>
          <a:bodyPr lIns="0" rIns="0" anchor="ctr">
            <a:noAutofit/>
          </a:bodyPr>
          <a:lstStyle>
            <a:lvl1pPr marL="0" indent="0" algn="ctr">
              <a:buNone/>
              <a:defRPr sz="900" b="1">
                <a:solidFill>
                  <a:schemeClr val="bg2"/>
                </a:solidFill>
              </a:defRPr>
            </a:lvl1pPr>
          </a:lstStyle>
          <a:p>
            <a:pPr lvl="0"/>
            <a:r>
              <a:rPr lang="en-US"/>
              <a:t>Icon</a:t>
            </a:r>
            <a:endParaRPr lang="en-IN"/>
          </a:p>
        </p:txBody>
      </p:sp>
    </p:spTree>
    <p:extLst>
      <p:ext uri="{BB962C8B-B14F-4D97-AF65-F5344CB8AC3E}">
        <p14:creationId xmlns:p14="http://schemas.microsoft.com/office/powerpoint/2010/main" val="3024549126"/>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3_Objectives">
    <p:spTree>
      <p:nvGrpSpPr>
        <p:cNvPr id="1" name=""/>
        <p:cNvGrpSpPr/>
        <p:nvPr/>
      </p:nvGrpSpPr>
      <p:grpSpPr>
        <a:xfrm>
          <a:off x="0" y="0"/>
          <a:ext cx="0" cy="0"/>
          <a:chOff x="0" y="0"/>
          <a:chExt cx="0" cy="0"/>
        </a:xfrm>
      </p:grpSpPr>
      <p:sp>
        <p:nvSpPr>
          <p:cNvPr id="61" name="Freeform: Shape 60">
            <a:extLst>
              <a:ext uri="{FF2B5EF4-FFF2-40B4-BE49-F238E27FC236}">
                <a16:creationId xmlns:a16="http://schemas.microsoft.com/office/drawing/2014/main" id="{EF464E36-3D58-E289-8BB4-A3980CFE8361}"/>
              </a:ext>
            </a:extLst>
          </p:cNvPr>
          <p:cNvSpPr/>
          <p:nvPr userDrawn="1"/>
        </p:nvSpPr>
        <p:spPr>
          <a:xfrm>
            <a:off x="703512" y="1539576"/>
            <a:ext cx="2345826" cy="2649945"/>
          </a:xfrm>
          <a:custGeom>
            <a:avLst/>
            <a:gdLst>
              <a:gd name="connsiteX0" fmla="*/ 1172913 w 2345826"/>
              <a:gd name="connsiteY0" fmla="*/ 0 h 2649945"/>
              <a:gd name="connsiteX1" fmla="*/ 2345826 w 2345826"/>
              <a:gd name="connsiteY1" fmla="*/ 1172913 h 2649945"/>
              <a:gd name="connsiteX2" fmla="*/ 1521702 w 2345826"/>
              <a:gd name="connsiteY2" fmla="*/ 2293094 h 2649945"/>
              <a:gd name="connsiteX3" fmla="*/ 1520205 w 2345826"/>
              <a:gd name="connsiteY3" fmla="*/ 2293479 h 2649945"/>
              <a:gd name="connsiteX4" fmla="*/ 1172914 w 2345826"/>
              <a:gd name="connsiteY4" fmla="*/ 2649945 h 2649945"/>
              <a:gd name="connsiteX5" fmla="*/ 825623 w 2345826"/>
              <a:gd name="connsiteY5" fmla="*/ 2293480 h 2649945"/>
              <a:gd name="connsiteX6" fmla="*/ 824125 w 2345826"/>
              <a:gd name="connsiteY6" fmla="*/ 2293094 h 2649945"/>
              <a:gd name="connsiteX7" fmla="*/ 0 w 2345826"/>
              <a:gd name="connsiteY7" fmla="*/ 1172913 h 2649945"/>
              <a:gd name="connsiteX8" fmla="*/ 1172913 w 2345826"/>
              <a:gd name="connsiteY8" fmla="*/ 0 h 2649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5826" h="2649945">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Shape 61">
            <a:extLst>
              <a:ext uri="{FF2B5EF4-FFF2-40B4-BE49-F238E27FC236}">
                <a16:creationId xmlns:a16="http://schemas.microsoft.com/office/drawing/2014/main" id="{AD398410-E365-6F19-18A5-49537316D865}"/>
              </a:ext>
            </a:extLst>
          </p:cNvPr>
          <p:cNvSpPr/>
          <p:nvPr userDrawn="1"/>
        </p:nvSpPr>
        <p:spPr>
          <a:xfrm>
            <a:off x="3516562" y="1539576"/>
            <a:ext cx="2345826" cy="2649945"/>
          </a:xfrm>
          <a:custGeom>
            <a:avLst/>
            <a:gdLst>
              <a:gd name="connsiteX0" fmla="*/ 1172913 w 2345826"/>
              <a:gd name="connsiteY0" fmla="*/ 0 h 2649945"/>
              <a:gd name="connsiteX1" fmla="*/ 2345826 w 2345826"/>
              <a:gd name="connsiteY1" fmla="*/ 1172913 h 2649945"/>
              <a:gd name="connsiteX2" fmla="*/ 1521702 w 2345826"/>
              <a:gd name="connsiteY2" fmla="*/ 2293094 h 2649945"/>
              <a:gd name="connsiteX3" fmla="*/ 1520205 w 2345826"/>
              <a:gd name="connsiteY3" fmla="*/ 2293479 h 2649945"/>
              <a:gd name="connsiteX4" fmla="*/ 1172914 w 2345826"/>
              <a:gd name="connsiteY4" fmla="*/ 2649945 h 2649945"/>
              <a:gd name="connsiteX5" fmla="*/ 825623 w 2345826"/>
              <a:gd name="connsiteY5" fmla="*/ 2293480 h 2649945"/>
              <a:gd name="connsiteX6" fmla="*/ 824125 w 2345826"/>
              <a:gd name="connsiteY6" fmla="*/ 2293094 h 2649945"/>
              <a:gd name="connsiteX7" fmla="*/ 0 w 2345826"/>
              <a:gd name="connsiteY7" fmla="*/ 1172913 h 2649945"/>
              <a:gd name="connsiteX8" fmla="*/ 1172913 w 2345826"/>
              <a:gd name="connsiteY8" fmla="*/ 0 h 2649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5826" h="2649945">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3" name="Freeform: Shape 62">
            <a:extLst>
              <a:ext uri="{FF2B5EF4-FFF2-40B4-BE49-F238E27FC236}">
                <a16:creationId xmlns:a16="http://schemas.microsoft.com/office/drawing/2014/main" id="{CC473D90-11D2-B60E-C89A-F8F597AB7353}"/>
              </a:ext>
            </a:extLst>
          </p:cNvPr>
          <p:cNvSpPr/>
          <p:nvPr userDrawn="1"/>
        </p:nvSpPr>
        <p:spPr>
          <a:xfrm>
            <a:off x="6329612" y="1539576"/>
            <a:ext cx="2345826" cy="2649945"/>
          </a:xfrm>
          <a:custGeom>
            <a:avLst/>
            <a:gdLst>
              <a:gd name="connsiteX0" fmla="*/ 1172913 w 2345826"/>
              <a:gd name="connsiteY0" fmla="*/ 0 h 2649945"/>
              <a:gd name="connsiteX1" fmla="*/ 2345826 w 2345826"/>
              <a:gd name="connsiteY1" fmla="*/ 1172913 h 2649945"/>
              <a:gd name="connsiteX2" fmla="*/ 1521702 w 2345826"/>
              <a:gd name="connsiteY2" fmla="*/ 2293094 h 2649945"/>
              <a:gd name="connsiteX3" fmla="*/ 1520205 w 2345826"/>
              <a:gd name="connsiteY3" fmla="*/ 2293479 h 2649945"/>
              <a:gd name="connsiteX4" fmla="*/ 1172914 w 2345826"/>
              <a:gd name="connsiteY4" fmla="*/ 2649945 h 2649945"/>
              <a:gd name="connsiteX5" fmla="*/ 825623 w 2345826"/>
              <a:gd name="connsiteY5" fmla="*/ 2293480 h 2649945"/>
              <a:gd name="connsiteX6" fmla="*/ 824125 w 2345826"/>
              <a:gd name="connsiteY6" fmla="*/ 2293094 h 2649945"/>
              <a:gd name="connsiteX7" fmla="*/ 0 w 2345826"/>
              <a:gd name="connsiteY7" fmla="*/ 1172913 h 2649945"/>
              <a:gd name="connsiteX8" fmla="*/ 1172913 w 2345826"/>
              <a:gd name="connsiteY8" fmla="*/ 0 h 2649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5826" h="2649945">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4" name="Freeform: Shape 63">
            <a:extLst>
              <a:ext uri="{FF2B5EF4-FFF2-40B4-BE49-F238E27FC236}">
                <a16:creationId xmlns:a16="http://schemas.microsoft.com/office/drawing/2014/main" id="{2955A60B-5C68-2796-76D9-9896E459AE46}"/>
              </a:ext>
            </a:extLst>
          </p:cNvPr>
          <p:cNvSpPr/>
          <p:nvPr userDrawn="1"/>
        </p:nvSpPr>
        <p:spPr>
          <a:xfrm>
            <a:off x="9142662" y="1539576"/>
            <a:ext cx="2345826" cy="2649945"/>
          </a:xfrm>
          <a:custGeom>
            <a:avLst/>
            <a:gdLst>
              <a:gd name="connsiteX0" fmla="*/ 1172913 w 2345826"/>
              <a:gd name="connsiteY0" fmla="*/ 0 h 2649945"/>
              <a:gd name="connsiteX1" fmla="*/ 2345826 w 2345826"/>
              <a:gd name="connsiteY1" fmla="*/ 1172913 h 2649945"/>
              <a:gd name="connsiteX2" fmla="*/ 1521701 w 2345826"/>
              <a:gd name="connsiteY2" fmla="*/ 2293094 h 2649945"/>
              <a:gd name="connsiteX3" fmla="*/ 1520205 w 2345826"/>
              <a:gd name="connsiteY3" fmla="*/ 2293479 h 2649945"/>
              <a:gd name="connsiteX4" fmla="*/ 1172914 w 2345826"/>
              <a:gd name="connsiteY4" fmla="*/ 2649945 h 2649945"/>
              <a:gd name="connsiteX5" fmla="*/ 825623 w 2345826"/>
              <a:gd name="connsiteY5" fmla="*/ 2293480 h 2649945"/>
              <a:gd name="connsiteX6" fmla="*/ 824125 w 2345826"/>
              <a:gd name="connsiteY6" fmla="*/ 2293094 h 2649945"/>
              <a:gd name="connsiteX7" fmla="*/ 0 w 2345826"/>
              <a:gd name="connsiteY7" fmla="*/ 1172913 h 2649945"/>
              <a:gd name="connsiteX8" fmla="*/ 1172913 w 2345826"/>
              <a:gd name="connsiteY8" fmla="*/ 0 h 2649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5826" h="2649945">
                <a:moveTo>
                  <a:pt x="1172913" y="0"/>
                </a:moveTo>
                <a:cubicBezTo>
                  <a:pt x="1820695" y="0"/>
                  <a:pt x="2345826" y="525131"/>
                  <a:pt x="2345826" y="1172913"/>
                </a:cubicBezTo>
                <a:cubicBezTo>
                  <a:pt x="2345826" y="1699236"/>
                  <a:pt x="1999157" y="2144590"/>
                  <a:pt x="1521701"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Title 1">
            <a:extLst>
              <a:ext uri="{FF2B5EF4-FFF2-40B4-BE49-F238E27FC236}">
                <a16:creationId xmlns:a16="http://schemas.microsoft.com/office/drawing/2014/main" id="{4CD54FF0-DEF8-BE93-EDF5-3C288B911428}"/>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7" name="Rectangle 6">
            <a:extLst>
              <a:ext uri="{FF2B5EF4-FFF2-40B4-BE49-F238E27FC236}">
                <a16:creationId xmlns:a16="http://schemas.microsoft.com/office/drawing/2014/main" id="{146F0990-3B8E-D6A5-89E4-A147C65EE9F1}"/>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Content Placeholder 50">
            <a:extLst>
              <a:ext uri="{FF2B5EF4-FFF2-40B4-BE49-F238E27FC236}">
                <a16:creationId xmlns:a16="http://schemas.microsoft.com/office/drawing/2014/main" id="{A934CBA5-1275-47B8-79BD-1F97697E3559}"/>
              </a:ext>
            </a:extLst>
          </p:cNvPr>
          <p:cNvSpPr>
            <a:spLocks noGrp="1"/>
          </p:cNvSpPr>
          <p:nvPr>
            <p:ph sz="quarter" idx="19" hasCustomPrompt="1"/>
          </p:nvPr>
        </p:nvSpPr>
        <p:spPr>
          <a:xfrm>
            <a:off x="3885203" y="1911373"/>
            <a:ext cx="1602232" cy="1602232"/>
          </a:xfrm>
          <a:prstGeom prst="ellipse">
            <a:avLst/>
          </a:prstGeom>
          <a:solidFill>
            <a:schemeClr val="tx2"/>
          </a:solidFill>
        </p:spPr>
        <p:txBody>
          <a:bodyPr tIns="91440" bIns="91440" anchor="ctr">
            <a:noAutofit/>
          </a:bodyPr>
          <a:lstStyle>
            <a:lvl1pPr marL="0" indent="0" algn="ctr">
              <a:buNone/>
              <a:defRPr sz="1800" b="1">
                <a:solidFill>
                  <a:schemeClr val="bg2"/>
                </a:solidFill>
                <a:latin typeface="Barlow" panose="00000500000000000000" pitchFamily="2" charset="0"/>
              </a:defRPr>
            </a:lvl1pPr>
          </a:lstStyle>
          <a:p>
            <a:pPr lvl="0"/>
            <a:r>
              <a:rPr lang="en-US"/>
              <a:t>Insert Icon Here</a:t>
            </a:r>
            <a:endParaRPr lang="en-IN"/>
          </a:p>
        </p:txBody>
      </p:sp>
      <p:sp>
        <p:nvSpPr>
          <p:cNvPr id="78" name="Content Placeholder 50">
            <a:extLst>
              <a:ext uri="{FF2B5EF4-FFF2-40B4-BE49-F238E27FC236}">
                <a16:creationId xmlns:a16="http://schemas.microsoft.com/office/drawing/2014/main" id="{9F787AD2-DBB6-7DA1-B325-AE95FC699DF7}"/>
              </a:ext>
            </a:extLst>
          </p:cNvPr>
          <p:cNvSpPr>
            <a:spLocks noGrp="1"/>
          </p:cNvSpPr>
          <p:nvPr>
            <p:ph sz="quarter" idx="20" hasCustomPrompt="1"/>
          </p:nvPr>
        </p:nvSpPr>
        <p:spPr>
          <a:xfrm>
            <a:off x="3782988" y="1960672"/>
            <a:ext cx="561545" cy="561545"/>
          </a:xfrm>
          <a:prstGeom prst="ellipse">
            <a:avLst/>
          </a:prstGeom>
          <a:solidFill>
            <a:schemeClr val="accent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01</a:t>
            </a:r>
            <a:endParaRPr lang="en-IN"/>
          </a:p>
        </p:txBody>
      </p:sp>
      <p:sp>
        <p:nvSpPr>
          <p:cNvPr id="79" name="Content Placeholder 50">
            <a:extLst>
              <a:ext uri="{FF2B5EF4-FFF2-40B4-BE49-F238E27FC236}">
                <a16:creationId xmlns:a16="http://schemas.microsoft.com/office/drawing/2014/main" id="{308A84F9-3130-7762-7F4E-A849EAB4F551}"/>
              </a:ext>
            </a:extLst>
          </p:cNvPr>
          <p:cNvSpPr>
            <a:spLocks noGrp="1"/>
          </p:cNvSpPr>
          <p:nvPr>
            <p:ph sz="quarter" idx="18" hasCustomPrompt="1"/>
          </p:nvPr>
        </p:nvSpPr>
        <p:spPr>
          <a:xfrm>
            <a:off x="1075309" y="1911373"/>
            <a:ext cx="1602232" cy="1602232"/>
          </a:xfrm>
          <a:prstGeom prst="ellipse">
            <a:avLst/>
          </a:prstGeom>
          <a:solidFill>
            <a:schemeClr val="tx2"/>
          </a:solidFill>
        </p:spPr>
        <p:txBody>
          <a:bodyPr tIns="91440" bIns="91440" anchor="ctr">
            <a:noAutofit/>
          </a:bodyPr>
          <a:lstStyle>
            <a:lvl1pPr marL="0" indent="0" algn="ctr">
              <a:buNone/>
              <a:defRPr sz="1800" b="1">
                <a:solidFill>
                  <a:schemeClr val="bg2"/>
                </a:solidFill>
                <a:latin typeface="Barlow" panose="00000500000000000000" pitchFamily="2" charset="0"/>
              </a:defRPr>
            </a:lvl1pPr>
          </a:lstStyle>
          <a:p>
            <a:pPr lvl="0"/>
            <a:r>
              <a:rPr lang="en-US"/>
              <a:t>Insert Icon Here</a:t>
            </a:r>
            <a:endParaRPr lang="en-IN"/>
          </a:p>
        </p:txBody>
      </p:sp>
      <p:sp>
        <p:nvSpPr>
          <p:cNvPr id="80" name="Content Placeholder 50">
            <a:extLst>
              <a:ext uri="{FF2B5EF4-FFF2-40B4-BE49-F238E27FC236}">
                <a16:creationId xmlns:a16="http://schemas.microsoft.com/office/drawing/2014/main" id="{7A614E02-7FDC-9EB0-DAAF-AB9D0A033435}"/>
              </a:ext>
            </a:extLst>
          </p:cNvPr>
          <p:cNvSpPr>
            <a:spLocks noGrp="1"/>
          </p:cNvSpPr>
          <p:nvPr>
            <p:ph sz="quarter" idx="14" hasCustomPrompt="1"/>
          </p:nvPr>
        </p:nvSpPr>
        <p:spPr>
          <a:xfrm>
            <a:off x="973094" y="1960672"/>
            <a:ext cx="561545" cy="561545"/>
          </a:xfrm>
          <a:prstGeom prst="ellipse">
            <a:avLst/>
          </a:prstGeom>
          <a:solidFill>
            <a:schemeClr val="accent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01</a:t>
            </a:r>
            <a:endParaRPr lang="en-IN"/>
          </a:p>
        </p:txBody>
      </p:sp>
      <p:sp>
        <p:nvSpPr>
          <p:cNvPr id="83" name="Content Placeholder 50">
            <a:extLst>
              <a:ext uri="{FF2B5EF4-FFF2-40B4-BE49-F238E27FC236}">
                <a16:creationId xmlns:a16="http://schemas.microsoft.com/office/drawing/2014/main" id="{8B057DCB-73A2-773E-1E1A-B95C1C709519}"/>
              </a:ext>
            </a:extLst>
          </p:cNvPr>
          <p:cNvSpPr>
            <a:spLocks noGrp="1"/>
          </p:cNvSpPr>
          <p:nvPr>
            <p:ph sz="quarter" idx="21" hasCustomPrompt="1"/>
          </p:nvPr>
        </p:nvSpPr>
        <p:spPr>
          <a:xfrm>
            <a:off x="6704306" y="1920087"/>
            <a:ext cx="1602232" cy="1602232"/>
          </a:xfrm>
          <a:prstGeom prst="ellipse">
            <a:avLst/>
          </a:prstGeom>
          <a:solidFill>
            <a:schemeClr val="tx2"/>
          </a:solidFill>
        </p:spPr>
        <p:txBody>
          <a:bodyPr tIns="91440" bIns="91440" anchor="ctr">
            <a:noAutofit/>
          </a:bodyPr>
          <a:lstStyle>
            <a:lvl1pPr marL="0" indent="0" algn="ctr">
              <a:buNone/>
              <a:defRPr sz="1800" b="1">
                <a:solidFill>
                  <a:schemeClr val="bg2"/>
                </a:solidFill>
                <a:latin typeface="Barlow" panose="00000500000000000000" pitchFamily="2" charset="0"/>
              </a:defRPr>
            </a:lvl1pPr>
          </a:lstStyle>
          <a:p>
            <a:pPr lvl="0"/>
            <a:r>
              <a:rPr lang="en-US"/>
              <a:t>Insert Icon Here</a:t>
            </a:r>
            <a:endParaRPr lang="en-IN"/>
          </a:p>
        </p:txBody>
      </p:sp>
      <p:sp>
        <p:nvSpPr>
          <p:cNvPr id="84" name="Content Placeholder 50">
            <a:extLst>
              <a:ext uri="{FF2B5EF4-FFF2-40B4-BE49-F238E27FC236}">
                <a16:creationId xmlns:a16="http://schemas.microsoft.com/office/drawing/2014/main" id="{34BFB755-45DF-82D0-6F5A-122A81A7D5C8}"/>
              </a:ext>
            </a:extLst>
          </p:cNvPr>
          <p:cNvSpPr>
            <a:spLocks noGrp="1"/>
          </p:cNvSpPr>
          <p:nvPr>
            <p:ph sz="quarter" idx="22" hasCustomPrompt="1"/>
          </p:nvPr>
        </p:nvSpPr>
        <p:spPr>
          <a:xfrm>
            <a:off x="6602091" y="1969386"/>
            <a:ext cx="561545" cy="561545"/>
          </a:xfrm>
          <a:prstGeom prst="ellipse">
            <a:avLst/>
          </a:prstGeom>
          <a:solidFill>
            <a:schemeClr val="accent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01</a:t>
            </a:r>
            <a:endParaRPr lang="en-IN"/>
          </a:p>
        </p:txBody>
      </p:sp>
      <p:sp>
        <p:nvSpPr>
          <p:cNvPr id="87" name="Content Placeholder 50">
            <a:extLst>
              <a:ext uri="{FF2B5EF4-FFF2-40B4-BE49-F238E27FC236}">
                <a16:creationId xmlns:a16="http://schemas.microsoft.com/office/drawing/2014/main" id="{EF565687-58F5-DE5B-196A-90B3E2D4140D}"/>
              </a:ext>
            </a:extLst>
          </p:cNvPr>
          <p:cNvSpPr>
            <a:spLocks noGrp="1"/>
          </p:cNvSpPr>
          <p:nvPr>
            <p:ph sz="quarter" idx="23" hasCustomPrompt="1"/>
          </p:nvPr>
        </p:nvSpPr>
        <p:spPr>
          <a:xfrm>
            <a:off x="9514460" y="1902641"/>
            <a:ext cx="1602232" cy="1602232"/>
          </a:xfrm>
          <a:prstGeom prst="ellipse">
            <a:avLst/>
          </a:prstGeom>
          <a:solidFill>
            <a:schemeClr val="tx2"/>
          </a:solidFill>
        </p:spPr>
        <p:txBody>
          <a:bodyPr tIns="91440" bIns="91440" anchor="ctr">
            <a:noAutofit/>
          </a:bodyPr>
          <a:lstStyle>
            <a:lvl1pPr marL="0" indent="0" algn="ctr">
              <a:buNone/>
              <a:defRPr sz="1800" b="1">
                <a:solidFill>
                  <a:schemeClr val="bg2"/>
                </a:solidFill>
                <a:latin typeface="Barlow" panose="00000500000000000000" pitchFamily="2" charset="0"/>
              </a:defRPr>
            </a:lvl1pPr>
          </a:lstStyle>
          <a:p>
            <a:pPr lvl="0"/>
            <a:r>
              <a:rPr lang="en-US"/>
              <a:t>Insert Icon Here</a:t>
            </a:r>
            <a:endParaRPr lang="en-IN"/>
          </a:p>
        </p:txBody>
      </p:sp>
      <p:sp>
        <p:nvSpPr>
          <p:cNvPr id="88" name="Content Placeholder 50">
            <a:extLst>
              <a:ext uri="{FF2B5EF4-FFF2-40B4-BE49-F238E27FC236}">
                <a16:creationId xmlns:a16="http://schemas.microsoft.com/office/drawing/2014/main" id="{40D3559D-C107-E78F-6CA3-BCD630758B40}"/>
              </a:ext>
            </a:extLst>
          </p:cNvPr>
          <p:cNvSpPr>
            <a:spLocks noGrp="1"/>
          </p:cNvSpPr>
          <p:nvPr>
            <p:ph sz="quarter" idx="24" hasCustomPrompt="1"/>
          </p:nvPr>
        </p:nvSpPr>
        <p:spPr>
          <a:xfrm>
            <a:off x="9412245" y="1951940"/>
            <a:ext cx="561545" cy="561545"/>
          </a:xfrm>
          <a:prstGeom prst="ellipse">
            <a:avLst/>
          </a:prstGeom>
          <a:solidFill>
            <a:schemeClr val="accent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01</a:t>
            </a:r>
            <a:endParaRPr lang="en-IN"/>
          </a:p>
        </p:txBody>
      </p:sp>
      <p:sp>
        <p:nvSpPr>
          <p:cNvPr id="91" name="Text Placeholder 37">
            <a:extLst>
              <a:ext uri="{FF2B5EF4-FFF2-40B4-BE49-F238E27FC236}">
                <a16:creationId xmlns:a16="http://schemas.microsoft.com/office/drawing/2014/main" id="{F29A4B6A-6930-5284-6604-ECCA46CCB6BA}"/>
              </a:ext>
            </a:extLst>
          </p:cNvPr>
          <p:cNvSpPr>
            <a:spLocks noGrp="1"/>
          </p:cNvSpPr>
          <p:nvPr>
            <p:ph type="body" sz="quarter" idx="25" hasCustomPrompt="1"/>
          </p:nvPr>
        </p:nvSpPr>
        <p:spPr>
          <a:xfrm>
            <a:off x="585355" y="4402172"/>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a:t>Click to add text</a:t>
            </a:r>
            <a:endParaRPr lang="en-IN"/>
          </a:p>
        </p:txBody>
      </p:sp>
      <p:sp>
        <p:nvSpPr>
          <p:cNvPr id="92" name="Text Placeholder 37">
            <a:extLst>
              <a:ext uri="{FF2B5EF4-FFF2-40B4-BE49-F238E27FC236}">
                <a16:creationId xmlns:a16="http://schemas.microsoft.com/office/drawing/2014/main" id="{E01784C6-C40B-9FF2-9B79-BF4AAB93DDB0}"/>
              </a:ext>
            </a:extLst>
          </p:cNvPr>
          <p:cNvSpPr>
            <a:spLocks noGrp="1"/>
          </p:cNvSpPr>
          <p:nvPr>
            <p:ph type="body" sz="quarter" idx="26" hasCustomPrompt="1"/>
          </p:nvPr>
        </p:nvSpPr>
        <p:spPr>
          <a:xfrm>
            <a:off x="585355" y="5004638"/>
            <a:ext cx="2563091" cy="928537"/>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6" name="Text Placeholder 37">
            <a:extLst>
              <a:ext uri="{FF2B5EF4-FFF2-40B4-BE49-F238E27FC236}">
                <a16:creationId xmlns:a16="http://schemas.microsoft.com/office/drawing/2014/main" id="{97C8140E-8A63-7FB1-567D-7B1CD6484449}"/>
              </a:ext>
            </a:extLst>
          </p:cNvPr>
          <p:cNvSpPr>
            <a:spLocks noGrp="1"/>
          </p:cNvSpPr>
          <p:nvPr>
            <p:ph type="body" sz="quarter" idx="27" hasCustomPrompt="1"/>
          </p:nvPr>
        </p:nvSpPr>
        <p:spPr>
          <a:xfrm>
            <a:off x="3412720" y="4402172"/>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a:t>Click to add text</a:t>
            </a:r>
            <a:endParaRPr lang="en-IN"/>
          </a:p>
        </p:txBody>
      </p:sp>
      <p:sp>
        <p:nvSpPr>
          <p:cNvPr id="97" name="Text Placeholder 37">
            <a:extLst>
              <a:ext uri="{FF2B5EF4-FFF2-40B4-BE49-F238E27FC236}">
                <a16:creationId xmlns:a16="http://schemas.microsoft.com/office/drawing/2014/main" id="{21F1BD80-AE7E-A1A5-A53E-2CEB3E481406}"/>
              </a:ext>
            </a:extLst>
          </p:cNvPr>
          <p:cNvSpPr>
            <a:spLocks noGrp="1"/>
          </p:cNvSpPr>
          <p:nvPr>
            <p:ph type="body" sz="quarter" idx="28" hasCustomPrompt="1"/>
          </p:nvPr>
        </p:nvSpPr>
        <p:spPr>
          <a:xfrm>
            <a:off x="3412720" y="5004638"/>
            <a:ext cx="2563091" cy="928537"/>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8" name="Text Placeholder 37">
            <a:extLst>
              <a:ext uri="{FF2B5EF4-FFF2-40B4-BE49-F238E27FC236}">
                <a16:creationId xmlns:a16="http://schemas.microsoft.com/office/drawing/2014/main" id="{EA8E4E55-A1E9-8934-99AC-44BA4642ACC5}"/>
              </a:ext>
            </a:extLst>
          </p:cNvPr>
          <p:cNvSpPr>
            <a:spLocks noGrp="1"/>
          </p:cNvSpPr>
          <p:nvPr>
            <p:ph type="body" sz="quarter" idx="29" hasCustomPrompt="1"/>
          </p:nvPr>
        </p:nvSpPr>
        <p:spPr>
          <a:xfrm>
            <a:off x="6240085" y="4397370"/>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a:t>Click to add text</a:t>
            </a:r>
            <a:endParaRPr lang="en-IN"/>
          </a:p>
        </p:txBody>
      </p:sp>
      <p:sp>
        <p:nvSpPr>
          <p:cNvPr id="99" name="Text Placeholder 37">
            <a:extLst>
              <a:ext uri="{FF2B5EF4-FFF2-40B4-BE49-F238E27FC236}">
                <a16:creationId xmlns:a16="http://schemas.microsoft.com/office/drawing/2014/main" id="{DB31ED58-3AF7-CC66-6C12-C258A5C0F7A7}"/>
              </a:ext>
            </a:extLst>
          </p:cNvPr>
          <p:cNvSpPr>
            <a:spLocks noGrp="1"/>
          </p:cNvSpPr>
          <p:nvPr>
            <p:ph type="body" sz="quarter" idx="30" hasCustomPrompt="1"/>
          </p:nvPr>
        </p:nvSpPr>
        <p:spPr>
          <a:xfrm>
            <a:off x="6240085" y="4999836"/>
            <a:ext cx="2563091" cy="928537"/>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00" name="Text Placeholder 37">
            <a:extLst>
              <a:ext uri="{FF2B5EF4-FFF2-40B4-BE49-F238E27FC236}">
                <a16:creationId xmlns:a16="http://schemas.microsoft.com/office/drawing/2014/main" id="{AD22421A-7B7E-546F-41BF-0B095C5FAD02}"/>
              </a:ext>
            </a:extLst>
          </p:cNvPr>
          <p:cNvSpPr>
            <a:spLocks noGrp="1"/>
          </p:cNvSpPr>
          <p:nvPr>
            <p:ph type="body" sz="quarter" idx="31" hasCustomPrompt="1"/>
          </p:nvPr>
        </p:nvSpPr>
        <p:spPr>
          <a:xfrm>
            <a:off x="9067450" y="4397370"/>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a:t>Click to add text</a:t>
            </a:r>
            <a:endParaRPr lang="en-IN"/>
          </a:p>
        </p:txBody>
      </p:sp>
      <p:sp>
        <p:nvSpPr>
          <p:cNvPr id="101" name="Text Placeholder 37">
            <a:extLst>
              <a:ext uri="{FF2B5EF4-FFF2-40B4-BE49-F238E27FC236}">
                <a16:creationId xmlns:a16="http://schemas.microsoft.com/office/drawing/2014/main" id="{72E9D0E6-3143-70EE-C2D7-10D8026F6E5B}"/>
              </a:ext>
            </a:extLst>
          </p:cNvPr>
          <p:cNvSpPr>
            <a:spLocks noGrp="1"/>
          </p:cNvSpPr>
          <p:nvPr>
            <p:ph type="body" sz="quarter" idx="32" hasCustomPrompt="1"/>
          </p:nvPr>
        </p:nvSpPr>
        <p:spPr>
          <a:xfrm>
            <a:off x="9067450" y="4999836"/>
            <a:ext cx="2563091" cy="928537"/>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Tree>
    <p:extLst>
      <p:ext uri="{BB962C8B-B14F-4D97-AF65-F5344CB8AC3E}">
        <p14:creationId xmlns:p14="http://schemas.microsoft.com/office/powerpoint/2010/main" val="3917609240"/>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5_Objectives">
    <p:spTree>
      <p:nvGrpSpPr>
        <p:cNvPr id="1" name=""/>
        <p:cNvGrpSpPr/>
        <p:nvPr/>
      </p:nvGrpSpPr>
      <p:grpSpPr>
        <a:xfrm>
          <a:off x="0" y="0"/>
          <a:ext cx="0" cy="0"/>
          <a:chOff x="0" y="0"/>
          <a:chExt cx="0" cy="0"/>
        </a:xfrm>
      </p:grpSpPr>
      <p:sp>
        <p:nvSpPr>
          <p:cNvPr id="61" name="Freeform: Shape 60">
            <a:extLst>
              <a:ext uri="{FF2B5EF4-FFF2-40B4-BE49-F238E27FC236}">
                <a16:creationId xmlns:a16="http://schemas.microsoft.com/office/drawing/2014/main" id="{EF464E36-3D58-E289-8BB4-A3980CFE8361}"/>
              </a:ext>
            </a:extLst>
          </p:cNvPr>
          <p:cNvSpPr/>
          <p:nvPr userDrawn="1"/>
        </p:nvSpPr>
        <p:spPr>
          <a:xfrm>
            <a:off x="809275" y="1387177"/>
            <a:ext cx="2077788" cy="2347158"/>
          </a:xfrm>
          <a:custGeom>
            <a:avLst/>
            <a:gdLst>
              <a:gd name="connsiteX0" fmla="*/ 1172913 w 2345826"/>
              <a:gd name="connsiteY0" fmla="*/ 0 h 2649945"/>
              <a:gd name="connsiteX1" fmla="*/ 2345826 w 2345826"/>
              <a:gd name="connsiteY1" fmla="*/ 1172913 h 2649945"/>
              <a:gd name="connsiteX2" fmla="*/ 1521702 w 2345826"/>
              <a:gd name="connsiteY2" fmla="*/ 2293094 h 2649945"/>
              <a:gd name="connsiteX3" fmla="*/ 1520205 w 2345826"/>
              <a:gd name="connsiteY3" fmla="*/ 2293479 h 2649945"/>
              <a:gd name="connsiteX4" fmla="*/ 1172914 w 2345826"/>
              <a:gd name="connsiteY4" fmla="*/ 2649945 h 2649945"/>
              <a:gd name="connsiteX5" fmla="*/ 825623 w 2345826"/>
              <a:gd name="connsiteY5" fmla="*/ 2293480 h 2649945"/>
              <a:gd name="connsiteX6" fmla="*/ 824125 w 2345826"/>
              <a:gd name="connsiteY6" fmla="*/ 2293094 h 2649945"/>
              <a:gd name="connsiteX7" fmla="*/ 0 w 2345826"/>
              <a:gd name="connsiteY7" fmla="*/ 1172913 h 2649945"/>
              <a:gd name="connsiteX8" fmla="*/ 1172913 w 2345826"/>
              <a:gd name="connsiteY8" fmla="*/ 0 h 2649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5826" h="2649945">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Shape 61">
            <a:extLst>
              <a:ext uri="{FF2B5EF4-FFF2-40B4-BE49-F238E27FC236}">
                <a16:creationId xmlns:a16="http://schemas.microsoft.com/office/drawing/2014/main" id="{AD398410-E365-6F19-18A5-49537316D865}"/>
              </a:ext>
            </a:extLst>
          </p:cNvPr>
          <p:cNvSpPr/>
          <p:nvPr userDrawn="1"/>
        </p:nvSpPr>
        <p:spPr>
          <a:xfrm>
            <a:off x="3655371" y="1404574"/>
            <a:ext cx="2077788" cy="2347158"/>
          </a:xfrm>
          <a:custGeom>
            <a:avLst/>
            <a:gdLst>
              <a:gd name="connsiteX0" fmla="*/ 1172913 w 2345826"/>
              <a:gd name="connsiteY0" fmla="*/ 0 h 2649945"/>
              <a:gd name="connsiteX1" fmla="*/ 2345826 w 2345826"/>
              <a:gd name="connsiteY1" fmla="*/ 1172913 h 2649945"/>
              <a:gd name="connsiteX2" fmla="*/ 1521702 w 2345826"/>
              <a:gd name="connsiteY2" fmla="*/ 2293094 h 2649945"/>
              <a:gd name="connsiteX3" fmla="*/ 1520205 w 2345826"/>
              <a:gd name="connsiteY3" fmla="*/ 2293479 h 2649945"/>
              <a:gd name="connsiteX4" fmla="*/ 1172914 w 2345826"/>
              <a:gd name="connsiteY4" fmla="*/ 2649945 h 2649945"/>
              <a:gd name="connsiteX5" fmla="*/ 825623 w 2345826"/>
              <a:gd name="connsiteY5" fmla="*/ 2293480 h 2649945"/>
              <a:gd name="connsiteX6" fmla="*/ 824125 w 2345826"/>
              <a:gd name="connsiteY6" fmla="*/ 2293094 h 2649945"/>
              <a:gd name="connsiteX7" fmla="*/ 0 w 2345826"/>
              <a:gd name="connsiteY7" fmla="*/ 1172913 h 2649945"/>
              <a:gd name="connsiteX8" fmla="*/ 1172913 w 2345826"/>
              <a:gd name="connsiteY8" fmla="*/ 0 h 2649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5826" h="2649945">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3" name="Freeform: Shape 62">
            <a:extLst>
              <a:ext uri="{FF2B5EF4-FFF2-40B4-BE49-F238E27FC236}">
                <a16:creationId xmlns:a16="http://schemas.microsoft.com/office/drawing/2014/main" id="{CC473D90-11D2-B60E-C89A-F8F597AB7353}"/>
              </a:ext>
            </a:extLst>
          </p:cNvPr>
          <p:cNvSpPr/>
          <p:nvPr userDrawn="1"/>
        </p:nvSpPr>
        <p:spPr>
          <a:xfrm>
            <a:off x="6414875" y="1387177"/>
            <a:ext cx="2077788" cy="2347158"/>
          </a:xfrm>
          <a:custGeom>
            <a:avLst/>
            <a:gdLst>
              <a:gd name="connsiteX0" fmla="*/ 1172913 w 2345826"/>
              <a:gd name="connsiteY0" fmla="*/ 0 h 2649945"/>
              <a:gd name="connsiteX1" fmla="*/ 2345826 w 2345826"/>
              <a:gd name="connsiteY1" fmla="*/ 1172913 h 2649945"/>
              <a:gd name="connsiteX2" fmla="*/ 1521702 w 2345826"/>
              <a:gd name="connsiteY2" fmla="*/ 2293094 h 2649945"/>
              <a:gd name="connsiteX3" fmla="*/ 1520205 w 2345826"/>
              <a:gd name="connsiteY3" fmla="*/ 2293479 h 2649945"/>
              <a:gd name="connsiteX4" fmla="*/ 1172914 w 2345826"/>
              <a:gd name="connsiteY4" fmla="*/ 2649945 h 2649945"/>
              <a:gd name="connsiteX5" fmla="*/ 825623 w 2345826"/>
              <a:gd name="connsiteY5" fmla="*/ 2293480 h 2649945"/>
              <a:gd name="connsiteX6" fmla="*/ 824125 w 2345826"/>
              <a:gd name="connsiteY6" fmla="*/ 2293094 h 2649945"/>
              <a:gd name="connsiteX7" fmla="*/ 0 w 2345826"/>
              <a:gd name="connsiteY7" fmla="*/ 1172913 h 2649945"/>
              <a:gd name="connsiteX8" fmla="*/ 1172913 w 2345826"/>
              <a:gd name="connsiteY8" fmla="*/ 0 h 2649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5826" h="2649945">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4" name="Freeform: Shape 63">
            <a:extLst>
              <a:ext uri="{FF2B5EF4-FFF2-40B4-BE49-F238E27FC236}">
                <a16:creationId xmlns:a16="http://schemas.microsoft.com/office/drawing/2014/main" id="{2955A60B-5C68-2796-76D9-9896E459AE46}"/>
              </a:ext>
            </a:extLst>
          </p:cNvPr>
          <p:cNvSpPr/>
          <p:nvPr userDrawn="1"/>
        </p:nvSpPr>
        <p:spPr>
          <a:xfrm>
            <a:off x="9260971" y="1387177"/>
            <a:ext cx="2077788" cy="2347158"/>
          </a:xfrm>
          <a:custGeom>
            <a:avLst/>
            <a:gdLst>
              <a:gd name="connsiteX0" fmla="*/ 1172913 w 2345826"/>
              <a:gd name="connsiteY0" fmla="*/ 0 h 2649945"/>
              <a:gd name="connsiteX1" fmla="*/ 2345826 w 2345826"/>
              <a:gd name="connsiteY1" fmla="*/ 1172913 h 2649945"/>
              <a:gd name="connsiteX2" fmla="*/ 1521701 w 2345826"/>
              <a:gd name="connsiteY2" fmla="*/ 2293094 h 2649945"/>
              <a:gd name="connsiteX3" fmla="*/ 1520205 w 2345826"/>
              <a:gd name="connsiteY3" fmla="*/ 2293479 h 2649945"/>
              <a:gd name="connsiteX4" fmla="*/ 1172914 w 2345826"/>
              <a:gd name="connsiteY4" fmla="*/ 2649945 h 2649945"/>
              <a:gd name="connsiteX5" fmla="*/ 825623 w 2345826"/>
              <a:gd name="connsiteY5" fmla="*/ 2293480 h 2649945"/>
              <a:gd name="connsiteX6" fmla="*/ 824125 w 2345826"/>
              <a:gd name="connsiteY6" fmla="*/ 2293094 h 2649945"/>
              <a:gd name="connsiteX7" fmla="*/ 0 w 2345826"/>
              <a:gd name="connsiteY7" fmla="*/ 1172913 h 2649945"/>
              <a:gd name="connsiteX8" fmla="*/ 1172913 w 2345826"/>
              <a:gd name="connsiteY8" fmla="*/ 0 h 2649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5826" h="2649945">
                <a:moveTo>
                  <a:pt x="1172913" y="0"/>
                </a:moveTo>
                <a:cubicBezTo>
                  <a:pt x="1820695" y="0"/>
                  <a:pt x="2345826" y="525131"/>
                  <a:pt x="2345826" y="1172913"/>
                </a:cubicBezTo>
                <a:cubicBezTo>
                  <a:pt x="2345826" y="1699236"/>
                  <a:pt x="1999157" y="2144590"/>
                  <a:pt x="1521701"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Title 1">
            <a:extLst>
              <a:ext uri="{FF2B5EF4-FFF2-40B4-BE49-F238E27FC236}">
                <a16:creationId xmlns:a16="http://schemas.microsoft.com/office/drawing/2014/main" id="{4CD54FF0-DEF8-BE93-EDF5-3C288B911428}"/>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7" name="Rectangle 6">
            <a:extLst>
              <a:ext uri="{FF2B5EF4-FFF2-40B4-BE49-F238E27FC236}">
                <a16:creationId xmlns:a16="http://schemas.microsoft.com/office/drawing/2014/main" id="{146F0990-3B8E-D6A5-89E4-A147C65EE9F1}"/>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Content Placeholder 50">
            <a:extLst>
              <a:ext uri="{FF2B5EF4-FFF2-40B4-BE49-F238E27FC236}">
                <a16:creationId xmlns:a16="http://schemas.microsoft.com/office/drawing/2014/main" id="{A934CBA5-1275-47B8-79BD-1F97697E3559}"/>
              </a:ext>
            </a:extLst>
          </p:cNvPr>
          <p:cNvSpPr>
            <a:spLocks noGrp="1"/>
          </p:cNvSpPr>
          <p:nvPr>
            <p:ph sz="quarter" idx="19" hasCustomPrompt="1"/>
          </p:nvPr>
        </p:nvSpPr>
        <p:spPr>
          <a:xfrm>
            <a:off x="3984686" y="1726520"/>
            <a:ext cx="1419158" cy="1419158"/>
          </a:xfrm>
          <a:prstGeom prst="ellipse">
            <a:avLst/>
          </a:prstGeom>
          <a:solidFill>
            <a:schemeClr val="tx2"/>
          </a:solidFill>
        </p:spPr>
        <p:txBody>
          <a:bodyPr tIns="91440" bIns="91440" anchor="ctr">
            <a:noAutofit/>
          </a:bodyPr>
          <a:lstStyle>
            <a:lvl1pPr marL="0" indent="0" algn="ctr">
              <a:buNone/>
              <a:defRPr sz="1800" b="1">
                <a:solidFill>
                  <a:schemeClr val="bg2"/>
                </a:solidFill>
                <a:latin typeface="Barlow" panose="00000500000000000000" pitchFamily="2" charset="0"/>
              </a:defRPr>
            </a:lvl1pPr>
          </a:lstStyle>
          <a:p>
            <a:pPr lvl="0"/>
            <a:r>
              <a:rPr lang="en-US"/>
              <a:t>Insert Icon Here</a:t>
            </a:r>
            <a:endParaRPr lang="en-IN"/>
          </a:p>
        </p:txBody>
      </p:sp>
      <p:sp>
        <p:nvSpPr>
          <p:cNvPr id="78" name="Content Placeholder 50">
            <a:extLst>
              <a:ext uri="{FF2B5EF4-FFF2-40B4-BE49-F238E27FC236}">
                <a16:creationId xmlns:a16="http://schemas.microsoft.com/office/drawing/2014/main" id="{9F787AD2-DBB6-7DA1-B325-AE95FC699DF7}"/>
              </a:ext>
            </a:extLst>
          </p:cNvPr>
          <p:cNvSpPr>
            <a:spLocks noGrp="1"/>
          </p:cNvSpPr>
          <p:nvPr>
            <p:ph sz="quarter" idx="20" hasCustomPrompt="1"/>
          </p:nvPr>
        </p:nvSpPr>
        <p:spPr>
          <a:xfrm>
            <a:off x="3921798" y="1825670"/>
            <a:ext cx="497382" cy="497382"/>
          </a:xfrm>
          <a:prstGeom prst="ellipse">
            <a:avLst/>
          </a:prstGeom>
          <a:solidFill>
            <a:schemeClr val="accent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01</a:t>
            </a:r>
            <a:endParaRPr lang="en-IN"/>
          </a:p>
        </p:txBody>
      </p:sp>
      <p:sp>
        <p:nvSpPr>
          <p:cNvPr id="79" name="Content Placeholder 50">
            <a:extLst>
              <a:ext uri="{FF2B5EF4-FFF2-40B4-BE49-F238E27FC236}">
                <a16:creationId xmlns:a16="http://schemas.microsoft.com/office/drawing/2014/main" id="{308A84F9-3130-7762-7F4E-A849EAB4F551}"/>
              </a:ext>
            </a:extLst>
          </p:cNvPr>
          <p:cNvSpPr>
            <a:spLocks noGrp="1"/>
          </p:cNvSpPr>
          <p:nvPr>
            <p:ph sz="quarter" idx="18" hasCustomPrompt="1"/>
          </p:nvPr>
        </p:nvSpPr>
        <p:spPr>
          <a:xfrm>
            <a:off x="1133088" y="1706697"/>
            <a:ext cx="1419158" cy="1419158"/>
          </a:xfrm>
          <a:prstGeom prst="ellipse">
            <a:avLst/>
          </a:prstGeom>
          <a:solidFill>
            <a:schemeClr val="tx2"/>
          </a:solidFill>
        </p:spPr>
        <p:txBody>
          <a:bodyPr tIns="91440" bIns="91440" anchor="ctr">
            <a:noAutofit/>
          </a:bodyPr>
          <a:lstStyle>
            <a:lvl1pPr marL="0" indent="0" algn="ctr">
              <a:buNone/>
              <a:defRPr sz="1800" b="1">
                <a:solidFill>
                  <a:schemeClr val="bg2"/>
                </a:solidFill>
                <a:latin typeface="Barlow" panose="00000500000000000000" pitchFamily="2" charset="0"/>
              </a:defRPr>
            </a:lvl1pPr>
          </a:lstStyle>
          <a:p>
            <a:pPr lvl="0"/>
            <a:r>
              <a:rPr lang="en-US"/>
              <a:t>Insert Icon Here</a:t>
            </a:r>
            <a:endParaRPr lang="en-IN"/>
          </a:p>
        </p:txBody>
      </p:sp>
      <p:sp>
        <p:nvSpPr>
          <p:cNvPr id="80" name="Content Placeholder 50">
            <a:extLst>
              <a:ext uri="{FF2B5EF4-FFF2-40B4-BE49-F238E27FC236}">
                <a16:creationId xmlns:a16="http://schemas.microsoft.com/office/drawing/2014/main" id="{7A614E02-7FDC-9EB0-DAAF-AB9D0A033435}"/>
              </a:ext>
            </a:extLst>
          </p:cNvPr>
          <p:cNvSpPr>
            <a:spLocks noGrp="1"/>
          </p:cNvSpPr>
          <p:nvPr>
            <p:ph sz="quarter" idx="14" hasCustomPrompt="1"/>
          </p:nvPr>
        </p:nvSpPr>
        <p:spPr>
          <a:xfrm>
            <a:off x="1078858" y="1808273"/>
            <a:ext cx="497382" cy="497382"/>
          </a:xfrm>
          <a:prstGeom prst="ellipse">
            <a:avLst/>
          </a:prstGeom>
          <a:solidFill>
            <a:schemeClr val="accent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01</a:t>
            </a:r>
            <a:endParaRPr lang="en-IN"/>
          </a:p>
        </p:txBody>
      </p:sp>
      <p:sp>
        <p:nvSpPr>
          <p:cNvPr id="83" name="Content Placeholder 50">
            <a:extLst>
              <a:ext uri="{FF2B5EF4-FFF2-40B4-BE49-F238E27FC236}">
                <a16:creationId xmlns:a16="http://schemas.microsoft.com/office/drawing/2014/main" id="{8B057DCB-73A2-773E-1E1A-B95C1C709519}"/>
              </a:ext>
            </a:extLst>
          </p:cNvPr>
          <p:cNvSpPr>
            <a:spLocks noGrp="1"/>
          </p:cNvSpPr>
          <p:nvPr>
            <p:ph sz="quarter" idx="21" hasCustomPrompt="1"/>
          </p:nvPr>
        </p:nvSpPr>
        <p:spPr>
          <a:xfrm>
            <a:off x="6744190" y="1706697"/>
            <a:ext cx="1419158" cy="1419158"/>
          </a:xfrm>
          <a:prstGeom prst="ellipse">
            <a:avLst/>
          </a:prstGeom>
          <a:solidFill>
            <a:schemeClr val="tx2"/>
          </a:solidFill>
        </p:spPr>
        <p:txBody>
          <a:bodyPr tIns="91440" bIns="91440" anchor="ctr">
            <a:noAutofit/>
          </a:bodyPr>
          <a:lstStyle>
            <a:lvl1pPr marL="0" indent="0" algn="ctr">
              <a:buNone/>
              <a:defRPr sz="1800" b="1">
                <a:solidFill>
                  <a:schemeClr val="bg2"/>
                </a:solidFill>
                <a:latin typeface="Barlow" panose="00000500000000000000" pitchFamily="2" charset="0"/>
              </a:defRPr>
            </a:lvl1pPr>
          </a:lstStyle>
          <a:p>
            <a:pPr lvl="0"/>
            <a:r>
              <a:rPr lang="en-US"/>
              <a:t>Insert Icon Here</a:t>
            </a:r>
            <a:endParaRPr lang="en-IN"/>
          </a:p>
        </p:txBody>
      </p:sp>
      <p:sp>
        <p:nvSpPr>
          <p:cNvPr id="84" name="Content Placeholder 50">
            <a:extLst>
              <a:ext uri="{FF2B5EF4-FFF2-40B4-BE49-F238E27FC236}">
                <a16:creationId xmlns:a16="http://schemas.microsoft.com/office/drawing/2014/main" id="{34BFB755-45DF-82D0-6F5A-122A81A7D5C8}"/>
              </a:ext>
            </a:extLst>
          </p:cNvPr>
          <p:cNvSpPr>
            <a:spLocks noGrp="1"/>
          </p:cNvSpPr>
          <p:nvPr>
            <p:ph sz="quarter" idx="22" hasCustomPrompt="1"/>
          </p:nvPr>
        </p:nvSpPr>
        <p:spPr>
          <a:xfrm>
            <a:off x="6687355" y="1816987"/>
            <a:ext cx="497382" cy="497382"/>
          </a:xfrm>
          <a:prstGeom prst="ellipse">
            <a:avLst/>
          </a:prstGeom>
          <a:solidFill>
            <a:schemeClr val="accent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01</a:t>
            </a:r>
            <a:endParaRPr lang="en-IN"/>
          </a:p>
        </p:txBody>
      </p:sp>
      <p:sp>
        <p:nvSpPr>
          <p:cNvPr id="87" name="Content Placeholder 50">
            <a:extLst>
              <a:ext uri="{FF2B5EF4-FFF2-40B4-BE49-F238E27FC236}">
                <a16:creationId xmlns:a16="http://schemas.microsoft.com/office/drawing/2014/main" id="{EF565687-58F5-DE5B-196A-90B3E2D4140D}"/>
              </a:ext>
            </a:extLst>
          </p:cNvPr>
          <p:cNvSpPr>
            <a:spLocks noGrp="1"/>
          </p:cNvSpPr>
          <p:nvPr>
            <p:ph sz="quarter" idx="23" hasCustomPrompt="1"/>
          </p:nvPr>
        </p:nvSpPr>
        <p:spPr>
          <a:xfrm>
            <a:off x="9587942" y="1706697"/>
            <a:ext cx="1419158" cy="1419158"/>
          </a:xfrm>
          <a:prstGeom prst="ellipse">
            <a:avLst/>
          </a:prstGeom>
          <a:solidFill>
            <a:schemeClr val="tx2"/>
          </a:solidFill>
        </p:spPr>
        <p:txBody>
          <a:bodyPr tIns="91440" bIns="91440" anchor="ctr">
            <a:noAutofit/>
          </a:bodyPr>
          <a:lstStyle>
            <a:lvl1pPr marL="0" indent="0" algn="ctr">
              <a:buNone/>
              <a:defRPr sz="1800" b="1">
                <a:solidFill>
                  <a:schemeClr val="bg2"/>
                </a:solidFill>
                <a:latin typeface="Barlow" panose="00000500000000000000" pitchFamily="2" charset="0"/>
              </a:defRPr>
            </a:lvl1pPr>
          </a:lstStyle>
          <a:p>
            <a:pPr lvl="0"/>
            <a:r>
              <a:rPr lang="en-US"/>
              <a:t>Insert Icon Here</a:t>
            </a:r>
            <a:endParaRPr lang="en-IN"/>
          </a:p>
        </p:txBody>
      </p:sp>
      <p:sp>
        <p:nvSpPr>
          <p:cNvPr id="88" name="Content Placeholder 50">
            <a:extLst>
              <a:ext uri="{FF2B5EF4-FFF2-40B4-BE49-F238E27FC236}">
                <a16:creationId xmlns:a16="http://schemas.microsoft.com/office/drawing/2014/main" id="{40D3559D-C107-E78F-6CA3-BCD630758B40}"/>
              </a:ext>
            </a:extLst>
          </p:cNvPr>
          <p:cNvSpPr>
            <a:spLocks noGrp="1"/>
          </p:cNvSpPr>
          <p:nvPr>
            <p:ph sz="quarter" idx="24" hasCustomPrompt="1"/>
          </p:nvPr>
        </p:nvSpPr>
        <p:spPr>
          <a:xfrm>
            <a:off x="9530555" y="1799541"/>
            <a:ext cx="497382" cy="497382"/>
          </a:xfrm>
          <a:prstGeom prst="ellipse">
            <a:avLst/>
          </a:prstGeom>
          <a:solidFill>
            <a:schemeClr val="accent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01</a:t>
            </a:r>
            <a:endParaRPr lang="en-IN"/>
          </a:p>
        </p:txBody>
      </p:sp>
      <p:sp>
        <p:nvSpPr>
          <p:cNvPr id="91" name="Text Placeholder 37">
            <a:extLst>
              <a:ext uri="{FF2B5EF4-FFF2-40B4-BE49-F238E27FC236}">
                <a16:creationId xmlns:a16="http://schemas.microsoft.com/office/drawing/2014/main" id="{F29A4B6A-6930-5284-6604-ECCA46CCB6BA}"/>
              </a:ext>
            </a:extLst>
          </p:cNvPr>
          <p:cNvSpPr>
            <a:spLocks noGrp="1"/>
          </p:cNvSpPr>
          <p:nvPr>
            <p:ph type="body" sz="quarter" idx="25" hasCustomPrompt="1"/>
          </p:nvPr>
        </p:nvSpPr>
        <p:spPr>
          <a:xfrm>
            <a:off x="585355" y="4106897"/>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a:t>Click to add text</a:t>
            </a:r>
            <a:endParaRPr lang="en-IN"/>
          </a:p>
        </p:txBody>
      </p:sp>
      <p:sp>
        <p:nvSpPr>
          <p:cNvPr id="92" name="Text Placeholder 37">
            <a:extLst>
              <a:ext uri="{FF2B5EF4-FFF2-40B4-BE49-F238E27FC236}">
                <a16:creationId xmlns:a16="http://schemas.microsoft.com/office/drawing/2014/main" id="{E01784C6-C40B-9FF2-9B79-BF4AAB93DDB0}"/>
              </a:ext>
            </a:extLst>
          </p:cNvPr>
          <p:cNvSpPr>
            <a:spLocks noGrp="1"/>
          </p:cNvSpPr>
          <p:nvPr>
            <p:ph type="body" sz="quarter" idx="26" hasCustomPrompt="1"/>
          </p:nvPr>
        </p:nvSpPr>
        <p:spPr>
          <a:xfrm>
            <a:off x="585355" y="4709363"/>
            <a:ext cx="2563091" cy="928537"/>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6" name="Text Placeholder 37">
            <a:extLst>
              <a:ext uri="{FF2B5EF4-FFF2-40B4-BE49-F238E27FC236}">
                <a16:creationId xmlns:a16="http://schemas.microsoft.com/office/drawing/2014/main" id="{97C8140E-8A63-7FB1-567D-7B1CD6484449}"/>
              </a:ext>
            </a:extLst>
          </p:cNvPr>
          <p:cNvSpPr>
            <a:spLocks noGrp="1"/>
          </p:cNvSpPr>
          <p:nvPr>
            <p:ph type="body" sz="quarter" idx="27" hasCustomPrompt="1"/>
          </p:nvPr>
        </p:nvSpPr>
        <p:spPr>
          <a:xfrm>
            <a:off x="3412720" y="4106897"/>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a:t>Click to add text</a:t>
            </a:r>
            <a:endParaRPr lang="en-IN"/>
          </a:p>
        </p:txBody>
      </p:sp>
      <p:sp>
        <p:nvSpPr>
          <p:cNvPr id="97" name="Text Placeholder 37">
            <a:extLst>
              <a:ext uri="{FF2B5EF4-FFF2-40B4-BE49-F238E27FC236}">
                <a16:creationId xmlns:a16="http://schemas.microsoft.com/office/drawing/2014/main" id="{21F1BD80-AE7E-A1A5-A53E-2CEB3E481406}"/>
              </a:ext>
            </a:extLst>
          </p:cNvPr>
          <p:cNvSpPr>
            <a:spLocks noGrp="1"/>
          </p:cNvSpPr>
          <p:nvPr>
            <p:ph type="body" sz="quarter" idx="28" hasCustomPrompt="1"/>
          </p:nvPr>
        </p:nvSpPr>
        <p:spPr>
          <a:xfrm>
            <a:off x="3412720" y="4709363"/>
            <a:ext cx="2563091" cy="928537"/>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8" name="Text Placeholder 37">
            <a:extLst>
              <a:ext uri="{FF2B5EF4-FFF2-40B4-BE49-F238E27FC236}">
                <a16:creationId xmlns:a16="http://schemas.microsoft.com/office/drawing/2014/main" id="{EA8E4E55-A1E9-8934-99AC-44BA4642ACC5}"/>
              </a:ext>
            </a:extLst>
          </p:cNvPr>
          <p:cNvSpPr>
            <a:spLocks noGrp="1"/>
          </p:cNvSpPr>
          <p:nvPr>
            <p:ph type="body" sz="quarter" idx="29" hasCustomPrompt="1"/>
          </p:nvPr>
        </p:nvSpPr>
        <p:spPr>
          <a:xfrm>
            <a:off x="6240085" y="4102095"/>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a:t>Click to add text</a:t>
            </a:r>
            <a:endParaRPr lang="en-IN"/>
          </a:p>
        </p:txBody>
      </p:sp>
      <p:sp>
        <p:nvSpPr>
          <p:cNvPr id="99" name="Text Placeholder 37">
            <a:extLst>
              <a:ext uri="{FF2B5EF4-FFF2-40B4-BE49-F238E27FC236}">
                <a16:creationId xmlns:a16="http://schemas.microsoft.com/office/drawing/2014/main" id="{DB31ED58-3AF7-CC66-6C12-C258A5C0F7A7}"/>
              </a:ext>
            </a:extLst>
          </p:cNvPr>
          <p:cNvSpPr>
            <a:spLocks noGrp="1"/>
          </p:cNvSpPr>
          <p:nvPr>
            <p:ph type="body" sz="quarter" idx="30" hasCustomPrompt="1"/>
          </p:nvPr>
        </p:nvSpPr>
        <p:spPr>
          <a:xfrm>
            <a:off x="6240085" y="4704561"/>
            <a:ext cx="2563091" cy="928537"/>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00" name="Text Placeholder 37">
            <a:extLst>
              <a:ext uri="{FF2B5EF4-FFF2-40B4-BE49-F238E27FC236}">
                <a16:creationId xmlns:a16="http://schemas.microsoft.com/office/drawing/2014/main" id="{AD22421A-7B7E-546F-41BF-0B095C5FAD02}"/>
              </a:ext>
            </a:extLst>
          </p:cNvPr>
          <p:cNvSpPr>
            <a:spLocks noGrp="1"/>
          </p:cNvSpPr>
          <p:nvPr>
            <p:ph type="body" sz="quarter" idx="31" hasCustomPrompt="1"/>
          </p:nvPr>
        </p:nvSpPr>
        <p:spPr>
          <a:xfrm>
            <a:off x="9067450" y="4102095"/>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a:t>Click to add text</a:t>
            </a:r>
            <a:endParaRPr lang="en-IN"/>
          </a:p>
        </p:txBody>
      </p:sp>
      <p:sp>
        <p:nvSpPr>
          <p:cNvPr id="101" name="Text Placeholder 37">
            <a:extLst>
              <a:ext uri="{FF2B5EF4-FFF2-40B4-BE49-F238E27FC236}">
                <a16:creationId xmlns:a16="http://schemas.microsoft.com/office/drawing/2014/main" id="{72E9D0E6-3143-70EE-C2D7-10D8026F6E5B}"/>
              </a:ext>
            </a:extLst>
          </p:cNvPr>
          <p:cNvSpPr>
            <a:spLocks noGrp="1"/>
          </p:cNvSpPr>
          <p:nvPr>
            <p:ph type="body" sz="quarter" idx="32" hasCustomPrompt="1"/>
          </p:nvPr>
        </p:nvSpPr>
        <p:spPr>
          <a:xfrm>
            <a:off x="9067450" y="4704561"/>
            <a:ext cx="2563091" cy="928537"/>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Tree>
    <p:extLst>
      <p:ext uri="{BB962C8B-B14F-4D97-AF65-F5344CB8AC3E}">
        <p14:creationId xmlns:p14="http://schemas.microsoft.com/office/powerpoint/2010/main" val="1904734818"/>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6_Objective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CD54FF0-DEF8-BE93-EDF5-3C288B911428}"/>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7" name="Rectangle 6">
            <a:extLst>
              <a:ext uri="{FF2B5EF4-FFF2-40B4-BE49-F238E27FC236}">
                <a16:creationId xmlns:a16="http://schemas.microsoft.com/office/drawing/2014/main" id="{146F0990-3B8E-D6A5-89E4-A147C65EE9F1}"/>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Text Placeholder 37">
            <a:extLst>
              <a:ext uri="{FF2B5EF4-FFF2-40B4-BE49-F238E27FC236}">
                <a16:creationId xmlns:a16="http://schemas.microsoft.com/office/drawing/2014/main" id="{F29A4B6A-6930-5284-6604-ECCA46CCB6BA}"/>
              </a:ext>
            </a:extLst>
          </p:cNvPr>
          <p:cNvSpPr>
            <a:spLocks noGrp="1"/>
          </p:cNvSpPr>
          <p:nvPr>
            <p:ph type="body" sz="quarter" idx="25" hasCustomPrompt="1"/>
          </p:nvPr>
        </p:nvSpPr>
        <p:spPr>
          <a:xfrm>
            <a:off x="585355" y="3497297"/>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a:t>Click to add text</a:t>
            </a:r>
            <a:endParaRPr lang="en-IN"/>
          </a:p>
        </p:txBody>
      </p:sp>
      <p:sp>
        <p:nvSpPr>
          <p:cNvPr id="92" name="Text Placeholder 37">
            <a:extLst>
              <a:ext uri="{FF2B5EF4-FFF2-40B4-BE49-F238E27FC236}">
                <a16:creationId xmlns:a16="http://schemas.microsoft.com/office/drawing/2014/main" id="{E01784C6-C40B-9FF2-9B79-BF4AAB93DDB0}"/>
              </a:ext>
            </a:extLst>
          </p:cNvPr>
          <p:cNvSpPr>
            <a:spLocks noGrp="1"/>
          </p:cNvSpPr>
          <p:nvPr>
            <p:ph type="body" sz="quarter" idx="26" hasCustomPrompt="1"/>
          </p:nvPr>
        </p:nvSpPr>
        <p:spPr>
          <a:xfrm>
            <a:off x="585355" y="4099763"/>
            <a:ext cx="2563091" cy="928537"/>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6" name="Text Placeholder 37">
            <a:extLst>
              <a:ext uri="{FF2B5EF4-FFF2-40B4-BE49-F238E27FC236}">
                <a16:creationId xmlns:a16="http://schemas.microsoft.com/office/drawing/2014/main" id="{97C8140E-8A63-7FB1-567D-7B1CD6484449}"/>
              </a:ext>
            </a:extLst>
          </p:cNvPr>
          <p:cNvSpPr>
            <a:spLocks noGrp="1"/>
          </p:cNvSpPr>
          <p:nvPr>
            <p:ph type="body" sz="quarter" idx="27" hasCustomPrompt="1"/>
          </p:nvPr>
        </p:nvSpPr>
        <p:spPr>
          <a:xfrm>
            <a:off x="3412720" y="3497297"/>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a:t>Click to add text</a:t>
            </a:r>
            <a:endParaRPr lang="en-IN"/>
          </a:p>
        </p:txBody>
      </p:sp>
      <p:sp>
        <p:nvSpPr>
          <p:cNvPr id="97" name="Text Placeholder 37">
            <a:extLst>
              <a:ext uri="{FF2B5EF4-FFF2-40B4-BE49-F238E27FC236}">
                <a16:creationId xmlns:a16="http://schemas.microsoft.com/office/drawing/2014/main" id="{21F1BD80-AE7E-A1A5-A53E-2CEB3E481406}"/>
              </a:ext>
            </a:extLst>
          </p:cNvPr>
          <p:cNvSpPr>
            <a:spLocks noGrp="1"/>
          </p:cNvSpPr>
          <p:nvPr>
            <p:ph type="body" sz="quarter" idx="28" hasCustomPrompt="1"/>
          </p:nvPr>
        </p:nvSpPr>
        <p:spPr>
          <a:xfrm>
            <a:off x="3412720" y="4099763"/>
            <a:ext cx="2563091" cy="928537"/>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8" name="Text Placeholder 37">
            <a:extLst>
              <a:ext uri="{FF2B5EF4-FFF2-40B4-BE49-F238E27FC236}">
                <a16:creationId xmlns:a16="http://schemas.microsoft.com/office/drawing/2014/main" id="{EA8E4E55-A1E9-8934-99AC-44BA4642ACC5}"/>
              </a:ext>
            </a:extLst>
          </p:cNvPr>
          <p:cNvSpPr>
            <a:spLocks noGrp="1"/>
          </p:cNvSpPr>
          <p:nvPr>
            <p:ph type="body" sz="quarter" idx="29" hasCustomPrompt="1"/>
          </p:nvPr>
        </p:nvSpPr>
        <p:spPr>
          <a:xfrm>
            <a:off x="6240085" y="3492495"/>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a:t>Click to add text</a:t>
            </a:r>
            <a:endParaRPr lang="en-IN"/>
          </a:p>
        </p:txBody>
      </p:sp>
      <p:sp>
        <p:nvSpPr>
          <p:cNvPr id="99" name="Text Placeholder 37">
            <a:extLst>
              <a:ext uri="{FF2B5EF4-FFF2-40B4-BE49-F238E27FC236}">
                <a16:creationId xmlns:a16="http://schemas.microsoft.com/office/drawing/2014/main" id="{DB31ED58-3AF7-CC66-6C12-C258A5C0F7A7}"/>
              </a:ext>
            </a:extLst>
          </p:cNvPr>
          <p:cNvSpPr>
            <a:spLocks noGrp="1"/>
          </p:cNvSpPr>
          <p:nvPr>
            <p:ph type="body" sz="quarter" idx="30" hasCustomPrompt="1"/>
          </p:nvPr>
        </p:nvSpPr>
        <p:spPr>
          <a:xfrm>
            <a:off x="6240085" y="4094961"/>
            <a:ext cx="2563091" cy="928537"/>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00" name="Text Placeholder 37">
            <a:extLst>
              <a:ext uri="{FF2B5EF4-FFF2-40B4-BE49-F238E27FC236}">
                <a16:creationId xmlns:a16="http://schemas.microsoft.com/office/drawing/2014/main" id="{AD22421A-7B7E-546F-41BF-0B095C5FAD02}"/>
              </a:ext>
            </a:extLst>
          </p:cNvPr>
          <p:cNvSpPr>
            <a:spLocks noGrp="1"/>
          </p:cNvSpPr>
          <p:nvPr>
            <p:ph type="body" sz="quarter" idx="31" hasCustomPrompt="1"/>
          </p:nvPr>
        </p:nvSpPr>
        <p:spPr>
          <a:xfrm>
            <a:off x="9067450" y="3492495"/>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a:t>Click to add text</a:t>
            </a:r>
            <a:endParaRPr lang="en-IN"/>
          </a:p>
        </p:txBody>
      </p:sp>
      <p:sp>
        <p:nvSpPr>
          <p:cNvPr id="101" name="Text Placeholder 37">
            <a:extLst>
              <a:ext uri="{FF2B5EF4-FFF2-40B4-BE49-F238E27FC236}">
                <a16:creationId xmlns:a16="http://schemas.microsoft.com/office/drawing/2014/main" id="{72E9D0E6-3143-70EE-C2D7-10D8026F6E5B}"/>
              </a:ext>
            </a:extLst>
          </p:cNvPr>
          <p:cNvSpPr>
            <a:spLocks noGrp="1"/>
          </p:cNvSpPr>
          <p:nvPr>
            <p:ph type="body" sz="quarter" idx="32" hasCustomPrompt="1"/>
          </p:nvPr>
        </p:nvSpPr>
        <p:spPr>
          <a:xfrm>
            <a:off x="9067450" y="4094961"/>
            <a:ext cx="2563091" cy="928537"/>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Tree>
    <p:extLst>
      <p:ext uri="{BB962C8B-B14F-4D97-AF65-F5344CB8AC3E}">
        <p14:creationId xmlns:p14="http://schemas.microsoft.com/office/powerpoint/2010/main" val="276809930"/>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Match the followin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B6A8123-506A-0865-AB94-A2207641AC8C}"/>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7" name="Rectangle 6">
            <a:extLst>
              <a:ext uri="{FF2B5EF4-FFF2-40B4-BE49-F238E27FC236}">
                <a16:creationId xmlns:a16="http://schemas.microsoft.com/office/drawing/2014/main" id="{D60AFFB5-3AED-8612-37BC-EAB3C6E0800F}"/>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Content Placeholder 50">
            <a:extLst>
              <a:ext uri="{FF2B5EF4-FFF2-40B4-BE49-F238E27FC236}">
                <a16:creationId xmlns:a16="http://schemas.microsoft.com/office/drawing/2014/main" id="{FDCAE5CE-F9E8-D464-306C-C73CA8A9B1B5}"/>
              </a:ext>
            </a:extLst>
          </p:cNvPr>
          <p:cNvSpPr>
            <a:spLocks noGrp="1"/>
          </p:cNvSpPr>
          <p:nvPr>
            <p:ph sz="quarter" idx="14" hasCustomPrompt="1"/>
          </p:nvPr>
        </p:nvSpPr>
        <p:spPr>
          <a:xfrm>
            <a:off x="1576999" y="1419668"/>
            <a:ext cx="1937402" cy="776121"/>
          </a:xfrm>
          <a:prstGeom prst="rect">
            <a:avLst/>
          </a:prstGeom>
          <a:solidFill>
            <a:schemeClr val="bg2"/>
          </a:solidFill>
          <a:effectLst>
            <a:outerShdw blurRad="50800" dist="38100" dir="2700000" algn="tl" rotWithShape="0">
              <a:prstClr val="black">
                <a:alpha val="40000"/>
              </a:prstClr>
            </a:outerShdw>
          </a:effectLst>
        </p:spPr>
        <p:txBody>
          <a:bodyPr vert="horz" lIns="0" tIns="91440" rIns="0" bIns="91440" rtlCol="0" anchor="ctr">
            <a:noAutofit/>
          </a:bodyPr>
          <a:lstStyle>
            <a:lvl1pPr>
              <a:defRPr lang="en-IN" sz="1800" b="0" dirty="0">
                <a:solidFill>
                  <a:schemeClr val="tx2"/>
                </a:solidFill>
                <a:latin typeface="Barlow" panose="00000500000000000000" pitchFamily="2" charset="0"/>
              </a:defRPr>
            </a:lvl1pPr>
          </a:lstStyle>
          <a:p>
            <a:pPr marL="0" lvl="0" indent="0" algn="ctr">
              <a:buNone/>
            </a:pPr>
            <a:r>
              <a:rPr lang="en-US"/>
              <a:t>Insert logo here</a:t>
            </a:r>
            <a:endParaRPr lang="en-IN"/>
          </a:p>
        </p:txBody>
      </p:sp>
      <p:sp>
        <p:nvSpPr>
          <p:cNvPr id="79" name="Content Placeholder 50">
            <a:extLst>
              <a:ext uri="{FF2B5EF4-FFF2-40B4-BE49-F238E27FC236}">
                <a16:creationId xmlns:a16="http://schemas.microsoft.com/office/drawing/2014/main" id="{A97061D2-4941-91EE-E837-F1043807B992}"/>
              </a:ext>
            </a:extLst>
          </p:cNvPr>
          <p:cNvSpPr>
            <a:spLocks noGrp="1"/>
          </p:cNvSpPr>
          <p:nvPr>
            <p:ph sz="quarter" idx="15" hasCustomPrompt="1"/>
          </p:nvPr>
        </p:nvSpPr>
        <p:spPr>
          <a:xfrm>
            <a:off x="1584961" y="2367710"/>
            <a:ext cx="1937402" cy="776121"/>
          </a:xfrm>
          <a:prstGeom prst="rect">
            <a:avLst/>
          </a:prstGeom>
          <a:solidFill>
            <a:schemeClr val="bg2"/>
          </a:solidFill>
          <a:effectLst>
            <a:outerShdw blurRad="50800" dist="38100" dir="2700000" algn="tl" rotWithShape="0">
              <a:prstClr val="black">
                <a:alpha val="40000"/>
              </a:prstClr>
            </a:outerShdw>
          </a:effectLst>
        </p:spPr>
        <p:txBody>
          <a:bodyPr vert="horz" lIns="0" tIns="91440" rIns="0" bIns="91440" rtlCol="0" anchor="ctr">
            <a:noAutofit/>
          </a:bodyPr>
          <a:lstStyle>
            <a:lvl1pPr>
              <a:defRPr lang="en-US" sz="1800" b="0" kern="1200" dirty="0" smtClean="0">
                <a:solidFill>
                  <a:schemeClr val="tx2"/>
                </a:solidFill>
                <a:latin typeface="Barlow" panose="00000500000000000000" pitchFamily="2" charset="0"/>
                <a:ea typeface="Open Sans" pitchFamily="2" charset="0"/>
                <a:cs typeface="Open Sans" pitchFamily="2" charset="0"/>
              </a:defRPr>
            </a:lvl1pPr>
          </a:lstStyle>
          <a:p>
            <a:pPr marL="0" lvl="0" indent="0" algn="ctr">
              <a:buNone/>
            </a:pPr>
            <a:r>
              <a:rPr lang="en-US"/>
              <a:t>Insert logo here</a:t>
            </a:r>
          </a:p>
        </p:txBody>
      </p:sp>
      <p:sp>
        <p:nvSpPr>
          <p:cNvPr id="80" name="Content Placeholder 50">
            <a:extLst>
              <a:ext uri="{FF2B5EF4-FFF2-40B4-BE49-F238E27FC236}">
                <a16:creationId xmlns:a16="http://schemas.microsoft.com/office/drawing/2014/main" id="{32BFEA47-006D-C0B3-955B-EA46F126A4B5}"/>
              </a:ext>
            </a:extLst>
          </p:cNvPr>
          <p:cNvSpPr>
            <a:spLocks noGrp="1"/>
          </p:cNvSpPr>
          <p:nvPr>
            <p:ph sz="quarter" idx="16" hasCustomPrompt="1"/>
          </p:nvPr>
        </p:nvSpPr>
        <p:spPr>
          <a:xfrm>
            <a:off x="1552069" y="3317493"/>
            <a:ext cx="1937402" cy="776121"/>
          </a:xfrm>
          <a:prstGeom prst="rect">
            <a:avLst/>
          </a:prstGeom>
          <a:solidFill>
            <a:schemeClr val="bg2"/>
          </a:solidFill>
          <a:effectLst>
            <a:outerShdw blurRad="50800" dist="38100" dir="2700000" algn="tl" rotWithShape="0">
              <a:prstClr val="black">
                <a:alpha val="40000"/>
              </a:prstClr>
            </a:outerShdw>
          </a:effectLst>
        </p:spPr>
        <p:txBody>
          <a:bodyPr vert="horz" lIns="0" tIns="91440" rIns="0" bIns="91440" rtlCol="0" anchor="ctr">
            <a:noAutofit/>
          </a:bodyPr>
          <a:lstStyle>
            <a:lvl1pPr>
              <a:defRPr lang="en-IN" sz="1800" b="0" dirty="0">
                <a:solidFill>
                  <a:schemeClr val="tx2"/>
                </a:solidFill>
                <a:latin typeface="Barlow" panose="00000500000000000000" pitchFamily="2" charset="0"/>
              </a:defRPr>
            </a:lvl1pPr>
          </a:lstStyle>
          <a:p>
            <a:pPr marL="0" lvl="0" indent="0" algn="ctr">
              <a:buNone/>
            </a:pPr>
            <a:r>
              <a:rPr lang="en-US"/>
              <a:t>Insert logo here</a:t>
            </a:r>
          </a:p>
        </p:txBody>
      </p:sp>
      <p:sp>
        <p:nvSpPr>
          <p:cNvPr id="81" name="Content Placeholder 50">
            <a:extLst>
              <a:ext uri="{FF2B5EF4-FFF2-40B4-BE49-F238E27FC236}">
                <a16:creationId xmlns:a16="http://schemas.microsoft.com/office/drawing/2014/main" id="{FEE7EDF9-F39F-9CE3-B606-01ED62D0220C}"/>
              </a:ext>
            </a:extLst>
          </p:cNvPr>
          <p:cNvSpPr>
            <a:spLocks noGrp="1"/>
          </p:cNvSpPr>
          <p:nvPr>
            <p:ph sz="quarter" idx="17" hasCustomPrompt="1"/>
          </p:nvPr>
        </p:nvSpPr>
        <p:spPr>
          <a:xfrm>
            <a:off x="1570881" y="4280762"/>
            <a:ext cx="1937402" cy="776121"/>
          </a:xfrm>
          <a:prstGeom prst="rect">
            <a:avLst/>
          </a:prstGeom>
          <a:solidFill>
            <a:schemeClr val="bg2"/>
          </a:solidFill>
          <a:effectLst>
            <a:outerShdw blurRad="50800" dist="38100" dir="2700000" algn="tl" rotWithShape="0">
              <a:prstClr val="black">
                <a:alpha val="40000"/>
              </a:prstClr>
            </a:outerShdw>
          </a:effectLst>
        </p:spPr>
        <p:txBody>
          <a:bodyPr vert="horz" lIns="0" tIns="91440" rIns="0" bIns="91440" rtlCol="0" anchor="ctr">
            <a:noAutofit/>
          </a:bodyPr>
          <a:lstStyle>
            <a:lvl1pPr>
              <a:defRPr lang="en-IN" sz="1800" b="0" dirty="0">
                <a:solidFill>
                  <a:schemeClr val="tx2"/>
                </a:solidFill>
                <a:latin typeface="Barlow" panose="00000500000000000000" pitchFamily="2" charset="0"/>
              </a:defRPr>
            </a:lvl1pPr>
          </a:lstStyle>
          <a:p>
            <a:pPr marL="0" lvl="0" indent="0" algn="ctr">
              <a:buNone/>
            </a:pPr>
            <a:r>
              <a:rPr lang="en-US"/>
              <a:t>Insert logo here</a:t>
            </a:r>
          </a:p>
        </p:txBody>
      </p:sp>
      <p:sp>
        <p:nvSpPr>
          <p:cNvPr id="82" name="Content Placeholder 50">
            <a:extLst>
              <a:ext uri="{FF2B5EF4-FFF2-40B4-BE49-F238E27FC236}">
                <a16:creationId xmlns:a16="http://schemas.microsoft.com/office/drawing/2014/main" id="{F5A9671E-0D3D-4BAC-C7FF-F65B784C1823}"/>
              </a:ext>
            </a:extLst>
          </p:cNvPr>
          <p:cNvSpPr>
            <a:spLocks noGrp="1"/>
          </p:cNvSpPr>
          <p:nvPr>
            <p:ph sz="quarter" idx="18" hasCustomPrompt="1"/>
          </p:nvPr>
        </p:nvSpPr>
        <p:spPr>
          <a:xfrm>
            <a:off x="1570880" y="5213917"/>
            <a:ext cx="1937402" cy="776121"/>
          </a:xfrm>
          <a:prstGeom prst="rect">
            <a:avLst/>
          </a:prstGeom>
          <a:solidFill>
            <a:schemeClr val="bg2"/>
          </a:solidFill>
          <a:effectLst>
            <a:outerShdw blurRad="50800" dist="38100" dir="2700000" algn="tl" rotWithShape="0">
              <a:prstClr val="black">
                <a:alpha val="40000"/>
              </a:prstClr>
            </a:outerShdw>
          </a:effectLst>
        </p:spPr>
        <p:txBody>
          <a:bodyPr vert="horz" lIns="0" tIns="91440" rIns="0" bIns="91440" rtlCol="0" anchor="ctr">
            <a:noAutofit/>
          </a:bodyPr>
          <a:lstStyle>
            <a:lvl1pPr>
              <a:defRPr lang="en-IN" sz="1800" b="0" dirty="0">
                <a:solidFill>
                  <a:schemeClr val="tx2"/>
                </a:solidFill>
                <a:latin typeface="Barlow" panose="00000500000000000000" pitchFamily="2" charset="0"/>
              </a:defRPr>
            </a:lvl1pPr>
          </a:lstStyle>
          <a:p>
            <a:pPr marL="0" lvl="0" indent="0" algn="ctr">
              <a:buNone/>
            </a:pPr>
            <a:r>
              <a:rPr lang="en-US"/>
              <a:t>Insert logo here</a:t>
            </a:r>
          </a:p>
        </p:txBody>
      </p:sp>
      <p:sp>
        <p:nvSpPr>
          <p:cNvPr id="83" name="Text Placeholder 37">
            <a:extLst>
              <a:ext uri="{FF2B5EF4-FFF2-40B4-BE49-F238E27FC236}">
                <a16:creationId xmlns:a16="http://schemas.microsoft.com/office/drawing/2014/main" id="{BC19F703-56FB-2261-A61F-F258FEF22B05}"/>
              </a:ext>
            </a:extLst>
          </p:cNvPr>
          <p:cNvSpPr>
            <a:spLocks noGrp="1"/>
          </p:cNvSpPr>
          <p:nvPr>
            <p:ph type="body" sz="quarter" idx="21" hasCustomPrompt="1"/>
          </p:nvPr>
        </p:nvSpPr>
        <p:spPr>
          <a:xfrm>
            <a:off x="5033062" y="1496254"/>
            <a:ext cx="5716215" cy="626616"/>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84" name="Text Placeholder 37">
            <a:extLst>
              <a:ext uri="{FF2B5EF4-FFF2-40B4-BE49-F238E27FC236}">
                <a16:creationId xmlns:a16="http://schemas.microsoft.com/office/drawing/2014/main" id="{298392FB-6B4D-EA43-EAC9-9078A913EC52}"/>
              </a:ext>
            </a:extLst>
          </p:cNvPr>
          <p:cNvSpPr>
            <a:spLocks noGrp="1"/>
          </p:cNvSpPr>
          <p:nvPr>
            <p:ph type="body" sz="quarter" idx="22" hasCustomPrompt="1"/>
          </p:nvPr>
        </p:nvSpPr>
        <p:spPr>
          <a:xfrm>
            <a:off x="5033063" y="2425184"/>
            <a:ext cx="5716215" cy="626616"/>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6" name="Text Placeholder 37">
            <a:extLst>
              <a:ext uri="{FF2B5EF4-FFF2-40B4-BE49-F238E27FC236}">
                <a16:creationId xmlns:a16="http://schemas.microsoft.com/office/drawing/2014/main" id="{8F55CB87-18A7-DC73-05FF-DD116AE8E48B}"/>
              </a:ext>
            </a:extLst>
          </p:cNvPr>
          <p:cNvSpPr>
            <a:spLocks noGrp="1"/>
          </p:cNvSpPr>
          <p:nvPr>
            <p:ph type="body" sz="quarter" idx="23" hasCustomPrompt="1"/>
          </p:nvPr>
        </p:nvSpPr>
        <p:spPr>
          <a:xfrm>
            <a:off x="5033064" y="3389572"/>
            <a:ext cx="5716215" cy="626616"/>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7" name="Text Placeholder 37">
            <a:extLst>
              <a:ext uri="{FF2B5EF4-FFF2-40B4-BE49-F238E27FC236}">
                <a16:creationId xmlns:a16="http://schemas.microsoft.com/office/drawing/2014/main" id="{9AC48981-1831-177D-E35E-A52CECE6685E}"/>
              </a:ext>
            </a:extLst>
          </p:cNvPr>
          <p:cNvSpPr>
            <a:spLocks noGrp="1"/>
          </p:cNvSpPr>
          <p:nvPr>
            <p:ph type="body" sz="quarter" idx="24" hasCustomPrompt="1"/>
          </p:nvPr>
        </p:nvSpPr>
        <p:spPr>
          <a:xfrm>
            <a:off x="5033065" y="4353960"/>
            <a:ext cx="5716215" cy="626616"/>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20" name="Text Placeholder 37">
            <a:extLst>
              <a:ext uri="{FF2B5EF4-FFF2-40B4-BE49-F238E27FC236}">
                <a16:creationId xmlns:a16="http://schemas.microsoft.com/office/drawing/2014/main" id="{4AAE85F7-BC33-0D17-39C6-A0BB171F5C63}"/>
              </a:ext>
            </a:extLst>
          </p:cNvPr>
          <p:cNvSpPr>
            <a:spLocks noGrp="1"/>
          </p:cNvSpPr>
          <p:nvPr>
            <p:ph type="body" sz="quarter" idx="25" hasCustomPrompt="1"/>
          </p:nvPr>
        </p:nvSpPr>
        <p:spPr>
          <a:xfrm>
            <a:off x="5033065" y="5288669"/>
            <a:ext cx="5716215" cy="626616"/>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Tree>
    <p:extLst>
      <p:ext uri="{BB962C8B-B14F-4D97-AF65-F5344CB8AC3E}">
        <p14:creationId xmlns:p14="http://schemas.microsoft.com/office/powerpoint/2010/main" val="2081762255"/>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Pros &amp; Cons">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D3206B09-0FAE-29ED-6A63-44AF836CBF54}"/>
              </a:ext>
            </a:extLst>
          </p:cNvPr>
          <p:cNvSpPr/>
          <p:nvPr userDrawn="1"/>
        </p:nvSpPr>
        <p:spPr>
          <a:xfrm>
            <a:off x="705717" y="570936"/>
            <a:ext cx="5230886" cy="1642106"/>
          </a:xfrm>
          <a:custGeom>
            <a:avLst/>
            <a:gdLst>
              <a:gd name="connsiteX0" fmla="*/ 464716 w 4183448"/>
              <a:gd name="connsiteY0" fmla="*/ 0 h 1313289"/>
              <a:gd name="connsiteX1" fmla="*/ 3718732 w 4183448"/>
              <a:gd name="connsiteY1" fmla="*/ 0 h 1313289"/>
              <a:gd name="connsiteX2" fmla="*/ 4183448 w 4183448"/>
              <a:gd name="connsiteY2" fmla="*/ 464716 h 1313289"/>
              <a:gd name="connsiteX3" fmla="*/ 3812389 w 4183448"/>
              <a:gd name="connsiteY3" fmla="*/ 919991 h 1313289"/>
              <a:gd name="connsiteX4" fmla="*/ 3784323 w 4183448"/>
              <a:gd name="connsiteY4" fmla="*/ 922820 h 1313289"/>
              <a:gd name="connsiteX5" fmla="*/ 3784323 w 4183448"/>
              <a:gd name="connsiteY5" fmla="*/ 1313289 h 1313289"/>
              <a:gd name="connsiteX6" fmla="*/ 3370070 w 4183448"/>
              <a:gd name="connsiteY6" fmla="*/ 929432 h 1313289"/>
              <a:gd name="connsiteX7" fmla="*/ 464716 w 4183448"/>
              <a:gd name="connsiteY7" fmla="*/ 929432 h 1313289"/>
              <a:gd name="connsiteX8" fmla="*/ 0 w 4183448"/>
              <a:gd name="connsiteY8" fmla="*/ 464716 h 1313289"/>
              <a:gd name="connsiteX9" fmla="*/ 464716 w 4183448"/>
              <a:gd name="connsiteY9" fmla="*/ 0 h 13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83448" h="1313289">
                <a:moveTo>
                  <a:pt x="464716" y="0"/>
                </a:moveTo>
                <a:lnTo>
                  <a:pt x="3718732" y="0"/>
                </a:lnTo>
                <a:cubicBezTo>
                  <a:pt x="3975388" y="0"/>
                  <a:pt x="4183448" y="208060"/>
                  <a:pt x="4183448" y="464716"/>
                </a:cubicBezTo>
                <a:cubicBezTo>
                  <a:pt x="4183448" y="689290"/>
                  <a:pt x="4024152" y="876658"/>
                  <a:pt x="3812389" y="919991"/>
                </a:cubicBezTo>
                <a:lnTo>
                  <a:pt x="3784323" y="922820"/>
                </a:lnTo>
                <a:lnTo>
                  <a:pt x="3784323" y="1313289"/>
                </a:lnTo>
                <a:lnTo>
                  <a:pt x="3370070" y="929432"/>
                </a:lnTo>
                <a:lnTo>
                  <a:pt x="464716" y="929432"/>
                </a:lnTo>
                <a:cubicBezTo>
                  <a:pt x="208060" y="929432"/>
                  <a:pt x="0" y="721372"/>
                  <a:pt x="0" y="464716"/>
                </a:cubicBezTo>
                <a:cubicBezTo>
                  <a:pt x="0" y="208060"/>
                  <a:pt x="208060" y="0"/>
                  <a:pt x="46471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8" name="Freeform: Shape 7">
            <a:extLst>
              <a:ext uri="{FF2B5EF4-FFF2-40B4-BE49-F238E27FC236}">
                <a16:creationId xmlns:a16="http://schemas.microsoft.com/office/drawing/2014/main" id="{0AD7EFDE-4AFF-5C66-B3EA-8DD6442FF60F}"/>
              </a:ext>
            </a:extLst>
          </p:cNvPr>
          <p:cNvSpPr/>
          <p:nvPr userDrawn="1"/>
        </p:nvSpPr>
        <p:spPr>
          <a:xfrm>
            <a:off x="6095999" y="796701"/>
            <a:ext cx="4979587" cy="1582256"/>
          </a:xfrm>
          <a:custGeom>
            <a:avLst/>
            <a:gdLst>
              <a:gd name="connsiteX0" fmla="*/ 464716 w 4183448"/>
              <a:gd name="connsiteY0" fmla="*/ 0 h 1329284"/>
              <a:gd name="connsiteX1" fmla="*/ 3718732 w 4183448"/>
              <a:gd name="connsiteY1" fmla="*/ 0 h 1329284"/>
              <a:gd name="connsiteX2" fmla="*/ 4183448 w 4183448"/>
              <a:gd name="connsiteY2" fmla="*/ 464716 h 1329284"/>
              <a:gd name="connsiteX3" fmla="*/ 3718732 w 4183448"/>
              <a:gd name="connsiteY3" fmla="*/ 929432 h 1329284"/>
              <a:gd name="connsiteX4" fmla="*/ 858958 w 4183448"/>
              <a:gd name="connsiteY4" fmla="*/ 929432 h 1329284"/>
              <a:gd name="connsiteX5" fmla="*/ 427445 w 4183448"/>
              <a:gd name="connsiteY5" fmla="*/ 1329284 h 1329284"/>
              <a:gd name="connsiteX6" fmla="*/ 427445 w 4183448"/>
              <a:gd name="connsiteY6" fmla="*/ 929432 h 1329284"/>
              <a:gd name="connsiteX7" fmla="*/ 464716 w 4183448"/>
              <a:gd name="connsiteY7" fmla="*/ 929432 h 1329284"/>
              <a:gd name="connsiteX8" fmla="*/ 0 w 4183448"/>
              <a:gd name="connsiteY8" fmla="*/ 464716 h 1329284"/>
              <a:gd name="connsiteX9" fmla="*/ 464716 w 4183448"/>
              <a:gd name="connsiteY9" fmla="*/ 0 h 1329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83448" h="1329284">
                <a:moveTo>
                  <a:pt x="464716" y="0"/>
                </a:moveTo>
                <a:lnTo>
                  <a:pt x="3718732" y="0"/>
                </a:lnTo>
                <a:cubicBezTo>
                  <a:pt x="3975388" y="0"/>
                  <a:pt x="4183448" y="208060"/>
                  <a:pt x="4183448" y="464716"/>
                </a:cubicBezTo>
                <a:cubicBezTo>
                  <a:pt x="4183448" y="721372"/>
                  <a:pt x="3975388" y="929432"/>
                  <a:pt x="3718732" y="929432"/>
                </a:cubicBezTo>
                <a:lnTo>
                  <a:pt x="858958" y="929432"/>
                </a:lnTo>
                <a:lnTo>
                  <a:pt x="427445" y="1329284"/>
                </a:lnTo>
                <a:lnTo>
                  <a:pt x="427445" y="929432"/>
                </a:lnTo>
                <a:lnTo>
                  <a:pt x="464716" y="929432"/>
                </a:lnTo>
                <a:cubicBezTo>
                  <a:pt x="208060" y="929432"/>
                  <a:pt x="0" y="721372"/>
                  <a:pt x="0" y="464716"/>
                </a:cubicBezTo>
                <a:cubicBezTo>
                  <a:pt x="0" y="208060"/>
                  <a:pt x="208060" y="0"/>
                  <a:pt x="464716"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12" name="Arrow: Pentagon 11">
            <a:extLst>
              <a:ext uri="{FF2B5EF4-FFF2-40B4-BE49-F238E27FC236}">
                <a16:creationId xmlns:a16="http://schemas.microsoft.com/office/drawing/2014/main" id="{E49AFB17-3E79-DDDD-BCFF-861BB2D9FEDF}"/>
              </a:ext>
            </a:extLst>
          </p:cNvPr>
          <p:cNvSpPr/>
          <p:nvPr userDrawn="1"/>
        </p:nvSpPr>
        <p:spPr>
          <a:xfrm>
            <a:off x="6884662" y="4958948"/>
            <a:ext cx="4770090" cy="935671"/>
          </a:xfrm>
          <a:prstGeom prst="homePlate">
            <a:avLst>
              <a:gd name="adj" fmla="val 4451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13" name="Group 12">
            <a:extLst>
              <a:ext uri="{FF2B5EF4-FFF2-40B4-BE49-F238E27FC236}">
                <a16:creationId xmlns:a16="http://schemas.microsoft.com/office/drawing/2014/main" id="{9823413E-9ADB-BD26-6B2C-76FE2FC71CE7}"/>
              </a:ext>
            </a:extLst>
          </p:cNvPr>
          <p:cNvGrpSpPr/>
          <p:nvPr userDrawn="1"/>
        </p:nvGrpSpPr>
        <p:grpSpPr>
          <a:xfrm>
            <a:off x="940561" y="2162360"/>
            <a:ext cx="4049937" cy="2542738"/>
            <a:chOff x="940561" y="1812131"/>
            <a:chExt cx="4049937" cy="2542738"/>
          </a:xfrm>
        </p:grpSpPr>
        <p:sp>
          <p:nvSpPr>
            <p:cNvPr id="14" name="Rectangle: Rounded Corners 13">
              <a:extLst>
                <a:ext uri="{FF2B5EF4-FFF2-40B4-BE49-F238E27FC236}">
                  <a16:creationId xmlns:a16="http://schemas.microsoft.com/office/drawing/2014/main" id="{D16E1A27-F279-431D-900D-55A76135A9B2}"/>
                </a:ext>
              </a:extLst>
            </p:cNvPr>
            <p:cNvSpPr/>
            <p:nvPr userDrawn="1"/>
          </p:nvSpPr>
          <p:spPr>
            <a:xfrm>
              <a:off x="940561" y="1812131"/>
              <a:ext cx="4049937" cy="739740"/>
            </a:xfrm>
            <a:prstGeom prst="roundRect">
              <a:avLst>
                <a:gd name="adj" fmla="val 50000"/>
              </a:avLst>
            </a:prstGeom>
            <a:solidFill>
              <a:schemeClr val="bg1"/>
            </a:solidFill>
            <a:ln>
              <a:noFill/>
            </a:ln>
            <a:effectLst>
              <a:outerShdw blurRad="127000" dist="38100" algn="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rIns="216000" rtlCol="0" anchor="ctr"/>
            <a:lstStyle/>
            <a:p>
              <a:pPr algn="ctr"/>
              <a:endParaRPr lang="en-ID" sz="1400"/>
            </a:p>
          </p:txBody>
        </p:sp>
        <p:sp>
          <p:nvSpPr>
            <p:cNvPr id="15" name="Rectangle: Rounded Corners 14">
              <a:extLst>
                <a:ext uri="{FF2B5EF4-FFF2-40B4-BE49-F238E27FC236}">
                  <a16:creationId xmlns:a16="http://schemas.microsoft.com/office/drawing/2014/main" id="{87AAC1C1-DFDB-FD87-756A-ED1F3BB8DBB9}"/>
                </a:ext>
              </a:extLst>
            </p:cNvPr>
            <p:cNvSpPr/>
            <p:nvPr/>
          </p:nvSpPr>
          <p:spPr>
            <a:xfrm>
              <a:off x="940561" y="2713630"/>
              <a:ext cx="4049937" cy="739740"/>
            </a:xfrm>
            <a:prstGeom prst="roundRect">
              <a:avLst>
                <a:gd name="adj" fmla="val 50000"/>
              </a:avLst>
            </a:prstGeom>
            <a:solidFill>
              <a:schemeClr val="bg1"/>
            </a:solidFill>
            <a:ln>
              <a:noFill/>
            </a:ln>
            <a:effectLst>
              <a:outerShdw blurRad="127000" dist="38100" algn="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rIns="216000" rtlCol="0" anchor="ctr"/>
            <a:lstStyle/>
            <a:p>
              <a:pPr algn="ctr"/>
              <a:endParaRPr lang="en-ID" sz="1400"/>
            </a:p>
          </p:txBody>
        </p:sp>
        <p:sp>
          <p:nvSpPr>
            <p:cNvPr id="16" name="Rectangle: Rounded Corners 15">
              <a:extLst>
                <a:ext uri="{FF2B5EF4-FFF2-40B4-BE49-F238E27FC236}">
                  <a16:creationId xmlns:a16="http://schemas.microsoft.com/office/drawing/2014/main" id="{245C8E87-08EB-7D7D-47F1-E6CBF63FAD36}"/>
                </a:ext>
              </a:extLst>
            </p:cNvPr>
            <p:cNvSpPr/>
            <p:nvPr/>
          </p:nvSpPr>
          <p:spPr>
            <a:xfrm>
              <a:off x="940561" y="3615129"/>
              <a:ext cx="4049937" cy="739740"/>
            </a:xfrm>
            <a:prstGeom prst="roundRect">
              <a:avLst>
                <a:gd name="adj" fmla="val 50000"/>
              </a:avLst>
            </a:prstGeom>
            <a:solidFill>
              <a:schemeClr val="bg1"/>
            </a:solidFill>
            <a:ln>
              <a:noFill/>
            </a:ln>
            <a:effectLst>
              <a:outerShdw blurRad="127000" dist="38100" algn="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rIns="216000" rtlCol="0" anchor="ctr"/>
            <a:lstStyle/>
            <a:p>
              <a:pPr algn="ctr"/>
              <a:endParaRPr lang="da-DK" sz="1400" b="0" i="0">
                <a:solidFill>
                  <a:srgbClr val="000000"/>
                </a:solidFill>
                <a:effectLst/>
                <a:latin typeface="Open Sans" pitchFamily="2" charset="0"/>
              </a:endParaRPr>
            </a:p>
          </p:txBody>
        </p:sp>
      </p:grpSp>
      <p:grpSp>
        <p:nvGrpSpPr>
          <p:cNvPr id="17" name="Group 16">
            <a:extLst>
              <a:ext uri="{FF2B5EF4-FFF2-40B4-BE49-F238E27FC236}">
                <a16:creationId xmlns:a16="http://schemas.microsoft.com/office/drawing/2014/main" id="{EDE858D0-C642-1337-995A-6E7BDE240A83}"/>
              </a:ext>
            </a:extLst>
          </p:cNvPr>
          <p:cNvGrpSpPr/>
          <p:nvPr userDrawn="1"/>
        </p:nvGrpSpPr>
        <p:grpSpPr>
          <a:xfrm>
            <a:off x="7204565" y="2162360"/>
            <a:ext cx="4049937" cy="2542738"/>
            <a:chOff x="7204565" y="2322318"/>
            <a:chExt cx="4049937" cy="2542738"/>
          </a:xfrm>
        </p:grpSpPr>
        <p:sp>
          <p:nvSpPr>
            <p:cNvPr id="18" name="Rectangle: Rounded Corners 17">
              <a:extLst>
                <a:ext uri="{FF2B5EF4-FFF2-40B4-BE49-F238E27FC236}">
                  <a16:creationId xmlns:a16="http://schemas.microsoft.com/office/drawing/2014/main" id="{DB1EE182-C645-726A-4D6D-ABD6EEE6A238}"/>
                </a:ext>
              </a:extLst>
            </p:cNvPr>
            <p:cNvSpPr/>
            <p:nvPr/>
          </p:nvSpPr>
          <p:spPr>
            <a:xfrm>
              <a:off x="7204565" y="2322318"/>
              <a:ext cx="4049937" cy="739740"/>
            </a:xfrm>
            <a:prstGeom prst="roundRect">
              <a:avLst>
                <a:gd name="adj" fmla="val 50000"/>
              </a:avLst>
            </a:prstGeom>
            <a:solidFill>
              <a:schemeClr val="bg1"/>
            </a:solidFill>
            <a:ln>
              <a:noFill/>
            </a:ln>
            <a:effectLst>
              <a:outerShdw blurRad="127000" dist="38100" algn="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rIns="21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400" b="0" i="0" u="none" strike="noStrike" kern="1200" cap="none" spc="0" normalizeH="0" baseline="0" noProof="0">
                <a:ln>
                  <a:noFill/>
                </a:ln>
                <a:solidFill>
                  <a:prstClr val="white"/>
                </a:solidFill>
                <a:effectLst/>
                <a:uLnTx/>
                <a:uFillTx/>
                <a:latin typeface="Segoe UI Light"/>
                <a:ea typeface="+mn-ea"/>
                <a:cs typeface="+mn-cs"/>
              </a:endParaRPr>
            </a:p>
          </p:txBody>
        </p:sp>
        <p:sp>
          <p:nvSpPr>
            <p:cNvPr id="19" name="Rectangle: Rounded Corners 18">
              <a:extLst>
                <a:ext uri="{FF2B5EF4-FFF2-40B4-BE49-F238E27FC236}">
                  <a16:creationId xmlns:a16="http://schemas.microsoft.com/office/drawing/2014/main" id="{3BA1541E-79E5-CC46-6D53-906C6A57C481}"/>
                </a:ext>
              </a:extLst>
            </p:cNvPr>
            <p:cNvSpPr/>
            <p:nvPr/>
          </p:nvSpPr>
          <p:spPr>
            <a:xfrm>
              <a:off x="7204565" y="3223817"/>
              <a:ext cx="4049937" cy="739740"/>
            </a:xfrm>
            <a:prstGeom prst="roundRect">
              <a:avLst>
                <a:gd name="adj" fmla="val 50000"/>
              </a:avLst>
            </a:prstGeom>
            <a:solidFill>
              <a:schemeClr val="bg1"/>
            </a:solidFill>
            <a:ln>
              <a:noFill/>
            </a:ln>
            <a:effectLst>
              <a:outerShdw blurRad="127000" dist="38100" algn="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rIns="21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400" b="0" i="0" u="none" strike="noStrike" kern="1200" cap="none" spc="0" normalizeH="0" baseline="0" noProof="0">
                <a:ln>
                  <a:noFill/>
                </a:ln>
                <a:solidFill>
                  <a:prstClr val="white"/>
                </a:solidFill>
                <a:effectLst/>
                <a:uLnTx/>
                <a:uFillTx/>
                <a:latin typeface="Segoe UI Light"/>
                <a:ea typeface="+mn-ea"/>
                <a:cs typeface="+mn-cs"/>
              </a:endParaRPr>
            </a:p>
          </p:txBody>
        </p:sp>
        <p:sp>
          <p:nvSpPr>
            <p:cNvPr id="20" name="Rectangle: Rounded Corners 19">
              <a:extLst>
                <a:ext uri="{FF2B5EF4-FFF2-40B4-BE49-F238E27FC236}">
                  <a16:creationId xmlns:a16="http://schemas.microsoft.com/office/drawing/2014/main" id="{E2445EDE-4CC0-9BE9-5BA1-166B6999F127}"/>
                </a:ext>
              </a:extLst>
            </p:cNvPr>
            <p:cNvSpPr/>
            <p:nvPr/>
          </p:nvSpPr>
          <p:spPr>
            <a:xfrm>
              <a:off x="7204565" y="4125316"/>
              <a:ext cx="4049937" cy="739740"/>
            </a:xfrm>
            <a:prstGeom prst="roundRect">
              <a:avLst>
                <a:gd name="adj" fmla="val 50000"/>
              </a:avLst>
            </a:prstGeom>
            <a:solidFill>
              <a:schemeClr val="bg1"/>
            </a:solidFill>
            <a:ln>
              <a:noFill/>
            </a:ln>
            <a:effectLst>
              <a:outerShdw blurRad="127000" dist="38100" algn="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rIns="21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400" b="0" i="0" u="none" strike="noStrike" kern="1200" cap="none" spc="0" normalizeH="0" baseline="0" noProof="0">
                <a:ln>
                  <a:noFill/>
                </a:ln>
                <a:solidFill>
                  <a:prstClr val="white"/>
                </a:solidFill>
                <a:effectLst/>
                <a:uLnTx/>
                <a:uFillTx/>
                <a:latin typeface="Segoe UI Light"/>
                <a:ea typeface="+mn-ea"/>
                <a:cs typeface="+mn-cs"/>
              </a:endParaRPr>
            </a:p>
          </p:txBody>
        </p:sp>
      </p:grpSp>
      <p:sp>
        <p:nvSpPr>
          <p:cNvPr id="21" name="TextBox 20">
            <a:extLst>
              <a:ext uri="{FF2B5EF4-FFF2-40B4-BE49-F238E27FC236}">
                <a16:creationId xmlns:a16="http://schemas.microsoft.com/office/drawing/2014/main" id="{9FED23E6-0F44-2B56-D842-C8F622C70E37}"/>
              </a:ext>
            </a:extLst>
          </p:cNvPr>
          <p:cNvSpPr txBox="1"/>
          <p:nvPr userDrawn="1"/>
        </p:nvSpPr>
        <p:spPr>
          <a:xfrm>
            <a:off x="2811854" y="818937"/>
            <a:ext cx="1136658" cy="646331"/>
          </a:xfrm>
          <a:prstGeom prst="rect">
            <a:avLst/>
          </a:prstGeom>
          <a:noFill/>
        </p:spPr>
        <p:txBody>
          <a:bodyPr wrap="none" rtlCol="0">
            <a:spAutoFit/>
          </a:bodyPr>
          <a:lstStyle/>
          <a:p>
            <a:r>
              <a:rPr lang="en-US" sz="3600" b="1">
                <a:solidFill>
                  <a:schemeClr val="bg1"/>
                </a:solidFill>
                <a:latin typeface="+mj-lt"/>
              </a:rPr>
              <a:t>Pros</a:t>
            </a:r>
            <a:endParaRPr lang="en-ID" sz="3600" b="1">
              <a:solidFill>
                <a:schemeClr val="bg1"/>
              </a:solidFill>
              <a:latin typeface="+mj-lt"/>
            </a:endParaRPr>
          </a:p>
        </p:txBody>
      </p:sp>
      <p:sp>
        <p:nvSpPr>
          <p:cNvPr id="22" name="TextBox 21">
            <a:extLst>
              <a:ext uri="{FF2B5EF4-FFF2-40B4-BE49-F238E27FC236}">
                <a16:creationId xmlns:a16="http://schemas.microsoft.com/office/drawing/2014/main" id="{3A9329AB-AD0A-7555-E0E9-DAABF0B24C7F}"/>
              </a:ext>
            </a:extLst>
          </p:cNvPr>
          <p:cNvSpPr txBox="1"/>
          <p:nvPr userDrawn="1"/>
        </p:nvSpPr>
        <p:spPr>
          <a:xfrm>
            <a:off x="8134146" y="992886"/>
            <a:ext cx="1237839" cy="646331"/>
          </a:xfrm>
          <a:prstGeom prst="rect">
            <a:avLst/>
          </a:prstGeom>
          <a:noFill/>
        </p:spPr>
        <p:txBody>
          <a:bodyPr wrap="none" rtlCol="0">
            <a:spAutoFit/>
          </a:bodyPr>
          <a:lstStyle/>
          <a:p>
            <a:r>
              <a:rPr lang="en-US" sz="3600" b="1">
                <a:solidFill>
                  <a:schemeClr val="bg1"/>
                </a:solidFill>
                <a:latin typeface="+mj-lt"/>
              </a:rPr>
              <a:t>Cons</a:t>
            </a:r>
            <a:endParaRPr lang="en-ID" sz="3600" b="1">
              <a:solidFill>
                <a:schemeClr val="bg1"/>
              </a:solidFill>
              <a:latin typeface="+mj-lt"/>
            </a:endParaRPr>
          </a:p>
        </p:txBody>
      </p:sp>
      <p:sp>
        <p:nvSpPr>
          <p:cNvPr id="23" name="Arrow: Pentagon 22">
            <a:extLst>
              <a:ext uri="{FF2B5EF4-FFF2-40B4-BE49-F238E27FC236}">
                <a16:creationId xmlns:a16="http://schemas.microsoft.com/office/drawing/2014/main" id="{E6886F20-8E1C-B3AA-80E5-80F24D9E83D8}"/>
              </a:ext>
            </a:extLst>
          </p:cNvPr>
          <p:cNvSpPr/>
          <p:nvPr userDrawn="1"/>
        </p:nvSpPr>
        <p:spPr>
          <a:xfrm rot="10800000">
            <a:off x="515938" y="4958947"/>
            <a:ext cx="4791401" cy="935671"/>
          </a:xfrm>
          <a:prstGeom prst="homePlate">
            <a:avLst>
              <a:gd name="adj" fmla="val 4451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27" name="Group 26">
            <a:extLst>
              <a:ext uri="{FF2B5EF4-FFF2-40B4-BE49-F238E27FC236}">
                <a16:creationId xmlns:a16="http://schemas.microsoft.com/office/drawing/2014/main" id="{40CC6F63-AAB5-FF15-F023-9A6A64887934}"/>
              </a:ext>
            </a:extLst>
          </p:cNvPr>
          <p:cNvGrpSpPr/>
          <p:nvPr userDrawn="1"/>
        </p:nvGrpSpPr>
        <p:grpSpPr>
          <a:xfrm>
            <a:off x="517952" y="2079340"/>
            <a:ext cx="839091" cy="839091"/>
            <a:chOff x="9277350" y="-850900"/>
            <a:chExt cx="1243118" cy="1243118"/>
          </a:xfrm>
        </p:grpSpPr>
        <p:sp>
          <p:nvSpPr>
            <p:cNvPr id="28" name="Oval 27">
              <a:extLst>
                <a:ext uri="{FF2B5EF4-FFF2-40B4-BE49-F238E27FC236}">
                  <a16:creationId xmlns:a16="http://schemas.microsoft.com/office/drawing/2014/main" id="{2435BAD9-43B0-E746-BA17-AFE8C390A5AA}"/>
                </a:ext>
              </a:extLst>
            </p:cNvPr>
            <p:cNvSpPr/>
            <p:nvPr/>
          </p:nvSpPr>
          <p:spPr>
            <a:xfrm>
              <a:off x="9277350" y="-850900"/>
              <a:ext cx="1243118" cy="1243118"/>
            </a:xfrm>
            <a:prstGeom prst="ellipse">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29" name="Group 28">
              <a:extLst>
                <a:ext uri="{FF2B5EF4-FFF2-40B4-BE49-F238E27FC236}">
                  <a16:creationId xmlns:a16="http://schemas.microsoft.com/office/drawing/2014/main" id="{C3BBD765-F4C0-2304-8D4D-6FB06326486D}"/>
                </a:ext>
              </a:extLst>
            </p:cNvPr>
            <p:cNvGrpSpPr/>
            <p:nvPr/>
          </p:nvGrpSpPr>
          <p:grpSpPr>
            <a:xfrm>
              <a:off x="9499624" y="-628626"/>
              <a:ext cx="798571" cy="798571"/>
              <a:chOff x="8559800" y="-698500"/>
              <a:chExt cx="558800" cy="558800"/>
            </a:xfrm>
          </p:grpSpPr>
          <p:sp>
            <p:nvSpPr>
              <p:cNvPr id="30" name="Oval 29">
                <a:extLst>
                  <a:ext uri="{FF2B5EF4-FFF2-40B4-BE49-F238E27FC236}">
                    <a16:creationId xmlns:a16="http://schemas.microsoft.com/office/drawing/2014/main" id="{A8EE5C71-3122-ED28-B0C2-7667C8C399FC}"/>
                  </a:ext>
                </a:extLst>
              </p:cNvPr>
              <p:cNvSpPr/>
              <p:nvPr/>
            </p:nvSpPr>
            <p:spPr>
              <a:xfrm>
                <a:off x="8559800" y="-698500"/>
                <a:ext cx="558800" cy="5588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1" name="Freeform 30">
                <a:extLst>
                  <a:ext uri="{FF2B5EF4-FFF2-40B4-BE49-F238E27FC236}">
                    <a16:creationId xmlns:a16="http://schemas.microsoft.com/office/drawing/2014/main" id="{0745507A-EBEB-80CE-59EB-11C25FDD50D7}"/>
                  </a:ext>
                </a:extLst>
              </p:cNvPr>
              <p:cNvSpPr>
                <a:spLocks/>
              </p:cNvSpPr>
              <p:nvPr/>
            </p:nvSpPr>
            <p:spPr bwMode="auto">
              <a:xfrm>
                <a:off x="8666162" y="-567532"/>
                <a:ext cx="346075" cy="296863"/>
              </a:xfrm>
              <a:custGeom>
                <a:avLst/>
                <a:gdLst>
                  <a:gd name="T0" fmla="*/ 185 w 218"/>
                  <a:gd name="T1" fmla="*/ 0 h 187"/>
                  <a:gd name="T2" fmla="*/ 66 w 218"/>
                  <a:gd name="T3" fmla="*/ 120 h 187"/>
                  <a:gd name="T4" fmla="*/ 33 w 218"/>
                  <a:gd name="T5" fmla="*/ 86 h 187"/>
                  <a:gd name="T6" fmla="*/ 0 w 218"/>
                  <a:gd name="T7" fmla="*/ 120 h 187"/>
                  <a:gd name="T8" fmla="*/ 66 w 218"/>
                  <a:gd name="T9" fmla="*/ 187 h 187"/>
                  <a:gd name="T10" fmla="*/ 218 w 218"/>
                  <a:gd name="T11" fmla="*/ 34 h 187"/>
                  <a:gd name="T12" fmla="*/ 185 w 218"/>
                  <a:gd name="T13" fmla="*/ 0 h 187"/>
                </a:gdLst>
                <a:ahLst/>
                <a:cxnLst>
                  <a:cxn ang="0">
                    <a:pos x="T0" y="T1"/>
                  </a:cxn>
                  <a:cxn ang="0">
                    <a:pos x="T2" y="T3"/>
                  </a:cxn>
                  <a:cxn ang="0">
                    <a:pos x="T4" y="T5"/>
                  </a:cxn>
                  <a:cxn ang="0">
                    <a:pos x="T6" y="T7"/>
                  </a:cxn>
                  <a:cxn ang="0">
                    <a:pos x="T8" y="T9"/>
                  </a:cxn>
                  <a:cxn ang="0">
                    <a:pos x="T10" y="T11"/>
                  </a:cxn>
                  <a:cxn ang="0">
                    <a:pos x="T12" y="T13"/>
                  </a:cxn>
                </a:cxnLst>
                <a:rect l="0" t="0" r="r" b="b"/>
                <a:pathLst>
                  <a:path w="218" h="187">
                    <a:moveTo>
                      <a:pt x="185" y="0"/>
                    </a:moveTo>
                    <a:lnTo>
                      <a:pt x="66" y="120"/>
                    </a:lnTo>
                    <a:lnTo>
                      <a:pt x="33" y="86"/>
                    </a:lnTo>
                    <a:lnTo>
                      <a:pt x="0" y="120"/>
                    </a:lnTo>
                    <a:lnTo>
                      <a:pt x="66" y="187"/>
                    </a:lnTo>
                    <a:lnTo>
                      <a:pt x="218" y="34"/>
                    </a:lnTo>
                    <a:lnTo>
                      <a:pt x="185" y="0"/>
                    </a:lnTo>
                    <a:close/>
                  </a:path>
                </a:pathLst>
              </a:custGeom>
              <a:noFill/>
              <a:ln w="15875"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grpSp>
      </p:grpSp>
      <p:grpSp>
        <p:nvGrpSpPr>
          <p:cNvPr id="32" name="Group 31">
            <a:extLst>
              <a:ext uri="{FF2B5EF4-FFF2-40B4-BE49-F238E27FC236}">
                <a16:creationId xmlns:a16="http://schemas.microsoft.com/office/drawing/2014/main" id="{4F45F94B-7617-8DD2-F06B-310D6EA0A192}"/>
              </a:ext>
            </a:extLst>
          </p:cNvPr>
          <p:cNvGrpSpPr/>
          <p:nvPr userDrawn="1"/>
        </p:nvGrpSpPr>
        <p:grpSpPr>
          <a:xfrm>
            <a:off x="517952" y="3001484"/>
            <a:ext cx="839091" cy="839091"/>
            <a:chOff x="9277350" y="-850900"/>
            <a:chExt cx="1243118" cy="1243118"/>
          </a:xfrm>
        </p:grpSpPr>
        <p:sp>
          <p:nvSpPr>
            <p:cNvPr id="33" name="Oval 32">
              <a:extLst>
                <a:ext uri="{FF2B5EF4-FFF2-40B4-BE49-F238E27FC236}">
                  <a16:creationId xmlns:a16="http://schemas.microsoft.com/office/drawing/2014/main" id="{B2C04B61-92A8-9F6D-4F7F-91C470AB1CE4}"/>
                </a:ext>
              </a:extLst>
            </p:cNvPr>
            <p:cNvSpPr/>
            <p:nvPr/>
          </p:nvSpPr>
          <p:spPr>
            <a:xfrm>
              <a:off x="9277350" y="-850900"/>
              <a:ext cx="1243118" cy="1243118"/>
            </a:xfrm>
            <a:prstGeom prst="ellipse">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34" name="Group 33">
              <a:extLst>
                <a:ext uri="{FF2B5EF4-FFF2-40B4-BE49-F238E27FC236}">
                  <a16:creationId xmlns:a16="http://schemas.microsoft.com/office/drawing/2014/main" id="{8A50A0D0-DBBA-E963-90CA-4473C1D535B5}"/>
                </a:ext>
              </a:extLst>
            </p:cNvPr>
            <p:cNvGrpSpPr/>
            <p:nvPr/>
          </p:nvGrpSpPr>
          <p:grpSpPr>
            <a:xfrm>
              <a:off x="9499624" y="-628626"/>
              <a:ext cx="798571" cy="798571"/>
              <a:chOff x="8559800" y="-698500"/>
              <a:chExt cx="558800" cy="558800"/>
            </a:xfrm>
          </p:grpSpPr>
          <p:sp>
            <p:nvSpPr>
              <p:cNvPr id="35" name="Oval 34">
                <a:extLst>
                  <a:ext uri="{FF2B5EF4-FFF2-40B4-BE49-F238E27FC236}">
                    <a16:creationId xmlns:a16="http://schemas.microsoft.com/office/drawing/2014/main" id="{29CAEDC6-CE39-2DAB-73B0-D2EEF7236BD3}"/>
                  </a:ext>
                </a:extLst>
              </p:cNvPr>
              <p:cNvSpPr/>
              <p:nvPr/>
            </p:nvSpPr>
            <p:spPr>
              <a:xfrm>
                <a:off x="8559800" y="-698500"/>
                <a:ext cx="558800" cy="5588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6" name="Freeform 30">
                <a:extLst>
                  <a:ext uri="{FF2B5EF4-FFF2-40B4-BE49-F238E27FC236}">
                    <a16:creationId xmlns:a16="http://schemas.microsoft.com/office/drawing/2014/main" id="{DA3683E8-AD3B-305D-B2F4-4DAA31B8B9A8}"/>
                  </a:ext>
                </a:extLst>
              </p:cNvPr>
              <p:cNvSpPr>
                <a:spLocks/>
              </p:cNvSpPr>
              <p:nvPr/>
            </p:nvSpPr>
            <p:spPr bwMode="auto">
              <a:xfrm>
                <a:off x="8666162" y="-567532"/>
                <a:ext cx="346075" cy="296863"/>
              </a:xfrm>
              <a:custGeom>
                <a:avLst/>
                <a:gdLst>
                  <a:gd name="T0" fmla="*/ 185 w 218"/>
                  <a:gd name="T1" fmla="*/ 0 h 187"/>
                  <a:gd name="T2" fmla="*/ 66 w 218"/>
                  <a:gd name="T3" fmla="*/ 120 h 187"/>
                  <a:gd name="T4" fmla="*/ 33 w 218"/>
                  <a:gd name="T5" fmla="*/ 86 h 187"/>
                  <a:gd name="T6" fmla="*/ 0 w 218"/>
                  <a:gd name="T7" fmla="*/ 120 h 187"/>
                  <a:gd name="T8" fmla="*/ 66 w 218"/>
                  <a:gd name="T9" fmla="*/ 187 h 187"/>
                  <a:gd name="T10" fmla="*/ 218 w 218"/>
                  <a:gd name="T11" fmla="*/ 34 h 187"/>
                  <a:gd name="T12" fmla="*/ 185 w 218"/>
                  <a:gd name="T13" fmla="*/ 0 h 187"/>
                </a:gdLst>
                <a:ahLst/>
                <a:cxnLst>
                  <a:cxn ang="0">
                    <a:pos x="T0" y="T1"/>
                  </a:cxn>
                  <a:cxn ang="0">
                    <a:pos x="T2" y="T3"/>
                  </a:cxn>
                  <a:cxn ang="0">
                    <a:pos x="T4" y="T5"/>
                  </a:cxn>
                  <a:cxn ang="0">
                    <a:pos x="T6" y="T7"/>
                  </a:cxn>
                  <a:cxn ang="0">
                    <a:pos x="T8" y="T9"/>
                  </a:cxn>
                  <a:cxn ang="0">
                    <a:pos x="T10" y="T11"/>
                  </a:cxn>
                  <a:cxn ang="0">
                    <a:pos x="T12" y="T13"/>
                  </a:cxn>
                </a:cxnLst>
                <a:rect l="0" t="0" r="r" b="b"/>
                <a:pathLst>
                  <a:path w="218" h="187">
                    <a:moveTo>
                      <a:pt x="185" y="0"/>
                    </a:moveTo>
                    <a:lnTo>
                      <a:pt x="66" y="120"/>
                    </a:lnTo>
                    <a:lnTo>
                      <a:pt x="33" y="86"/>
                    </a:lnTo>
                    <a:lnTo>
                      <a:pt x="0" y="120"/>
                    </a:lnTo>
                    <a:lnTo>
                      <a:pt x="66" y="187"/>
                    </a:lnTo>
                    <a:lnTo>
                      <a:pt x="218" y="34"/>
                    </a:lnTo>
                    <a:lnTo>
                      <a:pt x="185" y="0"/>
                    </a:lnTo>
                    <a:close/>
                  </a:path>
                </a:pathLst>
              </a:custGeom>
              <a:noFill/>
              <a:ln w="15875"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grpSp>
      </p:grpSp>
      <p:grpSp>
        <p:nvGrpSpPr>
          <p:cNvPr id="37" name="Group 36">
            <a:extLst>
              <a:ext uri="{FF2B5EF4-FFF2-40B4-BE49-F238E27FC236}">
                <a16:creationId xmlns:a16="http://schemas.microsoft.com/office/drawing/2014/main" id="{7E603E73-0312-BA61-86C3-45153E5CB10F}"/>
              </a:ext>
            </a:extLst>
          </p:cNvPr>
          <p:cNvGrpSpPr/>
          <p:nvPr userDrawn="1"/>
        </p:nvGrpSpPr>
        <p:grpSpPr>
          <a:xfrm>
            <a:off x="517952" y="3923628"/>
            <a:ext cx="839091" cy="839091"/>
            <a:chOff x="9277350" y="-850900"/>
            <a:chExt cx="1243118" cy="1243118"/>
          </a:xfrm>
        </p:grpSpPr>
        <p:sp>
          <p:nvSpPr>
            <p:cNvPr id="38" name="Oval 37">
              <a:extLst>
                <a:ext uri="{FF2B5EF4-FFF2-40B4-BE49-F238E27FC236}">
                  <a16:creationId xmlns:a16="http://schemas.microsoft.com/office/drawing/2014/main" id="{B8E4A87A-06CF-EEEA-E30B-7CD22FB20F7E}"/>
                </a:ext>
              </a:extLst>
            </p:cNvPr>
            <p:cNvSpPr/>
            <p:nvPr/>
          </p:nvSpPr>
          <p:spPr>
            <a:xfrm>
              <a:off x="9277350" y="-850900"/>
              <a:ext cx="1243118" cy="1243118"/>
            </a:xfrm>
            <a:prstGeom prst="ellipse">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39" name="Group 38">
              <a:extLst>
                <a:ext uri="{FF2B5EF4-FFF2-40B4-BE49-F238E27FC236}">
                  <a16:creationId xmlns:a16="http://schemas.microsoft.com/office/drawing/2014/main" id="{A951DBD0-2E79-AE6F-D16A-4A1A9B1425C0}"/>
                </a:ext>
              </a:extLst>
            </p:cNvPr>
            <p:cNvGrpSpPr/>
            <p:nvPr/>
          </p:nvGrpSpPr>
          <p:grpSpPr>
            <a:xfrm>
              <a:off x="9499624" y="-628626"/>
              <a:ext cx="798571" cy="798571"/>
              <a:chOff x="8559800" y="-698500"/>
              <a:chExt cx="558800" cy="558800"/>
            </a:xfrm>
          </p:grpSpPr>
          <p:sp>
            <p:nvSpPr>
              <p:cNvPr id="40" name="Oval 39">
                <a:extLst>
                  <a:ext uri="{FF2B5EF4-FFF2-40B4-BE49-F238E27FC236}">
                    <a16:creationId xmlns:a16="http://schemas.microsoft.com/office/drawing/2014/main" id="{309DF095-59FB-6B09-AFF6-3F2ADCBB380C}"/>
                  </a:ext>
                </a:extLst>
              </p:cNvPr>
              <p:cNvSpPr/>
              <p:nvPr/>
            </p:nvSpPr>
            <p:spPr>
              <a:xfrm>
                <a:off x="8559800" y="-698500"/>
                <a:ext cx="558800" cy="5588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1" name="Freeform 30">
                <a:extLst>
                  <a:ext uri="{FF2B5EF4-FFF2-40B4-BE49-F238E27FC236}">
                    <a16:creationId xmlns:a16="http://schemas.microsoft.com/office/drawing/2014/main" id="{3FF1F3E8-95F4-F16A-8BD2-31DA4B114745}"/>
                  </a:ext>
                </a:extLst>
              </p:cNvPr>
              <p:cNvSpPr>
                <a:spLocks/>
              </p:cNvSpPr>
              <p:nvPr/>
            </p:nvSpPr>
            <p:spPr bwMode="auto">
              <a:xfrm>
                <a:off x="8666162" y="-567532"/>
                <a:ext cx="346075" cy="296863"/>
              </a:xfrm>
              <a:custGeom>
                <a:avLst/>
                <a:gdLst>
                  <a:gd name="T0" fmla="*/ 185 w 218"/>
                  <a:gd name="T1" fmla="*/ 0 h 187"/>
                  <a:gd name="T2" fmla="*/ 66 w 218"/>
                  <a:gd name="T3" fmla="*/ 120 h 187"/>
                  <a:gd name="T4" fmla="*/ 33 w 218"/>
                  <a:gd name="T5" fmla="*/ 86 h 187"/>
                  <a:gd name="T6" fmla="*/ 0 w 218"/>
                  <a:gd name="T7" fmla="*/ 120 h 187"/>
                  <a:gd name="T8" fmla="*/ 66 w 218"/>
                  <a:gd name="T9" fmla="*/ 187 h 187"/>
                  <a:gd name="T10" fmla="*/ 218 w 218"/>
                  <a:gd name="T11" fmla="*/ 34 h 187"/>
                  <a:gd name="T12" fmla="*/ 185 w 218"/>
                  <a:gd name="T13" fmla="*/ 0 h 187"/>
                </a:gdLst>
                <a:ahLst/>
                <a:cxnLst>
                  <a:cxn ang="0">
                    <a:pos x="T0" y="T1"/>
                  </a:cxn>
                  <a:cxn ang="0">
                    <a:pos x="T2" y="T3"/>
                  </a:cxn>
                  <a:cxn ang="0">
                    <a:pos x="T4" y="T5"/>
                  </a:cxn>
                  <a:cxn ang="0">
                    <a:pos x="T6" y="T7"/>
                  </a:cxn>
                  <a:cxn ang="0">
                    <a:pos x="T8" y="T9"/>
                  </a:cxn>
                  <a:cxn ang="0">
                    <a:pos x="T10" y="T11"/>
                  </a:cxn>
                  <a:cxn ang="0">
                    <a:pos x="T12" y="T13"/>
                  </a:cxn>
                </a:cxnLst>
                <a:rect l="0" t="0" r="r" b="b"/>
                <a:pathLst>
                  <a:path w="218" h="187">
                    <a:moveTo>
                      <a:pt x="185" y="0"/>
                    </a:moveTo>
                    <a:lnTo>
                      <a:pt x="66" y="120"/>
                    </a:lnTo>
                    <a:lnTo>
                      <a:pt x="33" y="86"/>
                    </a:lnTo>
                    <a:lnTo>
                      <a:pt x="0" y="120"/>
                    </a:lnTo>
                    <a:lnTo>
                      <a:pt x="66" y="187"/>
                    </a:lnTo>
                    <a:lnTo>
                      <a:pt x="218" y="34"/>
                    </a:lnTo>
                    <a:lnTo>
                      <a:pt x="185" y="0"/>
                    </a:lnTo>
                    <a:close/>
                  </a:path>
                </a:pathLst>
              </a:custGeom>
              <a:noFill/>
              <a:ln w="15875"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grpSp>
      </p:grpSp>
      <p:grpSp>
        <p:nvGrpSpPr>
          <p:cNvPr id="42" name="Group 41">
            <a:extLst>
              <a:ext uri="{FF2B5EF4-FFF2-40B4-BE49-F238E27FC236}">
                <a16:creationId xmlns:a16="http://schemas.microsoft.com/office/drawing/2014/main" id="{EEE65412-5813-E15F-F78E-AAA45766AB55}"/>
              </a:ext>
            </a:extLst>
          </p:cNvPr>
          <p:cNvGrpSpPr/>
          <p:nvPr userDrawn="1"/>
        </p:nvGrpSpPr>
        <p:grpSpPr>
          <a:xfrm>
            <a:off x="4985717" y="764067"/>
            <a:ext cx="739740" cy="739740"/>
            <a:chOff x="4276786" y="1375502"/>
            <a:chExt cx="474283" cy="474283"/>
          </a:xfrm>
          <a:effectLst>
            <a:outerShdw blurRad="152400" dist="38100" algn="l" rotWithShape="0">
              <a:prstClr val="black">
                <a:alpha val="38000"/>
              </a:prstClr>
            </a:outerShdw>
          </a:effectLst>
        </p:grpSpPr>
        <p:sp>
          <p:nvSpPr>
            <p:cNvPr id="43" name="Oval 42">
              <a:extLst>
                <a:ext uri="{FF2B5EF4-FFF2-40B4-BE49-F238E27FC236}">
                  <a16:creationId xmlns:a16="http://schemas.microsoft.com/office/drawing/2014/main" id="{AA6DE401-E539-B810-9DFE-3A5F9EEC370B}"/>
                </a:ext>
              </a:extLst>
            </p:cNvPr>
            <p:cNvSpPr/>
            <p:nvPr/>
          </p:nvSpPr>
          <p:spPr>
            <a:xfrm>
              <a:off x="4276786" y="1375502"/>
              <a:ext cx="474283" cy="474283"/>
            </a:xfrm>
            <a:prstGeom prst="ellipse">
              <a:avLst/>
            </a:prstGeom>
            <a:solidFill>
              <a:schemeClr val="bg1"/>
            </a:solidFill>
            <a:ln>
              <a:noFill/>
            </a:ln>
            <a:effectLst>
              <a:outerShdw blurRad="127000" dist="635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a:extLst>
                <a:ext uri="{FF2B5EF4-FFF2-40B4-BE49-F238E27FC236}">
                  <a16:creationId xmlns:a16="http://schemas.microsoft.com/office/drawing/2014/main" id="{461F0600-A497-BD75-ACCC-CC99167DB925}"/>
                </a:ext>
              </a:extLst>
            </p:cNvPr>
            <p:cNvGrpSpPr/>
            <p:nvPr/>
          </p:nvGrpSpPr>
          <p:grpSpPr>
            <a:xfrm>
              <a:off x="4370921" y="1480133"/>
              <a:ext cx="286013" cy="265021"/>
              <a:chOff x="2982913" y="6350"/>
              <a:chExt cx="346075" cy="320675"/>
            </a:xfrm>
          </p:grpSpPr>
          <p:sp>
            <p:nvSpPr>
              <p:cNvPr id="45" name="Freeform 80">
                <a:extLst>
                  <a:ext uri="{FF2B5EF4-FFF2-40B4-BE49-F238E27FC236}">
                    <a16:creationId xmlns:a16="http://schemas.microsoft.com/office/drawing/2014/main" id="{6CBB4066-4E15-8C47-2108-14A4B61696CB}"/>
                  </a:ext>
                </a:extLst>
              </p:cNvPr>
              <p:cNvSpPr>
                <a:spLocks/>
              </p:cNvSpPr>
              <p:nvPr/>
            </p:nvSpPr>
            <p:spPr bwMode="auto">
              <a:xfrm>
                <a:off x="3059113" y="6350"/>
                <a:ext cx="269875" cy="304800"/>
              </a:xfrm>
              <a:custGeom>
                <a:avLst/>
                <a:gdLst>
                  <a:gd name="T0" fmla="*/ 58 w 72"/>
                  <a:gd name="T1" fmla="*/ 59 h 81"/>
                  <a:gd name="T2" fmla="*/ 58 w 72"/>
                  <a:gd name="T3" fmla="*/ 59 h 81"/>
                  <a:gd name="T4" fmla="*/ 64 w 72"/>
                  <a:gd name="T5" fmla="*/ 65 h 81"/>
                  <a:gd name="T6" fmla="*/ 58 w 72"/>
                  <a:gd name="T7" fmla="*/ 71 h 81"/>
                  <a:gd name="T8" fmla="*/ 54 w 72"/>
                  <a:gd name="T9" fmla="*/ 71 h 81"/>
                  <a:gd name="T10" fmla="*/ 60 w 72"/>
                  <a:gd name="T11" fmla="*/ 77 h 81"/>
                  <a:gd name="T12" fmla="*/ 54 w 72"/>
                  <a:gd name="T13" fmla="*/ 81 h 81"/>
                  <a:gd name="T14" fmla="*/ 28 w 72"/>
                  <a:gd name="T15" fmla="*/ 81 h 81"/>
                  <a:gd name="T16" fmla="*/ 0 w 72"/>
                  <a:gd name="T17" fmla="*/ 77 h 81"/>
                  <a:gd name="T18" fmla="*/ 0 w 72"/>
                  <a:gd name="T19" fmla="*/ 43 h 81"/>
                  <a:gd name="T20" fmla="*/ 26 w 72"/>
                  <a:gd name="T21" fmla="*/ 9 h 81"/>
                  <a:gd name="T22" fmla="*/ 38 w 72"/>
                  <a:gd name="T23" fmla="*/ 12 h 81"/>
                  <a:gd name="T24" fmla="*/ 34 w 72"/>
                  <a:gd name="T25" fmla="*/ 33 h 81"/>
                  <a:gd name="T26" fmla="*/ 66 w 72"/>
                  <a:gd name="T27" fmla="*/ 33 h 81"/>
                  <a:gd name="T28" fmla="*/ 72 w 72"/>
                  <a:gd name="T29" fmla="*/ 39 h 81"/>
                  <a:gd name="T30" fmla="*/ 66 w 72"/>
                  <a:gd name="T31" fmla="*/ 47 h 81"/>
                  <a:gd name="T32" fmla="*/ 62 w 72"/>
                  <a:gd name="T33" fmla="*/ 47 h 81"/>
                  <a:gd name="T34" fmla="*/ 68 w 72"/>
                  <a:gd name="T35" fmla="*/ 53 h 81"/>
                  <a:gd name="T36" fmla="*/ 62 w 72"/>
                  <a:gd name="T37" fmla="*/ 59 h 81"/>
                  <a:gd name="T38" fmla="*/ 58 w 72"/>
                  <a:gd name="T39" fmla="*/ 59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81">
                    <a:moveTo>
                      <a:pt x="58" y="59"/>
                    </a:moveTo>
                    <a:cubicBezTo>
                      <a:pt x="58" y="59"/>
                      <a:pt x="58" y="59"/>
                      <a:pt x="58" y="59"/>
                    </a:cubicBezTo>
                    <a:cubicBezTo>
                      <a:pt x="61" y="59"/>
                      <a:pt x="64" y="62"/>
                      <a:pt x="64" y="65"/>
                    </a:cubicBezTo>
                    <a:cubicBezTo>
                      <a:pt x="64" y="68"/>
                      <a:pt x="61" y="71"/>
                      <a:pt x="58" y="71"/>
                    </a:cubicBezTo>
                    <a:cubicBezTo>
                      <a:pt x="54" y="71"/>
                      <a:pt x="54" y="71"/>
                      <a:pt x="54" y="71"/>
                    </a:cubicBezTo>
                    <a:cubicBezTo>
                      <a:pt x="57" y="71"/>
                      <a:pt x="60" y="74"/>
                      <a:pt x="60" y="77"/>
                    </a:cubicBezTo>
                    <a:cubicBezTo>
                      <a:pt x="60" y="80"/>
                      <a:pt x="57" y="81"/>
                      <a:pt x="54" y="81"/>
                    </a:cubicBezTo>
                    <a:cubicBezTo>
                      <a:pt x="54" y="81"/>
                      <a:pt x="38" y="81"/>
                      <a:pt x="28" y="81"/>
                    </a:cubicBezTo>
                    <a:cubicBezTo>
                      <a:pt x="17" y="81"/>
                      <a:pt x="14" y="79"/>
                      <a:pt x="0" y="77"/>
                    </a:cubicBezTo>
                    <a:cubicBezTo>
                      <a:pt x="0" y="43"/>
                      <a:pt x="0" y="43"/>
                      <a:pt x="0" y="43"/>
                    </a:cubicBezTo>
                    <a:cubicBezTo>
                      <a:pt x="10" y="43"/>
                      <a:pt x="26" y="25"/>
                      <a:pt x="26" y="9"/>
                    </a:cubicBezTo>
                    <a:cubicBezTo>
                      <a:pt x="26" y="3"/>
                      <a:pt x="35" y="0"/>
                      <a:pt x="38" y="12"/>
                    </a:cubicBezTo>
                    <a:cubicBezTo>
                      <a:pt x="40" y="19"/>
                      <a:pt x="34" y="33"/>
                      <a:pt x="34" y="33"/>
                    </a:cubicBezTo>
                    <a:cubicBezTo>
                      <a:pt x="66" y="33"/>
                      <a:pt x="66" y="33"/>
                      <a:pt x="66" y="33"/>
                    </a:cubicBezTo>
                    <a:cubicBezTo>
                      <a:pt x="69" y="33"/>
                      <a:pt x="72" y="36"/>
                      <a:pt x="72" y="39"/>
                    </a:cubicBezTo>
                    <a:cubicBezTo>
                      <a:pt x="72" y="42"/>
                      <a:pt x="69" y="47"/>
                      <a:pt x="66" y="47"/>
                    </a:cubicBezTo>
                    <a:cubicBezTo>
                      <a:pt x="62" y="47"/>
                      <a:pt x="62" y="47"/>
                      <a:pt x="62" y="47"/>
                    </a:cubicBezTo>
                    <a:cubicBezTo>
                      <a:pt x="65" y="47"/>
                      <a:pt x="68" y="50"/>
                      <a:pt x="68" y="53"/>
                    </a:cubicBezTo>
                    <a:cubicBezTo>
                      <a:pt x="68" y="56"/>
                      <a:pt x="65" y="59"/>
                      <a:pt x="62" y="59"/>
                    </a:cubicBezTo>
                    <a:cubicBezTo>
                      <a:pt x="58" y="59"/>
                      <a:pt x="58" y="59"/>
                      <a:pt x="58" y="59"/>
                    </a:cubicBezTo>
                  </a:path>
                </a:pathLst>
              </a:custGeom>
              <a:solidFill>
                <a:srgbClr val="FFFFFF"/>
              </a:solidFill>
              <a:ln w="12700" cap="rnd">
                <a:solidFill>
                  <a:schemeClr val="accent2"/>
                </a:solidFill>
                <a:prstDash val="solid"/>
                <a:round/>
                <a:headEnd/>
                <a:tailEnd/>
              </a:ln>
            </p:spPr>
            <p:txBody>
              <a:bodyPr vert="horz" wrap="square" lIns="91440" tIns="45720" rIns="91440" bIns="45720" numCol="1" anchor="t" anchorCtr="0" compatLnSpc="1">
                <a:prstTxWarp prst="textNoShape">
                  <a:avLst/>
                </a:prstTxWarp>
              </a:bodyPr>
              <a:lstStyle/>
              <a:p>
                <a:endParaRPr lang="id-ID"/>
              </a:p>
            </p:txBody>
          </p:sp>
          <p:sp>
            <p:nvSpPr>
              <p:cNvPr id="46" name="Rectangle 81">
                <a:extLst>
                  <a:ext uri="{FF2B5EF4-FFF2-40B4-BE49-F238E27FC236}">
                    <a16:creationId xmlns:a16="http://schemas.microsoft.com/office/drawing/2014/main" id="{C390EA5A-40C5-0398-3B65-194D991A7AF5}"/>
                  </a:ext>
                </a:extLst>
              </p:cNvPr>
              <p:cNvSpPr>
                <a:spLocks noChangeArrowheads="1"/>
              </p:cNvSpPr>
              <p:nvPr/>
            </p:nvSpPr>
            <p:spPr bwMode="auto">
              <a:xfrm>
                <a:off x="2982913" y="146050"/>
                <a:ext cx="76200" cy="180975"/>
              </a:xfrm>
              <a:prstGeom prst="rect">
                <a:avLst/>
              </a:prstGeom>
              <a:solidFill>
                <a:srgbClr val="FFFFFF"/>
              </a:solidFill>
              <a:ln w="12700" cap="rnd">
                <a:solidFill>
                  <a:schemeClr val="accent2"/>
                </a:solidFill>
                <a:prstDash val="solid"/>
                <a:round/>
                <a:headEnd/>
                <a:tailEnd/>
              </a:ln>
            </p:spPr>
            <p:txBody>
              <a:bodyPr vert="horz" wrap="square" lIns="91440" tIns="45720" rIns="91440" bIns="45720" numCol="1" anchor="t" anchorCtr="0" compatLnSpc="1">
                <a:prstTxWarp prst="textNoShape">
                  <a:avLst/>
                </a:prstTxWarp>
              </a:bodyPr>
              <a:lstStyle/>
              <a:p>
                <a:endParaRPr lang="id-ID"/>
              </a:p>
            </p:txBody>
          </p:sp>
          <p:sp>
            <p:nvSpPr>
              <p:cNvPr id="47" name="Oval 82">
                <a:extLst>
                  <a:ext uri="{FF2B5EF4-FFF2-40B4-BE49-F238E27FC236}">
                    <a16:creationId xmlns:a16="http://schemas.microsoft.com/office/drawing/2014/main" id="{84C0452E-4A2D-A654-7937-9F7ACF5D3E76}"/>
                  </a:ext>
                </a:extLst>
              </p:cNvPr>
              <p:cNvSpPr>
                <a:spLocks noChangeArrowheads="1"/>
              </p:cNvSpPr>
              <p:nvPr/>
            </p:nvSpPr>
            <p:spPr bwMode="auto">
              <a:xfrm>
                <a:off x="3021013" y="288925"/>
                <a:ext cx="15875" cy="14288"/>
              </a:xfrm>
              <a:prstGeom prst="ellipse">
                <a:avLst/>
              </a:prstGeom>
              <a:solidFill>
                <a:schemeClr val="accent2"/>
              </a:solidFill>
              <a:ln w="9525">
                <a:solidFill>
                  <a:schemeClr val="accent2"/>
                </a:solidFill>
                <a:round/>
                <a:headEnd/>
                <a:tailEnd/>
              </a:ln>
            </p:spPr>
            <p:txBody>
              <a:bodyPr vert="horz" wrap="square" lIns="91440" tIns="45720" rIns="91440" bIns="45720" numCol="1" anchor="t" anchorCtr="0" compatLnSpc="1">
                <a:prstTxWarp prst="textNoShape">
                  <a:avLst/>
                </a:prstTxWarp>
              </a:bodyPr>
              <a:lstStyle/>
              <a:p>
                <a:endParaRPr lang="id-ID"/>
              </a:p>
            </p:txBody>
          </p:sp>
        </p:grpSp>
      </p:grpSp>
      <p:grpSp>
        <p:nvGrpSpPr>
          <p:cNvPr id="48" name="Group 47">
            <a:extLst>
              <a:ext uri="{FF2B5EF4-FFF2-40B4-BE49-F238E27FC236}">
                <a16:creationId xmlns:a16="http://schemas.microsoft.com/office/drawing/2014/main" id="{5CD7D976-6FE0-918D-A785-2A9D62EEB81A}"/>
              </a:ext>
            </a:extLst>
          </p:cNvPr>
          <p:cNvGrpSpPr/>
          <p:nvPr userDrawn="1"/>
        </p:nvGrpSpPr>
        <p:grpSpPr>
          <a:xfrm>
            <a:off x="6291402" y="970744"/>
            <a:ext cx="739740" cy="739740"/>
            <a:chOff x="7393577" y="1019186"/>
            <a:chExt cx="474283" cy="474283"/>
          </a:xfrm>
          <a:effectLst>
            <a:outerShdw blurRad="152400" dist="38100" algn="l" rotWithShape="0">
              <a:prstClr val="black">
                <a:alpha val="38000"/>
              </a:prstClr>
            </a:outerShdw>
          </a:effectLst>
        </p:grpSpPr>
        <p:sp>
          <p:nvSpPr>
            <p:cNvPr id="49" name="Oval 48">
              <a:extLst>
                <a:ext uri="{FF2B5EF4-FFF2-40B4-BE49-F238E27FC236}">
                  <a16:creationId xmlns:a16="http://schemas.microsoft.com/office/drawing/2014/main" id="{F9F8663B-4F1B-C233-BCA8-14CE90367E1D}"/>
                </a:ext>
              </a:extLst>
            </p:cNvPr>
            <p:cNvSpPr/>
            <p:nvPr/>
          </p:nvSpPr>
          <p:spPr>
            <a:xfrm>
              <a:off x="7393577" y="1019186"/>
              <a:ext cx="474283" cy="474283"/>
            </a:xfrm>
            <a:prstGeom prst="ellipse">
              <a:avLst/>
            </a:prstGeom>
            <a:solidFill>
              <a:schemeClr val="bg1"/>
            </a:solidFill>
            <a:ln>
              <a:noFill/>
            </a:ln>
            <a:effectLst>
              <a:outerShdw blurRad="127000" dist="635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0" name="Group 49">
              <a:extLst>
                <a:ext uri="{FF2B5EF4-FFF2-40B4-BE49-F238E27FC236}">
                  <a16:creationId xmlns:a16="http://schemas.microsoft.com/office/drawing/2014/main" id="{BD5C8B9D-65A3-EF00-2C7A-D2B553EFC000}"/>
                </a:ext>
              </a:extLst>
            </p:cNvPr>
            <p:cNvGrpSpPr/>
            <p:nvPr/>
          </p:nvGrpSpPr>
          <p:grpSpPr>
            <a:xfrm flipV="1">
              <a:off x="7487712" y="1123817"/>
              <a:ext cx="286013" cy="265021"/>
              <a:chOff x="2982913" y="6350"/>
              <a:chExt cx="346075" cy="320675"/>
            </a:xfrm>
          </p:grpSpPr>
          <p:sp>
            <p:nvSpPr>
              <p:cNvPr id="51" name="Freeform 80">
                <a:extLst>
                  <a:ext uri="{FF2B5EF4-FFF2-40B4-BE49-F238E27FC236}">
                    <a16:creationId xmlns:a16="http://schemas.microsoft.com/office/drawing/2014/main" id="{CFC261B7-FE2B-76C2-1F6B-9D62D61E5CC1}"/>
                  </a:ext>
                </a:extLst>
              </p:cNvPr>
              <p:cNvSpPr>
                <a:spLocks/>
              </p:cNvSpPr>
              <p:nvPr/>
            </p:nvSpPr>
            <p:spPr bwMode="auto">
              <a:xfrm>
                <a:off x="3059113" y="6350"/>
                <a:ext cx="269875" cy="304800"/>
              </a:xfrm>
              <a:custGeom>
                <a:avLst/>
                <a:gdLst>
                  <a:gd name="T0" fmla="*/ 58 w 72"/>
                  <a:gd name="T1" fmla="*/ 59 h 81"/>
                  <a:gd name="T2" fmla="*/ 58 w 72"/>
                  <a:gd name="T3" fmla="*/ 59 h 81"/>
                  <a:gd name="T4" fmla="*/ 64 w 72"/>
                  <a:gd name="T5" fmla="*/ 65 h 81"/>
                  <a:gd name="T6" fmla="*/ 58 w 72"/>
                  <a:gd name="T7" fmla="*/ 71 h 81"/>
                  <a:gd name="T8" fmla="*/ 54 w 72"/>
                  <a:gd name="T9" fmla="*/ 71 h 81"/>
                  <a:gd name="T10" fmla="*/ 60 w 72"/>
                  <a:gd name="T11" fmla="*/ 77 h 81"/>
                  <a:gd name="T12" fmla="*/ 54 w 72"/>
                  <a:gd name="T13" fmla="*/ 81 h 81"/>
                  <a:gd name="T14" fmla="*/ 28 w 72"/>
                  <a:gd name="T15" fmla="*/ 81 h 81"/>
                  <a:gd name="T16" fmla="*/ 0 w 72"/>
                  <a:gd name="T17" fmla="*/ 77 h 81"/>
                  <a:gd name="T18" fmla="*/ 0 w 72"/>
                  <a:gd name="T19" fmla="*/ 43 h 81"/>
                  <a:gd name="T20" fmla="*/ 26 w 72"/>
                  <a:gd name="T21" fmla="*/ 9 h 81"/>
                  <a:gd name="T22" fmla="*/ 38 w 72"/>
                  <a:gd name="T23" fmla="*/ 12 h 81"/>
                  <a:gd name="T24" fmla="*/ 34 w 72"/>
                  <a:gd name="T25" fmla="*/ 33 h 81"/>
                  <a:gd name="T26" fmla="*/ 66 w 72"/>
                  <a:gd name="T27" fmla="*/ 33 h 81"/>
                  <a:gd name="T28" fmla="*/ 72 w 72"/>
                  <a:gd name="T29" fmla="*/ 39 h 81"/>
                  <a:gd name="T30" fmla="*/ 66 w 72"/>
                  <a:gd name="T31" fmla="*/ 47 h 81"/>
                  <a:gd name="T32" fmla="*/ 62 w 72"/>
                  <a:gd name="T33" fmla="*/ 47 h 81"/>
                  <a:gd name="T34" fmla="*/ 68 w 72"/>
                  <a:gd name="T35" fmla="*/ 53 h 81"/>
                  <a:gd name="T36" fmla="*/ 62 w 72"/>
                  <a:gd name="T37" fmla="*/ 59 h 81"/>
                  <a:gd name="T38" fmla="*/ 58 w 72"/>
                  <a:gd name="T39" fmla="*/ 59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81">
                    <a:moveTo>
                      <a:pt x="58" y="59"/>
                    </a:moveTo>
                    <a:cubicBezTo>
                      <a:pt x="58" y="59"/>
                      <a:pt x="58" y="59"/>
                      <a:pt x="58" y="59"/>
                    </a:cubicBezTo>
                    <a:cubicBezTo>
                      <a:pt x="61" y="59"/>
                      <a:pt x="64" y="62"/>
                      <a:pt x="64" y="65"/>
                    </a:cubicBezTo>
                    <a:cubicBezTo>
                      <a:pt x="64" y="68"/>
                      <a:pt x="61" y="71"/>
                      <a:pt x="58" y="71"/>
                    </a:cubicBezTo>
                    <a:cubicBezTo>
                      <a:pt x="54" y="71"/>
                      <a:pt x="54" y="71"/>
                      <a:pt x="54" y="71"/>
                    </a:cubicBezTo>
                    <a:cubicBezTo>
                      <a:pt x="57" y="71"/>
                      <a:pt x="60" y="74"/>
                      <a:pt x="60" y="77"/>
                    </a:cubicBezTo>
                    <a:cubicBezTo>
                      <a:pt x="60" y="80"/>
                      <a:pt x="57" y="81"/>
                      <a:pt x="54" y="81"/>
                    </a:cubicBezTo>
                    <a:cubicBezTo>
                      <a:pt x="54" y="81"/>
                      <a:pt x="38" y="81"/>
                      <a:pt x="28" y="81"/>
                    </a:cubicBezTo>
                    <a:cubicBezTo>
                      <a:pt x="17" y="81"/>
                      <a:pt x="14" y="79"/>
                      <a:pt x="0" y="77"/>
                    </a:cubicBezTo>
                    <a:cubicBezTo>
                      <a:pt x="0" y="43"/>
                      <a:pt x="0" y="43"/>
                      <a:pt x="0" y="43"/>
                    </a:cubicBezTo>
                    <a:cubicBezTo>
                      <a:pt x="10" y="43"/>
                      <a:pt x="26" y="25"/>
                      <a:pt x="26" y="9"/>
                    </a:cubicBezTo>
                    <a:cubicBezTo>
                      <a:pt x="26" y="3"/>
                      <a:pt x="35" y="0"/>
                      <a:pt x="38" y="12"/>
                    </a:cubicBezTo>
                    <a:cubicBezTo>
                      <a:pt x="40" y="19"/>
                      <a:pt x="34" y="33"/>
                      <a:pt x="34" y="33"/>
                    </a:cubicBezTo>
                    <a:cubicBezTo>
                      <a:pt x="66" y="33"/>
                      <a:pt x="66" y="33"/>
                      <a:pt x="66" y="33"/>
                    </a:cubicBezTo>
                    <a:cubicBezTo>
                      <a:pt x="69" y="33"/>
                      <a:pt x="72" y="36"/>
                      <a:pt x="72" y="39"/>
                    </a:cubicBezTo>
                    <a:cubicBezTo>
                      <a:pt x="72" y="42"/>
                      <a:pt x="69" y="47"/>
                      <a:pt x="66" y="47"/>
                    </a:cubicBezTo>
                    <a:cubicBezTo>
                      <a:pt x="62" y="47"/>
                      <a:pt x="62" y="47"/>
                      <a:pt x="62" y="47"/>
                    </a:cubicBezTo>
                    <a:cubicBezTo>
                      <a:pt x="65" y="47"/>
                      <a:pt x="68" y="50"/>
                      <a:pt x="68" y="53"/>
                    </a:cubicBezTo>
                    <a:cubicBezTo>
                      <a:pt x="68" y="56"/>
                      <a:pt x="65" y="59"/>
                      <a:pt x="62" y="59"/>
                    </a:cubicBezTo>
                    <a:cubicBezTo>
                      <a:pt x="58" y="59"/>
                      <a:pt x="58" y="59"/>
                      <a:pt x="58" y="59"/>
                    </a:cubicBezTo>
                  </a:path>
                </a:pathLst>
              </a:cu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52" name="Rectangle 81">
                <a:extLst>
                  <a:ext uri="{FF2B5EF4-FFF2-40B4-BE49-F238E27FC236}">
                    <a16:creationId xmlns:a16="http://schemas.microsoft.com/office/drawing/2014/main" id="{AEF43173-D86A-C9FB-2DF4-109B65C3D5BA}"/>
                  </a:ext>
                </a:extLst>
              </p:cNvPr>
              <p:cNvSpPr>
                <a:spLocks noChangeArrowheads="1"/>
              </p:cNvSpPr>
              <p:nvPr/>
            </p:nvSpPr>
            <p:spPr bwMode="auto">
              <a:xfrm>
                <a:off x="2982913" y="146050"/>
                <a:ext cx="76200" cy="180975"/>
              </a:xfrm>
              <a:prstGeom prst="rect">
                <a:avLst/>
              </a:prstGeom>
              <a:solidFill>
                <a:srgbClr val="FFFFFF"/>
              </a:solidFill>
              <a:ln w="12700" cap="rnd">
                <a:solidFill>
                  <a:schemeClr val="tx2"/>
                </a:solidFill>
                <a:prstDash val="solid"/>
                <a:round/>
                <a:headEnd/>
                <a:tailEnd/>
              </a:ln>
            </p:spPr>
            <p:txBody>
              <a:bodyPr vert="horz" wrap="square" lIns="91440" tIns="45720" rIns="91440" bIns="45720" numCol="1" anchor="t" anchorCtr="0" compatLnSpc="1">
                <a:prstTxWarp prst="textNoShape">
                  <a:avLst/>
                </a:prstTxWarp>
              </a:bodyPr>
              <a:lstStyle/>
              <a:p>
                <a:endParaRPr lang="id-ID"/>
              </a:p>
            </p:txBody>
          </p:sp>
          <p:sp>
            <p:nvSpPr>
              <p:cNvPr id="53" name="Oval 82">
                <a:extLst>
                  <a:ext uri="{FF2B5EF4-FFF2-40B4-BE49-F238E27FC236}">
                    <a16:creationId xmlns:a16="http://schemas.microsoft.com/office/drawing/2014/main" id="{B378CFC9-ED8C-A232-42AA-606632DEDEEE}"/>
                  </a:ext>
                </a:extLst>
              </p:cNvPr>
              <p:cNvSpPr>
                <a:spLocks noChangeArrowheads="1"/>
              </p:cNvSpPr>
              <p:nvPr/>
            </p:nvSpPr>
            <p:spPr bwMode="auto">
              <a:xfrm>
                <a:off x="3021013" y="288925"/>
                <a:ext cx="15875" cy="14288"/>
              </a:xfrm>
              <a:prstGeom prst="ellipse">
                <a:avLst/>
              </a:prstGeom>
              <a:solidFill>
                <a:schemeClr val="tx2"/>
              </a:solidFill>
              <a:ln w="9525">
                <a:solidFill>
                  <a:schemeClr val="tx2"/>
                </a:solidFill>
                <a:round/>
                <a:headEnd/>
                <a:tailEnd/>
              </a:ln>
            </p:spPr>
            <p:txBody>
              <a:bodyPr vert="horz" wrap="square" lIns="91440" tIns="45720" rIns="91440" bIns="45720" numCol="1" anchor="t" anchorCtr="0" compatLnSpc="1">
                <a:prstTxWarp prst="textNoShape">
                  <a:avLst/>
                </a:prstTxWarp>
              </a:bodyPr>
              <a:lstStyle/>
              <a:p>
                <a:endParaRPr lang="id-ID"/>
              </a:p>
            </p:txBody>
          </p:sp>
        </p:grpSp>
      </p:grpSp>
      <p:grpSp>
        <p:nvGrpSpPr>
          <p:cNvPr id="54" name="Group 53">
            <a:extLst>
              <a:ext uri="{FF2B5EF4-FFF2-40B4-BE49-F238E27FC236}">
                <a16:creationId xmlns:a16="http://schemas.microsoft.com/office/drawing/2014/main" id="{500543A5-89ED-D8C9-705A-364F42660487}"/>
              </a:ext>
            </a:extLst>
          </p:cNvPr>
          <p:cNvGrpSpPr/>
          <p:nvPr userDrawn="1"/>
        </p:nvGrpSpPr>
        <p:grpSpPr>
          <a:xfrm>
            <a:off x="10859614" y="2079340"/>
            <a:ext cx="839091" cy="839091"/>
            <a:chOff x="10859614" y="2160620"/>
            <a:chExt cx="839091" cy="839091"/>
          </a:xfrm>
        </p:grpSpPr>
        <p:grpSp>
          <p:nvGrpSpPr>
            <p:cNvPr id="55" name="Group 54">
              <a:extLst>
                <a:ext uri="{FF2B5EF4-FFF2-40B4-BE49-F238E27FC236}">
                  <a16:creationId xmlns:a16="http://schemas.microsoft.com/office/drawing/2014/main" id="{3F2FEE1E-7BEB-9033-D451-9F6971DD1BB7}"/>
                </a:ext>
              </a:extLst>
            </p:cNvPr>
            <p:cNvGrpSpPr/>
            <p:nvPr/>
          </p:nvGrpSpPr>
          <p:grpSpPr>
            <a:xfrm>
              <a:off x="10859614" y="2160620"/>
              <a:ext cx="839091" cy="839091"/>
              <a:chOff x="9277350" y="-850900"/>
              <a:chExt cx="1243118" cy="1243118"/>
            </a:xfrm>
          </p:grpSpPr>
          <p:sp>
            <p:nvSpPr>
              <p:cNvPr id="59" name="Oval 58">
                <a:extLst>
                  <a:ext uri="{FF2B5EF4-FFF2-40B4-BE49-F238E27FC236}">
                    <a16:creationId xmlns:a16="http://schemas.microsoft.com/office/drawing/2014/main" id="{78E28EAB-4184-1BF2-E580-3565A23BF529}"/>
                  </a:ext>
                </a:extLst>
              </p:cNvPr>
              <p:cNvSpPr/>
              <p:nvPr/>
            </p:nvSpPr>
            <p:spPr>
              <a:xfrm>
                <a:off x="9277350" y="-850900"/>
                <a:ext cx="1243118" cy="1243118"/>
              </a:xfrm>
              <a:prstGeom prst="ellipse">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0" name="Oval 59">
                <a:extLst>
                  <a:ext uri="{FF2B5EF4-FFF2-40B4-BE49-F238E27FC236}">
                    <a16:creationId xmlns:a16="http://schemas.microsoft.com/office/drawing/2014/main" id="{5394AEF2-AFC6-0E5A-01EB-295403AAD778}"/>
                  </a:ext>
                </a:extLst>
              </p:cNvPr>
              <p:cNvSpPr/>
              <p:nvPr/>
            </p:nvSpPr>
            <p:spPr>
              <a:xfrm>
                <a:off x="9499625" y="-628625"/>
                <a:ext cx="798572" cy="79857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grpSp>
          <p:nvGrpSpPr>
            <p:cNvPr id="56" name="Group 55">
              <a:extLst>
                <a:ext uri="{FF2B5EF4-FFF2-40B4-BE49-F238E27FC236}">
                  <a16:creationId xmlns:a16="http://schemas.microsoft.com/office/drawing/2014/main" id="{A8F91B1B-A301-EEAC-9456-8EB1BA301673}"/>
                </a:ext>
              </a:extLst>
            </p:cNvPr>
            <p:cNvGrpSpPr/>
            <p:nvPr/>
          </p:nvGrpSpPr>
          <p:grpSpPr>
            <a:xfrm>
              <a:off x="11160063" y="2459977"/>
              <a:ext cx="238192" cy="240377"/>
              <a:chOff x="6300788" y="2890838"/>
              <a:chExt cx="346075" cy="349250"/>
            </a:xfrm>
          </p:grpSpPr>
          <p:sp>
            <p:nvSpPr>
              <p:cNvPr id="57" name="Line 25">
                <a:extLst>
                  <a:ext uri="{FF2B5EF4-FFF2-40B4-BE49-F238E27FC236}">
                    <a16:creationId xmlns:a16="http://schemas.microsoft.com/office/drawing/2014/main" id="{BD887979-A14C-636D-939F-75B9B2D091C7}"/>
                  </a:ext>
                </a:extLst>
              </p:cNvPr>
              <p:cNvSpPr>
                <a:spLocks noChangeShapeType="1"/>
              </p:cNvSpPr>
              <p:nvPr/>
            </p:nvSpPr>
            <p:spPr bwMode="auto">
              <a:xfrm>
                <a:off x="6300788" y="2890838"/>
                <a:ext cx="346075" cy="34925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58" name="Line 26">
                <a:extLst>
                  <a:ext uri="{FF2B5EF4-FFF2-40B4-BE49-F238E27FC236}">
                    <a16:creationId xmlns:a16="http://schemas.microsoft.com/office/drawing/2014/main" id="{B89AF3C4-F07A-DB5C-B6AD-742D8054B2FB}"/>
                  </a:ext>
                </a:extLst>
              </p:cNvPr>
              <p:cNvSpPr>
                <a:spLocks noChangeShapeType="1"/>
              </p:cNvSpPr>
              <p:nvPr/>
            </p:nvSpPr>
            <p:spPr bwMode="auto">
              <a:xfrm flipH="1">
                <a:off x="6300788" y="2890838"/>
                <a:ext cx="346075" cy="34925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grpSp>
      </p:grpSp>
      <p:grpSp>
        <p:nvGrpSpPr>
          <p:cNvPr id="61" name="Group 60">
            <a:extLst>
              <a:ext uri="{FF2B5EF4-FFF2-40B4-BE49-F238E27FC236}">
                <a16:creationId xmlns:a16="http://schemas.microsoft.com/office/drawing/2014/main" id="{EB85C774-236C-9B09-0BB2-20281C923E9A}"/>
              </a:ext>
            </a:extLst>
          </p:cNvPr>
          <p:cNvGrpSpPr/>
          <p:nvPr userDrawn="1"/>
        </p:nvGrpSpPr>
        <p:grpSpPr>
          <a:xfrm>
            <a:off x="10859614" y="3001484"/>
            <a:ext cx="839091" cy="839091"/>
            <a:chOff x="10859614" y="3082764"/>
            <a:chExt cx="839091" cy="839091"/>
          </a:xfrm>
        </p:grpSpPr>
        <p:grpSp>
          <p:nvGrpSpPr>
            <p:cNvPr id="62" name="Group 61">
              <a:extLst>
                <a:ext uri="{FF2B5EF4-FFF2-40B4-BE49-F238E27FC236}">
                  <a16:creationId xmlns:a16="http://schemas.microsoft.com/office/drawing/2014/main" id="{DBCFED0F-E668-5079-E1E4-C701F7C9A454}"/>
                </a:ext>
              </a:extLst>
            </p:cNvPr>
            <p:cNvGrpSpPr/>
            <p:nvPr/>
          </p:nvGrpSpPr>
          <p:grpSpPr>
            <a:xfrm>
              <a:off x="10859614" y="3082764"/>
              <a:ext cx="839091" cy="839091"/>
              <a:chOff x="9277350" y="-850900"/>
              <a:chExt cx="1243118" cy="1243118"/>
            </a:xfrm>
          </p:grpSpPr>
          <p:sp>
            <p:nvSpPr>
              <p:cNvPr id="66" name="Oval 65">
                <a:extLst>
                  <a:ext uri="{FF2B5EF4-FFF2-40B4-BE49-F238E27FC236}">
                    <a16:creationId xmlns:a16="http://schemas.microsoft.com/office/drawing/2014/main" id="{2197BB6C-AFD1-A620-BB16-A471D3F5A2B1}"/>
                  </a:ext>
                </a:extLst>
              </p:cNvPr>
              <p:cNvSpPr/>
              <p:nvPr/>
            </p:nvSpPr>
            <p:spPr>
              <a:xfrm>
                <a:off x="9277350" y="-850900"/>
                <a:ext cx="1243118" cy="1243118"/>
              </a:xfrm>
              <a:prstGeom prst="ellipse">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7" name="Oval 66">
                <a:extLst>
                  <a:ext uri="{FF2B5EF4-FFF2-40B4-BE49-F238E27FC236}">
                    <a16:creationId xmlns:a16="http://schemas.microsoft.com/office/drawing/2014/main" id="{701D753B-8D2C-C2BD-F26B-60AA476EEF7A}"/>
                  </a:ext>
                </a:extLst>
              </p:cNvPr>
              <p:cNvSpPr/>
              <p:nvPr/>
            </p:nvSpPr>
            <p:spPr>
              <a:xfrm>
                <a:off x="9499625" y="-628625"/>
                <a:ext cx="798572" cy="79857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grpSp>
          <p:nvGrpSpPr>
            <p:cNvPr id="63" name="Group 62">
              <a:extLst>
                <a:ext uri="{FF2B5EF4-FFF2-40B4-BE49-F238E27FC236}">
                  <a16:creationId xmlns:a16="http://schemas.microsoft.com/office/drawing/2014/main" id="{03F2B7C1-0134-BC78-694D-E25E8EEDA259}"/>
                </a:ext>
              </a:extLst>
            </p:cNvPr>
            <p:cNvGrpSpPr/>
            <p:nvPr/>
          </p:nvGrpSpPr>
          <p:grpSpPr>
            <a:xfrm>
              <a:off x="11160063" y="3382121"/>
              <a:ext cx="238192" cy="240377"/>
              <a:chOff x="6300788" y="2890838"/>
              <a:chExt cx="346075" cy="349250"/>
            </a:xfrm>
          </p:grpSpPr>
          <p:sp>
            <p:nvSpPr>
              <p:cNvPr id="64" name="Line 25">
                <a:extLst>
                  <a:ext uri="{FF2B5EF4-FFF2-40B4-BE49-F238E27FC236}">
                    <a16:creationId xmlns:a16="http://schemas.microsoft.com/office/drawing/2014/main" id="{6A8320ED-AF15-C122-7EE3-662F291F8DA0}"/>
                  </a:ext>
                </a:extLst>
              </p:cNvPr>
              <p:cNvSpPr>
                <a:spLocks noChangeShapeType="1"/>
              </p:cNvSpPr>
              <p:nvPr/>
            </p:nvSpPr>
            <p:spPr bwMode="auto">
              <a:xfrm>
                <a:off x="6300788" y="2890838"/>
                <a:ext cx="346075" cy="34925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65" name="Line 26">
                <a:extLst>
                  <a:ext uri="{FF2B5EF4-FFF2-40B4-BE49-F238E27FC236}">
                    <a16:creationId xmlns:a16="http://schemas.microsoft.com/office/drawing/2014/main" id="{1CC1F052-2005-6B11-E740-CD3B43AFA8C5}"/>
                  </a:ext>
                </a:extLst>
              </p:cNvPr>
              <p:cNvSpPr>
                <a:spLocks noChangeShapeType="1"/>
              </p:cNvSpPr>
              <p:nvPr/>
            </p:nvSpPr>
            <p:spPr bwMode="auto">
              <a:xfrm flipH="1">
                <a:off x="6300788" y="2890838"/>
                <a:ext cx="346075" cy="34925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grpSp>
      </p:grpSp>
      <p:grpSp>
        <p:nvGrpSpPr>
          <p:cNvPr id="68" name="Group 67">
            <a:extLst>
              <a:ext uri="{FF2B5EF4-FFF2-40B4-BE49-F238E27FC236}">
                <a16:creationId xmlns:a16="http://schemas.microsoft.com/office/drawing/2014/main" id="{5EFA14A7-CD3B-5BB5-EE44-0BD23A6D8227}"/>
              </a:ext>
            </a:extLst>
          </p:cNvPr>
          <p:cNvGrpSpPr/>
          <p:nvPr userDrawn="1"/>
        </p:nvGrpSpPr>
        <p:grpSpPr>
          <a:xfrm>
            <a:off x="10859614" y="3923628"/>
            <a:ext cx="839091" cy="839091"/>
            <a:chOff x="10859614" y="4004908"/>
            <a:chExt cx="839091" cy="839091"/>
          </a:xfrm>
        </p:grpSpPr>
        <p:grpSp>
          <p:nvGrpSpPr>
            <p:cNvPr id="69" name="Group 68">
              <a:extLst>
                <a:ext uri="{FF2B5EF4-FFF2-40B4-BE49-F238E27FC236}">
                  <a16:creationId xmlns:a16="http://schemas.microsoft.com/office/drawing/2014/main" id="{E12A8E47-FA4A-06D2-58F0-597DC3EB6B62}"/>
                </a:ext>
              </a:extLst>
            </p:cNvPr>
            <p:cNvGrpSpPr/>
            <p:nvPr/>
          </p:nvGrpSpPr>
          <p:grpSpPr>
            <a:xfrm>
              <a:off x="10859614" y="4004908"/>
              <a:ext cx="839091" cy="839091"/>
              <a:chOff x="9277350" y="-850900"/>
              <a:chExt cx="1243118" cy="1243118"/>
            </a:xfrm>
          </p:grpSpPr>
          <p:sp>
            <p:nvSpPr>
              <p:cNvPr id="73" name="Oval 72">
                <a:extLst>
                  <a:ext uri="{FF2B5EF4-FFF2-40B4-BE49-F238E27FC236}">
                    <a16:creationId xmlns:a16="http://schemas.microsoft.com/office/drawing/2014/main" id="{6AA496F6-FE96-8097-F281-E2DDFD202E5F}"/>
                  </a:ext>
                </a:extLst>
              </p:cNvPr>
              <p:cNvSpPr/>
              <p:nvPr/>
            </p:nvSpPr>
            <p:spPr>
              <a:xfrm>
                <a:off x="9277350" y="-850900"/>
                <a:ext cx="1243118" cy="1243118"/>
              </a:xfrm>
              <a:prstGeom prst="ellipse">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4" name="Oval 73">
                <a:extLst>
                  <a:ext uri="{FF2B5EF4-FFF2-40B4-BE49-F238E27FC236}">
                    <a16:creationId xmlns:a16="http://schemas.microsoft.com/office/drawing/2014/main" id="{F38AF911-91F4-0019-2ED6-4779E0FD9B57}"/>
                  </a:ext>
                </a:extLst>
              </p:cNvPr>
              <p:cNvSpPr/>
              <p:nvPr/>
            </p:nvSpPr>
            <p:spPr>
              <a:xfrm>
                <a:off x="9499625" y="-628625"/>
                <a:ext cx="798572" cy="79857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grpSp>
          <p:nvGrpSpPr>
            <p:cNvPr id="70" name="Group 69">
              <a:extLst>
                <a:ext uri="{FF2B5EF4-FFF2-40B4-BE49-F238E27FC236}">
                  <a16:creationId xmlns:a16="http://schemas.microsoft.com/office/drawing/2014/main" id="{CE22D747-87E0-B7B7-FA2C-C17129E99BB9}"/>
                </a:ext>
              </a:extLst>
            </p:cNvPr>
            <p:cNvGrpSpPr/>
            <p:nvPr/>
          </p:nvGrpSpPr>
          <p:grpSpPr>
            <a:xfrm>
              <a:off x="11160063" y="4304265"/>
              <a:ext cx="238192" cy="240377"/>
              <a:chOff x="6300788" y="2890838"/>
              <a:chExt cx="346075" cy="349250"/>
            </a:xfrm>
          </p:grpSpPr>
          <p:sp>
            <p:nvSpPr>
              <p:cNvPr id="71" name="Line 25">
                <a:extLst>
                  <a:ext uri="{FF2B5EF4-FFF2-40B4-BE49-F238E27FC236}">
                    <a16:creationId xmlns:a16="http://schemas.microsoft.com/office/drawing/2014/main" id="{9E893F8E-8615-C877-FC45-D19ECE4D79C7}"/>
                  </a:ext>
                </a:extLst>
              </p:cNvPr>
              <p:cNvSpPr>
                <a:spLocks noChangeShapeType="1"/>
              </p:cNvSpPr>
              <p:nvPr/>
            </p:nvSpPr>
            <p:spPr bwMode="auto">
              <a:xfrm>
                <a:off x="6300788" y="2890838"/>
                <a:ext cx="346075" cy="34925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72" name="Line 26">
                <a:extLst>
                  <a:ext uri="{FF2B5EF4-FFF2-40B4-BE49-F238E27FC236}">
                    <a16:creationId xmlns:a16="http://schemas.microsoft.com/office/drawing/2014/main" id="{0CF55917-15FB-0905-4EE0-6000F8CCEE57}"/>
                  </a:ext>
                </a:extLst>
              </p:cNvPr>
              <p:cNvSpPr>
                <a:spLocks noChangeShapeType="1"/>
              </p:cNvSpPr>
              <p:nvPr/>
            </p:nvSpPr>
            <p:spPr bwMode="auto">
              <a:xfrm flipH="1">
                <a:off x="6300788" y="2890838"/>
                <a:ext cx="346075" cy="34925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grpSp>
      </p:grpSp>
      <p:sp>
        <p:nvSpPr>
          <p:cNvPr id="76" name="Text Placeholder 37">
            <a:extLst>
              <a:ext uri="{FF2B5EF4-FFF2-40B4-BE49-F238E27FC236}">
                <a16:creationId xmlns:a16="http://schemas.microsoft.com/office/drawing/2014/main" id="{8A33C94B-2476-108C-DE18-C72D79414649}"/>
              </a:ext>
            </a:extLst>
          </p:cNvPr>
          <p:cNvSpPr>
            <a:spLocks noGrp="1"/>
          </p:cNvSpPr>
          <p:nvPr>
            <p:ph type="body" sz="quarter" idx="35" hasCustomPrompt="1"/>
          </p:nvPr>
        </p:nvSpPr>
        <p:spPr>
          <a:xfrm>
            <a:off x="1533873" y="2316786"/>
            <a:ext cx="3091269" cy="430887"/>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77" name="Text Placeholder 37">
            <a:extLst>
              <a:ext uri="{FF2B5EF4-FFF2-40B4-BE49-F238E27FC236}">
                <a16:creationId xmlns:a16="http://schemas.microsoft.com/office/drawing/2014/main" id="{2DA851CE-6AE7-8DAB-E5C7-6A44CBD80CA7}"/>
              </a:ext>
            </a:extLst>
          </p:cNvPr>
          <p:cNvSpPr>
            <a:spLocks noGrp="1"/>
          </p:cNvSpPr>
          <p:nvPr>
            <p:ph type="body" sz="quarter" idx="36" hasCustomPrompt="1"/>
          </p:nvPr>
        </p:nvSpPr>
        <p:spPr>
          <a:xfrm>
            <a:off x="1528974" y="3218285"/>
            <a:ext cx="3091269" cy="430887"/>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78" name="Text Placeholder 37">
            <a:extLst>
              <a:ext uri="{FF2B5EF4-FFF2-40B4-BE49-F238E27FC236}">
                <a16:creationId xmlns:a16="http://schemas.microsoft.com/office/drawing/2014/main" id="{DC43E33E-EF88-5000-198F-1040B29D9CF3}"/>
              </a:ext>
            </a:extLst>
          </p:cNvPr>
          <p:cNvSpPr>
            <a:spLocks noGrp="1"/>
          </p:cNvSpPr>
          <p:nvPr>
            <p:ph type="body" sz="quarter" idx="37" hasCustomPrompt="1"/>
          </p:nvPr>
        </p:nvSpPr>
        <p:spPr>
          <a:xfrm>
            <a:off x="1507076" y="4127729"/>
            <a:ext cx="3091269" cy="430887"/>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82" name="Text Placeholder 37">
            <a:extLst>
              <a:ext uri="{FF2B5EF4-FFF2-40B4-BE49-F238E27FC236}">
                <a16:creationId xmlns:a16="http://schemas.microsoft.com/office/drawing/2014/main" id="{EE2F7482-B7CB-1452-2BEA-B24D1E199B0A}"/>
              </a:ext>
            </a:extLst>
          </p:cNvPr>
          <p:cNvSpPr>
            <a:spLocks noGrp="1"/>
          </p:cNvSpPr>
          <p:nvPr>
            <p:ph type="body" sz="quarter" idx="38" hasCustomPrompt="1"/>
          </p:nvPr>
        </p:nvSpPr>
        <p:spPr>
          <a:xfrm>
            <a:off x="7576594" y="2323768"/>
            <a:ext cx="3091269" cy="430887"/>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83" name="Text Placeholder 37">
            <a:extLst>
              <a:ext uri="{FF2B5EF4-FFF2-40B4-BE49-F238E27FC236}">
                <a16:creationId xmlns:a16="http://schemas.microsoft.com/office/drawing/2014/main" id="{B19D3AA8-E0F1-83C2-C6B6-CF953D13CF7F}"/>
              </a:ext>
            </a:extLst>
          </p:cNvPr>
          <p:cNvSpPr>
            <a:spLocks noGrp="1"/>
          </p:cNvSpPr>
          <p:nvPr>
            <p:ph type="body" sz="quarter" idx="39" hasCustomPrompt="1"/>
          </p:nvPr>
        </p:nvSpPr>
        <p:spPr>
          <a:xfrm>
            <a:off x="7571695" y="3225267"/>
            <a:ext cx="3091269" cy="430887"/>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84" name="Text Placeholder 37">
            <a:extLst>
              <a:ext uri="{FF2B5EF4-FFF2-40B4-BE49-F238E27FC236}">
                <a16:creationId xmlns:a16="http://schemas.microsoft.com/office/drawing/2014/main" id="{D2439370-D730-FCAD-2602-2FA2DFDDABA0}"/>
              </a:ext>
            </a:extLst>
          </p:cNvPr>
          <p:cNvSpPr>
            <a:spLocks noGrp="1"/>
          </p:cNvSpPr>
          <p:nvPr>
            <p:ph type="body" sz="quarter" idx="40" hasCustomPrompt="1"/>
          </p:nvPr>
        </p:nvSpPr>
        <p:spPr>
          <a:xfrm>
            <a:off x="7549797" y="4134711"/>
            <a:ext cx="3091269" cy="430887"/>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85" name="Text Placeholder 37">
            <a:extLst>
              <a:ext uri="{FF2B5EF4-FFF2-40B4-BE49-F238E27FC236}">
                <a16:creationId xmlns:a16="http://schemas.microsoft.com/office/drawing/2014/main" id="{44BFB79C-4752-159C-5B44-13916544CB08}"/>
              </a:ext>
            </a:extLst>
          </p:cNvPr>
          <p:cNvSpPr>
            <a:spLocks noGrp="1"/>
          </p:cNvSpPr>
          <p:nvPr>
            <p:ph type="body" sz="quarter" idx="41" hasCustomPrompt="1"/>
          </p:nvPr>
        </p:nvSpPr>
        <p:spPr>
          <a:xfrm>
            <a:off x="1207012" y="5211338"/>
            <a:ext cx="3091269" cy="430887"/>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87" name="Text Placeholder 37">
            <a:extLst>
              <a:ext uri="{FF2B5EF4-FFF2-40B4-BE49-F238E27FC236}">
                <a16:creationId xmlns:a16="http://schemas.microsoft.com/office/drawing/2014/main" id="{FFFAF97C-D4A7-D558-920D-D73B8F3665FF}"/>
              </a:ext>
            </a:extLst>
          </p:cNvPr>
          <p:cNvSpPr>
            <a:spLocks noGrp="1"/>
          </p:cNvSpPr>
          <p:nvPr>
            <p:ph type="body" sz="quarter" idx="42" hasCustomPrompt="1"/>
          </p:nvPr>
        </p:nvSpPr>
        <p:spPr>
          <a:xfrm>
            <a:off x="7914995" y="5211339"/>
            <a:ext cx="3091269" cy="430887"/>
          </a:xfrm>
        </p:spPr>
        <p:txBody>
          <a:bodyPr>
            <a:normAutofit/>
          </a:bodyPr>
          <a:lstStyle>
            <a:lvl1pPr marL="0" indent="0" algn="r">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3" name="Picture Placeholder 91">
            <a:extLst>
              <a:ext uri="{FF2B5EF4-FFF2-40B4-BE49-F238E27FC236}">
                <a16:creationId xmlns:a16="http://schemas.microsoft.com/office/drawing/2014/main" id="{6CA68C4F-0B29-1B32-04B6-AE71882F397B}"/>
              </a:ext>
            </a:extLst>
          </p:cNvPr>
          <p:cNvSpPr>
            <a:spLocks noGrp="1"/>
          </p:cNvSpPr>
          <p:nvPr>
            <p:ph type="pic" sz="quarter" idx="44"/>
          </p:nvPr>
        </p:nvSpPr>
        <p:spPr>
          <a:xfrm>
            <a:off x="4016737" y="2063533"/>
            <a:ext cx="4111625" cy="3803650"/>
          </a:xfrm>
        </p:spPr>
        <p:txBody>
          <a:bodyPr/>
          <a:lstStyle/>
          <a:p>
            <a:endParaRPr lang="en-IN"/>
          </a:p>
        </p:txBody>
      </p:sp>
    </p:spTree>
    <p:extLst>
      <p:ext uri="{BB962C8B-B14F-4D97-AF65-F5344CB8AC3E}">
        <p14:creationId xmlns:p14="http://schemas.microsoft.com/office/powerpoint/2010/main" val="3369092989"/>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Miscellaneous">
    <p:spTree>
      <p:nvGrpSpPr>
        <p:cNvPr id="1" name=""/>
        <p:cNvGrpSpPr/>
        <p:nvPr/>
      </p:nvGrpSpPr>
      <p:grpSpPr>
        <a:xfrm>
          <a:off x="0" y="0"/>
          <a:ext cx="0" cy="0"/>
          <a:chOff x="0" y="0"/>
          <a:chExt cx="0" cy="0"/>
        </a:xfrm>
      </p:grpSpPr>
      <p:sp>
        <p:nvSpPr>
          <p:cNvPr id="72" name="Picture Placeholder 71">
            <a:extLst>
              <a:ext uri="{FF2B5EF4-FFF2-40B4-BE49-F238E27FC236}">
                <a16:creationId xmlns:a16="http://schemas.microsoft.com/office/drawing/2014/main" id="{349C073C-0843-4AD4-1024-53C7FF615665}"/>
              </a:ext>
            </a:extLst>
          </p:cNvPr>
          <p:cNvSpPr>
            <a:spLocks noGrp="1"/>
          </p:cNvSpPr>
          <p:nvPr>
            <p:ph type="pic" sz="quarter" idx="10"/>
          </p:nvPr>
        </p:nvSpPr>
        <p:spPr>
          <a:xfrm>
            <a:off x="0" y="-7067"/>
            <a:ext cx="12192000" cy="3743325"/>
          </a:xfrm>
        </p:spPr>
        <p:txBody>
          <a:bodyPr/>
          <a:lstStyle/>
          <a:p>
            <a:endParaRPr lang="en-IN"/>
          </a:p>
        </p:txBody>
      </p:sp>
      <p:sp>
        <p:nvSpPr>
          <p:cNvPr id="74" name="Rectangle 73">
            <a:extLst>
              <a:ext uri="{FF2B5EF4-FFF2-40B4-BE49-F238E27FC236}">
                <a16:creationId xmlns:a16="http://schemas.microsoft.com/office/drawing/2014/main" id="{0A175A4C-0A49-C6B7-3772-E31C4BF5E9EC}"/>
              </a:ext>
            </a:extLst>
          </p:cNvPr>
          <p:cNvSpPr/>
          <p:nvPr userDrawn="1"/>
        </p:nvSpPr>
        <p:spPr>
          <a:xfrm>
            <a:off x="0" y="0"/>
            <a:ext cx="12192000" cy="3750338"/>
          </a:xfrm>
          <a:prstGeom prst="rect">
            <a:avLst/>
          </a:prstGeom>
          <a:solidFill>
            <a:srgbClr val="BF2026">
              <a:alpha val="8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7" name="Text Placeholder 75">
            <a:extLst>
              <a:ext uri="{FF2B5EF4-FFF2-40B4-BE49-F238E27FC236}">
                <a16:creationId xmlns:a16="http://schemas.microsoft.com/office/drawing/2014/main" id="{1A2F1737-F8FA-04CD-DBB6-B1619BDE71CF}"/>
              </a:ext>
            </a:extLst>
          </p:cNvPr>
          <p:cNvSpPr>
            <a:spLocks noGrp="1"/>
          </p:cNvSpPr>
          <p:nvPr>
            <p:ph type="body" sz="quarter" idx="11" hasCustomPrompt="1"/>
          </p:nvPr>
        </p:nvSpPr>
        <p:spPr>
          <a:xfrm>
            <a:off x="1713144" y="435047"/>
            <a:ext cx="8760197" cy="552450"/>
          </a:xfrm>
        </p:spPr>
        <p:txBody>
          <a:bodyPr/>
          <a:lstStyle>
            <a:lvl1pPr marL="0" indent="0" algn="ctr">
              <a:buNone/>
              <a:defRPr lang="en-US" sz="4400" b="1" kern="1200" dirty="0" smtClean="0">
                <a:solidFill>
                  <a:schemeClr val="bg1"/>
                </a:solidFill>
                <a:latin typeface="Barlow Medium" panose="00000600000000000000" pitchFamily="2" charset="0"/>
                <a:ea typeface="+mj-ea"/>
                <a:cs typeface="+mj-cs"/>
              </a:defRPr>
            </a:lvl1pPr>
          </a:lstStyle>
          <a:p>
            <a:pPr lvl="0"/>
            <a:r>
              <a:rPr lang="en-US"/>
              <a:t>Click to edit Master title style</a:t>
            </a:r>
            <a:endParaRPr lang="en-IN"/>
          </a:p>
        </p:txBody>
      </p:sp>
      <p:sp>
        <p:nvSpPr>
          <p:cNvPr id="2" name="Donut 11">
            <a:extLst>
              <a:ext uri="{FF2B5EF4-FFF2-40B4-BE49-F238E27FC236}">
                <a16:creationId xmlns:a16="http://schemas.microsoft.com/office/drawing/2014/main" id="{8807947A-D206-6DC5-12C6-07ECFEC81955}"/>
              </a:ext>
            </a:extLst>
          </p:cNvPr>
          <p:cNvSpPr/>
          <p:nvPr userDrawn="1"/>
        </p:nvSpPr>
        <p:spPr>
          <a:xfrm>
            <a:off x="8530349" y="2029906"/>
            <a:ext cx="2487614" cy="2487612"/>
          </a:xfrm>
          <a:prstGeom prst="donut">
            <a:avLst>
              <a:gd name="adj" fmla="val 29153"/>
            </a:avLst>
          </a:prstGeom>
          <a:gradFill flip="none" rotWithShape="1">
            <a:gsLst>
              <a:gs pos="0">
                <a:schemeClr val="accent1"/>
              </a:gs>
              <a:gs pos="100000">
                <a:srgbClr val="C00000"/>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 name="Donut 10">
            <a:extLst>
              <a:ext uri="{FF2B5EF4-FFF2-40B4-BE49-F238E27FC236}">
                <a16:creationId xmlns:a16="http://schemas.microsoft.com/office/drawing/2014/main" id="{FBAFCF77-871C-E8FD-3A91-F4C566516C0E}"/>
              </a:ext>
            </a:extLst>
          </p:cNvPr>
          <p:cNvSpPr/>
          <p:nvPr/>
        </p:nvSpPr>
        <p:spPr>
          <a:xfrm>
            <a:off x="4586515" y="1366010"/>
            <a:ext cx="3018972" cy="3018970"/>
          </a:xfrm>
          <a:prstGeom prst="donut">
            <a:avLst>
              <a:gd name="adj" fmla="val 29153"/>
            </a:avLst>
          </a:prstGeom>
          <a:gradFill flip="none" rotWithShape="1">
            <a:gsLst>
              <a:gs pos="0">
                <a:schemeClr val="accent1"/>
              </a:gs>
              <a:gs pos="100000">
                <a:srgbClr val="C00000"/>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9" name="Donut 15">
            <a:extLst>
              <a:ext uri="{FF2B5EF4-FFF2-40B4-BE49-F238E27FC236}">
                <a16:creationId xmlns:a16="http://schemas.microsoft.com/office/drawing/2014/main" id="{A759063A-60A8-084E-9BF4-96A124989471}"/>
              </a:ext>
            </a:extLst>
          </p:cNvPr>
          <p:cNvSpPr/>
          <p:nvPr/>
        </p:nvSpPr>
        <p:spPr>
          <a:xfrm>
            <a:off x="1174038" y="2029906"/>
            <a:ext cx="2487614" cy="2487612"/>
          </a:xfrm>
          <a:prstGeom prst="donut">
            <a:avLst>
              <a:gd name="adj" fmla="val 29153"/>
            </a:avLst>
          </a:prstGeom>
          <a:gradFill flip="none" rotWithShape="1">
            <a:gsLst>
              <a:gs pos="0">
                <a:schemeClr val="accent1"/>
              </a:gs>
              <a:gs pos="100000">
                <a:srgbClr val="C00000"/>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Picture Placeholder 21">
            <a:extLst>
              <a:ext uri="{FF2B5EF4-FFF2-40B4-BE49-F238E27FC236}">
                <a16:creationId xmlns:a16="http://schemas.microsoft.com/office/drawing/2014/main" id="{0C8ACAB9-62EA-4E1C-34BD-C9658A5C0846}"/>
              </a:ext>
            </a:extLst>
          </p:cNvPr>
          <p:cNvSpPr>
            <a:spLocks noGrp="1"/>
          </p:cNvSpPr>
          <p:nvPr>
            <p:ph type="pic" sz="quarter" idx="29" hasCustomPrompt="1"/>
          </p:nvPr>
        </p:nvSpPr>
        <p:spPr>
          <a:xfrm>
            <a:off x="1612900" y="2468563"/>
            <a:ext cx="1612900" cy="1611312"/>
          </a:xfrm>
          <a:prstGeom prst="ellipse">
            <a:avLst/>
          </a:prstGeom>
        </p:spPr>
        <p:txBody>
          <a:bodyPr>
            <a:normAutofit/>
          </a:bodyPr>
          <a:lstStyle>
            <a:lvl1pPr marL="0" indent="0" algn="ctr">
              <a:buNone/>
              <a:defRPr sz="2000"/>
            </a:lvl1pPr>
          </a:lstStyle>
          <a:p>
            <a:r>
              <a:rPr lang="en-US"/>
              <a:t>Insert </a:t>
            </a:r>
            <a:r>
              <a:rPr lang="en-US" err="1"/>
              <a:t>PictureHere</a:t>
            </a:r>
            <a:endParaRPr lang="en-IN"/>
          </a:p>
        </p:txBody>
      </p:sp>
      <p:sp>
        <p:nvSpPr>
          <p:cNvPr id="24" name="Picture Placeholder 21">
            <a:extLst>
              <a:ext uri="{FF2B5EF4-FFF2-40B4-BE49-F238E27FC236}">
                <a16:creationId xmlns:a16="http://schemas.microsoft.com/office/drawing/2014/main" id="{D17A4BA4-8569-D0D3-E385-2F110EEDFA74}"/>
              </a:ext>
            </a:extLst>
          </p:cNvPr>
          <p:cNvSpPr>
            <a:spLocks noGrp="1"/>
          </p:cNvSpPr>
          <p:nvPr>
            <p:ph type="pic" sz="quarter" idx="30" hasCustomPrompt="1"/>
          </p:nvPr>
        </p:nvSpPr>
        <p:spPr>
          <a:xfrm>
            <a:off x="5067302" y="1846150"/>
            <a:ext cx="2057398" cy="2055372"/>
          </a:xfrm>
          <a:prstGeom prst="ellipse">
            <a:avLst/>
          </a:prstGeom>
        </p:spPr>
        <p:txBody>
          <a:bodyPr/>
          <a:lstStyle>
            <a:lvl1pPr marL="0" indent="0" algn="ctr">
              <a:buNone/>
              <a:defRPr/>
            </a:lvl1pPr>
          </a:lstStyle>
          <a:p>
            <a:r>
              <a:rPr lang="en-US"/>
              <a:t>Insert </a:t>
            </a:r>
            <a:r>
              <a:rPr lang="en-US" err="1"/>
              <a:t>PictureHere</a:t>
            </a:r>
            <a:endParaRPr lang="en-IN"/>
          </a:p>
        </p:txBody>
      </p:sp>
      <p:sp>
        <p:nvSpPr>
          <p:cNvPr id="28" name="Picture Placeholder 21">
            <a:extLst>
              <a:ext uri="{FF2B5EF4-FFF2-40B4-BE49-F238E27FC236}">
                <a16:creationId xmlns:a16="http://schemas.microsoft.com/office/drawing/2014/main" id="{A8523876-5134-0664-9B2D-1CD22827548F}"/>
              </a:ext>
            </a:extLst>
          </p:cNvPr>
          <p:cNvSpPr>
            <a:spLocks noGrp="1"/>
          </p:cNvSpPr>
          <p:nvPr>
            <p:ph type="pic" sz="quarter" idx="31" hasCustomPrompt="1"/>
          </p:nvPr>
        </p:nvSpPr>
        <p:spPr>
          <a:xfrm>
            <a:off x="8966200" y="2468264"/>
            <a:ext cx="1612900" cy="1611312"/>
          </a:xfrm>
          <a:prstGeom prst="ellipse">
            <a:avLst/>
          </a:prstGeom>
        </p:spPr>
        <p:txBody>
          <a:bodyPr>
            <a:normAutofit/>
          </a:bodyPr>
          <a:lstStyle>
            <a:lvl1pPr marL="0" indent="0" algn="ctr">
              <a:buNone/>
              <a:defRPr sz="2000"/>
            </a:lvl1pPr>
          </a:lstStyle>
          <a:p>
            <a:r>
              <a:rPr lang="en-US"/>
              <a:t>Insert </a:t>
            </a:r>
            <a:r>
              <a:rPr lang="en-US" err="1"/>
              <a:t>PictureHere</a:t>
            </a:r>
            <a:endParaRPr lang="en-IN"/>
          </a:p>
        </p:txBody>
      </p:sp>
      <p:sp>
        <p:nvSpPr>
          <p:cNvPr id="31" name="Text Placeholder 74">
            <a:extLst>
              <a:ext uri="{FF2B5EF4-FFF2-40B4-BE49-F238E27FC236}">
                <a16:creationId xmlns:a16="http://schemas.microsoft.com/office/drawing/2014/main" id="{1E2ACC88-6D22-53BF-A492-A4AC063C4E3E}"/>
              </a:ext>
            </a:extLst>
          </p:cNvPr>
          <p:cNvSpPr>
            <a:spLocks noGrp="1"/>
          </p:cNvSpPr>
          <p:nvPr>
            <p:ph type="body" sz="quarter" idx="32" hasCustomPrompt="1"/>
          </p:nvPr>
        </p:nvSpPr>
        <p:spPr>
          <a:xfrm>
            <a:off x="1174040" y="4629080"/>
            <a:ext cx="2325689" cy="317463"/>
          </a:xfrm>
        </p:spPr>
        <p:txBody>
          <a:bodyPr/>
          <a:lstStyle>
            <a:lvl1pPr marL="0" indent="0" algn="ctr">
              <a:buNone/>
              <a:defRPr sz="2000" b="1">
                <a:latin typeface="Barlow" panose="00000500000000000000" pitchFamily="2" charset="0"/>
              </a:defRPr>
            </a:lvl1pPr>
            <a:lvl2pPr>
              <a:defRPr sz="1800"/>
            </a:lvl2pPr>
            <a:lvl3pPr>
              <a:defRPr sz="1600"/>
            </a:lvl3pPr>
          </a:lstStyle>
          <a:p>
            <a:pPr lvl="0"/>
            <a:r>
              <a:rPr lang="en-US"/>
              <a:t>Subheading</a:t>
            </a:r>
          </a:p>
        </p:txBody>
      </p:sp>
      <p:sp>
        <p:nvSpPr>
          <p:cNvPr id="32" name="Text Placeholder 74">
            <a:extLst>
              <a:ext uri="{FF2B5EF4-FFF2-40B4-BE49-F238E27FC236}">
                <a16:creationId xmlns:a16="http://schemas.microsoft.com/office/drawing/2014/main" id="{430A4452-39A9-6D0D-1087-176A6BDB55FA}"/>
              </a:ext>
            </a:extLst>
          </p:cNvPr>
          <p:cNvSpPr>
            <a:spLocks noGrp="1"/>
          </p:cNvSpPr>
          <p:nvPr>
            <p:ph type="body" sz="quarter" idx="33" hasCustomPrompt="1"/>
          </p:nvPr>
        </p:nvSpPr>
        <p:spPr>
          <a:xfrm>
            <a:off x="1174039" y="5011087"/>
            <a:ext cx="2325689" cy="358261"/>
          </a:xfrm>
        </p:spPr>
        <p:txBody>
          <a:bodyPr>
            <a:normAutofit/>
          </a:bodyPr>
          <a:lstStyle>
            <a:lvl1pPr marL="0" indent="0" algn="ctr">
              <a:buNone/>
              <a:defRPr sz="1600" b="0">
                <a:latin typeface="Open Sans" pitchFamily="2" charset="0"/>
                <a:ea typeface="Open Sans" pitchFamily="2" charset="0"/>
                <a:cs typeface="Open Sans" pitchFamily="2" charset="0"/>
              </a:defRPr>
            </a:lvl1pPr>
            <a:lvl2pPr>
              <a:defRPr sz="1800"/>
            </a:lvl2pPr>
            <a:lvl3pPr>
              <a:defRPr sz="1600"/>
            </a:lvl3pPr>
          </a:lstStyle>
          <a:p>
            <a:pPr lvl="0"/>
            <a:r>
              <a:rPr lang="en-US"/>
              <a:t>Description</a:t>
            </a:r>
          </a:p>
        </p:txBody>
      </p:sp>
      <p:sp>
        <p:nvSpPr>
          <p:cNvPr id="34" name="Text Placeholder 74">
            <a:extLst>
              <a:ext uri="{FF2B5EF4-FFF2-40B4-BE49-F238E27FC236}">
                <a16:creationId xmlns:a16="http://schemas.microsoft.com/office/drawing/2014/main" id="{1527C951-E9F3-D7EE-838F-8B6FA375790A}"/>
              </a:ext>
            </a:extLst>
          </p:cNvPr>
          <p:cNvSpPr>
            <a:spLocks noGrp="1"/>
          </p:cNvSpPr>
          <p:nvPr>
            <p:ph type="body" sz="quarter" idx="34" hasCustomPrompt="1"/>
          </p:nvPr>
        </p:nvSpPr>
        <p:spPr>
          <a:xfrm>
            <a:off x="4933156" y="4629080"/>
            <a:ext cx="2325689" cy="317463"/>
          </a:xfrm>
        </p:spPr>
        <p:txBody>
          <a:bodyPr/>
          <a:lstStyle>
            <a:lvl1pPr marL="0" indent="0" algn="ctr">
              <a:buNone/>
              <a:defRPr sz="2000" b="1">
                <a:latin typeface="Barlow" panose="00000500000000000000" pitchFamily="2" charset="0"/>
              </a:defRPr>
            </a:lvl1pPr>
            <a:lvl2pPr>
              <a:defRPr sz="1800"/>
            </a:lvl2pPr>
            <a:lvl3pPr>
              <a:defRPr sz="1600"/>
            </a:lvl3pPr>
          </a:lstStyle>
          <a:p>
            <a:pPr lvl="0"/>
            <a:r>
              <a:rPr lang="en-US"/>
              <a:t>Subheading</a:t>
            </a:r>
          </a:p>
        </p:txBody>
      </p:sp>
      <p:sp>
        <p:nvSpPr>
          <p:cNvPr id="35" name="Text Placeholder 74">
            <a:extLst>
              <a:ext uri="{FF2B5EF4-FFF2-40B4-BE49-F238E27FC236}">
                <a16:creationId xmlns:a16="http://schemas.microsoft.com/office/drawing/2014/main" id="{7E31BD87-6D3D-7D22-A5A0-943C17AC9B98}"/>
              </a:ext>
            </a:extLst>
          </p:cNvPr>
          <p:cNvSpPr>
            <a:spLocks noGrp="1"/>
          </p:cNvSpPr>
          <p:nvPr>
            <p:ph type="body" sz="quarter" idx="35" hasCustomPrompt="1"/>
          </p:nvPr>
        </p:nvSpPr>
        <p:spPr>
          <a:xfrm>
            <a:off x="4933155" y="5011087"/>
            <a:ext cx="2325689" cy="358261"/>
          </a:xfrm>
        </p:spPr>
        <p:txBody>
          <a:bodyPr>
            <a:normAutofit/>
          </a:bodyPr>
          <a:lstStyle>
            <a:lvl1pPr marL="0" indent="0" algn="ctr">
              <a:buNone/>
              <a:defRPr sz="1600" b="0">
                <a:latin typeface="Open Sans" pitchFamily="2" charset="0"/>
                <a:ea typeface="Open Sans" pitchFamily="2" charset="0"/>
                <a:cs typeface="Open Sans" pitchFamily="2" charset="0"/>
              </a:defRPr>
            </a:lvl1pPr>
            <a:lvl2pPr>
              <a:defRPr sz="1800"/>
            </a:lvl2pPr>
            <a:lvl3pPr>
              <a:defRPr sz="1600"/>
            </a:lvl3pPr>
          </a:lstStyle>
          <a:p>
            <a:pPr lvl="0"/>
            <a:r>
              <a:rPr lang="en-US"/>
              <a:t>Description</a:t>
            </a:r>
          </a:p>
        </p:txBody>
      </p:sp>
      <p:sp>
        <p:nvSpPr>
          <p:cNvPr id="36" name="Text Placeholder 74">
            <a:extLst>
              <a:ext uri="{FF2B5EF4-FFF2-40B4-BE49-F238E27FC236}">
                <a16:creationId xmlns:a16="http://schemas.microsoft.com/office/drawing/2014/main" id="{C35174F9-D362-DC2E-55E9-9F2C663195BF}"/>
              </a:ext>
            </a:extLst>
          </p:cNvPr>
          <p:cNvSpPr>
            <a:spLocks noGrp="1"/>
          </p:cNvSpPr>
          <p:nvPr>
            <p:ph type="body" sz="quarter" idx="36" hasCustomPrompt="1"/>
          </p:nvPr>
        </p:nvSpPr>
        <p:spPr>
          <a:xfrm>
            <a:off x="8692272" y="4618524"/>
            <a:ext cx="2325689" cy="317463"/>
          </a:xfrm>
        </p:spPr>
        <p:txBody>
          <a:bodyPr/>
          <a:lstStyle>
            <a:lvl1pPr marL="0" indent="0" algn="ctr">
              <a:buNone/>
              <a:defRPr sz="2000" b="1">
                <a:latin typeface="Barlow" panose="00000500000000000000" pitchFamily="2" charset="0"/>
              </a:defRPr>
            </a:lvl1pPr>
            <a:lvl2pPr>
              <a:defRPr sz="1800"/>
            </a:lvl2pPr>
            <a:lvl3pPr>
              <a:defRPr sz="1600"/>
            </a:lvl3pPr>
          </a:lstStyle>
          <a:p>
            <a:pPr lvl="0"/>
            <a:r>
              <a:rPr lang="en-US"/>
              <a:t>Subheading</a:t>
            </a:r>
          </a:p>
        </p:txBody>
      </p:sp>
      <p:sp>
        <p:nvSpPr>
          <p:cNvPr id="37" name="Text Placeholder 74">
            <a:extLst>
              <a:ext uri="{FF2B5EF4-FFF2-40B4-BE49-F238E27FC236}">
                <a16:creationId xmlns:a16="http://schemas.microsoft.com/office/drawing/2014/main" id="{3A5C1FFD-4967-9795-B6DA-B674EB0A1380}"/>
              </a:ext>
            </a:extLst>
          </p:cNvPr>
          <p:cNvSpPr>
            <a:spLocks noGrp="1"/>
          </p:cNvSpPr>
          <p:nvPr>
            <p:ph type="body" sz="quarter" idx="37" hasCustomPrompt="1"/>
          </p:nvPr>
        </p:nvSpPr>
        <p:spPr>
          <a:xfrm>
            <a:off x="8692271" y="5000531"/>
            <a:ext cx="2325689" cy="358261"/>
          </a:xfrm>
        </p:spPr>
        <p:txBody>
          <a:bodyPr>
            <a:normAutofit/>
          </a:bodyPr>
          <a:lstStyle>
            <a:lvl1pPr marL="0" indent="0" algn="ctr">
              <a:buNone/>
              <a:defRPr sz="1600" b="0">
                <a:latin typeface="Open Sans" pitchFamily="2" charset="0"/>
                <a:ea typeface="Open Sans" pitchFamily="2" charset="0"/>
                <a:cs typeface="Open Sans" pitchFamily="2" charset="0"/>
              </a:defRPr>
            </a:lvl1pPr>
            <a:lvl2pPr>
              <a:defRPr sz="1800"/>
            </a:lvl2pPr>
            <a:lvl3pPr>
              <a:defRPr sz="1600"/>
            </a:lvl3pPr>
          </a:lstStyle>
          <a:p>
            <a:pPr lvl="0"/>
            <a:r>
              <a:rPr lang="en-US"/>
              <a:t>Description</a:t>
            </a:r>
          </a:p>
        </p:txBody>
      </p:sp>
    </p:spTree>
    <p:extLst>
      <p:ext uri="{BB962C8B-B14F-4D97-AF65-F5344CB8AC3E}">
        <p14:creationId xmlns:p14="http://schemas.microsoft.com/office/powerpoint/2010/main" val="3159418278"/>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2_Miscellaneous">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FFA8095C-6957-5EC7-4323-059976D64700}"/>
              </a:ext>
            </a:extLst>
          </p:cNvPr>
          <p:cNvSpPr/>
          <p:nvPr userDrawn="1"/>
        </p:nvSpPr>
        <p:spPr>
          <a:xfrm rot="10800000">
            <a:off x="-2" y="4127502"/>
            <a:ext cx="4569985" cy="2730498"/>
          </a:xfrm>
          <a:custGeom>
            <a:avLst/>
            <a:gdLst>
              <a:gd name="connsiteX0" fmla="*/ 13028 w 10839953"/>
              <a:gd name="connsiteY0" fmla="*/ 0 h 6476710"/>
              <a:gd name="connsiteX1" fmla="*/ 10839953 w 10839953"/>
              <a:gd name="connsiteY1" fmla="*/ 0 h 6476710"/>
              <a:gd name="connsiteX2" fmla="*/ 10839953 w 10839953"/>
              <a:gd name="connsiteY2" fmla="*/ 4207453 h 6476710"/>
              <a:gd name="connsiteX3" fmla="*/ 10799970 w 10839953"/>
              <a:gd name="connsiteY3" fmla="*/ 4258332 h 6476710"/>
              <a:gd name="connsiteX4" fmla="*/ 6096000 w 10839953"/>
              <a:gd name="connsiteY4" fmla="*/ 6476710 h 6476710"/>
              <a:gd name="connsiteX5" fmla="*/ 0 w 10839953"/>
              <a:gd name="connsiteY5" fmla="*/ 380710 h 6476710"/>
              <a:gd name="connsiteX6" fmla="*/ 7932 w 10839953"/>
              <a:gd name="connsiteY6" fmla="*/ 67011 h 6476710"/>
              <a:gd name="connsiteX7" fmla="*/ 13028 w 10839953"/>
              <a:gd name="connsiteY7" fmla="*/ 0 h 6476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39953" h="6476710">
                <a:moveTo>
                  <a:pt x="13028" y="0"/>
                </a:moveTo>
                <a:lnTo>
                  <a:pt x="10839953" y="0"/>
                </a:lnTo>
                <a:lnTo>
                  <a:pt x="10839953" y="4207453"/>
                </a:lnTo>
                <a:lnTo>
                  <a:pt x="10799970" y="4258332"/>
                </a:lnTo>
                <a:cubicBezTo>
                  <a:pt x="9681874" y="5613152"/>
                  <a:pt x="7989785" y="6476710"/>
                  <a:pt x="6096000" y="6476710"/>
                </a:cubicBezTo>
                <a:cubicBezTo>
                  <a:pt x="2729272" y="6476710"/>
                  <a:pt x="0" y="3747438"/>
                  <a:pt x="0" y="380710"/>
                </a:cubicBezTo>
                <a:cubicBezTo>
                  <a:pt x="0" y="275500"/>
                  <a:pt x="2665" y="170912"/>
                  <a:pt x="7932" y="67011"/>
                </a:cubicBezTo>
                <a:lnTo>
                  <a:pt x="13028" y="0"/>
                </a:lnTo>
                <a:close/>
              </a:path>
            </a:pathLst>
          </a:custGeom>
          <a:gradFill>
            <a:gsLst>
              <a:gs pos="100000">
                <a:schemeClr val="tx2"/>
              </a:gs>
              <a:gs pos="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Picture Placeholder 40">
            <a:extLst>
              <a:ext uri="{FF2B5EF4-FFF2-40B4-BE49-F238E27FC236}">
                <a16:creationId xmlns:a16="http://schemas.microsoft.com/office/drawing/2014/main" id="{544B5328-6D80-7784-4220-C79FFA1FB257}"/>
              </a:ext>
            </a:extLst>
          </p:cNvPr>
          <p:cNvSpPr>
            <a:spLocks noGrp="1"/>
          </p:cNvSpPr>
          <p:nvPr>
            <p:ph type="pic" sz="quarter" idx="13"/>
          </p:nvPr>
        </p:nvSpPr>
        <p:spPr>
          <a:xfrm>
            <a:off x="1352048" y="-5702531"/>
            <a:ext cx="12192003" cy="12181139"/>
          </a:xfrm>
          <a:prstGeom prst="ellipse">
            <a:avLst/>
          </a:prstGeom>
          <a:noFill/>
        </p:spPr>
        <p:txBody>
          <a:bodyPr/>
          <a:lstStyle/>
          <a:p>
            <a:endParaRPr lang="en-IN"/>
          </a:p>
        </p:txBody>
      </p:sp>
      <p:sp>
        <p:nvSpPr>
          <p:cNvPr id="7" name="Title 1">
            <a:extLst>
              <a:ext uri="{FF2B5EF4-FFF2-40B4-BE49-F238E27FC236}">
                <a16:creationId xmlns:a16="http://schemas.microsoft.com/office/drawing/2014/main" id="{34113597-7CC6-531A-4BC2-34526106D4BE}"/>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r">
              <a:lnSpc>
                <a:spcPct val="100000"/>
              </a:lnSpc>
              <a:defRPr lang="en-US" sz="3200" dirty="0">
                <a:solidFill>
                  <a:schemeClr val="tx2"/>
                </a:solidFill>
              </a:defRPr>
            </a:lvl1pPr>
          </a:lstStyle>
          <a:p>
            <a:pPr lvl="0"/>
            <a:r>
              <a:rPr lang="en-GB"/>
              <a:t>Click to edit Master title style</a:t>
            </a:r>
            <a:endParaRPr lang="en-US"/>
          </a:p>
        </p:txBody>
      </p:sp>
      <p:sp>
        <p:nvSpPr>
          <p:cNvPr id="8" name="Rectangle 7">
            <a:extLst>
              <a:ext uri="{FF2B5EF4-FFF2-40B4-BE49-F238E27FC236}">
                <a16:creationId xmlns:a16="http://schemas.microsoft.com/office/drawing/2014/main" id="{56594010-F5CA-064F-63B9-AD7D19D448F3}"/>
              </a:ext>
            </a:extLst>
          </p:cNvPr>
          <p:cNvSpPr/>
          <p:nvPr userDrawn="1"/>
        </p:nvSpPr>
        <p:spPr>
          <a:xfrm>
            <a:off x="6443806" y="1488586"/>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9" name="Subtitle 2">
            <a:extLst>
              <a:ext uri="{FF2B5EF4-FFF2-40B4-BE49-F238E27FC236}">
                <a16:creationId xmlns:a16="http://schemas.microsoft.com/office/drawing/2014/main" id="{652999CC-950D-AC73-6A70-B04E0684E979}"/>
              </a:ext>
            </a:extLst>
          </p:cNvPr>
          <p:cNvSpPr>
            <a:spLocks noGrp="1"/>
          </p:cNvSpPr>
          <p:nvPr>
            <p:ph type="subTitle" idx="1"/>
          </p:nvPr>
        </p:nvSpPr>
        <p:spPr>
          <a:xfrm>
            <a:off x="285135" y="854284"/>
            <a:ext cx="11634149" cy="461665"/>
          </a:xfrm>
        </p:spPr>
        <p:txBody>
          <a:bodyPr wrap="square">
            <a:spAutoFit/>
          </a:bodyPr>
          <a:lstStyle>
            <a:lvl1pPr marL="0" indent="0" algn="r">
              <a:lnSpc>
                <a:spcPct val="100000"/>
              </a:lnSpc>
              <a:spcBef>
                <a:spcPts val="0"/>
              </a:spcBef>
              <a:buNone/>
              <a:defRPr lang="en-US" sz="2400" b="1" kern="1200" dirty="0">
                <a:solidFill>
                  <a:schemeClr val="accent1"/>
                </a:solidFill>
                <a:latin typeface="Barlow Medium" panose="00000600000000000000"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0" name="Rectangle: Rounded Corners 9">
            <a:extLst>
              <a:ext uri="{FF2B5EF4-FFF2-40B4-BE49-F238E27FC236}">
                <a16:creationId xmlns:a16="http://schemas.microsoft.com/office/drawing/2014/main" id="{5F2AE350-55D2-E63B-EA1B-43EBFB64272E}"/>
              </a:ext>
            </a:extLst>
          </p:cNvPr>
          <p:cNvSpPr/>
          <p:nvPr userDrawn="1"/>
        </p:nvSpPr>
        <p:spPr>
          <a:xfrm>
            <a:off x="809624" y="2612114"/>
            <a:ext cx="2437078" cy="3255286"/>
          </a:xfrm>
          <a:prstGeom prst="roundRect">
            <a:avLst>
              <a:gd name="adj" fmla="val 6896"/>
            </a:avLst>
          </a:prstGeom>
          <a:solidFill>
            <a:schemeClr val="bg1"/>
          </a:solidFill>
          <a:ln>
            <a:noFill/>
          </a:ln>
          <a:effectLst>
            <a:outerShdw blurRad="127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 Placeholder 37">
            <a:extLst>
              <a:ext uri="{FF2B5EF4-FFF2-40B4-BE49-F238E27FC236}">
                <a16:creationId xmlns:a16="http://schemas.microsoft.com/office/drawing/2014/main" id="{80C30F35-38A6-A294-048E-40574A758355}"/>
              </a:ext>
            </a:extLst>
          </p:cNvPr>
          <p:cNvSpPr>
            <a:spLocks noGrp="1"/>
          </p:cNvSpPr>
          <p:nvPr>
            <p:ph type="body" sz="quarter" idx="21" hasCustomPrompt="1"/>
          </p:nvPr>
        </p:nvSpPr>
        <p:spPr>
          <a:xfrm>
            <a:off x="996448" y="4009351"/>
            <a:ext cx="1903413" cy="469070"/>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6" name="Text Placeholder 37">
            <a:extLst>
              <a:ext uri="{FF2B5EF4-FFF2-40B4-BE49-F238E27FC236}">
                <a16:creationId xmlns:a16="http://schemas.microsoft.com/office/drawing/2014/main" id="{A6663F84-DDCB-28F0-3D3A-1E0285D4BCE9}"/>
              </a:ext>
            </a:extLst>
          </p:cNvPr>
          <p:cNvSpPr>
            <a:spLocks noGrp="1"/>
          </p:cNvSpPr>
          <p:nvPr>
            <p:ph type="body" sz="quarter" idx="20" hasCustomPrompt="1"/>
          </p:nvPr>
        </p:nvSpPr>
        <p:spPr>
          <a:xfrm>
            <a:off x="996450" y="3609535"/>
            <a:ext cx="1903411" cy="276665"/>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Click to add text</a:t>
            </a:r>
            <a:endParaRPr lang="en-IN"/>
          </a:p>
        </p:txBody>
      </p:sp>
      <p:sp>
        <p:nvSpPr>
          <p:cNvPr id="46" name="Rectangle 45">
            <a:extLst>
              <a:ext uri="{FF2B5EF4-FFF2-40B4-BE49-F238E27FC236}">
                <a16:creationId xmlns:a16="http://schemas.microsoft.com/office/drawing/2014/main" id="{5C2D7219-2A03-C3ED-E812-F65D73ED200B}"/>
              </a:ext>
            </a:extLst>
          </p:cNvPr>
          <p:cNvSpPr/>
          <p:nvPr userDrawn="1"/>
        </p:nvSpPr>
        <p:spPr>
          <a:xfrm>
            <a:off x="2819400" y="3319334"/>
            <a:ext cx="434708" cy="51314"/>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Text Placeholder 42">
            <a:extLst>
              <a:ext uri="{FF2B5EF4-FFF2-40B4-BE49-F238E27FC236}">
                <a16:creationId xmlns:a16="http://schemas.microsoft.com/office/drawing/2014/main" id="{00481D02-35A5-98C7-1207-2E929E940BCD}"/>
              </a:ext>
            </a:extLst>
          </p:cNvPr>
          <p:cNvSpPr>
            <a:spLocks noGrp="1"/>
          </p:cNvSpPr>
          <p:nvPr>
            <p:ph type="body" sz="quarter" idx="14" hasCustomPrompt="1"/>
          </p:nvPr>
        </p:nvSpPr>
        <p:spPr>
          <a:xfrm>
            <a:off x="996448" y="2880386"/>
            <a:ext cx="1903413" cy="527050"/>
          </a:xfrm>
        </p:spPr>
        <p:txBody>
          <a:bodyPr>
            <a:noAutofit/>
          </a:bodyPr>
          <a:lstStyle>
            <a:lvl1pPr marL="0" indent="0">
              <a:buNone/>
              <a:defRPr sz="3600" b="1">
                <a:solidFill>
                  <a:schemeClr val="tx2"/>
                </a:solidFill>
                <a:latin typeface="Barlow" panose="00000500000000000000" pitchFamily="2" charset="0"/>
              </a:defRPr>
            </a:lvl1pPr>
          </a:lstStyle>
          <a:p>
            <a:pPr lvl="0"/>
            <a:r>
              <a:rPr lang="en-US"/>
              <a:t>01</a:t>
            </a:r>
            <a:endParaRPr lang="en-IN"/>
          </a:p>
        </p:txBody>
      </p:sp>
      <p:sp>
        <p:nvSpPr>
          <p:cNvPr id="23" name="Rectangle: Rounded Corners 22">
            <a:extLst>
              <a:ext uri="{FF2B5EF4-FFF2-40B4-BE49-F238E27FC236}">
                <a16:creationId xmlns:a16="http://schemas.microsoft.com/office/drawing/2014/main" id="{B04DAB1D-95A5-1478-5C72-5943009BE77E}"/>
              </a:ext>
            </a:extLst>
          </p:cNvPr>
          <p:cNvSpPr/>
          <p:nvPr userDrawn="1"/>
        </p:nvSpPr>
        <p:spPr>
          <a:xfrm>
            <a:off x="3514109" y="2612114"/>
            <a:ext cx="2437078" cy="3255286"/>
          </a:xfrm>
          <a:prstGeom prst="roundRect">
            <a:avLst>
              <a:gd name="adj" fmla="val 6896"/>
            </a:avLst>
          </a:prstGeom>
          <a:solidFill>
            <a:schemeClr val="bg1"/>
          </a:solidFill>
          <a:ln>
            <a:noFill/>
          </a:ln>
          <a:effectLst>
            <a:outerShdw blurRad="127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 Placeholder 37">
            <a:extLst>
              <a:ext uri="{FF2B5EF4-FFF2-40B4-BE49-F238E27FC236}">
                <a16:creationId xmlns:a16="http://schemas.microsoft.com/office/drawing/2014/main" id="{731C22EE-498C-F7CA-40B9-97C9E33D543E}"/>
              </a:ext>
            </a:extLst>
          </p:cNvPr>
          <p:cNvSpPr>
            <a:spLocks noGrp="1"/>
          </p:cNvSpPr>
          <p:nvPr>
            <p:ph type="body" sz="quarter" idx="22" hasCustomPrompt="1"/>
          </p:nvPr>
        </p:nvSpPr>
        <p:spPr>
          <a:xfrm>
            <a:off x="3700933" y="4009351"/>
            <a:ext cx="1903413" cy="469070"/>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25" name="Text Placeholder 37">
            <a:extLst>
              <a:ext uri="{FF2B5EF4-FFF2-40B4-BE49-F238E27FC236}">
                <a16:creationId xmlns:a16="http://schemas.microsoft.com/office/drawing/2014/main" id="{0718D317-E437-ACFE-36C8-9CBA300462F9}"/>
              </a:ext>
            </a:extLst>
          </p:cNvPr>
          <p:cNvSpPr>
            <a:spLocks noGrp="1"/>
          </p:cNvSpPr>
          <p:nvPr>
            <p:ph type="body" sz="quarter" idx="23" hasCustomPrompt="1"/>
          </p:nvPr>
        </p:nvSpPr>
        <p:spPr>
          <a:xfrm>
            <a:off x="3700935" y="3609535"/>
            <a:ext cx="1903411" cy="276665"/>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Click to add text</a:t>
            </a:r>
            <a:endParaRPr lang="en-IN"/>
          </a:p>
        </p:txBody>
      </p:sp>
      <p:sp>
        <p:nvSpPr>
          <p:cNvPr id="26" name="Rectangle 25">
            <a:extLst>
              <a:ext uri="{FF2B5EF4-FFF2-40B4-BE49-F238E27FC236}">
                <a16:creationId xmlns:a16="http://schemas.microsoft.com/office/drawing/2014/main" id="{EAF39272-ABFB-4973-E473-1D05B700C25F}"/>
              </a:ext>
            </a:extLst>
          </p:cNvPr>
          <p:cNvSpPr/>
          <p:nvPr userDrawn="1"/>
        </p:nvSpPr>
        <p:spPr>
          <a:xfrm>
            <a:off x="5523885" y="3319334"/>
            <a:ext cx="434708" cy="51314"/>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7" name="Text Placeholder 42">
            <a:extLst>
              <a:ext uri="{FF2B5EF4-FFF2-40B4-BE49-F238E27FC236}">
                <a16:creationId xmlns:a16="http://schemas.microsoft.com/office/drawing/2014/main" id="{32E8F836-8812-4FCB-8F5B-81429F7BBB38}"/>
              </a:ext>
            </a:extLst>
          </p:cNvPr>
          <p:cNvSpPr>
            <a:spLocks noGrp="1"/>
          </p:cNvSpPr>
          <p:nvPr>
            <p:ph type="body" sz="quarter" idx="24" hasCustomPrompt="1"/>
          </p:nvPr>
        </p:nvSpPr>
        <p:spPr>
          <a:xfrm>
            <a:off x="3700933" y="2880386"/>
            <a:ext cx="1903413" cy="527050"/>
          </a:xfrm>
        </p:spPr>
        <p:txBody>
          <a:bodyPr>
            <a:noAutofit/>
          </a:bodyPr>
          <a:lstStyle>
            <a:lvl1pPr marL="0" indent="0">
              <a:buNone/>
              <a:defRPr sz="3600" b="1">
                <a:solidFill>
                  <a:schemeClr val="tx2"/>
                </a:solidFill>
                <a:latin typeface="Barlow" panose="00000500000000000000" pitchFamily="2" charset="0"/>
              </a:defRPr>
            </a:lvl1pPr>
          </a:lstStyle>
          <a:p>
            <a:pPr lvl="0"/>
            <a:r>
              <a:rPr lang="en-US"/>
              <a:t>02</a:t>
            </a:r>
            <a:endParaRPr lang="en-IN"/>
          </a:p>
        </p:txBody>
      </p:sp>
      <p:sp>
        <p:nvSpPr>
          <p:cNvPr id="33" name="Rectangle: Rounded Corners 32">
            <a:extLst>
              <a:ext uri="{FF2B5EF4-FFF2-40B4-BE49-F238E27FC236}">
                <a16:creationId xmlns:a16="http://schemas.microsoft.com/office/drawing/2014/main" id="{CBA6AB4C-B704-E9F0-7263-0160C8EF066F}"/>
              </a:ext>
            </a:extLst>
          </p:cNvPr>
          <p:cNvSpPr/>
          <p:nvPr userDrawn="1"/>
        </p:nvSpPr>
        <p:spPr>
          <a:xfrm>
            <a:off x="6227000" y="2612114"/>
            <a:ext cx="2437078" cy="3255286"/>
          </a:xfrm>
          <a:prstGeom prst="roundRect">
            <a:avLst>
              <a:gd name="adj" fmla="val 6896"/>
            </a:avLst>
          </a:prstGeom>
          <a:solidFill>
            <a:schemeClr val="bg1"/>
          </a:solidFill>
          <a:ln>
            <a:noFill/>
          </a:ln>
          <a:effectLst>
            <a:outerShdw blurRad="127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 Placeholder 37">
            <a:extLst>
              <a:ext uri="{FF2B5EF4-FFF2-40B4-BE49-F238E27FC236}">
                <a16:creationId xmlns:a16="http://schemas.microsoft.com/office/drawing/2014/main" id="{3651C546-F9F0-9525-73EB-8F8316BDB8E4}"/>
              </a:ext>
            </a:extLst>
          </p:cNvPr>
          <p:cNvSpPr>
            <a:spLocks noGrp="1"/>
          </p:cNvSpPr>
          <p:nvPr>
            <p:ph type="body" sz="quarter" idx="25" hasCustomPrompt="1"/>
          </p:nvPr>
        </p:nvSpPr>
        <p:spPr>
          <a:xfrm>
            <a:off x="6413824" y="4009351"/>
            <a:ext cx="1903413" cy="469070"/>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35" name="Text Placeholder 37">
            <a:extLst>
              <a:ext uri="{FF2B5EF4-FFF2-40B4-BE49-F238E27FC236}">
                <a16:creationId xmlns:a16="http://schemas.microsoft.com/office/drawing/2014/main" id="{D5793BEF-2010-0581-2EC2-C1A21BBFDE6F}"/>
              </a:ext>
            </a:extLst>
          </p:cNvPr>
          <p:cNvSpPr>
            <a:spLocks noGrp="1"/>
          </p:cNvSpPr>
          <p:nvPr>
            <p:ph type="body" sz="quarter" idx="26" hasCustomPrompt="1"/>
          </p:nvPr>
        </p:nvSpPr>
        <p:spPr>
          <a:xfrm>
            <a:off x="6413826" y="3609535"/>
            <a:ext cx="1903411" cy="276665"/>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Click to add text</a:t>
            </a:r>
            <a:endParaRPr lang="en-IN"/>
          </a:p>
        </p:txBody>
      </p:sp>
      <p:sp>
        <p:nvSpPr>
          <p:cNvPr id="36" name="Rectangle 35">
            <a:extLst>
              <a:ext uri="{FF2B5EF4-FFF2-40B4-BE49-F238E27FC236}">
                <a16:creationId xmlns:a16="http://schemas.microsoft.com/office/drawing/2014/main" id="{C6F9B29B-C3EE-0CCC-9097-A191C0E982D4}"/>
              </a:ext>
            </a:extLst>
          </p:cNvPr>
          <p:cNvSpPr/>
          <p:nvPr userDrawn="1"/>
        </p:nvSpPr>
        <p:spPr>
          <a:xfrm>
            <a:off x="8236776" y="3319334"/>
            <a:ext cx="434708" cy="51314"/>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37" name="Text Placeholder 42">
            <a:extLst>
              <a:ext uri="{FF2B5EF4-FFF2-40B4-BE49-F238E27FC236}">
                <a16:creationId xmlns:a16="http://schemas.microsoft.com/office/drawing/2014/main" id="{D860BE52-9B54-15A9-89D7-F26AF4F22438}"/>
              </a:ext>
            </a:extLst>
          </p:cNvPr>
          <p:cNvSpPr>
            <a:spLocks noGrp="1"/>
          </p:cNvSpPr>
          <p:nvPr>
            <p:ph type="body" sz="quarter" idx="27" hasCustomPrompt="1"/>
          </p:nvPr>
        </p:nvSpPr>
        <p:spPr>
          <a:xfrm>
            <a:off x="6413824" y="2880386"/>
            <a:ext cx="1903413" cy="527050"/>
          </a:xfrm>
        </p:spPr>
        <p:txBody>
          <a:bodyPr>
            <a:noAutofit/>
          </a:bodyPr>
          <a:lstStyle>
            <a:lvl1pPr marL="0" indent="0">
              <a:buNone/>
              <a:defRPr sz="3600" b="1">
                <a:solidFill>
                  <a:schemeClr val="tx2"/>
                </a:solidFill>
                <a:latin typeface="Barlow" panose="00000500000000000000" pitchFamily="2" charset="0"/>
              </a:defRPr>
            </a:lvl1pPr>
          </a:lstStyle>
          <a:p>
            <a:pPr lvl="0"/>
            <a:r>
              <a:rPr lang="en-US"/>
              <a:t>03</a:t>
            </a:r>
            <a:endParaRPr lang="en-IN"/>
          </a:p>
        </p:txBody>
      </p:sp>
      <p:sp>
        <p:nvSpPr>
          <p:cNvPr id="44" name="Rectangle: Rounded Corners 43">
            <a:extLst>
              <a:ext uri="{FF2B5EF4-FFF2-40B4-BE49-F238E27FC236}">
                <a16:creationId xmlns:a16="http://schemas.microsoft.com/office/drawing/2014/main" id="{6954ADF8-1F77-DD9F-6418-8F48DB8B9F63}"/>
              </a:ext>
            </a:extLst>
          </p:cNvPr>
          <p:cNvSpPr/>
          <p:nvPr userDrawn="1"/>
        </p:nvSpPr>
        <p:spPr>
          <a:xfrm>
            <a:off x="8939891" y="2612114"/>
            <a:ext cx="2437078" cy="3255286"/>
          </a:xfrm>
          <a:prstGeom prst="roundRect">
            <a:avLst>
              <a:gd name="adj" fmla="val 6896"/>
            </a:avLst>
          </a:prstGeom>
          <a:solidFill>
            <a:schemeClr val="bg1"/>
          </a:solidFill>
          <a:ln>
            <a:noFill/>
          </a:ln>
          <a:effectLst>
            <a:outerShdw blurRad="127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 Placeholder 37">
            <a:extLst>
              <a:ext uri="{FF2B5EF4-FFF2-40B4-BE49-F238E27FC236}">
                <a16:creationId xmlns:a16="http://schemas.microsoft.com/office/drawing/2014/main" id="{ABF55AA2-4B78-5FFF-9CDF-4A0BC3F1B130}"/>
              </a:ext>
            </a:extLst>
          </p:cNvPr>
          <p:cNvSpPr>
            <a:spLocks noGrp="1"/>
          </p:cNvSpPr>
          <p:nvPr>
            <p:ph type="body" sz="quarter" idx="28" hasCustomPrompt="1"/>
          </p:nvPr>
        </p:nvSpPr>
        <p:spPr>
          <a:xfrm>
            <a:off x="9126715" y="4009351"/>
            <a:ext cx="1903413" cy="469070"/>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47" name="Text Placeholder 37">
            <a:extLst>
              <a:ext uri="{FF2B5EF4-FFF2-40B4-BE49-F238E27FC236}">
                <a16:creationId xmlns:a16="http://schemas.microsoft.com/office/drawing/2014/main" id="{553A0342-B173-027B-0A63-9D49698D7EB4}"/>
              </a:ext>
            </a:extLst>
          </p:cNvPr>
          <p:cNvSpPr>
            <a:spLocks noGrp="1"/>
          </p:cNvSpPr>
          <p:nvPr>
            <p:ph type="body" sz="quarter" idx="29" hasCustomPrompt="1"/>
          </p:nvPr>
        </p:nvSpPr>
        <p:spPr>
          <a:xfrm>
            <a:off x="9126717" y="3609535"/>
            <a:ext cx="1903411" cy="276665"/>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Click to add text</a:t>
            </a:r>
            <a:endParaRPr lang="en-IN"/>
          </a:p>
        </p:txBody>
      </p:sp>
      <p:sp>
        <p:nvSpPr>
          <p:cNvPr id="48" name="Rectangle 47">
            <a:extLst>
              <a:ext uri="{FF2B5EF4-FFF2-40B4-BE49-F238E27FC236}">
                <a16:creationId xmlns:a16="http://schemas.microsoft.com/office/drawing/2014/main" id="{E034B531-F2C6-B1D6-11A3-837CB9BEA982}"/>
              </a:ext>
            </a:extLst>
          </p:cNvPr>
          <p:cNvSpPr/>
          <p:nvPr userDrawn="1"/>
        </p:nvSpPr>
        <p:spPr>
          <a:xfrm>
            <a:off x="10949667" y="3319334"/>
            <a:ext cx="434708" cy="51314"/>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49" name="Text Placeholder 42">
            <a:extLst>
              <a:ext uri="{FF2B5EF4-FFF2-40B4-BE49-F238E27FC236}">
                <a16:creationId xmlns:a16="http://schemas.microsoft.com/office/drawing/2014/main" id="{ACEF462E-9001-EC24-1C02-AE2EE263F7E5}"/>
              </a:ext>
            </a:extLst>
          </p:cNvPr>
          <p:cNvSpPr>
            <a:spLocks noGrp="1"/>
          </p:cNvSpPr>
          <p:nvPr>
            <p:ph type="body" sz="quarter" idx="30" hasCustomPrompt="1"/>
          </p:nvPr>
        </p:nvSpPr>
        <p:spPr>
          <a:xfrm>
            <a:off x="9126715" y="2880386"/>
            <a:ext cx="1903413" cy="527050"/>
          </a:xfrm>
        </p:spPr>
        <p:txBody>
          <a:bodyPr>
            <a:noAutofit/>
          </a:bodyPr>
          <a:lstStyle>
            <a:lvl1pPr marL="0" indent="0">
              <a:buNone/>
              <a:defRPr sz="3600" b="1">
                <a:solidFill>
                  <a:schemeClr val="tx2"/>
                </a:solidFill>
                <a:latin typeface="Barlow" panose="00000500000000000000" pitchFamily="2" charset="0"/>
              </a:defRPr>
            </a:lvl1pPr>
          </a:lstStyle>
          <a:p>
            <a:pPr lvl="0"/>
            <a:r>
              <a:rPr lang="en-US"/>
              <a:t>04</a:t>
            </a:r>
            <a:endParaRPr lang="en-IN"/>
          </a:p>
        </p:txBody>
      </p:sp>
    </p:spTree>
    <p:extLst>
      <p:ext uri="{BB962C8B-B14F-4D97-AF65-F5344CB8AC3E}">
        <p14:creationId xmlns:p14="http://schemas.microsoft.com/office/powerpoint/2010/main" val="737629515"/>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3_Miscellaneous">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71E2354-AF0A-A7B4-7B78-365FAC8AEB1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67780" y="1408471"/>
            <a:ext cx="8256439" cy="5079644"/>
          </a:xfrm>
          <a:prstGeom prst="rect">
            <a:avLst/>
          </a:prstGeom>
        </p:spPr>
      </p:pic>
      <p:sp>
        <p:nvSpPr>
          <p:cNvPr id="8" name="Title 1">
            <a:extLst>
              <a:ext uri="{FF2B5EF4-FFF2-40B4-BE49-F238E27FC236}">
                <a16:creationId xmlns:a16="http://schemas.microsoft.com/office/drawing/2014/main" id="{8C48F4F6-BD8F-048E-5B8A-25193117E050}"/>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ctr">
              <a:lnSpc>
                <a:spcPct val="100000"/>
              </a:lnSpc>
              <a:defRPr lang="en-US" sz="3200" dirty="0">
                <a:solidFill>
                  <a:schemeClr val="tx2"/>
                </a:solidFill>
              </a:defRPr>
            </a:lvl1pPr>
          </a:lstStyle>
          <a:p>
            <a:pPr lvl="0"/>
            <a:r>
              <a:rPr lang="en-GB"/>
              <a:t>Click to edit Master title style</a:t>
            </a:r>
            <a:endParaRPr lang="en-US"/>
          </a:p>
        </p:txBody>
      </p:sp>
      <p:sp>
        <p:nvSpPr>
          <p:cNvPr id="19" name="Rectangle 18">
            <a:extLst>
              <a:ext uri="{FF2B5EF4-FFF2-40B4-BE49-F238E27FC236}">
                <a16:creationId xmlns:a16="http://schemas.microsoft.com/office/drawing/2014/main" id="{C930368F-58B1-272E-5A4E-082B39802E55}"/>
              </a:ext>
            </a:extLst>
          </p:cNvPr>
          <p:cNvSpPr/>
          <p:nvPr userDrawn="1"/>
        </p:nvSpPr>
        <p:spPr>
          <a:xfrm>
            <a:off x="0" y="2553432"/>
            <a:ext cx="3362449" cy="661084"/>
          </a:xfrm>
          <a:prstGeom prst="rect">
            <a:avLst/>
          </a:prstGeom>
          <a:gradFill flip="none" rotWithShape="1">
            <a:gsLst>
              <a:gs pos="0">
                <a:srgbClr val="FFFFFF"/>
              </a:gs>
              <a:gs pos="44000">
                <a:schemeClr val="bg1">
                  <a:lumMod val="95000"/>
                </a:schemeClr>
              </a:gs>
              <a:gs pos="100000">
                <a:schemeClr val="tx1">
                  <a:lumMod val="20000"/>
                  <a:lumOff val="8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76A7EC8-5ADE-B139-BEB4-EC8EA819AD39}"/>
              </a:ext>
            </a:extLst>
          </p:cNvPr>
          <p:cNvSpPr/>
          <p:nvPr userDrawn="1"/>
        </p:nvSpPr>
        <p:spPr>
          <a:xfrm rot="10800000">
            <a:off x="8759118" y="4234001"/>
            <a:ext cx="3432882" cy="677454"/>
          </a:xfrm>
          <a:prstGeom prst="rect">
            <a:avLst/>
          </a:prstGeom>
          <a:gradFill flip="none" rotWithShape="1">
            <a:gsLst>
              <a:gs pos="0">
                <a:srgbClr val="FFFFFF"/>
              </a:gs>
              <a:gs pos="44000">
                <a:schemeClr val="bg1">
                  <a:lumMod val="95000"/>
                </a:schemeClr>
              </a:gs>
              <a:gs pos="100000">
                <a:schemeClr val="tx1">
                  <a:lumMod val="20000"/>
                  <a:lumOff val="8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1" name="Rectangle 20">
            <a:extLst>
              <a:ext uri="{FF2B5EF4-FFF2-40B4-BE49-F238E27FC236}">
                <a16:creationId xmlns:a16="http://schemas.microsoft.com/office/drawing/2014/main" id="{ED3C8B1D-4FBA-2B1C-99E8-C7E23566E448}"/>
              </a:ext>
            </a:extLst>
          </p:cNvPr>
          <p:cNvSpPr/>
          <p:nvPr userDrawn="1"/>
        </p:nvSpPr>
        <p:spPr>
          <a:xfrm rot="10800000">
            <a:off x="8804520" y="2553433"/>
            <a:ext cx="3387479" cy="661084"/>
          </a:xfrm>
          <a:prstGeom prst="rect">
            <a:avLst/>
          </a:prstGeom>
          <a:gradFill flip="none" rotWithShape="1">
            <a:gsLst>
              <a:gs pos="0">
                <a:srgbClr val="FFFFFF"/>
              </a:gs>
              <a:gs pos="44000">
                <a:schemeClr val="bg1">
                  <a:lumMod val="95000"/>
                </a:schemeClr>
              </a:gs>
              <a:gs pos="100000">
                <a:schemeClr val="tx1">
                  <a:lumMod val="20000"/>
                  <a:lumOff val="8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2" name="Rectangle 21">
            <a:extLst>
              <a:ext uri="{FF2B5EF4-FFF2-40B4-BE49-F238E27FC236}">
                <a16:creationId xmlns:a16="http://schemas.microsoft.com/office/drawing/2014/main" id="{90433AE9-764B-21EF-207A-FBC2BB0883AD}"/>
              </a:ext>
            </a:extLst>
          </p:cNvPr>
          <p:cNvSpPr/>
          <p:nvPr userDrawn="1"/>
        </p:nvSpPr>
        <p:spPr>
          <a:xfrm>
            <a:off x="59839" y="4252314"/>
            <a:ext cx="3364562" cy="640826"/>
          </a:xfrm>
          <a:prstGeom prst="rect">
            <a:avLst/>
          </a:prstGeom>
          <a:gradFill flip="none" rotWithShape="1">
            <a:gsLst>
              <a:gs pos="0">
                <a:srgbClr val="FFFFFF"/>
              </a:gs>
              <a:gs pos="44000">
                <a:schemeClr val="bg1">
                  <a:lumMod val="95000"/>
                </a:schemeClr>
              </a:gs>
              <a:gs pos="100000">
                <a:schemeClr val="tx1">
                  <a:lumMod val="20000"/>
                  <a:lumOff val="8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3" name="Rectangle 22">
            <a:extLst>
              <a:ext uri="{FF2B5EF4-FFF2-40B4-BE49-F238E27FC236}">
                <a16:creationId xmlns:a16="http://schemas.microsoft.com/office/drawing/2014/main" id="{AEFED25F-C3A8-9E93-9C06-CE4DC73E4669}"/>
              </a:ext>
            </a:extLst>
          </p:cNvPr>
          <p:cNvSpPr/>
          <p:nvPr userDrawn="1"/>
        </p:nvSpPr>
        <p:spPr>
          <a:xfrm rot="10800000">
            <a:off x="3480993" y="2553432"/>
            <a:ext cx="1201145" cy="661084"/>
          </a:xfrm>
          <a:prstGeom prst="rect">
            <a:avLst/>
          </a:prstGeom>
          <a:gradFill flip="none" rotWithShape="1">
            <a:gsLst>
              <a:gs pos="41000">
                <a:schemeClr val="tx2"/>
              </a:gs>
              <a:gs pos="0">
                <a:schemeClr val="bg1"/>
              </a:gs>
              <a:gs pos="100000">
                <a:schemeClr val="tx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652440D5-82B9-7701-F35B-C55B0F0580CF}"/>
              </a:ext>
            </a:extLst>
          </p:cNvPr>
          <p:cNvSpPr/>
          <p:nvPr userDrawn="1"/>
        </p:nvSpPr>
        <p:spPr>
          <a:xfrm>
            <a:off x="7391962" y="4242185"/>
            <a:ext cx="1357596" cy="661084"/>
          </a:xfrm>
          <a:prstGeom prst="rect">
            <a:avLst/>
          </a:prstGeom>
          <a:gradFill flip="none" rotWithShape="1">
            <a:gsLst>
              <a:gs pos="100000">
                <a:schemeClr val="accent6"/>
              </a:gs>
              <a:gs pos="0">
                <a:schemeClr val="bg1"/>
              </a:gs>
              <a:gs pos="41000">
                <a:schemeClr val="accent6"/>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993E8914-9407-F23A-F644-A2A58C4E70F7}"/>
              </a:ext>
            </a:extLst>
          </p:cNvPr>
          <p:cNvSpPr/>
          <p:nvPr userDrawn="1"/>
        </p:nvSpPr>
        <p:spPr>
          <a:xfrm rot="10800000">
            <a:off x="3480993" y="4242185"/>
            <a:ext cx="1201145" cy="661084"/>
          </a:xfrm>
          <a:prstGeom prst="rect">
            <a:avLst/>
          </a:prstGeom>
          <a:gradFill flip="none" rotWithShape="1">
            <a:gsLst>
              <a:gs pos="45000">
                <a:schemeClr val="accent1"/>
              </a:gs>
              <a:gs pos="0">
                <a:schemeClr val="bg1"/>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2E3C5CD-E436-D613-8532-7F1C866813FC}"/>
              </a:ext>
            </a:extLst>
          </p:cNvPr>
          <p:cNvSpPr/>
          <p:nvPr userDrawn="1"/>
        </p:nvSpPr>
        <p:spPr>
          <a:xfrm>
            <a:off x="7391962" y="2553432"/>
            <a:ext cx="1357596" cy="661084"/>
          </a:xfrm>
          <a:prstGeom prst="rect">
            <a:avLst/>
          </a:prstGeom>
          <a:gradFill flip="none" rotWithShape="1">
            <a:gsLst>
              <a:gs pos="100000">
                <a:schemeClr val="accent2"/>
              </a:gs>
              <a:gs pos="37000">
                <a:schemeClr val="accent2"/>
              </a:gs>
              <a:gs pos="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Content Placeholder 78">
            <a:extLst>
              <a:ext uri="{FF2B5EF4-FFF2-40B4-BE49-F238E27FC236}">
                <a16:creationId xmlns:a16="http://schemas.microsoft.com/office/drawing/2014/main" id="{A94F6B01-0DFF-10F3-CAFB-D9F2DCA595D1}"/>
              </a:ext>
            </a:extLst>
          </p:cNvPr>
          <p:cNvSpPr>
            <a:spLocks noGrp="1"/>
          </p:cNvSpPr>
          <p:nvPr>
            <p:ph sz="quarter" idx="30" hasCustomPrompt="1"/>
          </p:nvPr>
        </p:nvSpPr>
        <p:spPr>
          <a:xfrm>
            <a:off x="3046841" y="2519594"/>
            <a:ext cx="705700" cy="680615"/>
          </a:xfrm>
          <a:prstGeom prst="ellipse">
            <a:avLst/>
          </a:prstGeom>
          <a:solidFill>
            <a:schemeClr val="tx2"/>
          </a:solidFill>
          <a:effectLst>
            <a:outerShdw blurRad="50800" dist="38100" dir="2700000" algn="tl" rotWithShape="0">
              <a:prstClr val="black">
                <a:alpha val="40000"/>
              </a:prstClr>
            </a:outerShdw>
          </a:effectLst>
        </p:spPr>
        <p:txBody>
          <a:bodyPr lIns="0" rIns="0" anchor="ctr">
            <a:noAutofit/>
          </a:bodyPr>
          <a:lstStyle>
            <a:lvl1pPr marL="0" indent="0" algn="ctr">
              <a:buNone/>
              <a:defRPr sz="900" b="1">
                <a:solidFill>
                  <a:schemeClr val="bg1"/>
                </a:solidFill>
              </a:defRPr>
            </a:lvl1pPr>
          </a:lstStyle>
          <a:p>
            <a:pPr lvl="0"/>
            <a:r>
              <a:rPr lang="en-US"/>
              <a:t>Icon</a:t>
            </a:r>
            <a:endParaRPr lang="en-IN"/>
          </a:p>
        </p:txBody>
      </p:sp>
      <p:sp>
        <p:nvSpPr>
          <p:cNvPr id="51" name="Content Placeholder 78">
            <a:extLst>
              <a:ext uri="{FF2B5EF4-FFF2-40B4-BE49-F238E27FC236}">
                <a16:creationId xmlns:a16="http://schemas.microsoft.com/office/drawing/2014/main" id="{D7453B05-EDC4-D383-327C-B7B4649EFBB8}"/>
              </a:ext>
            </a:extLst>
          </p:cNvPr>
          <p:cNvSpPr>
            <a:spLocks noGrp="1"/>
          </p:cNvSpPr>
          <p:nvPr>
            <p:ph sz="quarter" idx="31" hasCustomPrompt="1"/>
          </p:nvPr>
        </p:nvSpPr>
        <p:spPr>
          <a:xfrm>
            <a:off x="3064125" y="4241323"/>
            <a:ext cx="705700" cy="680615"/>
          </a:xfrm>
          <a:prstGeom prst="ellipse">
            <a:avLst/>
          </a:prstGeom>
          <a:solidFill>
            <a:schemeClr val="accent1"/>
          </a:solidFill>
          <a:effectLst>
            <a:outerShdw blurRad="50800" dist="38100" dir="2700000" algn="tl" rotWithShape="0">
              <a:prstClr val="black">
                <a:alpha val="40000"/>
              </a:prstClr>
            </a:outerShdw>
          </a:effectLst>
        </p:spPr>
        <p:txBody>
          <a:bodyPr vert="horz" lIns="0" tIns="45720" rIns="0" bIns="45720" rtlCol="0" anchor="ctr">
            <a:noAutofit/>
          </a:bodyPr>
          <a:lstStyle>
            <a:lvl1pPr>
              <a:defRPr lang="en-IN" sz="900" b="1" dirty="0">
                <a:solidFill>
                  <a:schemeClr val="bg1"/>
                </a:solidFill>
              </a:defRPr>
            </a:lvl1pPr>
          </a:lstStyle>
          <a:p>
            <a:pPr marL="0" lvl="0" indent="0" algn="ctr">
              <a:buNone/>
            </a:pPr>
            <a:r>
              <a:rPr lang="en-US"/>
              <a:t>Icon</a:t>
            </a:r>
            <a:endParaRPr lang="en-IN"/>
          </a:p>
        </p:txBody>
      </p:sp>
      <p:sp>
        <p:nvSpPr>
          <p:cNvPr id="52" name="Content Placeholder 78">
            <a:extLst>
              <a:ext uri="{FF2B5EF4-FFF2-40B4-BE49-F238E27FC236}">
                <a16:creationId xmlns:a16="http://schemas.microsoft.com/office/drawing/2014/main" id="{F3269EB5-AA83-CE3F-5F2F-4488474CF952}"/>
              </a:ext>
            </a:extLst>
          </p:cNvPr>
          <p:cNvSpPr>
            <a:spLocks noGrp="1"/>
          </p:cNvSpPr>
          <p:nvPr>
            <p:ph sz="quarter" idx="32" hasCustomPrompt="1"/>
          </p:nvPr>
        </p:nvSpPr>
        <p:spPr>
          <a:xfrm>
            <a:off x="8415668" y="2533901"/>
            <a:ext cx="705700" cy="680615"/>
          </a:xfrm>
          <a:prstGeom prst="ellipse">
            <a:avLst/>
          </a:prstGeom>
          <a:solidFill>
            <a:schemeClr val="accent2"/>
          </a:solidFill>
          <a:effectLst>
            <a:outerShdw blurRad="50800" dist="38100" dir="2700000" algn="tl" rotWithShape="0">
              <a:prstClr val="black">
                <a:alpha val="40000"/>
              </a:prstClr>
            </a:outerShdw>
          </a:effectLst>
        </p:spPr>
        <p:txBody>
          <a:bodyPr vert="horz" lIns="0" tIns="45720" rIns="0" bIns="45720" rtlCol="0" anchor="ctr">
            <a:noAutofit/>
          </a:bodyPr>
          <a:lstStyle>
            <a:lvl1pPr>
              <a:defRPr lang="en-IN" sz="900" b="1" dirty="0">
                <a:solidFill>
                  <a:schemeClr val="bg1"/>
                </a:solidFill>
              </a:defRPr>
            </a:lvl1pPr>
          </a:lstStyle>
          <a:p>
            <a:pPr marL="0" lvl="0" indent="0" algn="ctr">
              <a:buNone/>
            </a:pPr>
            <a:r>
              <a:rPr lang="en-US"/>
              <a:t>Icon</a:t>
            </a:r>
            <a:endParaRPr lang="en-IN"/>
          </a:p>
        </p:txBody>
      </p:sp>
      <p:sp>
        <p:nvSpPr>
          <p:cNvPr id="53" name="Content Placeholder 78">
            <a:extLst>
              <a:ext uri="{FF2B5EF4-FFF2-40B4-BE49-F238E27FC236}">
                <a16:creationId xmlns:a16="http://schemas.microsoft.com/office/drawing/2014/main" id="{20B369D4-5901-F195-C74C-4287BA419A1C}"/>
              </a:ext>
            </a:extLst>
          </p:cNvPr>
          <p:cNvSpPr>
            <a:spLocks noGrp="1"/>
          </p:cNvSpPr>
          <p:nvPr>
            <p:ph sz="quarter" idx="33" hasCustomPrompt="1"/>
          </p:nvPr>
        </p:nvSpPr>
        <p:spPr>
          <a:xfrm>
            <a:off x="8432952" y="4255630"/>
            <a:ext cx="705700" cy="680615"/>
          </a:xfrm>
          <a:prstGeom prst="ellipse">
            <a:avLst/>
          </a:prstGeom>
          <a:solidFill>
            <a:schemeClr val="accent6"/>
          </a:solidFill>
          <a:effectLst>
            <a:outerShdw blurRad="50800" dist="38100" dir="2700000" algn="tl" rotWithShape="0">
              <a:prstClr val="black">
                <a:alpha val="40000"/>
              </a:prstClr>
            </a:outerShdw>
          </a:effectLst>
        </p:spPr>
        <p:txBody>
          <a:bodyPr vert="horz" lIns="0" tIns="45720" rIns="0" bIns="45720" rtlCol="0" anchor="ctr">
            <a:noAutofit/>
          </a:bodyPr>
          <a:lstStyle>
            <a:lvl1pPr>
              <a:defRPr lang="en-IN" sz="900" b="1" dirty="0">
                <a:solidFill>
                  <a:schemeClr val="bg1"/>
                </a:solidFill>
              </a:defRPr>
            </a:lvl1pPr>
          </a:lstStyle>
          <a:p>
            <a:pPr marL="0" lvl="0" indent="0" algn="ctr">
              <a:buNone/>
            </a:pPr>
            <a:r>
              <a:rPr lang="en-US"/>
              <a:t>Icon</a:t>
            </a:r>
            <a:endParaRPr lang="en-IN"/>
          </a:p>
        </p:txBody>
      </p:sp>
      <p:sp>
        <p:nvSpPr>
          <p:cNvPr id="55" name="Text Placeholder 37">
            <a:extLst>
              <a:ext uri="{FF2B5EF4-FFF2-40B4-BE49-F238E27FC236}">
                <a16:creationId xmlns:a16="http://schemas.microsoft.com/office/drawing/2014/main" id="{E9BE3D7E-18AE-2411-ABC9-18C05E3CB92D}"/>
              </a:ext>
            </a:extLst>
          </p:cNvPr>
          <p:cNvSpPr>
            <a:spLocks noGrp="1"/>
          </p:cNvSpPr>
          <p:nvPr>
            <p:ph type="body" sz="quarter" idx="22" hasCustomPrompt="1"/>
          </p:nvPr>
        </p:nvSpPr>
        <p:spPr>
          <a:xfrm>
            <a:off x="9181476" y="4357281"/>
            <a:ext cx="2555960" cy="430887"/>
          </a:xfrm>
        </p:spPr>
        <p:txBody>
          <a:bodyPr vert="horz" lIns="91440" tIns="45720" rIns="91440" bIns="45720" rtlCol="0">
            <a:normAutofit/>
          </a:bodyPr>
          <a:lstStyle>
            <a:lvl1pPr>
              <a:defRPr lang="en-IN" sz="1400" b="0" dirty="0"/>
            </a:lvl1pPr>
          </a:lstStyle>
          <a:p>
            <a:pPr marL="0" lvl="0" indent="0">
              <a:buNone/>
            </a:pPr>
            <a:r>
              <a:rPr lang="en-US"/>
              <a:t>Click to add text</a:t>
            </a:r>
            <a:endParaRPr lang="en-IN"/>
          </a:p>
        </p:txBody>
      </p:sp>
      <p:sp>
        <p:nvSpPr>
          <p:cNvPr id="54" name="Text Placeholder 37">
            <a:extLst>
              <a:ext uri="{FF2B5EF4-FFF2-40B4-BE49-F238E27FC236}">
                <a16:creationId xmlns:a16="http://schemas.microsoft.com/office/drawing/2014/main" id="{2E9B732C-858C-43C2-E32B-C14DF365CBC6}"/>
              </a:ext>
            </a:extLst>
          </p:cNvPr>
          <p:cNvSpPr>
            <a:spLocks noGrp="1"/>
          </p:cNvSpPr>
          <p:nvPr>
            <p:ph type="body" sz="quarter" idx="21" hasCustomPrompt="1"/>
          </p:nvPr>
        </p:nvSpPr>
        <p:spPr>
          <a:xfrm>
            <a:off x="9181476" y="2668530"/>
            <a:ext cx="2555960" cy="430887"/>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60" name="Text Placeholder 37">
            <a:extLst>
              <a:ext uri="{FF2B5EF4-FFF2-40B4-BE49-F238E27FC236}">
                <a16:creationId xmlns:a16="http://schemas.microsoft.com/office/drawing/2014/main" id="{D28FBBC0-DF2B-8FA4-AF0C-647D9C680D28}"/>
              </a:ext>
            </a:extLst>
          </p:cNvPr>
          <p:cNvSpPr>
            <a:spLocks noGrp="1"/>
          </p:cNvSpPr>
          <p:nvPr>
            <p:ph type="body" sz="quarter" idx="34" hasCustomPrompt="1"/>
          </p:nvPr>
        </p:nvSpPr>
        <p:spPr>
          <a:xfrm>
            <a:off x="444561" y="4357284"/>
            <a:ext cx="2555960" cy="430887"/>
          </a:xfrm>
        </p:spPr>
        <p:txBody>
          <a:bodyPr vert="horz" lIns="91440" tIns="45720" rIns="91440" bIns="45720" rtlCol="0">
            <a:normAutofit/>
          </a:bodyPr>
          <a:lstStyle>
            <a:lvl1pPr>
              <a:defRPr lang="en-IN" sz="1400" b="0" dirty="0"/>
            </a:lvl1pPr>
          </a:lstStyle>
          <a:p>
            <a:pPr marL="0" lvl="0" indent="0" algn="r">
              <a:buNone/>
            </a:pPr>
            <a:r>
              <a:rPr lang="en-US"/>
              <a:t>Click to add text</a:t>
            </a:r>
            <a:endParaRPr lang="en-IN"/>
          </a:p>
        </p:txBody>
      </p:sp>
      <p:sp>
        <p:nvSpPr>
          <p:cNvPr id="61" name="Text Placeholder 37">
            <a:extLst>
              <a:ext uri="{FF2B5EF4-FFF2-40B4-BE49-F238E27FC236}">
                <a16:creationId xmlns:a16="http://schemas.microsoft.com/office/drawing/2014/main" id="{1D97E979-1E55-1572-0C72-D407C5494920}"/>
              </a:ext>
            </a:extLst>
          </p:cNvPr>
          <p:cNvSpPr>
            <a:spLocks noGrp="1"/>
          </p:cNvSpPr>
          <p:nvPr>
            <p:ph type="body" sz="quarter" idx="35" hasCustomPrompt="1"/>
          </p:nvPr>
        </p:nvSpPr>
        <p:spPr>
          <a:xfrm>
            <a:off x="444561" y="2668533"/>
            <a:ext cx="2555960" cy="430887"/>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31" name="Text Placeholder 42">
            <a:extLst>
              <a:ext uri="{FF2B5EF4-FFF2-40B4-BE49-F238E27FC236}">
                <a16:creationId xmlns:a16="http://schemas.microsoft.com/office/drawing/2014/main" id="{0873EA0D-BFD9-ED2D-F7F4-279E954E544F}"/>
              </a:ext>
            </a:extLst>
          </p:cNvPr>
          <p:cNvSpPr>
            <a:spLocks noGrp="1"/>
          </p:cNvSpPr>
          <p:nvPr>
            <p:ph type="body" sz="quarter" idx="14" hasCustomPrompt="1"/>
          </p:nvPr>
        </p:nvSpPr>
        <p:spPr>
          <a:xfrm>
            <a:off x="3794998" y="2620448"/>
            <a:ext cx="852788" cy="527050"/>
          </a:xfrm>
        </p:spPr>
        <p:txBody>
          <a:bodyPr>
            <a:noAutofit/>
          </a:bodyPr>
          <a:lstStyle>
            <a:lvl1pPr marL="0" indent="0">
              <a:buNone/>
              <a:defRPr sz="2800" b="1">
                <a:solidFill>
                  <a:schemeClr val="bg1"/>
                </a:solidFill>
                <a:latin typeface="Barlow" panose="00000500000000000000" pitchFamily="2" charset="0"/>
              </a:defRPr>
            </a:lvl1pPr>
          </a:lstStyle>
          <a:p>
            <a:pPr lvl="0"/>
            <a:r>
              <a:rPr lang="en-US"/>
              <a:t>X%</a:t>
            </a:r>
            <a:endParaRPr lang="en-IN"/>
          </a:p>
        </p:txBody>
      </p:sp>
      <p:sp>
        <p:nvSpPr>
          <p:cNvPr id="32" name="Text Placeholder 42">
            <a:extLst>
              <a:ext uri="{FF2B5EF4-FFF2-40B4-BE49-F238E27FC236}">
                <a16:creationId xmlns:a16="http://schemas.microsoft.com/office/drawing/2014/main" id="{7A76B38E-E5F3-7BD6-81A2-65316AC6BCEA}"/>
              </a:ext>
            </a:extLst>
          </p:cNvPr>
          <p:cNvSpPr>
            <a:spLocks noGrp="1"/>
          </p:cNvSpPr>
          <p:nvPr>
            <p:ph type="body" sz="quarter" idx="37" hasCustomPrompt="1"/>
          </p:nvPr>
        </p:nvSpPr>
        <p:spPr>
          <a:xfrm>
            <a:off x="3800003" y="4318105"/>
            <a:ext cx="852788" cy="527050"/>
          </a:xfrm>
        </p:spPr>
        <p:txBody>
          <a:bodyPr>
            <a:noAutofit/>
          </a:bodyPr>
          <a:lstStyle>
            <a:lvl1pPr marL="0" indent="0">
              <a:buNone/>
              <a:defRPr sz="2800" b="1">
                <a:solidFill>
                  <a:schemeClr val="bg1"/>
                </a:solidFill>
                <a:latin typeface="Barlow" panose="00000500000000000000" pitchFamily="2" charset="0"/>
              </a:defRPr>
            </a:lvl1pPr>
          </a:lstStyle>
          <a:p>
            <a:pPr lvl="0"/>
            <a:r>
              <a:rPr lang="en-US"/>
              <a:t>X%</a:t>
            </a:r>
            <a:endParaRPr lang="en-IN"/>
          </a:p>
        </p:txBody>
      </p:sp>
      <p:sp>
        <p:nvSpPr>
          <p:cNvPr id="33" name="Text Placeholder 42">
            <a:extLst>
              <a:ext uri="{FF2B5EF4-FFF2-40B4-BE49-F238E27FC236}">
                <a16:creationId xmlns:a16="http://schemas.microsoft.com/office/drawing/2014/main" id="{44D8A3A5-E2B7-865E-36CC-7A929E25C864}"/>
              </a:ext>
            </a:extLst>
          </p:cNvPr>
          <p:cNvSpPr>
            <a:spLocks noGrp="1"/>
          </p:cNvSpPr>
          <p:nvPr>
            <p:ph type="body" sz="quarter" idx="38" hasCustomPrompt="1"/>
          </p:nvPr>
        </p:nvSpPr>
        <p:spPr>
          <a:xfrm>
            <a:off x="7558752" y="4311785"/>
            <a:ext cx="852788" cy="527050"/>
          </a:xfrm>
        </p:spPr>
        <p:txBody>
          <a:bodyPr>
            <a:noAutofit/>
          </a:bodyPr>
          <a:lstStyle>
            <a:lvl1pPr marL="0" indent="0" algn="r">
              <a:buNone/>
              <a:defRPr sz="2800" b="1">
                <a:solidFill>
                  <a:schemeClr val="bg1"/>
                </a:solidFill>
                <a:latin typeface="Barlow" panose="00000500000000000000" pitchFamily="2" charset="0"/>
              </a:defRPr>
            </a:lvl1pPr>
          </a:lstStyle>
          <a:p>
            <a:pPr lvl="0"/>
            <a:r>
              <a:rPr lang="en-US"/>
              <a:t>X%</a:t>
            </a:r>
            <a:endParaRPr lang="en-IN"/>
          </a:p>
        </p:txBody>
      </p:sp>
      <p:sp>
        <p:nvSpPr>
          <p:cNvPr id="34" name="Text Placeholder 42">
            <a:extLst>
              <a:ext uri="{FF2B5EF4-FFF2-40B4-BE49-F238E27FC236}">
                <a16:creationId xmlns:a16="http://schemas.microsoft.com/office/drawing/2014/main" id="{0D0B0438-8767-9713-803A-F8F046DAB8D5}"/>
              </a:ext>
            </a:extLst>
          </p:cNvPr>
          <p:cNvSpPr>
            <a:spLocks noGrp="1"/>
          </p:cNvSpPr>
          <p:nvPr>
            <p:ph type="body" sz="quarter" idx="39" hasCustomPrompt="1"/>
          </p:nvPr>
        </p:nvSpPr>
        <p:spPr>
          <a:xfrm>
            <a:off x="7543796" y="2610683"/>
            <a:ext cx="852788" cy="527050"/>
          </a:xfrm>
        </p:spPr>
        <p:txBody>
          <a:bodyPr>
            <a:noAutofit/>
          </a:bodyPr>
          <a:lstStyle>
            <a:lvl1pPr marL="0" indent="0" algn="r">
              <a:buNone/>
              <a:defRPr sz="2800" b="1">
                <a:solidFill>
                  <a:schemeClr val="bg1"/>
                </a:solidFill>
                <a:latin typeface="Barlow" panose="00000500000000000000" pitchFamily="2" charset="0"/>
              </a:defRPr>
            </a:lvl1pPr>
          </a:lstStyle>
          <a:p>
            <a:pPr lvl="0"/>
            <a:r>
              <a:rPr lang="en-US"/>
              <a:t>X%</a:t>
            </a:r>
            <a:endParaRPr lang="en-IN"/>
          </a:p>
        </p:txBody>
      </p:sp>
      <p:sp>
        <p:nvSpPr>
          <p:cNvPr id="2" name="Chart Placeholder 9">
            <a:extLst>
              <a:ext uri="{FF2B5EF4-FFF2-40B4-BE49-F238E27FC236}">
                <a16:creationId xmlns:a16="http://schemas.microsoft.com/office/drawing/2014/main" id="{70C0CA77-21D9-ABEE-241B-9DD77AD75382}"/>
              </a:ext>
            </a:extLst>
          </p:cNvPr>
          <p:cNvSpPr>
            <a:spLocks noGrp="1"/>
          </p:cNvSpPr>
          <p:nvPr>
            <p:ph type="chart" sz="quarter" idx="10" hasCustomPrompt="1"/>
          </p:nvPr>
        </p:nvSpPr>
        <p:spPr>
          <a:xfrm>
            <a:off x="4566105" y="2178405"/>
            <a:ext cx="3087953" cy="3057093"/>
          </a:xfrm>
          <a:prstGeom prst="ellipse">
            <a:avLst/>
          </a:prstGeom>
        </p:spPr>
        <p:txBody>
          <a:bodyPr/>
          <a:lstStyle>
            <a:lvl1pPr marL="0" indent="0" algn="ctr">
              <a:buNone/>
              <a:defRPr/>
            </a:lvl1pPr>
          </a:lstStyle>
          <a:p>
            <a:r>
              <a:rPr lang="en-US"/>
              <a:t>Insert Donut Chart Here</a:t>
            </a:r>
            <a:endParaRPr lang="en-IN"/>
          </a:p>
        </p:txBody>
      </p:sp>
      <p:sp>
        <p:nvSpPr>
          <p:cNvPr id="3" name="Picture Placeholder 12">
            <a:extLst>
              <a:ext uri="{FF2B5EF4-FFF2-40B4-BE49-F238E27FC236}">
                <a16:creationId xmlns:a16="http://schemas.microsoft.com/office/drawing/2014/main" id="{A60AB499-0127-A01B-1F19-7EEDF3709434}"/>
              </a:ext>
            </a:extLst>
          </p:cNvPr>
          <p:cNvSpPr>
            <a:spLocks noGrp="1"/>
          </p:cNvSpPr>
          <p:nvPr>
            <p:ph type="pic" sz="quarter" idx="11"/>
          </p:nvPr>
        </p:nvSpPr>
        <p:spPr>
          <a:xfrm>
            <a:off x="4918662" y="2520431"/>
            <a:ext cx="2382838" cy="2382838"/>
          </a:xfrm>
          <a:prstGeom prst="ellipse">
            <a:avLst/>
          </a:prstGeom>
        </p:spPr>
        <p:txBody>
          <a:bodyPr/>
          <a:lstStyle/>
          <a:p>
            <a:endParaRPr lang="en-IN"/>
          </a:p>
        </p:txBody>
      </p:sp>
      <p:sp>
        <p:nvSpPr>
          <p:cNvPr id="4" name="Oval 3">
            <a:extLst>
              <a:ext uri="{FF2B5EF4-FFF2-40B4-BE49-F238E27FC236}">
                <a16:creationId xmlns:a16="http://schemas.microsoft.com/office/drawing/2014/main" id="{05F7835F-F066-559F-89EA-FEE8518F8C86}"/>
              </a:ext>
            </a:extLst>
          </p:cNvPr>
          <p:cNvSpPr/>
          <p:nvPr userDrawn="1"/>
        </p:nvSpPr>
        <p:spPr>
          <a:xfrm>
            <a:off x="5241098" y="2874208"/>
            <a:ext cx="1700870" cy="1700868"/>
          </a:xfrm>
          <a:prstGeom prst="ellipse">
            <a:avLst/>
          </a:prstGeom>
          <a:solidFill>
            <a:schemeClr val="tx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a:p>
        </p:txBody>
      </p:sp>
      <p:sp>
        <p:nvSpPr>
          <p:cNvPr id="5" name="Content Placeholder 41">
            <a:extLst>
              <a:ext uri="{FF2B5EF4-FFF2-40B4-BE49-F238E27FC236}">
                <a16:creationId xmlns:a16="http://schemas.microsoft.com/office/drawing/2014/main" id="{18A1EC3A-84A2-7F32-0B37-B38F8A4D1D21}"/>
              </a:ext>
            </a:extLst>
          </p:cNvPr>
          <p:cNvSpPr>
            <a:spLocks noGrp="1"/>
          </p:cNvSpPr>
          <p:nvPr>
            <p:ph sz="quarter" idx="12" hasCustomPrompt="1"/>
          </p:nvPr>
        </p:nvSpPr>
        <p:spPr>
          <a:xfrm>
            <a:off x="5788612" y="3385482"/>
            <a:ext cx="642937" cy="642938"/>
          </a:xfrm>
          <a:prstGeom prst="ellipse">
            <a:avLst/>
          </a:prstGeom>
        </p:spPr>
        <p:txBody>
          <a:bodyPr lIns="0" tIns="0" rIns="0" bIns="0">
            <a:noAutofit/>
          </a:bodyPr>
          <a:lstStyle>
            <a:lvl1pPr marL="0" indent="0" algn="ctr">
              <a:buNone/>
              <a:defRPr sz="1100">
                <a:solidFill>
                  <a:schemeClr val="bg1"/>
                </a:solidFill>
              </a:defRPr>
            </a:lvl1pPr>
          </a:lstStyle>
          <a:p>
            <a:pPr lvl="0"/>
            <a:r>
              <a:rPr lang="en-US"/>
              <a:t>Insert Icon here</a:t>
            </a:r>
            <a:endParaRPr lang="en-IN"/>
          </a:p>
        </p:txBody>
      </p:sp>
      <p:sp>
        <p:nvSpPr>
          <p:cNvPr id="6" name="Subtitle 2">
            <a:extLst>
              <a:ext uri="{FF2B5EF4-FFF2-40B4-BE49-F238E27FC236}">
                <a16:creationId xmlns:a16="http://schemas.microsoft.com/office/drawing/2014/main" id="{DB5D3155-CF87-68E6-ADB8-AEEABF604E7F}"/>
              </a:ext>
            </a:extLst>
          </p:cNvPr>
          <p:cNvSpPr>
            <a:spLocks noGrp="1"/>
          </p:cNvSpPr>
          <p:nvPr>
            <p:ph type="subTitle" idx="1"/>
          </p:nvPr>
        </p:nvSpPr>
        <p:spPr>
          <a:xfrm>
            <a:off x="360000" y="854284"/>
            <a:ext cx="11484000" cy="461665"/>
          </a:xfrm>
        </p:spPr>
        <p:txBody>
          <a:bodyPr wrap="square">
            <a:spAutoFit/>
          </a:bodyPr>
          <a:lstStyle>
            <a:lvl1pPr marL="0" indent="0" algn="ctr">
              <a:lnSpc>
                <a:spcPct val="100000"/>
              </a:lnSpc>
              <a:spcBef>
                <a:spcPts val="0"/>
              </a:spcBef>
              <a:buNone/>
              <a:defRPr lang="en-US" sz="2400" b="1" kern="1200" dirty="0">
                <a:solidFill>
                  <a:schemeClr val="accent1"/>
                </a:solidFill>
                <a:latin typeface="Barlow Medium" panose="00000600000000000000"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1156322883"/>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4_Miscellaneous">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46A82E0A-366F-D38D-9E03-3156F567B0D1}"/>
              </a:ext>
            </a:extLst>
          </p:cNvPr>
          <p:cNvSpPr/>
          <p:nvPr userDrawn="1"/>
        </p:nvSpPr>
        <p:spPr>
          <a:xfrm>
            <a:off x="6117716" y="2109011"/>
            <a:ext cx="3677724" cy="3677724"/>
          </a:xfrm>
          <a:prstGeom prst="ellipse">
            <a:avLst/>
          </a:prstGeom>
          <a:gradFill flip="none" rotWithShape="1">
            <a:gsLst>
              <a:gs pos="0">
                <a:schemeClr val="accent6">
                  <a:lumMod val="20000"/>
                  <a:lumOff val="80000"/>
                </a:schemeClr>
              </a:gs>
              <a:gs pos="100000">
                <a:schemeClr val="accent6">
                  <a:lumMod val="20000"/>
                  <a:lumOff val="8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8" name="Oval 7">
            <a:extLst>
              <a:ext uri="{FF2B5EF4-FFF2-40B4-BE49-F238E27FC236}">
                <a16:creationId xmlns:a16="http://schemas.microsoft.com/office/drawing/2014/main" id="{5A93BCEB-8EF0-4EA4-2F17-3B57D71653B2}"/>
              </a:ext>
            </a:extLst>
          </p:cNvPr>
          <p:cNvSpPr/>
          <p:nvPr userDrawn="1"/>
        </p:nvSpPr>
        <p:spPr>
          <a:xfrm>
            <a:off x="6995829" y="1763061"/>
            <a:ext cx="6939934" cy="6939932"/>
          </a:xfrm>
          <a:prstGeom prst="ellipse">
            <a:avLst/>
          </a:prstGeom>
          <a:gradFill flip="none" rotWithShape="1">
            <a:gsLst>
              <a:gs pos="0">
                <a:schemeClr val="tx2">
                  <a:lumMod val="20000"/>
                  <a:lumOff val="80000"/>
                </a:schemeClr>
              </a:gs>
              <a:gs pos="99000">
                <a:schemeClr val="tx2">
                  <a:lumMod val="20000"/>
                  <a:lumOff val="8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9" name="Oval 8">
            <a:extLst>
              <a:ext uri="{FF2B5EF4-FFF2-40B4-BE49-F238E27FC236}">
                <a16:creationId xmlns:a16="http://schemas.microsoft.com/office/drawing/2014/main" id="{5DBE6396-2F4D-A9C0-39B2-BB3D8F348AFD}"/>
              </a:ext>
            </a:extLst>
          </p:cNvPr>
          <p:cNvSpPr/>
          <p:nvPr userDrawn="1"/>
        </p:nvSpPr>
        <p:spPr>
          <a:xfrm>
            <a:off x="2558536" y="1849120"/>
            <a:ext cx="4510410" cy="4510408"/>
          </a:xfrm>
          <a:prstGeom prst="ellipse">
            <a:avLst/>
          </a:prstGeom>
          <a:gradFill flip="none" rotWithShape="1">
            <a:gsLst>
              <a:gs pos="0">
                <a:schemeClr val="accent2">
                  <a:lumMod val="20000"/>
                  <a:lumOff val="80000"/>
                </a:schemeClr>
              </a:gs>
              <a:gs pos="100000">
                <a:schemeClr val="accent2">
                  <a:lumMod val="20000"/>
                  <a:lumOff val="8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0" name="Oval 9">
            <a:extLst>
              <a:ext uri="{FF2B5EF4-FFF2-40B4-BE49-F238E27FC236}">
                <a16:creationId xmlns:a16="http://schemas.microsoft.com/office/drawing/2014/main" id="{8EAE7305-FDF5-B2BD-3C2F-5355ADACABDD}"/>
              </a:ext>
            </a:extLst>
          </p:cNvPr>
          <p:cNvSpPr/>
          <p:nvPr userDrawn="1"/>
        </p:nvSpPr>
        <p:spPr>
          <a:xfrm>
            <a:off x="4751220" y="-1407341"/>
            <a:ext cx="5536427" cy="5536427"/>
          </a:xfrm>
          <a:prstGeom prst="ellipse">
            <a:avLst/>
          </a:prstGeom>
          <a:gradFill flip="none" rotWithShape="1">
            <a:gsLst>
              <a:gs pos="0">
                <a:schemeClr val="accent1">
                  <a:lumMod val="20000"/>
                  <a:lumOff val="80000"/>
                </a:schemeClr>
              </a:gs>
              <a:gs pos="100000">
                <a:schemeClr val="accent1">
                  <a:lumMod val="20000"/>
                  <a:lumOff val="8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1" name="Oval 10">
            <a:extLst>
              <a:ext uri="{FF2B5EF4-FFF2-40B4-BE49-F238E27FC236}">
                <a16:creationId xmlns:a16="http://schemas.microsoft.com/office/drawing/2014/main" id="{1CEC6ADA-D43A-6D4D-3741-CF6332C7131A}"/>
              </a:ext>
            </a:extLst>
          </p:cNvPr>
          <p:cNvSpPr/>
          <p:nvPr userDrawn="1"/>
        </p:nvSpPr>
        <p:spPr>
          <a:xfrm>
            <a:off x="2917009" y="2207593"/>
            <a:ext cx="3793462" cy="3793460"/>
          </a:xfrm>
          <a:prstGeom prst="ellipse">
            <a:avLst/>
          </a:prstGeom>
          <a:gradFill flip="none" rotWithShape="1">
            <a:gsLst>
              <a:gs pos="0">
                <a:schemeClr val="accent2">
                  <a:lumMod val="60000"/>
                  <a:lumOff val="40000"/>
                </a:schemeClr>
              </a:gs>
              <a:gs pos="100000">
                <a:schemeClr val="accent2">
                  <a:lumMod val="60000"/>
                  <a:lumOff val="4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2" name="Oval 11">
            <a:extLst>
              <a:ext uri="{FF2B5EF4-FFF2-40B4-BE49-F238E27FC236}">
                <a16:creationId xmlns:a16="http://schemas.microsoft.com/office/drawing/2014/main" id="{DD765CE9-71E9-C70D-EF95-37475C27FA02}"/>
              </a:ext>
            </a:extLst>
          </p:cNvPr>
          <p:cNvSpPr/>
          <p:nvPr userDrawn="1"/>
        </p:nvSpPr>
        <p:spPr>
          <a:xfrm>
            <a:off x="5285099" y="-873462"/>
            <a:ext cx="4468669" cy="4468669"/>
          </a:xfrm>
          <a:prstGeom prst="ellipse">
            <a:avLst/>
          </a:prstGeom>
          <a:gradFill flip="none" rotWithShape="1">
            <a:gsLst>
              <a:gs pos="0">
                <a:schemeClr val="accent1">
                  <a:lumMod val="60000"/>
                  <a:lumOff val="40000"/>
                </a:schemeClr>
              </a:gs>
              <a:gs pos="100000">
                <a:schemeClr val="accent1">
                  <a:lumMod val="60000"/>
                  <a:lumOff val="4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3" name="Oval 12">
            <a:extLst>
              <a:ext uri="{FF2B5EF4-FFF2-40B4-BE49-F238E27FC236}">
                <a16:creationId xmlns:a16="http://schemas.microsoft.com/office/drawing/2014/main" id="{A61052DE-FE0B-D28C-08FD-8A8AC805D5E5}"/>
              </a:ext>
            </a:extLst>
          </p:cNvPr>
          <p:cNvSpPr/>
          <p:nvPr userDrawn="1"/>
        </p:nvSpPr>
        <p:spPr>
          <a:xfrm>
            <a:off x="7665049" y="2432280"/>
            <a:ext cx="5601495" cy="5601493"/>
          </a:xfrm>
          <a:prstGeom prst="ellipse">
            <a:avLst/>
          </a:prstGeom>
          <a:gradFill flip="none" rotWithShape="1">
            <a:gsLst>
              <a:gs pos="0">
                <a:schemeClr val="tx2">
                  <a:lumMod val="60000"/>
                  <a:lumOff val="40000"/>
                </a:schemeClr>
              </a:gs>
              <a:gs pos="99000">
                <a:schemeClr val="tx2">
                  <a:lumMod val="60000"/>
                  <a:lumOff val="4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4" name="Oval 13">
            <a:extLst>
              <a:ext uri="{FF2B5EF4-FFF2-40B4-BE49-F238E27FC236}">
                <a16:creationId xmlns:a16="http://schemas.microsoft.com/office/drawing/2014/main" id="{A3A2ECFF-9FE0-0D5A-59E2-694DDB13F760}"/>
              </a:ext>
            </a:extLst>
          </p:cNvPr>
          <p:cNvSpPr/>
          <p:nvPr userDrawn="1"/>
        </p:nvSpPr>
        <p:spPr>
          <a:xfrm>
            <a:off x="6472360" y="2463655"/>
            <a:ext cx="2968436" cy="2968436"/>
          </a:xfrm>
          <a:prstGeom prst="ellipse">
            <a:avLst/>
          </a:prstGeom>
          <a:gradFill flip="none" rotWithShape="1">
            <a:gsLst>
              <a:gs pos="0">
                <a:schemeClr val="accent6">
                  <a:lumMod val="60000"/>
                  <a:lumOff val="40000"/>
                </a:schemeClr>
              </a:gs>
              <a:gs pos="100000">
                <a:schemeClr val="accent6">
                  <a:lumMod val="60000"/>
                  <a:lumOff val="4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5" name="Oval 14">
            <a:extLst>
              <a:ext uri="{FF2B5EF4-FFF2-40B4-BE49-F238E27FC236}">
                <a16:creationId xmlns:a16="http://schemas.microsoft.com/office/drawing/2014/main" id="{ADC396D8-2770-C729-589B-677D0E0C1E19}"/>
              </a:ext>
            </a:extLst>
          </p:cNvPr>
          <p:cNvSpPr/>
          <p:nvPr userDrawn="1"/>
        </p:nvSpPr>
        <p:spPr>
          <a:xfrm>
            <a:off x="8334263" y="3101496"/>
            <a:ext cx="4263065" cy="4263063"/>
          </a:xfrm>
          <a:prstGeom prst="ellipse">
            <a:avLst/>
          </a:prstGeom>
          <a:gradFill flip="none" rotWithShape="1">
            <a:gsLst>
              <a:gs pos="0">
                <a:schemeClr val="tx2"/>
              </a:gs>
              <a:gs pos="99000">
                <a:schemeClr val="tx2">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6" name="Oval 15">
            <a:extLst>
              <a:ext uri="{FF2B5EF4-FFF2-40B4-BE49-F238E27FC236}">
                <a16:creationId xmlns:a16="http://schemas.microsoft.com/office/drawing/2014/main" id="{5E1615C8-CEEE-973E-6D4C-27029755A5CB}"/>
              </a:ext>
            </a:extLst>
          </p:cNvPr>
          <p:cNvSpPr/>
          <p:nvPr userDrawn="1"/>
        </p:nvSpPr>
        <p:spPr>
          <a:xfrm>
            <a:off x="9180642" y="3947873"/>
            <a:ext cx="2570308" cy="2570307"/>
          </a:xfrm>
          <a:prstGeom prst="ellipse">
            <a:avLst/>
          </a:prstGeom>
          <a:solidFill>
            <a:schemeClr val="bg1"/>
          </a:soli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4D1FE657-704D-EB26-D08D-8824E2735505}"/>
              </a:ext>
            </a:extLst>
          </p:cNvPr>
          <p:cNvSpPr/>
          <p:nvPr userDrawn="1"/>
        </p:nvSpPr>
        <p:spPr>
          <a:xfrm>
            <a:off x="3282813" y="2573397"/>
            <a:ext cx="3061854" cy="3061852"/>
          </a:xfrm>
          <a:prstGeom prst="ellipse">
            <a:avLst/>
          </a:prstGeom>
          <a:gradFill flip="none" rotWithShape="1">
            <a:gsLst>
              <a:gs pos="0">
                <a:schemeClr val="accent2"/>
              </a:gs>
              <a:gs pos="100000">
                <a:schemeClr val="accent2">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8" name="Oval 17">
            <a:extLst>
              <a:ext uri="{FF2B5EF4-FFF2-40B4-BE49-F238E27FC236}">
                <a16:creationId xmlns:a16="http://schemas.microsoft.com/office/drawing/2014/main" id="{4C01A876-24DE-24BC-9BCA-2D1F779E1E44}"/>
              </a:ext>
            </a:extLst>
          </p:cNvPr>
          <p:cNvSpPr/>
          <p:nvPr userDrawn="1"/>
        </p:nvSpPr>
        <p:spPr>
          <a:xfrm>
            <a:off x="3648615" y="2939199"/>
            <a:ext cx="2330248" cy="2330248"/>
          </a:xfrm>
          <a:prstGeom prst="ellipse">
            <a:avLst/>
          </a:prstGeom>
          <a:solidFill>
            <a:schemeClr val="bg1"/>
          </a:soli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D6BD700D-C45A-E2D5-EC26-AB4B848982CF}"/>
              </a:ext>
            </a:extLst>
          </p:cNvPr>
          <p:cNvSpPr/>
          <p:nvPr userDrawn="1"/>
        </p:nvSpPr>
        <p:spPr>
          <a:xfrm>
            <a:off x="5818974" y="-339586"/>
            <a:ext cx="3400918" cy="3400918"/>
          </a:xfrm>
          <a:prstGeom prst="ellipse">
            <a:avLst/>
          </a:prstGeom>
          <a:gradFill flip="none" rotWithShape="1">
            <a:gsLst>
              <a:gs pos="0">
                <a:schemeClr val="accent1"/>
              </a:gs>
              <a:gs pos="100000">
                <a:schemeClr val="accent1">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20" name="Oval 19">
            <a:extLst>
              <a:ext uri="{FF2B5EF4-FFF2-40B4-BE49-F238E27FC236}">
                <a16:creationId xmlns:a16="http://schemas.microsoft.com/office/drawing/2014/main" id="{D85E521D-9FCA-4313-E7BA-FD8AD7558D8E}"/>
              </a:ext>
            </a:extLst>
          </p:cNvPr>
          <p:cNvSpPr/>
          <p:nvPr userDrawn="1"/>
        </p:nvSpPr>
        <p:spPr>
          <a:xfrm>
            <a:off x="6494184" y="335623"/>
            <a:ext cx="2050498" cy="2050498"/>
          </a:xfrm>
          <a:prstGeom prst="ellipse">
            <a:avLst/>
          </a:prstGeom>
          <a:solidFill>
            <a:schemeClr val="bg1"/>
          </a:soli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AC19EFB1-8D31-FFDB-3884-5AD4F13E201C}"/>
              </a:ext>
            </a:extLst>
          </p:cNvPr>
          <p:cNvSpPr/>
          <p:nvPr userDrawn="1"/>
        </p:nvSpPr>
        <p:spPr>
          <a:xfrm>
            <a:off x="6827000" y="2818297"/>
            <a:ext cx="2259154" cy="2259154"/>
          </a:xfrm>
          <a:prstGeom prst="ellipse">
            <a:avLst/>
          </a:prstGeom>
          <a:gradFill flip="none" rotWithShape="1">
            <a:gsLst>
              <a:gs pos="0">
                <a:srgbClr val="FF878F"/>
              </a:gs>
              <a:gs pos="100000">
                <a:schemeClr val="accent6">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22" name="Oval 21">
            <a:extLst>
              <a:ext uri="{FF2B5EF4-FFF2-40B4-BE49-F238E27FC236}">
                <a16:creationId xmlns:a16="http://schemas.microsoft.com/office/drawing/2014/main" id="{31198032-B6E2-A22C-43EB-864199CA0DF0}"/>
              </a:ext>
            </a:extLst>
          </p:cNvPr>
          <p:cNvSpPr/>
          <p:nvPr userDrawn="1"/>
        </p:nvSpPr>
        <p:spPr>
          <a:xfrm>
            <a:off x="7275528" y="3266823"/>
            <a:ext cx="1362099" cy="1362099"/>
          </a:xfrm>
          <a:prstGeom prst="ellipse">
            <a:avLst/>
          </a:prstGeom>
          <a:solidFill>
            <a:schemeClr val="bg1"/>
          </a:soli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Content Placeholder 54">
            <a:extLst>
              <a:ext uri="{FF2B5EF4-FFF2-40B4-BE49-F238E27FC236}">
                <a16:creationId xmlns:a16="http://schemas.microsoft.com/office/drawing/2014/main" id="{7FAA4B9A-22DA-52BF-B451-534FE8AD77DA}"/>
              </a:ext>
            </a:extLst>
          </p:cNvPr>
          <p:cNvSpPr>
            <a:spLocks noGrp="1"/>
          </p:cNvSpPr>
          <p:nvPr>
            <p:ph sz="quarter" idx="10" hasCustomPrompt="1"/>
          </p:nvPr>
        </p:nvSpPr>
        <p:spPr>
          <a:xfrm>
            <a:off x="4114506" y="3411379"/>
            <a:ext cx="1385888" cy="1385888"/>
          </a:xfrm>
          <a:prstGeom prst="ellipse">
            <a:avLst/>
          </a:prstGeom>
        </p:spPr>
        <p:txBody>
          <a:bodyPr anchor="ctr">
            <a:noAutofit/>
          </a:bodyPr>
          <a:lstStyle>
            <a:lvl1pPr marL="0" indent="0" algn="ctr">
              <a:buNone/>
              <a:defRPr sz="2000" b="1"/>
            </a:lvl1pPr>
          </a:lstStyle>
          <a:p>
            <a:pPr lvl="0"/>
            <a:r>
              <a:rPr lang="en-US"/>
              <a:t>Insert Icon here</a:t>
            </a:r>
            <a:endParaRPr lang="en-IN"/>
          </a:p>
        </p:txBody>
      </p:sp>
      <p:sp>
        <p:nvSpPr>
          <p:cNvPr id="57" name="Content Placeholder 54">
            <a:extLst>
              <a:ext uri="{FF2B5EF4-FFF2-40B4-BE49-F238E27FC236}">
                <a16:creationId xmlns:a16="http://schemas.microsoft.com/office/drawing/2014/main" id="{6E8063FA-1D12-257C-02DD-46A0CFD10A73}"/>
              </a:ext>
            </a:extLst>
          </p:cNvPr>
          <p:cNvSpPr>
            <a:spLocks noGrp="1"/>
          </p:cNvSpPr>
          <p:nvPr>
            <p:ph sz="quarter" idx="11" hasCustomPrompt="1"/>
          </p:nvPr>
        </p:nvSpPr>
        <p:spPr>
          <a:xfrm>
            <a:off x="6823722" y="667928"/>
            <a:ext cx="1385888" cy="1385888"/>
          </a:xfrm>
          <a:prstGeom prst="ellipse">
            <a:avLst/>
          </a:prstGeom>
        </p:spPr>
        <p:txBody>
          <a:bodyPr anchor="ctr">
            <a:noAutofit/>
          </a:bodyPr>
          <a:lstStyle>
            <a:lvl1pPr marL="0" indent="0" algn="ctr">
              <a:buNone/>
              <a:defRPr sz="2000" b="1"/>
            </a:lvl1pPr>
          </a:lstStyle>
          <a:p>
            <a:pPr lvl="0"/>
            <a:r>
              <a:rPr lang="en-US"/>
              <a:t>Insert Icon here</a:t>
            </a:r>
            <a:endParaRPr lang="en-IN"/>
          </a:p>
        </p:txBody>
      </p:sp>
      <p:sp>
        <p:nvSpPr>
          <p:cNvPr id="58" name="Content Placeholder 54">
            <a:extLst>
              <a:ext uri="{FF2B5EF4-FFF2-40B4-BE49-F238E27FC236}">
                <a16:creationId xmlns:a16="http://schemas.microsoft.com/office/drawing/2014/main" id="{2D9F1E58-CD20-B86C-5582-D0FB39B2FF06}"/>
              </a:ext>
            </a:extLst>
          </p:cNvPr>
          <p:cNvSpPr>
            <a:spLocks noGrp="1"/>
          </p:cNvSpPr>
          <p:nvPr>
            <p:ph sz="quarter" idx="12" hasCustomPrompt="1"/>
          </p:nvPr>
        </p:nvSpPr>
        <p:spPr>
          <a:xfrm>
            <a:off x="7494147" y="3505538"/>
            <a:ext cx="865347" cy="865347"/>
          </a:xfrm>
          <a:prstGeom prst="ellipse">
            <a:avLst/>
          </a:prstGeom>
        </p:spPr>
        <p:txBody>
          <a:bodyPr lIns="0" tIns="0" rIns="0" bIns="0" anchor="ctr">
            <a:noAutofit/>
          </a:bodyPr>
          <a:lstStyle>
            <a:lvl1pPr marL="0" indent="0" algn="ctr">
              <a:buNone/>
              <a:defRPr sz="1200" b="1"/>
            </a:lvl1pPr>
          </a:lstStyle>
          <a:p>
            <a:pPr lvl="0"/>
            <a:r>
              <a:rPr lang="en-US"/>
              <a:t>Insert Icon here</a:t>
            </a:r>
            <a:endParaRPr lang="en-IN"/>
          </a:p>
        </p:txBody>
      </p:sp>
      <p:sp>
        <p:nvSpPr>
          <p:cNvPr id="60" name="Content Placeholder 54">
            <a:extLst>
              <a:ext uri="{FF2B5EF4-FFF2-40B4-BE49-F238E27FC236}">
                <a16:creationId xmlns:a16="http://schemas.microsoft.com/office/drawing/2014/main" id="{F9A0AE8F-ADD4-7121-8BB6-199B8090FD70}"/>
              </a:ext>
            </a:extLst>
          </p:cNvPr>
          <p:cNvSpPr>
            <a:spLocks noGrp="1"/>
          </p:cNvSpPr>
          <p:nvPr>
            <p:ph sz="quarter" idx="13" hasCustomPrompt="1"/>
          </p:nvPr>
        </p:nvSpPr>
        <p:spPr>
          <a:xfrm>
            <a:off x="9594869" y="4370434"/>
            <a:ext cx="1739570" cy="1739570"/>
          </a:xfrm>
          <a:prstGeom prst="ellipse">
            <a:avLst/>
          </a:prstGeom>
        </p:spPr>
        <p:txBody>
          <a:bodyPr anchor="ctr">
            <a:noAutofit/>
          </a:bodyPr>
          <a:lstStyle>
            <a:lvl1pPr marL="0" indent="0" algn="ctr">
              <a:buNone/>
              <a:defRPr sz="2000" b="1"/>
            </a:lvl1pPr>
          </a:lstStyle>
          <a:p>
            <a:pPr lvl="0"/>
            <a:r>
              <a:rPr lang="en-US"/>
              <a:t>Insert Icon here</a:t>
            </a:r>
            <a:endParaRPr lang="en-IN"/>
          </a:p>
        </p:txBody>
      </p:sp>
      <p:sp>
        <p:nvSpPr>
          <p:cNvPr id="61" name="Title 1">
            <a:extLst>
              <a:ext uri="{FF2B5EF4-FFF2-40B4-BE49-F238E27FC236}">
                <a16:creationId xmlns:a16="http://schemas.microsoft.com/office/drawing/2014/main" id="{1BCA664E-2695-16B9-1318-94C8BC645861}"/>
              </a:ext>
            </a:extLst>
          </p:cNvPr>
          <p:cNvSpPr>
            <a:spLocks noGrp="1"/>
          </p:cNvSpPr>
          <p:nvPr>
            <p:ph type="ctrTitle"/>
          </p:nvPr>
        </p:nvSpPr>
        <p:spPr>
          <a:xfrm>
            <a:off x="360000" y="308292"/>
            <a:ext cx="3308889" cy="984885"/>
          </a:xfrm>
          <a:prstGeom prst="rect">
            <a:avLst/>
          </a:prstGeom>
        </p:spPr>
        <p:txBody>
          <a:bodyPr vert="horz" wrap="square"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64" name="Text Placeholder 2">
            <a:extLst>
              <a:ext uri="{FF2B5EF4-FFF2-40B4-BE49-F238E27FC236}">
                <a16:creationId xmlns:a16="http://schemas.microsoft.com/office/drawing/2014/main" id="{5C8B1F7F-42F2-D71B-2D70-4D61A14022F7}"/>
              </a:ext>
            </a:extLst>
          </p:cNvPr>
          <p:cNvSpPr>
            <a:spLocks noGrp="1"/>
          </p:cNvSpPr>
          <p:nvPr>
            <p:ph idx="1" hasCustomPrompt="1"/>
          </p:nvPr>
        </p:nvSpPr>
        <p:spPr>
          <a:xfrm>
            <a:off x="360000" y="1478769"/>
            <a:ext cx="3305808" cy="625875"/>
          </a:xfrm>
          <a:prstGeom prst="rect">
            <a:avLst/>
          </a:prstGeom>
        </p:spPr>
        <p:txBody>
          <a:bodyPr vert="horz" lIns="91440" tIns="45720" rIns="91440" bIns="45720" rtlCol="0">
            <a:normAutofit/>
          </a:bodyPr>
          <a:lstStyle>
            <a:lvl1pPr marL="0" indent="0">
              <a:buNone/>
              <a:defRPr sz="1800"/>
            </a:lvl1pPr>
            <a:lvl2pPr marL="457200" indent="0">
              <a:buNone/>
              <a:defRPr sz="1600"/>
            </a:lvl2pPr>
            <a:lvl3pPr marL="914400" indent="0">
              <a:buNone/>
              <a:defRPr sz="1400"/>
            </a:lvl3pPr>
          </a:lstStyle>
          <a:p>
            <a:pPr lvl="0"/>
            <a:r>
              <a:rPr lang="en-US"/>
              <a:t>Click to edit Master text styles</a:t>
            </a:r>
          </a:p>
        </p:txBody>
      </p:sp>
    </p:spTree>
    <p:extLst>
      <p:ext uri="{BB962C8B-B14F-4D97-AF65-F5344CB8AC3E}">
        <p14:creationId xmlns:p14="http://schemas.microsoft.com/office/powerpoint/2010/main" val="1747605861"/>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5_Miscellaneous">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9AB29D1B-3100-FDFF-1D89-B5598794F7D9}"/>
              </a:ext>
            </a:extLst>
          </p:cNvPr>
          <p:cNvSpPr/>
          <p:nvPr userDrawn="1"/>
        </p:nvSpPr>
        <p:spPr>
          <a:xfrm>
            <a:off x="3861666" y="1194665"/>
            <a:ext cx="4468669" cy="4468669"/>
          </a:xfrm>
          <a:prstGeom prst="ellipse">
            <a:avLst/>
          </a:prstGeom>
          <a:gradFill flip="none" rotWithShape="1">
            <a:gsLst>
              <a:gs pos="0">
                <a:schemeClr val="accent1"/>
              </a:gs>
              <a:gs pos="100000">
                <a:schemeClr val="accent1">
                  <a:alpha val="4100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7" name="Oval 6">
            <a:extLst>
              <a:ext uri="{FF2B5EF4-FFF2-40B4-BE49-F238E27FC236}">
                <a16:creationId xmlns:a16="http://schemas.microsoft.com/office/drawing/2014/main" id="{F1F41CCD-6E8D-D80A-2BDE-938BE5AEC0F6}"/>
              </a:ext>
            </a:extLst>
          </p:cNvPr>
          <p:cNvSpPr/>
          <p:nvPr userDrawn="1"/>
        </p:nvSpPr>
        <p:spPr>
          <a:xfrm>
            <a:off x="4395541" y="1728541"/>
            <a:ext cx="3400918" cy="3400918"/>
          </a:xfrm>
          <a:prstGeom prst="ellipse">
            <a:avLst/>
          </a:prstGeom>
          <a:gradFill flip="none" rotWithShape="1">
            <a:gsLst>
              <a:gs pos="0">
                <a:schemeClr val="tx2">
                  <a:alpha val="60000"/>
                </a:schemeClr>
              </a:gs>
              <a:gs pos="100000">
                <a:schemeClr val="tx2">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8" name="Oval 7">
            <a:extLst>
              <a:ext uri="{FF2B5EF4-FFF2-40B4-BE49-F238E27FC236}">
                <a16:creationId xmlns:a16="http://schemas.microsoft.com/office/drawing/2014/main" id="{53B4C73F-B5EC-619E-28CB-013B961D2A30}"/>
              </a:ext>
            </a:extLst>
          </p:cNvPr>
          <p:cNvSpPr/>
          <p:nvPr userDrawn="1"/>
        </p:nvSpPr>
        <p:spPr>
          <a:xfrm>
            <a:off x="5070751" y="2403750"/>
            <a:ext cx="2050498" cy="2050498"/>
          </a:xfrm>
          <a:prstGeom prst="ellipse">
            <a:avLst/>
          </a:prstGeom>
          <a:solidFill>
            <a:schemeClr val="bg1"/>
          </a:soli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54">
            <a:extLst>
              <a:ext uri="{FF2B5EF4-FFF2-40B4-BE49-F238E27FC236}">
                <a16:creationId xmlns:a16="http://schemas.microsoft.com/office/drawing/2014/main" id="{B42EB341-D841-77FD-9CF0-74296D9D34EA}"/>
              </a:ext>
            </a:extLst>
          </p:cNvPr>
          <p:cNvSpPr>
            <a:spLocks noGrp="1"/>
          </p:cNvSpPr>
          <p:nvPr>
            <p:ph sz="quarter" idx="10" hasCustomPrompt="1"/>
          </p:nvPr>
        </p:nvSpPr>
        <p:spPr>
          <a:xfrm>
            <a:off x="5403056" y="2736055"/>
            <a:ext cx="1385888" cy="1385888"/>
          </a:xfrm>
          <a:prstGeom prst="ellipse">
            <a:avLst/>
          </a:prstGeom>
        </p:spPr>
        <p:txBody>
          <a:bodyPr anchor="ctr">
            <a:noAutofit/>
          </a:bodyPr>
          <a:lstStyle>
            <a:lvl1pPr marL="0" indent="0" algn="ctr">
              <a:buNone/>
              <a:defRPr sz="2000" b="1"/>
            </a:lvl1pPr>
          </a:lstStyle>
          <a:p>
            <a:pPr lvl="0"/>
            <a:r>
              <a:rPr lang="en-US"/>
              <a:t>Insert Icon here</a:t>
            </a:r>
            <a:endParaRPr lang="en-IN"/>
          </a:p>
        </p:txBody>
      </p:sp>
      <p:cxnSp>
        <p:nvCxnSpPr>
          <p:cNvPr id="18" name="Straight Connector 17">
            <a:extLst>
              <a:ext uri="{FF2B5EF4-FFF2-40B4-BE49-F238E27FC236}">
                <a16:creationId xmlns:a16="http://schemas.microsoft.com/office/drawing/2014/main" id="{802E075D-0B44-6983-D2D8-63045C4EBF4E}"/>
              </a:ext>
            </a:extLst>
          </p:cNvPr>
          <p:cNvCxnSpPr>
            <a:cxnSpLocks/>
            <a:endCxn id="33" idx="1"/>
          </p:cNvCxnSpPr>
          <p:nvPr userDrawn="1"/>
        </p:nvCxnSpPr>
        <p:spPr>
          <a:xfrm>
            <a:off x="6820961" y="4153960"/>
            <a:ext cx="1339668" cy="79845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DA7ACD1-75D9-5576-63A9-A0C398DA4ED6}"/>
              </a:ext>
            </a:extLst>
          </p:cNvPr>
          <p:cNvCxnSpPr>
            <a:cxnSpLocks/>
          </p:cNvCxnSpPr>
          <p:nvPr userDrawn="1"/>
        </p:nvCxnSpPr>
        <p:spPr>
          <a:xfrm flipH="1" flipV="1">
            <a:off x="3397660" y="2558143"/>
            <a:ext cx="1673091" cy="870856"/>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26333ED-A4A2-6F8F-A188-225503AC5A0F}"/>
              </a:ext>
            </a:extLst>
          </p:cNvPr>
          <p:cNvCxnSpPr>
            <a:cxnSpLocks/>
            <a:stCxn id="36" idx="2"/>
          </p:cNvCxnSpPr>
          <p:nvPr userDrawn="1"/>
        </p:nvCxnSpPr>
        <p:spPr>
          <a:xfrm flipH="1">
            <a:off x="7121249" y="3420920"/>
            <a:ext cx="1455093" cy="807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06F82B0-83B5-B922-FC34-90E855AC884C}"/>
              </a:ext>
            </a:extLst>
          </p:cNvPr>
          <p:cNvCxnSpPr>
            <a:cxnSpLocks/>
            <a:stCxn id="30" idx="7"/>
          </p:cNvCxnSpPr>
          <p:nvPr userDrawn="1"/>
        </p:nvCxnSpPr>
        <p:spPr>
          <a:xfrm flipV="1">
            <a:off x="4432705" y="4153960"/>
            <a:ext cx="938334" cy="68184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Content Placeholder 22">
            <a:extLst>
              <a:ext uri="{FF2B5EF4-FFF2-40B4-BE49-F238E27FC236}">
                <a16:creationId xmlns:a16="http://schemas.microsoft.com/office/drawing/2014/main" id="{61541618-0146-A642-FB1F-5462695FF37D}"/>
              </a:ext>
            </a:extLst>
          </p:cNvPr>
          <p:cNvSpPr>
            <a:spLocks noGrp="1"/>
          </p:cNvSpPr>
          <p:nvPr>
            <p:ph sz="quarter" idx="12" hasCustomPrompt="1"/>
          </p:nvPr>
        </p:nvSpPr>
        <p:spPr>
          <a:xfrm>
            <a:off x="3634600" y="951519"/>
            <a:ext cx="935038" cy="935037"/>
          </a:xfrm>
          <a:prstGeom prst="ellipse">
            <a:avLst/>
          </a:prstGeom>
          <a:gradFill>
            <a:gsLst>
              <a:gs pos="0">
                <a:schemeClr val="tx2"/>
              </a:gs>
              <a:gs pos="100000">
                <a:schemeClr val="accent1"/>
              </a:gs>
            </a:gsLst>
            <a:path path="circle">
              <a:fillToRect l="100000" t="100000"/>
            </a:path>
          </a:gra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buNone/>
              <a:defRPr lang="en-IN" sz="1200" dirty="0">
                <a:solidFill>
                  <a:schemeClr val="lt1"/>
                </a:solidFill>
                <a:latin typeface="Open Sans" pitchFamily="2" charset="0"/>
                <a:ea typeface="Open Sans" pitchFamily="2" charset="0"/>
                <a:cs typeface="Open Sans" pitchFamily="2" charset="0"/>
              </a:defRPr>
            </a:lvl1pPr>
          </a:lstStyle>
          <a:p>
            <a:pPr marL="0" lvl="0" algn="ctr"/>
            <a:r>
              <a:rPr lang="en-US"/>
              <a:t>Insert Icon Here</a:t>
            </a:r>
            <a:endParaRPr lang="en-IN"/>
          </a:p>
        </p:txBody>
      </p:sp>
      <p:sp>
        <p:nvSpPr>
          <p:cNvPr id="27" name="Content Placeholder 22">
            <a:extLst>
              <a:ext uri="{FF2B5EF4-FFF2-40B4-BE49-F238E27FC236}">
                <a16:creationId xmlns:a16="http://schemas.microsoft.com/office/drawing/2014/main" id="{317A90FE-902F-0C78-5DD2-1E91A6BBEB69}"/>
              </a:ext>
            </a:extLst>
          </p:cNvPr>
          <p:cNvSpPr>
            <a:spLocks noGrp="1"/>
          </p:cNvSpPr>
          <p:nvPr>
            <p:ph sz="quarter" idx="13" hasCustomPrompt="1"/>
          </p:nvPr>
        </p:nvSpPr>
        <p:spPr>
          <a:xfrm>
            <a:off x="2192172" y="2933871"/>
            <a:ext cx="935038" cy="935037"/>
          </a:xfrm>
          <a:prstGeom prst="ellipse">
            <a:avLst/>
          </a:prstGeom>
          <a:gradFill>
            <a:gsLst>
              <a:gs pos="0">
                <a:schemeClr val="tx2"/>
              </a:gs>
              <a:gs pos="100000">
                <a:schemeClr val="accent1"/>
              </a:gs>
            </a:gsLst>
            <a:path path="circle">
              <a:fillToRect l="100000" t="100000"/>
            </a:path>
          </a:gra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buNone/>
              <a:defRPr lang="en-IN" sz="1200" dirty="0">
                <a:solidFill>
                  <a:schemeClr val="lt1"/>
                </a:solidFill>
                <a:latin typeface="Open Sans" pitchFamily="2" charset="0"/>
                <a:ea typeface="Open Sans" pitchFamily="2" charset="0"/>
                <a:cs typeface="Open Sans" pitchFamily="2" charset="0"/>
              </a:defRPr>
            </a:lvl1pPr>
          </a:lstStyle>
          <a:p>
            <a:pPr marL="0" lvl="0" algn="ctr"/>
            <a:r>
              <a:rPr lang="en-US"/>
              <a:t>Insert Icon Here</a:t>
            </a:r>
            <a:endParaRPr lang="en-IN"/>
          </a:p>
        </p:txBody>
      </p:sp>
      <p:sp>
        <p:nvSpPr>
          <p:cNvPr id="30" name="Content Placeholder 22">
            <a:extLst>
              <a:ext uri="{FF2B5EF4-FFF2-40B4-BE49-F238E27FC236}">
                <a16:creationId xmlns:a16="http://schemas.microsoft.com/office/drawing/2014/main" id="{2DEBE8D2-F6F4-2539-8FF4-B53738EEC9F0}"/>
              </a:ext>
            </a:extLst>
          </p:cNvPr>
          <p:cNvSpPr>
            <a:spLocks noGrp="1"/>
          </p:cNvSpPr>
          <p:nvPr>
            <p:ph sz="quarter" idx="14" hasCustomPrompt="1"/>
          </p:nvPr>
        </p:nvSpPr>
        <p:spPr>
          <a:xfrm>
            <a:off x="3634600" y="4698870"/>
            <a:ext cx="935038" cy="935037"/>
          </a:xfrm>
          <a:prstGeom prst="ellipse">
            <a:avLst/>
          </a:prstGeom>
          <a:gradFill>
            <a:gsLst>
              <a:gs pos="0">
                <a:schemeClr val="tx2"/>
              </a:gs>
              <a:gs pos="100000">
                <a:schemeClr val="accent1"/>
              </a:gs>
            </a:gsLst>
            <a:path path="circle">
              <a:fillToRect l="100000" t="100000"/>
            </a:path>
          </a:gra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buNone/>
              <a:defRPr lang="en-IN" sz="1200" dirty="0">
                <a:solidFill>
                  <a:schemeClr val="lt1"/>
                </a:solidFill>
                <a:latin typeface="Open Sans" pitchFamily="2" charset="0"/>
                <a:ea typeface="Open Sans" pitchFamily="2" charset="0"/>
                <a:cs typeface="Open Sans" pitchFamily="2" charset="0"/>
              </a:defRPr>
            </a:lvl1pPr>
          </a:lstStyle>
          <a:p>
            <a:pPr marL="0" lvl="0" algn="ctr"/>
            <a:r>
              <a:rPr lang="en-US"/>
              <a:t>Insert Icon Here</a:t>
            </a:r>
            <a:endParaRPr lang="en-IN"/>
          </a:p>
        </p:txBody>
      </p:sp>
      <p:sp>
        <p:nvSpPr>
          <p:cNvPr id="33" name="Content Placeholder 22">
            <a:extLst>
              <a:ext uri="{FF2B5EF4-FFF2-40B4-BE49-F238E27FC236}">
                <a16:creationId xmlns:a16="http://schemas.microsoft.com/office/drawing/2014/main" id="{D9CCAF3B-2C27-D9C4-6977-43EBFB97FE8C}"/>
              </a:ext>
            </a:extLst>
          </p:cNvPr>
          <p:cNvSpPr>
            <a:spLocks noGrp="1"/>
          </p:cNvSpPr>
          <p:nvPr>
            <p:ph sz="quarter" idx="15" hasCustomPrompt="1"/>
          </p:nvPr>
        </p:nvSpPr>
        <p:spPr>
          <a:xfrm>
            <a:off x="8023696" y="4815486"/>
            <a:ext cx="935038" cy="935037"/>
          </a:xfrm>
          <a:prstGeom prst="ellipse">
            <a:avLst/>
          </a:prstGeom>
          <a:gradFill>
            <a:gsLst>
              <a:gs pos="0">
                <a:schemeClr val="tx2"/>
              </a:gs>
              <a:gs pos="100000">
                <a:schemeClr val="accent1"/>
              </a:gs>
            </a:gsLst>
            <a:path path="circle">
              <a:fillToRect l="100000" t="100000"/>
            </a:path>
          </a:gra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buNone/>
              <a:defRPr lang="en-IN" sz="1200" dirty="0">
                <a:solidFill>
                  <a:schemeClr val="lt1"/>
                </a:solidFill>
                <a:latin typeface="Open Sans" pitchFamily="2" charset="0"/>
                <a:ea typeface="Open Sans" pitchFamily="2" charset="0"/>
                <a:cs typeface="Open Sans" pitchFamily="2" charset="0"/>
              </a:defRPr>
            </a:lvl1pPr>
          </a:lstStyle>
          <a:p>
            <a:pPr marL="0" lvl="0" algn="ctr"/>
            <a:r>
              <a:rPr lang="en-US"/>
              <a:t>Insert Icon Here</a:t>
            </a:r>
            <a:endParaRPr lang="en-IN"/>
          </a:p>
        </p:txBody>
      </p:sp>
      <p:sp>
        <p:nvSpPr>
          <p:cNvPr id="36" name="Content Placeholder 22">
            <a:extLst>
              <a:ext uri="{FF2B5EF4-FFF2-40B4-BE49-F238E27FC236}">
                <a16:creationId xmlns:a16="http://schemas.microsoft.com/office/drawing/2014/main" id="{376FA499-8E31-6135-9413-41C5FD8B2F09}"/>
              </a:ext>
            </a:extLst>
          </p:cNvPr>
          <p:cNvSpPr>
            <a:spLocks noGrp="1"/>
          </p:cNvSpPr>
          <p:nvPr>
            <p:ph sz="quarter" idx="16" hasCustomPrompt="1"/>
          </p:nvPr>
        </p:nvSpPr>
        <p:spPr>
          <a:xfrm>
            <a:off x="8576342" y="2953401"/>
            <a:ext cx="935038" cy="935037"/>
          </a:xfrm>
          <a:prstGeom prst="ellipse">
            <a:avLst/>
          </a:prstGeom>
          <a:gradFill>
            <a:gsLst>
              <a:gs pos="0">
                <a:schemeClr val="tx2"/>
              </a:gs>
              <a:gs pos="100000">
                <a:schemeClr val="accent1"/>
              </a:gs>
            </a:gsLst>
            <a:path path="circle">
              <a:fillToRect l="100000" t="100000"/>
            </a:path>
          </a:gra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buNone/>
              <a:defRPr lang="en-IN" sz="1200" dirty="0">
                <a:solidFill>
                  <a:schemeClr val="lt1"/>
                </a:solidFill>
                <a:latin typeface="Open Sans" pitchFamily="2" charset="0"/>
                <a:ea typeface="Open Sans" pitchFamily="2" charset="0"/>
                <a:cs typeface="Open Sans" pitchFamily="2" charset="0"/>
              </a:defRPr>
            </a:lvl1pPr>
          </a:lstStyle>
          <a:p>
            <a:pPr marL="0" lvl="0" algn="ctr"/>
            <a:r>
              <a:rPr lang="en-US"/>
              <a:t>Insert Icon Here</a:t>
            </a:r>
            <a:endParaRPr lang="en-IN"/>
          </a:p>
        </p:txBody>
      </p:sp>
      <p:sp>
        <p:nvSpPr>
          <p:cNvPr id="39" name="Content Placeholder 22">
            <a:extLst>
              <a:ext uri="{FF2B5EF4-FFF2-40B4-BE49-F238E27FC236}">
                <a16:creationId xmlns:a16="http://schemas.microsoft.com/office/drawing/2014/main" id="{960A24C7-566F-69EF-C2F7-57BC7593DAAE}"/>
              </a:ext>
            </a:extLst>
          </p:cNvPr>
          <p:cNvSpPr>
            <a:spLocks noGrp="1"/>
          </p:cNvSpPr>
          <p:nvPr>
            <p:ph sz="quarter" idx="17" hasCustomPrompt="1"/>
          </p:nvPr>
        </p:nvSpPr>
        <p:spPr>
          <a:xfrm>
            <a:off x="5628573" y="1027868"/>
            <a:ext cx="935038" cy="935037"/>
          </a:xfrm>
          <a:prstGeom prst="ellipse">
            <a:avLst/>
          </a:prstGeom>
          <a:gradFill>
            <a:gsLst>
              <a:gs pos="0">
                <a:schemeClr val="tx2"/>
              </a:gs>
              <a:gs pos="100000">
                <a:schemeClr val="accent1"/>
              </a:gs>
            </a:gsLst>
            <a:path path="circle">
              <a:fillToRect l="100000" t="100000"/>
            </a:path>
          </a:gra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buNone/>
              <a:defRPr lang="en-IN" sz="1200" dirty="0">
                <a:solidFill>
                  <a:schemeClr val="lt1"/>
                </a:solidFill>
                <a:latin typeface="Open Sans" pitchFamily="2" charset="0"/>
                <a:ea typeface="Open Sans" pitchFamily="2" charset="0"/>
                <a:cs typeface="Open Sans" pitchFamily="2" charset="0"/>
              </a:defRPr>
            </a:lvl1pPr>
          </a:lstStyle>
          <a:p>
            <a:pPr marL="0" lvl="0" algn="ctr"/>
            <a:r>
              <a:rPr lang="en-US"/>
              <a:t>Insert Icon Here</a:t>
            </a:r>
            <a:endParaRPr lang="en-IN"/>
          </a:p>
        </p:txBody>
      </p:sp>
      <p:sp>
        <p:nvSpPr>
          <p:cNvPr id="55" name="Text Placeholder 37">
            <a:extLst>
              <a:ext uri="{FF2B5EF4-FFF2-40B4-BE49-F238E27FC236}">
                <a16:creationId xmlns:a16="http://schemas.microsoft.com/office/drawing/2014/main" id="{1795E376-C4B8-2A1A-0CDA-E5E1F9F88A3E}"/>
              </a:ext>
            </a:extLst>
          </p:cNvPr>
          <p:cNvSpPr>
            <a:spLocks noGrp="1"/>
          </p:cNvSpPr>
          <p:nvPr>
            <p:ph type="body" sz="quarter" idx="35" hasCustomPrompt="1"/>
          </p:nvPr>
        </p:nvSpPr>
        <p:spPr>
          <a:xfrm>
            <a:off x="4547639" y="387983"/>
            <a:ext cx="3091269" cy="430887"/>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56" name="Text Placeholder 37">
            <a:extLst>
              <a:ext uri="{FF2B5EF4-FFF2-40B4-BE49-F238E27FC236}">
                <a16:creationId xmlns:a16="http://schemas.microsoft.com/office/drawing/2014/main" id="{78EF0209-3011-AD74-7CFF-30BADD1FF0C7}"/>
              </a:ext>
            </a:extLst>
          </p:cNvPr>
          <p:cNvSpPr>
            <a:spLocks noGrp="1"/>
          </p:cNvSpPr>
          <p:nvPr>
            <p:ph type="body" sz="quarter" idx="36" hasCustomPrompt="1"/>
          </p:nvPr>
        </p:nvSpPr>
        <p:spPr>
          <a:xfrm>
            <a:off x="286799" y="1201418"/>
            <a:ext cx="3091269" cy="430887"/>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58" name="Text Placeholder 37">
            <a:extLst>
              <a:ext uri="{FF2B5EF4-FFF2-40B4-BE49-F238E27FC236}">
                <a16:creationId xmlns:a16="http://schemas.microsoft.com/office/drawing/2014/main" id="{7BA15CA4-7C9B-552A-4973-F3CD2752DD3F}"/>
              </a:ext>
            </a:extLst>
          </p:cNvPr>
          <p:cNvSpPr>
            <a:spLocks noGrp="1"/>
          </p:cNvSpPr>
          <p:nvPr>
            <p:ph type="body" sz="quarter" idx="38" hasCustomPrompt="1"/>
          </p:nvPr>
        </p:nvSpPr>
        <p:spPr>
          <a:xfrm>
            <a:off x="306391" y="4998868"/>
            <a:ext cx="3091269" cy="430887"/>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59" name="Text Placeholder 37">
            <a:extLst>
              <a:ext uri="{FF2B5EF4-FFF2-40B4-BE49-F238E27FC236}">
                <a16:creationId xmlns:a16="http://schemas.microsoft.com/office/drawing/2014/main" id="{881BF827-230F-97BD-8E2B-A08E4A31B1A9}"/>
              </a:ext>
            </a:extLst>
          </p:cNvPr>
          <p:cNvSpPr>
            <a:spLocks noGrp="1"/>
          </p:cNvSpPr>
          <p:nvPr>
            <p:ph type="body" sz="quarter" idx="39" hasCustomPrompt="1"/>
          </p:nvPr>
        </p:nvSpPr>
        <p:spPr>
          <a:xfrm>
            <a:off x="9899999" y="2923967"/>
            <a:ext cx="2071868" cy="1064367"/>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60" name="Text Placeholder 37">
            <a:extLst>
              <a:ext uri="{FF2B5EF4-FFF2-40B4-BE49-F238E27FC236}">
                <a16:creationId xmlns:a16="http://schemas.microsoft.com/office/drawing/2014/main" id="{4DB91541-7FAB-1139-3097-507E5BE5628B}"/>
              </a:ext>
            </a:extLst>
          </p:cNvPr>
          <p:cNvSpPr>
            <a:spLocks noGrp="1"/>
          </p:cNvSpPr>
          <p:nvPr>
            <p:ph type="body" sz="quarter" idx="40" hasCustomPrompt="1"/>
          </p:nvPr>
        </p:nvSpPr>
        <p:spPr>
          <a:xfrm>
            <a:off x="9422153" y="5209405"/>
            <a:ext cx="2538192" cy="430887"/>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57" name="Text Placeholder 37">
            <a:extLst>
              <a:ext uri="{FF2B5EF4-FFF2-40B4-BE49-F238E27FC236}">
                <a16:creationId xmlns:a16="http://schemas.microsoft.com/office/drawing/2014/main" id="{BA7EBFC8-6767-553C-75DD-DAA70432B5FE}"/>
              </a:ext>
            </a:extLst>
          </p:cNvPr>
          <p:cNvSpPr>
            <a:spLocks noGrp="1"/>
          </p:cNvSpPr>
          <p:nvPr>
            <p:ph type="body" sz="quarter" idx="37" hasCustomPrompt="1"/>
          </p:nvPr>
        </p:nvSpPr>
        <p:spPr>
          <a:xfrm>
            <a:off x="286799" y="3053480"/>
            <a:ext cx="1659458" cy="934854"/>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44" name="Title 1">
            <a:extLst>
              <a:ext uri="{FF2B5EF4-FFF2-40B4-BE49-F238E27FC236}">
                <a16:creationId xmlns:a16="http://schemas.microsoft.com/office/drawing/2014/main" id="{ABF026D1-F50A-F1A4-51E4-940B64AEE935}"/>
              </a:ext>
            </a:extLst>
          </p:cNvPr>
          <p:cNvSpPr>
            <a:spLocks noGrp="1"/>
          </p:cNvSpPr>
          <p:nvPr>
            <p:ph type="ctrTitle"/>
          </p:nvPr>
        </p:nvSpPr>
        <p:spPr>
          <a:xfrm>
            <a:off x="8579440" y="308292"/>
            <a:ext cx="3308889" cy="984885"/>
          </a:xfrm>
          <a:prstGeom prst="rect">
            <a:avLst/>
          </a:prstGeom>
        </p:spPr>
        <p:txBody>
          <a:bodyPr vert="horz" wrap="square" lIns="0" tIns="0" rIns="0" bIns="0" rtlCol="0" anchor="t" anchorCtr="0">
            <a:spAutoFit/>
          </a:bodyPr>
          <a:lstStyle>
            <a:lvl1pPr algn="r">
              <a:lnSpc>
                <a:spcPct val="100000"/>
              </a:lnSpc>
              <a:defRPr lang="en-US" sz="3200" dirty="0">
                <a:solidFill>
                  <a:schemeClr val="tx2"/>
                </a:solidFill>
              </a:defRPr>
            </a:lvl1pPr>
          </a:lstStyle>
          <a:p>
            <a:pPr lvl="0"/>
            <a:r>
              <a:rPr lang="en-GB"/>
              <a:t>Click to edit Master title style</a:t>
            </a:r>
            <a:endParaRPr lang="en-US"/>
          </a:p>
        </p:txBody>
      </p:sp>
      <p:sp>
        <p:nvSpPr>
          <p:cNvPr id="45" name="Text Placeholder 2">
            <a:extLst>
              <a:ext uri="{FF2B5EF4-FFF2-40B4-BE49-F238E27FC236}">
                <a16:creationId xmlns:a16="http://schemas.microsoft.com/office/drawing/2014/main" id="{A449355D-0B72-495C-4C50-772E14348ACF}"/>
              </a:ext>
            </a:extLst>
          </p:cNvPr>
          <p:cNvSpPr>
            <a:spLocks noGrp="1"/>
          </p:cNvSpPr>
          <p:nvPr>
            <p:ph idx="1" hasCustomPrompt="1"/>
          </p:nvPr>
        </p:nvSpPr>
        <p:spPr>
          <a:xfrm>
            <a:off x="8579440" y="1478769"/>
            <a:ext cx="3305808" cy="625875"/>
          </a:xfrm>
          <a:prstGeom prst="rect">
            <a:avLst/>
          </a:prstGeom>
        </p:spPr>
        <p:txBody>
          <a:bodyPr vert="horz" lIns="91440" tIns="45720" rIns="91440" bIns="45720" rtlCol="0">
            <a:normAutofit/>
          </a:bodyPr>
          <a:lstStyle>
            <a:lvl1pPr marL="0" indent="0" algn="r">
              <a:buNone/>
              <a:defRPr sz="1800"/>
            </a:lvl1pPr>
            <a:lvl2pPr marL="457200" indent="0">
              <a:buNone/>
              <a:defRPr sz="1600"/>
            </a:lvl2pPr>
            <a:lvl3pPr marL="914400" indent="0">
              <a:buNone/>
              <a:defRPr sz="1400"/>
            </a:lvl3pPr>
          </a:lstStyle>
          <a:p>
            <a:pPr lvl="0"/>
            <a:r>
              <a:rPr lang="en-US"/>
              <a:t>Click to edit Master text styles</a:t>
            </a:r>
          </a:p>
        </p:txBody>
      </p:sp>
    </p:spTree>
    <p:extLst>
      <p:ext uri="{BB962C8B-B14F-4D97-AF65-F5344CB8AC3E}">
        <p14:creationId xmlns:p14="http://schemas.microsoft.com/office/powerpoint/2010/main" val="584876560"/>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6_Miscellaneous">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D477D28-ED7A-4840-4F81-B041928B01B2}"/>
              </a:ext>
            </a:extLst>
          </p:cNvPr>
          <p:cNvSpPr/>
          <p:nvPr userDrawn="1"/>
        </p:nvSpPr>
        <p:spPr>
          <a:xfrm>
            <a:off x="5923787" y="0"/>
            <a:ext cx="6268213" cy="5922604"/>
          </a:xfrm>
          <a:custGeom>
            <a:avLst/>
            <a:gdLst>
              <a:gd name="connsiteX0" fmla="*/ 10670 w 5613718"/>
              <a:gd name="connsiteY0" fmla="*/ 0 h 5304196"/>
              <a:gd name="connsiteX1" fmla="*/ 5613718 w 5613718"/>
              <a:gd name="connsiteY1" fmla="*/ 0 h 5304196"/>
              <a:gd name="connsiteX2" fmla="*/ 5613718 w 5613718"/>
              <a:gd name="connsiteY2" fmla="*/ 5263456 h 5304196"/>
              <a:gd name="connsiteX3" fmla="*/ 5352739 w 5613718"/>
              <a:gd name="connsiteY3" fmla="*/ 5291392 h 5304196"/>
              <a:gd name="connsiteX4" fmla="*/ 4992406 w 5613718"/>
              <a:gd name="connsiteY4" fmla="*/ 5304196 h 5304196"/>
              <a:gd name="connsiteX5" fmla="*/ 0 w 5613718"/>
              <a:gd name="connsiteY5" fmla="*/ 311788 h 5304196"/>
              <a:gd name="connsiteX6" fmla="*/ 6496 w 5613718"/>
              <a:gd name="connsiteY6" fmla="*/ 54879 h 5304196"/>
              <a:gd name="connsiteX7" fmla="*/ 10670 w 5613718"/>
              <a:gd name="connsiteY7" fmla="*/ 0 h 5304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13718" h="5304196">
                <a:moveTo>
                  <a:pt x="10670" y="0"/>
                </a:moveTo>
                <a:lnTo>
                  <a:pt x="5613718" y="0"/>
                </a:lnTo>
                <a:lnTo>
                  <a:pt x="5613718" y="5263456"/>
                </a:lnTo>
                <a:lnTo>
                  <a:pt x="5352739" y="5291392"/>
                </a:lnTo>
                <a:cubicBezTo>
                  <a:pt x="5233733" y="5299880"/>
                  <a:pt x="5113574" y="5304196"/>
                  <a:pt x="4992406" y="5304196"/>
                </a:cubicBezTo>
                <a:cubicBezTo>
                  <a:pt x="2235177" y="5304196"/>
                  <a:pt x="0" y="3069019"/>
                  <a:pt x="0" y="311788"/>
                </a:cubicBezTo>
                <a:cubicBezTo>
                  <a:pt x="0" y="225624"/>
                  <a:pt x="2183" y="139971"/>
                  <a:pt x="6496" y="54879"/>
                </a:cubicBezTo>
                <a:lnTo>
                  <a:pt x="10670" y="0"/>
                </a:lnTo>
                <a:close/>
              </a:path>
            </a:pathLst>
          </a:custGeom>
          <a:gradFill>
            <a:gsLst>
              <a:gs pos="100000">
                <a:schemeClr val="tx2"/>
              </a:gs>
              <a:gs pos="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66C8277E-8239-114A-8781-CA0ADCF4BEFC}"/>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8" name="Rectangle 7">
            <a:extLst>
              <a:ext uri="{FF2B5EF4-FFF2-40B4-BE49-F238E27FC236}">
                <a16:creationId xmlns:a16="http://schemas.microsoft.com/office/drawing/2014/main" id="{7110CDA0-3410-627F-B83A-6BA9A2AECBA4}"/>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icture Placeholder 14">
            <a:extLst>
              <a:ext uri="{FF2B5EF4-FFF2-40B4-BE49-F238E27FC236}">
                <a16:creationId xmlns:a16="http://schemas.microsoft.com/office/drawing/2014/main" id="{E7341681-14AF-C2EB-96C6-317682ABF980}"/>
              </a:ext>
            </a:extLst>
          </p:cNvPr>
          <p:cNvSpPr>
            <a:spLocks noGrp="1"/>
          </p:cNvSpPr>
          <p:nvPr>
            <p:ph type="pic" sz="quarter" idx="10"/>
          </p:nvPr>
        </p:nvSpPr>
        <p:spPr>
          <a:xfrm>
            <a:off x="0" y="1442806"/>
            <a:ext cx="12192000" cy="1438508"/>
          </a:xfrm>
          <a:solidFill>
            <a:srgbClr val="202021">
              <a:alpha val="50196"/>
            </a:srgbClr>
          </a:solidFill>
        </p:spPr>
        <p:txBody>
          <a:bodyPr/>
          <a:lstStyle/>
          <a:p>
            <a:endParaRPr lang="en-IN"/>
          </a:p>
        </p:txBody>
      </p:sp>
      <p:sp>
        <p:nvSpPr>
          <p:cNvPr id="19" name="Picture Placeholder 14">
            <a:extLst>
              <a:ext uri="{FF2B5EF4-FFF2-40B4-BE49-F238E27FC236}">
                <a16:creationId xmlns:a16="http://schemas.microsoft.com/office/drawing/2014/main" id="{CF1883A6-0E69-C101-8972-CFD45C1DBD79}"/>
              </a:ext>
            </a:extLst>
          </p:cNvPr>
          <p:cNvSpPr>
            <a:spLocks noGrp="1"/>
          </p:cNvSpPr>
          <p:nvPr>
            <p:ph type="pic" sz="quarter" idx="11"/>
          </p:nvPr>
        </p:nvSpPr>
        <p:spPr>
          <a:xfrm>
            <a:off x="0" y="3065994"/>
            <a:ext cx="12192000" cy="1438508"/>
          </a:xfrm>
          <a:solidFill>
            <a:srgbClr val="202021">
              <a:alpha val="50196"/>
            </a:srgbClr>
          </a:solidFill>
        </p:spPr>
        <p:txBody>
          <a:bodyPr vert="horz" lIns="91440" tIns="45720" rIns="91440" bIns="45720" rtlCol="0">
            <a:normAutofit/>
          </a:bodyPr>
          <a:lstStyle>
            <a:lvl1pPr>
              <a:defRPr lang="en-IN"/>
            </a:lvl1pPr>
          </a:lstStyle>
          <a:p>
            <a:pPr lvl="0"/>
            <a:endParaRPr lang="en-IN"/>
          </a:p>
        </p:txBody>
      </p:sp>
      <p:sp>
        <p:nvSpPr>
          <p:cNvPr id="20" name="Picture Placeholder 14">
            <a:extLst>
              <a:ext uri="{FF2B5EF4-FFF2-40B4-BE49-F238E27FC236}">
                <a16:creationId xmlns:a16="http://schemas.microsoft.com/office/drawing/2014/main" id="{9E2B9831-2E5D-D452-F490-1552C5EAEC9D}"/>
              </a:ext>
            </a:extLst>
          </p:cNvPr>
          <p:cNvSpPr>
            <a:spLocks noGrp="1"/>
          </p:cNvSpPr>
          <p:nvPr>
            <p:ph type="pic" sz="quarter" idx="12"/>
          </p:nvPr>
        </p:nvSpPr>
        <p:spPr>
          <a:xfrm>
            <a:off x="0" y="4688736"/>
            <a:ext cx="12192000" cy="1438508"/>
          </a:xfrm>
          <a:solidFill>
            <a:srgbClr val="202021">
              <a:alpha val="50196"/>
            </a:srgbClr>
          </a:solidFill>
        </p:spPr>
        <p:txBody>
          <a:bodyPr vert="horz" lIns="91440" tIns="45720" rIns="91440" bIns="45720" rtlCol="0">
            <a:normAutofit/>
          </a:bodyPr>
          <a:lstStyle>
            <a:lvl1pPr>
              <a:defRPr lang="en-IN"/>
            </a:lvl1pPr>
          </a:lstStyle>
          <a:p>
            <a:pPr lvl="0"/>
            <a:endParaRPr lang="en-IN"/>
          </a:p>
        </p:txBody>
      </p:sp>
      <p:cxnSp>
        <p:nvCxnSpPr>
          <p:cNvPr id="21" name="Straight Connector 20">
            <a:extLst>
              <a:ext uri="{FF2B5EF4-FFF2-40B4-BE49-F238E27FC236}">
                <a16:creationId xmlns:a16="http://schemas.microsoft.com/office/drawing/2014/main" id="{6C015BF2-B425-09E5-2374-7E73A45A4678}"/>
              </a:ext>
            </a:extLst>
          </p:cNvPr>
          <p:cNvCxnSpPr>
            <a:cxnSpLocks/>
          </p:cNvCxnSpPr>
          <p:nvPr userDrawn="1"/>
        </p:nvCxnSpPr>
        <p:spPr>
          <a:xfrm>
            <a:off x="1960951" y="3345095"/>
            <a:ext cx="0" cy="88030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21F76B3-4FCA-17C2-AFF6-7559C3624994}"/>
              </a:ext>
            </a:extLst>
          </p:cNvPr>
          <p:cNvCxnSpPr>
            <a:cxnSpLocks/>
          </p:cNvCxnSpPr>
          <p:nvPr userDrawn="1"/>
        </p:nvCxnSpPr>
        <p:spPr>
          <a:xfrm>
            <a:off x="1960951" y="1722355"/>
            <a:ext cx="0" cy="88030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0FF0D2C-BF8D-F4BA-7F8C-7DF0AA7E3505}"/>
              </a:ext>
            </a:extLst>
          </p:cNvPr>
          <p:cNvCxnSpPr>
            <a:cxnSpLocks/>
          </p:cNvCxnSpPr>
          <p:nvPr userDrawn="1"/>
        </p:nvCxnSpPr>
        <p:spPr>
          <a:xfrm>
            <a:off x="1960951" y="4967836"/>
            <a:ext cx="0" cy="88030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E4B9176-2062-3302-9CE4-DDDA50DB41D4}"/>
              </a:ext>
            </a:extLst>
          </p:cNvPr>
          <p:cNvCxnSpPr>
            <a:cxnSpLocks/>
          </p:cNvCxnSpPr>
          <p:nvPr userDrawn="1"/>
        </p:nvCxnSpPr>
        <p:spPr>
          <a:xfrm>
            <a:off x="7561651" y="3345095"/>
            <a:ext cx="0" cy="88030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D5966C7-0836-0C18-55F5-4D8F8D918D12}"/>
              </a:ext>
            </a:extLst>
          </p:cNvPr>
          <p:cNvCxnSpPr>
            <a:cxnSpLocks/>
          </p:cNvCxnSpPr>
          <p:nvPr userDrawn="1"/>
        </p:nvCxnSpPr>
        <p:spPr>
          <a:xfrm>
            <a:off x="7561651" y="1722355"/>
            <a:ext cx="0" cy="88030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E8A1AF6-AD83-E07C-772D-7D5EAD969458}"/>
              </a:ext>
            </a:extLst>
          </p:cNvPr>
          <p:cNvCxnSpPr>
            <a:cxnSpLocks/>
          </p:cNvCxnSpPr>
          <p:nvPr userDrawn="1"/>
        </p:nvCxnSpPr>
        <p:spPr>
          <a:xfrm>
            <a:off x="7561651" y="4967836"/>
            <a:ext cx="0" cy="88030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43" name="Text Placeholder 37">
            <a:extLst>
              <a:ext uri="{FF2B5EF4-FFF2-40B4-BE49-F238E27FC236}">
                <a16:creationId xmlns:a16="http://schemas.microsoft.com/office/drawing/2014/main" id="{E27C0E88-F35D-5B33-34A7-9005E191B326}"/>
              </a:ext>
            </a:extLst>
          </p:cNvPr>
          <p:cNvSpPr>
            <a:spLocks noGrp="1"/>
          </p:cNvSpPr>
          <p:nvPr>
            <p:ph type="body" sz="quarter" idx="13" hasCustomPrompt="1"/>
          </p:nvPr>
        </p:nvSpPr>
        <p:spPr>
          <a:xfrm>
            <a:off x="1000790" y="1597211"/>
            <a:ext cx="815382" cy="682625"/>
          </a:xfrm>
        </p:spPr>
        <p:txBody>
          <a:bodyPr>
            <a:noAutofit/>
          </a:bodyPr>
          <a:lstStyle>
            <a:lvl1pPr marL="0" indent="0">
              <a:buNone/>
              <a:defRPr sz="4400" b="1">
                <a:solidFill>
                  <a:schemeClr val="tx2"/>
                </a:solidFill>
                <a:latin typeface="Barlow" panose="00000500000000000000" pitchFamily="2" charset="0"/>
              </a:defRPr>
            </a:lvl1pPr>
          </a:lstStyle>
          <a:p>
            <a:pPr lvl="0"/>
            <a:r>
              <a:rPr lang="en-US"/>
              <a:t>01</a:t>
            </a:r>
            <a:endParaRPr lang="en-IN"/>
          </a:p>
        </p:txBody>
      </p:sp>
      <p:sp>
        <p:nvSpPr>
          <p:cNvPr id="44" name="Text Placeholder 37">
            <a:extLst>
              <a:ext uri="{FF2B5EF4-FFF2-40B4-BE49-F238E27FC236}">
                <a16:creationId xmlns:a16="http://schemas.microsoft.com/office/drawing/2014/main" id="{6F2ADA2E-65B1-0969-FE18-70F541650979}"/>
              </a:ext>
            </a:extLst>
          </p:cNvPr>
          <p:cNvSpPr>
            <a:spLocks noGrp="1"/>
          </p:cNvSpPr>
          <p:nvPr>
            <p:ph type="body" sz="quarter" idx="14" hasCustomPrompt="1"/>
          </p:nvPr>
        </p:nvSpPr>
        <p:spPr>
          <a:xfrm>
            <a:off x="1000790" y="3222169"/>
            <a:ext cx="815382" cy="682625"/>
          </a:xfrm>
        </p:spPr>
        <p:txBody>
          <a:bodyPr>
            <a:noAutofit/>
          </a:bodyPr>
          <a:lstStyle>
            <a:lvl1pPr marL="0" indent="0">
              <a:buNone/>
              <a:defRPr sz="4400" b="1">
                <a:solidFill>
                  <a:schemeClr val="tx2"/>
                </a:solidFill>
                <a:latin typeface="Barlow" panose="00000500000000000000" pitchFamily="2" charset="0"/>
              </a:defRPr>
            </a:lvl1pPr>
          </a:lstStyle>
          <a:p>
            <a:pPr lvl="0"/>
            <a:r>
              <a:rPr lang="en-US"/>
              <a:t>02</a:t>
            </a:r>
            <a:endParaRPr lang="en-IN"/>
          </a:p>
        </p:txBody>
      </p:sp>
      <p:sp>
        <p:nvSpPr>
          <p:cNvPr id="45" name="Text Placeholder 37">
            <a:extLst>
              <a:ext uri="{FF2B5EF4-FFF2-40B4-BE49-F238E27FC236}">
                <a16:creationId xmlns:a16="http://schemas.microsoft.com/office/drawing/2014/main" id="{4E478B55-8AE5-54FD-9EDD-DC1B16B054D1}"/>
              </a:ext>
            </a:extLst>
          </p:cNvPr>
          <p:cNvSpPr>
            <a:spLocks noGrp="1"/>
          </p:cNvSpPr>
          <p:nvPr>
            <p:ph type="body" sz="quarter" idx="15" hasCustomPrompt="1"/>
          </p:nvPr>
        </p:nvSpPr>
        <p:spPr>
          <a:xfrm>
            <a:off x="1000790" y="4840219"/>
            <a:ext cx="815382" cy="682625"/>
          </a:xfrm>
        </p:spPr>
        <p:txBody>
          <a:bodyPr>
            <a:noAutofit/>
          </a:bodyPr>
          <a:lstStyle>
            <a:lvl1pPr marL="0" indent="0">
              <a:buNone/>
              <a:defRPr sz="4400" b="1">
                <a:solidFill>
                  <a:schemeClr val="tx2"/>
                </a:solidFill>
                <a:latin typeface="Barlow" panose="00000500000000000000" pitchFamily="2" charset="0"/>
              </a:defRPr>
            </a:lvl1pPr>
          </a:lstStyle>
          <a:p>
            <a:pPr lvl="0"/>
            <a:r>
              <a:rPr lang="en-US"/>
              <a:t>03</a:t>
            </a:r>
            <a:endParaRPr lang="en-IN"/>
          </a:p>
        </p:txBody>
      </p:sp>
      <p:sp>
        <p:nvSpPr>
          <p:cNvPr id="50" name="Text Placeholder 37">
            <a:extLst>
              <a:ext uri="{FF2B5EF4-FFF2-40B4-BE49-F238E27FC236}">
                <a16:creationId xmlns:a16="http://schemas.microsoft.com/office/drawing/2014/main" id="{AE203940-9FDA-0607-ACCB-31F5E4DD46E2}"/>
              </a:ext>
            </a:extLst>
          </p:cNvPr>
          <p:cNvSpPr>
            <a:spLocks noGrp="1"/>
          </p:cNvSpPr>
          <p:nvPr>
            <p:ph type="body" sz="quarter" idx="16" hasCustomPrompt="1"/>
          </p:nvPr>
        </p:nvSpPr>
        <p:spPr>
          <a:xfrm>
            <a:off x="6564576" y="1597211"/>
            <a:ext cx="960159" cy="682625"/>
          </a:xfrm>
        </p:spPr>
        <p:txBody>
          <a:bodyPr>
            <a:noAutofit/>
          </a:bodyPr>
          <a:lstStyle>
            <a:lvl1pPr marL="0" indent="0">
              <a:buNone/>
              <a:defRPr sz="4400" b="1">
                <a:solidFill>
                  <a:schemeClr val="tx2"/>
                </a:solidFill>
                <a:latin typeface="Barlow" panose="00000500000000000000" pitchFamily="2" charset="0"/>
              </a:defRPr>
            </a:lvl1pPr>
          </a:lstStyle>
          <a:p>
            <a:pPr lvl="0"/>
            <a:r>
              <a:rPr lang="en-US"/>
              <a:t>04</a:t>
            </a:r>
            <a:endParaRPr lang="en-IN"/>
          </a:p>
        </p:txBody>
      </p:sp>
      <p:sp>
        <p:nvSpPr>
          <p:cNvPr id="51" name="Text Placeholder 37">
            <a:extLst>
              <a:ext uri="{FF2B5EF4-FFF2-40B4-BE49-F238E27FC236}">
                <a16:creationId xmlns:a16="http://schemas.microsoft.com/office/drawing/2014/main" id="{4D1B7AF3-285F-7554-6D78-9237C2C510CE}"/>
              </a:ext>
            </a:extLst>
          </p:cNvPr>
          <p:cNvSpPr>
            <a:spLocks noGrp="1"/>
          </p:cNvSpPr>
          <p:nvPr>
            <p:ph type="body" sz="quarter" idx="17" hasCustomPrompt="1"/>
          </p:nvPr>
        </p:nvSpPr>
        <p:spPr>
          <a:xfrm>
            <a:off x="6564577" y="3222169"/>
            <a:ext cx="815382" cy="682625"/>
          </a:xfrm>
        </p:spPr>
        <p:txBody>
          <a:bodyPr>
            <a:noAutofit/>
          </a:bodyPr>
          <a:lstStyle>
            <a:lvl1pPr marL="0" indent="0">
              <a:buNone/>
              <a:defRPr sz="4400" b="1">
                <a:solidFill>
                  <a:schemeClr val="tx2"/>
                </a:solidFill>
                <a:latin typeface="Barlow" panose="00000500000000000000" pitchFamily="2" charset="0"/>
              </a:defRPr>
            </a:lvl1pPr>
          </a:lstStyle>
          <a:p>
            <a:pPr lvl="0"/>
            <a:r>
              <a:rPr lang="en-US"/>
              <a:t>05</a:t>
            </a:r>
            <a:endParaRPr lang="en-IN"/>
          </a:p>
        </p:txBody>
      </p:sp>
      <p:sp>
        <p:nvSpPr>
          <p:cNvPr id="52" name="Text Placeholder 37">
            <a:extLst>
              <a:ext uri="{FF2B5EF4-FFF2-40B4-BE49-F238E27FC236}">
                <a16:creationId xmlns:a16="http://schemas.microsoft.com/office/drawing/2014/main" id="{639DF811-B1E3-A4B5-177F-29C797337AE3}"/>
              </a:ext>
            </a:extLst>
          </p:cNvPr>
          <p:cNvSpPr>
            <a:spLocks noGrp="1"/>
          </p:cNvSpPr>
          <p:nvPr>
            <p:ph type="body" sz="quarter" idx="18" hasCustomPrompt="1"/>
          </p:nvPr>
        </p:nvSpPr>
        <p:spPr>
          <a:xfrm>
            <a:off x="6564577" y="4840219"/>
            <a:ext cx="815382" cy="682625"/>
          </a:xfrm>
        </p:spPr>
        <p:txBody>
          <a:bodyPr>
            <a:noAutofit/>
          </a:bodyPr>
          <a:lstStyle>
            <a:lvl1pPr marL="0" indent="0">
              <a:buNone/>
              <a:defRPr sz="4400" b="1">
                <a:solidFill>
                  <a:schemeClr val="tx2"/>
                </a:solidFill>
                <a:latin typeface="Barlow" panose="00000500000000000000" pitchFamily="2" charset="0"/>
              </a:defRPr>
            </a:lvl1pPr>
          </a:lstStyle>
          <a:p>
            <a:pPr lvl="0"/>
            <a:r>
              <a:rPr lang="en-US"/>
              <a:t>06</a:t>
            </a:r>
            <a:endParaRPr lang="en-IN"/>
          </a:p>
        </p:txBody>
      </p:sp>
      <p:sp>
        <p:nvSpPr>
          <p:cNvPr id="53" name="Text Placeholder 37">
            <a:extLst>
              <a:ext uri="{FF2B5EF4-FFF2-40B4-BE49-F238E27FC236}">
                <a16:creationId xmlns:a16="http://schemas.microsoft.com/office/drawing/2014/main" id="{E2009E25-D454-3D6A-B2FB-A5BEA8C8B1D1}"/>
              </a:ext>
            </a:extLst>
          </p:cNvPr>
          <p:cNvSpPr>
            <a:spLocks noGrp="1"/>
          </p:cNvSpPr>
          <p:nvPr>
            <p:ph type="body" sz="quarter" idx="19" hasCustomPrompt="1"/>
          </p:nvPr>
        </p:nvSpPr>
        <p:spPr>
          <a:xfrm>
            <a:off x="2019487" y="1732897"/>
            <a:ext cx="4387417" cy="285646"/>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a:t>Click to add text</a:t>
            </a:r>
            <a:endParaRPr lang="en-IN"/>
          </a:p>
        </p:txBody>
      </p:sp>
      <p:sp>
        <p:nvSpPr>
          <p:cNvPr id="54" name="Text Placeholder 37">
            <a:extLst>
              <a:ext uri="{FF2B5EF4-FFF2-40B4-BE49-F238E27FC236}">
                <a16:creationId xmlns:a16="http://schemas.microsoft.com/office/drawing/2014/main" id="{DDC89FEC-2B23-1F2E-C215-B7ABAC24DCAC}"/>
              </a:ext>
            </a:extLst>
          </p:cNvPr>
          <p:cNvSpPr>
            <a:spLocks noGrp="1"/>
          </p:cNvSpPr>
          <p:nvPr>
            <p:ph type="body" sz="quarter" idx="20" hasCustomPrompt="1"/>
          </p:nvPr>
        </p:nvSpPr>
        <p:spPr>
          <a:xfrm>
            <a:off x="2019486" y="2018543"/>
            <a:ext cx="4387418" cy="469070"/>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27" name="Text Placeholder 37">
            <a:extLst>
              <a:ext uri="{FF2B5EF4-FFF2-40B4-BE49-F238E27FC236}">
                <a16:creationId xmlns:a16="http://schemas.microsoft.com/office/drawing/2014/main" id="{9BCEDB30-8046-1975-9762-0285FCEA242F}"/>
              </a:ext>
            </a:extLst>
          </p:cNvPr>
          <p:cNvSpPr>
            <a:spLocks noGrp="1"/>
          </p:cNvSpPr>
          <p:nvPr>
            <p:ph type="body" sz="quarter" idx="21" hasCustomPrompt="1"/>
          </p:nvPr>
        </p:nvSpPr>
        <p:spPr>
          <a:xfrm>
            <a:off x="2028484" y="3326476"/>
            <a:ext cx="4387417" cy="285646"/>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a:t>Click to add text</a:t>
            </a:r>
            <a:endParaRPr lang="en-IN"/>
          </a:p>
        </p:txBody>
      </p:sp>
      <p:sp>
        <p:nvSpPr>
          <p:cNvPr id="28" name="Text Placeholder 37">
            <a:extLst>
              <a:ext uri="{FF2B5EF4-FFF2-40B4-BE49-F238E27FC236}">
                <a16:creationId xmlns:a16="http://schemas.microsoft.com/office/drawing/2014/main" id="{0B94BF25-5ED1-CF47-FCE2-87C754FB6C02}"/>
              </a:ext>
            </a:extLst>
          </p:cNvPr>
          <p:cNvSpPr>
            <a:spLocks noGrp="1"/>
          </p:cNvSpPr>
          <p:nvPr>
            <p:ph type="body" sz="quarter" idx="22" hasCustomPrompt="1"/>
          </p:nvPr>
        </p:nvSpPr>
        <p:spPr>
          <a:xfrm>
            <a:off x="2028483" y="3612122"/>
            <a:ext cx="4387418" cy="469070"/>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29" name="Text Placeholder 37">
            <a:extLst>
              <a:ext uri="{FF2B5EF4-FFF2-40B4-BE49-F238E27FC236}">
                <a16:creationId xmlns:a16="http://schemas.microsoft.com/office/drawing/2014/main" id="{29352FF7-0A22-1ED2-6641-6971956F11B1}"/>
              </a:ext>
            </a:extLst>
          </p:cNvPr>
          <p:cNvSpPr>
            <a:spLocks noGrp="1"/>
          </p:cNvSpPr>
          <p:nvPr>
            <p:ph type="body" sz="quarter" idx="23" hasCustomPrompt="1"/>
          </p:nvPr>
        </p:nvSpPr>
        <p:spPr>
          <a:xfrm>
            <a:off x="2028484" y="4975664"/>
            <a:ext cx="4387417" cy="285646"/>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a:t>Click to add text</a:t>
            </a:r>
            <a:endParaRPr lang="en-IN"/>
          </a:p>
        </p:txBody>
      </p:sp>
      <p:sp>
        <p:nvSpPr>
          <p:cNvPr id="30" name="Text Placeholder 37">
            <a:extLst>
              <a:ext uri="{FF2B5EF4-FFF2-40B4-BE49-F238E27FC236}">
                <a16:creationId xmlns:a16="http://schemas.microsoft.com/office/drawing/2014/main" id="{F3E3F402-DCDE-5E07-3660-B19C26AF46B4}"/>
              </a:ext>
            </a:extLst>
          </p:cNvPr>
          <p:cNvSpPr>
            <a:spLocks noGrp="1"/>
          </p:cNvSpPr>
          <p:nvPr>
            <p:ph type="body" sz="quarter" idx="24" hasCustomPrompt="1"/>
          </p:nvPr>
        </p:nvSpPr>
        <p:spPr>
          <a:xfrm>
            <a:off x="2028483" y="5261310"/>
            <a:ext cx="4387418" cy="469070"/>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31" name="Text Placeholder 37">
            <a:extLst>
              <a:ext uri="{FF2B5EF4-FFF2-40B4-BE49-F238E27FC236}">
                <a16:creationId xmlns:a16="http://schemas.microsoft.com/office/drawing/2014/main" id="{B756811E-3D14-80D7-00DD-2943BEDD8D78}"/>
              </a:ext>
            </a:extLst>
          </p:cNvPr>
          <p:cNvSpPr>
            <a:spLocks noGrp="1"/>
          </p:cNvSpPr>
          <p:nvPr>
            <p:ph type="body" sz="quarter" idx="25" hasCustomPrompt="1"/>
          </p:nvPr>
        </p:nvSpPr>
        <p:spPr>
          <a:xfrm>
            <a:off x="7632409" y="1732897"/>
            <a:ext cx="4202594" cy="285646"/>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a:t>Click to add text</a:t>
            </a:r>
            <a:endParaRPr lang="en-IN"/>
          </a:p>
        </p:txBody>
      </p:sp>
      <p:sp>
        <p:nvSpPr>
          <p:cNvPr id="32" name="Text Placeholder 37">
            <a:extLst>
              <a:ext uri="{FF2B5EF4-FFF2-40B4-BE49-F238E27FC236}">
                <a16:creationId xmlns:a16="http://schemas.microsoft.com/office/drawing/2014/main" id="{4C176DB6-9E52-AC13-8326-77E01866A01D}"/>
              </a:ext>
            </a:extLst>
          </p:cNvPr>
          <p:cNvSpPr>
            <a:spLocks noGrp="1"/>
          </p:cNvSpPr>
          <p:nvPr>
            <p:ph type="body" sz="quarter" idx="26" hasCustomPrompt="1"/>
          </p:nvPr>
        </p:nvSpPr>
        <p:spPr>
          <a:xfrm>
            <a:off x="7632407" y="2018543"/>
            <a:ext cx="4202595" cy="469070"/>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33" name="Text Placeholder 37">
            <a:extLst>
              <a:ext uri="{FF2B5EF4-FFF2-40B4-BE49-F238E27FC236}">
                <a16:creationId xmlns:a16="http://schemas.microsoft.com/office/drawing/2014/main" id="{6AAB4500-56E6-6FC3-67AD-B3EF35A4758C}"/>
              </a:ext>
            </a:extLst>
          </p:cNvPr>
          <p:cNvSpPr>
            <a:spLocks noGrp="1"/>
          </p:cNvSpPr>
          <p:nvPr>
            <p:ph type="body" sz="quarter" idx="27" hasCustomPrompt="1"/>
          </p:nvPr>
        </p:nvSpPr>
        <p:spPr>
          <a:xfrm>
            <a:off x="7641406" y="3326476"/>
            <a:ext cx="4202594" cy="285646"/>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a:t>Click to add text</a:t>
            </a:r>
            <a:endParaRPr lang="en-IN"/>
          </a:p>
        </p:txBody>
      </p:sp>
      <p:sp>
        <p:nvSpPr>
          <p:cNvPr id="34" name="Text Placeholder 37">
            <a:extLst>
              <a:ext uri="{FF2B5EF4-FFF2-40B4-BE49-F238E27FC236}">
                <a16:creationId xmlns:a16="http://schemas.microsoft.com/office/drawing/2014/main" id="{CBCB15F1-A379-11E7-9E1A-9EFD9CB7513B}"/>
              </a:ext>
            </a:extLst>
          </p:cNvPr>
          <p:cNvSpPr>
            <a:spLocks noGrp="1"/>
          </p:cNvSpPr>
          <p:nvPr>
            <p:ph type="body" sz="quarter" idx="28" hasCustomPrompt="1"/>
          </p:nvPr>
        </p:nvSpPr>
        <p:spPr>
          <a:xfrm>
            <a:off x="7641404" y="3612122"/>
            <a:ext cx="4202595" cy="469070"/>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35" name="Text Placeholder 37">
            <a:extLst>
              <a:ext uri="{FF2B5EF4-FFF2-40B4-BE49-F238E27FC236}">
                <a16:creationId xmlns:a16="http://schemas.microsoft.com/office/drawing/2014/main" id="{6750B111-CC42-542C-63B4-43360E9974A6}"/>
              </a:ext>
            </a:extLst>
          </p:cNvPr>
          <p:cNvSpPr>
            <a:spLocks noGrp="1"/>
          </p:cNvSpPr>
          <p:nvPr>
            <p:ph type="body" sz="quarter" idx="29" hasCustomPrompt="1"/>
          </p:nvPr>
        </p:nvSpPr>
        <p:spPr>
          <a:xfrm>
            <a:off x="7641406" y="4975664"/>
            <a:ext cx="4202594" cy="285646"/>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a:t>Click to add text</a:t>
            </a:r>
            <a:endParaRPr lang="en-IN"/>
          </a:p>
        </p:txBody>
      </p:sp>
      <p:sp>
        <p:nvSpPr>
          <p:cNvPr id="36" name="Text Placeholder 37">
            <a:extLst>
              <a:ext uri="{FF2B5EF4-FFF2-40B4-BE49-F238E27FC236}">
                <a16:creationId xmlns:a16="http://schemas.microsoft.com/office/drawing/2014/main" id="{518A0E21-CB57-E540-E04A-96BE9941AA57}"/>
              </a:ext>
            </a:extLst>
          </p:cNvPr>
          <p:cNvSpPr>
            <a:spLocks noGrp="1"/>
          </p:cNvSpPr>
          <p:nvPr>
            <p:ph type="body" sz="quarter" idx="30" hasCustomPrompt="1"/>
          </p:nvPr>
        </p:nvSpPr>
        <p:spPr>
          <a:xfrm>
            <a:off x="7641404" y="5261310"/>
            <a:ext cx="4202595" cy="469070"/>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Tree>
    <p:extLst>
      <p:ext uri="{BB962C8B-B14F-4D97-AF65-F5344CB8AC3E}">
        <p14:creationId xmlns:p14="http://schemas.microsoft.com/office/powerpoint/2010/main" val="839497482"/>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7_Miscellaneou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2415AAE-C838-C5C0-87FD-5588E4E4FC41}"/>
              </a:ext>
            </a:extLst>
          </p:cNvPr>
          <p:cNvSpPr/>
          <p:nvPr userDrawn="1"/>
        </p:nvSpPr>
        <p:spPr>
          <a:xfrm>
            <a:off x="0" y="1"/>
            <a:ext cx="6095999" cy="344469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F00F7B0D-9D94-DB3C-3EBD-A4C8B0C18626}"/>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7" name="Rectangle 6">
            <a:extLst>
              <a:ext uri="{FF2B5EF4-FFF2-40B4-BE49-F238E27FC236}">
                <a16:creationId xmlns:a16="http://schemas.microsoft.com/office/drawing/2014/main" id="{0CEA8634-4653-5EE0-DBA6-ACFA3DCC51F9}"/>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 Placeholder 2">
            <a:extLst>
              <a:ext uri="{FF2B5EF4-FFF2-40B4-BE49-F238E27FC236}">
                <a16:creationId xmlns:a16="http://schemas.microsoft.com/office/drawing/2014/main" id="{BEF00F5E-6C07-C761-CDDF-19E4C8AEBDC2}"/>
              </a:ext>
            </a:extLst>
          </p:cNvPr>
          <p:cNvSpPr>
            <a:spLocks noGrp="1"/>
          </p:cNvSpPr>
          <p:nvPr>
            <p:ph idx="1" hasCustomPrompt="1"/>
          </p:nvPr>
        </p:nvSpPr>
        <p:spPr>
          <a:xfrm>
            <a:off x="531266" y="1941453"/>
            <a:ext cx="4870073" cy="1059606"/>
          </a:xfrm>
          <a:prstGeom prst="rect">
            <a:avLst/>
          </a:prstGeom>
        </p:spPr>
        <p:txBody>
          <a:bodyPr vert="horz" lIns="91440" tIns="45720" rIns="91440" bIns="45720" rtlCol="0">
            <a:normAutofit/>
          </a:bodyPr>
          <a:lstStyle>
            <a:lvl1pPr marL="0" indent="0">
              <a:buNone/>
              <a:defRPr sz="1800"/>
            </a:lvl1pPr>
            <a:lvl2pPr marL="457200" indent="0">
              <a:buNone/>
              <a:defRPr sz="1600"/>
            </a:lvl2pPr>
            <a:lvl3pPr marL="914400" indent="0">
              <a:buNone/>
              <a:defRPr sz="1400"/>
            </a:lvl3pPr>
          </a:lstStyle>
          <a:p>
            <a:pPr lvl="0"/>
            <a:r>
              <a:rPr lang="en-US"/>
              <a:t>Click to edit Master text styles</a:t>
            </a:r>
          </a:p>
        </p:txBody>
      </p:sp>
      <p:sp>
        <p:nvSpPr>
          <p:cNvPr id="9" name="Rectangle 8">
            <a:extLst>
              <a:ext uri="{FF2B5EF4-FFF2-40B4-BE49-F238E27FC236}">
                <a16:creationId xmlns:a16="http://schemas.microsoft.com/office/drawing/2014/main" id="{B4E22741-9D2C-570F-ED76-1505015E44A2}"/>
              </a:ext>
            </a:extLst>
          </p:cNvPr>
          <p:cNvSpPr/>
          <p:nvPr userDrawn="1"/>
        </p:nvSpPr>
        <p:spPr>
          <a:xfrm>
            <a:off x="4591343" y="3821846"/>
            <a:ext cx="1168942" cy="79073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0" name="Rectangle 9">
            <a:extLst>
              <a:ext uri="{FF2B5EF4-FFF2-40B4-BE49-F238E27FC236}">
                <a16:creationId xmlns:a16="http://schemas.microsoft.com/office/drawing/2014/main" id="{03DD913D-23F9-79DF-7812-192EC27C04C0}"/>
              </a:ext>
            </a:extLst>
          </p:cNvPr>
          <p:cNvSpPr/>
          <p:nvPr userDrawn="1"/>
        </p:nvSpPr>
        <p:spPr>
          <a:xfrm>
            <a:off x="10333248" y="3821846"/>
            <a:ext cx="1168942" cy="79073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1" name="Rectangle 10">
            <a:extLst>
              <a:ext uri="{FF2B5EF4-FFF2-40B4-BE49-F238E27FC236}">
                <a16:creationId xmlns:a16="http://schemas.microsoft.com/office/drawing/2014/main" id="{81285636-1154-9D1E-211E-DDAF94DD0381}"/>
              </a:ext>
            </a:extLst>
          </p:cNvPr>
          <p:cNvSpPr/>
          <p:nvPr userDrawn="1"/>
        </p:nvSpPr>
        <p:spPr>
          <a:xfrm>
            <a:off x="10333248" y="1070242"/>
            <a:ext cx="1168942" cy="79073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2" name="Rectangle 11">
            <a:extLst>
              <a:ext uri="{FF2B5EF4-FFF2-40B4-BE49-F238E27FC236}">
                <a16:creationId xmlns:a16="http://schemas.microsoft.com/office/drawing/2014/main" id="{67C3348F-55E6-9418-ACD1-C1BC0AD8F447}"/>
              </a:ext>
            </a:extLst>
          </p:cNvPr>
          <p:cNvSpPr/>
          <p:nvPr userDrawn="1"/>
        </p:nvSpPr>
        <p:spPr>
          <a:xfrm>
            <a:off x="6244390" y="1194785"/>
            <a:ext cx="5431674" cy="224990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3" name="Rectangle 12">
            <a:extLst>
              <a:ext uri="{FF2B5EF4-FFF2-40B4-BE49-F238E27FC236}">
                <a16:creationId xmlns:a16="http://schemas.microsoft.com/office/drawing/2014/main" id="{9AC7E1C1-5CFD-A7CD-D27C-3101E83E905E}"/>
              </a:ext>
            </a:extLst>
          </p:cNvPr>
          <p:cNvSpPr/>
          <p:nvPr userDrawn="1"/>
        </p:nvSpPr>
        <p:spPr>
          <a:xfrm>
            <a:off x="6257843" y="3950017"/>
            <a:ext cx="5431674" cy="22499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4" name="Rectangle 13">
            <a:extLst>
              <a:ext uri="{FF2B5EF4-FFF2-40B4-BE49-F238E27FC236}">
                <a16:creationId xmlns:a16="http://schemas.microsoft.com/office/drawing/2014/main" id="{8D6A9663-6B28-7FE4-F1E9-1CD792770DA6}"/>
              </a:ext>
            </a:extLst>
          </p:cNvPr>
          <p:cNvSpPr/>
          <p:nvPr userDrawn="1"/>
        </p:nvSpPr>
        <p:spPr>
          <a:xfrm>
            <a:off x="515938" y="3950017"/>
            <a:ext cx="5431674" cy="22499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15" name="Straight Connector 14">
            <a:extLst>
              <a:ext uri="{FF2B5EF4-FFF2-40B4-BE49-F238E27FC236}">
                <a16:creationId xmlns:a16="http://schemas.microsoft.com/office/drawing/2014/main" id="{11B5C72A-5DD2-A49C-18A8-CD6BAB61F580}"/>
              </a:ext>
            </a:extLst>
          </p:cNvPr>
          <p:cNvCxnSpPr/>
          <p:nvPr userDrawn="1"/>
        </p:nvCxnSpPr>
        <p:spPr>
          <a:xfrm>
            <a:off x="502483" y="3697354"/>
            <a:ext cx="11173581" cy="0"/>
          </a:xfrm>
          <a:prstGeom prst="line">
            <a:avLst/>
          </a:prstGeom>
          <a:ln>
            <a:solidFill>
              <a:schemeClr val="bg1">
                <a:lumMod val="75000"/>
              </a:schemeClr>
            </a:solidFill>
            <a:prstDash val="lgDash"/>
            <a:round/>
          </a:ln>
        </p:spPr>
        <p:style>
          <a:lnRef idx="1">
            <a:schemeClr val="accent1"/>
          </a:lnRef>
          <a:fillRef idx="0">
            <a:schemeClr val="accent1"/>
          </a:fillRef>
          <a:effectRef idx="0">
            <a:schemeClr val="accent1"/>
          </a:effectRef>
          <a:fontRef idx="minor">
            <a:schemeClr val="tx1"/>
          </a:fontRef>
        </p:style>
      </p:cxnSp>
      <p:sp>
        <p:nvSpPr>
          <p:cNvPr id="16" name="Right Triangle 15">
            <a:extLst>
              <a:ext uri="{FF2B5EF4-FFF2-40B4-BE49-F238E27FC236}">
                <a16:creationId xmlns:a16="http://schemas.microsoft.com/office/drawing/2014/main" id="{4BBD0511-C8CE-FC9A-43EC-52E14E5DD11A}"/>
              </a:ext>
            </a:extLst>
          </p:cNvPr>
          <p:cNvSpPr/>
          <p:nvPr userDrawn="1"/>
        </p:nvSpPr>
        <p:spPr>
          <a:xfrm rot="10800000">
            <a:off x="10333248" y="1070242"/>
            <a:ext cx="1356269" cy="1356269"/>
          </a:xfrm>
          <a:prstGeom prst="r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7" name="Right Triangle 16">
            <a:extLst>
              <a:ext uri="{FF2B5EF4-FFF2-40B4-BE49-F238E27FC236}">
                <a16:creationId xmlns:a16="http://schemas.microsoft.com/office/drawing/2014/main" id="{A160063B-6C34-67CA-4684-EC0313F26F17}"/>
              </a:ext>
            </a:extLst>
          </p:cNvPr>
          <p:cNvSpPr/>
          <p:nvPr userDrawn="1"/>
        </p:nvSpPr>
        <p:spPr>
          <a:xfrm rot="10800000">
            <a:off x="10333248" y="3821846"/>
            <a:ext cx="1356269" cy="1356269"/>
          </a:xfrm>
          <a:prstGeom prst="r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8" name="Right Triangle 17">
            <a:extLst>
              <a:ext uri="{FF2B5EF4-FFF2-40B4-BE49-F238E27FC236}">
                <a16:creationId xmlns:a16="http://schemas.microsoft.com/office/drawing/2014/main" id="{A8969F5B-E01F-D49F-C45D-1F76E94F308D}"/>
              </a:ext>
            </a:extLst>
          </p:cNvPr>
          <p:cNvSpPr/>
          <p:nvPr userDrawn="1"/>
        </p:nvSpPr>
        <p:spPr>
          <a:xfrm rot="10800000">
            <a:off x="4591343" y="3821846"/>
            <a:ext cx="1356269" cy="1356269"/>
          </a:xfrm>
          <a:prstGeom prst="r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0" name="Content Placeholder 50">
            <a:extLst>
              <a:ext uri="{FF2B5EF4-FFF2-40B4-BE49-F238E27FC236}">
                <a16:creationId xmlns:a16="http://schemas.microsoft.com/office/drawing/2014/main" id="{FFE1F0BF-FF5F-BF0B-7E0C-0C4A0F18A2C8}"/>
              </a:ext>
            </a:extLst>
          </p:cNvPr>
          <p:cNvSpPr>
            <a:spLocks noGrp="1"/>
          </p:cNvSpPr>
          <p:nvPr>
            <p:ph sz="quarter" idx="18" hasCustomPrompt="1"/>
          </p:nvPr>
        </p:nvSpPr>
        <p:spPr>
          <a:xfrm>
            <a:off x="948484" y="4385838"/>
            <a:ext cx="1356270" cy="1356270"/>
          </a:xfrm>
          <a:prstGeom prst="rect">
            <a:avLst/>
          </a:prstGeom>
          <a:ln>
            <a:no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800" b="0">
                <a:solidFill>
                  <a:schemeClr val="tx1"/>
                </a:solidFill>
                <a:latin typeface="Barlow" panose="00000500000000000000" pitchFamily="2" charset="0"/>
              </a:defRPr>
            </a:lvl1pPr>
          </a:lstStyle>
          <a:p>
            <a:pPr lvl="0"/>
            <a:r>
              <a:rPr lang="en-US"/>
              <a:t>Insert Icon Here</a:t>
            </a:r>
            <a:endParaRPr lang="en-IN"/>
          </a:p>
        </p:txBody>
      </p:sp>
      <p:sp>
        <p:nvSpPr>
          <p:cNvPr id="59" name="Text Placeholder 37">
            <a:extLst>
              <a:ext uri="{FF2B5EF4-FFF2-40B4-BE49-F238E27FC236}">
                <a16:creationId xmlns:a16="http://schemas.microsoft.com/office/drawing/2014/main" id="{0C361ADD-3BD3-2DE2-77C2-F896FA82275C}"/>
              </a:ext>
            </a:extLst>
          </p:cNvPr>
          <p:cNvSpPr>
            <a:spLocks noGrp="1"/>
          </p:cNvSpPr>
          <p:nvPr>
            <p:ph type="body" sz="quarter" idx="25" hasCustomPrompt="1"/>
          </p:nvPr>
        </p:nvSpPr>
        <p:spPr>
          <a:xfrm>
            <a:off x="2440863" y="4385837"/>
            <a:ext cx="2563091" cy="479405"/>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a:t>Click to add text</a:t>
            </a:r>
            <a:endParaRPr lang="en-IN"/>
          </a:p>
        </p:txBody>
      </p:sp>
      <p:sp>
        <p:nvSpPr>
          <p:cNvPr id="60" name="Text Placeholder 37">
            <a:extLst>
              <a:ext uri="{FF2B5EF4-FFF2-40B4-BE49-F238E27FC236}">
                <a16:creationId xmlns:a16="http://schemas.microsoft.com/office/drawing/2014/main" id="{D0D9D81C-0FED-3B8F-DAF5-A9796A785BF4}"/>
              </a:ext>
            </a:extLst>
          </p:cNvPr>
          <p:cNvSpPr>
            <a:spLocks noGrp="1"/>
          </p:cNvSpPr>
          <p:nvPr>
            <p:ph type="body" sz="quarter" idx="26" hasCustomPrompt="1"/>
          </p:nvPr>
        </p:nvSpPr>
        <p:spPr>
          <a:xfrm>
            <a:off x="2440863" y="4965801"/>
            <a:ext cx="2563091" cy="776308"/>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68" name="Content Placeholder 50">
            <a:extLst>
              <a:ext uri="{FF2B5EF4-FFF2-40B4-BE49-F238E27FC236}">
                <a16:creationId xmlns:a16="http://schemas.microsoft.com/office/drawing/2014/main" id="{F68A945F-C111-074D-63C2-F1FDEA11FC9A}"/>
              </a:ext>
            </a:extLst>
          </p:cNvPr>
          <p:cNvSpPr>
            <a:spLocks noGrp="1"/>
          </p:cNvSpPr>
          <p:nvPr>
            <p:ph sz="quarter" idx="27" hasCustomPrompt="1"/>
          </p:nvPr>
        </p:nvSpPr>
        <p:spPr>
          <a:xfrm>
            <a:off x="6699913" y="1666855"/>
            <a:ext cx="1356270" cy="1356270"/>
          </a:xfrm>
          <a:prstGeom prst="rect">
            <a:avLst/>
          </a:prstGeom>
          <a:ln>
            <a:no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800" b="0">
                <a:solidFill>
                  <a:schemeClr val="tx1"/>
                </a:solidFill>
                <a:latin typeface="Barlow" panose="00000500000000000000" pitchFamily="2" charset="0"/>
              </a:defRPr>
            </a:lvl1pPr>
          </a:lstStyle>
          <a:p>
            <a:pPr lvl="0"/>
            <a:r>
              <a:rPr lang="en-US"/>
              <a:t>Insert Icon Here</a:t>
            </a:r>
            <a:endParaRPr lang="en-IN"/>
          </a:p>
        </p:txBody>
      </p:sp>
      <p:sp>
        <p:nvSpPr>
          <p:cNvPr id="69" name="Text Placeholder 37">
            <a:extLst>
              <a:ext uri="{FF2B5EF4-FFF2-40B4-BE49-F238E27FC236}">
                <a16:creationId xmlns:a16="http://schemas.microsoft.com/office/drawing/2014/main" id="{8BF97183-C015-A284-B152-570AC5608346}"/>
              </a:ext>
            </a:extLst>
          </p:cNvPr>
          <p:cNvSpPr>
            <a:spLocks noGrp="1"/>
          </p:cNvSpPr>
          <p:nvPr>
            <p:ph type="body" sz="quarter" idx="28" hasCustomPrompt="1"/>
          </p:nvPr>
        </p:nvSpPr>
        <p:spPr>
          <a:xfrm>
            <a:off x="8192292" y="1666854"/>
            <a:ext cx="2563091" cy="479405"/>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a:t>Click to add text</a:t>
            </a:r>
            <a:endParaRPr lang="en-IN"/>
          </a:p>
        </p:txBody>
      </p:sp>
      <p:sp>
        <p:nvSpPr>
          <p:cNvPr id="70" name="Text Placeholder 37">
            <a:extLst>
              <a:ext uri="{FF2B5EF4-FFF2-40B4-BE49-F238E27FC236}">
                <a16:creationId xmlns:a16="http://schemas.microsoft.com/office/drawing/2014/main" id="{21F9DD26-3F06-822A-3118-CE4DA3092C60}"/>
              </a:ext>
            </a:extLst>
          </p:cNvPr>
          <p:cNvSpPr>
            <a:spLocks noGrp="1"/>
          </p:cNvSpPr>
          <p:nvPr>
            <p:ph type="body" sz="quarter" idx="29" hasCustomPrompt="1"/>
          </p:nvPr>
        </p:nvSpPr>
        <p:spPr>
          <a:xfrm>
            <a:off x="8192292" y="2246818"/>
            <a:ext cx="2563091" cy="776308"/>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74" name="Content Placeholder 50">
            <a:extLst>
              <a:ext uri="{FF2B5EF4-FFF2-40B4-BE49-F238E27FC236}">
                <a16:creationId xmlns:a16="http://schemas.microsoft.com/office/drawing/2014/main" id="{82DF2470-D149-0C09-06C2-BC271089E62D}"/>
              </a:ext>
            </a:extLst>
          </p:cNvPr>
          <p:cNvSpPr>
            <a:spLocks noGrp="1"/>
          </p:cNvSpPr>
          <p:nvPr>
            <p:ph sz="quarter" idx="30" hasCustomPrompt="1"/>
          </p:nvPr>
        </p:nvSpPr>
        <p:spPr>
          <a:xfrm>
            <a:off x="6677189" y="4370267"/>
            <a:ext cx="1356270" cy="1356270"/>
          </a:xfrm>
          <a:prstGeom prst="rect">
            <a:avLst/>
          </a:prstGeom>
          <a:ln>
            <a:no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800" b="0">
                <a:solidFill>
                  <a:schemeClr val="tx1"/>
                </a:solidFill>
                <a:latin typeface="Barlow" panose="00000500000000000000" pitchFamily="2" charset="0"/>
              </a:defRPr>
            </a:lvl1pPr>
          </a:lstStyle>
          <a:p>
            <a:pPr lvl="0"/>
            <a:r>
              <a:rPr lang="en-US"/>
              <a:t>Insert Icon Here</a:t>
            </a:r>
            <a:endParaRPr lang="en-IN"/>
          </a:p>
        </p:txBody>
      </p:sp>
      <p:sp>
        <p:nvSpPr>
          <p:cNvPr id="75" name="Text Placeholder 37">
            <a:extLst>
              <a:ext uri="{FF2B5EF4-FFF2-40B4-BE49-F238E27FC236}">
                <a16:creationId xmlns:a16="http://schemas.microsoft.com/office/drawing/2014/main" id="{AEF22835-1E7D-CE76-96C1-40FAC8EF0725}"/>
              </a:ext>
            </a:extLst>
          </p:cNvPr>
          <p:cNvSpPr>
            <a:spLocks noGrp="1"/>
          </p:cNvSpPr>
          <p:nvPr>
            <p:ph type="body" sz="quarter" idx="31" hasCustomPrompt="1"/>
          </p:nvPr>
        </p:nvSpPr>
        <p:spPr>
          <a:xfrm>
            <a:off x="8169568" y="4370266"/>
            <a:ext cx="2563091" cy="479405"/>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a:t>Click to add text</a:t>
            </a:r>
            <a:endParaRPr lang="en-IN"/>
          </a:p>
        </p:txBody>
      </p:sp>
      <p:sp>
        <p:nvSpPr>
          <p:cNvPr id="76" name="Text Placeholder 37">
            <a:extLst>
              <a:ext uri="{FF2B5EF4-FFF2-40B4-BE49-F238E27FC236}">
                <a16:creationId xmlns:a16="http://schemas.microsoft.com/office/drawing/2014/main" id="{326059B1-3B52-E7DE-37F7-451AD4603F02}"/>
              </a:ext>
            </a:extLst>
          </p:cNvPr>
          <p:cNvSpPr>
            <a:spLocks noGrp="1"/>
          </p:cNvSpPr>
          <p:nvPr>
            <p:ph type="body" sz="quarter" idx="32" hasCustomPrompt="1"/>
          </p:nvPr>
        </p:nvSpPr>
        <p:spPr>
          <a:xfrm>
            <a:off x="8169568" y="4950230"/>
            <a:ext cx="2563091" cy="776308"/>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79" name="Text Placeholder 37">
            <a:extLst>
              <a:ext uri="{FF2B5EF4-FFF2-40B4-BE49-F238E27FC236}">
                <a16:creationId xmlns:a16="http://schemas.microsoft.com/office/drawing/2014/main" id="{E5884938-EDA9-151E-0689-7405E2387741}"/>
              </a:ext>
            </a:extLst>
          </p:cNvPr>
          <p:cNvSpPr>
            <a:spLocks noGrp="1"/>
          </p:cNvSpPr>
          <p:nvPr>
            <p:ph type="body" sz="quarter" idx="33" hasCustomPrompt="1"/>
          </p:nvPr>
        </p:nvSpPr>
        <p:spPr>
          <a:xfrm>
            <a:off x="10948771" y="1206541"/>
            <a:ext cx="652659" cy="479405"/>
          </a:xfrm>
        </p:spPr>
        <p:txBody>
          <a:bodyPr>
            <a:noAutofit/>
          </a:bodyPr>
          <a:lstStyle>
            <a:lvl1pPr marL="0" indent="0" algn="l">
              <a:buNone/>
              <a:defRPr lang="en-IN" sz="2800" b="1" kern="1200" dirty="0">
                <a:solidFill>
                  <a:schemeClr val="tx1"/>
                </a:solidFill>
                <a:latin typeface="Barlow" panose="00000500000000000000" pitchFamily="2" charset="0"/>
                <a:ea typeface="Open Sans" pitchFamily="2" charset="0"/>
                <a:cs typeface="Open Sans" pitchFamily="2" charset="0"/>
              </a:defRPr>
            </a:lvl1pPr>
          </a:lstStyle>
          <a:p>
            <a:pPr marL="0" lvl="0" indent="0" algn="ctr" defTabSz="914400" rtl="0" eaLnBrk="1" latinLnBrk="0" hangingPunct="1">
              <a:lnSpc>
                <a:spcPct val="90000"/>
              </a:lnSpc>
              <a:spcBef>
                <a:spcPts val="1000"/>
              </a:spcBef>
              <a:buFont typeface="Arial" panose="020B0604020202020204" pitchFamily="34" charset="0"/>
              <a:buNone/>
            </a:pPr>
            <a:r>
              <a:rPr lang="en-US"/>
              <a:t>01</a:t>
            </a:r>
            <a:endParaRPr lang="en-IN"/>
          </a:p>
        </p:txBody>
      </p:sp>
      <p:sp>
        <p:nvSpPr>
          <p:cNvPr id="81" name="Text Placeholder 37">
            <a:extLst>
              <a:ext uri="{FF2B5EF4-FFF2-40B4-BE49-F238E27FC236}">
                <a16:creationId xmlns:a16="http://schemas.microsoft.com/office/drawing/2014/main" id="{7A7E20B9-751E-AA4C-EDB8-E28B23757796}"/>
              </a:ext>
            </a:extLst>
          </p:cNvPr>
          <p:cNvSpPr>
            <a:spLocks noGrp="1"/>
          </p:cNvSpPr>
          <p:nvPr>
            <p:ph type="body" sz="quarter" idx="34" hasCustomPrompt="1"/>
          </p:nvPr>
        </p:nvSpPr>
        <p:spPr>
          <a:xfrm>
            <a:off x="5200965" y="3977509"/>
            <a:ext cx="652659" cy="479405"/>
          </a:xfrm>
        </p:spPr>
        <p:txBody>
          <a:bodyPr>
            <a:noAutofit/>
          </a:bodyPr>
          <a:lstStyle>
            <a:lvl1pPr marL="0" indent="0" algn="l">
              <a:buNone/>
              <a:defRPr lang="en-IN" sz="2800" b="1" kern="1200" dirty="0">
                <a:solidFill>
                  <a:schemeClr val="tx1"/>
                </a:solidFill>
                <a:latin typeface="Barlow" panose="00000500000000000000" pitchFamily="2" charset="0"/>
                <a:ea typeface="Open Sans" pitchFamily="2" charset="0"/>
                <a:cs typeface="Open Sans" pitchFamily="2" charset="0"/>
              </a:defRPr>
            </a:lvl1pPr>
          </a:lstStyle>
          <a:p>
            <a:pPr marL="0" lvl="0" indent="0" algn="ctr" defTabSz="914400" rtl="0" eaLnBrk="1" latinLnBrk="0" hangingPunct="1">
              <a:lnSpc>
                <a:spcPct val="90000"/>
              </a:lnSpc>
              <a:spcBef>
                <a:spcPts val="1000"/>
              </a:spcBef>
              <a:buFont typeface="Arial" panose="020B0604020202020204" pitchFamily="34" charset="0"/>
              <a:buNone/>
            </a:pPr>
            <a:r>
              <a:rPr lang="en-US"/>
              <a:t>02</a:t>
            </a:r>
            <a:endParaRPr lang="en-IN"/>
          </a:p>
        </p:txBody>
      </p:sp>
      <p:sp>
        <p:nvSpPr>
          <p:cNvPr id="83" name="Text Placeholder 37">
            <a:extLst>
              <a:ext uri="{FF2B5EF4-FFF2-40B4-BE49-F238E27FC236}">
                <a16:creationId xmlns:a16="http://schemas.microsoft.com/office/drawing/2014/main" id="{9E2091D9-552F-A9D3-D367-04188F7D25D5}"/>
              </a:ext>
            </a:extLst>
          </p:cNvPr>
          <p:cNvSpPr>
            <a:spLocks noGrp="1"/>
          </p:cNvSpPr>
          <p:nvPr>
            <p:ph type="body" sz="quarter" idx="35" hasCustomPrompt="1"/>
          </p:nvPr>
        </p:nvSpPr>
        <p:spPr>
          <a:xfrm>
            <a:off x="10954488" y="3971617"/>
            <a:ext cx="652659" cy="479405"/>
          </a:xfrm>
        </p:spPr>
        <p:txBody>
          <a:bodyPr>
            <a:noAutofit/>
          </a:bodyPr>
          <a:lstStyle>
            <a:lvl1pPr marL="0" indent="0" algn="l">
              <a:buNone/>
              <a:defRPr lang="en-IN" sz="2800" b="1" kern="1200" dirty="0">
                <a:solidFill>
                  <a:schemeClr val="tx1"/>
                </a:solidFill>
                <a:latin typeface="Barlow" panose="00000500000000000000" pitchFamily="2" charset="0"/>
                <a:ea typeface="Open Sans" pitchFamily="2" charset="0"/>
                <a:cs typeface="Open Sans" pitchFamily="2" charset="0"/>
              </a:defRPr>
            </a:lvl1pPr>
          </a:lstStyle>
          <a:p>
            <a:pPr marL="0" lvl="0" indent="0" algn="ctr" defTabSz="914400" rtl="0" eaLnBrk="1" latinLnBrk="0" hangingPunct="1">
              <a:lnSpc>
                <a:spcPct val="90000"/>
              </a:lnSpc>
              <a:spcBef>
                <a:spcPts val="1000"/>
              </a:spcBef>
              <a:buFont typeface="Arial" panose="020B0604020202020204" pitchFamily="34" charset="0"/>
              <a:buNone/>
            </a:pPr>
            <a:r>
              <a:rPr lang="en-US"/>
              <a:t>03</a:t>
            </a:r>
            <a:endParaRPr lang="en-IN"/>
          </a:p>
        </p:txBody>
      </p:sp>
    </p:spTree>
    <p:extLst>
      <p:ext uri="{BB962C8B-B14F-4D97-AF65-F5344CB8AC3E}">
        <p14:creationId xmlns:p14="http://schemas.microsoft.com/office/powerpoint/2010/main" val="55913151"/>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8_Miscellaneou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264FE84E-A333-1157-AB6D-AAABC2B53E76}"/>
              </a:ext>
            </a:extLst>
          </p:cNvPr>
          <p:cNvSpPr>
            <a:spLocks noGrp="1"/>
          </p:cNvSpPr>
          <p:nvPr>
            <p:ph type="pic" sz="quarter" idx="13"/>
          </p:nvPr>
        </p:nvSpPr>
        <p:spPr>
          <a:xfrm>
            <a:off x="0" y="0"/>
            <a:ext cx="4986609" cy="6858000"/>
          </a:xfrm>
          <a:solidFill>
            <a:schemeClr val="tx2">
              <a:alpha val="75000"/>
            </a:schemeClr>
          </a:solidFill>
        </p:spPr>
        <p:txBody>
          <a:bodyPr/>
          <a:lstStyle/>
          <a:p>
            <a:endParaRPr lang="en-IN"/>
          </a:p>
        </p:txBody>
      </p:sp>
      <p:sp>
        <p:nvSpPr>
          <p:cNvPr id="6" name="Rectangle 5">
            <a:extLst>
              <a:ext uri="{FF2B5EF4-FFF2-40B4-BE49-F238E27FC236}">
                <a16:creationId xmlns:a16="http://schemas.microsoft.com/office/drawing/2014/main" id="{5D6D9364-0E65-7D7C-90D8-C8D8F4264563}"/>
              </a:ext>
            </a:extLst>
          </p:cNvPr>
          <p:cNvSpPr/>
          <p:nvPr userDrawn="1"/>
        </p:nvSpPr>
        <p:spPr>
          <a:xfrm>
            <a:off x="5383446" y="3308178"/>
            <a:ext cx="2142784" cy="28835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Rectangle 6">
            <a:extLst>
              <a:ext uri="{FF2B5EF4-FFF2-40B4-BE49-F238E27FC236}">
                <a16:creationId xmlns:a16="http://schemas.microsoft.com/office/drawing/2014/main" id="{AAAB73E3-0687-BF1F-B4EE-AA3BB7454C67}"/>
              </a:ext>
            </a:extLst>
          </p:cNvPr>
          <p:cNvSpPr/>
          <p:nvPr userDrawn="1"/>
        </p:nvSpPr>
        <p:spPr>
          <a:xfrm>
            <a:off x="7530687" y="2066180"/>
            <a:ext cx="2142784" cy="411494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Rectangle 7">
            <a:extLst>
              <a:ext uri="{FF2B5EF4-FFF2-40B4-BE49-F238E27FC236}">
                <a16:creationId xmlns:a16="http://schemas.microsoft.com/office/drawing/2014/main" id="{C5E6ECBF-3F3D-1D15-F367-253F34178F40}"/>
              </a:ext>
            </a:extLst>
          </p:cNvPr>
          <p:cNvSpPr/>
          <p:nvPr userDrawn="1"/>
        </p:nvSpPr>
        <p:spPr>
          <a:xfrm>
            <a:off x="9631142" y="1102414"/>
            <a:ext cx="2142784" cy="507871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41" name="Straight Connector 40">
            <a:extLst>
              <a:ext uri="{FF2B5EF4-FFF2-40B4-BE49-F238E27FC236}">
                <a16:creationId xmlns:a16="http://schemas.microsoft.com/office/drawing/2014/main" id="{12D7C107-1DFE-F6F1-198A-E85400F246D1}"/>
              </a:ext>
            </a:extLst>
          </p:cNvPr>
          <p:cNvCxnSpPr>
            <a:cxnSpLocks/>
          </p:cNvCxnSpPr>
          <p:nvPr userDrawn="1"/>
        </p:nvCxnSpPr>
        <p:spPr>
          <a:xfrm>
            <a:off x="7512611" y="5902975"/>
            <a:ext cx="147853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F24D0AB-7DE2-51C4-A9E2-8CDB73F27A9E}"/>
              </a:ext>
            </a:extLst>
          </p:cNvPr>
          <p:cNvCxnSpPr>
            <a:cxnSpLocks/>
          </p:cNvCxnSpPr>
          <p:nvPr userDrawn="1"/>
        </p:nvCxnSpPr>
        <p:spPr>
          <a:xfrm>
            <a:off x="9613551" y="5902975"/>
            <a:ext cx="147853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D217CAC-7641-1DFD-8873-38B4FCDE4EF9}"/>
              </a:ext>
            </a:extLst>
          </p:cNvPr>
          <p:cNvCxnSpPr>
            <a:cxnSpLocks/>
          </p:cNvCxnSpPr>
          <p:nvPr userDrawn="1"/>
        </p:nvCxnSpPr>
        <p:spPr>
          <a:xfrm>
            <a:off x="838200" y="5912310"/>
            <a:ext cx="5966637" cy="0"/>
          </a:xfrm>
          <a:prstGeom prst="line">
            <a:avLst/>
          </a:prstGeom>
          <a:ln>
            <a:solidFill>
              <a:schemeClr val="bg1"/>
            </a:solidFill>
            <a:headEnd type="oval"/>
          </a:ln>
        </p:spPr>
        <p:style>
          <a:lnRef idx="1">
            <a:schemeClr val="accent1"/>
          </a:lnRef>
          <a:fillRef idx="0">
            <a:schemeClr val="accent1"/>
          </a:fillRef>
          <a:effectRef idx="0">
            <a:schemeClr val="accent1"/>
          </a:effectRef>
          <a:fontRef idx="minor">
            <a:schemeClr val="tx1"/>
          </a:fontRef>
        </p:style>
      </p:cxnSp>
      <p:sp>
        <p:nvSpPr>
          <p:cNvPr id="45" name="Content Placeholder 50">
            <a:extLst>
              <a:ext uri="{FF2B5EF4-FFF2-40B4-BE49-F238E27FC236}">
                <a16:creationId xmlns:a16="http://schemas.microsoft.com/office/drawing/2014/main" id="{6401874C-D0BB-FE11-AB98-365DDD746107}"/>
              </a:ext>
            </a:extLst>
          </p:cNvPr>
          <p:cNvSpPr>
            <a:spLocks noGrp="1"/>
          </p:cNvSpPr>
          <p:nvPr>
            <p:ph sz="quarter" idx="18" hasCustomPrompt="1"/>
          </p:nvPr>
        </p:nvSpPr>
        <p:spPr>
          <a:xfrm>
            <a:off x="5537454" y="2672034"/>
            <a:ext cx="699793" cy="699793"/>
          </a:xfrm>
          <a:prstGeom prst="rect">
            <a:avLst/>
          </a:prstGeom>
          <a:solidFill>
            <a:schemeClr val="bg2"/>
          </a:solidFill>
          <a:ln w="152400">
            <a:solidFill>
              <a:schemeClr val="accent1">
                <a:alpha val="97000"/>
              </a:schemeClr>
            </a:solid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400" b="0">
                <a:solidFill>
                  <a:schemeClr val="tx1"/>
                </a:solidFill>
                <a:latin typeface="Barlow" panose="00000500000000000000" pitchFamily="2" charset="0"/>
              </a:defRPr>
            </a:lvl1pPr>
          </a:lstStyle>
          <a:p>
            <a:pPr lvl="0"/>
            <a:r>
              <a:rPr lang="en-US"/>
              <a:t>Insert Icon Here</a:t>
            </a:r>
            <a:endParaRPr lang="en-IN"/>
          </a:p>
        </p:txBody>
      </p:sp>
      <p:sp>
        <p:nvSpPr>
          <p:cNvPr id="48" name="Text Placeholder 37">
            <a:extLst>
              <a:ext uri="{FF2B5EF4-FFF2-40B4-BE49-F238E27FC236}">
                <a16:creationId xmlns:a16="http://schemas.microsoft.com/office/drawing/2014/main" id="{BF32448F-3FF1-DF11-681A-1932161941E6}"/>
              </a:ext>
            </a:extLst>
          </p:cNvPr>
          <p:cNvSpPr>
            <a:spLocks noGrp="1"/>
          </p:cNvSpPr>
          <p:nvPr>
            <p:ph type="body" sz="quarter" idx="25" hasCustomPrompt="1"/>
          </p:nvPr>
        </p:nvSpPr>
        <p:spPr>
          <a:xfrm>
            <a:off x="5420980" y="3669469"/>
            <a:ext cx="1976667" cy="395417"/>
          </a:xfrm>
        </p:spPr>
        <p:txBody>
          <a:bodyPr>
            <a:normAutofit/>
          </a:bodyPr>
          <a:lstStyle>
            <a:lvl1pPr marL="0" indent="0" algn="l">
              <a:buNone/>
              <a:defRPr sz="1800" b="1">
                <a:solidFill>
                  <a:schemeClr val="tx2"/>
                </a:solidFill>
                <a:latin typeface="Barlow" panose="00000500000000000000" pitchFamily="2" charset="0"/>
              </a:defRPr>
            </a:lvl1pPr>
          </a:lstStyle>
          <a:p>
            <a:pPr lvl="0"/>
            <a:r>
              <a:rPr lang="en-US"/>
              <a:t>Click to add text</a:t>
            </a:r>
            <a:endParaRPr lang="en-IN"/>
          </a:p>
        </p:txBody>
      </p:sp>
      <p:sp>
        <p:nvSpPr>
          <p:cNvPr id="49" name="Text Placeholder 37">
            <a:extLst>
              <a:ext uri="{FF2B5EF4-FFF2-40B4-BE49-F238E27FC236}">
                <a16:creationId xmlns:a16="http://schemas.microsoft.com/office/drawing/2014/main" id="{E52D8271-DA3B-E79C-A6CA-212D42AB1CCC}"/>
              </a:ext>
            </a:extLst>
          </p:cNvPr>
          <p:cNvSpPr>
            <a:spLocks noGrp="1"/>
          </p:cNvSpPr>
          <p:nvPr>
            <p:ph type="body" sz="quarter" idx="26" hasCustomPrompt="1"/>
          </p:nvPr>
        </p:nvSpPr>
        <p:spPr>
          <a:xfrm>
            <a:off x="5420980" y="4165605"/>
            <a:ext cx="1976667" cy="1269879"/>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52" name="Text Placeholder 37">
            <a:extLst>
              <a:ext uri="{FF2B5EF4-FFF2-40B4-BE49-F238E27FC236}">
                <a16:creationId xmlns:a16="http://schemas.microsoft.com/office/drawing/2014/main" id="{55901CBF-64B5-52E5-AD7C-14473E943095}"/>
              </a:ext>
            </a:extLst>
          </p:cNvPr>
          <p:cNvSpPr>
            <a:spLocks noGrp="1"/>
          </p:cNvSpPr>
          <p:nvPr>
            <p:ph type="body" sz="quarter" idx="27" hasCustomPrompt="1"/>
          </p:nvPr>
        </p:nvSpPr>
        <p:spPr>
          <a:xfrm>
            <a:off x="7574433" y="2565109"/>
            <a:ext cx="1976667" cy="395417"/>
          </a:xfrm>
        </p:spPr>
        <p:txBody>
          <a:bodyPr>
            <a:normAutofit/>
          </a:bodyPr>
          <a:lstStyle>
            <a:lvl1pPr marL="0" indent="0" algn="l">
              <a:buNone/>
              <a:defRPr sz="1800" b="1">
                <a:solidFill>
                  <a:schemeClr val="tx2"/>
                </a:solidFill>
                <a:latin typeface="Barlow" panose="00000500000000000000" pitchFamily="2" charset="0"/>
              </a:defRPr>
            </a:lvl1pPr>
          </a:lstStyle>
          <a:p>
            <a:pPr lvl="0"/>
            <a:r>
              <a:rPr lang="en-US"/>
              <a:t>Click to add text</a:t>
            </a:r>
            <a:endParaRPr lang="en-IN"/>
          </a:p>
        </p:txBody>
      </p:sp>
      <p:sp>
        <p:nvSpPr>
          <p:cNvPr id="53" name="Text Placeholder 37">
            <a:extLst>
              <a:ext uri="{FF2B5EF4-FFF2-40B4-BE49-F238E27FC236}">
                <a16:creationId xmlns:a16="http://schemas.microsoft.com/office/drawing/2014/main" id="{4AE840D7-9B7B-65BB-146A-AE724E69D7B8}"/>
              </a:ext>
            </a:extLst>
          </p:cNvPr>
          <p:cNvSpPr>
            <a:spLocks noGrp="1"/>
          </p:cNvSpPr>
          <p:nvPr>
            <p:ph type="body" sz="quarter" idx="28" hasCustomPrompt="1"/>
          </p:nvPr>
        </p:nvSpPr>
        <p:spPr>
          <a:xfrm>
            <a:off x="7574433" y="3061245"/>
            <a:ext cx="1976667" cy="1269879"/>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56" name="Content Placeholder 50">
            <a:extLst>
              <a:ext uri="{FF2B5EF4-FFF2-40B4-BE49-F238E27FC236}">
                <a16:creationId xmlns:a16="http://schemas.microsoft.com/office/drawing/2014/main" id="{73794DBD-54A2-ECAE-AE27-C233255DE032}"/>
              </a:ext>
            </a:extLst>
          </p:cNvPr>
          <p:cNvSpPr>
            <a:spLocks noGrp="1"/>
          </p:cNvSpPr>
          <p:nvPr>
            <p:ph sz="quarter" idx="29" hasCustomPrompt="1"/>
          </p:nvPr>
        </p:nvSpPr>
        <p:spPr>
          <a:xfrm>
            <a:off x="7665276" y="1567058"/>
            <a:ext cx="699793" cy="699793"/>
          </a:xfrm>
          <a:prstGeom prst="rect">
            <a:avLst/>
          </a:prstGeom>
          <a:solidFill>
            <a:schemeClr val="bg2"/>
          </a:solidFill>
          <a:ln w="152400">
            <a:solidFill>
              <a:schemeClr val="accent1">
                <a:alpha val="97000"/>
              </a:schemeClr>
            </a:solid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400" b="0">
                <a:solidFill>
                  <a:schemeClr val="tx1"/>
                </a:solidFill>
                <a:latin typeface="Barlow" panose="00000500000000000000" pitchFamily="2" charset="0"/>
              </a:defRPr>
            </a:lvl1pPr>
          </a:lstStyle>
          <a:p>
            <a:pPr lvl="0"/>
            <a:r>
              <a:rPr lang="en-US"/>
              <a:t>Insert Icon Here</a:t>
            </a:r>
            <a:endParaRPr lang="en-IN"/>
          </a:p>
        </p:txBody>
      </p:sp>
      <p:sp>
        <p:nvSpPr>
          <p:cNvPr id="60" name="Text Placeholder 37">
            <a:extLst>
              <a:ext uri="{FF2B5EF4-FFF2-40B4-BE49-F238E27FC236}">
                <a16:creationId xmlns:a16="http://schemas.microsoft.com/office/drawing/2014/main" id="{D877437A-4641-C570-C7B2-C8ED893E36F2}"/>
              </a:ext>
            </a:extLst>
          </p:cNvPr>
          <p:cNvSpPr>
            <a:spLocks noGrp="1"/>
          </p:cNvSpPr>
          <p:nvPr>
            <p:ph type="body" sz="quarter" idx="30" hasCustomPrompt="1"/>
          </p:nvPr>
        </p:nvSpPr>
        <p:spPr>
          <a:xfrm>
            <a:off x="9695314" y="1674082"/>
            <a:ext cx="1976667" cy="395417"/>
          </a:xfrm>
        </p:spPr>
        <p:txBody>
          <a:bodyPr>
            <a:normAutofit/>
          </a:bodyPr>
          <a:lstStyle>
            <a:lvl1pPr marL="0" indent="0" algn="l">
              <a:buNone/>
              <a:defRPr sz="1800" b="1">
                <a:solidFill>
                  <a:schemeClr val="tx2"/>
                </a:solidFill>
                <a:latin typeface="Barlow" panose="00000500000000000000" pitchFamily="2" charset="0"/>
              </a:defRPr>
            </a:lvl1pPr>
          </a:lstStyle>
          <a:p>
            <a:pPr lvl="0"/>
            <a:r>
              <a:rPr lang="en-US"/>
              <a:t>Click to add text</a:t>
            </a:r>
            <a:endParaRPr lang="en-IN"/>
          </a:p>
        </p:txBody>
      </p:sp>
      <p:sp>
        <p:nvSpPr>
          <p:cNvPr id="61" name="Text Placeholder 37">
            <a:extLst>
              <a:ext uri="{FF2B5EF4-FFF2-40B4-BE49-F238E27FC236}">
                <a16:creationId xmlns:a16="http://schemas.microsoft.com/office/drawing/2014/main" id="{134811CE-D629-C0D8-A641-B27CF2CD2D41}"/>
              </a:ext>
            </a:extLst>
          </p:cNvPr>
          <p:cNvSpPr>
            <a:spLocks noGrp="1"/>
          </p:cNvSpPr>
          <p:nvPr>
            <p:ph type="body" sz="quarter" idx="31" hasCustomPrompt="1"/>
          </p:nvPr>
        </p:nvSpPr>
        <p:spPr>
          <a:xfrm>
            <a:off x="9695314" y="2170218"/>
            <a:ext cx="1976667" cy="1269879"/>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62" name="Content Placeholder 50">
            <a:extLst>
              <a:ext uri="{FF2B5EF4-FFF2-40B4-BE49-F238E27FC236}">
                <a16:creationId xmlns:a16="http://schemas.microsoft.com/office/drawing/2014/main" id="{90AACE40-7372-3373-1F03-08FBFB1B4BCA}"/>
              </a:ext>
            </a:extLst>
          </p:cNvPr>
          <p:cNvSpPr>
            <a:spLocks noGrp="1"/>
          </p:cNvSpPr>
          <p:nvPr>
            <p:ph sz="quarter" idx="32" hasCustomPrompt="1"/>
          </p:nvPr>
        </p:nvSpPr>
        <p:spPr>
          <a:xfrm>
            <a:off x="9786157" y="676031"/>
            <a:ext cx="699793" cy="699793"/>
          </a:xfrm>
          <a:prstGeom prst="rect">
            <a:avLst/>
          </a:prstGeom>
          <a:solidFill>
            <a:schemeClr val="bg2"/>
          </a:solidFill>
          <a:ln w="152400">
            <a:solidFill>
              <a:schemeClr val="accent1">
                <a:alpha val="97000"/>
              </a:schemeClr>
            </a:solid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400" b="0">
                <a:solidFill>
                  <a:schemeClr val="tx1"/>
                </a:solidFill>
                <a:latin typeface="Barlow" panose="00000500000000000000" pitchFamily="2" charset="0"/>
              </a:defRPr>
            </a:lvl1pPr>
          </a:lstStyle>
          <a:p>
            <a:pPr lvl="0"/>
            <a:r>
              <a:rPr lang="en-US"/>
              <a:t>Insert Icon Here</a:t>
            </a:r>
            <a:endParaRPr lang="en-IN"/>
          </a:p>
        </p:txBody>
      </p:sp>
      <p:sp>
        <p:nvSpPr>
          <p:cNvPr id="64" name="Content Placeholder 50">
            <a:extLst>
              <a:ext uri="{FF2B5EF4-FFF2-40B4-BE49-F238E27FC236}">
                <a16:creationId xmlns:a16="http://schemas.microsoft.com/office/drawing/2014/main" id="{7DC66DA5-3ACA-999E-4921-F659ED592A2B}"/>
              </a:ext>
            </a:extLst>
          </p:cNvPr>
          <p:cNvSpPr>
            <a:spLocks noGrp="1"/>
          </p:cNvSpPr>
          <p:nvPr>
            <p:ph sz="quarter" idx="14" hasCustomPrompt="1"/>
          </p:nvPr>
        </p:nvSpPr>
        <p:spPr>
          <a:xfrm>
            <a:off x="6948837" y="5619584"/>
            <a:ext cx="561545" cy="561545"/>
          </a:xfrm>
          <a:prstGeom prst="rect">
            <a:avLst/>
          </a:prstGeom>
          <a:no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01</a:t>
            </a:r>
            <a:endParaRPr lang="en-IN"/>
          </a:p>
        </p:txBody>
      </p:sp>
      <p:sp>
        <p:nvSpPr>
          <p:cNvPr id="65" name="Content Placeholder 50">
            <a:extLst>
              <a:ext uri="{FF2B5EF4-FFF2-40B4-BE49-F238E27FC236}">
                <a16:creationId xmlns:a16="http://schemas.microsoft.com/office/drawing/2014/main" id="{CEEF41D1-EA90-1577-D84F-40E3AF1AFB23}"/>
              </a:ext>
            </a:extLst>
          </p:cNvPr>
          <p:cNvSpPr>
            <a:spLocks noGrp="1"/>
          </p:cNvSpPr>
          <p:nvPr>
            <p:ph sz="quarter" idx="33" hasCustomPrompt="1"/>
          </p:nvPr>
        </p:nvSpPr>
        <p:spPr>
          <a:xfrm>
            <a:off x="9060801" y="5619583"/>
            <a:ext cx="561545" cy="561545"/>
          </a:xfrm>
          <a:prstGeom prst="rect">
            <a:avLst/>
          </a:prstGeom>
          <a:no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02</a:t>
            </a:r>
            <a:endParaRPr lang="en-IN"/>
          </a:p>
        </p:txBody>
      </p:sp>
      <p:sp>
        <p:nvSpPr>
          <p:cNvPr id="66" name="Content Placeholder 50">
            <a:extLst>
              <a:ext uri="{FF2B5EF4-FFF2-40B4-BE49-F238E27FC236}">
                <a16:creationId xmlns:a16="http://schemas.microsoft.com/office/drawing/2014/main" id="{9AC9247D-8A6E-EB87-760F-21C9A45FBFBE}"/>
              </a:ext>
            </a:extLst>
          </p:cNvPr>
          <p:cNvSpPr>
            <a:spLocks noGrp="1"/>
          </p:cNvSpPr>
          <p:nvPr>
            <p:ph sz="quarter" idx="34" hasCustomPrompt="1"/>
          </p:nvPr>
        </p:nvSpPr>
        <p:spPr>
          <a:xfrm>
            <a:off x="11203585" y="5619583"/>
            <a:ext cx="561545" cy="561545"/>
          </a:xfrm>
          <a:prstGeom prst="rect">
            <a:avLst/>
          </a:prstGeom>
          <a:no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03</a:t>
            </a:r>
            <a:endParaRPr lang="en-IN"/>
          </a:p>
        </p:txBody>
      </p:sp>
      <p:sp>
        <p:nvSpPr>
          <p:cNvPr id="68" name="Title 1">
            <a:extLst>
              <a:ext uri="{FF2B5EF4-FFF2-40B4-BE49-F238E27FC236}">
                <a16:creationId xmlns:a16="http://schemas.microsoft.com/office/drawing/2014/main" id="{7F75B5CA-1835-C387-E922-4549D4B72C3F}"/>
              </a:ext>
            </a:extLst>
          </p:cNvPr>
          <p:cNvSpPr>
            <a:spLocks noGrp="1"/>
          </p:cNvSpPr>
          <p:nvPr>
            <p:ph type="ctrTitle"/>
          </p:nvPr>
        </p:nvSpPr>
        <p:spPr>
          <a:xfrm>
            <a:off x="5383446" y="233807"/>
            <a:ext cx="3308889" cy="984885"/>
          </a:xfrm>
          <a:prstGeom prst="rect">
            <a:avLst/>
          </a:prstGeom>
        </p:spPr>
        <p:txBody>
          <a:bodyPr vert="horz" wrap="square"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Tree>
    <p:extLst>
      <p:ext uri="{BB962C8B-B14F-4D97-AF65-F5344CB8AC3E}">
        <p14:creationId xmlns:p14="http://schemas.microsoft.com/office/powerpoint/2010/main" val="237809603"/>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9_Miscellaneou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BFECD4F-B464-C1BD-5DAD-CEC5B25247B1}"/>
              </a:ext>
            </a:extLst>
          </p:cNvPr>
          <p:cNvSpPr/>
          <p:nvPr userDrawn="1"/>
        </p:nvSpPr>
        <p:spPr>
          <a:xfrm>
            <a:off x="0" y="0"/>
            <a:ext cx="498660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D6D9364-0E65-7D7C-90D8-C8D8F4264563}"/>
              </a:ext>
            </a:extLst>
          </p:cNvPr>
          <p:cNvSpPr/>
          <p:nvPr userDrawn="1"/>
        </p:nvSpPr>
        <p:spPr>
          <a:xfrm>
            <a:off x="5383446" y="3308178"/>
            <a:ext cx="2142784" cy="28835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Rectangle 6">
            <a:extLst>
              <a:ext uri="{FF2B5EF4-FFF2-40B4-BE49-F238E27FC236}">
                <a16:creationId xmlns:a16="http://schemas.microsoft.com/office/drawing/2014/main" id="{AAAB73E3-0687-BF1F-B4EE-AA3BB7454C67}"/>
              </a:ext>
            </a:extLst>
          </p:cNvPr>
          <p:cNvSpPr/>
          <p:nvPr userDrawn="1"/>
        </p:nvSpPr>
        <p:spPr>
          <a:xfrm>
            <a:off x="7530687" y="2066180"/>
            <a:ext cx="2142784" cy="411494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Rectangle 7">
            <a:extLst>
              <a:ext uri="{FF2B5EF4-FFF2-40B4-BE49-F238E27FC236}">
                <a16:creationId xmlns:a16="http://schemas.microsoft.com/office/drawing/2014/main" id="{C5E6ECBF-3F3D-1D15-F367-253F34178F40}"/>
              </a:ext>
            </a:extLst>
          </p:cNvPr>
          <p:cNvSpPr/>
          <p:nvPr userDrawn="1"/>
        </p:nvSpPr>
        <p:spPr>
          <a:xfrm>
            <a:off x="9631142" y="1102414"/>
            <a:ext cx="2142784" cy="507871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41" name="Straight Connector 40">
            <a:extLst>
              <a:ext uri="{FF2B5EF4-FFF2-40B4-BE49-F238E27FC236}">
                <a16:creationId xmlns:a16="http://schemas.microsoft.com/office/drawing/2014/main" id="{12D7C107-1DFE-F6F1-198A-E85400F246D1}"/>
              </a:ext>
            </a:extLst>
          </p:cNvPr>
          <p:cNvCxnSpPr>
            <a:cxnSpLocks/>
          </p:cNvCxnSpPr>
          <p:nvPr userDrawn="1"/>
        </p:nvCxnSpPr>
        <p:spPr>
          <a:xfrm>
            <a:off x="7512611" y="5902975"/>
            <a:ext cx="147853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F24D0AB-7DE2-51C4-A9E2-8CDB73F27A9E}"/>
              </a:ext>
            </a:extLst>
          </p:cNvPr>
          <p:cNvCxnSpPr>
            <a:cxnSpLocks/>
          </p:cNvCxnSpPr>
          <p:nvPr userDrawn="1"/>
        </p:nvCxnSpPr>
        <p:spPr>
          <a:xfrm>
            <a:off x="9613551" y="5902975"/>
            <a:ext cx="147853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D217CAC-7641-1DFD-8873-38B4FCDE4EF9}"/>
              </a:ext>
            </a:extLst>
          </p:cNvPr>
          <p:cNvCxnSpPr>
            <a:cxnSpLocks/>
          </p:cNvCxnSpPr>
          <p:nvPr userDrawn="1"/>
        </p:nvCxnSpPr>
        <p:spPr>
          <a:xfrm>
            <a:off x="838200" y="5912310"/>
            <a:ext cx="5966637" cy="0"/>
          </a:xfrm>
          <a:prstGeom prst="line">
            <a:avLst/>
          </a:prstGeom>
          <a:ln>
            <a:solidFill>
              <a:schemeClr val="bg1"/>
            </a:solidFill>
            <a:headEnd type="oval"/>
          </a:ln>
        </p:spPr>
        <p:style>
          <a:lnRef idx="1">
            <a:schemeClr val="accent1"/>
          </a:lnRef>
          <a:fillRef idx="0">
            <a:schemeClr val="accent1"/>
          </a:fillRef>
          <a:effectRef idx="0">
            <a:schemeClr val="accent1"/>
          </a:effectRef>
          <a:fontRef idx="minor">
            <a:schemeClr val="tx1"/>
          </a:fontRef>
        </p:style>
      </p:cxnSp>
      <p:sp>
        <p:nvSpPr>
          <p:cNvPr id="45" name="Content Placeholder 50">
            <a:extLst>
              <a:ext uri="{FF2B5EF4-FFF2-40B4-BE49-F238E27FC236}">
                <a16:creationId xmlns:a16="http://schemas.microsoft.com/office/drawing/2014/main" id="{6401874C-D0BB-FE11-AB98-365DDD746107}"/>
              </a:ext>
            </a:extLst>
          </p:cNvPr>
          <p:cNvSpPr>
            <a:spLocks noGrp="1"/>
          </p:cNvSpPr>
          <p:nvPr>
            <p:ph sz="quarter" idx="18" hasCustomPrompt="1"/>
          </p:nvPr>
        </p:nvSpPr>
        <p:spPr>
          <a:xfrm>
            <a:off x="5537454" y="2672034"/>
            <a:ext cx="699793" cy="699793"/>
          </a:xfrm>
          <a:prstGeom prst="rect">
            <a:avLst/>
          </a:prstGeom>
          <a:solidFill>
            <a:schemeClr val="bg2"/>
          </a:solidFill>
          <a:ln w="152400">
            <a:solidFill>
              <a:schemeClr val="accent1">
                <a:alpha val="97000"/>
              </a:schemeClr>
            </a:solid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400" b="0">
                <a:solidFill>
                  <a:schemeClr val="tx1"/>
                </a:solidFill>
                <a:latin typeface="Barlow" panose="00000500000000000000" pitchFamily="2" charset="0"/>
              </a:defRPr>
            </a:lvl1pPr>
          </a:lstStyle>
          <a:p>
            <a:pPr lvl="0"/>
            <a:r>
              <a:rPr lang="en-US"/>
              <a:t>Insert Icon Here</a:t>
            </a:r>
            <a:endParaRPr lang="en-IN"/>
          </a:p>
        </p:txBody>
      </p:sp>
      <p:sp>
        <p:nvSpPr>
          <p:cNvPr id="48" name="Text Placeholder 37">
            <a:extLst>
              <a:ext uri="{FF2B5EF4-FFF2-40B4-BE49-F238E27FC236}">
                <a16:creationId xmlns:a16="http://schemas.microsoft.com/office/drawing/2014/main" id="{BF32448F-3FF1-DF11-681A-1932161941E6}"/>
              </a:ext>
            </a:extLst>
          </p:cNvPr>
          <p:cNvSpPr>
            <a:spLocks noGrp="1"/>
          </p:cNvSpPr>
          <p:nvPr>
            <p:ph type="body" sz="quarter" idx="25" hasCustomPrompt="1"/>
          </p:nvPr>
        </p:nvSpPr>
        <p:spPr>
          <a:xfrm>
            <a:off x="5420980" y="3669469"/>
            <a:ext cx="1976667" cy="395417"/>
          </a:xfrm>
        </p:spPr>
        <p:txBody>
          <a:bodyPr>
            <a:normAutofit/>
          </a:bodyPr>
          <a:lstStyle>
            <a:lvl1pPr marL="0" indent="0" algn="l">
              <a:buNone/>
              <a:defRPr sz="1800" b="1">
                <a:solidFill>
                  <a:schemeClr val="tx2"/>
                </a:solidFill>
                <a:latin typeface="Barlow" panose="00000500000000000000" pitchFamily="2" charset="0"/>
              </a:defRPr>
            </a:lvl1pPr>
          </a:lstStyle>
          <a:p>
            <a:pPr lvl="0"/>
            <a:r>
              <a:rPr lang="en-US"/>
              <a:t>Click to add text</a:t>
            </a:r>
            <a:endParaRPr lang="en-IN"/>
          </a:p>
        </p:txBody>
      </p:sp>
      <p:sp>
        <p:nvSpPr>
          <p:cNvPr id="49" name="Text Placeholder 37">
            <a:extLst>
              <a:ext uri="{FF2B5EF4-FFF2-40B4-BE49-F238E27FC236}">
                <a16:creationId xmlns:a16="http://schemas.microsoft.com/office/drawing/2014/main" id="{E52D8271-DA3B-E79C-A6CA-212D42AB1CCC}"/>
              </a:ext>
            </a:extLst>
          </p:cNvPr>
          <p:cNvSpPr>
            <a:spLocks noGrp="1"/>
          </p:cNvSpPr>
          <p:nvPr>
            <p:ph type="body" sz="quarter" idx="26" hasCustomPrompt="1"/>
          </p:nvPr>
        </p:nvSpPr>
        <p:spPr>
          <a:xfrm>
            <a:off x="5420980" y="4165605"/>
            <a:ext cx="1976667" cy="1269879"/>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52" name="Text Placeholder 37">
            <a:extLst>
              <a:ext uri="{FF2B5EF4-FFF2-40B4-BE49-F238E27FC236}">
                <a16:creationId xmlns:a16="http://schemas.microsoft.com/office/drawing/2014/main" id="{55901CBF-64B5-52E5-AD7C-14473E943095}"/>
              </a:ext>
            </a:extLst>
          </p:cNvPr>
          <p:cNvSpPr>
            <a:spLocks noGrp="1"/>
          </p:cNvSpPr>
          <p:nvPr>
            <p:ph type="body" sz="quarter" idx="27" hasCustomPrompt="1"/>
          </p:nvPr>
        </p:nvSpPr>
        <p:spPr>
          <a:xfrm>
            <a:off x="7574433" y="2565109"/>
            <a:ext cx="1976667" cy="395417"/>
          </a:xfrm>
        </p:spPr>
        <p:txBody>
          <a:bodyPr>
            <a:normAutofit/>
          </a:bodyPr>
          <a:lstStyle>
            <a:lvl1pPr marL="0" indent="0" algn="l">
              <a:buNone/>
              <a:defRPr sz="1800" b="1">
                <a:solidFill>
                  <a:schemeClr val="tx2"/>
                </a:solidFill>
                <a:latin typeface="Barlow" panose="00000500000000000000" pitchFamily="2" charset="0"/>
              </a:defRPr>
            </a:lvl1pPr>
          </a:lstStyle>
          <a:p>
            <a:pPr lvl="0"/>
            <a:r>
              <a:rPr lang="en-US"/>
              <a:t>Click to add text</a:t>
            </a:r>
            <a:endParaRPr lang="en-IN"/>
          </a:p>
        </p:txBody>
      </p:sp>
      <p:sp>
        <p:nvSpPr>
          <p:cNvPr id="53" name="Text Placeholder 37">
            <a:extLst>
              <a:ext uri="{FF2B5EF4-FFF2-40B4-BE49-F238E27FC236}">
                <a16:creationId xmlns:a16="http://schemas.microsoft.com/office/drawing/2014/main" id="{4AE840D7-9B7B-65BB-146A-AE724E69D7B8}"/>
              </a:ext>
            </a:extLst>
          </p:cNvPr>
          <p:cNvSpPr>
            <a:spLocks noGrp="1"/>
          </p:cNvSpPr>
          <p:nvPr>
            <p:ph type="body" sz="quarter" idx="28" hasCustomPrompt="1"/>
          </p:nvPr>
        </p:nvSpPr>
        <p:spPr>
          <a:xfrm>
            <a:off x="7574433" y="3061245"/>
            <a:ext cx="1976667" cy="1269879"/>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56" name="Content Placeholder 50">
            <a:extLst>
              <a:ext uri="{FF2B5EF4-FFF2-40B4-BE49-F238E27FC236}">
                <a16:creationId xmlns:a16="http://schemas.microsoft.com/office/drawing/2014/main" id="{73794DBD-54A2-ECAE-AE27-C233255DE032}"/>
              </a:ext>
            </a:extLst>
          </p:cNvPr>
          <p:cNvSpPr>
            <a:spLocks noGrp="1"/>
          </p:cNvSpPr>
          <p:nvPr>
            <p:ph sz="quarter" idx="29" hasCustomPrompt="1"/>
          </p:nvPr>
        </p:nvSpPr>
        <p:spPr>
          <a:xfrm>
            <a:off x="7665276" y="1567058"/>
            <a:ext cx="699793" cy="699793"/>
          </a:xfrm>
          <a:prstGeom prst="rect">
            <a:avLst/>
          </a:prstGeom>
          <a:solidFill>
            <a:schemeClr val="bg2"/>
          </a:solidFill>
          <a:ln w="152400">
            <a:solidFill>
              <a:schemeClr val="accent1">
                <a:alpha val="97000"/>
              </a:schemeClr>
            </a:solid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400" b="0">
                <a:solidFill>
                  <a:schemeClr val="tx1"/>
                </a:solidFill>
                <a:latin typeface="Barlow" panose="00000500000000000000" pitchFamily="2" charset="0"/>
              </a:defRPr>
            </a:lvl1pPr>
          </a:lstStyle>
          <a:p>
            <a:pPr lvl="0"/>
            <a:r>
              <a:rPr lang="en-US"/>
              <a:t>Insert Icon Here</a:t>
            </a:r>
            <a:endParaRPr lang="en-IN"/>
          </a:p>
        </p:txBody>
      </p:sp>
      <p:sp>
        <p:nvSpPr>
          <p:cNvPr id="60" name="Text Placeholder 37">
            <a:extLst>
              <a:ext uri="{FF2B5EF4-FFF2-40B4-BE49-F238E27FC236}">
                <a16:creationId xmlns:a16="http://schemas.microsoft.com/office/drawing/2014/main" id="{D877437A-4641-C570-C7B2-C8ED893E36F2}"/>
              </a:ext>
            </a:extLst>
          </p:cNvPr>
          <p:cNvSpPr>
            <a:spLocks noGrp="1"/>
          </p:cNvSpPr>
          <p:nvPr>
            <p:ph type="body" sz="quarter" idx="30" hasCustomPrompt="1"/>
          </p:nvPr>
        </p:nvSpPr>
        <p:spPr>
          <a:xfrm>
            <a:off x="9695314" y="1674082"/>
            <a:ext cx="1976667" cy="395417"/>
          </a:xfrm>
        </p:spPr>
        <p:txBody>
          <a:bodyPr>
            <a:normAutofit/>
          </a:bodyPr>
          <a:lstStyle>
            <a:lvl1pPr marL="0" indent="0" algn="l">
              <a:buNone/>
              <a:defRPr sz="1800" b="1">
                <a:solidFill>
                  <a:schemeClr val="tx2"/>
                </a:solidFill>
                <a:latin typeface="Barlow" panose="00000500000000000000" pitchFamily="2" charset="0"/>
              </a:defRPr>
            </a:lvl1pPr>
          </a:lstStyle>
          <a:p>
            <a:pPr lvl="0"/>
            <a:r>
              <a:rPr lang="en-US"/>
              <a:t>Click to add text</a:t>
            </a:r>
            <a:endParaRPr lang="en-IN"/>
          </a:p>
        </p:txBody>
      </p:sp>
      <p:sp>
        <p:nvSpPr>
          <p:cNvPr id="61" name="Text Placeholder 37">
            <a:extLst>
              <a:ext uri="{FF2B5EF4-FFF2-40B4-BE49-F238E27FC236}">
                <a16:creationId xmlns:a16="http://schemas.microsoft.com/office/drawing/2014/main" id="{134811CE-D629-C0D8-A641-B27CF2CD2D41}"/>
              </a:ext>
            </a:extLst>
          </p:cNvPr>
          <p:cNvSpPr>
            <a:spLocks noGrp="1"/>
          </p:cNvSpPr>
          <p:nvPr>
            <p:ph type="body" sz="quarter" idx="31" hasCustomPrompt="1"/>
          </p:nvPr>
        </p:nvSpPr>
        <p:spPr>
          <a:xfrm>
            <a:off x="9695314" y="2170218"/>
            <a:ext cx="1976667" cy="1269879"/>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62" name="Content Placeholder 50">
            <a:extLst>
              <a:ext uri="{FF2B5EF4-FFF2-40B4-BE49-F238E27FC236}">
                <a16:creationId xmlns:a16="http://schemas.microsoft.com/office/drawing/2014/main" id="{90AACE40-7372-3373-1F03-08FBFB1B4BCA}"/>
              </a:ext>
            </a:extLst>
          </p:cNvPr>
          <p:cNvSpPr>
            <a:spLocks noGrp="1"/>
          </p:cNvSpPr>
          <p:nvPr>
            <p:ph sz="quarter" idx="32" hasCustomPrompt="1"/>
          </p:nvPr>
        </p:nvSpPr>
        <p:spPr>
          <a:xfrm>
            <a:off x="9786157" y="676031"/>
            <a:ext cx="699793" cy="699793"/>
          </a:xfrm>
          <a:prstGeom prst="rect">
            <a:avLst/>
          </a:prstGeom>
          <a:solidFill>
            <a:schemeClr val="bg2"/>
          </a:solidFill>
          <a:ln w="152400">
            <a:solidFill>
              <a:schemeClr val="accent1">
                <a:alpha val="97000"/>
              </a:schemeClr>
            </a:solid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400" b="0">
                <a:solidFill>
                  <a:schemeClr val="tx1"/>
                </a:solidFill>
                <a:latin typeface="Barlow" panose="00000500000000000000" pitchFamily="2" charset="0"/>
              </a:defRPr>
            </a:lvl1pPr>
          </a:lstStyle>
          <a:p>
            <a:pPr lvl="0"/>
            <a:r>
              <a:rPr lang="en-US"/>
              <a:t>Insert Icon Here</a:t>
            </a:r>
            <a:endParaRPr lang="en-IN"/>
          </a:p>
        </p:txBody>
      </p:sp>
      <p:sp>
        <p:nvSpPr>
          <p:cNvPr id="64" name="Content Placeholder 50">
            <a:extLst>
              <a:ext uri="{FF2B5EF4-FFF2-40B4-BE49-F238E27FC236}">
                <a16:creationId xmlns:a16="http://schemas.microsoft.com/office/drawing/2014/main" id="{7DC66DA5-3ACA-999E-4921-F659ED592A2B}"/>
              </a:ext>
            </a:extLst>
          </p:cNvPr>
          <p:cNvSpPr>
            <a:spLocks noGrp="1"/>
          </p:cNvSpPr>
          <p:nvPr>
            <p:ph sz="quarter" idx="14" hasCustomPrompt="1"/>
          </p:nvPr>
        </p:nvSpPr>
        <p:spPr>
          <a:xfrm>
            <a:off x="6948837" y="5619584"/>
            <a:ext cx="561545" cy="561545"/>
          </a:xfrm>
          <a:prstGeom prst="rect">
            <a:avLst/>
          </a:prstGeom>
          <a:no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01</a:t>
            </a:r>
            <a:endParaRPr lang="en-IN"/>
          </a:p>
        </p:txBody>
      </p:sp>
      <p:sp>
        <p:nvSpPr>
          <p:cNvPr id="65" name="Content Placeholder 50">
            <a:extLst>
              <a:ext uri="{FF2B5EF4-FFF2-40B4-BE49-F238E27FC236}">
                <a16:creationId xmlns:a16="http://schemas.microsoft.com/office/drawing/2014/main" id="{CEEF41D1-EA90-1577-D84F-40E3AF1AFB23}"/>
              </a:ext>
            </a:extLst>
          </p:cNvPr>
          <p:cNvSpPr>
            <a:spLocks noGrp="1"/>
          </p:cNvSpPr>
          <p:nvPr>
            <p:ph sz="quarter" idx="33" hasCustomPrompt="1"/>
          </p:nvPr>
        </p:nvSpPr>
        <p:spPr>
          <a:xfrm>
            <a:off x="9060801" y="5619583"/>
            <a:ext cx="561545" cy="561545"/>
          </a:xfrm>
          <a:prstGeom prst="rect">
            <a:avLst/>
          </a:prstGeom>
          <a:no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02</a:t>
            </a:r>
            <a:endParaRPr lang="en-IN"/>
          </a:p>
        </p:txBody>
      </p:sp>
      <p:sp>
        <p:nvSpPr>
          <p:cNvPr id="66" name="Content Placeholder 50">
            <a:extLst>
              <a:ext uri="{FF2B5EF4-FFF2-40B4-BE49-F238E27FC236}">
                <a16:creationId xmlns:a16="http://schemas.microsoft.com/office/drawing/2014/main" id="{9AC9247D-8A6E-EB87-760F-21C9A45FBFBE}"/>
              </a:ext>
            </a:extLst>
          </p:cNvPr>
          <p:cNvSpPr>
            <a:spLocks noGrp="1"/>
          </p:cNvSpPr>
          <p:nvPr>
            <p:ph sz="quarter" idx="34" hasCustomPrompt="1"/>
          </p:nvPr>
        </p:nvSpPr>
        <p:spPr>
          <a:xfrm>
            <a:off x="11203585" y="5619583"/>
            <a:ext cx="561545" cy="561545"/>
          </a:xfrm>
          <a:prstGeom prst="rect">
            <a:avLst/>
          </a:prstGeom>
          <a:no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03</a:t>
            </a:r>
            <a:endParaRPr lang="en-IN"/>
          </a:p>
        </p:txBody>
      </p:sp>
      <p:sp>
        <p:nvSpPr>
          <p:cNvPr id="12" name="Title 1">
            <a:extLst>
              <a:ext uri="{FF2B5EF4-FFF2-40B4-BE49-F238E27FC236}">
                <a16:creationId xmlns:a16="http://schemas.microsoft.com/office/drawing/2014/main" id="{88D90421-0A9C-5C72-6F50-D7AF37053932}"/>
              </a:ext>
            </a:extLst>
          </p:cNvPr>
          <p:cNvSpPr txBox="1">
            <a:spLocks/>
          </p:cNvSpPr>
          <p:nvPr userDrawn="1"/>
        </p:nvSpPr>
        <p:spPr>
          <a:xfrm>
            <a:off x="360000" y="308292"/>
            <a:ext cx="4151040" cy="984885"/>
          </a:xfrm>
          <a:prstGeom prst="rect">
            <a:avLst/>
          </a:prstGeom>
        </p:spPr>
        <p:txBody>
          <a:bodyPr vert="horz" wrap="square" lIns="0" tIns="0" rIns="0" bIns="0" rtlCol="0" anchor="t" anchorCtr="0">
            <a:spAutoFit/>
          </a:bodyPr>
          <a:lstStyle>
            <a:lvl1pPr algn="l" defTabSz="914400" rtl="0" eaLnBrk="1" latinLnBrk="0" hangingPunct="1">
              <a:lnSpc>
                <a:spcPct val="100000"/>
              </a:lnSpc>
              <a:spcBef>
                <a:spcPct val="0"/>
              </a:spcBef>
              <a:buNone/>
              <a:defRPr lang="en-US" sz="3200" b="1" kern="1200" dirty="0">
                <a:solidFill>
                  <a:schemeClr val="bg1"/>
                </a:solidFill>
                <a:latin typeface="Barlow Medium" panose="00000600000000000000" pitchFamily="2" charset="0"/>
                <a:ea typeface="+mj-ea"/>
                <a:cs typeface="+mj-cs"/>
              </a:defRPr>
            </a:lvl1pPr>
          </a:lstStyle>
          <a:p>
            <a:r>
              <a:rPr lang="en-US"/>
              <a:t>Click to edit Master title style</a:t>
            </a:r>
          </a:p>
        </p:txBody>
      </p:sp>
      <p:sp>
        <p:nvSpPr>
          <p:cNvPr id="13" name="Text Placeholder 2">
            <a:extLst>
              <a:ext uri="{FF2B5EF4-FFF2-40B4-BE49-F238E27FC236}">
                <a16:creationId xmlns:a16="http://schemas.microsoft.com/office/drawing/2014/main" id="{752BD333-7DFC-A0A7-2882-992ACA3647FE}"/>
              </a:ext>
            </a:extLst>
          </p:cNvPr>
          <p:cNvSpPr>
            <a:spLocks noGrp="1"/>
          </p:cNvSpPr>
          <p:nvPr>
            <p:ph idx="1"/>
          </p:nvPr>
        </p:nvSpPr>
        <p:spPr>
          <a:xfrm>
            <a:off x="360000" y="1687402"/>
            <a:ext cx="4262800" cy="3748082"/>
          </a:xfrm>
          <a:prstGeom prst="rect">
            <a:avLst/>
          </a:prstGeom>
        </p:spPr>
        <p:txBody>
          <a:bodyPr vert="horz" lIns="91440" tIns="45720" rIns="91440" bIns="45720" rtlCol="0">
            <a:norm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695153988"/>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Q&amp;A">
    <p:bg>
      <p:bgPr>
        <a:gradFill>
          <a:gsLst>
            <a:gs pos="100000">
              <a:schemeClr val="tx2"/>
            </a:gs>
            <a:gs pos="0">
              <a:schemeClr val="accent1"/>
            </a:gs>
          </a:gsLst>
          <a:lin ang="5400000" scaled="1"/>
        </a:gradFill>
        <a:effectLst/>
      </p:bgPr>
    </p:bg>
    <p:spTree>
      <p:nvGrpSpPr>
        <p:cNvPr id="1" name=""/>
        <p:cNvGrpSpPr/>
        <p:nvPr/>
      </p:nvGrpSpPr>
      <p:grpSpPr>
        <a:xfrm>
          <a:off x="0" y="0"/>
          <a:ext cx="0" cy="0"/>
          <a:chOff x="0" y="0"/>
          <a:chExt cx="0" cy="0"/>
        </a:xfrm>
      </p:grpSpPr>
      <p:sp>
        <p:nvSpPr>
          <p:cNvPr id="6" name="Isosceles Triangle 5">
            <a:extLst>
              <a:ext uri="{FF2B5EF4-FFF2-40B4-BE49-F238E27FC236}">
                <a16:creationId xmlns:a16="http://schemas.microsoft.com/office/drawing/2014/main" id="{9F13897D-CB02-42E4-8C7A-E57FDCBE5A51}"/>
              </a:ext>
            </a:extLst>
          </p:cNvPr>
          <p:cNvSpPr/>
          <p:nvPr userDrawn="1"/>
        </p:nvSpPr>
        <p:spPr>
          <a:xfrm rot="10800000">
            <a:off x="5321096" y="-1"/>
            <a:ext cx="4348468" cy="5021943"/>
          </a:xfrm>
          <a:prstGeom prst="triangle">
            <a:avLst/>
          </a:prstGeom>
          <a:gradFill>
            <a:gsLst>
              <a:gs pos="50000">
                <a:srgbClr val="F2672A"/>
              </a:gs>
              <a:gs pos="0">
                <a:srgbClr val="BF2026"/>
              </a:gs>
              <a:gs pos="100000">
                <a:srgbClr val="F68721">
                  <a:alpha val="87843"/>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7" name="Group 6">
            <a:extLst>
              <a:ext uri="{FF2B5EF4-FFF2-40B4-BE49-F238E27FC236}">
                <a16:creationId xmlns:a16="http://schemas.microsoft.com/office/drawing/2014/main" id="{FFCE9F3D-C63C-486E-9C4A-91A0E7EC50CC}"/>
              </a:ext>
            </a:extLst>
          </p:cNvPr>
          <p:cNvGrpSpPr/>
          <p:nvPr userDrawn="1"/>
        </p:nvGrpSpPr>
        <p:grpSpPr>
          <a:xfrm>
            <a:off x="715600" y="2098526"/>
            <a:ext cx="6096000" cy="1723549"/>
            <a:chOff x="715600" y="2205347"/>
            <a:chExt cx="6096000" cy="1723549"/>
          </a:xfrm>
        </p:grpSpPr>
        <p:sp>
          <p:nvSpPr>
            <p:cNvPr id="8" name="Title 6">
              <a:extLst>
                <a:ext uri="{FF2B5EF4-FFF2-40B4-BE49-F238E27FC236}">
                  <a16:creationId xmlns:a16="http://schemas.microsoft.com/office/drawing/2014/main" id="{C54BEAA6-F4B4-1D01-D8BC-B1ED788C09EC}"/>
                </a:ext>
              </a:extLst>
            </p:cNvPr>
            <p:cNvSpPr txBox="1">
              <a:spLocks/>
            </p:cNvSpPr>
            <p:nvPr/>
          </p:nvSpPr>
          <p:spPr>
            <a:xfrm>
              <a:off x="715600" y="2205347"/>
              <a:ext cx="6096000" cy="1354217"/>
            </a:xfrm>
            <a:prstGeom prst="rect">
              <a:avLst/>
            </a:prstGeom>
          </p:spPr>
          <p:txBody>
            <a:bodyPr vert="horz" wrap="square" lIns="0" tIns="0" rIns="0" bIns="0" rtlCol="0" anchor="t" anchorCtr="0">
              <a:spAutoFit/>
            </a:bodyPr>
            <a:lstStyle>
              <a:lvl1pPr algn="l" defTabSz="914400" rtl="0" eaLnBrk="1" latinLnBrk="0" hangingPunct="1">
                <a:lnSpc>
                  <a:spcPct val="100000"/>
                </a:lnSpc>
                <a:spcBef>
                  <a:spcPct val="0"/>
                </a:spcBef>
                <a:buNone/>
                <a:defRPr lang="en-US" sz="3200" b="1" kern="1200" dirty="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sz="8800" b="1" i="0" u="none" strike="noStrike" kern="1200" cap="none" spc="0" normalizeH="0" baseline="0" noProof="0">
                  <a:ln>
                    <a:noFill/>
                  </a:ln>
                  <a:solidFill>
                    <a:srgbClr val="FFFFFF"/>
                  </a:solidFill>
                  <a:effectLst/>
                  <a:uLnTx/>
                  <a:uFillTx/>
                  <a:latin typeface="Barlow" panose="00000500000000000000" pitchFamily="2" charset="0"/>
                  <a:ea typeface="+mj-ea"/>
                  <a:cs typeface="+mj-cs"/>
                </a:rPr>
                <a:t>Q &amp; A</a:t>
              </a:r>
            </a:p>
          </p:txBody>
        </p:sp>
        <p:sp>
          <p:nvSpPr>
            <p:cNvPr id="9" name="TextBox 8">
              <a:extLst>
                <a:ext uri="{FF2B5EF4-FFF2-40B4-BE49-F238E27FC236}">
                  <a16:creationId xmlns:a16="http://schemas.microsoft.com/office/drawing/2014/main" id="{896FA2EB-FBF9-B701-1260-FDC84917C3E2}"/>
                </a:ext>
              </a:extLst>
            </p:cNvPr>
            <p:cNvSpPr txBox="1"/>
            <p:nvPr/>
          </p:nvSpPr>
          <p:spPr>
            <a:xfrm>
              <a:off x="715600" y="3559564"/>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Barlow-Regular" panose="02040502050405020303"/>
                  <a:ea typeface="+mn-ea"/>
                  <a:cs typeface="+mn-cs"/>
                </a:rPr>
                <a:t>If you have questions, ASK</a:t>
              </a:r>
            </a:p>
          </p:txBody>
        </p:sp>
      </p:grpSp>
      <p:grpSp>
        <p:nvGrpSpPr>
          <p:cNvPr id="10" name="Group 9">
            <a:extLst>
              <a:ext uri="{FF2B5EF4-FFF2-40B4-BE49-F238E27FC236}">
                <a16:creationId xmlns:a16="http://schemas.microsoft.com/office/drawing/2014/main" id="{73617A44-CCCA-8FB2-D29A-5965B9086BFA}"/>
              </a:ext>
            </a:extLst>
          </p:cNvPr>
          <p:cNvGrpSpPr/>
          <p:nvPr userDrawn="1"/>
        </p:nvGrpSpPr>
        <p:grpSpPr>
          <a:xfrm>
            <a:off x="647700" y="5924400"/>
            <a:ext cx="1951864" cy="324000"/>
            <a:chOff x="3753875" y="6160946"/>
            <a:chExt cx="1951864" cy="324000"/>
          </a:xfrm>
        </p:grpSpPr>
        <p:pic>
          <p:nvPicPr>
            <p:cNvPr id="11" name="Graphic 10">
              <a:hlinkClick r:id="rId2"/>
              <a:extLst>
                <a:ext uri="{FF2B5EF4-FFF2-40B4-BE49-F238E27FC236}">
                  <a16:creationId xmlns:a16="http://schemas.microsoft.com/office/drawing/2014/main" id="{754359D8-02F2-EF82-4FC1-C373B76B461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92408" y="6176371"/>
              <a:ext cx="270000" cy="270000"/>
            </a:xfrm>
            <a:prstGeom prst="rect">
              <a:avLst/>
            </a:prstGeom>
          </p:spPr>
        </p:pic>
        <p:pic>
          <p:nvPicPr>
            <p:cNvPr id="12" name="Graphic 11">
              <a:hlinkClick r:id="rId5"/>
              <a:extLst>
                <a:ext uri="{FF2B5EF4-FFF2-40B4-BE49-F238E27FC236}">
                  <a16:creationId xmlns:a16="http://schemas.microsoft.com/office/drawing/2014/main" id="{2406B096-DD70-F68B-4334-B4FFE26E415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769474" y="6160946"/>
              <a:ext cx="259200" cy="324000"/>
            </a:xfrm>
            <a:prstGeom prst="rect">
              <a:avLst/>
            </a:prstGeom>
          </p:spPr>
        </p:pic>
        <p:pic>
          <p:nvPicPr>
            <p:cNvPr id="13" name="Graphic 12">
              <a:hlinkClick r:id="rId8"/>
              <a:extLst>
                <a:ext uri="{FF2B5EF4-FFF2-40B4-BE49-F238E27FC236}">
                  <a16:creationId xmlns:a16="http://schemas.microsoft.com/office/drawing/2014/main" id="{4C2B0EDD-51A6-637A-E192-68E5D5B0C25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097207" y="6176371"/>
              <a:ext cx="270000" cy="270000"/>
            </a:xfrm>
            <a:prstGeom prst="rect">
              <a:avLst/>
            </a:prstGeom>
          </p:spPr>
        </p:pic>
        <p:pic>
          <p:nvPicPr>
            <p:cNvPr id="14" name="Graphic 13">
              <a:hlinkClick r:id="rId11"/>
              <a:extLst>
                <a:ext uri="{FF2B5EF4-FFF2-40B4-BE49-F238E27FC236}">
                  <a16:creationId xmlns:a16="http://schemas.microsoft.com/office/drawing/2014/main" id="{08706D00-386F-389A-F5E4-49542B440AF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430941" y="6176371"/>
              <a:ext cx="270000" cy="270000"/>
            </a:xfrm>
            <a:prstGeom prst="rect">
              <a:avLst/>
            </a:prstGeom>
          </p:spPr>
        </p:pic>
        <p:pic>
          <p:nvPicPr>
            <p:cNvPr id="15" name="Graphic 14">
              <a:hlinkClick r:id="rId14"/>
              <a:extLst>
                <a:ext uri="{FF2B5EF4-FFF2-40B4-BE49-F238E27FC236}">
                  <a16:creationId xmlns:a16="http://schemas.microsoft.com/office/drawing/2014/main" id="{757AA99A-2E38-19EC-84C7-62938562C342}"/>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753875" y="6187946"/>
              <a:ext cx="270000" cy="270000"/>
            </a:xfrm>
            <a:prstGeom prst="rect">
              <a:avLst/>
            </a:prstGeom>
          </p:spPr>
        </p:pic>
        <p:pic>
          <p:nvPicPr>
            <p:cNvPr id="16" name="Graphic 15" descr="World">
              <a:hlinkClick r:id="rId17"/>
              <a:extLst>
                <a:ext uri="{FF2B5EF4-FFF2-40B4-BE49-F238E27FC236}">
                  <a16:creationId xmlns:a16="http://schemas.microsoft.com/office/drawing/2014/main" id="{22CE2BE9-F480-8C1F-1B98-540D31DB41B9}"/>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5435739" y="6176371"/>
              <a:ext cx="270000" cy="270000"/>
            </a:xfrm>
            <a:prstGeom prst="rect">
              <a:avLst/>
            </a:prstGeom>
          </p:spPr>
        </p:pic>
      </p:grpSp>
      <p:sp>
        <p:nvSpPr>
          <p:cNvPr id="17" name="Rectangle 54">
            <a:extLst>
              <a:ext uri="{FF2B5EF4-FFF2-40B4-BE49-F238E27FC236}">
                <a16:creationId xmlns:a16="http://schemas.microsoft.com/office/drawing/2014/main" id="{609BD27C-B5BA-2F61-5D70-32BE135FB164}"/>
              </a:ext>
            </a:extLst>
          </p:cNvPr>
          <p:cNvSpPr/>
          <p:nvPr userDrawn="1"/>
        </p:nvSpPr>
        <p:spPr>
          <a:xfrm>
            <a:off x="4635500" y="-25400"/>
            <a:ext cx="7564100" cy="6883400"/>
          </a:xfrm>
          <a:custGeom>
            <a:avLst/>
            <a:gdLst>
              <a:gd name="connsiteX0" fmla="*/ 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0 w 7564100"/>
              <a:gd name="connsiteY4" fmla="*/ 0 h 6858000"/>
              <a:gd name="connsiteX0" fmla="*/ 403860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4038600 w 7564100"/>
              <a:gd name="connsiteY4" fmla="*/ 0 h 6858000"/>
              <a:gd name="connsiteX0" fmla="*/ 4622800 w 7564100"/>
              <a:gd name="connsiteY0" fmla="*/ 0 h 6883400"/>
              <a:gd name="connsiteX1" fmla="*/ 7564100 w 7564100"/>
              <a:gd name="connsiteY1" fmla="*/ 25400 h 6883400"/>
              <a:gd name="connsiteX2" fmla="*/ 7564100 w 7564100"/>
              <a:gd name="connsiteY2" fmla="*/ 6883400 h 6883400"/>
              <a:gd name="connsiteX3" fmla="*/ 0 w 7564100"/>
              <a:gd name="connsiteY3" fmla="*/ 6883400 h 6883400"/>
              <a:gd name="connsiteX4" fmla="*/ 4622800 w 7564100"/>
              <a:gd name="connsiteY4" fmla="*/ 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4100" h="6883400">
                <a:moveTo>
                  <a:pt x="4622800" y="0"/>
                </a:moveTo>
                <a:lnTo>
                  <a:pt x="7564100" y="25400"/>
                </a:lnTo>
                <a:lnTo>
                  <a:pt x="7564100" y="6883400"/>
                </a:lnTo>
                <a:lnTo>
                  <a:pt x="0" y="6883400"/>
                </a:lnTo>
                <a:lnTo>
                  <a:pt x="4622800" y="0"/>
                </a:lnTo>
                <a:close/>
              </a:path>
            </a:pathLst>
          </a:custGeom>
          <a:solidFill>
            <a:srgbClr val="BF2026">
              <a:alpha val="1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Barlow-Regular" panose="02040502050405020303"/>
              <a:ea typeface="+mn-ea"/>
              <a:cs typeface="+mn-cs"/>
            </a:endParaRPr>
          </a:p>
        </p:txBody>
      </p:sp>
      <p:sp>
        <p:nvSpPr>
          <p:cNvPr id="20" name="Picture Placeholder 18">
            <a:extLst>
              <a:ext uri="{FF2B5EF4-FFF2-40B4-BE49-F238E27FC236}">
                <a16:creationId xmlns:a16="http://schemas.microsoft.com/office/drawing/2014/main" id="{43E614FD-9123-9C07-C410-136079D900E3}"/>
              </a:ext>
            </a:extLst>
          </p:cNvPr>
          <p:cNvSpPr>
            <a:spLocks noGrp="1"/>
          </p:cNvSpPr>
          <p:nvPr>
            <p:ph type="pic" sz="quarter" idx="13"/>
          </p:nvPr>
        </p:nvSpPr>
        <p:spPr>
          <a:xfrm>
            <a:off x="5168900" y="341313"/>
            <a:ext cx="4694238" cy="6516687"/>
          </a:xfrm>
        </p:spPr>
        <p:txBody>
          <a:bodyPr/>
          <a:lstStyle/>
          <a:p>
            <a:endParaRPr lang="en-IN"/>
          </a:p>
        </p:txBody>
      </p:sp>
    </p:spTree>
    <p:extLst>
      <p:ext uri="{BB962C8B-B14F-4D97-AF65-F5344CB8AC3E}">
        <p14:creationId xmlns:p14="http://schemas.microsoft.com/office/powerpoint/2010/main" val="1008099049"/>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Thank you">
    <p:bg>
      <p:bgPr>
        <a:gradFill>
          <a:gsLst>
            <a:gs pos="100000">
              <a:schemeClr val="tx2"/>
            </a:gs>
            <a:gs pos="0">
              <a:schemeClr val="accent1"/>
            </a:gs>
          </a:gsLst>
          <a:lin ang="5400000" scaled="1"/>
        </a:grad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E3414B06-2902-C6C4-27ED-C7D2ED8D2D68}"/>
              </a:ext>
            </a:extLst>
          </p:cNvPr>
          <p:cNvGrpSpPr/>
          <p:nvPr userDrawn="1"/>
        </p:nvGrpSpPr>
        <p:grpSpPr>
          <a:xfrm>
            <a:off x="715600" y="2098526"/>
            <a:ext cx="6096000" cy="1723549"/>
            <a:chOff x="715600" y="2205347"/>
            <a:chExt cx="6096000" cy="1723549"/>
          </a:xfrm>
        </p:grpSpPr>
        <p:sp>
          <p:nvSpPr>
            <p:cNvPr id="20" name="Title 6">
              <a:extLst>
                <a:ext uri="{FF2B5EF4-FFF2-40B4-BE49-F238E27FC236}">
                  <a16:creationId xmlns:a16="http://schemas.microsoft.com/office/drawing/2014/main" id="{5060C4BB-F509-1381-1879-F83E496B6CC8}"/>
                </a:ext>
              </a:extLst>
            </p:cNvPr>
            <p:cNvSpPr txBox="1">
              <a:spLocks/>
            </p:cNvSpPr>
            <p:nvPr/>
          </p:nvSpPr>
          <p:spPr>
            <a:xfrm>
              <a:off x="715600" y="2205347"/>
              <a:ext cx="6096000" cy="1354217"/>
            </a:xfrm>
            <a:prstGeom prst="rect">
              <a:avLst/>
            </a:prstGeom>
          </p:spPr>
          <p:txBody>
            <a:bodyPr vert="horz" wrap="square" lIns="0" tIns="0" rIns="0" bIns="0" rtlCol="0" anchor="t" anchorCtr="0">
              <a:spAutoFit/>
            </a:bodyPr>
            <a:lstStyle>
              <a:lvl1pPr algn="l" defTabSz="914400" rtl="0" eaLnBrk="1" latinLnBrk="0" hangingPunct="1">
                <a:lnSpc>
                  <a:spcPct val="100000"/>
                </a:lnSpc>
                <a:spcBef>
                  <a:spcPct val="0"/>
                </a:spcBef>
                <a:buNone/>
                <a:defRPr lang="en-US" sz="3200" b="1" kern="1200" dirty="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sz="8800" b="1" i="0" u="none" strike="noStrike" kern="1200" cap="none" spc="0" normalizeH="0" baseline="0" noProof="0">
                  <a:ln>
                    <a:noFill/>
                  </a:ln>
                  <a:solidFill>
                    <a:srgbClr val="FFFFFF"/>
                  </a:solidFill>
                  <a:effectLst/>
                  <a:uLnTx/>
                  <a:uFillTx/>
                  <a:latin typeface="Barlow" panose="00000500000000000000" pitchFamily="2" charset="0"/>
                  <a:ea typeface="+mj-ea"/>
                  <a:cs typeface="+mj-cs"/>
                </a:rPr>
                <a:t>THANK YOU</a:t>
              </a:r>
            </a:p>
          </p:txBody>
        </p:sp>
        <p:sp>
          <p:nvSpPr>
            <p:cNvPr id="21" name="TextBox 20">
              <a:extLst>
                <a:ext uri="{FF2B5EF4-FFF2-40B4-BE49-F238E27FC236}">
                  <a16:creationId xmlns:a16="http://schemas.microsoft.com/office/drawing/2014/main" id="{594C4F9F-11EE-186B-0849-69F1A37BF8FC}"/>
                </a:ext>
              </a:extLst>
            </p:cNvPr>
            <p:cNvSpPr txBox="1"/>
            <p:nvPr/>
          </p:nvSpPr>
          <p:spPr>
            <a:xfrm>
              <a:off x="715600" y="3559564"/>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Barlow-Regular" panose="02040502050405020303"/>
                  <a:ea typeface="+mn-ea"/>
                  <a:cs typeface="+mn-cs"/>
                </a:rPr>
                <a:t>If you have questions, ASK</a:t>
              </a:r>
            </a:p>
          </p:txBody>
        </p:sp>
      </p:grpSp>
      <p:grpSp>
        <p:nvGrpSpPr>
          <p:cNvPr id="22" name="Group 21">
            <a:extLst>
              <a:ext uri="{FF2B5EF4-FFF2-40B4-BE49-F238E27FC236}">
                <a16:creationId xmlns:a16="http://schemas.microsoft.com/office/drawing/2014/main" id="{750F6642-9E53-4754-8489-933A5EFC6598}"/>
              </a:ext>
            </a:extLst>
          </p:cNvPr>
          <p:cNvGrpSpPr/>
          <p:nvPr userDrawn="1"/>
        </p:nvGrpSpPr>
        <p:grpSpPr>
          <a:xfrm>
            <a:off x="647700" y="5924400"/>
            <a:ext cx="1951864" cy="324000"/>
            <a:chOff x="3753875" y="6160946"/>
            <a:chExt cx="1951864" cy="324000"/>
          </a:xfrm>
        </p:grpSpPr>
        <p:pic>
          <p:nvPicPr>
            <p:cNvPr id="23" name="Graphic 22">
              <a:hlinkClick r:id="rId2"/>
              <a:extLst>
                <a:ext uri="{FF2B5EF4-FFF2-40B4-BE49-F238E27FC236}">
                  <a16:creationId xmlns:a16="http://schemas.microsoft.com/office/drawing/2014/main" id="{792BEEF0-0561-BF6B-8DD8-C816C123AB7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92408" y="6176371"/>
              <a:ext cx="270000" cy="270000"/>
            </a:xfrm>
            <a:prstGeom prst="rect">
              <a:avLst/>
            </a:prstGeom>
          </p:spPr>
        </p:pic>
        <p:pic>
          <p:nvPicPr>
            <p:cNvPr id="24" name="Graphic 23">
              <a:hlinkClick r:id="rId5"/>
              <a:extLst>
                <a:ext uri="{FF2B5EF4-FFF2-40B4-BE49-F238E27FC236}">
                  <a16:creationId xmlns:a16="http://schemas.microsoft.com/office/drawing/2014/main" id="{0B8BE0DB-C28D-F5E8-6D78-F4DB1BC3ACB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769474" y="6160946"/>
              <a:ext cx="259200" cy="324000"/>
            </a:xfrm>
            <a:prstGeom prst="rect">
              <a:avLst/>
            </a:prstGeom>
          </p:spPr>
        </p:pic>
        <p:pic>
          <p:nvPicPr>
            <p:cNvPr id="25" name="Graphic 24">
              <a:hlinkClick r:id="rId8"/>
              <a:extLst>
                <a:ext uri="{FF2B5EF4-FFF2-40B4-BE49-F238E27FC236}">
                  <a16:creationId xmlns:a16="http://schemas.microsoft.com/office/drawing/2014/main" id="{24BD766E-3D37-15A9-41C8-36C361D6ADF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097207" y="6176371"/>
              <a:ext cx="270000" cy="270000"/>
            </a:xfrm>
            <a:prstGeom prst="rect">
              <a:avLst/>
            </a:prstGeom>
          </p:spPr>
        </p:pic>
        <p:pic>
          <p:nvPicPr>
            <p:cNvPr id="26" name="Graphic 25">
              <a:hlinkClick r:id="rId11"/>
              <a:extLst>
                <a:ext uri="{FF2B5EF4-FFF2-40B4-BE49-F238E27FC236}">
                  <a16:creationId xmlns:a16="http://schemas.microsoft.com/office/drawing/2014/main" id="{AD19B185-E81C-F27A-4335-8B580C9055D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430941" y="6176371"/>
              <a:ext cx="270000" cy="270000"/>
            </a:xfrm>
            <a:prstGeom prst="rect">
              <a:avLst/>
            </a:prstGeom>
          </p:spPr>
        </p:pic>
        <p:pic>
          <p:nvPicPr>
            <p:cNvPr id="27" name="Graphic 26">
              <a:hlinkClick r:id="rId14"/>
              <a:extLst>
                <a:ext uri="{FF2B5EF4-FFF2-40B4-BE49-F238E27FC236}">
                  <a16:creationId xmlns:a16="http://schemas.microsoft.com/office/drawing/2014/main" id="{608A0BE7-DC6D-07A6-5C16-B74E2EF30FC5}"/>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753875" y="6187946"/>
              <a:ext cx="270000" cy="270000"/>
            </a:xfrm>
            <a:prstGeom prst="rect">
              <a:avLst/>
            </a:prstGeom>
          </p:spPr>
        </p:pic>
        <p:pic>
          <p:nvPicPr>
            <p:cNvPr id="28" name="Graphic 27" descr="World">
              <a:hlinkClick r:id="rId17"/>
              <a:extLst>
                <a:ext uri="{FF2B5EF4-FFF2-40B4-BE49-F238E27FC236}">
                  <a16:creationId xmlns:a16="http://schemas.microsoft.com/office/drawing/2014/main" id="{DA966628-6D15-1281-E4CD-EE3B3A1C6F16}"/>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5435739" y="6176371"/>
              <a:ext cx="270000" cy="270000"/>
            </a:xfrm>
            <a:prstGeom prst="rect">
              <a:avLst/>
            </a:prstGeom>
          </p:spPr>
        </p:pic>
      </p:grpSp>
      <p:sp>
        <p:nvSpPr>
          <p:cNvPr id="8" name="Picture Placeholder 5">
            <a:extLst>
              <a:ext uri="{FF2B5EF4-FFF2-40B4-BE49-F238E27FC236}">
                <a16:creationId xmlns:a16="http://schemas.microsoft.com/office/drawing/2014/main" id="{43B2BBA2-040A-7FA0-46B7-BF93B39AFE2A}"/>
              </a:ext>
            </a:extLst>
          </p:cNvPr>
          <p:cNvSpPr>
            <a:spLocks noGrp="1"/>
          </p:cNvSpPr>
          <p:nvPr>
            <p:ph type="pic" sz="quarter" idx="13"/>
          </p:nvPr>
        </p:nvSpPr>
        <p:spPr>
          <a:xfrm>
            <a:off x="4627563" y="0"/>
            <a:ext cx="7564437" cy="6858000"/>
          </a:xfrm>
        </p:spPr>
        <p:txBody>
          <a:bodyPr/>
          <a:lstStyle/>
          <a:p>
            <a:endParaRPr lang="en-IN"/>
          </a:p>
        </p:txBody>
      </p:sp>
      <p:sp>
        <p:nvSpPr>
          <p:cNvPr id="9" name="Rectangle 11">
            <a:extLst>
              <a:ext uri="{FF2B5EF4-FFF2-40B4-BE49-F238E27FC236}">
                <a16:creationId xmlns:a16="http://schemas.microsoft.com/office/drawing/2014/main" id="{43E4A184-E6FD-826E-B28D-B80375A3DBD6}"/>
              </a:ext>
            </a:extLst>
          </p:cNvPr>
          <p:cNvSpPr/>
          <p:nvPr userDrawn="1"/>
        </p:nvSpPr>
        <p:spPr>
          <a:xfrm>
            <a:off x="4627900" y="0"/>
            <a:ext cx="9519438" cy="6858000"/>
          </a:xfrm>
          <a:custGeom>
            <a:avLst/>
            <a:gdLst>
              <a:gd name="connsiteX0" fmla="*/ 0 w 9519438"/>
              <a:gd name="connsiteY0" fmla="*/ 0 h 6858000"/>
              <a:gd name="connsiteX1" fmla="*/ 9519438 w 9519438"/>
              <a:gd name="connsiteY1" fmla="*/ 0 h 6858000"/>
              <a:gd name="connsiteX2" fmla="*/ 9519438 w 9519438"/>
              <a:gd name="connsiteY2" fmla="*/ 6858000 h 6858000"/>
              <a:gd name="connsiteX3" fmla="*/ 0 w 9519438"/>
              <a:gd name="connsiteY3" fmla="*/ 6858000 h 6858000"/>
              <a:gd name="connsiteX4" fmla="*/ 0 w 9519438"/>
              <a:gd name="connsiteY4" fmla="*/ 0 h 6858000"/>
              <a:gd name="connsiteX0" fmla="*/ 5543550 w 9519438"/>
              <a:gd name="connsiteY0" fmla="*/ 38100 h 6858000"/>
              <a:gd name="connsiteX1" fmla="*/ 9519438 w 9519438"/>
              <a:gd name="connsiteY1" fmla="*/ 0 h 6858000"/>
              <a:gd name="connsiteX2" fmla="*/ 9519438 w 9519438"/>
              <a:gd name="connsiteY2" fmla="*/ 6858000 h 6858000"/>
              <a:gd name="connsiteX3" fmla="*/ 0 w 9519438"/>
              <a:gd name="connsiteY3" fmla="*/ 6858000 h 6858000"/>
              <a:gd name="connsiteX4" fmla="*/ 5543550 w 9519438"/>
              <a:gd name="connsiteY4" fmla="*/ 38100 h 6858000"/>
              <a:gd name="connsiteX0" fmla="*/ 4572000 w 9519438"/>
              <a:gd name="connsiteY0" fmla="*/ 0 h 6858000"/>
              <a:gd name="connsiteX1" fmla="*/ 9519438 w 9519438"/>
              <a:gd name="connsiteY1" fmla="*/ 0 h 6858000"/>
              <a:gd name="connsiteX2" fmla="*/ 9519438 w 9519438"/>
              <a:gd name="connsiteY2" fmla="*/ 6858000 h 6858000"/>
              <a:gd name="connsiteX3" fmla="*/ 0 w 9519438"/>
              <a:gd name="connsiteY3" fmla="*/ 6858000 h 6858000"/>
              <a:gd name="connsiteX4" fmla="*/ 4572000 w 951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19438" h="6858000">
                <a:moveTo>
                  <a:pt x="4572000" y="0"/>
                </a:moveTo>
                <a:lnTo>
                  <a:pt x="9519438" y="0"/>
                </a:lnTo>
                <a:lnTo>
                  <a:pt x="9519438" y="6858000"/>
                </a:lnTo>
                <a:lnTo>
                  <a:pt x="0" y="6858000"/>
                </a:lnTo>
                <a:lnTo>
                  <a:pt x="4572000" y="0"/>
                </a:lnTo>
                <a:close/>
              </a:path>
            </a:pathLst>
          </a:custGeom>
          <a:solidFill>
            <a:srgbClr val="FCE1D4">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Barlow "/>
              <a:ea typeface="+mn-ea"/>
              <a:cs typeface="+mn-cs"/>
            </a:endParaRPr>
          </a:p>
        </p:txBody>
      </p:sp>
    </p:spTree>
    <p:extLst>
      <p:ext uri="{BB962C8B-B14F-4D97-AF65-F5344CB8AC3E}">
        <p14:creationId xmlns:p14="http://schemas.microsoft.com/office/powerpoint/2010/main" val="1048114237"/>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5BCE73-5624-4B7F-8880-3C2DB875F7AD}"/>
              </a:ext>
            </a:extLst>
          </p:cNvPr>
          <p:cNvSpPr>
            <a:spLocks noGrp="1"/>
          </p:cNvSpPr>
          <p:nvPr>
            <p:ph type="dt" sz="half" idx="10"/>
          </p:nvPr>
        </p:nvSpPr>
        <p:spPr/>
        <p:txBody>
          <a:bodyPr/>
          <a:lstStyle/>
          <a:p>
            <a:fld id="{744FBBB0-3D2F-43CB-8C93-6ABDAB4F2235}" type="datetimeFigureOut">
              <a:rPr lang="en-IN" smtClean="0"/>
              <a:t>18-12-2024</a:t>
            </a:fld>
            <a:endParaRPr lang="en-IN"/>
          </a:p>
        </p:txBody>
      </p:sp>
      <p:sp>
        <p:nvSpPr>
          <p:cNvPr id="3" name="Footer Placeholder 2">
            <a:extLst>
              <a:ext uri="{FF2B5EF4-FFF2-40B4-BE49-F238E27FC236}">
                <a16:creationId xmlns:a16="http://schemas.microsoft.com/office/drawing/2014/main" id="{FCB8B856-6675-4860-80EE-DE2EAF6423A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CE33D5A-2BE7-46A5-BDC8-1239B7909AED}"/>
              </a:ext>
            </a:extLst>
          </p:cNvPr>
          <p:cNvSpPr>
            <a:spLocks noGrp="1"/>
          </p:cNvSpPr>
          <p:nvPr>
            <p:ph type="sldNum" sz="quarter" idx="12"/>
          </p:nvPr>
        </p:nvSpPr>
        <p:spPr/>
        <p:txBody>
          <a:bodyPr/>
          <a:lstStyle/>
          <a:p>
            <a:fld id="{DB36F282-030C-4667-85F3-02306664E475}" type="slidenum">
              <a:rPr lang="en-IN" smtClean="0"/>
              <a:t>‹#›</a:t>
            </a:fld>
            <a:endParaRPr lang="en-IN"/>
          </a:p>
        </p:txBody>
      </p:sp>
    </p:spTree>
    <p:extLst>
      <p:ext uri="{BB962C8B-B14F-4D97-AF65-F5344CB8AC3E}">
        <p14:creationId xmlns:p14="http://schemas.microsoft.com/office/powerpoint/2010/main" val="464459898"/>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1_Title Slide">
    <p:bg>
      <p:bgPr>
        <a:gradFill>
          <a:gsLst>
            <a:gs pos="100000">
              <a:schemeClr val="tx2"/>
            </a:gs>
            <a:gs pos="0">
              <a:schemeClr val="accent1"/>
            </a:gs>
          </a:gsLst>
          <a:lin ang="5400000" scaled="1"/>
        </a:gradFill>
        <a:effectLst/>
      </p:bgPr>
    </p:bg>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9ECD0644-BEF3-4C85-D9DF-5C08C0FA02EB}"/>
              </a:ext>
            </a:extLst>
          </p:cNvPr>
          <p:cNvGrpSpPr/>
          <p:nvPr userDrawn="1"/>
        </p:nvGrpSpPr>
        <p:grpSpPr>
          <a:xfrm>
            <a:off x="10668000" y="304798"/>
            <a:ext cx="1179720" cy="581555"/>
            <a:chOff x="969962" y="2846965"/>
            <a:chExt cx="1740598" cy="872299"/>
          </a:xfrm>
          <a:solidFill>
            <a:schemeClr val="bg1"/>
          </a:solidFill>
        </p:grpSpPr>
        <p:sp>
          <p:nvSpPr>
            <p:cNvPr id="32" name="Freeform: Shape 23">
              <a:extLst>
                <a:ext uri="{FF2B5EF4-FFF2-40B4-BE49-F238E27FC236}">
                  <a16:creationId xmlns:a16="http://schemas.microsoft.com/office/drawing/2014/main" id="{86846790-9A35-DC90-BCFB-EDB6E03D617D}"/>
                </a:ext>
              </a:extLst>
            </p:cNvPr>
            <p:cNvSpPr/>
            <p:nvPr/>
          </p:nvSpPr>
          <p:spPr>
            <a:xfrm>
              <a:off x="969962" y="3381507"/>
              <a:ext cx="274415" cy="160305"/>
            </a:xfrm>
            <a:custGeom>
              <a:avLst/>
              <a:gdLst>
                <a:gd name="connsiteX0" fmla="*/ 274415 w 274415"/>
                <a:gd name="connsiteY0" fmla="*/ 0 h 160305"/>
                <a:gd name="connsiteX1" fmla="*/ 205931 w 274415"/>
                <a:gd name="connsiteY1" fmla="*/ 160306 h 160305"/>
                <a:gd name="connsiteX2" fmla="*/ 178308 w 274415"/>
                <a:gd name="connsiteY2" fmla="*/ 160306 h 160305"/>
                <a:gd name="connsiteX3" fmla="*/ 137160 w 274415"/>
                <a:gd name="connsiteY3" fmla="*/ 66961 h 160305"/>
                <a:gd name="connsiteX4" fmla="*/ 95059 w 274415"/>
                <a:gd name="connsiteY4" fmla="*/ 160306 h 160305"/>
                <a:gd name="connsiteX5" fmla="*/ 67151 w 274415"/>
                <a:gd name="connsiteY5" fmla="*/ 160306 h 160305"/>
                <a:gd name="connsiteX6" fmla="*/ 0 w 274415"/>
                <a:gd name="connsiteY6" fmla="*/ 0 h 160305"/>
                <a:gd name="connsiteX7" fmla="*/ 49435 w 274415"/>
                <a:gd name="connsiteY7" fmla="*/ 0 h 160305"/>
                <a:gd name="connsiteX8" fmla="*/ 82296 w 274415"/>
                <a:gd name="connsiteY8" fmla="*/ 87725 h 160305"/>
                <a:gd name="connsiteX9" fmla="*/ 120015 w 274415"/>
                <a:gd name="connsiteY9" fmla="*/ 0 h 160305"/>
                <a:gd name="connsiteX10" fmla="*/ 154210 w 274415"/>
                <a:gd name="connsiteY10" fmla="*/ 0 h 160305"/>
                <a:gd name="connsiteX11" fmla="*/ 191167 w 274415"/>
                <a:gd name="connsiteY11" fmla="*/ 87725 h 160305"/>
                <a:gd name="connsiteX12" fmla="*/ 225552 w 274415"/>
                <a:gd name="connsiteY12" fmla="*/ 0 h 160305"/>
                <a:gd name="connsiteX13" fmla="*/ 274415 w 274415"/>
                <a:gd name="connsiteY13" fmla="*/ 0 h 160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4415" h="160305">
                  <a:moveTo>
                    <a:pt x="274415" y="0"/>
                  </a:moveTo>
                  <a:lnTo>
                    <a:pt x="205931" y="160306"/>
                  </a:lnTo>
                  <a:lnTo>
                    <a:pt x="178308" y="160306"/>
                  </a:lnTo>
                  <a:lnTo>
                    <a:pt x="137160" y="66961"/>
                  </a:lnTo>
                  <a:lnTo>
                    <a:pt x="95059" y="160306"/>
                  </a:lnTo>
                  <a:lnTo>
                    <a:pt x="67151" y="160306"/>
                  </a:lnTo>
                  <a:lnTo>
                    <a:pt x="0" y="0"/>
                  </a:lnTo>
                  <a:lnTo>
                    <a:pt x="49435" y="0"/>
                  </a:lnTo>
                  <a:lnTo>
                    <a:pt x="82296" y="87725"/>
                  </a:lnTo>
                  <a:lnTo>
                    <a:pt x="120015" y="0"/>
                  </a:lnTo>
                  <a:lnTo>
                    <a:pt x="154210" y="0"/>
                  </a:lnTo>
                  <a:lnTo>
                    <a:pt x="191167" y="87725"/>
                  </a:lnTo>
                  <a:lnTo>
                    <a:pt x="225552" y="0"/>
                  </a:lnTo>
                  <a:lnTo>
                    <a:pt x="274415" y="0"/>
                  </a:lnTo>
                  <a:close/>
                </a:path>
              </a:pathLst>
            </a:custGeom>
            <a:grpFill/>
            <a:ln w="9525" cap="flat">
              <a:noFill/>
              <a:prstDash val="solid"/>
              <a:miter/>
            </a:ln>
          </p:spPr>
          <p:txBody>
            <a:bodyPr rtlCol="0" anchor="ctr"/>
            <a:lstStyle/>
            <a:p>
              <a:endParaRPr lang="en-GB"/>
            </a:p>
          </p:txBody>
        </p:sp>
        <p:sp>
          <p:nvSpPr>
            <p:cNvPr id="33" name="Freeform: Shape 25">
              <a:extLst>
                <a:ext uri="{FF2B5EF4-FFF2-40B4-BE49-F238E27FC236}">
                  <a16:creationId xmlns:a16="http://schemas.microsoft.com/office/drawing/2014/main" id="{9C4E9CEE-1A49-DE23-64FE-5C945F561132}"/>
                </a:ext>
              </a:extLst>
            </p:cNvPr>
            <p:cNvSpPr/>
            <p:nvPr/>
          </p:nvSpPr>
          <p:spPr>
            <a:xfrm>
              <a:off x="1239614" y="3381412"/>
              <a:ext cx="192595" cy="158305"/>
            </a:xfrm>
            <a:custGeom>
              <a:avLst/>
              <a:gdLst>
                <a:gd name="connsiteX0" fmla="*/ 192596 w 192595"/>
                <a:gd name="connsiteY0" fmla="*/ 158306 h 158305"/>
                <a:gd name="connsiteX1" fmla="*/ 143732 w 192595"/>
                <a:gd name="connsiteY1" fmla="*/ 158306 h 158305"/>
                <a:gd name="connsiteX2" fmla="*/ 130778 w 192595"/>
                <a:gd name="connsiteY2" fmla="*/ 126206 h 158305"/>
                <a:gd name="connsiteX3" fmla="*/ 62008 w 192595"/>
                <a:gd name="connsiteY3" fmla="*/ 126206 h 158305"/>
                <a:gd name="connsiteX4" fmla="*/ 48863 w 192595"/>
                <a:gd name="connsiteY4" fmla="*/ 158306 h 158305"/>
                <a:gd name="connsiteX5" fmla="*/ 0 w 192595"/>
                <a:gd name="connsiteY5" fmla="*/ 158306 h 158305"/>
                <a:gd name="connsiteX6" fmla="*/ 70009 w 192595"/>
                <a:gd name="connsiteY6" fmla="*/ 0 h 158305"/>
                <a:gd name="connsiteX7" fmla="*/ 122777 w 192595"/>
                <a:gd name="connsiteY7" fmla="*/ 0 h 158305"/>
                <a:gd name="connsiteX8" fmla="*/ 192596 w 192595"/>
                <a:gd name="connsiteY8" fmla="*/ 158306 h 158305"/>
                <a:gd name="connsiteX9" fmla="*/ 119920 w 192595"/>
                <a:gd name="connsiteY9" fmla="*/ 98679 h 158305"/>
                <a:gd name="connsiteX10" fmla="*/ 96679 w 192595"/>
                <a:gd name="connsiteY10" fmla="*/ 40862 h 158305"/>
                <a:gd name="connsiteX11" fmla="*/ 73342 w 192595"/>
                <a:gd name="connsiteY11" fmla="*/ 98679 h 158305"/>
                <a:gd name="connsiteX12" fmla="*/ 119920 w 192595"/>
                <a:gd name="connsiteY12" fmla="*/ 98679 h 158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2595" h="158305">
                  <a:moveTo>
                    <a:pt x="192596" y="158306"/>
                  </a:moveTo>
                  <a:lnTo>
                    <a:pt x="143732" y="158306"/>
                  </a:lnTo>
                  <a:lnTo>
                    <a:pt x="130778" y="126206"/>
                  </a:lnTo>
                  <a:lnTo>
                    <a:pt x="62008" y="126206"/>
                  </a:lnTo>
                  <a:lnTo>
                    <a:pt x="48863" y="158306"/>
                  </a:lnTo>
                  <a:lnTo>
                    <a:pt x="0" y="158306"/>
                  </a:lnTo>
                  <a:lnTo>
                    <a:pt x="70009" y="0"/>
                  </a:lnTo>
                  <a:lnTo>
                    <a:pt x="122777" y="0"/>
                  </a:lnTo>
                  <a:lnTo>
                    <a:pt x="192596" y="158306"/>
                  </a:lnTo>
                  <a:close/>
                  <a:moveTo>
                    <a:pt x="119920" y="98679"/>
                  </a:moveTo>
                  <a:lnTo>
                    <a:pt x="96679" y="40862"/>
                  </a:lnTo>
                  <a:lnTo>
                    <a:pt x="73342" y="98679"/>
                  </a:lnTo>
                  <a:lnTo>
                    <a:pt x="119920" y="98679"/>
                  </a:lnTo>
                  <a:close/>
                </a:path>
              </a:pathLst>
            </a:custGeom>
            <a:grpFill/>
            <a:ln w="9525" cap="flat">
              <a:noFill/>
              <a:prstDash val="solid"/>
              <a:miter/>
            </a:ln>
          </p:spPr>
          <p:txBody>
            <a:bodyPr rtlCol="0" anchor="ctr"/>
            <a:lstStyle/>
            <a:p>
              <a:endParaRPr lang="en-GB"/>
            </a:p>
          </p:txBody>
        </p:sp>
        <p:sp>
          <p:nvSpPr>
            <p:cNvPr id="34" name="Freeform: Shape 26">
              <a:extLst>
                <a:ext uri="{FF2B5EF4-FFF2-40B4-BE49-F238E27FC236}">
                  <a16:creationId xmlns:a16="http://schemas.microsoft.com/office/drawing/2014/main" id="{91558449-F5CB-533C-CF65-CA30D8E070A1}"/>
                </a:ext>
              </a:extLst>
            </p:cNvPr>
            <p:cNvSpPr/>
            <p:nvPr/>
          </p:nvSpPr>
          <p:spPr>
            <a:xfrm>
              <a:off x="1483264" y="3381507"/>
              <a:ext cx="162782" cy="158210"/>
            </a:xfrm>
            <a:custGeom>
              <a:avLst/>
              <a:gdLst>
                <a:gd name="connsiteX0" fmla="*/ 162782 w 162782"/>
                <a:gd name="connsiteY0" fmla="*/ 81915 h 158210"/>
                <a:gd name="connsiteX1" fmla="*/ 153924 w 162782"/>
                <a:gd name="connsiteY1" fmla="*/ 120968 h 158210"/>
                <a:gd name="connsiteX2" fmla="*/ 133064 w 162782"/>
                <a:gd name="connsiteY2" fmla="*/ 144875 h 158210"/>
                <a:gd name="connsiteX3" fmla="*/ 85439 w 162782"/>
                <a:gd name="connsiteY3" fmla="*/ 158210 h 158210"/>
                <a:gd name="connsiteX4" fmla="*/ 0 w 162782"/>
                <a:gd name="connsiteY4" fmla="*/ 158210 h 158210"/>
                <a:gd name="connsiteX5" fmla="*/ 0 w 162782"/>
                <a:gd name="connsiteY5" fmla="*/ 0 h 158210"/>
                <a:gd name="connsiteX6" fmla="*/ 65723 w 162782"/>
                <a:gd name="connsiteY6" fmla="*/ 0 h 158210"/>
                <a:gd name="connsiteX7" fmla="*/ 91154 w 162782"/>
                <a:gd name="connsiteY7" fmla="*/ 1524 h 158210"/>
                <a:gd name="connsiteX8" fmla="*/ 110204 w 162782"/>
                <a:gd name="connsiteY8" fmla="*/ 5906 h 158210"/>
                <a:gd name="connsiteX9" fmla="*/ 124587 w 162782"/>
                <a:gd name="connsiteY9" fmla="*/ 12192 h 158210"/>
                <a:gd name="connsiteX10" fmla="*/ 135160 w 162782"/>
                <a:gd name="connsiteY10" fmla="*/ 19717 h 158210"/>
                <a:gd name="connsiteX11" fmla="*/ 149352 w 162782"/>
                <a:gd name="connsiteY11" fmla="*/ 35338 h 158210"/>
                <a:gd name="connsiteX12" fmla="*/ 159067 w 162782"/>
                <a:gd name="connsiteY12" fmla="*/ 56293 h 158210"/>
                <a:gd name="connsiteX13" fmla="*/ 162687 w 162782"/>
                <a:gd name="connsiteY13" fmla="*/ 82105 h 158210"/>
                <a:gd name="connsiteX14" fmla="*/ 114205 w 162782"/>
                <a:gd name="connsiteY14" fmla="*/ 80010 h 158210"/>
                <a:gd name="connsiteX15" fmla="*/ 106871 w 162782"/>
                <a:gd name="connsiteY15" fmla="*/ 49911 h 158210"/>
                <a:gd name="connsiteX16" fmla="*/ 89154 w 162782"/>
                <a:gd name="connsiteY16" fmla="*/ 35433 h 158210"/>
                <a:gd name="connsiteX17" fmla="*/ 68104 w 162782"/>
                <a:gd name="connsiteY17" fmla="*/ 31718 h 158210"/>
                <a:gd name="connsiteX18" fmla="*/ 47816 w 162782"/>
                <a:gd name="connsiteY18" fmla="*/ 31718 h 158210"/>
                <a:gd name="connsiteX19" fmla="*/ 47816 w 162782"/>
                <a:gd name="connsiteY19" fmla="*/ 125444 h 158210"/>
                <a:gd name="connsiteX20" fmla="*/ 68104 w 162782"/>
                <a:gd name="connsiteY20" fmla="*/ 125444 h 158210"/>
                <a:gd name="connsiteX21" fmla="*/ 100584 w 162782"/>
                <a:gd name="connsiteY21" fmla="*/ 116586 h 158210"/>
                <a:gd name="connsiteX22" fmla="*/ 114300 w 162782"/>
                <a:gd name="connsiteY22" fmla="*/ 79915 h 15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2782" h="158210">
                  <a:moveTo>
                    <a:pt x="162782" y="81915"/>
                  </a:moveTo>
                  <a:cubicBezTo>
                    <a:pt x="162782" y="98107"/>
                    <a:pt x="159829" y="111157"/>
                    <a:pt x="153924" y="120968"/>
                  </a:cubicBezTo>
                  <a:cubicBezTo>
                    <a:pt x="148019" y="130778"/>
                    <a:pt x="141065" y="138779"/>
                    <a:pt x="133064" y="144875"/>
                  </a:cubicBezTo>
                  <a:cubicBezTo>
                    <a:pt x="121634" y="153829"/>
                    <a:pt x="105823" y="158210"/>
                    <a:pt x="85439" y="158210"/>
                  </a:cubicBezTo>
                  <a:lnTo>
                    <a:pt x="0" y="158210"/>
                  </a:lnTo>
                  <a:lnTo>
                    <a:pt x="0" y="0"/>
                  </a:lnTo>
                  <a:lnTo>
                    <a:pt x="65723" y="0"/>
                  </a:lnTo>
                  <a:cubicBezTo>
                    <a:pt x="75629" y="0"/>
                    <a:pt x="84106" y="476"/>
                    <a:pt x="91154" y="1524"/>
                  </a:cubicBezTo>
                  <a:cubicBezTo>
                    <a:pt x="98203" y="2572"/>
                    <a:pt x="104489" y="4001"/>
                    <a:pt x="110204" y="5906"/>
                  </a:cubicBezTo>
                  <a:cubicBezTo>
                    <a:pt x="115824" y="7715"/>
                    <a:pt x="120587" y="9906"/>
                    <a:pt x="124587" y="12192"/>
                  </a:cubicBezTo>
                  <a:cubicBezTo>
                    <a:pt x="128492" y="14478"/>
                    <a:pt x="132112" y="17050"/>
                    <a:pt x="135160" y="19717"/>
                  </a:cubicBezTo>
                  <a:cubicBezTo>
                    <a:pt x="140589" y="24194"/>
                    <a:pt x="145352" y="29337"/>
                    <a:pt x="149352" y="35338"/>
                  </a:cubicBezTo>
                  <a:cubicBezTo>
                    <a:pt x="153448" y="41339"/>
                    <a:pt x="156686" y="48292"/>
                    <a:pt x="159067" y="56293"/>
                  </a:cubicBezTo>
                  <a:cubicBezTo>
                    <a:pt x="161449" y="64199"/>
                    <a:pt x="162687" y="72771"/>
                    <a:pt x="162687" y="82105"/>
                  </a:cubicBezTo>
                  <a:moveTo>
                    <a:pt x="114205" y="80010"/>
                  </a:moveTo>
                  <a:cubicBezTo>
                    <a:pt x="114205" y="67151"/>
                    <a:pt x="111728" y="57150"/>
                    <a:pt x="106871" y="49911"/>
                  </a:cubicBezTo>
                  <a:cubicBezTo>
                    <a:pt x="101917" y="42672"/>
                    <a:pt x="96012" y="37909"/>
                    <a:pt x="89154" y="35433"/>
                  </a:cubicBezTo>
                  <a:cubicBezTo>
                    <a:pt x="82201" y="32957"/>
                    <a:pt x="75248" y="31718"/>
                    <a:pt x="68104" y="31718"/>
                  </a:cubicBezTo>
                  <a:lnTo>
                    <a:pt x="47816" y="31718"/>
                  </a:lnTo>
                  <a:lnTo>
                    <a:pt x="47816" y="125444"/>
                  </a:lnTo>
                  <a:lnTo>
                    <a:pt x="68104" y="125444"/>
                  </a:lnTo>
                  <a:cubicBezTo>
                    <a:pt x="80581" y="125444"/>
                    <a:pt x="91440" y="122492"/>
                    <a:pt x="100584" y="116586"/>
                  </a:cubicBezTo>
                  <a:cubicBezTo>
                    <a:pt x="109633" y="110680"/>
                    <a:pt x="114300" y="98393"/>
                    <a:pt x="114300" y="79915"/>
                  </a:cubicBezTo>
                </a:path>
              </a:pathLst>
            </a:custGeom>
            <a:grpFill/>
            <a:ln w="9525" cap="flat">
              <a:noFill/>
              <a:prstDash val="solid"/>
              <a:miter/>
            </a:ln>
          </p:spPr>
          <p:txBody>
            <a:bodyPr rtlCol="0" anchor="ctr"/>
            <a:lstStyle/>
            <a:p>
              <a:endParaRPr lang="en-GB"/>
            </a:p>
          </p:txBody>
        </p:sp>
        <p:sp>
          <p:nvSpPr>
            <p:cNvPr id="35" name="Freeform: Shape 27">
              <a:extLst>
                <a:ext uri="{FF2B5EF4-FFF2-40B4-BE49-F238E27FC236}">
                  <a16:creationId xmlns:a16="http://schemas.microsoft.com/office/drawing/2014/main" id="{6CA92632-66E8-EDF6-D5AD-4F8622279C3E}"/>
                </a:ext>
              </a:extLst>
            </p:cNvPr>
            <p:cNvSpPr/>
            <p:nvPr/>
          </p:nvSpPr>
          <p:spPr>
            <a:xfrm>
              <a:off x="1698910" y="3381507"/>
              <a:ext cx="167163" cy="158210"/>
            </a:xfrm>
            <a:custGeom>
              <a:avLst/>
              <a:gdLst>
                <a:gd name="connsiteX0" fmla="*/ 167164 w 167163"/>
                <a:gd name="connsiteY0" fmla="*/ 158210 h 158210"/>
                <a:gd name="connsiteX1" fmla="*/ 119539 w 167163"/>
                <a:gd name="connsiteY1" fmla="*/ 158210 h 158210"/>
                <a:gd name="connsiteX2" fmla="*/ 119539 w 167163"/>
                <a:gd name="connsiteY2" fmla="*/ 96488 h 158210"/>
                <a:gd name="connsiteX3" fmla="*/ 47720 w 167163"/>
                <a:gd name="connsiteY3" fmla="*/ 96488 h 158210"/>
                <a:gd name="connsiteX4" fmla="*/ 47720 w 167163"/>
                <a:gd name="connsiteY4" fmla="*/ 158210 h 158210"/>
                <a:gd name="connsiteX5" fmla="*/ 0 w 167163"/>
                <a:gd name="connsiteY5" fmla="*/ 158210 h 158210"/>
                <a:gd name="connsiteX6" fmla="*/ 0 w 167163"/>
                <a:gd name="connsiteY6" fmla="*/ 0 h 158210"/>
                <a:gd name="connsiteX7" fmla="*/ 47720 w 167163"/>
                <a:gd name="connsiteY7" fmla="*/ 0 h 158210"/>
                <a:gd name="connsiteX8" fmla="*/ 47720 w 167163"/>
                <a:gd name="connsiteY8" fmla="*/ 58103 h 158210"/>
                <a:gd name="connsiteX9" fmla="*/ 119539 w 167163"/>
                <a:gd name="connsiteY9" fmla="*/ 58103 h 158210"/>
                <a:gd name="connsiteX10" fmla="*/ 119539 w 167163"/>
                <a:gd name="connsiteY10" fmla="*/ 0 h 158210"/>
                <a:gd name="connsiteX11" fmla="*/ 167164 w 167163"/>
                <a:gd name="connsiteY11" fmla="*/ 0 h 158210"/>
                <a:gd name="connsiteX12" fmla="*/ 167164 w 167163"/>
                <a:gd name="connsiteY12" fmla="*/ 158210 h 15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163" h="158210">
                  <a:moveTo>
                    <a:pt x="167164" y="158210"/>
                  </a:moveTo>
                  <a:lnTo>
                    <a:pt x="119539" y="158210"/>
                  </a:lnTo>
                  <a:lnTo>
                    <a:pt x="119539" y="96488"/>
                  </a:lnTo>
                  <a:lnTo>
                    <a:pt x="47720" y="96488"/>
                  </a:lnTo>
                  <a:lnTo>
                    <a:pt x="47720" y="158210"/>
                  </a:lnTo>
                  <a:lnTo>
                    <a:pt x="0" y="158210"/>
                  </a:lnTo>
                  <a:lnTo>
                    <a:pt x="0" y="0"/>
                  </a:lnTo>
                  <a:lnTo>
                    <a:pt x="47720" y="0"/>
                  </a:lnTo>
                  <a:lnTo>
                    <a:pt x="47720" y="58103"/>
                  </a:lnTo>
                  <a:lnTo>
                    <a:pt x="119539" y="58103"/>
                  </a:lnTo>
                  <a:lnTo>
                    <a:pt x="119539" y="0"/>
                  </a:lnTo>
                  <a:lnTo>
                    <a:pt x="167164" y="0"/>
                  </a:lnTo>
                  <a:lnTo>
                    <a:pt x="167164" y="158210"/>
                  </a:lnTo>
                  <a:close/>
                </a:path>
              </a:pathLst>
            </a:custGeom>
            <a:grpFill/>
            <a:ln w="9525" cap="flat">
              <a:noFill/>
              <a:prstDash val="solid"/>
              <a:miter/>
            </a:ln>
          </p:spPr>
          <p:txBody>
            <a:bodyPr rtlCol="0" anchor="ctr"/>
            <a:lstStyle/>
            <a:p>
              <a:endParaRPr lang="en-GB"/>
            </a:p>
          </p:txBody>
        </p:sp>
        <p:sp>
          <p:nvSpPr>
            <p:cNvPr id="36" name="Freeform: Shape 28">
              <a:extLst>
                <a:ext uri="{FF2B5EF4-FFF2-40B4-BE49-F238E27FC236}">
                  <a16:creationId xmlns:a16="http://schemas.microsoft.com/office/drawing/2014/main" id="{A17F9F1F-C904-9A5F-E960-31EB44FDB7E2}"/>
                </a:ext>
              </a:extLst>
            </p:cNvPr>
            <p:cNvSpPr/>
            <p:nvPr/>
          </p:nvSpPr>
          <p:spPr>
            <a:xfrm>
              <a:off x="1913984" y="3381507"/>
              <a:ext cx="274510" cy="160305"/>
            </a:xfrm>
            <a:custGeom>
              <a:avLst/>
              <a:gdLst>
                <a:gd name="connsiteX0" fmla="*/ 274511 w 274510"/>
                <a:gd name="connsiteY0" fmla="*/ 0 h 160305"/>
                <a:gd name="connsiteX1" fmla="*/ 205931 w 274510"/>
                <a:gd name="connsiteY1" fmla="*/ 160306 h 160305"/>
                <a:gd name="connsiteX2" fmla="*/ 178308 w 274510"/>
                <a:gd name="connsiteY2" fmla="*/ 160306 h 160305"/>
                <a:gd name="connsiteX3" fmla="*/ 137160 w 274510"/>
                <a:gd name="connsiteY3" fmla="*/ 66961 h 160305"/>
                <a:gd name="connsiteX4" fmla="*/ 95059 w 274510"/>
                <a:gd name="connsiteY4" fmla="*/ 160306 h 160305"/>
                <a:gd name="connsiteX5" fmla="*/ 67246 w 274510"/>
                <a:gd name="connsiteY5" fmla="*/ 160306 h 160305"/>
                <a:gd name="connsiteX6" fmla="*/ 0 w 274510"/>
                <a:gd name="connsiteY6" fmla="*/ 0 h 160305"/>
                <a:gd name="connsiteX7" fmla="*/ 49530 w 274510"/>
                <a:gd name="connsiteY7" fmla="*/ 0 h 160305"/>
                <a:gd name="connsiteX8" fmla="*/ 82391 w 274510"/>
                <a:gd name="connsiteY8" fmla="*/ 87725 h 160305"/>
                <a:gd name="connsiteX9" fmla="*/ 120110 w 274510"/>
                <a:gd name="connsiteY9" fmla="*/ 0 h 160305"/>
                <a:gd name="connsiteX10" fmla="*/ 154210 w 274510"/>
                <a:gd name="connsiteY10" fmla="*/ 0 h 160305"/>
                <a:gd name="connsiteX11" fmla="*/ 191262 w 274510"/>
                <a:gd name="connsiteY11" fmla="*/ 87725 h 160305"/>
                <a:gd name="connsiteX12" fmla="*/ 225647 w 274510"/>
                <a:gd name="connsiteY12" fmla="*/ 0 h 160305"/>
                <a:gd name="connsiteX13" fmla="*/ 274511 w 274510"/>
                <a:gd name="connsiteY13" fmla="*/ 0 h 160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4510" h="160305">
                  <a:moveTo>
                    <a:pt x="274511" y="0"/>
                  </a:moveTo>
                  <a:lnTo>
                    <a:pt x="205931" y="160306"/>
                  </a:lnTo>
                  <a:lnTo>
                    <a:pt x="178308" y="160306"/>
                  </a:lnTo>
                  <a:lnTo>
                    <a:pt x="137160" y="66961"/>
                  </a:lnTo>
                  <a:lnTo>
                    <a:pt x="95059" y="160306"/>
                  </a:lnTo>
                  <a:lnTo>
                    <a:pt x="67246" y="160306"/>
                  </a:lnTo>
                  <a:lnTo>
                    <a:pt x="0" y="0"/>
                  </a:lnTo>
                  <a:lnTo>
                    <a:pt x="49530" y="0"/>
                  </a:lnTo>
                  <a:lnTo>
                    <a:pt x="82391" y="87725"/>
                  </a:lnTo>
                  <a:lnTo>
                    <a:pt x="120110" y="0"/>
                  </a:lnTo>
                  <a:lnTo>
                    <a:pt x="154210" y="0"/>
                  </a:lnTo>
                  <a:lnTo>
                    <a:pt x="191262" y="87725"/>
                  </a:lnTo>
                  <a:lnTo>
                    <a:pt x="225647" y="0"/>
                  </a:lnTo>
                  <a:lnTo>
                    <a:pt x="274511" y="0"/>
                  </a:lnTo>
                  <a:close/>
                </a:path>
              </a:pathLst>
            </a:custGeom>
            <a:grpFill/>
            <a:ln w="9525" cap="flat">
              <a:noFill/>
              <a:prstDash val="solid"/>
              <a:miter/>
            </a:ln>
          </p:spPr>
          <p:txBody>
            <a:bodyPr rtlCol="0" anchor="ctr"/>
            <a:lstStyle/>
            <a:p>
              <a:endParaRPr lang="en-GB"/>
            </a:p>
          </p:txBody>
        </p:sp>
        <p:sp>
          <p:nvSpPr>
            <p:cNvPr id="37" name="Freeform: Shape 29">
              <a:extLst>
                <a:ext uri="{FF2B5EF4-FFF2-40B4-BE49-F238E27FC236}">
                  <a16:creationId xmlns:a16="http://schemas.microsoft.com/office/drawing/2014/main" id="{65CB7476-7537-66C9-EFBD-6CC69D6BED59}"/>
                </a:ext>
              </a:extLst>
            </p:cNvPr>
            <p:cNvSpPr/>
            <p:nvPr/>
          </p:nvSpPr>
          <p:spPr>
            <a:xfrm>
              <a:off x="2184970" y="3381412"/>
              <a:ext cx="192595" cy="158305"/>
            </a:xfrm>
            <a:custGeom>
              <a:avLst/>
              <a:gdLst>
                <a:gd name="connsiteX0" fmla="*/ 192500 w 192595"/>
                <a:gd name="connsiteY0" fmla="*/ 158306 h 158305"/>
                <a:gd name="connsiteX1" fmla="*/ 143637 w 192595"/>
                <a:gd name="connsiteY1" fmla="*/ 158306 h 158305"/>
                <a:gd name="connsiteX2" fmla="*/ 130683 w 192595"/>
                <a:gd name="connsiteY2" fmla="*/ 126206 h 158305"/>
                <a:gd name="connsiteX3" fmla="*/ 62008 w 192595"/>
                <a:gd name="connsiteY3" fmla="*/ 126206 h 158305"/>
                <a:gd name="connsiteX4" fmla="*/ 48863 w 192595"/>
                <a:gd name="connsiteY4" fmla="*/ 158306 h 158305"/>
                <a:gd name="connsiteX5" fmla="*/ 0 w 192595"/>
                <a:gd name="connsiteY5" fmla="*/ 158306 h 158305"/>
                <a:gd name="connsiteX6" fmla="*/ 70009 w 192595"/>
                <a:gd name="connsiteY6" fmla="*/ 0 h 158305"/>
                <a:gd name="connsiteX7" fmla="*/ 122777 w 192595"/>
                <a:gd name="connsiteY7" fmla="*/ 0 h 158305"/>
                <a:gd name="connsiteX8" fmla="*/ 192596 w 192595"/>
                <a:gd name="connsiteY8" fmla="*/ 158306 h 158305"/>
                <a:gd name="connsiteX9" fmla="*/ 119729 w 192595"/>
                <a:gd name="connsiteY9" fmla="*/ 98679 h 158305"/>
                <a:gd name="connsiteX10" fmla="*/ 96583 w 192595"/>
                <a:gd name="connsiteY10" fmla="*/ 40862 h 158305"/>
                <a:gd name="connsiteX11" fmla="*/ 73152 w 192595"/>
                <a:gd name="connsiteY11" fmla="*/ 98679 h 158305"/>
                <a:gd name="connsiteX12" fmla="*/ 119729 w 192595"/>
                <a:gd name="connsiteY12" fmla="*/ 98679 h 158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2595" h="158305">
                  <a:moveTo>
                    <a:pt x="192500" y="158306"/>
                  </a:moveTo>
                  <a:lnTo>
                    <a:pt x="143637" y="158306"/>
                  </a:lnTo>
                  <a:lnTo>
                    <a:pt x="130683" y="126206"/>
                  </a:lnTo>
                  <a:lnTo>
                    <a:pt x="62008" y="126206"/>
                  </a:lnTo>
                  <a:lnTo>
                    <a:pt x="48863" y="158306"/>
                  </a:lnTo>
                  <a:lnTo>
                    <a:pt x="0" y="158306"/>
                  </a:lnTo>
                  <a:lnTo>
                    <a:pt x="70009" y="0"/>
                  </a:lnTo>
                  <a:lnTo>
                    <a:pt x="122777" y="0"/>
                  </a:lnTo>
                  <a:lnTo>
                    <a:pt x="192596" y="158306"/>
                  </a:lnTo>
                  <a:close/>
                  <a:moveTo>
                    <a:pt x="119729" y="98679"/>
                  </a:moveTo>
                  <a:lnTo>
                    <a:pt x="96583" y="40862"/>
                  </a:lnTo>
                  <a:lnTo>
                    <a:pt x="73152" y="98679"/>
                  </a:lnTo>
                  <a:lnTo>
                    <a:pt x="119729" y="98679"/>
                  </a:lnTo>
                  <a:close/>
                </a:path>
              </a:pathLst>
            </a:custGeom>
            <a:grpFill/>
            <a:ln w="9525" cap="flat">
              <a:noFill/>
              <a:prstDash val="solid"/>
              <a:miter/>
            </a:ln>
          </p:spPr>
          <p:txBody>
            <a:bodyPr rtlCol="0" anchor="ctr"/>
            <a:lstStyle/>
            <a:p>
              <a:endParaRPr lang="en-GB"/>
            </a:p>
          </p:txBody>
        </p:sp>
        <p:sp>
          <p:nvSpPr>
            <p:cNvPr id="38" name="Freeform: Shape 30">
              <a:extLst>
                <a:ext uri="{FF2B5EF4-FFF2-40B4-BE49-F238E27FC236}">
                  <a16:creationId xmlns:a16="http://schemas.microsoft.com/office/drawing/2014/main" id="{08506D09-A114-A134-9524-222ED3D0272B}"/>
                </a:ext>
              </a:extLst>
            </p:cNvPr>
            <p:cNvSpPr/>
            <p:nvPr/>
          </p:nvSpPr>
          <p:spPr>
            <a:xfrm>
              <a:off x="2427572" y="3381507"/>
              <a:ext cx="171926" cy="158210"/>
            </a:xfrm>
            <a:custGeom>
              <a:avLst/>
              <a:gdLst>
                <a:gd name="connsiteX0" fmla="*/ 171926 w 171926"/>
                <a:gd name="connsiteY0" fmla="*/ 158210 h 158210"/>
                <a:gd name="connsiteX1" fmla="*/ 129445 w 171926"/>
                <a:gd name="connsiteY1" fmla="*/ 158210 h 158210"/>
                <a:gd name="connsiteX2" fmla="*/ 47339 w 171926"/>
                <a:gd name="connsiteY2" fmla="*/ 70104 h 158210"/>
                <a:gd name="connsiteX3" fmla="*/ 47339 w 171926"/>
                <a:gd name="connsiteY3" fmla="*/ 158210 h 158210"/>
                <a:gd name="connsiteX4" fmla="*/ 0 w 171926"/>
                <a:gd name="connsiteY4" fmla="*/ 158210 h 158210"/>
                <a:gd name="connsiteX5" fmla="*/ 0 w 171926"/>
                <a:gd name="connsiteY5" fmla="*/ 0 h 158210"/>
                <a:gd name="connsiteX6" fmla="*/ 42386 w 171926"/>
                <a:gd name="connsiteY6" fmla="*/ 0 h 158210"/>
                <a:gd name="connsiteX7" fmla="*/ 124301 w 171926"/>
                <a:gd name="connsiteY7" fmla="*/ 87630 h 158210"/>
                <a:gd name="connsiteX8" fmla="*/ 124301 w 171926"/>
                <a:gd name="connsiteY8" fmla="*/ 0 h 158210"/>
                <a:gd name="connsiteX9" fmla="*/ 171926 w 171926"/>
                <a:gd name="connsiteY9" fmla="*/ 0 h 158210"/>
                <a:gd name="connsiteX10" fmla="*/ 171926 w 171926"/>
                <a:gd name="connsiteY10" fmla="*/ 158210 h 15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1926" h="158210">
                  <a:moveTo>
                    <a:pt x="171926" y="158210"/>
                  </a:moveTo>
                  <a:lnTo>
                    <a:pt x="129445" y="158210"/>
                  </a:lnTo>
                  <a:lnTo>
                    <a:pt x="47339" y="70104"/>
                  </a:lnTo>
                  <a:lnTo>
                    <a:pt x="47339" y="158210"/>
                  </a:lnTo>
                  <a:lnTo>
                    <a:pt x="0" y="158210"/>
                  </a:lnTo>
                  <a:lnTo>
                    <a:pt x="0" y="0"/>
                  </a:lnTo>
                  <a:lnTo>
                    <a:pt x="42386" y="0"/>
                  </a:lnTo>
                  <a:lnTo>
                    <a:pt x="124301" y="87630"/>
                  </a:lnTo>
                  <a:lnTo>
                    <a:pt x="124301" y="0"/>
                  </a:lnTo>
                  <a:lnTo>
                    <a:pt x="171926" y="0"/>
                  </a:lnTo>
                  <a:lnTo>
                    <a:pt x="171926" y="158210"/>
                  </a:lnTo>
                  <a:close/>
                </a:path>
              </a:pathLst>
            </a:custGeom>
            <a:grpFill/>
            <a:ln w="9525" cap="flat">
              <a:noFill/>
              <a:prstDash val="solid"/>
              <a:miter/>
            </a:ln>
          </p:spPr>
          <p:txBody>
            <a:bodyPr rtlCol="0" anchor="ctr"/>
            <a:lstStyle/>
            <a:p>
              <a:endParaRPr lang="en-GB"/>
            </a:p>
          </p:txBody>
        </p:sp>
        <p:sp>
          <p:nvSpPr>
            <p:cNvPr id="39" name="Freeform: Shape 31">
              <a:extLst>
                <a:ext uri="{FF2B5EF4-FFF2-40B4-BE49-F238E27FC236}">
                  <a16:creationId xmlns:a16="http://schemas.microsoft.com/office/drawing/2014/main" id="{DD84B964-D3D3-AF13-F1F6-A0D8C3E2E97A}"/>
                </a:ext>
              </a:extLst>
            </p:cNvPr>
            <p:cNvSpPr/>
            <p:nvPr/>
          </p:nvSpPr>
          <p:spPr>
            <a:xfrm>
              <a:off x="2662840" y="3381508"/>
              <a:ext cx="47720" cy="158210"/>
            </a:xfrm>
            <a:custGeom>
              <a:avLst/>
              <a:gdLst>
                <a:gd name="connsiteX0" fmla="*/ 0 w 47720"/>
                <a:gd name="connsiteY0" fmla="*/ 0 h 158210"/>
                <a:gd name="connsiteX1" fmla="*/ 47720 w 47720"/>
                <a:gd name="connsiteY1" fmla="*/ 0 h 158210"/>
                <a:gd name="connsiteX2" fmla="*/ 47720 w 47720"/>
                <a:gd name="connsiteY2" fmla="*/ 158210 h 158210"/>
                <a:gd name="connsiteX3" fmla="*/ 0 w 47720"/>
                <a:gd name="connsiteY3" fmla="*/ 158210 h 158210"/>
              </a:gdLst>
              <a:ahLst/>
              <a:cxnLst>
                <a:cxn ang="0">
                  <a:pos x="connsiteX0" y="connsiteY0"/>
                </a:cxn>
                <a:cxn ang="0">
                  <a:pos x="connsiteX1" y="connsiteY1"/>
                </a:cxn>
                <a:cxn ang="0">
                  <a:pos x="connsiteX2" y="connsiteY2"/>
                </a:cxn>
                <a:cxn ang="0">
                  <a:pos x="connsiteX3" y="connsiteY3"/>
                </a:cxn>
              </a:cxnLst>
              <a:rect l="l" t="t" r="r" b="b"/>
              <a:pathLst>
                <a:path w="47720" h="158210">
                  <a:moveTo>
                    <a:pt x="0" y="0"/>
                  </a:moveTo>
                  <a:lnTo>
                    <a:pt x="47720" y="0"/>
                  </a:lnTo>
                  <a:lnTo>
                    <a:pt x="47720" y="158210"/>
                  </a:lnTo>
                  <a:lnTo>
                    <a:pt x="0" y="158210"/>
                  </a:lnTo>
                  <a:close/>
                </a:path>
              </a:pathLst>
            </a:custGeom>
            <a:grpFill/>
            <a:ln w="9525" cap="flat">
              <a:noFill/>
              <a:prstDash val="solid"/>
              <a:miter/>
            </a:ln>
          </p:spPr>
          <p:txBody>
            <a:bodyPr rtlCol="0" anchor="ctr"/>
            <a:lstStyle/>
            <a:p>
              <a:endParaRPr lang="en-GB"/>
            </a:p>
          </p:txBody>
        </p:sp>
        <p:sp>
          <p:nvSpPr>
            <p:cNvPr id="40" name="Freeform: Shape 32">
              <a:extLst>
                <a:ext uri="{FF2B5EF4-FFF2-40B4-BE49-F238E27FC236}">
                  <a16:creationId xmlns:a16="http://schemas.microsoft.com/office/drawing/2014/main" id="{D001200B-EC98-156E-E7EA-5962B546879C}"/>
                </a:ext>
              </a:extLst>
            </p:cNvPr>
            <p:cNvSpPr/>
            <p:nvPr/>
          </p:nvSpPr>
          <p:spPr>
            <a:xfrm>
              <a:off x="1237900" y="3614298"/>
              <a:ext cx="54864" cy="103155"/>
            </a:xfrm>
            <a:custGeom>
              <a:avLst/>
              <a:gdLst>
                <a:gd name="connsiteX0" fmla="*/ 0 w 54864"/>
                <a:gd name="connsiteY0" fmla="*/ 103156 h 103155"/>
                <a:gd name="connsiteX1" fmla="*/ 0 w 54864"/>
                <a:gd name="connsiteY1" fmla="*/ 0 h 103155"/>
                <a:gd name="connsiteX2" fmla="*/ 54864 w 54864"/>
                <a:gd name="connsiteY2" fmla="*/ 0 h 103155"/>
                <a:gd name="connsiteX3" fmla="*/ 54864 w 54864"/>
                <a:gd name="connsiteY3" fmla="*/ 12954 h 103155"/>
                <a:gd name="connsiteX4" fmla="*/ 14764 w 54864"/>
                <a:gd name="connsiteY4" fmla="*/ 12954 h 103155"/>
                <a:gd name="connsiteX5" fmla="*/ 14764 w 54864"/>
                <a:gd name="connsiteY5" fmla="*/ 43148 h 103155"/>
                <a:gd name="connsiteX6" fmla="*/ 53054 w 54864"/>
                <a:gd name="connsiteY6" fmla="*/ 43148 h 103155"/>
                <a:gd name="connsiteX7" fmla="*/ 53054 w 54864"/>
                <a:gd name="connsiteY7" fmla="*/ 56198 h 103155"/>
                <a:gd name="connsiteX8" fmla="*/ 14764 w 54864"/>
                <a:gd name="connsiteY8" fmla="*/ 56198 h 103155"/>
                <a:gd name="connsiteX9" fmla="*/ 14764 w 54864"/>
                <a:gd name="connsiteY9" fmla="*/ 103156 h 103155"/>
                <a:gd name="connsiteX10" fmla="*/ 0 w 54864"/>
                <a:gd name="connsiteY10"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864" h="103155">
                  <a:moveTo>
                    <a:pt x="0" y="103156"/>
                  </a:moveTo>
                  <a:lnTo>
                    <a:pt x="0" y="0"/>
                  </a:lnTo>
                  <a:lnTo>
                    <a:pt x="54864" y="0"/>
                  </a:lnTo>
                  <a:lnTo>
                    <a:pt x="54864" y="12954"/>
                  </a:lnTo>
                  <a:lnTo>
                    <a:pt x="14764" y="12954"/>
                  </a:lnTo>
                  <a:lnTo>
                    <a:pt x="14764" y="43148"/>
                  </a:lnTo>
                  <a:lnTo>
                    <a:pt x="53054" y="43148"/>
                  </a:lnTo>
                  <a:lnTo>
                    <a:pt x="53054" y="56198"/>
                  </a:lnTo>
                  <a:lnTo>
                    <a:pt x="14764" y="56198"/>
                  </a:lnTo>
                  <a:lnTo>
                    <a:pt x="14764" y="103156"/>
                  </a:lnTo>
                  <a:lnTo>
                    <a:pt x="0" y="103156"/>
                  </a:lnTo>
                  <a:close/>
                </a:path>
              </a:pathLst>
            </a:custGeom>
            <a:grpFill/>
            <a:ln w="9525" cap="flat">
              <a:noFill/>
              <a:prstDash val="solid"/>
              <a:miter/>
            </a:ln>
          </p:spPr>
          <p:txBody>
            <a:bodyPr rtlCol="0" anchor="ctr"/>
            <a:lstStyle/>
            <a:p>
              <a:endParaRPr lang="en-GB"/>
            </a:p>
          </p:txBody>
        </p:sp>
        <p:sp>
          <p:nvSpPr>
            <p:cNvPr id="41" name="Freeform: Shape 33">
              <a:extLst>
                <a:ext uri="{FF2B5EF4-FFF2-40B4-BE49-F238E27FC236}">
                  <a16:creationId xmlns:a16="http://schemas.microsoft.com/office/drawing/2014/main" id="{6AFE5557-3CFB-A97A-1944-79097E28F883}"/>
                </a:ext>
              </a:extLst>
            </p:cNvPr>
            <p:cNvSpPr/>
            <p:nvPr/>
          </p:nvSpPr>
          <p:spPr>
            <a:xfrm>
              <a:off x="1336865" y="3612489"/>
              <a:ext cx="99440" cy="106775"/>
            </a:xfrm>
            <a:custGeom>
              <a:avLst/>
              <a:gdLst>
                <a:gd name="connsiteX0" fmla="*/ 95 w 99440"/>
                <a:gd name="connsiteY0" fmla="*/ 53340 h 106775"/>
                <a:gd name="connsiteX1" fmla="*/ 13240 w 99440"/>
                <a:gd name="connsiteY1" fmla="*/ 15240 h 106775"/>
                <a:gd name="connsiteX2" fmla="*/ 49721 w 99440"/>
                <a:gd name="connsiteY2" fmla="*/ 0 h 106775"/>
                <a:gd name="connsiteX3" fmla="*/ 86392 w 99440"/>
                <a:gd name="connsiteY3" fmla="*/ 15240 h 106775"/>
                <a:gd name="connsiteX4" fmla="*/ 99441 w 99440"/>
                <a:gd name="connsiteY4" fmla="*/ 53340 h 106775"/>
                <a:gd name="connsiteX5" fmla="*/ 86392 w 99440"/>
                <a:gd name="connsiteY5" fmla="*/ 91821 h 106775"/>
                <a:gd name="connsiteX6" fmla="*/ 49721 w 99440"/>
                <a:gd name="connsiteY6" fmla="*/ 106775 h 106775"/>
                <a:gd name="connsiteX7" fmla="*/ 13049 w 99440"/>
                <a:gd name="connsiteY7" fmla="*/ 91821 h 106775"/>
                <a:gd name="connsiteX8" fmla="*/ 0 w 99440"/>
                <a:gd name="connsiteY8" fmla="*/ 53340 h 106775"/>
                <a:gd name="connsiteX9" fmla="*/ 15716 w 99440"/>
                <a:gd name="connsiteY9" fmla="*/ 53340 h 106775"/>
                <a:gd name="connsiteX10" fmla="*/ 23813 w 99440"/>
                <a:gd name="connsiteY10" fmla="*/ 81248 h 106775"/>
                <a:gd name="connsiteX11" fmla="*/ 49721 w 99440"/>
                <a:gd name="connsiteY11" fmla="*/ 93631 h 106775"/>
                <a:gd name="connsiteX12" fmla="*/ 75628 w 99440"/>
                <a:gd name="connsiteY12" fmla="*/ 81248 h 106775"/>
                <a:gd name="connsiteX13" fmla="*/ 83725 w 99440"/>
                <a:gd name="connsiteY13" fmla="*/ 53340 h 106775"/>
                <a:gd name="connsiteX14" fmla="*/ 75343 w 99440"/>
                <a:gd name="connsiteY14" fmla="*/ 25241 h 106775"/>
                <a:gd name="connsiteX15" fmla="*/ 49721 w 99440"/>
                <a:gd name="connsiteY15" fmla="*/ 12954 h 106775"/>
                <a:gd name="connsiteX16" fmla="*/ 24194 w 99440"/>
                <a:gd name="connsiteY16" fmla="*/ 25241 h 106775"/>
                <a:gd name="connsiteX17" fmla="*/ 15811 w 99440"/>
                <a:gd name="connsiteY17" fmla="*/ 53340 h 10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440" h="106775">
                  <a:moveTo>
                    <a:pt x="95" y="53340"/>
                  </a:moveTo>
                  <a:cubicBezTo>
                    <a:pt x="95" y="37719"/>
                    <a:pt x="4477" y="24955"/>
                    <a:pt x="13240" y="15240"/>
                  </a:cubicBezTo>
                  <a:cubicBezTo>
                    <a:pt x="22193" y="5048"/>
                    <a:pt x="34385" y="0"/>
                    <a:pt x="49721" y="0"/>
                  </a:cubicBezTo>
                  <a:cubicBezTo>
                    <a:pt x="65056" y="0"/>
                    <a:pt x="77343" y="5048"/>
                    <a:pt x="86392" y="15240"/>
                  </a:cubicBezTo>
                  <a:cubicBezTo>
                    <a:pt x="95059" y="24955"/>
                    <a:pt x="99441" y="37719"/>
                    <a:pt x="99441" y="53340"/>
                  </a:cubicBezTo>
                  <a:cubicBezTo>
                    <a:pt x="99441" y="68961"/>
                    <a:pt x="95059" y="82105"/>
                    <a:pt x="86392" y="91821"/>
                  </a:cubicBezTo>
                  <a:cubicBezTo>
                    <a:pt x="77438" y="101822"/>
                    <a:pt x="65151" y="106775"/>
                    <a:pt x="49721" y="106775"/>
                  </a:cubicBezTo>
                  <a:cubicBezTo>
                    <a:pt x="34290" y="106775"/>
                    <a:pt x="22003" y="101822"/>
                    <a:pt x="13049" y="91821"/>
                  </a:cubicBezTo>
                  <a:cubicBezTo>
                    <a:pt x="4381" y="82201"/>
                    <a:pt x="0" y="69342"/>
                    <a:pt x="0" y="53340"/>
                  </a:cubicBezTo>
                  <a:moveTo>
                    <a:pt x="15716" y="53340"/>
                  </a:moveTo>
                  <a:cubicBezTo>
                    <a:pt x="15716" y="64579"/>
                    <a:pt x="18383" y="73914"/>
                    <a:pt x="23813" y="81248"/>
                  </a:cubicBezTo>
                  <a:cubicBezTo>
                    <a:pt x="29908" y="89535"/>
                    <a:pt x="38576" y="93631"/>
                    <a:pt x="49721" y="93631"/>
                  </a:cubicBezTo>
                  <a:cubicBezTo>
                    <a:pt x="60865" y="93631"/>
                    <a:pt x="69532" y="89535"/>
                    <a:pt x="75628" y="81248"/>
                  </a:cubicBezTo>
                  <a:cubicBezTo>
                    <a:pt x="81058" y="73819"/>
                    <a:pt x="83725" y="64579"/>
                    <a:pt x="83725" y="53340"/>
                  </a:cubicBezTo>
                  <a:cubicBezTo>
                    <a:pt x="83725" y="42100"/>
                    <a:pt x="80963" y="32766"/>
                    <a:pt x="75343" y="25241"/>
                  </a:cubicBezTo>
                  <a:cubicBezTo>
                    <a:pt x="69151" y="17050"/>
                    <a:pt x="60579" y="12954"/>
                    <a:pt x="49721" y="12954"/>
                  </a:cubicBezTo>
                  <a:cubicBezTo>
                    <a:pt x="38862" y="12954"/>
                    <a:pt x="30385" y="17050"/>
                    <a:pt x="24194" y="25241"/>
                  </a:cubicBezTo>
                  <a:cubicBezTo>
                    <a:pt x="18574" y="32766"/>
                    <a:pt x="15811" y="42100"/>
                    <a:pt x="15811" y="53340"/>
                  </a:cubicBezTo>
                </a:path>
              </a:pathLst>
            </a:custGeom>
            <a:grpFill/>
            <a:ln w="9525" cap="flat">
              <a:noFill/>
              <a:prstDash val="solid"/>
              <a:miter/>
            </a:ln>
          </p:spPr>
          <p:txBody>
            <a:bodyPr rtlCol="0" anchor="ctr"/>
            <a:lstStyle/>
            <a:p>
              <a:endParaRPr lang="en-GB"/>
            </a:p>
          </p:txBody>
        </p:sp>
        <p:sp>
          <p:nvSpPr>
            <p:cNvPr id="42" name="Freeform: Shape 34">
              <a:extLst>
                <a:ext uri="{FF2B5EF4-FFF2-40B4-BE49-F238E27FC236}">
                  <a16:creationId xmlns:a16="http://schemas.microsoft.com/office/drawing/2014/main" id="{DFED58AB-47EB-314C-68CF-C8E2CE30204E}"/>
                </a:ext>
              </a:extLst>
            </p:cNvPr>
            <p:cNvSpPr/>
            <p:nvPr/>
          </p:nvSpPr>
          <p:spPr>
            <a:xfrm>
              <a:off x="1487931" y="3614298"/>
              <a:ext cx="80009" cy="104965"/>
            </a:xfrm>
            <a:custGeom>
              <a:avLst/>
              <a:gdLst>
                <a:gd name="connsiteX0" fmla="*/ 80010 w 80009"/>
                <a:gd name="connsiteY0" fmla="*/ 0 h 104965"/>
                <a:gd name="connsiteX1" fmla="*/ 80010 w 80009"/>
                <a:gd name="connsiteY1" fmla="*/ 60484 h 104965"/>
                <a:gd name="connsiteX2" fmla="*/ 69628 w 80009"/>
                <a:gd name="connsiteY2" fmla="*/ 93536 h 104965"/>
                <a:gd name="connsiteX3" fmla="*/ 40005 w 80009"/>
                <a:gd name="connsiteY3" fmla="*/ 104966 h 104965"/>
                <a:gd name="connsiteX4" fmla="*/ 10382 w 80009"/>
                <a:gd name="connsiteY4" fmla="*/ 93536 h 104965"/>
                <a:gd name="connsiteX5" fmla="*/ 0 w 80009"/>
                <a:gd name="connsiteY5" fmla="*/ 60484 h 104965"/>
                <a:gd name="connsiteX6" fmla="*/ 0 w 80009"/>
                <a:gd name="connsiteY6" fmla="*/ 0 h 104965"/>
                <a:gd name="connsiteX7" fmla="*/ 14764 w 80009"/>
                <a:gd name="connsiteY7" fmla="*/ 0 h 104965"/>
                <a:gd name="connsiteX8" fmla="*/ 14764 w 80009"/>
                <a:gd name="connsiteY8" fmla="*/ 58579 h 104965"/>
                <a:gd name="connsiteX9" fmla="*/ 40005 w 80009"/>
                <a:gd name="connsiteY9" fmla="*/ 92012 h 104965"/>
                <a:gd name="connsiteX10" fmla="*/ 65246 w 80009"/>
                <a:gd name="connsiteY10" fmla="*/ 58579 h 104965"/>
                <a:gd name="connsiteX11" fmla="*/ 65246 w 80009"/>
                <a:gd name="connsiteY11" fmla="*/ 0 h 104965"/>
                <a:gd name="connsiteX12" fmla="*/ 80010 w 80009"/>
                <a:gd name="connsiteY12" fmla="*/ 0 h 10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009" h="104965">
                  <a:moveTo>
                    <a:pt x="80010" y="0"/>
                  </a:moveTo>
                  <a:lnTo>
                    <a:pt x="80010" y="60484"/>
                  </a:lnTo>
                  <a:cubicBezTo>
                    <a:pt x="80010" y="74867"/>
                    <a:pt x="76581" y="85916"/>
                    <a:pt x="69628" y="93536"/>
                  </a:cubicBezTo>
                  <a:cubicBezTo>
                    <a:pt x="62674" y="101156"/>
                    <a:pt x="52768" y="104966"/>
                    <a:pt x="40005" y="104966"/>
                  </a:cubicBezTo>
                  <a:cubicBezTo>
                    <a:pt x="27242" y="104966"/>
                    <a:pt x="17335" y="101156"/>
                    <a:pt x="10382" y="93536"/>
                  </a:cubicBezTo>
                  <a:cubicBezTo>
                    <a:pt x="3429" y="85916"/>
                    <a:pt x="0" y="74867"/>
                    <a:pt x="0" y="60484"/>
                  </a:cubicBezTo>
                  <a:lnTo>
                    <a:pt x="0" y="0"/>
                  </a:lnTo>
                  <a:lnTo>
                    <a:pt x="14764" y="0"/>
                  </a:lnTo>
                  <a:lnTo>
                    <a:pt x="14764" y="58579"/>
                  </a:lnTo>
                  <a:cubicBezTo>
                    <a:pt x="14764" y="80867"/>
                    <a:pt x="23241" y="92012"/>
                    <a:pt x="40005" y="92012"/>
                  </a:cubicBezTo>
                  <a:cubicBezTo>
                    <a:pt x="56769" y="92012"/>
                    <a:pt x="65246" y="80867"/>
                    <a:pt x="65246" y="58579"/>
                  </a:cubicBezTo>
                  <a:lnTo>
                    <a:pt x="65246" y="0"/>
                  </a:lnTo>
                  <a:lnTo>
                    <a:pt x="80010" y="0"/>
                  </a:lnTo>
                  <a:close/>
                </a:path>
              </a:pathLst>
            </a:custGeom>
            <a:grpFill/>
            <a:ln w="9525" cap="flat">
              <a:noFill/>
              <a:prstDash val="solid"/>
              <a:miter/>
            </a:ln>
          </p:spPr>
          <p:txBody>
            <a:bodyPr rtlCol="0" anchor="ctr"/>
            <a:lstStyle/>
            <a:p>
              <a:endParaRPr lang="en-GB"/>
            </a:p>
          </p:txBody>
        </p:sp>
        <p:sp>
          <p:nvSpPr>
            <p:cNvPr id="43" name="Freeform: Shape 35">
              <a:extLst>
                <a:ext uri="{FF2B5EF4-FFF2-40B4-BE49-F238E27FC236}">
                  <a16:creationId xmlns:a16="http://schemas.microsoft.com/office/drawing/2014/main" id="{C8EC3FFA-844D-756B-D6F6-39A0F7CAC8F3}"/>
                </a:ext>
              </a:extLst>
            </p:cNvPr>
            <p:cNvSpPr/>
            <p:nvPr/>
          </p:nvSpPr>
          <p:spPr>
            <a:xfrm>
              <a:off x="1624329" y="3614298"/>
              <a:ext cx="80772" cy="103155"/>
            </a:xfrm>
            <a:custGeom>
              <a:avLst/>
              <a:gdLst>
                <a:gd name="connsiteX0" fmla="*/ 0 w 80772"/>
                <a:gd name="connsiteY0" fmla="*/ 103156 h 103155"/>
                <a:gd name="connsiteX1" fmla="*/ 0 w 80772"/>
                <a:gd name="connsiteY1" fmla="*/ 0 h 103155"/>
                <a:gd name="connsiteX2" fmla="*/ 20098 w 80772"/>
                <a:gd name="connsiteY2" fmla="*/ 0 h 103155"/>
                <a:gd name="connsiteX3" fmla="*/ 65723 w 80772"/>
                <a:gd name="connsiteY3" fmla="*/ 83058 h 103155"/>
                <a:gd name="connsiteX4" fmla="*/ 66008 w 80772"/>
                <a:gd name="connsiteY4" fmla="*/ 83058 h 103155"/>
                <a:gd name="connsiteX5" fmla="*/ 66008 w 80772"/>
                <a:gd name="connsiteY5" fmla="*/ 0 h 103155"/>
                <a:gd name="connsiteX6" fmla="*/ 80772 w 80772"/>
                <a:gd name="connsiteY6" fmla="*/ 0 h 103155"/>
                <a:gd name="connsiteX7" fmla="*/ 80772 w 80772"/>
                <a:gd name="connsiteY7" fmla="*/ 103156 h 103155"/>
                <a:gd name="connsiteX8" fmla="*/ 61817 w 80772"/>
                <a:gd name="connsiteY8" fmla="*/ 103156 h 103155"/>
                <a:gd name="connsiteX9" fmla="*/ 15145 w 80772"/>
                <a:gd name="connsiteY9" fmla="*/ 18288 h 103155"/>
                <a:gd name="connsiteX10" fmla="*/ 14764 w 80772"/>
                <a:gd name="connsiteY10" fmla="*/ 18288 h 103155"/>
                <a:gd name="connsiteX11" fmla="*/ 14764 w 80772"/>
                <a:gd name="connsiteY11" fmla="*/ 103156 h 103155"/>
                <a:gd name="connsiteX12" fmla="*/ 0 w 80772"/>
                <a:gd name="connsiteY12"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772" h="103155">
                  <a:moveTo>
                    <a:pt x="0" y="103156"/>
                  </a:moveTo>
                  <a:lnTo>
                    <a:pt x="0" y="0"/>
                  </a:lnTo>
                  <a:lnTo>
                    <a:pt x="20098" y="0"/>
                  </a:lnTo>
                  <a:lnTo>
                    <a:pt x="65723" y="83058"/>
                  </a:lnTo>
                  <a:lnTo>
                    <a:pt x="66008" y="83058"/>
                  </a:lnTo>
                  <a:lnTo>
                    <a:pt x="66008" y="0"/>
                  </a:lnTo>
                  <a:lnTo>
                    <a:pt x="80772" y="0"/>
                  </a:lnTo>
                  <a:lnTo>
                    <a:pt x="80772" y="103156"/>
                  </a:lnTo>
                  <a:lnTo>
                    <a:pt x="61817" y="103156"/>
                  </a:lnTo>
                  <a:lnTo>
                    <a:pt x="15145" y="18288"/>
                  </a:lnTo>
                  <a:lnTo>
                    <a:pt x="14764" y="18288"/>
                  </a:lnTo>
                  <a:lnTo>
                    <a:pt x="14764" y="103156"/>
                  </a:lnTo>
                  <a:lnTo>
                    <a:pt x="0" y="103156"/>
                  </a:lnTo>
                  <a:close/>
                </a:path>
              </a:pathLst>
            </a:custGeom>
            <a:grpFill/>
            <a:ln w="9525" cap="flat">
              <a:noFill/>
              <a:prstDash val="solid"/>
              <a:miter/>
            </a:ln>
          </p:spPr>
          <p:txBody>
            <a:bodyPr rtlCol="0" anchor="ctr"/>
            <a:lstStyle/>
            <a:p>
              <a:endParaRPr lang="en-GB"/>
            </a:p>
          </p:txBody>
        </p:sp>
        <p:sp>
          <p:nvSpPr>
            <p:cNvPr id="44" name="Freeform: Shape 36">
              <a:extLst>
                <a:ext uri="{FF2B5EF4-FFF2-40B4-BE49-F238E27FC236}">
                  <a16:creationId xmlns:a16="http://schemas.microsoft.com/office/drawing/2014/main" id="{B2760A55-A4E5-2C37-4D3C-642DC5CB13D7}"/>
                </a:ext>
              </a:extLst>
            </p:cNvPr>
            <p:cNvSpPr/>
            <p:nvPr/>
          </p:nvSpPr>
          <p:spPr>
            <a:xfrm>
              <a:off x="1762251" y="3614298"/>
              <a:ext cx="85534" cy="103155"/>
            </a:xfrm>
            <a:custGeom>
              <a:avLst/>
              <a:gdLst>
                <a:gd name="connsiteX0" fmla="*/ 0 w 85534"/>
                <a:gd name="connsiteY0" fmla="*/ 103156 h 103155"/>
                <a:gd name="connsiteX1" fmla="*/ 0 w 85534"/>
                <a:gd name="connsiteY1" fmla="*/ 0 h 103155"/>
                <a:gd name="connsiteX2" fmla="*/ 30480 w 85534"/>
                <a:gd name="connsiteY2" fmla="*/ 0 h 103155"/>
                <a:gd name="connsiteX3" fmla="*/ 69533 w 85534"/>
                <a:gd name="connsiteY3" fmla="*/ 13430 h 103155"/>
                <a:gd name="connsiteX4" fmla="*/ 85535 w 85534"/>
                <a:gd name="connsiteY4" fmla="*/ 50673 h 103155"/>
                <a:gd name="connsiteX5" fmla="*/ 70961 w 85534"/>
                <a:gd name="connsiteY5" fmla="*/ 89726 h 103155"/>
                <a:gd name="connsiteX6" fmla="*/ 30575 w 85534"/>
                <a:gd name="connsiteY6" fmla="*/ 103156 h 103155"/>
                <a:gd name="connsiteX7" fmla="*/ 95 w 85534"/>
                <a:gd name="connsiteY7" fmla="*/ 103156 h 103155"/>
                <a:gd name="connsiteX8" fmla="*/ 14764 w 85534"/>
                <a:gd name="connsiteY8" fmla="*/ 12954 h 103155"/>
                <a:gd name="connsiteX9" fmla="*/ 14764 w 85534"/>
                <a:gd name="connsiteY9" fmla="*/ 90106 h 103155"/>
                <a:gd name="connsiteX10" fmla="*/ 30290 w 85534"/>
                <a:gd name="connsiteY10" fmla="*/ 90106 h 103155"/>
                <a:gd name="connsiteX11" fmla="*/ 69723 w 85534"/>
                <a:gd name="connsiteY11" fmla="*/ 51245 h 103155"/>
                <a:gd name="connsiteX12" fmla="*/ 58960 w 85534"/>
                <a:gd name="connsiteY12" fmla="*/ 23051 h 103155"/>
                <a:gd name="connsiteX13" fmla="*/ 32004 w 85534"/>
                <a:gd name="connsiteY13" fmla="*/ 12954 h 103155"/>
                <a:gd name="connsiteX14" fmla="*/ 14669 w 85534"/>
                <a:gd name="connsiteY14" fmla="*/ 12954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534" h="103155">
                  <a:moveTo>
                    <a:pt x="0" y="103156"/>
                  </a:moveTo>
                  <a:lnTo>
                    <a:pt x="0" y="0"/>
                  </a:lnTo>
                  <a:lnTo>
                    <a:pt x="30480" y="0"/>
                  </a:lnTo>
                  <a:cubicBezTo>
                    <a:pt x="46196" y="0"/>
                    <a:pt x="59246" y="4477"/>
                    <a:pt x="69533" y="13430"/>
                  </a:cubicBezTo>
                  <a:cubicBezTo>
                    <a:pt x="80200" y="22765"/>
                    <a:pt x="85535" y="35243"/>
                    <a:pt x="85535" y="50673"/>
                  </a:cubicBezTo>
                  <a:cubicBezTo>
                    <a:pt x="85535" y="67723"/>
                    <a:pt x="80677" y="80772"/>
                    <a:pt x="70961" y="89726"/>
                  </a:cubicBezTo>
                  <a:cubicBezTo>
                    <a:pt x="61246" y="98679"/>
                    <a:pt x="47815" y="103156"/>
                    <a:pt x="30575" y="103156"/>
                  </a:cubicBezTo>
                  <a:lnTo>
                    <a:pt x="95" y="103156"/>
                  </a:lnTo>
                  <a:close/>
                  <a:moveTo>
                    <a:pt x="14764" y="12954"/>
                  </a:moveTo>
                  <a:lnTo>
                    <a:pt x="14764" y="90106"/>
                  </a:lnTo>
                  <a:lnTo>
                    <a:pt x="30290" y="90106"/>
                  </a:lnTo>
                  <a:cubicBezTo>
                    <a:pt x="56579" y="90106"/>
                    <a:pt x="69723" y="77153"/>
                    <a:pt x="69723" y="51245"/>
                  </a:cubicBezTo>
                  <a:cubicBezTo>
                    <a:pt x="69723" y="39529"/>
                    <a:pt x="66104" y="30099"/>
                    <a:pt x="58960" y="23051"/>
                  </a:cubicBezTo>
                  <a:cubicBezTo>
                    <a:pt x="52006" y="16288"/>
                    <a:pt x="42958" y="12954"/>
                    <a:pt x="32004" y="12954"/>
                  </a:cubicBezTo>
                  <a:lnTo>
                    <a:pt x="14669" y="12954"/>
                  </a:lnTo>
                  <a:close/>
                </a:path>
              </a:pathLst>
            </a:custGeom>
            <a:grpFill/>
            <a:ln w="9525" cap="flat">
              <a:noFill/>
              <a:prstDash val="solid"/>
              <a:miter/>
            </a:ln>
          </p:spPr>
          <p:txBody>
            <a:bodyPr rtlCol="0" anchor="ctr"/>
            <a:lstStyle/>
            <a:p>
              <a:endParaRPr lang="en-GB"/>
            </a:p>
          </p:txBody>
        </p:sp>
        <p:sp>
          <p:nvSpPr>
            <p:cNvPr id="45" name="Freeform: Shape 37">
              <a:extLst>
                <a:ext uri="{FF2B5EF4-FFF2-40B4-BE49-F238E27FC236}">
                  <a16:creationId xmlns:a16="http://schemas.microsoft.com/office/drawing/2014/main" id="{33828D5C-97A3-4351-2281-D8310BEE14EE}"/>
                </a:ext>
              </a:extLst>
            </p:cNvPr>
            <p:cNvSpPr/>
            <p:nvPr/>
          </p:nvSpPr>
          <p:spPr>
            <a:xfrm>
              <a:off x="1885790" y="3614298"/>
              <a:ext cx="103155" cy="103155"/>
            </a:xfrm>
            <a:custGeom>
              <a:avLst/>
              <a:gdLst>
                <a:gd name="connsiteX0" fmla="*/ 0 w 103155"/>
                <a:gd name="connsiteY0" fmla="*/ 103156 h 103155"/>
                <a:gd name="connsiteX1" fmla="*/ 44005 w 103155"/>
                <a:gd name="connsiteY1" fmla="*/ 0 h 103155"/>
                <a:gd name="connsiteX2" fmla="*/ 59531 w 103155"/>
                <a:gd name="connsiteY2" fmla="*/ 0 h 103155"/>
                <a:gd name="connsiteX3" fmla="*/ 103156 w 103155"/>
                <a:gd name="connsiteY3" fmla="*/ 103156 h 103155"/>
                <a:gd name="connsiteX4" fmla="*/ 87058 w 103155"/>
                <a:gd name="connsiteY4" fmla="*/ 103156 h 103155"/>
                <a:gd name="connsiteX5" fmla="*/ 76581 w 103155"/>
                <a:gd name="connsiteY5" fmla="*/ 77153 h 103155"/>
                <a:gd name="connsiteX6" fmla="*/ 26003 w 103155"/>
                <a:gd name="connsiteY6" fmla="*/ 77153 h 103155"/>
                <a:gd name="connsiteX7" fmla="*/ 15526 w 103155"/>
                <a:gd name="connsiteY7" fmla="*/ 103156 h 103155"/>
                <a:gd name="connsiteX8" fmla="*/ 0 w 103155"/>
                <a:gd name="connsiteY8" fmla="*/ 103156 h 103155"/>
                <a:gd name="connsiteX9" fmla="*/ 71819 w 103155"/>
                <a:gd name="connsiteY9" fmla="*/ 64960 h 103155"/>
                <a:gd name="connsiteX10" fmla="*/ 51244 w 103155"/>
                <a:gd name="connsiteY10" fmla="*/ 13811 h 103155"/>
                <a:gd name="connsiteX11" fmla="*/ 30671 w 103155"/>
                <a:gd name="connsiteY11" fmla="*/ 64960 h 103155"/>
                <a:gd name="connsiteX12" fmla="*/ 71819 w 103155"/>
                <a:gd name="connsiteY12" fmla="*/ 64960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155" h="103155">
                  <a:moveTo>
                    <a:pt x="0" y="103156"/>
                  </a:moveTo>
                  <a:lnTo>
                    <a:pt x="44005" y="0"/>
                  </a:lnTo>
                  <a:lnTo>
                    <a:pt x="59531" y="0"/>
                  </a:lnTo>
                  <a:lnTo>
                    <a:pt x="103156" y="103156"/>
                  </a:lnTo>
                  <a:lnTo>
                    <a:pt x="87058" y="103156"/>
                  </a:lnTo>
                  <a:lnTo>
                    <a:pt x="76581" y="77153"/>
                  </a:lnTo>
                  <a:lnTo>
                    <a:pt x="26003" y="77153"/>
                  </a:lnTo>
                  <a:lnTo>
                    <a:pt x="15526" y="103156"/>
                  </a:lnTo>
                  <a:lnTo>
                    <a:pt x="0" y="103156"/>
                  </a:lnTo>
                  <a:close/>
                  <a:moveTo>
                    <a:pt x="71819" y="64960"/>
                  </a:moveTo>
                  <a:lnTo>
                    <a:pt x="51244" y="13811"/>
                  </a:lnTo>
                  <a:lnTo>
                    <a:pt x="30671" y="64960"/>
                  </a:lnTo>
                  <a:lnTo>
                    <a:pt x="71819" y="64960"/>
                  </a:lnTo>
                  <a:close/>
                </a:path>
              </a:pathLst>
            </a:custGeom>
            <a:grpFill/>
            <a:ln w="9525" cap="flat">
              <a:noFill/>
              <a:prstDash val="solid"/>
              <a:miter/>
            </a:ln>
          </p:spPr>
          <p:txBody>
            <a:bodyPr rtlCol="0" anchor="ctr"/>
            <a:lstStyle/>
            <a:p>
              <a:endParaRPr lang="en-GB"/>
            </a:p>
          </p:txBody>
        </p:sp>
        <p:sp>
          <p:nvSpPr>
            <p:cNvPr id="46" name="Freeform: Shape 38">
              <a:extLst>
                <a:ext uri="{FF2B5EF4-FFF2-40B4-BE49-F238E27FC236}">
                  <a16:creationId xmlns:a16="http://schemas.microsoft.com/office/drawing/2014/main" id="{8C452903-DC56-25F4-BC76-2C6E0C53077D}"/>
                </a:ext>
              </a:extLst>
            </p:cNvPr>
            <p:cNvSpPr/>
            <p:nvPr/>
          </p:nvSpPr>
          <p:spPr>
            <a:xfrm>
              <a:off x="2021903" y="3614298"/>
              <a:ext cx="78962" cy="103155"/>
            </a:xfrm>
            <a:custGeom>
              <a:avLst/>
              <a:gdLst>
                <a:gd name="connsiteX0" fmla="*/ 32099 w 78962"/>
                <a:gd name="connsiteY0" fmla="*/ 103156 h 103155"/>
                <a:gd name="connsiteX1" fmla="*/ 32099 w 78962"/>
                <a:gd name="connsiteY1" fmla="*/ 12954 h 103155"/>
                <a:gd name="connsiteX2" fmla="*/ 0 w 78962"/>
                <a:gd name="connsiteY2" fmla="*/ 12954 h 103155"/>
                <a:gd name="connsiteX3" fmla="*/ 0 w 78962"/>
                <a:gd name="connsiteY3" fmla="*/ 0 h 103155"/>
                <a:gd name="connsiteX4" fmla="*/ 78962 w 78962"/>
                <a:gd name="connsiteY4" fmla="*/ 0 h 103155"/>
                <a:gd name="connsiteX5" fmla="*/ 78962 w 78962"/>
                <a:gd name="connsiteY5" fmla="*/ 12954 h 103155"/>
                <a:gd name="connsiteX6" fmla="*/ 46863 w 78962"/>
                <a:gd name="connsiteY6" fmla="*/ 12954 h 103155"/>
                <a:gd name="connsiteX7" fmla="*/ 46863 w 78962"/>
                <a:gd name="connsiteY7" fmla="*/ 103156 h 103155"/>
                <a:gd name="connsiteX8" fmla="*/ 32099 w 78962"/>
                <a:gd name="connsiteY8"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62" h="103155">
                  <a:moveTo>
                    <a:pt x="32099" y="103156"/>
                  </a:moveTo>
                  <a:lnTo>
                    <a:pt x="32099" y="12954"/>
                  </a:lnTo>
                  <a:lnTo>
                    <a:pt x="0" y="12954"/>
                  </a:lnTo>
                  <a:lnTo>
                    <a:pt x="0" y="0"/>
                  </a:lnTo>
                  <a:lnTo>
                    <a:pt x="78962" y="0"/>
                  </a:lnTo>
                  <a:lnTo>
                    <a:pt x="78962" y="12954"/>
                  </a:lnTo>
                  <a:lnTo>
                    <a:pt x="46863" y="12954"/>
                  </a:lnTo>
                  <a:lnTo>
                    <a:pt x="46863" y="103156"/>
                  </a:lnTo>
                  <a:lnTo>
                    <a:pt x="32099" y="103156"/>
                  </a:lnTo>
                  <a:close/>
                </a:path>
              </a:pathLst>
            </a:custGeom>
            <a:grpFill/>
            <a:ln w="9525" cap="flat">
              <a:noFill/>
              <a:prstDash val="solid"/>
              <a:miter/>
            </a:ln>
          </p:spPr>
          <p:txBody>
            <a:bodyPr rtlCol="0" anchor="ctr"/>
            <a:lstStyle/>
            <a:p>
              <a:endParaRPr lang="en-GB"/>
            </a:p>
          </p:txBody>
        </p:sp>
        <p:sp>
          <p:nvSpPr>
            <p:cNvPr id="47" name="Freeform: Shape 39">
              <a:extLst>
                <a:ext uri="{FF2B5EF4-FFF2-40B4-BE49-F238E27FC236}">
                  <a16:creationId xmlns:a16="http://schemas.microsoft.com/office/drawing/2014/main" id="{E0F1E513-76B1-65CE-6065-41D5E590A2FB}"/>
                </a:ext>
              </a:extLst>
            </p:cNvPr>
            <p:cNvSpPr/>
            <p:nvPr/>
          </p:nvSpPr>
          <p:spPr>
            <a:xfrm>
              <a:off x="2145251" y="3614299"/>
              <a:ext cx="14763" cy="103155"/>
            </a:xfrm>
            <a:custGeom>
              <a:avLst/>
              <a:gdLst>
                <a:gd name="connsiteX0" fmla="*/ 0 w 14763"/>
                <a:gd name="connsiteY0" fmla="*/ 0 h 103155"/>
                <a:gd name="connsiteX1" fmla="*/ 14764 w 14763"/>
                <a:gd name="connsiteY1" fmla="*/ 0 h 103155"/>
                <a:gd name="connsiteX2" fmla="*/ 14764 w 14763"/>
                <a:gd name="connsiteY2" fmla="*/ 103156 h 103155"/>
                <a:gd name="connsiteX3" fmla="*/ 0 w 14763"/>
                <a:gd name="connsiteY3" fmla="*/ 103156 h 103155"/>
              </a:gdLst>
              <a:ahLst/>
              <a:cxnLst>
                <a:cxn ang="0">
                  <a:pos x="connsiteX0" y="connsiteY0"/>
                </a:cxn>
                <a:cxn ang="0">
                  <a:pos x="connsiteX1" y="connsiteY1"/>
                </a:cxn>
                <a:cxn ang="0">
                  <a:pos x="connsiteX2" y="connsiteY2"/>
                </a:cxn>
                <a:cxn ang="0">
                  <a:pos x="connsiteX3" y="connsiteY3"/>
                </a:cxn>
              </a:cxnLst>
              <a:rect l="l" t="t" r="r" b="b"/>
              <a:pathLst>
                <a:path w="14763" h="103155">
                  <a:moveTo>
                    <a:pt x="0" y="0"/>
                  </a:moveTo>
                  <a:lnTo>
                    <a:pt x="14764" y="0"/>
                  </a:lnTo>
                  <a:lnTo>
                    <a:pt x="14764" y="103156"/>
                  </a:lnTo>
                  <a:lnTo>
                    <a:pt x="0" y="103156"/>
                  </a:lnTo>
                  <a:close/>
                </a:path>
              </a:pathLst>
            </a:custGeom>
            <a:grpFill/>
            <a:ln w="9525" cap="flat">
              <a:noFill/>
              <a:prstDash val="solid"/>
              <a:miter/>
            </a:ln>
          </p:spPr>
          <p:txBody>
            <a:bodyPr rtlCol="0" anchor="ctr"/>
            <a:lstStyle/>
            <a:p>
              <a:endParaRPr lang="en-GB"/>
            </a:p>
          </p:txBody>
        </p:sp>
        <p:sp>
          <p:nvSpPr>
            <p:cNvPr id="48" name="Freeform: Shape 40">
              <a:extLst>
                <a:ext uri="{FF2B5EF4-FFF2-40B4-BE49-F238E27FC236}">
                  <a16:creationId xmlns:a16="http://schemas.microsoft.com/office/drawing/2014/main" id="{580CE6DA-A4D8-AC92-F014-CFB12CBFB091}"/>
                </a:ext>
              </a:extLst>
            </p:cNvPr>
            <p:cNvSpPr/>
            <p:nvPr/>
          </p:nvSpPr>
          <p:spPr>
            <a:xfrm>
              <a:off x="2210593" y="3612489"/>
              <a:ext cx="99345" cy="106775"/>
            </a:xfrm>
            <a:custGeom>
              <a:avLst/>
              <a:gdLst>
                <a:gd name="connsiteX0" fmla="*/ 0 w 99345"/>
                <a:gd name="connsiteY0" fmla="*/ 53340 h 106775"/>
                <a:gd name="connsiteX1" fmla="*/ 13145 w 99345"/>
                <a:gd name="connsiteY1" fmla="*/ 15240 h 106775"/>
                <a:gd name="connsiteX2" fmla="*/ 49625 w 99345"/>
                <a:gd name="connsiteY2" fmla="*/ 0 h 106775"/>
                <a:gd name="connsiteX3" fmla="*/ 86296 w 99345"/>
                <a:gd name="connsiteY3" fmla="*/ 15240 h 106775"/>
                <a:gd name="connsiteX4" fmla="*/ 99346 w 99345"/>
                <a:gd name="connsiteY4" fmla="*/ 53340 h 106775"/>
                <a:gd name="connsiteX5" fmla="*/ 86296 w 99345"/>
                <a:gd name="connsiteY5" fmla="*/ 91821 h 106775"/>
                <a:gd name="connsiteX6" fmla="*/ 49625 w 99345"/>
                <a:gd name="connsiteY6" fmla="*/ 106775 h 106775"/>
                <a:gd name="connsiteX7" fmla="*/ 12954 w 99345"/>
                <a:gd name="connsiteY7" fmla="*/ 91821 h 106775"/>
                <a:gd name="connsiteX8" fmla="*/ 0 w 99345"/>
                <a:gd name="connsiteY8" fmla="*/ 53340 h 106775"/>
                <a:gd name="connsiteX9" fmla="*/ 15621 w 99345"/>
                <a:gd name="connsiteY9" fmla="*/ 53340 h 106775"/>
                <a:gd name="connsiteX10" fmla="*/ 23717 w 99345"/>
                <a:gd name="connsiteY10" fmla="*/ 81248 h 106775"/>
                <a:gd name="connsiteX11" fmla="*/ 49625 w 99345"/>
                <a:gd name="connsiteY11" fmla="*/ 93631 h 106775"/>
                <a:gd name="connsiteX12" fmla="*/ 75533 w 99345"/>
                <a:gd name="connsiteY12" fmla="*/ 81248 h 106775"/>
                <a:gd name="connsiteX13" fmla="*/ 83629 w 99345"/>
                <a:gd name="connsiteY13" fmla="*/ 53340 h 106775"/>
                <a:gd name="connsiteX14" fmla="*/ 75152 w 99345"/>
                <a:gd name="connsiteY14" fmla="*/ 25241 h 106775"/>
                <a:gd name="connsiteX15" fmla="*/ 49625 w 99345"/>
                <a:gd name="connsiteY15" fmla="*/ 12954 h 106775"/>
                <a:gd name="connsiteX16" fmla="*/ 24098 w 99345"/>
                <a:gd name="connsiteY16" fmla="*/ 25241 h 106775"/>
                <a:gd name="connsiteX17" fmla="*/ 15716 w 99345"/>
                <a:gd name="connsiteY17" fmla="*/ 53340 h 10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345" h="106775">
                  <a:moveTo>
                    <a:pt x="0" y="53340"/>
                  </a:moveTo>
                  <a:cubicBezTo>
                    <a:pt x="0" y="37719"/>
                    <a:pt x="4382" y="24955"/>
                    <a:pt x="13145" y="15240"/>
                  </a:cubicBezTo>
                  <a:cubicBezTo>
                    <a:pt x="22098" y="5048"/>
                    <a:pt x="34290" y="0"/>
                    <a:pt x="49625" y="0"/>
                  </a:cubicBezTo>
                  <a:cubicBezTo>
                    <a:pt x="64961" y="0"/>
                    <a:pt x="77248" y="5048"/>
                    <a:pt x="86296" y="15240"/>
                  </a:cubicBezTo>
                  <a:cubicBezTo>
                    <a:pt x="94964" y="24955"/>
                    <a:pt x="99346" y="37719"/>
                    <a:pt x="99346" y="53340"/>
                  </a:cubicBezTo>
                  <a:cubicBezTo>
                    <a:pt x="99346" y="68961"/>
                    <a:pt x="94964" y="82105"/>
                    <a:pt x="86296" y="91821"/>
                  </a:cubicBezTo>
                  <a:cubicBezTo>
                    <a:pt x="77343" y="101822"/>
                    <a:pt x="65056" y="106775"/>
                    <a:pt x="49625" y="106775"/>
                  </a:cubicBezTo>
                  <a:cubicBezTo>
                    <a:pt x="34195" y="106775"/>
                    <a:pt x="21908" y="101822"/>
                    <a:pt x="12954" y="91821"/>
                  </a:cubicBezTo>
                  <a:cubicBezTo>
                    <a:pt x="4286" y="82201"/>
                    <a:pt x="0" y="69342"/>
                    <a:pt x="0" y="53340"/>
                  </a:cubicBezTo>
                  <a:moveTo>
                    <a:pt x="15621" y="53340"/>
                  </a:moveTo>
                  <a:cubicBezTo>
                    <a:pt x="15621" y="64579"/>
                    <a:pt x="18288" y="73914"/>
                    <a:pt x="23717" y="81248"/>
                  </a:cubicBezTo>
                  <a:cubicBezTo>
                    <a:pt x="29813" y="89535"/>
                    <a:pt x="38481" y="93631"/>
                    <a:pt x="49625" y="93631"/>
                  </a:cubicBezTo>
                  <a:cubicBezTo>
                    <a:pt x="60770" y="93631"/>
                    <a:pt x="69437" y="89535"/>
                    <a:pt x="75533" y="81248"/>
                  </a:cubicBezTo>
                  <a:cubicBezTo>
                    <a:pt x="80963" y="73819"/>
                    <a:pt x="83629" y="64579"/>
                    <a:pt x="83629" y="53340"/>
                  </a:cubicBezTo>
                  <a:cubicBezTo>
                    <a:pt x="83629" y="42100"/>
                    <a:pt x="80772" y="32766"/>
                    <a:pt x="75152" y="25241"/>
                  </a:cubicBezTo>
                  <a:cubicBezTo>
                    <a:pt x="68961" y="17050"/>
                    <a:pt x="60388" y="12954"/>
                    <a:pt x="49625" y="12954"/>
                  </a:cubicBezTo>
                  <a:cubicBezTo>
                    <a:pt x="38862" y="12954"/>
                    <a:pt x="30289" y="17050"/>
                    <a:pt x="24098" y="25241"/>
                  </a:cubicBezTo>
                  <a:cubicBezTo>
                    <a:pt x="18479" y="32766"/>
                    <a:pt x="15716" y="42100"/>
                    <a:pt x="15716" y="53340"/>
                  </a:cubicBezTo>
                </a:path>
              </a:pathLst>
            </a:custGeom>
            <a:grpFill/>
            <a:ln w="9525" cap="flat">
              <a:noFill/>
              <a:prstDash val="solid"/>
              <a:miter/>
            </a:ln>
          </p:spPr>
          <p:txBody>
            <a:bodyPr rtlCol="0" anchor="ctr"/>
            <a:lstStyle/>
            <a:p>
              <a:endParaRPr lang="en-GB"/>
            </a:p>
          </p:txBody>
        </p:sp>
        <p:sp>
          <p:nvSpPr>
            <p:cNvPr id="49" name="Freeform: Shape 41">
              <a:extLst>
                <a:ext uri="{FF2B5EF4-FFF2-40B4-BE49-F238E27FC236}">
                  <a16:creationId xmlns:a16="http://schemas.microsoft.com/office/drawing/2014/main" id="{BF9C919C-3E45-BE0C-CF32-42F06E59DC7D}"/>
                </a:ext>
              </a:extLst>
            </p:cNvPr>
            <p:cNvSpPr/>
            <p:nvPr/>
          </p:nvSpPr>
          <p:spPr>
            <a:xfrm>
              <a:off x="2358802" y="3614298"/>
              <a:ext cx="80771" cy="103155"/>
            </a:xfrm>
            <a:custGeom>
              <a:avLst/>
              <a:gdLst>
                <a:gd name="connsiteX0" fmla="*/ 0 w 80771"/>
                <a:gd name="connsiteY0" fmla="*/ 103156 h 103155"/>
                <a:gd name="connsiteX1" fmla="*/ 0 w 80771"/>
                <a:gd name="connsiteY1" fmla="*/ 0 h 103155"/>
                <a:gd name="connsiteX2" fmla="*/ 20098 w 80771"/>
                <a:gd name="connsiteY2" fmla="*/ 0 h 103155"/>
                <a:gd name="connsiteX3" fmla="*/ 65627 w 80771"/>
                <a:gd name="connsiteY3" fmla="*/ 83058 h 103155"/>
                <a:gd name="connsiteX4" fmla="*/ 65913 w 80771"/>
                <a:gd name="connsiteY4" fmla="*/ 83058 h 103155"/>
                <a:gd name="connsiteX5" fmla="*/ 65913 w 80771"/>
                <a:gd name="connsiteY5" fmla="*/ 0 h 103155"/>
                <a:gd name="connsiteX6" fmla="*/ 80772 w 80771"/>
                <a:gd name="connsiteY6" fmla="*/ 0 h 103155"/>
                <a:gd name="connsiteX7" fmla="*/ 80772 w 80771"/>
                <a:gd name="connsiteY7" fmla="*/ 103156 h 103155"/>
                <a:gd name="connsiteX8" fmla="*/ 61817 w 80771"/>
                <a:gd name="connsiteY8" fmla="*/ 103156 h 103155"/>
                <a:gd name="connsiteX9" fmla="*/ 15050 w 80771"/>
                <a:gd name="connsiteY9" fmla="*/ 18288 h 103155"/>
                <a:gd name="connsiteX10" fmla="*/ 14764 w 80771"/>
                <a:gd name="connsiteY10" fmla="*/ 18288 h 103155"/>
                <a:gd name="connsiteX11" fmla="*/ 14764 w 80771"/>
                <a:gd name="connsiteY11" fmla="*/ 103156 h 103155"/>
                <a:gd name="connsiteX12" fmla="*/ 0 w 80771"/>
                <a:gd name="connsiteY12"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771" h="103155">
                  <a:moveTo>
                    <a:pt x="0" y="103156"/>
                  </a:moveTo>
                  <a:lnTo>
                    <a:pt x="0" y="0"/>
                  </a:lnTo>
                  <a:lnTo>
                    <a:pt x="20098" y="0"/>
                  </a:lnTo>
                  <a:lnTo>
                    <a:pt x="65627" y="83058"/>
                  </a:lnTo>
                  <a:lnTo>
                    <a:pt x="65913" y="83058"/>
                  </a:lnTo>
                  <a:lnTo>
                    <a:pt x="65913" y="0"/>
                  </a:lnTo>
                  <a:lnTo>
                    <a:pt x="80772" y="0"/>
                  </a:lnTo>
                  <a:lnTo>
                    <a:pt x="80772" y="103156"/>
                  </a:lnTo>
                  <a:lnTo>
                    <a:pt x="61817" y="103156"/>
                  </a:lnTo>
                  <a:lnTo>
                    <a:pt x="15050" y="18288"/>
                  </a:lnTo>
                  <a:lnTo>
                    <a:pt x="14764" y="18288"/>
                  </a:lnTo>
                  <a:lnTo>
                    <a:pt x="14764" y="103156"/>
                  </a:lnTo>
                  <a:lnTo>
                    <a:pt x="0" y="103156"/>
                  </a:lnTo>
                  <a:close/>
                </a:path>
              </a:pathLst>
            </a:custGeom>
            <a:grpFill/>
            <a:ln w="9525" cap="flat">
              <a:noFill/>
              <a:prstDash val="solid"/>
              <a:miter/>
            </a:ln>
          </p:spPr>
          <p:txBody>
            <a:bodyPr rtlCol="0" anchor="ctr"/>
            <a:lstStyle/>
            <a:p>
              <a:endParaRPr lang="en-GB"/>
            </a:p>
          </p:txBody>
        </p:sp>
        <p:sp>
          <p:nvSpPr>
            <p:cNvPr id="50" name="Freeform: Shape 42">
              <a:extLst>
                <a:ext uri="{FF2B5EF4-FFF2-40B4-BE49-F238E27FC236}">
                  <a16:creationId xmlns:a16="http://schemas.microsoft.com/office/drawing/2014/main" id="{D3CF160F-4B8C-EDF9-6CBE-238C79E1C3AD}"/>
                </a:ext>
              </a:extLst>
            </p:cNvPr>
            <p:cNvSpPr/>
            <p:nvPr/>
          </p:nvSpPr>
          <p:spPr>
            <a:xfrm>
              <a:off x="970533" y="2918783"/>
              <a:ext cx="854201" cy="422719"/>
            </a:xfrm>
            <a:custGeom>
              <a:avLst/>
              <a:gdLst>
                <a:gd name="connsiteX0" fmla="*/ 321469 w 854201"/>
                <a:gd name="connsiteY0" fmla="*/ 41339 h 422719"/>
                <a:gd name="connsiteX1" fmla="*/ 0 w 854201"/>
                <a:gd name="connsiteY1" fmla="*/ 0 h 422719"/>
                <a:gd name="connsiteX2" fmla="*/ 854202 w 854201"/>
                <a:gd name="connsiteY2" fmla="*/ 422719 h 422719"/>
                <a:gd name="connsiteX3" fmla="*/ 321469 w 854201"/>
                <a:gd name="connsiteY3" fmla="*/ 41339 h 422719"/>
              </a:gdLst>
              <a:ahLst/>
              <a:cxnLst>
                <a:cxn ang="0">
                  <a:pos x="connsiteX0" y="connsiteY0"/>
                </a:cxn>
                <a:cxn ang="0">
                  <a:pos x="connsiteX1" y="connsiteY1"/>
                </a:cxn>
                <a:cxn ang="0">
                  <a:pos x="connsiteX2" y="connsiteY2"/>
                </a:cxn>
                <a:cxn ang="0">
                  <a:pos x="connsiteX3" y="connsiteY3"/>
                </a:cxn>
              </a:cxnLst>
              <a:rect l="l" t="t" r="r" b="b"/>
              <a:pathLst>
                <a:path w="854201" h="422719">
                  <a:moveTo>
                    <a:pt x="321469" y="41339"/>
                  </a:moveTo>
                  <a:lnTo>
                    <a:pt x="0" y="0"/>
                  </a:lnTo>
                  <a:lnTo>
                    <a:pt x="854202" y="422719"/>
                  </a:lnTo>
                  <a:lnTo>
                    <a:pt x="321469" y="41339"/>
                  </a:lnTo>
                  <a:close/>
                </a:path>
              </a:pathLst>
            </a:custGeom>
            <a:grpFill/>
            <a:ln w="9525" cap="flat">
              <a:noFill/>
              <a:prstDash val="solid"/>
              <a:miter/>
            </a:ln>
          </p:spPr>
          <p:txBody>
            <a:bodyPr rtlCol="0" anchor="ctr"/>
            <a:lstStyle/>
            <a:p>
              <a:endParaRPr lang="en-GB"/>
            </a:p>
          </p:txBody>
        </p:sp>
        <p:sp>
          <p:nvSpPr>
            <p:cNvPr id="51" name="Freeform: Shape 43">
              <a:extLst>
                <a:ext uri="{FF2B5EF4-FFF2-40B4-BE49-F238E27FC236}">
                  <a16:creationId xmlns:a16="http://schemas.microsoft.com/office/drawing/2014/main" id="{9DBD0412-916F-5420-A9F9-18293F157501}"/>
                </a:ext>
              </a:extLst>
            </p:cNvPr>
            <p:cNvSpPr/>
            <p:nvPr/>
          </p:nvSpPr>
          <p:spPr>
            <a:xfrm>
              <a:off x="1292002" y="2882207"/>
              <a:ext cx="534638" cy="453389"/>
            </a:xfrm>
            <a:custGeom>
              <a:avLst/>
              <a:gdLst>
                <a:gd name="connsiteX0" fmla="*/ 257080 w 534638"/>
                <a:gd name="connsiteY0" fmla="*/ 69914 h 453389"/>
                <a:gd name="connsiteX1" fmla="*/ 0 w 534638"/>
                <a:gd name="connsiteY1" fmla="*/ 0 h 453389"/>
                <a:gd name="connsiteX2" fmla="*/ 534638 w 534638"/>
                <a:gd name="connsiteY2" fmla="*/ 453390 h 453389"/>
                <a:gd name="connsiteX3" fmla="*/ 257080 w 534638"/>
                <a:gd name="connsiteY3" fmla="*/ 69914 h 453389"/>
              </a:gdLst>
              <a:ahLst/>
              <a:cxnLst>
                <a:cxn ang="0">
                  <a:pos x="connsiteX0" y="connsiteY0"/>
                </a:cxn>
                <a:cxn ang="0">
                  <a:pos x="connsiteX1" y="connsiteY1"/>
                </a:cxn>
                <a:cxn ang="0">
                  <a:pos x="connsiteX2" y="connsiteY2"/>
                </a:cxn>
                <a:cxn ang="0">
                  <a:pos x="connsiteX3" y="connsiteY3"/>
                </a:cxn>
              </a:cxnLst>
              <a:rect l="l" t="t" r="r" b="b"/>
              <a:pathLst>
                <a:path w="534638" h="453389">
                  <a:moveTo>
                    <a:pt x="257080" y="69914"/>
                  </a:moveTo>
                  <a:lnTo>
                    <a:pt x="0" y="0"/>
                  </a:lnTo>
                  <a:lnTo>
                    <a:pt x="534638" y="453390"/>
                  </a:lnTo>
                  <a:lnTo>
                    <a:pt x="257080" y="69914"/>
                  </a:lnTo>
                  <a:close/>
                </a:path>
              </a:pathLst>
            </a:custGeom>
            <a:grpFill/>
            <a:ln w="9525" cap="flat">
              <a:noFill/>
              <a:prstDash val="solid"/>
              <a:miter/>
            </a:ln>
          </p:spPr>
          <p:txBody>
            <a:bodyPr rtlCol="0" anchor="ctr"/>
            <a:lstStyle/>
            <a:p>
              <a:endParaRPr lang="en-GB"/>
            </a:p>
          </p:txBody>
        </p:sp>
        <p:sp>
          <p:nvSpPr>
            <p:cNvPr id="52" name="Freeform: Shape 44">
              <a:extLst>
                <a:ext uri="{FF2B5EF4-FFF2-40B4-BE49-F238E27FC236}">
                  <a16:creationId xmlns:a16="http://schemas.microsoft.com/office/drawing/2014/main" id="{0CD56C9E-D97F-7578-3299-3AFD1183BD3D}"/>
                </a:ext>
              </a:extLst>
            </p:cNvPr>
            <p:cNvSpPr/>
            <p:nvPr/>
          </p:nvSpPr>
          <p:spPr>
            <a:xfrm>
              <a:off x="1856072" y="2918688"/>
              <a:ext cx="854202" cy="422814"/>
            </a:xfrm>
            <a:custGeom>
              <a:avLst/>
              <a:gdLst>
                <a:gd name="connsiteX0" fmla="*/ 532733 w 854202"/>
                <a:gd name="connsiteY0" fmla="*/ 41434 h 422814"/>
                <a:gd name="connsiteX1" fmla="*/ 854202 w 854202"/>
                <a:gd name="connsiteY1" fmla="*/ 0 h 422814"/>
                <a:gd name="connsiteX2" fmla="*/ 0 w 854202"/>
                <a:gd name="connsiteY2" fmla="*/ 422815 h 422814"/>
                <a:gd name="connsiteX3" fmla="*/ 532733 w 854202"/>
                <a:gd name="connsiteY3" fmla="*/ 41434 h 422814"/>
              </a:gdLst>
              <a:ahLst/>
              <a:cxnLst>
                <a:cxn ang="0">
                  <a:pos x="connsiteX0" y="connsiteY0"/>
                </a:cxn>
                <a:cxn ang="0">
                  <a:pos x="connsiteX1" y="connsiteY1"/>
                </a:cxn>
                <a:cxn ang="0">
                  <a:pos x="connsiteX2" y="connsiteY2"/>
                </a:cxn>
                <a:cxn ang="0">
                  <a:pos x="connsiteX3" y="connsiteY3"/>
                </a:cxn>
              </a:cxnLst>
              <a:rect l="l" t="t" r="r" b="b"/>
              <a:pathLst>
                <a:path w="854202" h="422814">
                  <a:moveTo>
                    <a:pt x="532733" y="41434"/>
                  </a:moveTo>
                  <a:lnTo>
                    <a:pt x="854202" y="0"/>
                  </a:lnTo>
                  <a:lnTo>
                    <a:pt x="0" y="422815"/>
                  </a:lnTo>
                  <a:lnTo>
                    <a:pt x="532733" y="41434"/>
                  </a:lnTo>
                  <a:close/>
                </a:path>
              </a:pathLst>
            </a:custGeom>
            <a:grpFill/>
            <a:ln w="9525" cap="flat">
              <a:noFill/>
              <a:prstDash val="solid"/>
              <a:miter/>
            </a:ln>
          </p:spPr>
          <p:txBody>
            <a:bodyPr rtlCol="0" anchor="ctr"/>
            <a:lstStyle/>
            <a:p>
              <a:endParaRPr lang="en-GB"/>
            </a:p>
          </p:txBody>
        </p:sp>
        <p:sp>
          <p:nvSpPr>
            <p:cNvPr id="53" name="Freeform: Shape 45">
              <a:extLst>
                <a:ext uri="{FF2B5EF4-FFF2-40B4-BE49-F238E27FC236}">
                  <a16:creationId xmlns:a16="http://schemas.microsoft.com/office/drawing/2014/main" id="{D03FBC7E-1FB0-F546-9543-8AC73243478C}"/>
                </a:ext>
              </a:extLst>
            </p:cNvPr>
            <p:cNvSpPr/>
            <p:nvPr/>
          </p:nvSpPr>
          <p:spPr>
            <a:xfrm>
              <a:off x="1854167" y="2882207"/>
              <a:ext cx="534638" cy="453294"/>
            </a:xfrm>
            <a:custGeom>
              <a:avLst/>
              <a:gdLst>
                <a:gd name="connsiteX0" fmla="*/ 277654 w 534638"/>
                <a:gd name="connsiteY0" fmla="*/ 69914 h 453294"/>
                <a:gd name="connsiteX1" fmla="*/ 534638 w 534638"/>
                <a:gd name="connsiteY1" fmla="*/ 0 h 453294"/>
                <a:gd name="connsiteX2" fmla="*/ 0 w 534638"/>
                <a:gd name="connsiteY2" fmla="*/ 453295 h 453294"/>
                <a:gd name="connsiteX3" fmla="*/ 277654 w 534638"/>
                <a:gd name="connsiteY3" fmla="*/ 69914 h 453294"/>
              </a:gdLst>
              <a:ahLst/>
              <a:cxnLst>
                <a:cxn ang="0">
                  <a:pos x="connsiteX0" y="connsiteY0"/>
                </a:cxn>
                <a:cxn ang="0">
                  <a:pos x="connsiteX1" y="connsiteY1"/>
                </a:cxn>
                <a:cxn ang="0">
                  <a:pos x="connsiteX2" y="connsiteY2"/>
                </a:cxn>
                <a:cxn ang="0">
                  <a:pos x="connsiteX3" y="connsiteY3"/>
                </a:cxn>
              </a:cxnLst>
              <a:rect l="l" t="t" r="r" b="b"/>
              <a:pathLst>
                <a:path w="534638" h="453294">
                  <a:moveTo>
                    <a:pt x="277654" y="69914"/>
                  </a:moveTo>
                  <a:lnTo>
                    <a:pt x="534638" y="0"/>
                  </a:lnTo>
                  <a:lnTo>
                    <a:pt x="0" y="453295"/>
                  </a:lnTo>
                  <a:lnTo>
                    <a:pt x="277654" y="69914"/>
                  </a:lnTo>
                  <a:close/>
                </a:path>
              </a:pathLst>
            </a:custGeom>
            <a:grpFill/>
            <a:ln w="9525" cap="flat">
              <a:noFill/>
              <a:prstDash val="solid"/>
              <a:miter/>
            </a:ln>
          </p:spPr>
          <p:txBody>
            <a:bodyPr rtlCol="0" anchor="ctr"/>
            <a:lstStyle/>
            <a:p>
              <a:endParaRPr lang="en-GB"/>
            </a:p>
          </p:txBody>
        </p:sp>
        <p:sp>
          <p:nvSpPr>
            <p:cNvPr id="54" name="Freeform: Shape 46">
              <a:extLst>
                <a:ext uri="{FF2B5EF4-FFF2-40B4-BE49-F238E27FC236}">
                  <a16:creationId xmlns:a16="http://schemas.microsoft.com/office/drawing/2014/main" id="{B31390DA-1D9B-FE05-0048-4672E630345C}"/>
                </a:ext>
              </a:extLst>
            </p:cNvPr>
            <p:cNvSpPr/>
            <p:nvPr/>
          </p:nvSpPr>
          <p:spPr>
            <a:xfrm>
              <a:off x="1523935" y="2846965"/>
              <a:ext cx="633031" cy="495109"/>
            </a:xfrm>
            <a:custGeom>
              <a:avLst/>
              <a:gdLst>
                <a:gd name="connsiteX0" fmla="*/ 633032 w 633031"/>
                <a:gd name="connsiteY0" fmla="*/ 0 h 495109"/>
                <a:gd name="connsiteX1" fmla="*/ 426720 w 633031"/>
                <a:gd name="connsiteY1" fmla="*/ 97727 h 495109"/>
                <a:gd name="connsiteX2" fmla="*/ 388239 w 633031"/>
                <a:gd name="connsiteY2" fmla="*/ 252413 h 495109"/>
                <a:gd name="connsiteX3" fmla="*/ 316516 w 633031"/>
                <a:gd name="connsiteY3" fmla="*/ 111062 h 495109"/>
                <a:gd name="connsiteX4" fmla="*/ 244412 w 633031"/>
                <a:gd name="connsiteY4" fmla="*/ 252413 h 495109"/>
                <a:gd name="connsiteX5" fmla="*/ 206216 w 633031"/>
                <a:gd name="connsiteY5" fmla="*/ 97727 h 495109"/>
                <a:gd name="connsiteX6" fmla="*/ 0 w 633031"/>
                <a:gd name="connsiteY6" fmla="*/ 0 h 495109"/>
                <a:gd name="connsiteX7" fmla="*/ 316516 w 633031"/>
                <a:gd name="connsiteY7" fmla="*/ 495110 h 495109"/>
                <a:gd name="connsiteX8" fmla="*/ 633032 w 633031"/>
                <a:gd name="connsiteY8" fmla="*/ 0 h 495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3031" h="495109">
                  <a:moveTo>
                    <a:pt x="633032" y="0"/>
                  </a:moveTo>
                  <a:lnTo>
                    <a:pt x="426720" y="97727"/>
                  </a:lnTo>
                  <a:lnTo>
                    <a:pt x="388239" y="252413"/>
                  </a:lnTo>
                  <a:lnTo>
                    <a:pt x="316516" y="111062"/>
                  </a:lnTo>
                  <a:lnTo>
                    <a:pt x="244412" y="252413"/>
                  </a:lnTo>
                  <a:lnTo>
                    <a:pt x="206216" y="97727"/>
                  </a:lnTo>
                  <a:lnTo>
                    <a:pt x="0" y="0"/>
                  </a:lnTo>
                  <a:lnTo>
                    <a:pt x="316516" y="495110"/>
                  </a:lnTo>
                  <a:lnTo>
                    <a:pt x="633032" y="0"/>
                  </a:lnTo>
                  <a:close/>
                </a:path>
              </a:pathLst>
            </a:custGeom>
            <a:grpFill/>
            <a:ln w="9525" cap="flat">
              <a:noFill/>
              <a:prstDash val="solid"/>
              <a:miter/>
            </a:ln>
          </p:spPr>
          <p:txBody>
            <a:bodyPr rtlCol="0" anchor="ctr"/>
            <a:lstStyle/>
            <a:p>
              <a:endParaRPr lang="en-GB"/>
            </a:p>
          </p:txBody>
        </p:sp>
      </p:grpSp>
      <p:sp>
        <p:nvSpPr>
          <p:cNvPr id="16" name="TextBox 15">
            <a:extLst>
              <a:ext uri="{FF2B5EF4-FFF2-40B4-BE49-F238E27FC236}">
                <a16:creationId xmlns:a16="http://schemas.microsoft.com/office/drawing/2014/main" id="{EB088E22-445A-E5CA-D7F2-A7EE458F11EE}"/>
              </a:ext>
            </a:extLst>
          </p:cNvPr>
          <p:cNvSpPr txBox="1"/>
          <p:nvPr userDrawn="1"/>
        </p:nvSpPr>
        <p:spPr>
          <a:xfrm>
            <a:off x="436106" y="371194"/>
            <a:ext cx="2979103" cy="2308324"/>
          </a:xfrm>
          <a:prstGeom prst="rect">
            <a:avLst/>
          </a:prstGeom>
          <a:noFill/>
        </p:spPr>
        <p:txBody>
          <a:bodyPr wrap="square">
            <a:spAutoFit/>
          </a:bodyPr>
          <a:lstStyle/>
          <a:p>
            <a:r>
              <a:rPr lang="en-US" sz="2400" dirty="0">
                <a:solidFill>
                  <a:schemeClr val="bg1"/>
                </a:solidFill>
                <a:latin typeface="Barlow" panose="00000500000000000000" pitchFamily="2" charset="0"/>
                <a:cs typeface="Arial" panose="020B0604020202020204" pitchFamily="34" charset="0"/>
              </a:rPr>
              <a:t>MENGEMBANGKAN PEMIMPIN KEWIRAUSAHAAN</a:t>
            </a:r>
            <a:endParaRPr lang="en-US" sz="2400" i="0" dirty="0">
              <a:solidFill>
                <a:schemeClr val="bg1"/>
              </a:solidFill>
              <a:effectLst/>
              <a:latin typeface="Barlow" panose="00000500000000000000" pitchFamily="2" charset="0"/>
              <a:cs typeface="Arial" panose="020B0604020202020204" pitchFamily="34" charset="0"/>
            </a:endParaRPr>
          </a:p>
          <a:p>
            <a:endParaRPr lang="en-US" sz="2400" i="0">
              <a:solidFill>
                <a:schemeClr val="bg1"/>
              </a:solidFill>
              <a:effectLst/>
              <a:latin typeface="Barlow" panose="00000500000000000000" pitchFamily="2" charset="0"/>
              <a:cs typeface="Arial" panose="020B0604020202020204" pitchFamily="34" charset="0"/>
            </a:endParaRPr>
          </a:p>
          <a:p>
            <a:r>
              <a:rPr lang="en-US" sz="2400" i="0">
                <a:solidFill>
                  <a:schemeClr val="bg1"/>
                </a:solidFill>
                <a:effectLst/>
                <a:latin typeface="Barlow" panose="00000500000000000000" pitchFamily="2" charset="0"/>
                <a:cs typeface="Arial" panose="020B0604020202020204" pitchFamily="34" charset="0"/>
              </a:rPr>
              <a:t>DENGAN</a:t>
            </a:r>
            <a:r>
              <a:rPr lang="en-US" sz="2400" i="0" dirty="0">
                <a:solidFill>
                  <a:schemeClr val="bg1"/>
                </a:solidFill>
                <a:effectLst/>
                <a:latin typeface="Barlow" panose="00000500000000000000" pitchFamily="2" charset="0"/>
                <a:cs typeface="Arial" panose="020B0604020202020204" pitchFamily="34" charset="0"/>
              </a:rPr>
              <a:t>
</a:t>
            </a:r>
            <a:r>
              <a:rPr lang="en-US" sz="2400" b="1" i="0" dirty="0">
                <a:solidFill>
                  <a:schemeClr val="bg1"/>
                </a:solidFill>
                <a:effectLst/>
                <a:latin typeface="Barlow" panose="00000500000000000000" pitchFamily="2" charset="0"/>
                <a:cs typeface="Arial" panose="020B0604020202020204" pitchFamily="34" charset="0"/>
              </a:rPr>
              <a:t>IGNITEX</a:t>
            </a:r>
            <a:r>
              <a:rPr lang="en-US" sz="2400" i="0" dirty="0">
                <a:solidFill>
                  <a:schemeClr val="bg1"/>
                </a:solidFill>
                <a:effectLst/>
                <a:latin typeface="Barlow" panose="00000500000000000000" pitchFamily="2" charset="0"/>
                <a:cs typeface="Arial" panose="020B0604020202020204" pitchFamily="34" charset="0"/>
              </a:rPr>
              <a:t>.</a:t>
            </a:r>
            <a:endParaRPr lang="en-US" sz="2400" b="1" dirty="0">
              <a:solidFill>
                <a:schemeClr val="bg1"/>
              </a:solidFill>
              <a:latin typeface="Barlow" panose="00000500000000000000" pitchFamily="2" charset="0"/>
              <a:cs typeface="Arial" panose="020B0604020202020204" pitchFamily="34" charset="0"/>
            </a:endParaRPr>
          </a:p>
        </p:txBody>
      </p:sp>
      <p:sp>
        <p:nvSpPr>
          <p:cNvPr id="19" name="Text Placeholder 17">
            <a:extLst>
              <a:ext uri="{FF2B5EF4-FFF2-40B4-BE49-F238E27FC236}">
                <a16:creationId xmlns:a16="http://schemas.microsoft.com/office/drawing/2014/main" id="{C6F4358C-284B-D3B6-B847-FFEA7D77F8A6}"/>
              </a:ext>
            </a:extLst>
          </p:cNvPr>
          <p:cNvSpPr>
            <a:spLocks noGrp="1"/>
          </p:cNvSpPr>
          <p:nvPr>
            <p:ph type="body" sz="quarter" idx="13" hasCustomPrompt="1"/>
          </p:nvPr>
        </p:nvSpPr>
        <p:spPr>
          <a:xfrm>
            <a:off x="360858" y="5135898"/>
            <a:ext cx="5302250" cy="584200"/>
          </a:xfrm>
        </p:spPr>
        <p:txBody>
          <a:bodyPr/>
          <a:lstStyle>
            <a:lvl1pPr marL="0" indent="0">
              <a:buNone/>
              <a:defRPr lang="en-US" sz="3200" b="1" kern="1200" dirty="0" smtClean="0">
                <a:solidFill>
                  <a:schemeClr val="bg1"/>
                </a:solidFill>
                <a:latin typeface="Barlow Medium" panose="00000600000000000000" pitchFamily="2" charset="0"/>
                <a:ea typeface="+mj-ea"/>
                <a:cs typeface="+mj-cs"/>
              </a:defRPr>
            </a:lvl1pPr>
            <a:lvl2pPr>
              <a:defRPr lang="en-US" sz="3200" b="1" kern="1200" dirty="0" smtClean="0">
                <a:solidFill>
                  <a:schemeClr val="bg1"/>
                </a:solidFill>
                <a:latin typeface="Barlow Medium" panose="00000600000000000000" pitchFamily="2" charset="0"/>
                <a:ea typeface="+mj-ea"/>
                <a:cs typeface="+mj-cs"/>
              </a:defRPr>
            </a:lvl2pPr>
            <a:lvl3pPr>
              <a:defRPr lang="en-US" sz="3200" b="1" kern="1200" dirty="0" smtClean="0">
                <a:solidFill>
                  <a:schemeClr val="bg1"/>
                </a:solidFill>
                <a:latin typeface="Barlow Medium" panose="00000600000000000000" pitchFamily="2" charset="0"/>
                <a:ea typeface="+mj-ea"/>
                <a:cs typeface="+mj-cs"/>
              </a:defRPr>
            </a:lvl3pPr>
            <a:lvl4pPr>
              <a:defRPr lang="en-US" sz="3200" b="1" kern="1200" dirty="0" smtClean="0">
                <a:solidFill>
                  <a:schemeClr val="bg1"/>
                </a:solidFill>
                <a:latin typeface="Barlow Medium" panose="00000600000000000000" pitchFamily="2" charset="0"/>
                <a:ea typeface="+mj-ea"/>
                <a:cs typeface="+mj-cs"/>
              </a:defRPr>
            </a:lvl4pPr>
            <a:lvl5pPr>
              <a:defRPr lang="en-IN" sz="3200" b="1" kern="1200" dirty="0">
                <a:solidFill>
                  <a:schemeClr val="bg1"/>
                </a:solidFill>
                <a:latin typeface="Barlow Medium" panose="00000600000000000000" pitchFamily="2" charset="0"/>
                <a:ea typeface="+mj-ea"/>
                <a:cs typeface="+mj-cs"/>
              </a:defRPr>
            </a:lvl5pPr>
          </a:lstStyle>
          <a:p>
            <a:pPr lvl="0"/>
            <a:r>
              <a:rPr lang="en-US"/>
              <a:t>Click to Add Module</a:t>
            </a:r>
            <a:endParaRPr lang="en-IN"/>
          </a:p>
        </p:txBody>
      </p:sp>
      <p:sp>
        <p:nvSpPr>
          <p:cNvPr id="21" name="Text Placeholder 17">
            <a:extLst>
              <a:ext uri="{FF2B5EF4-FFF2-40B4-BE49-F238E27FC236}">
                <a16:creationId xmlns:a16="http://schemas.microsoft.com/office/drawing/2014/main" id="{5BB2488D-8696-C4F9-3652-4CBF73CA11F7}"/>
              </a:ext>
            </a:extLst>
          </p:cNvPr>
          <p:cNvSpPr>
            <a:spLocks noGrp="1"/>
          </p:cNvSpPr>
          <p:nvPr>
            <p:ph type="body" sz="quarter" idx="14" hasCustomPrompt="1"/>
          </p:nvPr>
        </p:nvSpPr>
        <p:spPr>
          <a:xfrm>
            <a:off x="360858" y="5895254"/>
            <a:ext cx="5302250" cy="584200"/>
          </a:xfrm>
        </p:spPr>
        <p:txBody>
          <a:bodyPr>
            <a:normAutofit/>
          </a:bodyPr>
          <a:lstStyle>
            <a:lvl1pPr marL="0" indent="0">
              <a:buNone/>
              <a:defRPr lang="en-IN" sz="2000" kern="1200" dirty="0">
                <a:solidFill>
                  <a:schemeClr val="bg1"/>
                </a:solidFill>
                <a:latin typeface="Open Sans" pitchFamily="2" charset="0"/>
                <a:ea typeface="Open Sans" pitchFamily="2" charset="0"/>
                <a:cs typeface="Open Sans" pitchFamily="2" charset="0"/>
              </a:defRPr>
            </a:lvl1pPr>
            <a:lvl2pPr>
              <a:defRPr lang="en-US" sz="3200" b="1" kern="1200" dirty="0" smtClean="0">
                <a:solidFill>
                  <a:schemeClr val="bg1"/>
                </a:solidFill>
                <a:latin typeface="Barlow Medium" panose="00000600000000000000" pitchFamily="2" charset="0"/>
                <a:ea typeface="+mj-ea"/>
                <a:cs typeface="+mj-cs"/>
              </a:defRPr>
            </a:lvl2pPr>
            <a:lvl3pPr>
              <a:defRPr lang="en-US" sz="3200" b="1" kern="1200" dirty="0" smtClean="0">
                <a:solidFill>
                  <a:schemeClr val="bg1"/>
                </a:solidFill>
                <a:latin typeface="Barlow Medium" panose="00000600000000000000" pitchFamily="2" charset="0"/>
                <a:ea typeface="+mj-ea"/>
                <a:cs typeface="+mj-cs"/>
              </a:defRPr>
            </a:lvl3pPr>
            <a:lvl4pPr>
              <a:defRPr lang="en-US" sz="3200" b="1" kern="1200" dirty="0" smtClean="0">
                <a:solidFill>
                  <a:schemeClr val="bg1"/>
                </a:solidFill>
                <a:latin typeface="Barlow Medium" panose="00000600000000000000" pitchFamily="2" charset="0"/>
                <a:ea typeface="+mj-ea"/>
                <a:cs typeface="+mj-cs"/>
              </a:defRPr>
            </a:lvl4pPr>
            <a:lvl5pPr>
              <a:defRPr lang="en-IN" sz="3200" b="1" kern="1200" dirty="0">
                <a:solidFill>
                  <a:schemeClr val="bg1"/>
                </a:solidFill>
                <a:latin typeface="Barlow Medium" panose="00000600000000000000" pitchFamily="2" charset="0"/>
                <a:ea typeface="+mj-ea"/>
                <a:cs typeface="+mj-cs"/>
              </a:defRPr>
            </a:lvl5pPr>
          </a:lstStyle>
          <a:p>
            <a:pPr lvl="0"/>
            <a:r>
              <a:rPr lang="en-US"/>
              <a:t>Click to Add Lesson</a:t>
            </a:r>
            <a:endParaRPr lang="en-IN"/>
          </a:p>
        </p:txBody>
      </p:sp>
      <p:sp>
        <p:nvSpPr>
          <p:cNvPr id="23" name="Picture Placeholder 22">
            <a:extLst>
              <a:ext uri="{FF2B5EF4-FFF2-40B4-BE49-F238E27FC236}">
                <a16:creationId xmlns:a16="http://schemas.microsoft.com/office/drawing/2014/main" id="{578F6F88-2FE6-45A7-AB8C-550D53F29E1D}"/>
              </a:ext>
            </a:extLst>
          </p:cNvPr>
          <p:cNvSpPr>
            <a:spLocks noGrp="1"/>
          </p:cNvSpPr>
          <p:nvPr>
            <p:ph type="pic" sz="quarter" idx="15"/>
          </p:nvPr>
        </p:nvSpPr>
        <p:spPr>
          <a:xfrm>
            <a:off x="3646488" y="0"/>
            <a:ext cx="8545512" cy="6858000"/>
          </a:xfrm>
        </p:spPr>
        <p:txBody>
          <a:bodyPr/>
          <a:lstStyle/>
          <a:p>
            <a:endParaRPr lang="en-IN"/>
          </a:p>
        </p:txBody>
      </p:sp>
    </p:spTree>
    <p:extLst>
      <p:ext uri="{BB962C8B-B14F-4D97-AF65-F5344CB8AC3E}">
        <p14:creationId xmlns:p14="http://schemas.microsoft.com/office/powerpoint/2010/main" val="2648708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6_Title Slide">
    <p:bg>
      <p:bgPr>
        <a:gradFill>
          <a:gsLst>
            <a:gs pos="100000">
              <a:schemeClr val="tx2"/>
            </a:gs>
            <a:gs pos="0">
              <a:schemeClr val="accent1"/>
            </a:gs>
          </a:gsLst>
          <a:lin ang="5400000" scaled="1"/>
        </a:gradFill>
        <a:effectLst/>
      </p:bgPr>
    </p:bg>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9ECD0644-BEF3-4C85-D9DF-5C08C0FA02EB}"/>
              </a:ext>
            </a:extLst>
          </p:cNvPr>
          <p:cNvGrpSpPr/>
          <p:nvPr userDrawn="1"/>
        </p:nvGrpSpPr>
        <p:grpSpPr>
          <a:xfrm>
            <a:off x="10668000" y="304798"/>
            <a:ext cx="1179720" cy="581555"/>
            <a:chOff x="969962" y="2846965"/>
            <a:chExt cx="1740598" cy="872299"/>
          </a:xfrm>
          <a:solidFill>
            <a:schemeClr val="bg1"/>
          </a:solidFill>
        </p:grpSpPr>
        <p:sp>
          <p:nvSpPr>
            <p:cNvPr id="32" name="Freeform: Shape 23">
              <a:extLst>
                <a:ext uri="{FF2B5EF4-FFF2-40B4-BE49-F238E27FC236}">
                  <a16:creationId xmlns:a16="http://schemas.microsoft.com/office/drawing/2014/main" id="{86846790-9A35-DC90-BCFB-EDB6E03D617D}"/>
                </a:ext>
              </a:extLst>
            </p:cNvPr>
            <p:cNvSpPr/>
            <p:nvPr/>
          </p:nvSpPr>
          <p:spPr>
            <a:xfrm>
              <a:off x="969962" y="3381507"/>
              <a:ext cx="274415" cy="160305"/>
            </a:xfrm>
            <a:custGeom>
              <a:avLst/>
              <a:gdLst>
                <a:gd name="connsiteX0" fmla="*/ 274415 w 274415"/>
                <a:gd name="connsiteY0" fmla="*/ 0 h 160305"/>
                <a:gd name="connsiteX1" fmla="*/ 205931 w 274415"/>
                <a:gd name="connsiteY1" fmla="*/ 160306 h 160305"/>
                <a:gd name="connsiteX2" fmla="*/ 178308 w 274415"/>
                <a:gd name="connsiteY2" fmla="*/ 160306 h 160305"/>
                <a:gd name="connsiteX3" fmla="*/ 137160 w 274415"/>
                <a:gd name="connsiteY3" fmla="*/ 66961 h 160305"/>
                <a:gd name="connsiteX4" fmla="*/ 95059 w 274415"/>
                <a:gd name="connsiteY4" fmla="*/ 160306 h 160305"/>
                <a:gd name="connsiteX5" fmla="*/ 67151 w 274415"/>
                <a:gd name="connsiteY5" fmla="*/ 160306 h 160305"/>
                <a:gd name="connsiteX6" fmla="*/ 0 w 274415"/>
                <a:gd name="connsiteY6" fmla="*/ 0 h 160305"/>
                <a:gd name="connsiteX7" fmla="*/ 49435 w 274415"/>
                <a:gd name="connsiteY7" fmla="*/ 0 h 160305"/>
                <a:gd name="connsiteX8" fmla="*/ 82296 w 274415"/>
                <a:gd name="connsiteY8" fmla="*/ 87725 h 160305"/>
                <a:gd name="connsiteX9" fmla="*/ 120015 w 274415"/>
                <a:gd name="connsiteY9" fmla="*/ 0 h 160305"/>
                <a:gd name="connsiteX10" fmla="*/ 154210 w 274415"/>
                <a:gd name="connsiteY10" fmla="*/ 0 h 160305"/>
                <a:gd name="connsiteX11" fmla="*/ 191167 w 274415"/>
                <a:gd name="connsiteY11" fmla="*/ 87725 h 160305"/>
                <a:gd name="connsiteX12" fmla="*/ 225552 w 274415"/>
                <a:gd name="connsiteY12" fmla="*/ 0 h 160305"/>
                <a:gd name="connsiteX13" fmla="*/ 274415 w 274415"/>
                <a:gd name="connsiteY13" fmla="*/ 0 h 160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4415" h="160305">
                  <a:moveTo>
                    <a:pt x="274415" y="0"/>
                  </a:moveTo>
                  <a:lnTo>
                    <a:pt x="205931" y="160306"/>
                  </a:lnTo>
                  <a:lnTo>
                    <a:pt x="178308" y="160306"/>
                  </a:lnTo>
                  <a:lnTo>
                    <a:pt x="137160" y="66961"/>
                  </a:lnTo>
                  <a:lnTo>
                    <a:pt x="95059" y="160306"/>
                  </a:lnTo>
                  <a:lnTo>
                    <a:pt x="67151" y="160306"/>
                  </a:lnTo>
                  <a:lnTo>
                    <a:pt x="0" y="0"/>
                  </a:lnTo>
                  <a:lnTo>
                    <a:pt x="49435" y="0"/>
                  </a:lnTo>
                  <a:lnTo>
                    <a:pt x="82296" y="87725"/>
                  </a:lnTo>
                  <a:lnTo>
                    <a:pt x="120015" y="0"/>
                  </a:lnTo>
                  <a:lnTo>
                    <a:pt x="154210" y="0"/>
                  </a:lnTo>
                  <a:lnTo>
                    <a:pt x="191167" y="87725"/>
                  </a:lnTo>
                  <a:lnTo>
                    <a:pt x="225552" y="0"/>
                  </a:lnTo>
                  <a:lnTo>
                    <a:pt x="274415" y="0"/>
                  </a:lnTo>
                  <a:close/>
                </a:path>
              </a:pathLst>
            </a:custGeom>
            <a:grpFill/>
            <a:ln w="9525" cap="flat">
              <a:noFill/>
              <a:prstDash val="solid"/>
              <a:miter/>
            </a:ln>
          </p:spPr>
          <p:txBody>
            <a:bodyPr rtlCol="0" anchor="ctr"/>
            <a:lstStyle/>
            <a:p>
              <a:endParaRPr lang="en-GB"/>
            </a:p>
          </p:txBody>
        </p:sp>
        <p:sp>
          <p:nvSpPr>
            <p:cNvPr id="33" name="Freeform: Shape 25">
              <a:extLst>
                <a:ext uri="{FF2B5EF4-FFF2-40B4-BE49-F238E27FC236}">
                  <a16:creationId xmlns:a16="http://schemas.microsoft.com/office/drawing/2014/main" id="{9C4E9CEE-1A49-DE23-64FE-5C945F561132}"/>
                </a:ext>
              </a:extLst>
            </p:cNvPr>
            <p:cNvSpPr/>
            <p:nvPr/>
          </p:nvSpPr>
          <p:spPr>
            <a:xfrm>
              <a:off x="1239614" y="3381412"/>
              <a:ext cx="192595" cy="158305"/>
            </a:xfrm>
            <a:custGeom>
              <a:avLst/>
              <a:gdLst>
                <a:gd name="connsiteX0" fmla="*/ 192596 w 192595"/>
                <a:gd name="connsiteY0" fmla="*/ 158306 h 158305"/>
                <a:gd name="connsiteX1" fmla="*/ 143732 w 192595"/>
                <a:gd name="connsiteY1" fmla="*/ 158306 h 158305"/>
                <a:gd name="connsiteX2" fmla="*/ 130778 w 192595"/>
                <a:gd name="connsiteY2" fmla="*/ 126206 h 158305"/>
                <a:gd name="connsiteX3" fmla="*/ 62008 w 192595"/>
                <a:gd name="connsiteY3" fmla="*/ 126206 h 158305"/>
                <a:gd name="connsiteX4" fmla="*/ 48863 w 192595"/>
                <a:gd name="connsiteY4" fmla="*/ 158306 h 158305"/>
                <a:gd name="connsiteX5" fmla="*/ 0 w 192595"/>
                <a:gd name="connsiteY5" fmla="*/ 158306 h 158305"/>
                <a:gd name="connsiteX6" fmla="*/ 70009 w 192595"/>
                <a:gd name="connsiteY6" fmla="*/ 0 h 158305"/>
                <a:gd name="connsiteX7" fmla="*/ 122777 w 192595"/>
                <a:gd name="connsiteY7" fmla="*/ 0 h 158305"/>
                <a:gd name="connsiteX8" fmla="*/ 192596 w 192595"/>
                <a:gd name="connsiteY8" fmla="*/ 158306 h 158305"/>
                <a:gd name="connsiteX9" fmla="*/ 119920 w 192595"/>
                <a:gd name="connsiteY9" fmla="*/ 98679 h 158305"/>
                <a:gd name="connsiteX10" fmla="*/ 96679 w 192595"/>
                <a:gd name="connsiteY10" fmla="*/ 40862 h 158305"/>
                <a:gd name="connsiteX11" fmla="*/ 73342 w 192595"/>
                <a:gd name="connsiteY11" fmla="*/ 98679 h 158305"/>
                <a:gd name="connsiteX12" fmla="*/ 119920 w 192595"/>
                <a:gd name="connsiteY12" fmla="*/ 98679 h 158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2595" h="158305">
                  <a:moveTo>
                    <a:pt x="192596" y="158306"/>
                  </a:moveTo>
                  <a:lnTo>
                    <a:pt x="143732" y="158306"/>
                  </a:lnTo>
                  <a:lnTo>
                    <a:pt x="130778" y="126206"/>
                  </a:lnTo>
                  <a:lnTo>
                    <a:pt x="62008" y="126206"/>
                  </a:lnTo>
                  <a:lnTo>
                    <a:pt x="48863" y="158306"/>
                  </a:lnTo>
                  <a:lnTo>
                    <a:pt x="0" y="158306"/>
                  </a:lnTo>
                  <a:lnTo>
                    <a:pt x="70009" y="0"/>
                  </a:lnTo>
                  <a:lnTo>
                    <a:pt x="122777" y="0"/>
                  </a:lnTo>
                  <a:lnTo>
                    <a:pt x="192596" y="158306"/>
                  </a:lnTo>
                  <a:close/>
                  <a:moveTo>
                    <a:pt x="119920" y="98679"/>
                  </a:moveTo>
                  <a:lnTo>
                    <a:pt x="96679" y="40862"/>
                  </a:lnTo>
                  <a:lnTo>
                    <a:pt x="73342" y="98679"/>
                  </a:lnTo>
                  <a:lnTo>
                    <a:pt x="119920" y="98679"/>
                  </a:lnTo>
                  <a:close/>
                </a:path>
              </a:pathLst>
            </a:custGeom>
            <a:grpFill/>
            <a:ln w="9525" cap="flat">
              <a:noFill/>
              <a:prstDash val="solid"/>
              <a:miter/>
            </a:ln>
          </p:spPr>
          <p:txBody>
            <a:bodyPr rtlCol="0" anchor="ctr"/>
            <a:lstStyle/>
            <a:p>
              <a:endParaRPr lang="en-GB"/>
            </a:p>
          </p:txBody>
        </p:sp>
        <p:sp>
          <p:nvSpPr>
            <p:cNvPr id="34" name="Freeform: Shape 26">
              <a:extLst>
                <a:ext uri="{FF2B5EF4-FFF2-40B4-BE49-F238E27FC236}">
                  <a16:creationId xmlns:a16="http://schemas.microsoft.com/office/drawing/2014/main" id="{91558449-F5CB-533C-CF65-CA30D8E070A1}"/>
                </a:ext>
              </a:extLst>
            </p:cNvPr>
            <p:cNvSpPr/>
            <p:nvPr/>
          </p:nvSpPr>
          <p:spPr>
            <a:xfrm>
              <a:off x="1483264" y="3381507"/>
              <a:ext cx="162782" cy="158210"/>
            </a:xfrm>
            <a:custGeom>
              <a:avLst/>
              <a:gdLst>
                <a:gd name="connsiteX0" fmla="*/ 162782 w 162782"/>
                <a:gd name="connsiteY0" fmla="*/ 81915 h 158210"/>
                <a:gd name="connsiteX1" fmla="*/ 153924 w 162782"/>
                <a:gd name="connsiteY1" fmla="*/ 120968 h 158210"/>
                <a:gd name="connsiteX2" fmla="*/ 133064 w 162782"/>
                <a:gd name="connsiteY2" fmla="*/ 144875 h 158210"/>
                <a:gd name="connsiteX3" fmla="*/ 85439 w 162782"/>
                <a:gd name="connsiteY3" fmla="*/ 158210 h 158210"/>
                <a:gd name="connsiteX4" fmla="*/ 0 w 162782"/>
                <a:gd name="connsiteY4" fmla="*/ 158210 h 158210"/>
                <a:gd name="connsiteX5" fmla="*/ 0 w 162782"/>
                <a:gd name="connsiteY5" fmla="*/ 0 h 158210"/>
                <a:gd name="connsiteX6" fmla="*/ 65723 w 162782"/>
                <a:gd name="connsiteY6" fmla="*/ 0 h 158210"/>
                <a:gd name="connsiteX7" fmla="*/ 91154 w 162782"/>
                <a:gd name="connsiteY7" fmla="*/ 1524 h 158210"/>
                <a:gd name="connsiteX8" fmla="*/ 110204 w 162782"/>
                <a:gd name="connsiteY8" fmla="*/ 5906 h 158210"/>
                <a:gd name="connsiteX9" fmla="*/ 124587 w 162782"/>
                <a:gd name="connsiteY9" fmla="*/ 12192 h 158210"/>
                <a:gd name="connsiteX10" fmla="*/ 135160 w 162782"/>
                <a:gd name="connsiteY10" fmla="*/ 19717 h 158210"/>
                <a:gd name="connsiteX11" fmla="*/ 149352 w 162782"/>
                <a:gd name="connsiteY11" fmla="*/ 35338 h 158210"/>
                <a:gd name="connsiteX12" fmla="*/ 159067 w 162782"/>
                <a:gd name="connsiteY12" fmla="*/ 56293 h 158210"/>
                <a:gd name="connsiteX13" fmla="*/ 162687 w 162782"/>
                <a:gd name="connsiteY13" fmla="*/ 82105 h 158210"/>
                <a:gd name="connsiteX14" fmla="*/ 114205 w 162782"/>
                <a:gd name="connsiteY14" fmla="*/ 80010 h 158210"/>
                <a:gd name="connsiteX15" fmla="*/ 106871 w 162782"/>
                <a:gd name="connsiteY15" fmla="*/ 49911 h 158210"/>
                <a:gd name="connsiteX16" fmla="*/ 89154 w 162782"/>
                <a:gd name="connsiteY16" fmla="*/ 35433 h 158210"/>
                <a:gd name="connsiteX17" fmla="*/ 68104 w 162782"/>
                <a:gd name="connsiteY17" fmla="*/ 31718 h 158210"/>
                <a:gd name="connsiteX18" fmla="*/ 47816 w 162782"/>
                <a:gd name="connsiteY18" fmla="*/ 31718 h 158210"/>
                <a:gd name="connsiteX19" fmla="*/ 47816 w 162782"/>
                <a:gd name="connsiteY19" fmla="*/ 125444 h 158210"/>
                <a:gd name="connsiteX20" fmla="*/ 68104 w 162782"/>
                <a:gd name="connsiteY20" fmla="*/ 125444 h 158210"/>
                <a:gd name="connsiteX21" fmla="*/ 100584 w 162782"/>
                <a:gd name="connsiteY21" fmla="*/ 116586 h 158210"/>
                <a:gd name="connsiteX22" fmla="*/ 114300 w 162782"/>
                <a:gd name="connsiteY22" fmla="*/ 79915 h 15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2782" h="158210">
                  <a:moveTo>
                    <a:pt x="162782" y="81915"/>
                  </a:moveTo>
                  <a:cubicBezTo>
                    <a:pt x="162782" y="98107"/>
                    <a:pt x="159829" y="111157"/>
                    <a:pt x="153924" y="120968"/>
                  </a:cubicBezTo>
                  <a:cubicBezTo>
                    <a:pt x="148019" y="130778"/>
                    <a:pt x="141065" y="138779"/>
                    <a:pt x="133064" y="144875"/>
                  </a:cubicBezTo>
                  <a:cubicBezTo>
                    <a:pt x="121634" y="153829"/>
                    <a:pt x="105823" y="158210"/>
                    <a:pt x="85439" y="158210"/>
                  </a:cubicBezTo>
                  <a:lnTo>
                    <a:pt x="0" y="158210"/>
                  </a:lnTo>
                  <a:lnTo>
                    <a:pt x="0" y="0"/>
                  </a:lnTo>
                  <a:lnTo>
                    <a:pt x="65723" y="0"/>
                  </a:lnTo>
                  <a:cubicBezTo>
                    <a:pt x="75629" y="0"/>
                    <a:pt x="84106" y="476"/>
                    <a:pt x="91154" y="1524"/>
                  </a:cubicBezTo>
                  <a:cubicBezTo>
                    <a:pt x="98203" y="2572"/>
                    <a:pt x="104489" y="4001"/>
                    <a:pt x="110204" y="5906"/>
                  </a:cubicBezTo>
                  <a:cubicBezTo>
                    <a:pt x="115824" y="7715"/>
                    <a:pt x="120587" y="9906"/>
                    <a:pt x="124587" y="12192"/>
                  </a:cubicBezTo>
                  <a:cubicBezTo>
                    <a:pt x="128492" y="14478"/>
                    <a:pt x="132112" y="17050"/>
                    <a:pt x="135160" y="19717"/>
                  </a:cubicBezTo>
                  <a:cubicBezTo>
                    <a:pt x="140589" y="24194"/>
                    <a:pt x="145352" y="29337"/>
                    <a:pt x="149352" y="35338"/>
                  </a:cubicBezTo>
                  <a:cubicBezTo>
                    <a:pt x="153448" y="41339"/>
                    <a:pt x="156686" y="48292"/>
                    <a:pt x="159067" y="56293"/>
                  </a:cubicBezTo>
                  <a:cubicBezTo>
                    <a:pt x="161449" y="64199"/>
                    <a:pt x="162687" y="72771"/>
                    <a:pt x="162687" y="82105"/>
                  </a:cubicBezTo>
                  <a:moveTo>
                    <a:pt x="114205" y="80010"/>
                  </a:moveTo>
                  <a:cubicBezTo>
                    <a:pt x="114205" y="67151"/>
                    <a:pt x="111728" y="57150"/>
                    <a:pt x="106871" y="49911"/>
                  </a:cubicBezTo>
                  <a:cubicBezTo>
                    <a:pt x="101917" y="42672"/>
                    <a:pt x="96012" y="37909"/>
                    <a:pt x="89154" y="35433"/>
                  </a:cubicBezTo>
                  <a:cubicBezTo>
                    <a:pt x="82201" y="32957"/>
                    <a:pt x="75248" y="31718"/>
                    <a:pt x="68104" y="31718"/>
                  </a:cubicBezTo>
                  <a:lnTo>
                    <a:pt x="47816" y="31718"/>
                  </a:lnTo>
                  <a:lnTo>
                    <a:pt x="47816" y="125444"/>
                  </a:lnTo>
                  <a:lnTo>
                    <a:pt x="68104" y="125444"/>
                  </a:lnTo>
                  <a:cubicBezTo>
                    <a:pt x="80581" y="125444"/>
                    <a:pt x="91440" y="122492"/>
                    <a:pt x="100584" y="116586"/>
                  </a:cubicBezTo>
                  <a:cubicBezTo>
                    <a:pt x="109633" y="110680"/>
                    <a:pt x="114300" y="98393"/>
                    <a:pt x="114300" y="79915"/>
                  </a:cubicBezTo>
                </a:path>
              </a:pathLst>
            </a:custGeom>
            <a:grpFill/>
            <a:ln w="9525" cap="flat">
              <a:noFill/>
              <a:prstDash val="solid"/>
              <a:miter/>
            </a:ln>
          </p:spPr>
          <p:txBody>
            <a:bodyPr rtlCol="0" anchor="ctr"/>
            <a:lstStyle/>
            <a:p>
              <a:endParaRPr lang="en-GB"/>
            </a:p>
          </p:txBody>
        </p:sp>
        <p:sp>
          <p:nvSpPr>
            <p:cNvPr id="35" name="Freeform: Shape 27">
              <a:extLst>
                <a:ext uri="{FF2B5EF4-FFF2-40B4-BE49-F238E27FC236}">
                  <a16:creationId xmlns:a16="http://schemas.microsoft.com/office/drawing/2014/main" id="{6CA92632-66E8-EDF6-D5AD-4F8622279C3E}"/>
                </a:ext>
              </a:extLst>
            </p:cNvPr>
            <p:cNvSpPr/>
            <p:nvPr/>
          </p:nvSpPr>
          <p:spPr>
            <a:xfrm>
              <a:off x="1698910" y="3381507"/>
              <a:ext cx="167163" cy="158210"/>
            </a:xfrm>
            <a:custGeom>
              <a:avLst/>
              <a:gdLst>
                <a:gd name="connsiteX0" fmla="*/ 167164 w 167163"/>
                <a:gd name="connsiteY0" fmla="*/ 158210 h 158210"/>
                <a:gd name="connsiteX1" fmla="*/ 119539 w 167163"/>
                <a:gd name="connsiteY1" fmla="*/ 158210 h 158210"/>
                <a:gd name="connsiteX2" fmla="*/ 119539 w 167163"/>
                <a:gd name="connsiteY2" fmla="*/ 96488 h 158210"/>
                <a:gd name="connsiteX3" fmla="*/ 47720 w 167163"/>
                <a:gd name="connsiteY3" fmla="*/ 96488 h 158210"/>
                <a:gd name="connsiteX4" fmla="*/ 47720 w 167163"/>
                <a:gd name="connsiteY4" fmla="*/ 158210 h 158210"/>
                <a:gd name="connsiteX5" fmla="*/ 0 w 167163"/>
                <a:gd name="connsiteY5" fmla="*/ 158210 h 158210"/>
                <a:gd name="connsiteX6" fmla="*/ 0 w 167163"/>
                <a:gd name="connsiteY6" fmla="*/ 0 h 158210"/>
                <a:gd name="connsiteX7" fmla="*/ 47720 w 167163"/>
                <a:gd name="connsiteY7" fmla="*/ 0 h 158210"/>
                <a:gd name="connsiteX8" fmla="*/ 47720 w 167163"/>
                <a:gd name="connsiteY8" fmla="*/ 58103 h 158210"/>
                <a:gd name="connsiteX9" fmla="*/ 119539 w 167163"/>
                <a:gd name="connsiteY9" fmla="*/ 58103 h 158210"/>
                <a:gd name="connsiteX10" fmla="*/ 119539 w 167163"/>
                <a:gd name="connsiteY10" fmla="*/ 0 h 158210"/>
                <a:gd name="connsiteX11" fmla="*/ 167164 w 167163"/>
                <a:gd name="connsiteY11" fmla="*/ 0 h 158210"/>
                <a:gd name="connsiteX12" fmla="*/ 167164 w 167163"/>
                <a:gd name="connsiteY12" fmla="*/ 158210 h 15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163" h="158210">
                  <a:moveTo>
                    <a:pt x="167164" y="158210"/>
                  </a:moveTo>
                  <a:lnTo>
                    <a:pt x="119539" y="158210"/>
                  </a:lnTo>
                  <a:lnTo>
                    <a:pt x="119539" y="96488"/>
                  </a:lnTo>
                  <a:lnTo>
                    <a:pt x="47720" y="96488"/>
                  </a:lnTo>
                  <a:lnTo>
                    <a:pt x="47720" y="158210"/>
                  </a:lnTo>
                  <a:lnTo>
                    <a:pt x="0" y="158210"/>
                  </a:lnTo>
                  <a:lnTo>
                    <a:pt x="0" y="0"/>
                  </a:lnTo>
                  <a:lnTo>
                    <a:pt x="47720" y="0"/>
                  </a:lnTo>
                  <a:lnTo>
                    <a:pt x="47720" y="58103"/>
                  </a:lnTo>
                  <a:lnTo>
                    <a:pt x="119539" y="58103"/>
                  </a:lnTo>
                  <a:lnTo>
                    <a:pt x="119539" y="0"/>
                  </a:lnTo>
                  <a:lnTo>
                    <a:pt x="167164" y="0"/>
                  </a:lnTo>
                  <a:lnTo>
                    <a:pt x="167164" y="158210"/>
                  </a:lnTo>
                  <a:close/>
                </a:path>
              </a:pathLst>
            </a:custGeom>
            <a:grpFill/>
            <a:ln w="9525" cap="flat">
              <a:noFill/>
              <a:prstDash val="solid"/>
              <a:miter/>
            </a:ln>
          </p:spPr>
          <p:txBody>
            <a:bodyPr rtlCol="0" anchor="ctr"/>
            <a:lstStyle/>
            <a:p>
              <a:endParaRPr lang="en-GB"/>
            </a:p>
          </p:txBody>
        </p:sp>
        <p:sp>
          <p:nvSpPr>
            <p:cNvPr id="36" name="Freeform: Shape 28">
              <a:extLst>
                <a:ext uri="{FF2B5EF4-FFF2-40B4-BE49-F238E27FC236}">
                  <a16:creationId xmlns:a16="http://schemas.microsoft.com/office/drawing/2014/main" id="{A17F9F1F-C904-9A5F-E960-31EB44FDB7E2}"/>
                </a:ext>
              </a:extLst>
            </p:cNvPr>
            <p:cNvSpPr/>
            <p:nvPr/>
          </p:nvSpPr>
          <p:spPr>
            <a:xfrm>
              <a:off x="1913984" y="3381507"/>
              <a:ext cx="274510" cy="160305"/>
            </a:xfrm>
            <a:custGeom>
              <a:avLst/>
              <a:gdLst>
                <a:gd name="connsiteX0" fmla="*/ 274511 w 274510"/>
                <a:gd name="connsiteY0" fmla="*/ 0 h 160305"/>
                <a:gd name="connsiteX1" fmla="*/ 205931 w 274510"/>
                <a:gd name="connsiteY1" fmla="*/ 160306 h 160305"/>
                <a:gd name="connsiteX2" fmla="*/ 178308 w 274510"/>
                <a:gd name="connsiteY2" fmla="*/ 160306 h 160305"/>
                <a:gd name="connsiteX3" fmla="*/ 137160 w 274510"/>
                <a:gd name="connsiteY3" fmla="*/ 66961 h 160305"/>
                <a:gd name="connsiteX4" fmla="*/ 95059 w 274510"/>
                <a:gd name="connsiteY4" fmla="*/ 160306 h 160305"/>
                <a:gd name="connsiteX5" fmla="*/ 67246 w 274510"/>
                <a:gd name="connsiteY5" fmla="*/ 160306 h 160305"/>
                <a:gd name="connsiteX6" fmla="*/ 0 w 274510"/>
                <a:gd name="connsiteY6" fmla="*/ 0 h 160305"/>
                <a:gd name="connsiteX7" fmla="*/ 49530 w 274510"/>
                <a:gd name="connsiteY7" fmla="*/ 0 h 160305"/>
                <a:gd name="connsiteX8" fmla="*/ 82391 w 274510"/>
                <a:gd name="connsiteY8" fmla="*/ 87725 h 160305"/>
                <a:gd name="connsiteX9" fmla="*/ 120110 w 274510"/>
                <a:gd name="connsiteY9" fmla="*/ 0 h 160305"/>
                <a:gd name="connsiteX10" fmla="*/ 154210 w 274510"/>
                <a:gd name="connsiteY10" fmla="*/ 0 h 160305"/>
                <a:gd name="connsiteX11" fmla="*/ 191262 w 274510"/>
                <a:gd name="connsiteY11" fmla="*/ 87725 h 160305"/>
                <a:gd name="connsiteX12" fmla="*/ 225647 w 274510"/>
                <a:gd name="connsiteY12" fmla="*/ 0 h 160305"/>
                <a:gd name="connsiteX13" fmla="*/ 274511 w 274510"/>
                <a:gd name="connsiteY13" fmla="*/ 0 h 160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4510" h="160305">
                  <a:moveTo>
                    <a:pt x="274511" y="0"/>
                  </a:moveTo>
                  <a:lnTo>
                    <a:pt x="205931" y="160306"/>
                  </a:lnTo>
                  <a:lnTo>
                    <a:pt x="178308" y="160306"/>
                  </a:lnTo>
                  <a:lnTo>
                    <a:pt x="137160" y="66961"/>
                  </a:lnTo>
                  <a:lnTo>
                    <a:pt x="95059" y="160306"/>
                  </a:lnTo>
                  <a:lnTo>
                    <a:pt x="67246" y="160306"/>
                  </a:lnTo>
                  <a:lnTo>
                    <a:pt x="0" y="0"/>
                  </a:lnTo>
                  <a:lnTo>
                    <a:pt x="49530" y="0"/>
                  </a:lnTo>
                  <a:lnTo>
                    <a:pt x="82391" y="87725"/>
                  </a:lnTo>
                  <a:lnTo>
                    <a:pt x="120110" y="0"/>
                  </a:lnTo>
                  <a:lnTo>
                    <a:pt x="154210" y="0"/>
                  </a:lnTo>
                  <a:lnTo>
                    <a:pt x="191262" y="87725"/>
                  </a:lnTo>
                  <a:lnTo>
                    <a:pt x="225647" y="0"/>
                  </a:lnTo>
                  <a:lnTo>
                    <a:pt x="274511" y="0"/>
                  </a:lnTo>
                  <a:close/>
                </a:path>
              </a:pathLst>
            </a:custGeom>
            <a:grpFill/>
            <a:ln w="9525" cap="flat">
              <a:noFill/>
              <a:prstDash val="solid"/>
              <a:miter/>
            </a:ln>
          </p:spPr>
          <p:txBody>
            <a:bodyPr rtlCol="0" anchor="ctr"/>
            <a:lstStyle/>
            <a:p>
              <a:endParaRPr lang="en-GB"/>
            </a:p>
          </p:txBody>
        </p:sp>
        <p:sp>
          <p:nvSpPr>
            <p:cNvPr id="37" name="Freeform: Shape 29">
              <a:extLst>
                <a:ext uri="{FF2B5EF4-FFF2-40B4-BE49-F238E27FC236}">
                  <a16:creationId xmlns:a16="http://schemas.microsoft.com/office/drawing/2014/main" id="{65CB7476-7537-66C9-EFBD-6CC69D6BED59}"/>
                </a:ext>
              </a:extLst>
            </p:cNvPr>
            <p:cNvSpPr/>
            <p:nvPr/>
          </p:nvSpPr>
          <p:spPr>
            <a:xfrm>
              <a:off x="2184970" y="3381412"/>
              <a:ext cx="192595" cy="158305"/>
            </a:xfrm>
            <a:custGeom>
              <a:avLst/>
              <a:gdLst>
                <a:gd name="connsiteX0" fmla="*/ 192500 w 192595"/>
                <a:gd name="connsiteY0" fmla="*/ 158306 h 158305"/>
                <a:gd name="connsiteX1" fmla="*/ 143637 w 192595"/>
                <a:gd name="connsiteY1" fmla="*/ 158306 h 158305"/>
                <a:gd name="connsiteX2" fmla="*/ 130683 w 192595"/>
                <a:gd name="connsiteY2" fmla="*/ 126206 h 158305"/>
                <a:gd name="connsiteX3" fmla="*/ 62008 w 192595"/>
                <a:gd name="connsiteY3" fmla="*/ 126206 h 158305"/>
                <a:gd name="connsiteX4" fmla="*/ 48863 w 192595"/>
                <a:gd name="connsiteY4" fmla="*/ 158306 h 158305"/>
                <a:gd name="connsiteX5" fmla="*/ 0 w 192595"/>
                <a:gd name="connsiteY5" fmla="*/ 158306 h 158305"/>
                <a:gd name="connsiteX6" fmla="*/ 70009 w 192595"/>
                <a:gd name="connsiteY6" fmla="*/ 0 h 158305"/>
                <a:gd name="connsiteX7" fmla="*/ 122777 w 192595"/>
                <a:gd name="connsiteY7" fmla="*/ 0 h 158305"/>
                <a:gd name="connsiteX8" fmla="*/ 192596 w 192595"/>
                <a:gd name="connsiteY8" fmla="*/ 158306 h 158305"/>
                <a:gd name="connsiteX9" fmla="*/ 119729 w 192595"/>
                <a:gd name="connsiteY9" fmla="*/ 98679 h 158305"/>
                <a:gd name="connsiteX10" fmla="*/ 96583 w 192595"/>
                <a:gd name="connsiteY10" fmla="*/ 40862 h 158305"/>
                <a:gd name="connsiteX11" fmla="*/ 73152 w 192595"/>
                <a:gd name="connsiteY11" fmla="*/ 98679 h 158305"/>
                <a:gd name="connsiteX12" fmla="*/ 119729 w 192595"/>
                <a:gd name="connsiteY12" fmla="*/ 98679 h 158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2595" h="158305">
                  <a:moveTo>
                    <a:pt x="192500" y="158306"/>
                  </a:moveTo>
                  <a:lnTo>
                    <a:pt x="143637" y="158306"/>
                  </a:lnTo>
                  <a:lnTo>
                    <a:pt x="130683" y="126206"/>
                  </a:lnTo>
                  <a:lnTo>
                    <a:pt x="62008" y="126206"/>
                  </a:lnTo>
                  <a:lnTo>
                    <a:pt x="48863" y="158306"/>
                  </a:lnTo>
                  <a:lnTo>
                    <a:pt x="0" y="158306"/>
                  </a:lnTo>
                  <a:lnTo>
                    <a:pt x="70009" y="0"/>
                  </a:lnTo>
                  <a:lnTo>
                    <a:pt x="122777" y="0"/>
                  </a:lnTo>
                  <a:lnTo>
                    <a:pt x="192596" y="158306"/>
                  </a:lnTo>
                  <a:close/>
                  <a:moveTo>
                    <a:pt x="119729" y="98679"/>
                  </a:moveTo>
                  <a:lnTo>
                    <a:pt x="96583" y="40862"/>
                  </a:lnTo>
                  <a:lnTo>
                    <a:pt x="73152" y="98679"/>
                  </a:lnTo>
                  <a:lnTo>
                    <a:pt x="119729" y="98679"/>
                  </a:lnTo>
                  <a:close/>
                </a:path>
              </a:pathLst>
            </a:custGeom>
            <a:grpFill/>
            <a:ln w="9525" cap="flat">
              <a:noFill/>
              <a:prstDash val="solid"/>
              <a:miter/>
            </a:ln>
          </p:spPr>
          <p:txBody>
            <a:bodyPr rtlCol="0" anchor="ctr"/>
            <a:lstStyle/>
            <a:p>
              <a:endParaRPr lang="en-GB"/>
            </a:p>
          </p:txBody>
        </p:sp>
        <p:sp>
          <p:nvSpPr>
            <p:cNvPr id="38" name="Freeform: Shape 30">
              <a:extLst>
                <a:ext uri="{FF2B5EF4-FFF2-40B4-BE49-F238E27FC236}">
                  <a16:creationId xmlns:a16="http://schemas.microsoft.com/office/drawing/2014/main" id="{08506D09-A114-A134-9524-222ED3D0272B}"/>
                </a:ext>
              </a:extLst>
            </p:cNvPr>
            <p:cNvSpPr/>
            <p:nvPr/>
          </p:nvSpPr>
          <p:spPr>
            <a:xfrm>
              <a:off x="2427572" y="3381507"/>
              <a:ext cx="171926" cy="158210"/>
            </a:xfrm>
            <a:custGeom>
              <a:avLst/>
              <a:gdLst>
                <a:gd name="connsiteX0" fmla="*/ 171926 w 171926"/>
                <a:gd name="connsiteY0" fmla="*/ 158210 h 158210"/>
                <a:gd name="connsiteX1" fmla="*/ 129445 w 171926"/>
                <a:gd name="connsiteY1" fmla="*/ 158210 h 158210"/>
                <a:gd name="connsiteX2" fmla="*/ 47339 w 171926"/>
                <a:gd name="connsiteY2" fmla="*/ 70104 h 158210"/>
                <a:gd name="connsiteX3" fmla="*/ 47339 w 171926"/>
                <a:gd name="connsiteY3" fmla="*/ 158210 h 158210"/>
                <a:gd name="connsiteX4" fmla="*/ 0 w 171926"/>
                <a:gd name="connsiteY4" fmla="*/ 158210 h 158210"/>
                <a:gd name="connsiteX5" fmla="*/ 0 w 171926"/>
                <a:gd name="connsiteY5" fmla="*/ 0 h 158210"/>
                <a:gd name="connsiteX6" fmla="*/ 42386 w 171926"/>
                <a:gd name="connsiteY6" fmla="*/ 0 h 158210"/>
                <a:gd name="connsiteX7" fmla="*/ 124301 w 171926"/>
                <a:gd name="connsiteY7" fmla="*/ 87630 h 158210"/>
                <a:gd name="connsiteX8" fmla="*/ 124301 w 171926"/>
                <a:gd name="connsiteY8" fmla="*/ 0 h 158210"/>
                <a:gd name="connsiteX9" fmla="*/ 171926 w 171926"/>
                <a:gd name="connsiteY9" fmla="*/ 0 h 158210"/>
                <a:gd name="connsiteX10" fmla="*/ 171926 w 171926"/>
                <a:gd name="connsiteY10" fmla="*/ 158210 h 15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1926" h="158210">
                  <a:moveTo>
                    <a:pt x="171926" y="158210"/>
                  </a:moveTo>
                  <a:lnTo>
                    <a:pt x="129445" y="158210"/>
                  </a:lnTo>
                  <a:lnTo>
                    <a:pt x="47339" y="70104"/>
                  </a:lnTo>
                  <a:lnTo>
                    <a:pt x="47339" y="158210"/>
                  </a:lnTo>
                  <a:lnTo>
                    <a:pt x="0" y="158210"/>
                  </a:lnTo>
                  <a:lnTo>
                    <a:pt x="0" y="0"/>
                  </a:lnTo>
                  <a:lnTo>
                    <a:pt x="42386" y="0"/>
                  </a:lnTo>
                  <a:lnTo>
                    <a:pt x="124301" y="87630"/>
                  </a:lnTo>
                  <a:lnTo>
                    <a:pt x="124301" y="0"/>
                  </a:lnTo>
                  <a:lnTo>
                    <a:pt x="171926" y="0"/>
                  </a:lnTo>
                  <a:lnTo>
                    <a:pt x="171926" y="158210"/>
                  </a:lnTo>
                  <a:close/>
                </a:path>
              </a:pathLst>
            </a:custGeom>
            <a:grpFill/>
            <a:ln w="9525" cap="flat">
              <a:noFill/>
              <a:prstDash val="solid"/>
              <a:miter/>
            </a:ln>
          </p:spPr>
          <p:txBody>
            <a:bodyPr rtlCol="0" anchor="ctr"/>
            <a:lstStyle/>
            <a:p>
              <a:endParaRPr lang="en-GB"/>
            </a:p>
          </p:txBody>
        </p:sp>
        <p:sp>
          <p:nvSpPr>
            <p:cNvPr id="39" name="Freeform: Shape 31">
              <a:extLst>
                <a:ext uri="{FF2B5EF4-FFF2-40B4-BE49-F238E27FC236}">
                  <a16:creationId xmlns:a16="http://schemas.microsoft.com/office/drawing/2014/main" id="{DD84B964-D3D3-AF13-F1F6-A0D8C3E2E97A}"/>
                </a:ext>
              </a:extLst>
            </p:cNvPr>
            <p:cNvSpPr/>
            <p:nvPr/>
          </p:nvSpPr>
          <p:spPr>
            <a:xfrm>
              <a:off x="2662840" y="3381508"/>
              <a:ext cx="47720" cy="158210"/>
            </a:xfrm>
            <a:custGeom>
              <a:avLst/>
              <a:gdLst>
                <a:gd name="connsiteX0" fmla="*/ 0 w 47720"/>
                <a:gd name="connsiteY0" fmla="*/ 0 h 158210"/>
                <a:gd name="connsiteX1" fmla="*/ 47720 w 47720"/>
                <a:gd name="connsiteY1" fmla="*/ 0 h 158210"/>
                <a:gd name="connsiteX2" fmla="*/ 47720 w 47720"/>
                <a:gd name="connsiteY2" fmla="*/ 158210 h 158210"/>
                <a:gd name="connsiteX3" fmla="*/ 0 w 47720"/>
                <a:gd name="connsiteY3" fmla="*/ 158210 h 158210"/>
              </a:gdLst>
              <a:ahLst/>
              <a:cxnLst>
                <a:cxn ang="0">
                  <a:pos x="connsiteX0" y="connsiteY0"/>
                </a:cxn>
                <a:cxn ang="0">
                  <a:pos x="connsiteX1" y="connsiteY1"/>
                </a:cxn>
                <a:cxn ang="0">
                  <a:pos x="connsiteX2" y="connsiteY2"/>
                </a:cxn>
                <a:cxn ang="0">
                  <a:pos x="connsiteX3" y="connsiteY3"/>
                </a:cxn>
              </a:cxnLst>
              <a:rect l="l" t="t" r="r" b="b"/>
              <a:pathLst>
                <a:path w="47720" h="158210">
                  <a:moveTo>
                    <a:pt x="0" y="0"/>
                  </a:moveTo>
                  <a:lnTo>
                    <a:pt x="47720" y="0"/>
                  </a:lnTo>
                  <a:lnTo>
                    <a:pt x="47720" y="158210"/>
                  </a:lnTo>
                  <a:lnTo>
                    <a:pt x="0" y="158210"/>
                  </a:lnTo>
                  <a:close/>
                </a:path>
              </a:pathLst>
            </a:custGeom>
            <a:grpFill/>
            <a:ln w="9525" cap="flat">
              <a:noFill/>
              <a:prstDash val="solid"/>
              <a:miter/>
            </a:ln>
          </p:spPr>
          <p:txBody>
            <a:bodyPr rtlCol="0" anchor="ctr"/>
            <a:lstStyle/>
            <a:p>
              <a:endParaRPr lang="en-GB"/>
            </a:p>
          </p:txBody>
        </p:sp>
        <p:sp>
          <p:nvSpPr>
            <p:cNvPr id="40" name="Freeform: Shape 32">
              <a:extLst>
                <a:ext uri="{FF2B5EF4-FFF2-40B4-BE49-F238E27FC236}">
                  <a16:creationId xmlns:a16="http://schemas.microsoft.com/office/drawing/2014/main" id="{D001200B-EC98-156E-E7EA-5962B546879C}"/>
                </a:ext>
              </a:extLst>
            </p:cNvPr>
            <p:cNvSpPr/>
            <p:nvPr/>
          </p:nvSpPr>
          <p:spPr>
            <a:xfrm>
              <a:off x="1237900" y="3614298"/>
              <a:ext cx="54864" cy="103155"/>
            </a:xfrm>
            <a:custGeom>
              <a:avLst/>
              <a:gdLst>
                <a:gd name="connsiteX0" fmla="*/ 0 w 54864"/>
                <a:gd name="connsiteY0" fmla="*/ 103156 h 103155"/>
                <a:gd name="connsiteX1" fmla="*/ 0 w 54864"/>
                <a:gd name="connsiteY1" fmla="*/ 0 h 103155"/>
                <a:gd name="connsiteX2" fmla="*/ 54864 w 54864"/>
                <a:gd name="connsiteY2" fmla="*/ 0 h 103155"/>
                <a:gd name="connsiteX3" fmla="*/ 54864 w 54864"/>
                <a:gd name="connsiteY3" fmla="*/ 12954 h 103155"/>
                <a:gd name="connsiteX4" fmla="*/ 14764 w 54864"/>
                <a:gd name="connsiteY4" fmla="*/ 12954 h 103155"/>
                <a:gd name="connsiteX5" fmla="*/ 14764 w 54864"/>
                <a:gd name="connsiteY5" fmla="*/ 43148 h 103155"/>
                <a:gd name="connsiteX6" fmla="*/ 53054 w 54864"/>
                <a:gd name="connsiteY6" fmla="*/ 43148 h 103155"/>
                <a:gd name="connsiteX7" fmla="*/ 53054 w 54864"/>
                <a:gd name="connsiteY7" fmla="*/ 56198 h 103155"/>
                <a:gd name="connsiteX8" fmla="*/ 14764 w 54864"/>
                <a:gd name="connsiteY8" fmla="*/ 56198 h 103155"/>
                <a:gd name="connsiteX9" fmla="*/ 14764 w 54864"/>
                <a:gd name="connsiteY9" fmla="*/ 103156 h 103155"/>
                <a:gd name="connsiteX10" fmla="*/ 0 w 54864"/>
                <a:gd name="connsiteY10"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864" h="103155">
                  <a:moveTo>
                    <a:pt x="0" y="103156"/>
                  </a:moveTo>
                  <a:lnTo>
                    <a:pt x="0" y="0"/>
                  </a:lnTo>
                  <a:lnTo>
                    <a:pt x="54864" y="0"/>
                  </a:lnTo>
                  <a:lnTo>
                    <a:pt x="54864" y="12954"/>
                  </a:lnTo>
                  <a:lnTo>
                    <a:pt x="14764" y="12954"/>
                  </a:lnTo>
                  <a:lnTo>
                    <a:pt x="14764" y="43148"/>
                  </a:lnTo>
                  <a:lnTo>
                    <a:pt x="53054" y="43148"/>
                  </a:lnTo>
                  <a:lnTo>
                    <a:pt x="53054" y="56198"/>
                  </a:lnTo>
                  <a:lnTo>
                    <a:pt x="14764" y="56198"/>
                  </a:lnTo>
                  <a:lnTo>
                    <a:pt x="14764" y="103156"/>
                  </a:lnTo>
                  <a:lnTo>
                    <a:pt x="0" y="103156"/>
                  </a:lnTo>
                  <a:close/>
                </a:path>
              </a:pathLst>
            </a:custGeom>
            <a:grpFill/>
            <a:ln w="9525" cap="flat">
              <a:noFill/>
              <a:prstDash val="solid"/>
              <a:miter/>
            </a:ln>
          </p:spPr>
          <p:txBody>
            <a:bodyPr rtlCol="0" anchor="ctr"/>
            <a:lstStyle/>
            <a:p>
              <a:endParaRPr lang="en-GB"/>
            </a:p>
          </p:txBody>
        </p:sp>
        <p:sp>
          <p:nvSpPr>
            <p:cNvPr id="41" name="Freeform: Shape 33">
              <a:extLst>
                <a:ext uri="{FF2B5EF4-FFF2-40B4-BE49-F238E27FC236}">
                  <a16:creationId xmlns:a16="http://schemas.microsoft.com/office/drawing/2014/main" id="{6AFE5557-3CFB-A97A-1944-79097E28F883}"/>
                </a:ext>
              </a:extLst>
            </p:cNvPr>
            <p:cNvSpPr/>
            <p:nvPr/>
          </p:nvSpPr>
          <p:spPr>
            <a:xfrm>
              <a:off x="1336865" y="3612489"/>
              <a:ext cx="99440" cy="106775"/>
            </a:xfrm>
            <a:custGeom>
              <a:avLst/>
              <a:gdLst>
                <a:gd name="connsiteX0" fmla="*/ 95 w 99440"/>
                <a:gd name="connsiteY0" fmla="*/ 53340 h 106775"/>
                <a:gd name="connsiteX1" fmla="*/ 13240 w 99440"/>
                <a:gd name="connsiteY1" fmla="*/ 15240 h 106775"/>
                <a:gd name="connsiteX2" fmla="*/ 49721 w 99440"/>
                <a:gd name="connsiteY2" fmla="*/ 0 h 106775"/>
                <a:gd name="connsiteX3" fmla="*/ 86392 w 99440"/>
                <a:gd name="connsiteY3" fmla="*/ 15240 h 106775"/>
                <a:gd name="connsiteX4" fmla="*/ 99441 w 99440"/>
                <a:gd name="connsiteY4" fmla="*/ 53340 h 106775"/>
                <a:gd name="connsiteX5" fmla="*/ 86392 w 99440"/>
                <a:gd name="connsiteY5" fmla="*/ 91821 h 106775"/>
                <a:gd name="connsiteX6" fmla="*/ 49721 w 99440"/>
                <a:gd name="connsiteY6" fmla="*/ 106775 h 106775"/>
                <a:gd name="connsiteX7" fmla="*/ 13049 w 99440"/>
                <a:gd name="connsiteY7" fmla="*/ 91821 h 106775"/>
                <a:gd name="connsiteX8" fmla="*/ 0 w 99440"/>
                <a:gd name="connsiteY8" fmla="*/ 53340 h 106775"/>
                <a:gd name="connsiteX9" fmla="*/ 15716 w 99440"/>
                <a:gd name="connsiteY9" fmla="*/ 53340 h 106775"/>
                <a:gd name="connsiteX10" fmla="*/ 23813 w 99440"/>
                <a:gd name="connsiteY10" fmla="*/ 81248 h 106775"/>
                <a:gd name="connsiteX11" fmla="*/ 49721 w 99440"/>
                <a:gd name="connsiteY11" fmla="*/ 93631 h 106775"/>
                <a:gd name="connsiteX12" fmla="*/ 75628 w 99440"/>
                <a:gd name="connsiteY12" fmla="*/ 81248 h 106775"/>
                <a:gd name="connsiteX13" fmla="*/ 83725 w 99440"/>
                <a:gd name="connsiteY13" fmla="*/ 53340 h 106775"/>
                <a:gd name="connsiteX14" fmla="*/ 75343 w 99440"/>
                <a:gd name="connsiteY14" fmla="*/ 25241 h 106775"/>
                <a:gd name="connsiteX15" fmla="*/ 49721 w 99440"/>
                <a:gd name="connsiteY15" fmla="*/ 12954 h 106775"/>
                <a:gd name="connsiteX16" fmla="*/ 24194 w 99440"/>
                <a:gd name="connsiteY16" fmla="*/ 25241 h 106775"/>
                <a:gd name="connsiteX17" fmla="*/ 15811 w 99440"/>
                <a:gd name="connsiteY17" fmla="*/ 53340 h 10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440" h="106775">
                  <a:moveTo>
                    <a:pt x="95" y="53340"/>
                  </a:moveTo>
                  <a:cubicBezTo>
                    <a:pt x="95" y="37719"/>
                    <a:pt x="4477" y="24955"/>
                    <a:pt x="13240" y="15240"/>
                  </a:cubicBezTo>
                  <a:cubicBezTo>
                    <a:pt x="22193" y="5048"/>
                    <a:pt x="34385" y="0"/>
                    <a:pt x="49721" y="0"/>
                  </a:cubicBezTo>
                  <a:cubicBezTo>
                    <a:pt x="65056" y="0"/>
                    <a:pt x="77343" y="5048"/>
                    <a:pt x="86392" y="15240"/>
                  </a:cubicBezTo>
                  <a:cubicBezTo>
                    <a:pt x="95059" y="24955"/>
                    <a:pt x="99441" y="37719"/>
                    <a:pt x="99441" y="53340"/>
                  </a:cubicBezTo>
                  <a:cubicBezTo>
                    <a:pt x="99441" y="68961"/>
                    <a:pt x="95059" y="82105"/>
                    <a:pt x="86392" y="91821"/>
                  </a:cubicBezTo>
                  <a:cubicBezTo>
                    <a:pt x="77438" y="101822"/>
                    <a:pt x="65151" y="106775"/>
                    <a:pt x="49721" y="106775"/>
                  </a:cubicBezTo>
                  <a:cubicBezTo>
                    <a:pt x="34290" y="106775"/>
                    <a:pt x="22003" y="101822"/>
                    <a:pt x="13049" y="91821"/>
                  </a:cubicBezTo>
                  <a:cubicBezTo>
                    <a:pt x="4381" y="82201"/>
                    <a:pt x="0" y="69342"/>
                    <a:pt x="0" y="53340"/>
                  </a:cubicBezTo>
                  <a:moveTo>
                    <a:pt x="15716" y="53340"/>
                  </a:moveTo>
                  <a:cubicBezTo>
                    <a:pt x="15716" y="64579"/>
                    <a:pt x="18383" y="73914"/>
                    <a:pt x="23813" y="81248"/>
                  </a:cubicBezTo>
                  <a:cubicBezTo>
                    <a:pt x="29908" y="89535"/>
                    <a:pt x="38576" y="93631"/>
                    <a:pt x="49721" y="93631"/>
                  </a:cubicBezTo>
                  <a:cubicBezTo>
                    <a:pt x="60865" y="93631"/>
                    <a:pt x="69532" y="89535"/>
                    <a:pt x="75628" y="81248"/>
                  </a:cubicBezTo>
                  <a:cubicBezTo>
                    <a:pt x="81058" y="73819"/>
                    <a:pt x="83725" y="64579"/>
                    <a:pt x="83725" y="53340"/>
                  </a:cubicBezTo>
                  <a:cubicBezTo>
                    <a:pt x="83725" y="42100"/>
                    <a:pt x="80963" y="32766"/>
                    <a:pt x="75343" y="25241"/>
                  </a:cubicBezTo>
                  <a:cubicBezTo>
                    <a:pt x="69151" y="17050"/>
                    <a:pt x="60579" y="12954"/>
                    <a:pt x="49721" y="12954"/>
                  </a:cubicBezTo>
                  <a:cubicBezTo>
                    <a:pt x="38862" y="12954"/>
                    <a:pt x="30385" y="17050"/>
                    <a:pt x="24194" y="25241"/>
                  </a:cubicBezTo>
                  <a:cubicBezTo>
                    <a:pt x="18574" y="32766"/>
                    <a:pt x="15811" y="42100"/>
                    <a:pt x="15811" y="53340"/>
                  </a:cubicBezTo>
                </a:path>
              </a:pathLst>
            </a:custGeom>
            <a:grpFill/>
            <a:ln w="9525" cap="flat">
              <a:noFill/>
              <a:prstDash val="solid"/>
              <a:miter/>
            </a:ln>
          </p:spPr>
          <p:txBody>
            <a:bodyPr rtlCol="0" anchor="ctr"/>
            <a:lstStyle/>
            <a:p>
              <a:endParaRPr lang="en-GB"/>
            </a:p>
          </p:txBody>
        </p:sp>
        <p:sp>
          <p:nvSpPr>
            <p:cNvPr id="42" name="Freeform: Shape 34">
              <a:extLst>
                <a:ext uri="{FF2B5EF4-FFF2-40B4-BE49-F238E27FC236}">
                  <a16:creationId xmlns:a16="http://schemas.microsoft.com/office/drawing/2014/main" id="{DFED58AB-47EB-314C-68CF-C8E2CE30204E}"/>
                </a:ext>
              </a:extLst>
            </p:cNvPr>
            <p:cNvSpPr/>
            <p:nvPr/>
          </p:nvSpPr>
          <p:spPr>
            <a:xfrm>
              <a:off x="1487931" y="3614298"/>
              <a:ext cx="80009" cy="104965"/>
            </a:xfrm>
            <a:custGeom>
              <a:avLst/>
              <a:gdLst>
                <a:gd name="connsiteX0" fmla="*/ 80010 w 80009"/>
                <a:gd name="connsiteY0" fmla="*/ 0 h 104965"/>
                <a:gd name="connsiteX1" fmla="*/ 80010 w 80009"/>
                <a:gd name="connsiteY1" fmla="*/ 60484 h 104965"/>
                <a:gd name="connsiteX2" fmla="*/ 69628 w 80009"/>
                <a:gd name="connsiteY2" fmla="*/ 93536 h 104965"/>
                <a:gd name="connsiteX3" fmla="*/ 40005 w 80009"/>
                <a:gd name="connsiteY3" fmla="*/ 104966 h 104965"/>
                <a:gd name="connsiteX4" fmla="*/ 10382 w 80009"/>
                <a:gd name="connsiteY4" fmla="*/ 93536 h 104965"/>
                <a:gd name="connsiteX5" fmla="*/ 0 w 80009"/>
                <a:gd name="connsiteY5" fmla="*/ 60484 h 104965"/>
                <a:gd name="connsiteX6" fmla="*/ 0 w 80009"/>
                <a:gd name="connsiteY6" fmla="*/ 0 h 104965"/>
                <a:gd name="connsiteX7" fmla="*/ 14764 w 80009"/>
                <a:gd name="connsiteY7" fmla="*/ 0 h 104965"/>
                <a:gd name="connsiteX8" fmla="*/ 14764 w 80009"/>
                <a:gd name="connsiteY8" fmla="*/ 58579 h 104965"/>
                <a:gd name="connsiteX9" fmla="*/ 40005 w 80009"/>
                <a:gd name="connsiteY9" fmla="*/ 92012 h 104965"/>
                <a:gd name="connsiteX10" fmla="*/ 65246 w 80009"/>
                <a:gd name="connsiteY10" fmla="*/ 58579 h 104965"/>
                <a:gd name="connsiteX11" fmla="*/ 65246 w 80009"/>
                <a:gd name="connsiteY11" fmla="*/ 0 h 104965"/>
                <a:gd name="connsiteX12" fmla="*/ 80010 w 80009"/>
                <a:gd name="connsiteY12" fmla="*/ 0 h 10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009" h="104965">
                  <a:moveTo>
                    <a:pt x="80010" y="0"/>
                  </a:moveTo>
                  <a:lnTo>
                    <a:pt x="80010" y="60484"/>
                  </a:lnTo>
                  <a:cubicBezTo>
                    <a:pt x="80010" y="74867"/>
                    <a:pt x="76581" y="85916"/>
                    <a:pt x="69628" y="93536"/>
                  </a:cubicBezTo>
                  <a:cubicBezTo>
                    <a:pt x="62674" y="101156"/>
                    <a:pt x="52768" y="104966"/>
                    <a:pt x="40005" y="104966"/>
                  </a:cubicBezTo>
                  <a:cubicBezTo>
                    <a:pt x="27242" y="104966"/>
                    <a:pt x="17335" y="101156"/>
                    <a:pt x="10382" y="93536"/>
                  </a:cubicBezTo>
                  <a:cubicBezTo>
                    <a:pt x="3429" y="85916"/>
                    <a:pt x="0" y="74867"/>
                    <a:pt x="0" y="60484"/>
                  </a:cubicBezTo>
                  <a:lnTo>
                    <a:pt x="0" y="0"/>
                  </a:lnTo>
                  <a:lnTo>
                    <a:pt x="14764" y="0"/>
                  </a:lnTo>
                  <a:lnTo>
                    <a:pt x="14764" y="58579"/>
                  </a:lnTo>
                  <a:cubicBezTo>
                    <a:pt x="14764" y="80867"/>
                    <a:pt x="23241" y="92012"/>
                    <a:pt x="40005" y="92012"/>
                  </a:cubicBezTo>
                  <a:cubicBezTo>
                    <a:pt x="56769" y="92012"/>
                    <a:pt x="65246" y="80867"/>
                    <a:pt x="65246" y="58579"/>
                  </a:cubicBezTo>
                  <a:lnTo>
                    <a:pt x="65246" y="0"/>
                  </a:lnTo>
                  <a:lnTo>
                    <a:pt x="80010" y="0"/>
                  </a:lnTo>
                  <a:close/>
                </a:path>
              </a:pathLst>
            </a:custGeom>
            <a:grpFill/>
            <a:ln w="9525" cap="flat">
              <a:noFill/>
              <a:prstDash val="solid"/>
              <a:miter/>
            </a:ln>
          </p:spPr>
          <p:txBody>
            <a:bodyPr rtlCol="0" anchor="ctr"/>
            <a:lstStyle/>
            <a:p>
              <a:endParaRPr lang="en-GB"/>
            </a:p>
          </p:txBody>
        </p:sp>
        <p:sp>
          <p:nvSpPr>
            <p:cNvPr id="43" name="Freeform: Shape 35">
              <a:extLst>
                <a:ext uri="{FF2B5EF4-FFF2-40B4-BE49-F238E27FC236}">
                  <a16:creationId xmlns:a16="http://schemas.microsoft.com/office/drawing/2014/main" id="{C8EC3FFA-844D-756B-D6F6-39A0F7CAC8F3}"/>
                </a:ext>
              </a:extLst>
            </p:cNvPr>
            <p:cNvSpPr/>
            <p:nvPr/>
          </p:nvSpPr>
          <p:spPr>
            <a:xfrm>
              <a:off x="1624329" y="3614298"/>
              <a:ext cx="80772" cy="103155"/>
            </a:xfrm>
            <a:custGeom>
              <a:avLst/>
              <a:gdLst>
                <a:gd name="connsiteX0" fmla="*/ 0 w 80772"/>
                <a:gd name="connsiteY0" fmla="*/ 103156 h 103155"/>
                <a:gd name="connsiteX1" fmla="*/ 0 w 80772"/>
                <a:gd name="connsiteY1" fmla="*/ 0 h 103155"/>
                <a:gd name="connsiteX2" fmla="*/ 20098 w 80772"/>
                <a:gd name="connsiteY2" fmla="*/ 0 h 103155"/>
                <a:gd name="connsiteX3" fmla="*/ 65723 w 80772"/>
                <a:gd name="connsiteY3" fmla="*/ 83058 h 103155"/>
                <a:gd name="connsiteX4" fmla="*/ 66008 w 80772"/>
                <a:gd name="connsiteY4" fmla="*/ 83058 h 103155"/>
                <a:gd name="connsiteX5" fmla="*/ 66008 w 80772"/>
                <a:gd name="connsiteY5" fmla="*/ 0 h 103155"/>
                <a:gd name="connsiteX6" fmla="*/ 80772 w 80772"/>
                <a:gd name="connsiteY6" fmla="*/ 0 h 103155"/>
                <a:gd name="connsiteX7" fmla="*/ 80772 w 80772"/>
                <a:gd name="connsiteY7" fmla="*/ 103156 h 103155"/>
                <a:gd name="connsiteX8" fmla="*/ 61817 w 80772"/>
                <a:gd name="connsiteY8" fmla="*/ 103156 h 103155"/>
                <a:gd name="connsiteX9" fmla="*/ 15145 w 80772"/>
                <a:gd name="connsiteY9" fmla="*/ 18288 h 103155"/>
                <a:gd name="connsiteX10" fmla="*/ 14764 w 80772"/>
                <a:gd name="connsiteY10" fmla="*/ 18288 h 103155"/>
                <a:gd name="connsiteX11" fmla="*/ 14764 w 80772"/>
                <a:gd name="connsiteY11" fmla="*/ 103156 h 103155"/>
                <a:gd name="connsiteX12" fmla="*/ 0 w 80772"/>
                <a:gd name="connsiteY12"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772" h="103155">
                  <a:moveTo>
                    <a:pt x="0" y="103156"/>
                  </a:moveTo>
                  <a:lnTo>
                    <a:pt x="0" y="0"/>
                  </a:lnTo>
                  <a:lnTo>
                    <a:pt x="20098" y="0"/>
                  </a:lnTo>
                  <a:lnTo>
                    <a:pt x="65723" y="83058"/>
                  </a:lnTo>
                  <a:lnTo>
                    <a:pt x="66008" y="83058"/>
                  </a:lnTo>
                  <a:lnTo>
                    <a:pt x="66008" y="0"/>
                  </a:lnTo>
                  <a:lnTo>
                    <a:pt x="80772" y="0"/>
                  </a:lnTo>
                  <a:lnTo>
                    <a:pt x="80772" y="103156"/>
                  </a:lnTo>
                  <a:lnTo>
                    <a:pt x="61817" y="103156"/>
                  </a:lnTo>
                  <a:lnTo>
                    <a:pt x="15145" y="18288"/>
                  </a:lnTo>
                  <a:lnTo>
                    <a:pt x="14764" y="18288"/>
                  </a:lnTo>
                  <a:lnTo>
                    <a:pt x="14764" y="103156"/>
                  </a:lnTo>
                  <a:lnTo>
                    <a:pt x="0" y="103156"/>
                  </a:lnTo>
                  <a:close/>
                </a:path>
              </a:pathLst>
            </a:custGeom>
            <a:grpFill/>
            <a:ln w="9525" cap="flat">
              <a:noFill/>
              <a:prstDash val="solid"/>
              <a:miter/>
            </a:ln>
          </p:spPr>
          <p:txBody>
            <a:bodyPr rtlCol="0" anchor="ctr"/>
            <a:lstStyle/>
            <a:p>
              <a:endParaRPr lang="en-GB"/>
            </a:p>
          </p:txBody>
        </p:sp>
        <p:sp>
          <p:nvSpPr>
            <p:cNvPr id="44" name="Freeform: Shape 36">
              <a:extLst>
                <a:ext uri="{FF2B5EF4-FFF2-40B4-BE49-F238E27FC236}">
                  <a16:creationId xmlns:a16="http://schemas.microsoft.com/office/drawing/2014/main" id="{B2760A55-A4E5-2C37-4D3C-642DC5CB13D7}"/>
                </a:ext>
              </a:extLst>
            </p:cNvPr>
            <p:cNvSpPr/>
            <p:nvPr/>
          </p:nvSpPr>
          <p:spPr>
            <a:xfrm>
              <a:off x="1762251" y="3614298"/>
              <a:ext cx="85534" cy="103155"/>
            </a:xfrm>
            <a:custGeom>
              <a:avLst/>
              <a:gdLst>
                <a:gd name="connsiteX0" fmla="*/ 0 w 85534"/>
                <a:gd name="connsiteY0" fmla="*/ 103156 h 103155"/>
                <a:gd name="connsiteX1" fmla="*/ 0 w 85534"/>
                <a:gd name="connsiteY1" fmla="*/ 0 h 103155"/>
                <a:gd name="connsiteX2" fmla="*/ 30480 w 85534"/>
                <a:gd name="connsiteY2" fmla="*/ 0 h 103155"/>
                <a:gd name="connsiteX3" fmla="*/ 69533 w 85534"/>
                <a:gd name="connsiteY3" fmla="*/ 13430 h 103155"/>
                <a:gd name="connsiteX4" fmla="*/ 85535 w 85534"/>
                <a:gd name="connsiteY4" fmla="*/ 50673 h 103155"/>
                <a:gd name="connsiteX5" fmla="*/ 70961 w 85534"/>
                <a:gd name="connsiteY5" fmla="*/ 89726 h 103155"/>
                <a:gd name="connsiteX6" fmla="*/ 30575 w 85534"/>
                <a:gd name="connsiteY6" fmla="*/ 103156 h 103155"/>
                <a:gd name="connsiteX7" fmla="*/ 95 w 85534"/>
                <a:gd name="connsiteY7" fmla="*/ 103156 h 103155"/>
                <a:gd name="connsiteX8" fmla="*/ 14764 w 85534"/>
                <a:gd name="connsiteY8" fmla="*/ 12954 h 103155"/>
                <a:gd name="connsiteX9" fmla="*/ 14764 w 85534"/>
                <a:gd name="connsiteY9" fmla="*/ 90106 h 103155"/>
                <a:gd name="connsiteX10" fmla="*/ 30290 w 85534"/>
                <a:gd name="connsiteY10" fmla="*/ 90106 h 103155"/>
                <a:gd name="connsiteX11" fmla="*/ 69723 w 85534"/>
                <a:gd name="connsiteY11" fmla="*/ 51245 h 103155"/>
                <a:gd name="connsiteX12" fmla="*/ 58960 w 85534"/>
                <a:gd name="connsiteY12" fmla="*/ 23051 h 103155"/>
                <a:gd name="connsiteX13" fmla="*/ 32004 w 85534"/>
                <a:gd name="connsiteY13" fmla="*/ 12954 h 103155"/>
                <a:gd name="connsiteX14" fmla="*/ 14669 w 85534"/>
                <a:gd name="connsiteY14" fmla="*/ 12954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534" h="103155">
                  <a:moveTo>
                    <a:pt x="0" y="103156"/>
                  </a:moveTo>
                  <a:lnTo>
                    <a:pt x="0" y="0"/>
                  </a:lnTo>
                  <a:lnTo>
                    <a:pt x="30480" y="0"/>
                  </a:lnTo>
                  <a:cubicBezTo>
                    <a:pt x="46196" y="0"/>
                    <a:pt x="59246" y="4477"/>
                    <a:pt x="69533" y="13430"/>
                  </a:cubicBezTo>
                  <a:cubicBezTo>
                    <a:pt x="80200" y="22765"/>
                    <a:pt x="85535" y="35243"/>
                    <a:pt x="85535" y="50673"/>
                  </a:cubicBezTo>
                  <a:cubicBezTo>
                    <a:pt x="85535" y="67723"/>
                    <a:pt x="80677" y="80772"/>
                    <a:pt x="70961" y="89726"/>
                  </a:cubicBezTo>
                  <a:cubicBezTo>
                    <a:pt x="61246" y="98679"/>
                    <a:pt x="47815" y="103156"/>
                    <a:pt x="30575" y="103156"/>
                  </a:cubicBezTo>
                  <a:lnTo>
                    <a:pt x="95" y="103156"/>
                  </a:lnTo>
                  <a:close/>
                  <a:moveTo>
                    <a:pt x="14764" y="12954"/>
                  </a:moveTo>
                  <a:lnTo>
                    <a:pt x="14764" y="90106"/>
                  </a:lnTo>
                  <a:lnTo>
                    <a:pt x="30290" y="90106"/>
                  </a:lnTo>
                  <a:cubicBezTo>
                    <a:pt x="56579" y="90106"/>
                    <a:pt x="69723" y="77153"/>
                    <a:pt x="69723" y="51245"/>
                  </a:cubicBezTo>
                  <a:cubicBezTo>
                    <a:pt x="69723" y="39529"/>
                    <a:pt x="66104" y="30099"/>
                    <a:pt x="58960" y="23051"/>
                  </a:cubicBezTo>
                  <a:cubicBezTo>
                    <a:pt x="52006" y="16288"/>
                    <a:pt x="42958" y="12954"/>
                    <a:pt x="32004" y="12954"/>
                  </a:cubicBezTo>
                  <a:lnTo>
                    <a:pt x="14669" y="12954"/>
                  </a:lnTo>
                  <a:close/>
                </a:path>
              </a:pathLst>
            </a:custGeom>
            <a:grpFill/>
            <a:ln w="9525" cap="flat">
              <a:noFill/>
              <a:prstDash val="solid"/>
              <a:miter/>
            </a:ln>
          </p:spPr>
          <p:txBody>
            <a:bodyPr rtlCol="0" anchor="ctr"/>
            <a:lstStyle/>
            <a:p>
              <a:endParaRPr lang="en-GB"/>
            </a:p>
          </p:txBody>
        </p:sp>
        <p:sp>
          <p:nvSpPr>
            <p:cNvPr id="45" name="Freeform: Shape 37">
              <a:extLst>
                <a:ext uri="{FF2B5EF4-FFF2-40B4-BE49-F238E27FC236}">
                  <a16:creationId xmlns:a16="http://schemas.microsoft.com/office/drawing/2014/main" id="{33828D5C-97A3-4351-2281-D8310BEE14EE}"/>
                </a:ext>
              </a:extLst>
            </p:cNvPr>
            <p:cNvSpPr/>
            <p:nvPr/>
          </p:nvSpPr>
          <p:spPr>
            <a:xfrm>
              <a:off x="1885790" y="3614298"/>
              <a:ext cx="103155" cy="103155"/>
            </a:xfrm>
            <a:custGeom>
              <a:avLst/>
              <a:gdLst>
                <a:gd name="connsiteX0" fmla="*/ 0 w 103155"/>
                <a:gd name="connsiteY0" fmla="*/ 103156 h 103155"/>
                <a:gd name="connsiteX1" fmla="*/ 44005 w 103155"/>
                <a:gd name="connsiteY1" fmla="*/ 0 h 103155"/>
                <a:gd name="connsiteX2" fmla="*/ 59531 w 103155"/>
                <a:gd name="connsiteY2" fmla="*/ 0 h 103155"/>
                <a:gd name="connsiteX3" fmla="*/ 103156 w 103155"/>
                <a:gd name="connsiteY3" fmla="*/ 103156 h 103155"/>
                <a:gd name="connsiteX4" fmla="*/ 87058 w 103155"/>
                <a:gd name="connsiteY4" fmla="*/ 103156 h 103155"/>
                <a:gd name="connsiteX5" fmla="*/ 76581 w 103155"/>
                <a:gd name="connsiteY5" fmla="*/ 77153 h 103155"/>
                <a:gd name="connsiteX6" fmla="*/ 26003 w 103155"/>
                <a:gd name="connsiteY6" fmla="*/ 77153 h 103155"/>
                <a:gd name="connsiteX7" fmla="*/ 15526 w 103155"/>
                <a:gd name="connsiteY7" fmla="*/ 103156 h 103155"/>
                <a:gd name="connsiteX8" fmla="*/ 0 w 103155"/>
                <a:gd name="connsiteY8" fmla="*/ 103156 h 103155"/>
                <a:gd name="connsiteX9" fmla="*/ 71819 w 103155"/>
                <a:gd name="connsiteY9" fmla="*/ 64960 h 103155"/>
                <a:gd name="connsiteX10" fmla="*/ 51244 w 103155"/>
                <a:gd name="connsiteY10" fmla="*/ 13811 h 103155"/>
                <a:gd name="connsiteX11" fmla="*/ 30671 w 103155"/>
                <a:gd name="connsiteY11" fmla="*/ 64960 h 103155"/>
                <a:gd name="connsiteX12" fmla="*/ 71819 w 103155"/>
                <a:gd name="connsiteY12" fmla="*/ 64960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155" h="103155">
                  <a:moveTo>
                    <a:pt x="0" y="103156"/>
                  </a:moveTo>
                  <a:lnTo>
                    <a:pt x="44005" y="0"/>
                  </a:lnTo>
                  <a:lnTo>
                    <a:pt x="59531" y="0"/>
                  </a:lnTo>
                  <a:lnTo>
                    <a:pt x="103156" y="103156"/>
                  </a:lnTo>
                  <a:lnTo>
                    <a:pt x="87058" y="103156"/>
                  </a:lnTo>
                  <a:lnTo>
                    <a:pt x="76581" y="77153"/>
                  </a:lnTo>
                  <a:lnTo>
                    <a:pt x="26003" y="77153"/>
                  </a:lnTo>
                  <a:lnTo>
                    <a:pt x="15526" y="103156"/>
                  </a:lnTo>
                  <a:lnTo>
                    <a:pt x="0" y="103156"/>
                  </a:lnTo>
                  <a:close/>
                  <a:moveTo>
                    <a:pt x="71819" y="64960"/>
                  </a:moveTo>
                  <a:lnTo>
                    <a:pt x="51244" y="13811"/>
                  </a:lnTo>
                  <a:lnTo>
                    <a:pt x="30671" y="64960"/>
                  </a:lnTo>
                  <a:lnTo>
                    <a:pt x="71819" y="64960"/>
                  </a:lnTo>
                  <a:close/>
                </a:path>
              </a:pathLst>
            </a:custGeom>
            <a:grpFill/>
            <a:ln w="9525" cap="flat">
              <a:noFill/>
              <a:prstDash val="solid"/>
              <a:miter/>
            </a:ln>
          </p:spPr>
          <p:txBody>
            <a:bodyPr rtlCol="0" anchor="ctr"/>
            <a:lstStyle/>
            <a:p>
              <a:endParaRPr lang="en-GB"/>
            </a:p>
          </p:txBody>
        </p:sp>
        <p:sp>
          <p:nvSpPr>
            <p:cNvPr id="46" name="Freeform: Shape 38">
              <a:extLst>
                <a:ext uri="{FF2B5EF4-FFF2-40B4-BE49-F238E27FC236}">
                  <a16:creationId xmlns:a16="http://schemas.microsoft.com/office/drawing/2014/main" id="{8C452903-DC56-25F4-BC76-2C6E0C53077D}"/>
                </a:ext>
              </a:extLst>
            </p:cNvPr>
            <p:cNvSpPr/>
            <p:nvPr/>
          </p:nvSpPr>
          <p:spPr>
            <a:xfrm>
              <a:off x="2021903" y="3614298"/>
              <a:ext cx="78962" cy="103155"/>
            </a:xfrm>
            <a:custGeom>
              <a:avLst/>
              <a:gdLst>
                <a:gd name="connsiteX0" fmla="*/ 32099 w 78962"/>
                <a:gd name="connsiteY0" fmla="*/ 103156 h 103155"/>
                <a:gd name="connsiteX1" fmla="*/ 32099 w 78962"/>
                <a:gd name="connsiteY1" fmla="*/ 12954 h 103155"/>
                <a:gd name="connsiteX2" fmla="*/ 0 w 78962"/>
                <a:gd name="connsiteY2" fmla="*/ 12954 h 103155"/>
                <a:gd name="connsiteX3" fmla="*/ 0 w 78962"/>
                <a:gd name="connsiteY3" fmla="*/ 0 h 103155"/>
                <a:gd name="connsiteX4" fmla="*/ 78962 w 78962"/>
                <a:gd name="connsiteY4" fmla="*/ 0 h 103155"/>
                <a:gd name="connsiteX5" fmla="*/ 78962 w 78962"/>
                <a:gd name="connsiteY5" fmla="*/ 12954 h 103155"/>
                <a:gd name="connsiteX6" fmla="*/ 46863 w 78962"/>
                <a:gd name="connsiteY6" fmla="*/ 12954 h 103155"/>
                <a:gd name="connsiteX7" fmla="*/ 46863 w 78962"/>
                <a:gd name="connsiteY7" fmla="*/ 103156 h 103155"/>
                <a:gd name="connsiteX8" fmla="*/ 32099 w 78962"/>
                <a:gd name="connsiteY8"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62" h="103155">
                  <a:moveTo>
                    <a:pt x="32099" y="103156"/>
                  </a:moveTo>
                  <a:lnTo>
                    <a:pt x="32099" y="12954"/>
                  </a:lnTo>
                  <a:lnTo>
                    <a:pt x="0" y="12954"/>
                  </a:lnTo>
                  <a:lnTo>
                    <a:pt x="0" y="0"/>
                  </a:lnTo>
                  <a:lnTo>
                    <a:pt x="78962" y="0"/>
                  </a:lnTo>
                  <a:lnTo>
                    <a:pt x="78962" y="12954"/>
                  </a:lnTo>
                  <a:lnTo>
                    <a:pt x="46863" y="12954"/>
                  </a:lnTo>
                  <a:lnTo>
                    <a:pt x="46863" y="103156"/>
                  </a:lnTo>
                  <a:lnTo>
                    <a:pt x="32099" y="103156"/>
                  </a:lnTo>
                  <a:close/>
                </a:path>
              </a:pathLst>
            </a:custGeom>
            <a:grpFill/>
            <a:ln w="9525" cap="flat">
              <a:noFill/>
              <a:prstDash val="solid"/>
              <a:miter/>
            </a:ln>
          </p:spPr>
          <p:txBody>
            <a:bodyPr rtlCol="0" anchor="ctr"/>
            <a:lstStyle/>
            <a:p>
              <a:endParaRPr lang="en-GB"/>
            </a:p>
          </p:txBody>
        </p:sp>
        <p:sp>
          <p:nvSpPr>
            <p:cNvPr id="47" name="Freeform: Shape 39">
              <a:extLst>
                <a:ext uri="{FF2B5EF4-FFF2-40B4-BE49-F238E27FC236}">
                  <a16:creationId xmlns:a16="http://schemas.microsoft.com/office/drawing/2014/main" id="{E0F1E513-76B1-65CE-6065-41D5E590A2FB}"/>
                </a:ext>
              </a:extLst>
            </p:cNvPr>
            <p:cNvSpPr/>
            <p:nvPr/>
          </p:nvSpPr>
          <p:spPr>
            <a:xfrm>
              <a:off x="2145251" y="3614299"/>
              <a:ext cx="14763" cy="103155"/>
            </a:xfrm>
            <a:custGeom>
              <a:avLst/>
              <a:gdLst>
                <a:gd name="connsiteX0" fmla="*/ 0 w 14763"/>
                <a:gd name="connsiteY0" fmla="*/ 0 h 103155"/>
                <a:gd name="connsiteX1" fmla="*/ 14764 w 14763"/>
                <a:gd name="connsiteY1" fmla="*/ 0 h 103155"/>
                <a:gd name="connsiteX2" fmla="*/ 14764 w 14763"/>
                <a:gd name="connsiteY2" fmla="*/ 103156 h 103155"/>
                <a:gd name="connsiteX3" fmla="*/ 0 w 14763"/>
                <a:gd name="connsiteY3" fmla="*/ 103156 h 103155"/>
              </a:gdLst>
              <a:ahLst/>
              <a:cxnLst>
                <a:cxn ang="0">
                  <a:pos x="connsiteX0" y="connsiteY0"/>
                </a:cxn>
                <a:cxn ang="0">
                  <a:pos x="connsiteX1" y="connsiteY1"/>
                </a:cxn>
                <a:cxn ang="0">
                  <a:pos x="connsiteX2" y="connsiteY2"/>
                </a:cxn>
                <a:cxn ang="0">
                  <a:pos x="connsiteX3" y="connsiteY3"/>
                </a:cxn>
              </a:cxnLst>
              <a:rect l="l" t="t" r="r" b="b"/>
              <a:pathLst>
                <a:path w="14763" h="103155">
                  <a:moveTo>
                    <a:pt x="0" y="0"/>
                  </a:moveTo>
                  <a:lnTo>
                    <a:pt x="14764" y="0"/>
                  </a:lnTo>
                  <a:lnTo>
                    <a:pt x="14764" y="103156"/>
                  </a:lnTo>
                  <a:lnTo>
                    <a:pt x="0" y="103156"/>
                  </a:lnTo>
                  <a:close/>
                </a:path>
              </a:pathLst>
            </a:custGeom>
            <a:grpFill/>
            <a:ln w="9525" cap="flat">
              <a:noFill/>
              <a:prstDash val="solid"/>
              <a:miter/>
            </a:ln>
          </p:spPr>
          <p:txBody>
            <a:bodyPr rtlCol="0" anchor="ctr"/>
            <a:lstStyle/>
            <a:p>
              <a:endParaRPr lang="en-GB"/>
            </a:p>
          </p:txBody>
        </p:sp>
        <p:sp>
          <p:nvSpPr>
            <p:cNvPr id="48" name="Freeform: Shape 40">
              <a:extLst>
                <a:ext uri="{FF2B5EF4-FFF2-40B4-BE49-F238E27FC236}">
                  <a16:creationId xmlns:a16="http://schemas.microsoft.com/office/drawing/2014/main" id="{580CE6DA-A4D8-AC92-F014-CFB12CBFB091}"/>
                </a:ext>
              </a:extLst>
            </p:cNvPr>
            <p:cNvSpPr/>
            <p:nvPr/>
          </p:nvSpPr>
          <p:spPr>
            <a:xfrm>
              <a:off x="2210593" y="3612489"/>
              <a:ext cx="99345" cy="106775"/>
            </a:xfrm>
            <a:custGeom>
              <a:avLst/>
              <a:gdLst>
                <a:gd name="connsiteX0" fmla="*/ 0 w 99345"/>
                <a:gd name="connsiteY0" fmla="*/ 53340 h 106775"/>
                <a:gd name="connsiteX1" fmla="*/ 13145 w 99345"/>
                <a:gd name="connsiteY1" fmla="*/ 15240 h 106775"/>
                <a:gd name="connsiteX2" fmla="*/ 49625 w 99345"/>
                <a:gd name="connsiteY2" fmla="*/ 0 h 106775"/>
                <a:gd name="connsiteX3" fmla="*/ 86296 w 99345"/>
                <a:gd name="connsiteY3" fmla="*/ 15240 h 106775"/>
                <a:gd name="connsiteX4" fmla="*/ 99346 w 99345"/>
                <a:gd name="connsiteY4" fmla="*/ 53340 h 106775"/>
                <a:gd name="connsiteX5" fmla="*/ 86296 w 99345"/>
                <a:gd name="connsiteY5" fmla="*/ 91821 h 106775"/>
                <a:gd name="connsiteX6" fmla="*/ 49625 w 99345"/>
                <a:gd name="connsiteY6" fmla="*/ 106775 h 106775"/>
                <a:gd name="connsiteX7" fmla="*/ 12954 w 99345"/>
                <a:gd name="connsiteY7" fmla="*/ 91821 h 106775"/>
                <a:gd name="connsiteX8" fmla="*/ 0 w 99345"/>
                <a:gd name="connsiteY8" fmla="*/ 53340 h 106775"/>
                <a:gd name="connsiteX9" fmla="*/ 15621 w 99345"/>
                <a:gd name="connsiteY9" fmla="*/ 53340 h 106775"/>
                <a:gd name="connsiteX10" fmla="*/ 23717 w 99345"/>
                <a:gd name="connsiteY10" fmla="*/ 81248 h 106775"/>
                <a:gd name="connsiteX11" fmla="*/ 49625 w 99345"/>
                <a:gd name="connsiteY11" fmla="*/ 93631 h 106775"/>
                <a:gd name="connsiteX12" fmla="*/ 75533 w 99345"/>
                <a:gd name="connsiteY12" fmla="*/ 81248 h 106775"/>
                <a:gd name="connsiteX13" fmla="*/ 83629 w 99345"/>
                <a:gd name="connsiteY13" fmla="*/ 53340 h 106775"/>
                <a:gd name="connsiteX14" fmla="*/ 75152 w 99345"/>
                <a:gd name="connsiteY14" fmla="*/ 25241 h 106775"/>
                <a:gd name="connsiteX15" fmla="*/ 49625 w 99345"/>
                <a:gd name="connsiteY15" fmla="*/ 12954 h 106775"/>
                <a:gd name="connsiteX16" fmla="*/ 24098 w 99345"/>
                <a:gd name="connsiteY16" fmla="*/ 25241 h 106775"/>
                <a:gd name="connsiteX17" fmla="*/ 15716 w 99345"/>
                <a:gd name="connsiteY17" fmla="*/ 53340 h 10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345" h="106775">
                  <a:moveTo>
                    <a:pt x="0" y="53340"/>
                  </a:moveTo>
                  <a:cubicBezTo>
                    <a:pt x="0" y="37719"/>
                    <a:pt x="4382" y="24955"/>
                    <a:pt x="13145" y="15240"/>
                  </a:cubicBezTo>
                  <a:cubicBezTo>
                    <a:pt x="22098" y="5048"/>
                    <a:pt x="34290" y="0"/>
                    <a:pt x="49625" y="0"/>
                  </a:cubicBezTo>
                  <a:cubicBezTo>
                    <a:pt x="64961" y="0"/>
                    <a:pt x="77248" y="5048"/>
                    <a:pt x="86296" y="15240"/>
                  </a:cubicBezTo>
                  <a:cubicBezTo>
                    <a:pt x="94964" y="24955"/>
                    <a:pt x="99346" y="37719"/>
                    <a:pt x="99346" y="53340"/>
                  </a:cubicBezTo>
                  <a:cubicBezTo>
                    <a:pt x="99346" y="68961"/>
                    <a:pt x="94964" y="82105"/>
                    <a:pt x="86296" y="91821"/>
                  </a:cubicBezTo>
                  <a:cubicBezTo>
                    <a:pt x="77343" y="101822"/>
                    <a:pt x="65056" y="106775"/>
                    <a:pt x="49625" y="106775"/>
                  </a:cubicBezTo>
                  <a:cubicBezTo>
                    <a:pt x="34195" y="106775"/>
                    <a:pt x="21908" y="101822"/>
                    <a:pt x="12954" y="91821"/>
                  </a:cubicBezTo>
                  <a:cubicBezTo>
                    <a:pt x="4286" y="82201"/>
                    <a:pt x="0" y="69342"/>
                    <a:pt x="0" y="53340"/>
                  </a:cubicBezTo>
                  <a:moveTo>
                    <a:pt x="15621" y="53340"/>
                  </a:moveTo>
                  <a:cubicBezTo>
                    <a:pt x="15621" y="64579"/>
                    <a:pt x="18288" y="73914"/>
                    <a:pt x="23717" y="81248"/>
                  </a:cubicBezTo>
                  <a:cubicBezTo>
                    <a:pt x="29813" y="89535"/>
                    <a:pt x="38481" y="93631"/>
                    <a:pt x="49625" y="93631"/>
                  </a:cubicBezTo>
                  <a:cubicBezTo>
                    <a:pt x="60770" y="93631"/>
                    <a:pt x="69437" y="89535"/>
                    <a:pt x="75533" y="81248"/>
                  </a:cubicBezTo>
                  <a:cubicBezTo>
                    <a:pt x="80963" y="73819"/>
                    <a:pt x="83629" y="64579"/>
                    <a:pt x="83629" y="53340"/>
                  </a:cubicBezTo>
                  <a:cubicBezTo>
                    <a:pt x="83629" y="42100"/>
                    <a:pt x="80772" y="32766"/>
                    <a:pt x="75152" y="25241"/>
                  </a:cubicBezTo>
                  <a:cubicBezTo>
                    <a:pt x="68961" y="17050"/>
                    <a:pt x="60388" y="12954"/>
                    <a:pt x="49625" y="12954"/>
                  </a:cubicBezTo>
                  <a:cubicBezTo>
                    <a:pt x="38862" y="12954"/>
                    <a:pt x="30289" y="17050"/>
                    <a:pt x="24098" y="25241"/>
                  </a:cubicBezTo>
                  <a:cubicBezTo>
                    <a:pt x="18479" y="32766"/>
                    <a:pt x="15716" y="42100"/>
                    <a:pt x="15716" y="53340"/>
                  </a:cubicBezTo>
                </a:path>
              </a:pathLst>
            </a:custGeom>
            <a:grpFill/>
            <a:ln w="9525" cap="flat">
              <a:noFill/>
              <a:prstDash val="solid"/>
              <a:miter/>
            </a:ln>
          </p:spPr>
          <p:txBody>
            <a:bodyPr rtlCol="0" anchor="ctr"/>
            <a:lstStyle/>
            <a:p>
              <a:endParaRPr lang="en-GB"/>
            </a:p>
          </p:txBody>
        </p:sp>
        <p:sp>
          <p:nvSpPr>
            <p:cNvPr id="49" name="Freeform: Shape 41">
              <a:extLst>
                <a:ext uri="{FF2B5EF4-FFF2-40B4-BE49-F238E27FC236}">
                  <a16:creationId xmlns:a16="http://schemas.microsoft.com/office/drawing/2014/main" id="{BF9C919C-3E45-BE0C-CF32-42F06E59DC7D}"/>
                </a:ext>
              </a:extLst>
            </p:cNvPr>
            <p:cNvSpPr/>
            <p:nvPr/>
          </p:nvSpPr>
          <p:spPr>
            <a:xfrm>
              <a:off x="2358802" y="3614298"/>
              <a:ext cx="80771" cy="103155"/>
            </a:xfrm>
            <a:custGeom>
              <a:avLst/>
              <a:gdLst>
                <a:gd name="connsiteX0" fmla="*/ 0 w 80771"/>
                <a:gd name="connsiteY0" fmla="*/ 103156 h 103155"/>
                <a:gd name="connsiteX1" fmla="*/ 0 w 80771"/>
                <a:gd name="connsiteY1" fmla="*/ 0 h 103155"/>
                <a:gd name="connsiteX2" fmla="*/ 20098 w 80771"/>
                <a:gd name="connsiteY2" fmla="*/ 0 h 103155"/>
                <a:gd name="connsiteX3" fmla="*/ 65627 w 80771"/>
                <a:gd name="connsiteY3" fmla="*/ 83058 h 103155"/>
                <a:gd name="connsiteX4" fmla="*/ 65913 w 80771"/>
                <a:gd name="connsiteY4" fmla="*/ 83058 h 103155"/>
                <a:gd name="connsiteX5" fmla="*/ 65913 w 80771"/>
                <a:gd name="connsiteY5" fmla="*/ 0 h 103155"/>
                <a:gd name="connsiteX6" fmla="*/ 80772 w 80771"/>
                <a:gd name="connsiteY6" fmla="*/ 0 h 103155"/>
                <a:gd name="connsiteX7" fmla="*/ 80772 w 80771"/>
                <a:gd name="connsiteY7" fmla="*/ 103156 h 103155"/>
                <a:gd name="connsiteX8" fmla="*/ 61817 w 80771"/>
                <a:gd name="connsiteY8" fmla="*/ 103156 h 103155"/>
                <a:gd name="connsiteX9" fmla="*/ 15050 w 80771"/>
                <a:gd name="connsiteY9" fmla="*/ 18288 h 103155"/>
                <a:gd name="connsiteX10" fmla="*/ 14764 w 80771"/>
                <a:gd name="connsiteY10" fmla="*/ 18288 h 103155"/>
                <a:gd name="connsiteX11" fmla="*/ 14764 w 80771"/>
                <a:gd name="connsiteY11" fmla="*/ 103156 h 103155"/>
                <a:gd name="connsiteX12" fmla="*/ 0 w 80771"/>
                <a:gd name="connsiteY12"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771" h="103155">
                  <a:moveTo>
                    <a:pt x="0" y="103156"/>
                  </a:moveTo>
                  <a:lnTo>
                    <a:pt x="0" y="0"/>
                  </a:lnTo>
                  <a:lnTo>
                    <a:pt x="20098" y="0"/>
                  </a:lnTo>
                  <a:lnTo>
                    <a:pt x="65627" y="83058"/>
                  </a:lnTo>
                  <a:lnTo>
                    <a:pt x="65913" y="83058"/>
                  </a:lnTo>
                  <a:lnTo>
                    <a:pt x="65913" y="0"/>
                  </a:lnTo>
                  <a:lnTo>
                    <a:pt x="80772" y="0"/>
                  </a:lnTo>
                  <a:lnTo>
                    <a:pt x="80772" y="103156"/>
                  </a:lnTo>
                  <a:lnTo>
                    <a:pt x="61817" y="103156"/>
                  </a:lnTo>
                  <a:lnTo>
                    <a:pt x="15050" y="18288"/>
                  </a:lnTo>
                  <a:lnTo>
                    <a:pt x="14764" y="18288"/>
                  </a:lnTo>
                  <a:lnTo>
                    <a:pt x="14764" y="103156"/>
                  </a:lnTo>
                  <a:lnTo>
                    <a:pt x="0" y="103156"/>
                  </a:lnTo>
                  <a:close/>
                </a:path>
              </a:pathLst>
            </a:custGeom>
            <a:grpFill/>
            <a:ln w="9525" cap="flat">
              <a:noFill/>
              <a:prstDash val="solid"/>
              <a:miter/>
            </a:ln>
          </p:spPr>
          <p:txBody>
            <a:bodyPr rtlCol="0" anchor="ctr"/>
            <a:lstStyle/>
            <a:p>
              <a:endParaRPr lang="en-GB"/>
            </a:p>
          </p:txBody>
        </p:sp>
        <p:sp>
          <p:nvSpPr>
            <p:cNvPr id="50" name="Freeform: Shape 42">
              <a:extLst>
                <a:ext uri="{FF2B5EF4-FFF2-40B4-BE49-F238E27FC236}">
                  <a16:creationId xmlns:a16="http://schemas.microsoft.com/office/drawing/2014/main" id="{D3CF160F-4B8C-EDF9-6CBE-238C79E1C3AD}"/>
                </a:ext>
              </a:extLst>
            </p:cNvPr>
            <p:cNvSpPr/>
            <p:nvPr/>
          </p:nvSpPr>
          <p:spPr>
            <a:xfrm>
              <a:off x="970533" y="2918783"/>
              <a:ext cx="854201" cy="422719"/>
            </a:xfrm>
            <a:custGeom>
              <a:avLst/>
              <a:gdLst>
                <a:gd name="connsiteX0" fmla="*/ 321469 w 854201"/>
                <a:gd name="connsiteY0" fmla="*/ 41339 h 422719"/>
                <a:gd name="connsiteX1" fmla="*/ 0 w 854201"/>
                <a:gd name="connsiteY1" fmla="*/ 0 h 422719"/>
                <a:gd name="connsiteX2" fmla="*/ 854202 w 854201"/>
                <a:gd name="connsiteY2" fmla="*/ 422719 h 422719"/>
                <a:gd name="connsiteX3" fmla="*/ 321469 w 854201"/>
                <a:gd name="connsiteY3" fmla="*/ 41339 h 422719"/>
              </a:gdLst>
              <a:ahLst/>
              <a:cxnLst>
                <a:cxn ang="0">
                  <a:pos x="connsiteX0" y="connsiteY0"/>
                </a:cxn>
                <a:cxn ang="0">
                  <a:pos x="connsiteX1" y="connsiteY1"/>
                </a:cxn>
                <a:cxn ang="0">
                  <a:pos x="connsiteX2" y="connsiteY2"/>
                </a:cxn>
                <a:cxn ang="0">
                  <a:pos x="connsiteX3" y="connsiteY3"/>
                </a:cxn>
              </a:cxnLst>
              <a:rect l="l" t="t" r="r" b="b"/>
              <a:pathLst>
                <a:path w="854201" h="422719">
                  <a:moveTo>
                    <a:pt x="321469" y="41339"/>
                  </a:moveTo>
                  <a:lnTo>
                    <a:pt x="0" y="0"/>
                  </a:lnTo>
                  <a:lnTo>
                    <a:pt x="854202" y="422719"/>
                  </a:lnTo>
                  <a:lnTo>
                    <a:pt x="321469" y="41339"/>
                  </a:lnTo>
                  <a:close/>
                </a:path>
              </a:pathLst>
            </a:custGeom>
            <a:grpFill/>
            <a:ln w="9525" cap="flat">
              <a:noFill/>
              <a:prstDash val="solid"/>
              <a:miter/>
            </a:ln>
          </p:spPr>
          <p:txBody>
            <a:bodyPr rtlCol="0" anchor="ctr"/>
            <a:lstStyle/>
            <a:p>
              <a:endParaRPr lang="en-GB"/>
            </a:p>
          </p:txBody>
        </p:sp>
        <p:sp>
          <p:nvSpPr>
            <p:cNvPr id="51" name="Freeform: Shape 43">
              <a:extLst>
                <a:ext uri="{FF2B5EF4-FFF2-40B4-BE49-F238E27FC236}">
                  <a16:creationId xmlns:a16="http://schemas.microsoft.com/office/drawing/2014/main" id="{9DBD0412-916F-5420-A9F9-18293F157501}"/>
                </a:ext>
              </a:extLst>
            </p:cNvPr>
            <p:cNvSpPr/>
            <p:nvPr/>
          </p:nvSpPr>
          <p:spPr>
            <a:xfrm>
              <a:off x="1292002" y="2882207"/>
              <a:ext cx="534638" cy="453389"/>
            </a:xfrm>
            <a:custGeom>
              <a:avLst/>
              <a:gdLst>
                <a:gd name="connsiteX0" fmla="*/ 257080 w 534638"/>
                <a:gd name="connsiteY0" fmla="*/ 69914 h 453389"/>
                <a:gd name="connsiteX1" fmla="*/ 0 w 534638"/>
                <a:gd name="connsiteY1" fmla="*/ 0 h 453389"/>
                <a:gd name="connsiteX2" fmla="*/ 534638 w 534638"/>
                <a:gd name="connsiteY2" fmla="*/ 453390 h 453389"/>
                <a:gd name="connsiteX3" fmla="*/ 257080 w 534638"/>
                <a:gd name="connsiteY3" fmla="*/ 69914 h 453389"/>
              </a:gdLst>
              <a:ahLst/>
              <a:cxnLst>
                <a:cxn ang="0">
                  <a:pos x="connsiteX0" y="connsiteY0"/>
                </a:cxn>
                <a:cxn ang="0">
                  <a:pos x="connsiteX1" y="connsiteY1"/>
                </a:cxn>
                <a:cxn ang="0">
                  <a:pos x="connsiteX2" y="connsiteY2"/>
                </a:cxn>
                <a:cxn ang="0">
                  <a:pos x="connsiteX3" y="connsiteY3"/>
                </a:cxn>
              </a:cxnLst>
              <a:rect l="l" t="t" r="r" b="b"/>
              <a:pathLst>
                <a:path w="534638" h="453389">
                  <a:moveTo>
                    <a:pt x="257080" y="69914"/>
                  </a:moveTo>
                  <a:lnTo>
                    <a:pt x="0" y="0"/>
                  </a:lnTo>
                  <a:lnTo>
                    <a:pt x="534638" y="453390"/>
                  </a:lnTo>
                  <a:lnTo>
                    <a:pt x="257080" y="69914"/>
                  </a:lnTo>
                  <a:close/>
                </a:path>
              </a:pathLst>
            </a:custGeom>
            <a:grpFill/>
            <a:ln w="9525" cap="flat">
              <a:noFill/>
              <a:prstDash val="solid"/>
              <a:miter/>
            </a:ln>
          </p:spPr>
          <p:txBody>
            <a:bodyPr rtlCol="0" anchor="ctr"/>
            <a:lstStyle/>
            <a:p>
              <a:endParaRPr lang="en-GB"/>
            </a:p>
          </p:txBody>
        </p:sp>
        <p:sp>
          <p:nvSpPr>
            <p:cNvPr id="52" name="Freeform: Shape 44">
              <a:extLst>
                <a:ext uri="{FF2B5EF4-FFF2-40B4-BE49-F238E27FC236}">
                  <a16:creationId xmlns:a16="http://schemas.microsoft.com/office/drawing/2014/main" id="{0CD56C9E-D97F-7578-3299-3AFD1183BD3D}"/>
                </a:ext>
              </a:extLst>
            </p:cNvPr>
            <p:cNvSpPr/>
            <p:nvPr/>
          </p:nvSpPr>
          <p:spPr>
            <a:xfrm>
              <a:off x="1856072" y="2918688"/>
              <a:ext cx="854202" cy="422814"/>
            </a:xfrm>
            <a:custGeom>
              <a:avLst/>
              <a:gdLst>
                <a:gd name="connsiteX0" fmla="*/ 532733 w 854202"/>
                <a:gd name="connsiteY0" fmla="*/ 41434 h 422814"/>
                <a:gd name="connsiteX1" fmla="*/ 854202 w 854202"/>
                <a:gd name="connsiteY1" fmla="*/ 0 h 422814"/>
                <a:gd name="connsiteX2" fmla="*/ 0 w 854202"/>
                <a:gd name="connsiteY2" fmla="*/ 422815 h 422814"/>
                <a:gd name="connsiteX3" fmla="*/ 532733 w 854202"/>
                <a:gd name="connsiteY3" fmla="*/ 41434 h 422814"/>
              </a:gdLst>
              <a:ahLst/>
              <a:cxnLst>
                <a:cxn ang="0">
                  <a:pos x="connsiteX0" y="connsiteY0"/>
                </a:cxn>
                <a:cxn ang="0">
                  <a:pos x="connsiteX1" y="connsiteY1"/>
                </a:cxn>
                <a:cxn ang="0">
                  <a:pos x="connsiteX2" y="connsiteY2"/>
                </a:cxn>
                <a:cxn ang="0">
                  <a:pos x="connsiteX3" y="connsiteY3"/>
                </a:cxn>
              </a:cxnLst>
              <a:rect l="l" t="t" r="r" b="b"/>
              <a:pathLst>
                <a:path w="854202" h="422814">
                  <a:moveTo>
                    <a:pt x="532733" y="41434"/>
                  </a:moveTo>
                  <a:lnTo>
                    <a:pt x="854202" y="0"/>
                  </a:lnTo>
                  <a:lnTo>
                    <a:pt x="0" y="422815"/>
                  </a:lnTo>
                  <a:lnTo>
                    <a:pt x="532733" y="41434"/>
                  </a:lnTo>
                  <a:close/>
                </a:path>
              </a:pathLst>
            </a:custGeom>
            <a:grpFill/>
            <a:ln w="9525" cap="flat">
              <a:noFill/>
              <a:prstDash val="solid"/>
              <a:miter/>
            </a:ln>
          </p:spPr>
          <p:txBody>
            <a:bodyPr rtlCol="0" anchor="ctr"/>
            <a:lstStyle/>
            <a:p>
              <a:endParaRPr lang="en-GB"/>
            </a:p>
          </p:txBody>
        </p:sp>
        <p:sp>
          <p:nvSpPr>
            <p:cNvPr id="53" name="Freeform: Shape 45">
              <a:extLst>
                <a:ext uri="{FF2B5EF4-FFF2-40B4-BE49-F238E27FC236}">
                  <a16:creationId xmlns:a16="http://schemas.microsoft.com/office/drawing/2014/main" id="{D03FBC7E-1FB0-F546-9543-8AC73243478C}"/>
                </a:ext>
              </a:extLst>
            </p:cNvPr>
            <p:cNvSpPr/>
            <p:nvPr/>
          </p:nvSpPr>
          <p:spPr>
            <a:xfrm>
              <a:off x="1854167" y="2882207"/>
              <a:ext cx="534638" cy="453294"/>
            </a:xfrm>
            <a:custGeom>
              <a:avLst/>
              <a:gdLst>
                <a:gd name="connsiteX0" fmla="*/ 277654 w 534638"/>
                <a:gd name="connsiteY0" fmla="*/ 69914 h 453294"/>
                <a:gd name="connsiteX1" fmla="*/ 534638 w 534638"/>
                <a:gd name="connsiteY1" fmla="*/ 0 h 453294"/>
                <a:gd name="connsiteX2" fmla="*/ 0 w 534638"/>
                <a:gd name="connsiteY2" fmla="*/ 453295 h 453294"/>
                <a:gd name="connsiteX3" fmla="*/ 277654 w 534638"/>
                <a:gd name="connsiteY3" fmla="*/ 69914 h 453294"/>
              </a:gdLst>
              <a:ahLst/>
              <a:cxnLst>
                <a:cxn ang="0">
                  <a:pos x="connsiteX0" y="connsiteY0"/>
                </a:cxn>
                <a:cxn ang="0">
                  <a:pos x="connsiteX1" y="connsiteY1"/>
                </a:cxn>
                <a:cxn ang="0">
                  <a:pos x="connsiteX2" y="connsiteY2"/>
                </a:cxn>
                <a:cxn ang="0">
                  <a:pos x="connsiteX3" y="connsiteY3"/>
                </a:cxn>
              </a:cxnLst>
              <a:rect l="l" t="t" r="r" b="b"/>
              <a:pathLst>
                <a:path w="534638" h="453294">
                  <a:moveTo>
                    <a:pt x="277654" y="69914"/>
                  </a:moveTo>
                  <a:lnTo>
                    <a:pt x="534638" y="0"/>
                  </a:lnTo>
                  <a:lnTo>
                    <a:pt x="0" y="453295"/>
                  </a:lnTo>
                  <a:lnTo>
                    <a:pt x="277654" y="69914"/>
                  </a:lnTo>
                  <a:close/>
                </a:path>
              </a:pathLst>
            </a:custGeom>
            <a:grpFill/>
            <a:ln w="9525" cap="flat">
              <a:noFill/>
              <a:prstDash val="solid"/>
              <a:miter/>
            </a:ln>
          </p:spPr>
          <p:txBody>
            <a:bodyPr rtlCol="0" anchor="ctr"/>
            <a:lstStyle/>
            <a:p>
              <a:endParaRPr lang="en-GB"/>
            </a:p>
          </p:txBody>
        </p:sp>
        <p:sp>
          <p:nvSpPr>
            <p:cNvPr id="54" name="Freeform: Shape 46">
              <a:extLst>
                <a:ext uri="{FF2B5EF4-FFF2-40B4-BE49-F238E27FC236}">
                  <a16:creationId xmlns:a16="http://schemas.microsoft.com/office/drawing/2014/main" id="{B31390DA-1D9B-FE05-0048-4672E630345C}"/>
                </a:ext>
              </a:extLst>
            </p:cNvPr>
            <p:cNvSpPr/>
            <p:nvPr/>
          </p:nvSpPr>
          <p:spPr>
            <a:xfrm>
              <a:off x="1523935" y="2846965"/>
              <a:ext cx="633031" cy="495109"/>
            </a:xfrm>
            <a:custGeom>
              <a:avLst/>
              <a:gdLst>
                <a:gd name="connsiteX0" fmla="*/ 633032 w 633031"/>
                <a:gd name="connsiteY0" fmla="*/ 0 h 495109"/>
                <a:gd name="connsiteX1" fmla="*/ 426720 w 633031"/>
                <a:gd name="connsiteY1" fmla="*/ 97727 h 495109"/>
                <a:gd name="connsiteX2" fmla="*/ 388239 w 633031"/>
                <a:gd name="connsiteY2" fmla="*/ 252413 h 495109"/>
                <a:gd name="connsiteX3" fmla="*/ 316516 w 633031"/>
                <a:gd name="connsiteY3" fmla="*/ 111062 h 495109"/>
                <a:gd name="connsiteX4" fmla="*/ 244412 w 633031"/>
                <a:gd name="connsiteY4" fmla="*/ 252413 h 495109"/>
                <a:gd name="connsiteX5" fmla="*/ 206216 w 633031"/>
                <a:gd name="connsiteY5" fmla="*/ 97727 h 495109"/>
                <a:gd name="connsiteX6" fmla="*/ 0 w 633031"/>
                <a:gd name="connsiteY6" fmla="*/ 0 h 495109"/>
                <a:gd name="connsiteX7" fmla="*/ 316516 w 633031"/>
                <a:gd name="connsiteY7" fmla="*/ 495110 h 495109"/>
                <a:gd name="connsiteX8" fmla="*/ 633032 w 633031"/>
                <a:gd name="connsiteY8" fmla="*/ 0 h 495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3031" h="495109">
                  <a:moveTo>
                    <a:pt x="633032" y="0"/>
                  </a:moveTo>
                  <a:lnTo>
                    <a:pt x="426720" y="97727"/>
                  </a:lnTo>
                  <a:lnTo>
                    <a:pt x="388239" y="252413"/>
                  </a:lnTo>
                  <a:lnTo>
                    <a:pt x="316516" y="111062"/>
                  </a:lnTo>
                  <a:lnTo>
                    <a:pt x="244412" y="252413"/>
                  </a:lnTo>
                  <a:lnTo>
                    <a:pt x="206216" y="97727"/>
                  </a:lnTo>
                  <a:lnTo>
                    <a:pt x="0" y="0"/>
                  </a:lnTo>
                  <a:lnTo>
                    <a:pt x="316516" y="495110"/>
                  </a:lnTo>
                  <a:lnTo>
                    <a:pt x="633032" y="0"/>
                  </a:lnTo>
                  <a:close/>
                </a:path>
              </a:pathLst>
            </a:custGeom>
            <a:grpFill/>
            <a:ln w="9525" cap="flat">
              <a:noFill/>
              <a:prstDash val="solid"/>
              <a:miter/>
            </a:ln>
          </p:spPr>
          <p:txBody>
            <a:bodyPr rtlCol="0" anchor="ctr"/>
            <a:lstStyle/>
            <a:p>
              <a:endParaRPr lang="en-GB"/>
            </a:p>
          </p:txBody>
        </p:sp>
      </p:grpSp>
      <p:sp>
        <p:nvSpPr>
          <p:cNvPr id="16" name="TextBox 15">
            <a:extLst>
              <a:ext uri="{FF2B5EF4-FFF2-40B4-BE49-F238E27FC236}">
                <a16:creationId xmlns:a16="http://schemas.microsoft.com/office/drawing/2014/main" id="{EB088E22-445A-E5CA-D7F2-A7EE458F11EE}"/>
              </a:ext>
            </a:extLst>
          </p:cNvPr>
          <p:cNvSpPr txBox="1"/>
          <p:nvPr userDrawn="1"/>
        </p:nvSpPr>
        <p:spPr>
          <a:xfrm>
            <a:off x="436106" y="371194"/>
            <a:ext cx="2979103" cy="2308324"/>
          </a:xfrm>
          <a:prstGeom prst="rect">
            <a:avLst/>
          </a:prstGeom>
          <a:noFill/>
        </p:spPr>
        <p:txBody>
          <a:bodyPr wrap="square">
            <a:spAutoFit/>
          </a:bodyPr>
          <a:lstStyle/>
          <a:p>
            <a:r>
              <a:rPr lang="en-US" sz="2400" dirty="0">
                <a:solidFill>
                  <a:schemeClr val="bg1"/>
                </a:solidFill>
                <a:latin typeface="Barlow" panose="00000500000000000000" pitchFamily="2" charset="0"/>
                <a:cs typeface="Arial" panose="020B0604020202020204" pitchFamily="34" charset="0"/>
              </a:rPr>
              <a:t>DEVELOP ENTREPRENEURIAL LEADERS</a:t>
            </a:r>
            <a:r>
              <a:rPr lang="en-US" sz="2400" i="0" dirty="0">
                <a:solidFill>
                  <a:schemeClr val="bg1"/>
                </a:solidFill>
                <a:effectLst/>
                <a:latin typeface="Barlow" panose="00000500000000000000" pitchFamily="2" charset="0"/>
                <a:cs typeface="Arial" panose="020B0604020202020204" pitchFamily="34" charset="0"/>
              </a:rPr>
              <a:t>.</a:t>
            </a:r>
          </a:p>
          <a:p>
            <a:endParaRPr lang="en-US" sz="2400" i="0" dirty="0">
              <a:solidFill>
                <a:schemeClr val="bg1"/>
              </a:solidFill>
              <a:effectLst/>
              <a:latin typeface="Barlow" panose="00000500000000000000" pitchFamily="2" charset="0"/>
              <a:cs typeface="Arial" panose="020B0604020202020204" pitchFamily="34" charset="0"/>
            </a:endParaRPr>
          </a:p>
          <a:p>
            <a:r>
              <a:rPr lang="en-US" sz="2400" i="0" dirty="0">
                <a:solidFill>
                  <a:schemeClr val="bg1"/>
                </a:solidFill>
                <a:effectLst/>
                <a:latin typeface="Barlow" panose="00000500000000000000" pitchFamily="2" charset="0"/>
                <a:cs typeface="Arial" panose="020B0604020202020204" pitchFamily="34" charset="0"/>
              </a:rPr>
              <a:t>WITH</a:t>
            </a:r>
          </a:p>
          <a:p>
            <a:r>
              <a:rPr lang="en-US" sz="2400" b="1" i="0" dirty="0">
                <a:solidFill>
                  <a:schemeClr val="bg1"/>
                </a:solidFill>
                <a:effectLst/>
                <a:latin typeface="Barlow" panose="00000500000000000000" pitchFamily="2" charset="0"/>
                <a:cs typeface="Arial" panose="020B0604020202020204" pitchFamily="34" charset="0"/>
              </a:rPr>
              <a:t>IGNITEX.</a:t>
            </a:r>
            <a:endParaRPr lang="en-US" sz="2400" b="1" dirty="0">
              <a:solidFill>
                <a:schemeClr val="bg1"/>
              </a:solidFill>
              <a:latin typeface="Barlow" panose="00000500000000000000" pitchFamily="2" charset="0"/>
              <a:cs typeface="Arial" panose="020B0604020202020204" pitchFamily="34" charset="0"/>
            </a:endParaRPr>
          </a:p>
        </p:txBody>
      </p:sp>
      <p:sp>
        <p:nvSpPr>
          <p:cNvPr id="19" name="Text Placeholder 17">
            <a:extLst>
              <a:ext uri="{FF2B5EF4-FFF2-40B4-BE49-F238E27FC236}">
                <a16:creationId xmlns:a16="http://schemas.microsoft.com/office/drawing/2014/main" id="{C6F4358C-284B-D3B6-B847-FFEA7D77F8A6}"/>
              </a:ext>
            </a:extLst>
          </p:cNvPr>
          <p:cNvSpPr>
            <a:spLocks noGrp="1"/>
          </p:cNvSpPr>
          <p:nvPr>
            <p:ph type="body" sz="quarter" idx="13" hasCustomPrompt="1"/>
          </p:nvPr>
        </p:nvSpPr>
        <p:spPr>
          <a:xfrm>
            <a:off x="360858" y="5135898"/>
            <a:ext cx="5302250" cy="584200"/>
          </a:xfrm>
        </p:spPr>
        <p:txBody>
          <a:bodyPr/>
          <a:lstStyle>
            <a:lvl1pPr marL="0" indent="0">
              <a:buNone/>
              <a:defRPr lang="en-US" sz="3200" b="1" kern="1200" dirty="0" smtClean="0">
                <a:solidFill>
                  <a:schemeClr val="bg1"/>
                </a:solidFill>
                <a:latin typeface="Barlow Medium" panose="00000600000000000000" pitchFamily="2" charset="0"/>
                <a:ea typeface="+mj-ea"/>
                <a:cs typeface="+mj-cs"/>
              </a:defRPr>
            </a:lvl1pPr>
            <a:lvl2pPr>
              <a:defRPr lang="en-US" sz="3200" b="1" kern="1200" dirty="0" smtClean="0">
                <a:solidFill>
                  <a:schemeClr val="bg1"/>
                </a:solidFill>
                <a:latin typeface="Barlow Medium" panose="00000600000000000000" pitchFamily="2" charset="0"/>
                <a:ea typeface="+mj-ea"/>
                <a:cs typeface="+mj-cs"/>
              </a:defRPr>
            </a:lvl2pPr>
            <a:lvl3pPr>
              <a:defRPr lang="en-US" sz="3200" b="1" kern="1200" dirty="0" smtClean="0">
                <a:solidFill>
                  <a:schemeClr val="bg1"/>
                </a:solidFill>
                <a:latin typeface="Barlow Medium" panose="00000600000000000000" pitchFamily="2" charset="0"/>
                <a:ea typeface="+mj-ea"/>
                <a:cs typeface="+mj-cs"/>
              </a:defRPr>
            </a:lvl3pPr>
            <a:lvl4pPr>
              <a:defRPr lang="en-US" sz="3200" b="1" kern="1200" dirty="0" smtClean="0">
                <a:solidFill>
                  <a:schemeClr val="bg1"/>
                </a:solidFill>
                <a:latin typeface="Barlow Medium" panose="00000600000000000000" pitchFamily="2" charset="0"/>
                <a:ea typeface="+mj-ea"/>
                <a:cs typeface="+mj-cs"/>
              </a:defRPr>
            </a:lvl4pPr>
            <a:lvl5pPr>
              <a:defRPr lang="en-IN" sz="3200" b="1" kern="1200" dirty="0">
                <a:solidFill>
                  <a:schemeClr val="bg1"/>
                </a:solidFill>
                <a:latin typeface="Barlow Medium" panose="00000600000000000000" pitchFamily="2" charset="0"/>
                <a:ea typeface="+mj-ea"/>
                <a:cs typeface="+mj-cs"/>
              </a:defRPr>
            </a:lvl5pPr>
          </a:lstStyle>
          <a:p>
            <a:pPr lvl="0"/>
            <a:r>
              <a:rPr lang="en-US"/>
              <a:t>Click to Add Module</a:t>
            </a:r>
            <a:endParaRPr lang="en-IN"/>
          </a:p>
        </p:txBody>
      </p:sp>
      <p:sp>
        <p:nvSpPr>
          <p:cNvPr id="21" name="Text Placeholder 17">
            <a:extLst>
              <a:ext uri="{FF2B5EF4-FFF2-40B4-BE49-F238E27FC236}">
                <a16:creationId xmlns:a16="http://schemas.microsoft.com/office/drawing/2014/main" id="{5BB2488D-8696-C4F9-3652-4CBF73CA11F7}"/>
              </a:ext>
            </a:extLst>
          </p:cNvPr>
          <p:cNvSpPr>
            <a:spLocks noGrp="1"/>
          </p:cNvSpPr>
          <p:nvPr>
            <p:ph type="body" sz="quarter" idx="14" hasCustomPrompt="1"/>
          </p:nvPr>
        </p:nvSpPr>
        <p:spPr>
          <a:xfrm>
            <a:off x="360858" y="5895254"/>
            <a:ext cx="5302250" cy="584200"/>
          </a:xfrm>
        </p:spPr>
        <p:txBody>
          <a:bodyPr>
            <a:normAutofit/>
          </a:bodyPr>
          <a:lstStyle>
            <a:lvl1pPr marL="0" indent="0">
              <a:buNone/>
              <a:defRPr lang="en-IN" sz="2000" kern="1200" dirty="0">
                <a:solidFill>
                  <a:schemeClr val="bg1"/>
                </a:solidFill>
                <a:latin typeface="Open Sans" pitchFamily="2" charset="0"/>
                <a:ea typeface="Open Sans" pitchFamily="2" charset="0"/>
                <a:cs typeface="Open Sans" pitchFamily="2" charset="0"/>
              </a:defRPr>
            </a:lvl1pPr>
            <a:lvl2pPr>
              <a:defRPr lang="en-US" sz="3200" b="1" kern="1200" dirty="0" smtClean="0">
                <a:solidFill>
                  <a:schemeClr val="bg1"/>
                </a:solidFill>
                <a:latin typeface="Barlow Medium" panose="00000600000000000000" pitchFamily="2" charset="0"/>
                <a:ea typeface="+mj-ea"/>
                <a:cs typeface="+mj-cs"/>
              </a:defRPr>
            </a:lvl2pPr>
            <a:lvl3pPr>
              <a:defRPr lang="en-US" sz="3200" b="1" kern="1200" dirty="0" smtClean="0">
                <a:solidFill>
                  <a:schemeClr val="bg1"/>
                </a:solidFill>
                <a:latin typeface="Barlow Medium" panose="00000600000000000000" pitchFamily="2" charset="0"/>
                <a:ea typeface="+mj-ea"/>
                <a:cs typeface="+mj-cs"/>
              </a:defRPr>
            </a:lvl3pPr>
            <a:lvl4pPr>
              <a:defRPr lang="en-US" sz="3200" b="1" kern="1200" dirty="0" smtClean="0">
                <a:solidFill>
                  <a:schemeClr val="bg1"/>
                </a:solidFill>
                <a:latin typeface="Barlow Medium" panose="00000600000000000000" pitchFamily="2" charset="0"/>
                <a:ea typeface="+mj-ea"/>
                <a:cs typeface="+mj-cs"/>
              </a:defRPr>
            </a:lvl4pPr>
            <a:lvl5pPr>
              <a:defRPr lang="en-IN" sz="3200" b="1" kern="1200" dirty="0">
                <a:solidFill>
                  <a:schemeClr val="bg1"/>
                </a:solidFill>
                <a:latin typeface="Barlow Medium" panose="00000600000000000000" pitchFamily="2" charset="0"/>
                <a:ea typeface="+mj-ea"/>
                <a:cs typeface="+mj-cs"/>
              </a:defRPr>
            </a:lvl5pPr>
          </a:lstStyle>
          <a:p>
            <a:pPr lvl="0"/>
            <a:r>
              <a:rPr lang="en-US"/>
              <a:t>Click to Add Lesson</a:t>
            </a:r>
            <a:endParaRPr lang="en-IN"/>
          </a:p>
        </p:txBody>
      </p:sp>
      <p:sp>
        <p:nvSpPr>
          <p:cNvPr id="23" name="Picture Placeholder 22">
            <a:extLst>
              <a:ext uri="{FF2B5EF4-FFF2-40B4-BE49-F238E27FC236}">
                <a16:creationId xmlns:a16="http://schemas.microsoft.com/office/drawing/2014/main" id="{578F6F88-2FE6-45A7-AB8C-550D53F29E1D}"/>
              </a:ext>
            </a:extLst>
          </p:cNvPr>
          <p:cNvSpPr>
            <a:spLocks noGrp="1"/>
          </p:cNvSpPr>
          <p:nvPr>
            <p:ph type="pic" sz="quarter" idx="15"/>
          </p:nvPr>
        </p:nvSpPr>
        <p:spPr>
          <a:xfrm>
            <a:off x="3646488" y="0"/>
            <a:ext cx="8545512" cy="6858000"/>
          </a:xfrm>
        </p:spPr>
        <p:txBody>
          <a:bodyPr/>
          <a:lstStyle/>
          <a:p>
            <a:endParaRPr lang="en-IN"/>
          </a:p>
        </p:txBody>
      </p:sp>
    </p:spTree>
    <p:extLst>
      <p:ext uri="{BB962C8B-B14F-4D97-AF65-F5344CB8AC3E}">
        <p14:creationId xmlns:p14="http://schemas.microsoft.com/office/powerpoint/2010/main" val="17809562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2_Title Slide">
    <p:bg>
      <p:bgPr>
        <a:gradFill>
          <a:gsLst>
            <a:gs pos="100000">
              <a:schemeClr val="tx2"/>
            </a:gs>
            <a:gs pos="0">
              <a:schemeClr val="accent1"/>
            </a:gs>
          </a:gsLst>
          <a:lin ang="5400000" scaled="1"/>
        </a:gradFill>
        <a:effectLst/>
      </p:bgPr>
    </p:bg>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9ECD0644-BEF3-4C85-D9DF-5C08C0FA02EB}"/>
              </a:ext>
            </a:extLst>
          </p:cNvPr>
          <p:cNvGrpSpPr/>
          <p:nvPr userDrawn="1"/>
        </p:nvGrpSpPr>
        <p:grpSpPr>
          <a:xfrm>
            <a:off x="10668000" y="304798"/>
            <a:ext cx="1179720" cy="581555"/>
            <a:chOff x="969962" y="2846965"/>
            <a:chExt cx="1740598" cy="872299"/>
          </a:xfrm>
          <a:solidFill>
            <a:schemeClr val="bg1"/>
          </a:solidFill>
        </p:grpSpPr>
        <p:sp>
          <p:nvSpPr>
            <p:cNvPr id="32" name="Freeform: Shape 23">
              <a:extLst>
                <a:ext uri="{FF2B5EF4-FFF2-40B4-BE49-F238E27FC236}">
                  <a16:creationId xmlns:a16="http://schemas.microsoft.com/office/drawing/2014/main" id="{86846790-9A35-DC90-BCFB-EDB6E03D617D}"/>
                </a:ext>
              </a:extLst>
            </p:cNvPr>
            <p:cNvSpPr/>
            <p:nvPr/>
          </p:nvSpPr>
          <p:spPr>
            <a:xfrm>
              <a:off x="969962" y="3381507"/>
              <a:ext cx="274415" cy="160305"/>
            </a:xfrm>
            <a:custGeom>
              <a:avLst/>
              <a:gdLst>
                <a:gd name="connsiteX0" fmla="*/ 274415 w 274415"/>
                <a:gd name="connsiteY0" fmla="*/ 0 h 160305"/>
                <a:gd name="connsiteX1" fmla="*/ 205931 w 274415"/>
                <a:gd name="connsiteY1" fmla="*/ 160306 h 160305"/>
                <a:gd name="connsiteX2" fmla="*/ 178308 w 274415"/>
                <a:gd name="connsiteY2" fmla="*/ 160306 h 160305"/>
                <a:gd name="connsiteX3" fmla="*/ 137160 w 274415"/>
                <a:gd name="connsiteY3" fmla="*/ 66961 h 160305"/>
                <a:gd name="connsiteX4" fmla="*/ 95059 w 274415"/>
                <a:gd name="connsiteY4" fmla="*/ 160306 h 160305"/>
                <a:gd name="connsiteX5" fmla="*/ 67151 w 274415"/>
                <a:gd name="connsiteY5" fmla="*/ 160306 h 160305"/>
                <a:gd name="connsiteX6" fmla="*/ 0 w 274415"/>
                <a:gd name="connsiteY6" fmla="*/ 0 h 160305"/>
                <a:gd name="connsiteX7" fmla="*/ 49435 w 274415"/>
                <a:gd name="connsiteY7" fmla="*/ 0 h 160305"/>
                <a:gd name="connsiteX8" fmla="*/ 82296 w 274415"/>
                <a:gd name="connsiteY8" fmla="*/ 87725 h 160305"/>
                <a:gd name="connsiteX9" fmla="*/ 120015 w 274415"/>
                <a:gd name="connsiteY9" fmla="*/ 0 h 160305"/>
                <a:gd name="connsiteX10" fmla="*/ 154210 w 274415"/>
                <a:gd name="connsiteY10" fmla="*/ 0 h 160305"/>
                <a:gd name="connsiteX11" fmla="*/ 191167 w 274415"/>
                <a:gd name="connsiteY11" fmla="*/ 87725 h 160305"/>
                <a:gd name="connsiteX12" fmla="*/ 225552 w 274415"/>
                <a:gd name="connsiteY12" fmla="*/ 0 h 160305"/>
                <a:gd name="connsiteX13" fmla="*/ 274415 w 274415"/>
                <a:gd name="connsiteY13" fmla="*/ 0 h 160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4415" h="160305">
                  <a:moveTo>
                    <a:pt x="274415" y="0"/>
                  </a:moveTo>
                  <a:lnTo>
                    <a:pt x="205931" y="160306"/>
                  </a:lnTo>
                  <a:lnTo>
                    <a:pt x="178308" y="160306"/>
                  </a:lnTo>
                  <a:lnTo>
                    <a:pt x="137160" y="66961"/>
                  </a:lnTo>
                  <a:lnTo>
                    <a:pt x="95059" y="160306"/>
                  </a:lnTo>
                  <a:lnTo>
                    <a:pt x="67151" y="160306"/>
                  </a:lnTo>
                  <a:lnTo>
                    <a:pt x="0" y="0"/>
                  </a:lnTo>
                  <a:lnTo>
                    <a:pt x="49435" y="0"/>
                  </a:lnTo>
                  <a:lnTo>
                    <a:pt x="82296" y="87725"/>
                  </a:lnTo>
                  <a:lnTo>
                    <a:pt x="120015" y="0"/>
                  </a:lnTo>
                  <a:lnTo>
                    <a:pt x="154210" y="0"/>
                  </a:lnTo>
                  <a:lnTo>
                    <a:pt x="191167" y="87725"/>
                  </a:lnTo>
                  <a:lnTo>
                    <a:pt x="225552" y="0"/>
                  </a:lnTo>
                  <a:lnTo>
                    <a:pt x="274415" y="0"/>
                  </a:lnTo>
                  <a:close/>
                </a:path>
              </a:pathLst>
            </a:custGeom>
            <a:grpFill/>
            <a:ln w="9525" cap="flat">
              <a:noFill/>
              <a:prstDash val="solid"/>
              <a:miter/>
            </a:ln>
          </p:spPr>
          <p:txBody>
            <a:bodyPr rtlCol="0" anchor="ctr"/>
            <a:lstStyle/>
            <a:p>
              <a:endParaRPr lang="en-GB"/>
            </a:p>
          </p:txBody>
        </p:sp>
        <p:sp>
          <p:nvSpPr>
            <p:cNvPr id="33" name="Freeform: Shape 25">
              <a:extLst>
                <a:ext uri="{FF2B5EF4-FFF2-40B4-BE49-F238E27FC236}">
                  <a16:creationId xmlns:a16="http://schemas.microsoft.com/office/drawing/2014/main" id="{9C4E9CEE-1A49-DE23-64FE-5C945F561132}"/>
                </a:ext>
              </a:extLst>
            </p:cNvPr>
            <p:cNvSpPr/>
            <p:nvPr/>
          </p:nvSpPr>
          <p:spPr>
            <a:xfrm>
              <a:off x="1239614" y="3381412"/>
              <a:ext cx="192595" cy="158305"/>
            </a:xfrm>
            <a:custGeom>
              <a:avLst/>
              <a:gdLst>
                <a:gd name="connsiteX0" fmla="*/ 192596 w 192595"/>
                <a:gd name="connsiteY0" fmla="*/ 158306 h 158305"/>
                <a:gd name="connsiteX1" fmla="*/ 143732 w 192595"/>
                <a:gd name="connsiteY1" fmla="*/ 158306 h 158305"/>
                <a:gd name="connsiteX2" fmla="*/ 130778 w 192595"/>
                <a:gd name="connsiteY2" fmla="*/ 126206 h 158305"/>
                <a:gd name="connsiteX3" fmla="*/ 62008 w 192595"/>
                <a:gd name="connsiteY3" fmla="*/ 126206 h 158305"/>
                <a:gd name="connsiteX4" fmla="*/ 48863 w 192595"/>
                <a:gd name="connsiteY4" fmla="*/ 158306 h 158305"/>
                <a:gd name="connsiteX5" fmla="*/ 0 w 192595"/>
                <a:gd name="connsiteY5" fmla="*/ 158306 h 158305"/>
                <a:gd name="connsiteX6" fmla="*/ 70009 w 192595"/>
                <a:gd name="connsiteY6" fmla="*/ 0 h 158305"/>
                <a:gd name="connsiteX7" fmla="*/ 122777 w 192595"/>
                <a:gd name="connsiteY7" fmla="*/ 0 h 158305"/>
                <a:gd name="connsiteX8" fmla="*/ 192596 w 192595"/>
                <a:gd name="connsiteY8" fmla="*/ 158306 h 158305"/>
                <a:gd name="connsiteX9" fmla="*/ 119920 w 192595"/>
                <a:gd name="connsiteY9" fmla="*/ 98679 h 158305"/>
                <a:gd name="connsiteX10" fmla="*/ 96679 w 192595"/>
                <a:gd name="connsiteY10" fmla="*/ 40862 h 158305"/>
                <a:gd name="connsiteX11" fmla="*/ 73342 w 192595"/>
                <a:gd name="connsiteY11" fmla="*/ 98679 h 158305"/>
                <a:gd name="connsiteX12" fmla="*/ 119920 w 192595"/>
                <a:gd name="connsiteY12" fmla="*/ 98679 h 158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2595" h="158305">
                  <a:moveTo>
                    <a:pt x="192596" y="158306"/>
                  </a:moveTo>
                  <a:lnTo>
                    <a:pt x="143732" y="158306"/>
                  </a:lnTo>
                  <a:lnTo>
                    <a:pt x="130778" y="126206"/>
                  </a:lnTo>
                  <a:lnTo>
                    <a:pt x="62008" y="126206"/>
                  </a:lnTo>
                  <a:lnTo>
                    <a:pt x="48863" y="158306"/>
                  </a:lnTo>
                  <a:lnTo>
                    <a:pt x="0" y="158306"/>
                  </a:lnTo>
                  <a:lnTo>
                    <a:pt x="70009" y="0"/>
                  </a:lnTo>
                  <a:lnTo>
                    <a:pt x="122777" y="0"/>
                  </a:lnTo>
                  <a:lnTo>
                    <a:pt x="192596" y="158306"/>
                  </a:lnTo>
                  <a:close/>
                  <a:moveTo>
                    <a:pt x="119920" y="98679"/>
                  </a:moveTo>
                  <a:lnTo>
                    <a:pt x="96679" y="40862"/>
                  </a:lnTo>
                  <a:lnTo>
                    <a:pt x="73342" y="98679"/>
                  </a:lnTo>
                  <a:lnTo>
                    <a:pt x="119920" y="98679"/>
                  </a:lnTo>
                  <a:close/>
                </a:path>
              </a:pathLst>
            </a:custGeom>
            <a:grpFill/>
            <a:ln w="9525" cap="flat">
              <a:noFill/>
              <a:prstDash val="solid"/>
              <a:miter/>
            </a:ln>
          </p:spPr>
          <p:txBody>
            <a:bodyPr rtlCol="0" anchor="ctr"/>
            <a:lstStyle/>
            <a:p>
              <a:endParaRPr lang="en-GB"/>
            </a:p>
          </p:txBody>
        </p:sp>
        <p:sp>
          <p:nvSpPr>
            <p:cNvPr id="34" name="Freeform: Shape 26">
              <a:extLst>
                <a:ext uri="{FF2B5EF4-FFF2-40B4-BE49-F238E27FC236}">
                  <a16:creationId xmlns:a16="http://schemas.microsoft.com/office/drawing/2014/main" id="{91558449-F5CB-533C-CF65-CA30D8E070A1}"/>
                </a:ext>
              </a:extLst>
            </p:cNvPr>
            <p:cNvSpPr/>
            <p:nvPr/>
          </p:nvSpPr>
          <p:spPr>
            <a:xfrm>
              <a:off x="1483264" y="3381507"/>
              <a:ext cx="162782" cy="158210"/>
            </a:xfrm>
            <a:custGeom>
              <a:avLst/>
              <a:gdLst>
                <a:gd name="connsiteX0" fmla="*/ 162782 w 162782"/>
                <a:gd name="connsiteY0" fmla="*/ 81915 h 158210"/>
                <a:gd name="connsiteX1" fmla="*/ 153924 w 162782"/>
                <a:gd name="connsiteY1" fmla="*/ 120968 h 158210"/>
                <a:gd name="connsiteX2" fmla="*/ 133064 w 162782"/>
                <a:gd name="connsiteY2" fmla="*/ 144875 h 158210"/>
                <a:gd name="connsiteX3" fmla="*/ 85439 w 162782"/>
                <a:gd name="connsiteY3" fmla="*/ 158210 h 158210"/>
                <a:gd name="connsiteX4" fmla="*/ 0 w 162782"/>
                <a:gd name="connsiteY4" fmla="*/ 158210 h 158210"/>
                <a:gd name="connsiteX5" fmla="*/ 0 w 162782"/>
                <a:gd name="connsiteY5" fmla="*/ 0 h 158210"/>
                <a:gd name="connsiteX6" fmla="*/ 65723 w 162782"/>
                <a:gd name="connsiteY6" fmla="*/ 0 h 158210"/>
                <a:gd name="connsiteX7" fmla="*/ 91154 w 162782"/>
                <a:gd name="connsiteY7" fmla="*/ 1524 h 158210"/>
                <a:gd name="connsiteX8" fmla="*/ 110204 w 162782"/>
                <a:gd name="connsiteY8" fmla="*/ 5906 h 158210"/>
                <a:gd name="connsiteX9" fmla="*/ 124587 w 162782"/>
                <a:gd name="connsiteY9" fmla="*/ 12192 h 158210"/>
                <a:gd name="connsiteX10" fmla="*/ 135160 w 162782"/>
                <a:gd name="connsiteY10" fmla="*/ 19717 h 158210"/>
                <a:gd name="connsiteX11" fmla="*/ 149352 w 162782"/>
                <a:gd name="connsiteY11" fmla="*/ 35338 h 158210"/>
                <a:gd name="connsiteX12" fmla="*/ 159067 w 162782"/>
                <a:gd name="connsiteY12" fmla="*/ 56293 h 158210"/>
                <a:gd name="connsiteX13" fmla="*/ 162687 w 162782"/>
                <a:gd name="connsiteY13" fmla="*/ 82105 h 158210"/>
                <a:gd name="connsiteX14" fmla="*/ 114205 w 162782"/>
                <a:gd name="connsiteY14" fmla="*/ 80010 h 158210"/>
                <a:gd name="connsiteX15" fmla="*/ 106871 w 162782"/>
                <a:gd name="connsiteY15" fmla="*/ 49911 h 158210"/>
                <a:gd name="connsiteX16" fmla="*/ 89154 w 162782"/>
                <a:gd name="connsiteY16" fmla="*/ 35433 h 158210"/>
                <a:gd name="connsiteX17" fmla="*/ 68104 w 162782"/>
                <a:gd name="connsiteY17" fmla="*/ 31718 h 158210"/>
                <a:gd name="connsiteX18" fmla="*/ 47816 w 162782"/>
                <a:gd name="connsiteY18" fmla="*/ 31718 h 158210"/>
                <a:gd name="connsiteX19" fmla="*/ 47816 w 162782"/>
                <a:gd name="connsiteY19" fmla="*/ 125444 h 158210"/>
                <a:gd name="connsiteX20" fmla="*/ 68104 w 162782"/>
                <a:gd name="connsiteY20" fmla="*/ 125444 h 158210"/>
                <a:gd name="connsiteX21" fmla="*/ 100584 w 162782"/>
                <a:gd name="connsiteY21" fmla="*/ 116586 h 158210"/>
                <a:gd name="connsiteX22" fmla="*/ 114300 w 162782"/>
                <a:gd name="connsiteY22" fmla="*/ 79915 h 15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2782" h="158210">
                  <a:moveTo>
                    <a:pt x="162782" y="81915"/>
                  </a:moveTo>
                  <a:cubicBezTo>
                    <a:pt x="162782" y="98107"/>
                    <a:pt x="159829" y="111157"/>
                    <a:pt x="153924" y="120968"/>
                  </a:cubicBezTo>
                  <a:cubicBezTo>
                    <a:pt x="148019" y="130778"/>
                    <a:pt x="141065" y="138779"/>
                    <a:pt x="133064" y="144875"/>
                  </a:cubicBezTo>
                  <a:cubicBezTo>
                    <a:pt x="121634" y="153829"/>
                    <a:pt x="105823" y="158210"/>
                    <a:pt x="85439" y="158210"/>
                  </a:cubicBezTo>
                  <a:lnTo>
                    <a:pt x="0" y="158210"/>
                  </a:lnTo>
                  <a:lnTo>
                    <a:pt x="0" y="0"/>
                  </a:lnTo>
                  <a:lnTo>
                    <a:pt x="65723" y="0"/>
                  </a:lnTo>
                  <a:cubicBezTo>
                    <a:pt x="75629" y="0"/>
                    <a:pt x="84106" y="476"/>
                    <a:pt x="91154" y="1524"/>
                  </a:cubicBezTo>
                  <a:cubicBezTo>
                    <a:pt x="98203" y="2572"/>
                    <a:pt x="104489" y="4001"/>
                    <a:pt x="110204" y="5906"/>
                  </a:cubicBezTo>
                  <a:cubicBezTo>
                    <a:pt x="115824" y="7715"/>
                    <a:pt x="120587" y="9906"/>
                    <a:pt x="124587" y="12192"/>
                  </a:cubicBezTo>
                  <a:cubicBezTo>
                    <a:pt x="128492" y="14478"/>
                    <a:pt x="132112" y="17050"/>
                    <a:pt x="135160" y="19717"/>
                  </a:cubicBezTo>
                  <a:cubicBezTo>
                    <a:pt x="140589" y="24194"/>
                    <a:pt x="145352" y="29337"/>
                    <a:pt x="149352" y="35338"/>
                  </a:cubicBezTo>
                  <a:cubicBezTo>
                    <a:pt x="153448" y="41339"/>
                    <a:pt x="156686" y="48292"/>
                    <a:pt x="159067" y="56293"/>
                  </a:cubicBezTo>
                  <a:cubicBezTo>
                    <a:pt x="161449" y="64199"/>
                    <a:pt x="162687" y="72771"/>
                    <a:pt x="162687" y="82105"/>
                  </a:cubicBezTo>
                  <a:moveTo>
                    <a:pt x="114205" y="80010"/>
                  </a:moveTo>
                  <a:cubicBezTo>
                    <a:pt x="114205" y="67151"/>
                    <a:pt x="111728" y="57150"/>
                    <a:pt x="106871" y="49911"/>
                  </a:cubicBezTo>
                  <a:cubicBezTo>
                    <a:pt x="101917" y="42672"/>
                    <a:pt x="96012" y="37909"/>
                    <a:pt x="89154" y="35433"/>
                  </a:cubicBezTo>
                  <a:cubicBezTo>
                    <a:pt x="82201" y="32957"/>
                    <a:pt x="75248" y="31718"/>
                    <a:pt x="68104" y="31718"/>
                  </a:cubicBezTo>
                  <a:lnTo>
                    <a:pt x="47816" y="31718"/>
                  </a:lnTo>
                  <a:lnTo>
                    <a:pt x="47816" y="125444"/>
                  </a:lnTo>
                  <a:lnTo>
                    <a:pt x="68104" y="125444"/>
                  </a:lnTo>
                  <a:cubicBezTo>
                    <a:pt x="80581" y="125444"/>
                    <a:pt x="91440" y="122492"/>
                    <a:pt x="100584" y="116586"/>
                  </a:cubicBezTo>
                  <a:cubicBezTo>
                    <a:pt x="109633" y="110680"/>
                    <a:pt x="114300" y="98393"/>
                    <a:pt x="114300" y="79915"/>
                  </a:cubicBezTo>
                </a:path>
              </a:pathLst>
            </a:custGeom>
            <a:grpFill/>
            <a:ln w="9525" cap="flat">
              <a:noFill/>
              <a:prstDash val="solid"/>
              <a:miter/>
            </a:ln>
          </p:spPr>
          <p:txBody>
            <a:bodyPr rtlCol="0" anchor="ctr"/>
            <a:lstStyle/>
            <a:p>
              <a:endParaRPr lang="en-GB"/>
            </a:p>
          </p:txBody>
        </p:sp>
        <p:sp>
          <p:nvSpPr>
            <p:cNvPr id="35" name="Freeform: Shape 27">
              <a:extLst>
                <a:ext uri="{FF2B5EF4-FFF2-40B4-BE49-F238E27FC236}">
                  <a16:creationId xmlns:a16="http://schemas.microsoft.com/office/drawing/2014/main" id="{6CA92632-66E8-EDF6-D5AD-4F8622279C3E}"/>
                </a:ext>
              </a:extLst>
            </p:cNvPr>
            <p:cNvSpPr/>
            <p:nvPr/>
          </p:nvSpPr>
          <p:spPr>
            <a:xfrm>
              <a:off x="1698910" y="3381507"/>
              <a:ext cx="167163" cy="158210"/>
            </a:xfrm>
            <a:custGeom>
              <a:avLst/>
              <a:gdLst>
                <a:gd name="connsiteX0" fmla="*/ 167164 w 167163"/>
                <a:gd name="connsiteY0" fmla="*/ 158210 h 158210"/>
                <a:gd name="connsiteX1" fmla="*/ 119539 w 167163"/>
                <a:gd name="connsiteY1" fmla="*/ 158210 h 158210"/>
                <a:gd name="connsiteX2" fmla="*/ 119539 w 167163"/>
                <a:gd name="connsiteY2" fmla="*/ 96488 h 158210"/>
                <a:gd name="connsiteX3" fmla="*/ 47720 w 167163"/>
                <a:gd name="connsiteY3" fmla="*/ 96488 h 158210"/>
                <a:gd name="connsiteX4" fmla="*/ 47720 w 167163"/>
                <a:gd name="connsiteY4" fmla="*/ 158210 h 158210"/>
                <a:gd name="connsiteX5" fmla="*/ 0 w 167163"/>
                <a:gd name="connsiteY5" fmla="*/ 158210 h 158210"/>
                <a:gd name="connsiteX6" fmla="*/ 0 w 167163"/>
                <a:gd name="connsiteY6" fmla="*/ 0 h 158210"/>
                <a:gd name="connsiteX7" fmla="*/ 47720 w 167163"/>
                <a:gd name="connsiteY7" fmla="*/ 0 h 158210"/>
                <a:gd name="connsiteX8" fmla="*/ 47720 w 167163"/>
                <a:gd name="connsiteY8" fmla="*/ 58103 h 158210"/>
                <a:gd name="connsiteX9" fmla="*/ 119539 w 167163"/>
                <a:gd name="connsiteY9" fmla="*/ 58103 h 158210"/>
                <a:gd name="connsiteX10" fmla="*/ 119539 w 167163"/>
                <a:gd name="connsiteY10" fmla="*/ 0 h 158210"/>
                <a:gd name="connsiteX11" fmla="*/ 167164 w 167163"/>
                <a:gd name="connsiteY11" fmla="*/ 0 h 158210"/>
                <a:gd name="connsiteX12" fmla="*/ 167164 w 167163"/>
                <a:gd name="connsiteY12" fmla="*/ 158210 h 15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163" h="158210">
                  <a:moveTo>
                    <a:pt x="167164" y="158210"/>
                  </a:moveTo>
                  <a:lnTo>
                    <a:pt x="119539" y="158210"/>
                  </a:lnTo>
                  <a:lnTo>
                    <a:pt x="119539" y="96488"/>
                  </a:lnTo>
                  <a:lnTo>
                    <a:pt x="47720" y="96488"/>
                  </a:lnTo>
                  <a:lnTo>
                    <a:pt x="47720" y="158210"/>
                  </a:lnTo>
                  <a:lnTo>
                    <a:pt x="0" y="158210"/>
                  </a:lnTo>
                  <a:lnTo>
                    <a:pt x="0" y="0"/>
                  </a:lnTo>
                  <a:lnTo>
                    <a:pt x="47720" y="0"/>
                  </a:lnTo>
                  <a:lnTo>
                    <a:pt x="47720" y="58103"/>
                  </a:lnTo>
                  <a:lnTo>
                    <a:pt x="119539" y="58103"/>
                  </a:lnTo>
                  <a:lnTo>
                    <a:pt x="119539" y="0"/>
                  </a:lnTo>
                  <a:lnTo>
                    <a:pt x="167164" y="0"/>
                  </a:lnTo>
                  <a:lnTo>
                    <a:pt x="167164" y="158210"/>
                  </a:lnTo>
                  <a:close/>
                </a:path>
              </a:pathLst>
            </a:custGeom>
            <a:grpFill/>
            <a:ln w="9525" cap="flat">
              <a:noFill/>
              <a:prstDash val="solid"/>
              <a:miter/>
            </a:ln>
          </p:spPr>
          <p:txBody>
            <a:bodyPr rtlCol="0" anchor="ctr"/>
            <a:lstStyle/>
            <a:p>
              <a:endParaRPr lang="en-GB"/>
            </a:p>
          </p:txBody>
        </p:sp>
        <p:sp>
          <p:nvSpPr>
            <p:cNvPr id="36" name="Freeform: Shape 28">
              <a:extLst>
                <a:ext uri="{FF2B5EF4-FFF2-40B4-BE49-F238E27FC236}">
                  <a16:creationId xmlns:a16="http://schemas.microsoft.com/office/drawing/2014/main" id="{A17F9F1F-C904-9A5F-E960-31EB44FDB7E2}"/>
                </a:ext>
              </a:extLst>
            </p:cNvPr>
            <p:cNvSpPr/>
            <p:nvPr/>
          </p:nvSpPr>
          <p:spPr>
            <a:xfrm>
              <a:off x="1913984" y="3381507"/>
              <a:ext cx="274510" cy="160305"/>
            </a:xfrm>
            <a:custGeom>
              <a:avLst/>
              <a:gdLst>
                <a:gd name="connsiteX0" fmla="*/ 274511 w 274510"/>
                <a:gd name="connsiteY0" fmla="*/ 0 h 160305"/>
                <a:gd name="connsiteX1" fmla="*/ 205931 w 274510"/>
                <a:gd name="connsiteY1" fmla="*/ 160306 h 160305"/>
                <a:gd name="connsiteX2" fmla="*/ 178308 w 274510"/>
                <a:gd name="connsiteY2" fmla="*/ 160306 h 160305"/>
                <a:gd name="connsiteX3" fmla="*/ 137160 w 274510"/>
                <a:gd name="connsiteY3" fmla="*/ 66961 h 160305"/>
                <a:gd name="connsiteX4" fmla="*/ 95059 w 274510"/>
                <a:gd name="connsiteY4" fmla="*/ 160306 h 160305"/>
                <a:gd name="connsiteX5" fmla="*/ 67246 w 274510"/>
                <a:gd name="connsiteY5" fmla="*/ 160306 h 160305"/>
                <a:gd name="connsiteX6" fmla="*/ 0 w 274510"/>
                <a:gd name="connsiteY6" fmla="*/ 0 h 160305"/>
                <a:gd name="connsiteX7" fmla="*/ 49530 w 274510"/>
                <a:gd name="connsiteY7" fmla="*/ 0 h 160305"/>
                <a:gd name="connsiteX8" fmla="*/ 82391 w 274510"/>
                <a:gd name="connsiteY8" fmla="*/ 87725 h 160305"/>
                <a:gd name="connsiteX9" fmla="*/ 120110 w 274510"/>
                <a:gd name="connsiteY9" fmla="*/ 0 h 160305"/>
                <a:gd name="connsiteX10" fmla="*/ 154210 w 274510"/>
                <a:gd name="connsiteY10" fmla="*/ 0 h 160305"/>
                <a:gd name="connsiteX11" fmla="*/ 191262 w 274510"/>
                <a:gd name="connsiteY11" fmla="*/ 87725 h 160305"/>
                <a:gd name="connsiteX12" fmla="*/ 225647 w 274510"/>
                <a:gd name="connsiteY12" fmla="*/ 0 h 160305"/>
                <a:gd name="connsiteX13" fmla="*/ 274511 w 274510"/>
                <a:gd name="connsiteY13" fmla="*/ 0 h 160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4510" h="160305">
                  <a:moveTo>
                    <a:pt x="274511" y="0"/>
                  </a:moveTo>
                  <a:lnTo>
                    <a:pt x="205931" y="160306"/>
                  </a:lnTo>
                  <a:lnTo>
                    <a:pt x="178308" y="160306"/>
                  </a:lnTo>
                  <a:lnTo>
                    <a:pt x="137160" y="66961"/>
                  </a:lnTo>
                  <a:lnTo>
                    <a:pt x="95059" y="160306"/>
                  </a:lnTo>
                  <a:lnTo>
                    <a:pt x="67246" y="160306"/>
                  </a:lnTo>
                  <a:lnTo>
                    <a:pt x="0" y="0"/>
                  </a:lnTo>
                  <a:lnTo>
                    <a:pt x="49530" y="0"/>
                  </a:lnTo>
                  <a:lnTo>
                    <a:pt x="82391" y="87725"/>
                  </a:lnTo>
                  <a:lnTo>
                    <a:pt x="120110" y="0"/>
                  </a:lnTo>
                  <a:lnTo>
                    <a:pt x="154210" y="0"/>
                  </a:lnTo>
                  <a:lnTo>
                    <a:pt x="191262" y="87725"/>
                  </a:lnTo>
                  <a:lnTo>
                    <a:pt x="225647" y="0"/>
                  </a:lnTo>
                  <a:lnTo>
                    <a:pt x="274511" y="0"/>
                  </a:lnTo>
                  <a:close/>
                </a:path>
              </a:pathLst>
            </a:custGeom>
            <a:grpFill/>
            <a:ln w="9525" cap="flat">
              <a:noFill/>
              <a:prstDash val="solid"/>
              <a:miter/>
            </a:ln>
          </p:spPr>
          <p:txBody>
            <a:bodyPr rtlCol="0" anchor="ctr"/>
            <a:lstStyle/>
            <a:p>
              <a:endParaRPr lang="en-GB"/>
            </a:p>
          </p:txBody>
        </p:sp>
        <p:sp>
          <p:nvSpPr>
            <p:cNvPr id="37" name="Freeform: Shape 29">
              <a:extLst>
                <a:ext uri="{FF2B5EF4-FFF2-40B4-BE49-F238E27FC236}">
                  <a16:creationId xmlns:a16="http://schemas.microsoft.com/office/drawing/2014/main" id="{65CB7476-7537-66C9-EFBD-6CC69D6BED59}"/>
                </a:ext>
              </a:extLst>
            </p:cNvPr>
            <p:cNvSpPr/>
            <p:nvPr/>
          </p:nvSpPr>
          <p:spPr>
            <a:xfrm>
              <a:off x="2184970" y="3381412"/>
              <a:ext cx="192595" cy="158305"/>
            </a:xfrm>
            <a:custGeom>
              <a:avLst/>
              <a:gdLst>
                <a:gd name="connsiteX0" fmla="*/ 192500 w 192595"/>
                <a:gd name="connsiteY0" fmla="*/ 158306 h 158305"/>
                <a:gd name="connsiteX1" fmla="*/ 143637 w 192595"/>
                <a:gd name="connsiteY1" fmla="*/ 158306 h 158305"/>
                <a:gd name="connsiteX2" fmla="*/ 130683 w 192595"/>
                <a:gd name="connsiteY2" fmla="*/ 126206 h 158305"/>
                <a:gd name="connsiteX3" fmla="*/ 62008 w 192595"/>
                <a:gd name="connsiteY3" fmla="*/ 126206 h 158305"/>
                <a:gd name="connsiteX4" fmla="*/ 48863 w 192595"/>
                <a:gd name="connsiteY4" fmla="*/ 158306 h 158305"/>
                <a:gd name="connsiteX5" fmla="*/ 0 w 192595"/>
                <a:gd name="connsiteY5" fmla="*/ 158306 h 158305"/>
                <a:gd name="connsiteX6" fmla="*/ 70009 w 192595"/>
                <a:gd name="connsiteY6" fmla="*/ 0 h 158305"/>
                <a:gd name="connsiteX7" fmla="*/ 122777 w 192595"/>
                <a:gd name="connsiteY7" fmla="*/ 0 h 158305"/>
                <a:gd name="connsiteX8" fmla="*/ 192596 w 192595"/>
                <a:gd name="connsiteY8" fmla="*/ 158306 h 158305"/>
                <a:gd name="connsiteX9" fmla="*/ 119729 w 192595"/>
                <a:gd name="connsiteY9" fmla="*/ 98679 h 158305"/>
                <a:gd name="connsiteX10" fmla="*/ 96583 w 192595"/>
                <a:gd name="connsiteY10" fmla="*/ 40862 h 158305"/>
                <a:gd name="connsiteX11" fmla="*/ 73152 w 192595"/>
                <a:gd name="connsiteY11" fmla="*/ 98679 h 158305"/>
                <a:gd name="connsiteX12" fmla="*/ 119729 w 192595"/>
                <a:gd name="connsiteY12" fmla="*/ 98679 h 158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2595" h="158305">
                  <a:moveTo>
                    <a:pt x="192500" y="158306"/>
                  </a:moveTo>
                  <a:lnTo>
                    <a:pt x="143637" y="158306"/>
                  </a:lnTo>
                  <a:lnTo>
                    <a:pt x="130683" y="126206"/>
                  </a:lnTo>
                  <a:lnTo>
                    <a:pt x="62008" y="126206"/>
                  </a:lnTo>
                  <a:lnTo>
                    <a:pt x="48863" y="158306"/>
                  </a:lnTo>
                  <a:lnTo>
                    <a:pt x="0" y="158306"/>
                  </a:lnTo>
                  <a:lnTo>
                    <a:pt x="70009" y="0"/>
                  </a:lnTo>
                  <a:lnTo>
                    <a:pt x="122777" y="0"/>
                  </a:lnTo>
                  <a:lnTo>
                    <a:pt x="192596" y="158306"/>
                  </a:lnTo>
                  <a:close/>
                  <a:moveTo>
                    <a:pt x="119729" y="98679"/>
                  </a:moveTo>
                  <a:lnTo>
                    <a:pt x="96583" y="40862"/>
                  </a:lnTo>
                  <a:lnTo>
                    <a:pt x="73152" y="98679"/>
                  </a:lnTo>
                  <a:lnTo>
                    <a:pt x="119729" y="98679"/>
                  </a:lnTo>
                  <a:close/>
                </a:path>
              </a:pathLst>
            </a:custGeom>
            <a:grpFill/>
            <a:ln w="9525" cap="flat">
              <a:noFill/>
              <a:prstDash val="solid"/>
              <a:miter/>
            </a:ln>
          </p:spPr>
          <p:txBody>
            <a:bodyPr rtlCol="0" anchor="ctr"/>
            <a:lstStyle/>
            <a:p>
              <a:endParaRPr lang="en-GB"/>
            </a:p>
          </p:txBody>
        </p:sp>
        <p:sp>
          <p:nvSpPr>
            <p:cNvPr id="38" name="Freeform: Shape 30">
              <a:extLst>
                <a:ext uri="{FF2B5EF4-FFF2-40B4-BE49-F238E27FC236}">
                  <a16:creationId xmlns:a16="http://schemas.microsoft.com/office/drawing/2014/main" id="{08506D09-A114-A134-9524-222ED3D0272B}"/>
                </a:ext>
              </a:extLst>
            </p:cNvPr>
            <p:cNvSpPr/>
            <p:nvPr/>
          </p:nvSpPr>
          <p:spPr>
            <a:xfrm>
              <a:off x="2427572" y="3381507"/>
              <a:ext cx="171926" cy="158210"/>
            </a:xfrm>
            <a:custGeom>
              <a:avLst/>
              <a:gdLst>
                <a:gd name="connsiteX0" fmla="*/ 171926 w 171926"/>
                <a:gd name="connsiteY0" fmla="*/ 158210 h 158210"/>
                <a:gd name="connsiteX1" fmla="*/ 129445 w 171926"/>
                <a:gd name="connsiteY1" fmla="*/ 158210 h 158210"/>
                <a:gd name="connsiteX2" fmla="*/ 47339 w 171926"/>
                <a:gd name="connsiteY2" fmla="*/ 70104 h 158210"/>
                <a:gd name="connsiteX3" fmla="*/ 47339 w 171926"/>
                <a:gd name="connsiteY3" fmla="*/ 158210 h 158210"/>
                <a:gd name="connsiteX4" fmla="*/ 0 w 171926"/>
                <a:gd name="connsiteY4" fmla="*/ 158210 h 158210"/>
                <a:gd name="connsiteX5" fmla="*/ 0 w 171926"/>
                <a:gd name="connsiteY5" fmla="*/ 0 h 158210"/>
                <a:gd name="connsiteX6" fmla="*/ 42386 w 171926"/>
                <a:gd name="connsiteY6" fmla="*/ 0 h 158210"/>
                <a:gd name="connsiteX7" fmla="*/ 124301 w 171926"/>
                <a:gd name="connsiteY7" fmla="*/ 87630 h 158210"/>
                <a:gd name="connsiteX8" fmla="*/ 124301 w 171926"/>
                <a:gd name="connsiteY8" fmla="*/ 0 h 158210"/>
                <a:gd name="connsiteX9" fmla="*/ 171926 w 171926"/>
                <a:gd name="connsiteY9" fmla="*/ 0 h 158210"/>
                <a:gd name="connsiteX10" fmla="*/ 171926 w 171926"/>
                <a:gd name="connsiteY10" fmla="*/ 158210 h 15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1926" h="158210">
                  <a:moveTo>
                    <a:pt x="171926" y="158210"/>
                  </a:moveTo>
                  <a:lnTo>
                    <a:pt x="129445" y="158210"/>
                  </a:lnTo>
                  <a:lnTo>
                    <a:pt x="47339" y="70104"/>
                  </a:lnTo>
                  <a:lnTo>
                    <a:pt x="47339" y="158210"/>
                  </a:lnTo>
                  <a:lnTo>
                    <a:pt x="0" y="158210"/>
                  </a:lnTo>
                  <a:lnTo>
                    <a:pt x="0" y="0"/>
                  </a:lnTo>
                  <a:lnTo>
                    <a:pt x="42386" y="0"/>
                  </a:lnTo>
                  <a:lnTo>
                    <a:pt x="124301" y="87630"/>
                  </a:lnTo>
                  <a:lnTo>
                    <a:pt x="124301" y="0"/>
                  </a:lnTo>
                  <a:lnTo>
                    <a:pt x="171926" y="0"/>
                  </a:lnTo>
                  <a:lnTo>
                    <a:pt x="171926" y="158210"/>
                  </a:lnTo>
                  <a:close/>
                </a:path>
              </a:pathLst>
            </a:custGeom>
            <a:grpFill/>
            <a:ln w="9525" cap="flat">
              <a:noFill/>
              <a:prstDash val="solid"/>
              <a:miter/>
            </a:ln>
          </p:spPr>
          <p:txBody>
            <a:bodyPr rtlCol="0" anchor="ctr"/>
            <a:lstStyle/>
            <a:p>
              <a:endParaRPr lang="en-GB"/>
            </a:p>
          </p:txBody>
        </p:sp>
        <p:sp>
          <p:nvSpPr>
            <p:cNvPr id="39" name="Freeform: Shape 31">
              <a:extLst>
                <a:ext uri="{FF2B5EF4-FFF2-40B4-BE49-F238E27FC236}">
                  <a16:creationId xmlns:a16="http://schemas.microsoft.com/office/drawing/2014/main" id="{DD84B964-D3D3-AF13-F1F6-A0D8C3E2E97A}"/>
                </a:ext>
              </a:extLst>
            </p:cNvPr>
            <p:cNvSpPr/>
            <p:nvPr/>
          </p:nvSpPr>
          <p:spPr>
            <a:xfrm>
              <a:off x="2662840" y="3381508"/>
              <a:ext cx="47720" cy="158210"/>
            </a:xfrm>
            <a:custGeom>
              <a:avLst/>
              <a:gdLst>
                <a:gd name="connsiteX0" fmla="*/ 0 w 47720"/>
                <a:gd name="connsiteY0" fmla="*/ 0 h 158210"/>
                <a:gd name="connsiteX1" fmla="*/ 47720 w 47720"/>
                <a:gd name="connsiteY1" fmla="*/ 0 h 158210"/>
                <a:gd name="connsiteX2" fmla="*/ 47720 w 47720"/>
                <a:gd name="connsiteY2" fmla="*/ 158210 h 158210"/>
                <a:gd name="connsiteX3" fmla="*/ 0 w 47720"/>
                <a:gd name="connsiteY3" fmla="*/ 158210 h 158210"/>
              </a:gdLst>
              <a:ahLst/>
              <a:cxnLst>
                <a:cxn ang="0">
                  <a:pos x="connsiteX0" y="connsiteY0"/>
                </a:cxn>
                <a:cxn ang="0">
                  <a:pos x="connsiteX1" y="connsiteY1"/>
                </a:cxn>
                <a:cxn ang="0">
                  <a:pos x="connsiteX2" y="connsiteY2"/>
                </a:cxn>
                <a:cxn ang="0">
                  <a:pos x="connsiteX3" y="connsiteY3"/>
                </a:cxn>
              </a:cxnLst>
              <a:rect l="l" t="t" r="r" b="b"/>
              <a:pathLst>
                <a:path w="47720" h="158210">
                  <a:moveTo>
                    <a:pt x="0" y="0"/>
                  </a:moveTo>
                  <a:lnTo>
                    <a:pt x="47720" y="0"/>
                  </a:lnTo>
                  <a:lnTo>
                    <a:pt x="47720" y="158210"/>
                  </a:lnTo>
                  <a:lnTo>
                    <a:pt x="0" y="158210"/>
                  </a:lnTo>
                  <a:close/>
                </a:path>
              </a:pathLst>
            </a:custGeom>
            <a:grpFill/>
            <a:ln w="9525" cap="flat">
              <a:noFill/>
              <a:prstDash val="solid"/>
              <a:miter/>
            </a:ln>
          </p:spPr>
          <p:txBody>
            <a:bodyPr rtlCol="0" anchor="ctr"/>
            <a:lstStyle/>
            <a:p>
              <a:endParaRPr lang="en-GB"/>
            </a:p>
          </p:txBody>
        </p:sp>
        <p:sp>
          <p:nvSpPr>
            <p:cNvPr id="40" name="Freeform: Shape 32">
              <a:extLst>
                <a:ext uri="{FF2B5EF4-FFF2-40B4-BE49-F238E27FC236}">
                  <a16:creationId xmlns:a16="http://schemas.microsoft.com/office/drawing/2014/main" id="{D001200B-EC98-156E-E7EA-5962B546879C}"/>
                </a:ext>
              </a:extLst>
            </p:cNvPr>
            <p:cNvSpPr/>
            <p:nvPr/>
          </p:nvSpPr>
          <p:spPr>
            <a:xfrm>
              <a:off x="1237900" y="3614298"/>
              <a:ext cx="54864" cy="103155"/>
            </a:xfrm>
            <a:custGeom>
              <a:avLst/>
              <a:gdLst>
                <a:gd name="connsiteX0" fmla="*/ 0 w 54864"/>
                <a:gd name="connsiteY0" fmla="*/ 103156 h 103155"/>
                <a:gd name="connsiteX1" fmla="*/ 0 w 54864"/>
                <a:gd name="connsiteY1" fmla="*/ 0 h 103155"/>
                <a:gd name="connsiteX2" fmla="*/ 54864 w 54864"/>
                <a:gd name="connsiteY2" fmla="*/ 0 h 103155"/>
                <a:gd name="connsiteX3" fmla="*/ 54864 w 54864"/>
                <a:gd name="connsiteY3" fmla="*/ 12954 h 103155"/>
                <a:gd name="connsiteX4" fmla="*/ 14764 w 54864"/>
                <a:gd name="connsiteY4" fmla="*/ 12954 h 103155"/>
                <a:gd name="connsiteX5" fmla="*/ 14764 w 54864"/>
                <a:gd name="connsiteY5" fmla="*/ 43148 h 103155"/>
                <a:gd name="connsiteX6" fmla="*/ 53054 w 54864"/>
                <a:gd name="connsiteY6" fmla="*/ 43148 h 103155"/>
                <a:gd name="connsiteX7" fmla="*/ 53054 w 54864"/>
                <a:gd name="connsiteY7" fmla="*/ 56198 h 103155"/>
                <a:gd name="connsiteX8" fmla="*/ 14764 w 54864"/>
                <a:gd name="connsiteY8" fmla="*/ 56198 h 103155"/>
                <a:gd name="connsiteX9" fmla="*/ 14764 w 54864"/>
                <a:gd name="connsiteY9" fmla="*/ 103156 h 103155"/>
                <a:gd name="connsiteX10" fmla="*/ 0 w 54864"/>
                <a:gd name="connsiteY10"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864" h="103155">
                  <a:moveTo>
                    <a:pt x="0" y="103156"/>
                  </a:moveTo>
                  <a:lnTo>
                    <a:pt x="0" y="0"/>
                  </a:lnTo>
                  <a:lnTo>
                    <a:pt x="54864" y="0"/>
                  </a:lnTo>
                  <a:lnTo>
                    <a:pt x="54864" y="12954"/>
                  </a:lnTo>
                  <a:lnTo>
                    <a:pt x="14764" y="12954"/>
                  </a:lnTo>
                  <a:lnTo>
                    <a:pt x="14764" y="43148"/>
                  </a:lnTo>
                  <a:lnTo>
                    <a:pt x="53054" y="43148"/>
                  </a:lnTo>
                  <a:lnTo>
                    <a:pt x="53054" y="56198"/>
                  </a:lnTo>
                  <a:lnTo>
                    <a:pt x="14764" y="56198"/>
                  </a:lnTo>
                  <a:lnTo>
                    <a:pt x="14764" y="103156"/>
                  </a:lnTo>
                  <a:lnTo>
                    <a:pt x="0" y="103156"/>
                  </a:lnTo>
                  <a:close/>
                </a:path>
              </a:pathLst>
            </a:custGeom>
            <a:grpFill/>
            <a:ln w="9525" cap="flat">
              <a:noFill/>
              <a:prstDash val="solid"/>
              <a:miter/>
            </a:ln>
          </p:spPr>
          <p:txBody>
            <a:bodyPr rtlCol="0" anchor="ctr"/>
            <a:lstStyle/>
            <a:p>
              <a:endParaRPr lang="en-GB"/>
            </a:p>
          </p:txBody>
        </p:sp>
        <p:sp>
          <p:nvSpPr>
            <p:cNvPr id="41" name="Freeform: Shape 33">
              <a:extLst>
                <a:ext uri="{FF2B5EF4-FFF2-40B4-BE49-F238E27FC236}">
                  <a16:creationId xmlns:a16="http://schemas.microsoft.com/office/drawing/2014/main" id="{6AFE5557-3CFB-A97A-1944-79097E28F883}"/>
                </a:ext>
              </a:extLst>
            </p:cNvPr>
            <p:cNvSpPr/>
            <p:nvPr/>
          </p:nvSpPr>
          <p:spPr>
            <a:xfrm>
              <a:off x="1336865" y="3612489"/>
              <a:ext cx="99440" cy="106775"/>
            </a:xfrm>
            <a:custGeom>
              <a:avLst/>
              <a:gdLst>
                <a:gd name="connsiteX0" fmla="*/ 95 w 99440"/>
                <a:gd name="connsiteY0" fmla="*/ 53340 h 106775"/>
                <a:gd name="connsiteX1" fmla="*/ 13240 w 99440"/>
                <a:gd name="connsiteY1" fmla="*/ 15240 h 106775"/>
                <a:gd name="connsiteX2" fmla="*/ 49721 w 99440"/>
                <a:gd name="connsiteY2" fmla="*/ 0 h 106775"/>
                <a:gd name="connsiteX3" fmla="*/ 86392 w 99440"/>
                <a:gd name="connsiteY3" fmla="*/ 15240 h 106775"/>
                <a:gd name="connsiteX4" fmla="*/ 99441 w 99440"/>
                <a:gd name="connsiteY4" fmla="*/ 53340 h 106775"/>
                <a:gd name="connsiteX5" fmla="*/ 86392 w 99440"/>
                <a:gd name="connsiteY5" fmla="*/ 91821 h 106775"/>
                <a:gd name="connsiteX6" fmla="*/ 49721 w 99440"/>
                <a:gd name="connsiteY6" fmla="*/ 106775 h 106775"/>
                <a:gd name="connsiteX7" fmla="*/ 13049 w 99440"/>
                <a:gd name="connsiteY7" fmla="*/ 91821 h 106775"/>
                <a:gd name="connsiteX8" fmla="*/ 0 w 99440"/>
                <a:gd name="connsiteY8" fmla="*/ 53340 h 106775"/>
                <a:gd name="connsiteX9" fmla="*/ 15716 w 99440"/>
                <a:gd name="connsiteY9" fmla="*/ 53340 h 106775"/>
                <a:gd name="connsiteX10" fmla="*/ 23813 w 99440"/>
                <a:gd name="connsiteY10" fmla="*/ 81248 h 106775"/>
                <a:gd name="connsiteX11" fmla="*/ 49721 w 99440"/>
                <a:gd name="connsiteY11" fmla="*/ 93631 h 106775"/>
                <a:gd name="connsiteX12" fmla="*/ 75628 w 99440"/>
                <a:gd name="connsiteY12" fmla="*/ 81248 h 106775"/>
                <a:gd name="connsiteX13" fmla="*/ 83725 w 99440"/>
                <a:gd name="connsiteY13" fmla="*/ 53340 h 106775"/>
                <a:gd name="connsiteX14" fmla="*/ 75343 w 99440"/>
                <a:gd name="connsiteY14" fmla="*/ 25241 h 106775"/>
                <a:gd name="connsiteX15" fmla="*/ 49721 w 99440"/>
                <a:gd name="connsiteY15" fmla="*/ 12954 h 106775"/>
                <a:gd name="connsiteX16" fmla="*/ 24194 w 99440"/>
                <a:gd name="connsiteY16" fmla="*/ 25241 h 106775"/>
                <a:gd name="connsiteX17" fmla="*/ 15811 w 99440"/>
                <a:gd name="connsiteY17" fmla="*/ 53340 h 10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440" h="106775">
                  <a:moveTo>
                    <a:pt x="95" y="53340"/>
                  </a:moveTo>
                  <a:cubicBezTo>
                    <a:pt x="95" y="37719"/>
                    <a:pt x="4477" y="24955"/>
                    <a:pt x="13240" y="15240"/>
                  </a:cubicBezTo>
                  <a:cubicBezTo>
                    <a:pt x="22193" y="5048"/>
                    <a:pt x="34385" y="0"/>
                    <a:pt x="49721" y="0"/>
                  </a:cubicBezTo>
                  <a:cubicBezTo>
                    <a:pt x="65056" y="0"/>
                    <a:pt x="77343" y="5048"/>
                    <a:pt x="86392" y="15240"/>
                  </a:cubicBezTo>
                  <a:cubicBezTo>
                    <a:pt x="95059" y="24955"/>
                    <a:pt x="99441" y="37719"/>
                    <a:pt x="99441" y="53340"/>
                  </a:cubicBezTo>
                  <a:cubicBezTo>
                    <a:pt x="99441" y="68961"/>
                    <a:pt x="95059" y="82105"/>
                    <a:pt x="86392" y="91821"/>
                  </a:cubicBezTo>
                  <a:cubicBezTo>
                    <a:pt x="77438" y="101822"/>
                    <a:pt x="65151" y="106775"/>
                    <a:pt x="49721" y="106775"/>
                  </a:cubicBezTo>
                  <a:cubicBezTo>
                    <a:pt x="34290" y="106775"/>
                    <a:pt x="22003" y="101822"/>
                    <a:pt x="13049" y="91821"/>
                  </a:cubicBezTo>
                  <a:cubicBezTo>
                    <a:pt x="4381" y="82201"/>
                    <a:pt x="0" y="69342"/>
                    <a:pt x="0" y="53340"/>
                  </a:cubicBezTo>
                  <a:moveTo>
                    <a:pt x="15716" y="53340"/>
                  </a:moveTo>
                  <a:cubicBezTo>
                    <a:pt x="15716" y="64579"/>
                    <a:pt x="18383" y="73914"/>
                    <a:pt x="23813" y="81248"/>
                  </a:cubicBezTo>
                  <a:cubicBezTo>
                    <a:pt x="29908" y="89535"/>
                    <a:pt x="38576" y="93631"/>
                    <a:pt x="49721" y="93631"/>
                  </a:cubicBezTo>
                  <a:cubicBezTo>
                    <a:pt x="60865" y="93631"/>
                    <a:pt x="69532" y="89535"/>
                    <a:pt x="75628" y="81248"/>
                  </a:cubicBezTo>
                  <a:cubicBezTo>
                    <a:pt x="81058" y="73819"/>
                    <a:pt x="83725" y="64579"/>
                    <a:pt x="83725" y="53340"/>
                  </a:cubicBezTo>
                  <a:cubicBezTo>
                    <a:pt x="83725" y="42100"/>
                    <a:pt x="80963" y="32766"/>
                    <a:pt x="75343" y="25241"/>
                  </a:cubicBezTo>
                  <a:cubicBezTo>
                    <a:pt x="69151" y="17050"/>
                    <a:pt x="60579" y="12954"/>
                    <a:pt x="49721" y="12954"/>
                  </a:cubicBezTo>
                  <a:cubicBezTo>
                    <a:pt x="38862" y="12954"/>
                    <a:pt x="30385" y="17050"/>
                    <a:pt x="24194" y="25241"/>
                  </a:cubicBezTo>
                  <a:cubicBezTo>
                    <a:pt x="18574" y="32766"/>
                    <a:pt x="15811" y="42100"/>
                    <a:pt x="15811" y="53340"/>
                  </a:cubicBezTo>
                </a:path>
              </a:pathLst>
            </a:custGeom>
            <a:grpFill/>
            <a:ln w="9525" cap="flat">
              <a:noFill/>
              <a:prstDash val="solid"/>
              <a:miter/>
            </a:ln>
          </p:spPr>
          <p:txBody>
            <a:bodyPr rtlCol="0" anchor="ctr"/>
            <a:lstStyle/>
            <a:p>
              <a:endParaRPr lang="en-GB"/>
            </a:p>
          </p:txBody>
        </p:sp>
        <p:sp>
          <p:nvSpPr>
            <p:cNvPr id="42" name="Freeform: Shape 34">
              <a:extLst>
                <a:ext uri="{FF2B5EF4-FFF2-40B4-BE49-F238E27FC236}">
                  <a16:creationId xmlns:a16="http://schemas.microsoft.com/office/drawing/2014/main" id="{DFED58AB-47EB-314C-68CF-C8E2CE30204E}"/>
                </a:ext>
              </a:extLst>
            </p:cNvPr>
            <p:cNvSpPr/>
            <p:nvPr/>
          </p:nvSpPr>
          <p:spPr>
            <a:xfrm>
              <a:off x="1487931" y="3614298"/>
              <a:ext cx="80009" cy="104965"/>
            </a:xfrm>
            <a:custGeom>
              <a:avLst/>
              <a:gdLst>
                <a:gd name="connsiteX0" fmla="*/ 80010 w 80009"/>
                <a:gd name="connsiteY0" fmla="*/ 0 h 104965"/>
                <a:gd name="connsiteX1" fmla="*/ 80010 w 80009"/>
                <a:gd name="connsiteY1" fmla="*/ 60484 h 104965"/>
                <a:gd name="connsiteX2" fmla="*/ 69628 w 80009"/>
                <a:gd name="connsiteY2" fmla="*/ 93536 h 104965"/>
                <a:gd name="connsiteX3" fmla="*/ 40005 w 80009"/>
                <a:gd name="connsiteY3" fmla="*/ 104966 h 104965"/>
                <a:gd name="connsiteX4" fmla="*/ 10382 w 80009"/>
                <a:gd name="connsiteY4" fmla="*/ 93536 h 104965"/>
                <a:gd name="connsiteX5" fmla="*/ 0 w 80009"/>
                <a:gd name="connsiteY5" fmla="*/ 60484 h 104965"/>
                <a:gd name="connsiteX6" fmla="*/ 0 w 80009"/>
                <a:gd name="connsiteY6" fmla="*/ 0 h 104965"/>
                <a:gd name="connsiteX7" fmla="*/ 14764 w 80009"/>
                <a:gd name="connsiteY7" fmla="*/ 0 h 104965"/>
                <a:gd name="connsiteX8" fmla="*/ 14764 w 80009"/>
                <a:gd name="connsiteY8" fmla="*/ 58579 h 104965"/>
                <a:gd name="connsiteX9" fmla="*/ 40005 w 80009"/>
                <a:gd name="connsiteY9" fmla="*/ 92012 h 104965"/>
                <a:gd name="connsiteX10" fmla="*/ 65246 w 80009"/>
                <a:gd name="connsiteY10" fmla="*/ 58579 h 104965"/>
                <a:gd name="connsiteX11" fmla="*/ 65246 w 80009"/>
                <a:gd name="connsiteY11" fmla="*/ 0 h 104965"/>
                <a:gd name="connsiteX12" fmla="*/ 80010 w 80009"/>
                <a:gd name="connsiteY12" fmla="*/ 0 h 10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009" h="104965">
                  <a:moveTo>
                    <a:pt x="80010" y="0"/>
                  </a:moveTo>
                  <a:lnTo>
                    <a:pt x="80010" y="60484"/>
                  </a:lnTo>
                  <a:cubicBezTo>
                    <a:pt x="80010" y="74867"/>
                    <a:pt x="76581" y="85916"/>
                    <a:pt x="69628" y="93536"/>
                  </a:cubicBezTo>
                  <a:cubicBezTo>
                    <a:pt x="62674" y="101156"/>
                    <a:pt x="52768" y="104966"/>
                    <a:pt x="40005" y="104966"/>
                  </a:cubicBezTo>
                  <a:cubicBezTo>
                    <a:pt x="27242" y="104966"/>
                    <a:pt x="17335" y="101156"/>
                    <a:pt x="10382" y="93536"/>
                  </a:cubicBezTo>
                  <a:cubicBezTo>
                    <a:pt x="3429" y="85916"/>
                    <a:pt x="0" y="74867"/>
                    <a:pt x="0" y="60484"/>
                  </a:cubicBezTo>
                  <a:lnTo>
                    <a:pt x="0" y="0"/>
                  </a:lnTo>
                  <a:lnTo>
                    <a:pt x="14764" y="0"/>
                  </a:lnTo>
                  <a:lnTo>
                    <a:pt x="14764" y="58579"/>
                  </a:lnTo>
                  <a:cubicBezTo>
                    <a:pt x="14764" y="80867"/>
                    <a:pt x="23241" y="92012"/>
                    <a:pt x="40005" y="92012"/>
                  </a:cubicBezTo>
                  <a:cubicBezTo>
                    <a:pt x="56769" y="92012"/>
                    <a:pt x="65246" y="80867"/>
                    <a:pt x="65246" y="58579"/>
                  </a:cubicBezTo>
                  <a:lnTo>
                    <a:pt x="65246" y="0"/>
                  </a:lnTo>
                  <a:lnTo>
                    <a:pt x="80010" y="0"/>
                  </a:lnTo>
                  <a:close/>
                </a:path>
              </a:pathLst>
            </a:custGeom>
            <a:grpFill/>
            <a:ln w="9525" cap="flat">
              <a:noFill/>
              <a:prstDash val="solid"/>
              <a:miter/>
            </a:ln>
          </p:spPr>
          <p:txBody>
            <a:bodyPr rtlCol="0" anchor="ctr"/>
            <a:lstStyle/>
            <a:p>
              <a:endParaRPr lang="en-GB"/>
            </a:p>
          </p:txBody>
        </p:sp>
        <p:sp>
          <p:nvSpPr>
            <p:cNvPr id="43" name="Freeform: Shape 35">
              <a:extLst>
                <a:ext uri="{FF2B5EF4-FFF2-40B4-BE49-F238E27FC236}">
                  <a16:creationId xmlns:a16="http://schemas.microsoft.com/office/drawing/2014/main" id="{C8EC3FFA-844D-756B-D6F6-39A0F7CAC8F3}"/>
                </a:ext>
              </a:extLst>
            </p:cNvPr>
            <p:cNvSpPr/>
            <p:nvPr/>
          </p:nvSpPr>
          <p:spPr>
            <a:xfrm>
              <a:off x="1624329" y="3614298"/>
              <a:ext cx="80772" cy="103155"/>
            </a:xfrm>
            <a:custGeom>
              <a:avLst/>
              <a:gdLst>
                <a:gd name="connsiteX0" fmla="*/ 0 w 80772"/>
                <a:gd name="connsiteY0" fmla="*/ 103156 h 103155"/>
                <a:gd name="connsiteX1" fmla="*/ 0 w 80772"/>
                <a:gd name="connsiteY1" fmla="*/ 0 h 103155"/>
                <a:gd name="connsiteX2" fmla="*/ 20098 w 80772"/>
                <a:gd name="connsiteY2" fmla="*/ 0 h 103155"/>
                <a:gd name="connsiteX3" fmla="*/ 65723 w 80772"/>
                <a:gd name="connsiteY3" fmla="*/ 83058 h 103155"/>
                <a:gd name="connsiteX4" fmla="*/ 66008 w 80772"/>
                <a:gd name="connsiteY4" fmla="*/ 83058 h 103155"/>
                <a:gd name="connsiteX5" fmla="*/ 66008 w 80772"/>
                <a:gd name="connsiteY5" fmla="*/ 0 h 103155"/>
                <a:gd name="connsiteX6" fmla="*/ 80772 w 80772"/>
                <a:gd name="connsiteY6" fmla="*/ 0 h 103155"/>
                <a:gd name="connsiteX7" fmla="*/ 80772 w 80772"/>
                <a:gd name="connsiteY7" fmla="*/ 103156 h 103155"/>
                <a:gd name="connsiteX8" fmla="*/ 61817 w 80772"/>
                <a:gd name="connsiteY8" fmla="*/ 103156 h 103155"/>
                <a:gd name="connsiteX9" fmla="*/ 15145 w 80772"/>
                <a:gd name="connsiteY9" fmla="*/ 18288 h 103155"/>
                <a:gd name="connsiteX10" fmla="*/ 14764 w 80772"/>
                <a:gd name="connsiteY10" fmla="*/ 18288 h 103155"/>
                <a:gd name="connsiteX11" fmla="*/ 14764 w 80772"/>
                <a:gd name="connsiteY11" fmla="*/ 103156 h 103155"/>
                <a:gd name="connsiteX12" fmla="*/ 0 w 80772"/>
                <a:gd name="connsiteY12"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772" h="103155">
                  <a:moveTo>
                    <a:pt x="0" y="103156"/>
                  </a:moveTo>
                  <a:lnTo>
                    <a:pt x="0" y="0"/>
                  </a:lnTo>
                  <a:lnTo>
                    <a:pt x="20098" y="0"/>
                  </a:lnTo>
                  <a:lnTo>
                    <a:pt x="65723" y="83058"/>
                  </a:lnTo>
                  <a:lnTo>
                    <a:pt x="66008" y="83058"/>
                  </a:lnTo>
                  <a:lnTo>
                    <a:pt x="66008" y="0"/>
                  </a:lnTo>
                  <a:lnTo>
                    <a:pt x="80772" y="0"/>
                  </a:lnTo>
                  <a:lnTo>
                    <a:pt x="80772" y="103156"/>
                  </a:lnTo>
                  <a:lnTo>
                    <a:pt x="61817" y="103156"/>
                  </a:lnTo>
                  <a:lnTo>
                    <a:pt x="15145" y="18288"/>
                  </a:lnTo>
                  <a:lnTo>
                    <a:pt x="14764" y="18288"/>
                  </a:lnTo>
                  <a:lnTo>
                    <a:pt x="14764" y="103156"/>
                  </a:lnTo>
                  <a:lnTo>
                    <a:pt x="0" y="103156"/>
                  </a:lnTo>
                  <a:close/>
                </a:path>
              </a:pathLst>
            </a:custGeom>
            <a:grpFill/>
            <a:ln w="9525" cap="flat">
              <a:noFill/>
              <a:prstDash val="solid"/>
              <a:miter/>
            </a:ln>
          </p:spPr>
          <p:txBody>
            <a:bodyPr rtlCol="0" anchor="ctr"/>
            <a:lstStyle/>
            <a:p>
              <a:endParaRPr lang="en-GB"/>
            </a:p>
          </p:txBody>
        </p:sp>
        <p:sp>
          <p:nvSpPr>
            <p:cNvPr id="44" name="Freeform: Shape 36">
              <a:extLst>
                <a:ext uri="{FF2B5EF4-FFF2-40B4-BE49-F238E27FC236}">
                  <a16:creationId xmlns:a16="http://schemas.microsoft.com/office/drawing/2014/main" id="{B2760A55-A4E5-2C37-4D3C-642DC5CB13D7}"/>
                </a:ext>
              </a:extLst>
            </p:cNvPr>
            <p:cNvSpPr/>
            <p:nvPr/>
          </p:nvSpPr>
          <p:spPr>
            <a:xfrm>
              <a:off x="1762251" y="3614298"/>
              <a:ext cx="85534" cy="103155"/>
            </a:xfrm>
            <a:custGeom>
              <a:avLst/>
              <a:gdLst>
                <a:gd name="connsiteX0" fmla="*/ 0 w 85534"/>
                <a:gd name="connsiteY0" fmla="*/ 103156 h 103155"/>
                <a:gd name="connsiteX1" fmla="*/ 0 w 85534"/>
                <a:gd name="connsiteY1" fmla="*/ 0 h 103155"/>
                <a:gd name="connsiteX2" fmla="*/ 30480 w 85534"/>
                <a:gd name="connsiteY2" fmla="*/ 0 h 103155"/>
                <a:gd name="connsiteX3" fmla="*/ 69533 w 85534"/>
                <a:gd name="connsiteY3" fmla="*/ 13430 h 103155"/>
                <a:gd name="connsiteX4" fmla="*/ 85535 w 85534"/>
                <a:gd name="connsiteY4" fmla="*/ 50673 h 103155"/>
                <a:gd name="connsiteX5" fmla="*/ 70961 w 85534"/>
                <a:gd name="connsiteY5" fmla="*/ 89726 h 103155"/>
                <a:gd name="connsiteX6" fmla="*/ 30575 w 85534"/>
                <a:gd name="connsiteY6" fmla="*/ 103156 h 103155"/>
                <a:gd name="connsiteX7" fmla="*/ 95 w 85534"/>
                <a:gd name="connsiteY7" fmla="*/ 103156 h 103155"/>
                <a:gd name="connsiteX8" fmla="*/ 14764 w 85534"/>
                <a:gd name="connsiteY8" fmla="*/ 12954 h 103155"/>
                <a:gd name="connsiteX9" fmla="*/ 14764 w 85534"/>
                <a:gd name="connsiteY9" fmla="*/ 90106 h 103155"/>
                <a:gd name="connsiteX10" fmla="*/ 30290 w 85534"/>
                <a:gd name="connsiteY10" fmla="*/ 90106 h 103155"/>
                <a:gd name="connsiteX11" fmla="*/ 69723 w 85534"/>
                <a:gd name="connsiteY11" fmla="*/ 51245 h 103155"/>
                <a:gd name="connsiteX12" fmla="*/ 58960 w 85534"/>
                <a:gd name="connsiteY12" fmla="*/ 23051 h 103155"/>
                <a:gd name="connsiteX13" fmla="*/ 32004 w 85534"/>
                <a:gd name="connsiteY13" fmla="*/ 12954 h 103155"/>
                <a:gd name="connsiteX14" fmla="*/ 14669 w 85534"/>
                <a:gd name="connsiteY14" fmla="*/ 12954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534" h="103155">
                  <a:moveTo>
                    <a:pt x="0" y="103156"/>
                  </a:moveTo>
                  <a:lnTo>
                    <a:pt x="0" y="0"/>
                  </a:lnTo>
                  <a:lnTo>
                    <a:pt x="30480" y="0"/>
                  </a:lnTo>
                  <a:cubicBezTo>
                    <a:pt x="46196" y="0"/>
                    <a:pt x="59246" y="4477"/>
                    <a:pt x="69533" y="13430"/>
                  </a:cubicBezTo>
                  <a:cubicBezTo>
                    <a:pt x="80200" y="22765"/>
                    <a:pt x="85535" y="35243"/>
                    <a:pt x="85535" y="50673"/>
                  </a:cubicBezTo>
                  <a:cubicBezTo>
                    <a:pt x="85535" y="67723"/>
                    <a:pt x="80677" y="80772"/>
                    <a:pt x="70961" y="89726"/>
                  </a:cubicBezTo>
                  <a:cubicBezTo>
                    <a:pt x="61246" y="98679"/>
                    <a:pt x="47815" y="103156"/>
                    <a:pt x="30575" y="103156"/>
                  </a:cubicBezTo>
                  <a:lnTo>
                    <a:pt x="95" y="103156"/>
                  </a:lnTo>
                  <a:close/>
                  <a:moveTo>
                    <a:pt x="14764" y="12954"/>
                  </a:moveTo>
                  <a:lnTo>
                    <a:pt x="14764" y="90106"/>
                  </a:lnTo>
                  <a:lnTo>
                    <a:pt x="30290" y="90106"/>
                  </a:lnTo>
                  <a:cubicBezTo>
                    <a:pt x="56579" y="90106"/>
                    <a:pt x="69723" y="77153"/>
                    <a:pt x="69723" y="51245"/>
                  </a:cubicBezTo>
                  <a:cubicBezTo>
                    <a:pt x="69723" y="39529"/>
                    <a:pt x="66104" y="30099"/>
                    <a:pt x="58960" y="23051"/>
                  </a:cubicBezTo>
                  <a:cubicBezTo>
                    <a:pt x="52006" y="16288"/>
                    <a:pt x="42958" y="12954"/>
                    <a:pt x="32004" y="12954"/>
                  </a:cubicBezTo>
                  <a:lnTo>
                    <a:pt x="14669" y="12954"/>
                  </a:lnTo>
                  <a:close/>
                </a:path>
              </a:pathLst>
            </a:custGeom>
            <a:grpFill/>
            <a:ln w="9525" cap="flat">
              <a:noFill/>
              <a:prstDash val="solid"/>
              <a:miter/>
            </a:ln>
          </p:spPr>
          <p:txBody>
            <a:bodyPr rtlCol="0" anchor="ctr"/>
            <a:lstStyle/>
            <a:p>
              <a:endParaRPr lang="en-GB"/>
            </a:p>
          </p:txBody>
        </p:sp>
        <p:sp>
          <p:nvSpPr>
            <p:cNvPr id="45" name="Freeform: Shape 37">
              <a:extLst>
                <a:ext uri="{FF2B5EF4-FFF2-40B4-BE49-F238E27FC236}">
                  <a16:creationId xmlns:a16="http://schemas.microsoft.com/office/drawing/2014/main" id="{33828D5C-97A3-4351-2281-D8310BEE14EE}"/>
                </a:ext>
              </a:extLst>
            </p:cNvPr>
            <p:cNvSpPr/>
            <p:nvPr/>
          </p:nvSpPr>
          <p:spPr>
            <a:xfrm>
              <a:off x="1885790" y="3614298"/>
              <a:ext cx="103155" cy="103155"/>
            </a:xfrm>
            <a:custGeom>
              <a:avLst/>
              <a:gdLst>
                <a:gd name="connsiteX0" fmla="*/ 0 w 103155"/>
                <a:gd name="connsiteY0" fmla="*/ 103156 h 103155"/>
                <a:gd name="connsiteX1" fmla="*/ 44005 w 103155"/>
                <a:gd name="connsiteY1" fmla="*/ 0 h 103155"/>
                <a:gd name="connsiteX2" fmla="*/ 59531 w 103155"/>
                <a:gd name="connsiteY2" fmla="*/ 0 h 103155"/>
                <a:gd name="connsiteX3" fmla="*/ 103156 w 103155"/>
                <a:gd name="connsiteY3" fmla="*/ 103156 h 103155"/>
                <a:gd name="connsiteX4" fmla="*/ 87058 w 103155"/>
                <a:gd name="connsiteY4" fmla="*/ 103156 h 103155"/>
                <a:gd name="connsiteX5" fmla="*/ 76581 w 103155"/>
                <a:gd name="connsiteY5" fmla="*/ 77153 h 103155"/>
                <a:gd name="connsiteX6" fmla="*/ 26003 w 103155"/>
                <a:gd name="connsiteY6" fmla="*/ 77153 h 103155"/>
                <a:gd name="connsiteX7" fmla="*/ 15526 w 103155"/>
                <a:gd name="connsiteY7" fmla="*/ 103156 h 103155"/>
                <a:gd name="connsiteX8" fmla="*/ 0 w 103155"/>
                <a:gd name="connsiteY8" fmla="*/ 103156 h 103155"/>
                <a:gd name="connsiteX9" fmla="*/ 71819 w 103155"/>
                <a:gd name="connsiteY9" fmla="*/ 64960 h 103155"/>
                <a:gd name="connsiteX10" fmla="*/ 51244 w 103155"/>
                <a:gd name="connsiteY10" fmla="*/ 13811 h 103155"/>
                <a:gd name="connsiteX11" fmla="*/ 30671 w 103155"/>
                <a:gd name="connsiteY11" fmla="*/ 64960 h 103155"/>
                <a:gd name="connsiteX12" fmla="*/ 71819 w 103155"/>
                <a:gd name="connsiteY12" fmla="*/ 64960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155" h="103155">
                  <a:moveTo>
                    <a:pt x="0" y="103156"/>
                  </a:moveTo>
                  <a:lnTo>
                    <a:pt x="44005" y="0"/>
                  </a:lnTo>
                  <a:lnTo>
                    <a:pt x="59531" y="0"/>
                  </a:lnTo>
                  <a:lnTo>
                    <a:pt x="103156" y="103156"/>
                  </a:lnTo>
                  <a:lnTo>
                    <a:pt x="87058" y="103156"/>
                  </a:lnTo>
                  <a:lnTo>
                    <a:pt x="76581" y="77153"/>
                  </a:lnTo>
                  <a:lnTo>
                    <a:pt x="26003" y="77153"/>
                  </a:lnTo>
                  <a:lnTo>
                    <a:pt x="15526" y="103156"/>
                  </a:lnTo>
                  <a:lnTo>
                    <a:pt x="0" y="103156"/>
                  </a:lnTo>
                  <a:close/>
                  <a:moveTo>
                    <a:pt x="71819" y="64960"/>
                  </a:moveTo>
                  <a:lnTo>
                    <a:pt x="51244" y="13811"/>
                  </a:lnTo>
                  <a:lnTo>
                    <a:pt x="30671" y="64960"/>
                  </a:lnTo>
                  <a:lnTo>
                    <a:pt x="71819" y="64960"/>
                  </a:lnTo>
                  <a:close/>
                </a:path>
              </a:pathLst>
            </a:custGeom>
            <a:grpFill/>
            <a:ln w="9525" cap="flat">
              <a:noFill/>
              <a:prstDash val="solid"/>
              <a:miter/>
            </a:ln>
          </p:spPr>
          <p:txBody>
            <a:bodyPr rtlCol="0" anchor="ctr"/>
            <a:lstStyle/>
            <a:p>
              <a:endParaRPr lang="en-GB"/>
            </a:p>
          </p:txBody>
        </p:sp>
        <p:sp>
          <p:nvSpPr>
            <p:cNvPr id="46" name="Freeform: Shape 38">
              <a:extLst>
                <a:ext uri="{FF2B5EF4-FFF2-40B4-BE49-F238E27FC236}">
                  <a16:creationId xmlns:a16="http://schemas.microsoft.com/office/drawing/2014/main" id="{8C452903-DC56-25F4-BC76-2C6E0C53077D}"/>
                </a:ext>
              </a:extLst>
            </p:cNvPr>
            <p:cNvSpPr/>
            <p:nvPr/>
          </p:nvSpPr>
          <p:spPr>
            <a:xfrm>
              <a:off x="2021903" y="3614298"/>
              <a:ext cx="78962" cy="103155"/>
            </a:xfrm>
            <a:custGeom>
              <a:avLst/>
              <a:gdLst>
                <a:gd name="connsiteX0" fmla="*/ 32099 w 78962"/>
                <a:gd name="connsiteY0" fmla="*/ 103156 h 103155"/>
                <a:gd name="connsiteX1" fmla="*/ 32099 w 78962"/>
                <a:gd name="connsiteY1" fmla="*/ 12954 h 103155"/>
                <a:gd name="connsiteX2" fmla="*/ 0 w 78962"/>
                <a:gd name="connsiteY2" fmla="*/ 12954 h 103155"/>
                <a:gd name="connsiteX3" fmla="*/ 0 w 78962"/>
                <a:gd name="connsiteY3" fmla="*/ 0 h 103155"/>
                <a:gd name="connsiteX4" fmla="*/ 78962 w 78962"/>
                <a:gd name="connsiteY4" fmla="*/ 0 h 103155"/>
                <a:gd name="connsiteX5" fmla="*/ 78962 w 78962"/>
                <a:gd name="connsiteY5" fmla="*/ 12954 h 103155"/>
                <a:gd name="connsiteX6" fmla="*/ 46863 w 78962"/>
                <a:gd name="connsiteY6" fmla="*/ 12954 h 103155"/>
                <a:gd name="connsiteX7" fmla="*/ 46863 w 78962"/>
                <a:gd name="connsiteY7" fmla="*/ 103156 h 103155"/>
                <a:gd name="connsiteX8" fmla="*/ 32099 w 78962"/>
                <a:gd name="connsiteY8"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62" h="103155">
                  <a:moveTo>
                    <a:pt x="32099" y="103156"/>
                  </a:moveTo>
                  <a:lnTo>
                    <a:pt x="32099" y="12954"/>
                  </a:lnTo>
                  <a:lnTo>
                    <a:pt x="0" y="12954"/>
                  </a:lnTo>
                  <a:lnTo>
                    <a:pt x="0" y="0"/>
                  </a:lnTo>
                  <a:lnTo>
                    <a:pt x="78962" y="0"/>
                  </a:lnTo>
                  <a:lnTo>
                    <a:pt x="78962" y="12954"/>
                  </a:lnTo>
                  <a:lnTo>
                    <a:pt x="46863" y="12954"/>
                  </a:lnTo>
                  <a:lnTo>
                    <a:pt x="46863" y="103156"/>
                  </a:lnTo>
                  <a:lnTo>
                    <a:pt x="32099" y="103156"/>
                  </a:lnTo>
                  <a:close/>
                </a:path>
              </a:pathLst>
            </a:custGeom>
            <a:grpFill/>
            <a:ln w="9525" cap="flat">
              <a:noFill/>
              <a:prstDash val="solid"/>
              <a:miter/>
            </a:ln>
          </p:spPr>
          <p:txBody>
            <a:bodyPr rtlCol="0" anchor="ctr"/>
            <a:lstStyle/>
            <a:p>
              <a:endParaRPr lang="en-GB"/>
            </a:p>
          </p:txBody>
        </p:sp>
        <p:sp>
          <p:nvSpPr>
            <p:cNvPr id="47" name="Freeform: Shape 39">
              <a:extLst>
                <a:ext uri="{FF2B5EF4-FFF2-40B4-BE49-F238E27FC236}">
                  <a16:creationId xmlns:a16="http://schemas.microsoft.com/office/drawing/2014/main" id="{E0F1E513-76B1-65CE-6065-41D5E590A2FB}"/>
                </a:ext>
              </a:extLst>
            </p:cNvPr>
            <p:cNvSpPr/>
            <p:nvPr/>
          </p:nvSpPr>
          <p:spPr>
            <a:xfrm>
              <a:off x="2145251" y="3614299"/>
              <a:ext cx="14763" cy="103155"/>
            </a:xfrm>
            <a:custGeom>
              <a:avLst/>
              <a:gdLst>
                <a:gd name="connsiteX0" fmla="*/ 0 w 14763"/>
                <a:gd name="connsiteY0" fmla="*/ 0 h 103155"/>
                <a:gd name="connsiteX1" fmla="*/ 14764 w 14763"/>
                <a:gd name="connsiteY1" fmla="*/ 0 h 103155"/>
                <a:gd name="connsiteX2" fmla="*/ 14764 w 14763"/>
                <a:gd name="connsiteY2" fmla="*/ 103156 h 103155"/>
                <a:gd name="connsiteX3" fmla="*/ 0 w 14763"/>
                <a:gd name="connsiteY3" fmla="*/ 103156 h 103155"/>
              </a:gdLst>
              <a:ahLst/>
              <a:cxnLst>
                <a:cxn ang="0">
                  <a:pos x="connsiteX0" y="connsiteY0"/>
                </a:cxn>
                <a:cxn ang="0">
                  <a:pos x="connsiteX1" y="connsiteY1"/>
                </a:cxn>
                <a:cxn ang="0">
                  <a:pos x="connsiteX2" y="connsiteY2"/>
                </a:cxn>
                <a:cxn ang="0">
                  <a:pos x="connsiteX3" y="connsiteY3"/>
                </a:cxn>
              </a:cxnLst>
              <a:rect l="l" t="t" r="r" b="b"/>
              <a:pathLst>
                <a:path w="14763" h="103155">
                  <a:moveTo>
                    <a:pt x="0" y="0"/>
                  </a:moveTo>
                  <a:lnTo>
                    <a:pt x="14764" y="0"/>
                  </a:lnTo>
                  <a:lnTo>
                    <a:pt x="14764" y="103156"/>
                  </a:lnTo>
                  <a:lnTo>
                    <a:pt x="0" y="103156"/>
                  </a:lnTo>
                  <a:close/>
                </a:path>
              </a:pathLst>
            </a:custGeom>
            <a:grpFill/>
            <a:ln w="9525" cap="flat">
              <a:noFill/>
              <a:prstDash val="solid"/>
              <a:miter/>
            </a:ln>
          </p:spPr>
          <p:txBody>
            <a:bodyPr rtlCol="0" anchor="ctr"/>
            <a:lstStyle/>
            <a:p>
              <a:endParaRPr lang="en-GB"/>
            </a:p>
          </p:txBody>
        </p:sp>
        <p:sp>
          <p:nvSpPr>
            <p:cNvPr id="48" name="Freeform: Shape 40">
              <a:extLst>
                <a:ext uri="{FF2B5EF4-FFF2-40B4-BE49-F238E27FC236}">
                  <a16:creationId xmlns:a16="http://schemas.microsoft.com/office/drawing/2014/main" id="{580CE6DA-A4D8-AC92-F014-CFB12CBFB091}"/>
                </a:ext>
              </a:extLst>
            </p:cNvPr>
            <p:cNvSpPr/>
            <p:nvPr/>
          </p:nvSpPr>
          <p:spPr>
            <a:xfrm>
              <a:off x="2210593" y="3612489"/>
              <a:ext cx="99345" cy="106775"/>
            </a:xfrm>
            <a:custGeom>
              <a:avLst/>
              <a:gdLst>
                <a:gd name="connsiteX0" fmla="*/ 0 w 99345"/>
                <a:gd name="connsiteY0" fmla="*/ 53340 h 106775"/>
                <a:gd name="connsiteX1" fmla="*/ 13145 w 99345"/>
                <a:gd name="connsiteY1" fmla="*/ 15240 h 106775"/>
                <a:gd name="connsiteX2" fmla="*/ 49625 w 99345"/>
                <a:gd name="connsiteY2" fmla="*/ 0 h 106775"/>
                <a:gd name="connsiteX3" fmla="*/ 86296 w 99345"/>
                <a:gd name="connsiteY3" fmla="*/ 15240 h 106775"/>
                <a:gd name="connsiteX4" fmla="*/ 99346 w 99345"/>
                <a:gd name="connsiteY4" fmla="*/ 53340 h 106775"/>
                <a:gd name="connsiteX5" fmla="*/ 86296 w 99345"/>
                <a:gd name="connsiteY5" fmla="*/ 91821 h 106775"/>
                <a:gd name="connsiteX6" fmla="*/ 49625 w 99345"/>
                <a:gd name="connsiteY6" fmla="*/ 106775 h 106775"/>
                <a:gd name="connsiteX7" fmla="*/ 12954 w 99345"/>
                <a:gd name="connsiteY7" fmla="*/ 91821 h 106775"/>
                <a:gd name="connsiteX8" fmla="*/ 0 w 99345"/>
                <a:gd name="connsiteY8" fmla="*/ 53340 h 106775"/>
                <a:gd name="connsiteX9" fmla="*/ 15621 w 99345"/>
                <a:gd name="connsiteY9" fmla="*/ 53340 h 106775"/>
                <a:gd name="connsiteX10" fmla="*/ 23717 w 99345"/>
                <a:gd name="connsiteY10" fmla="*/ 81248 h 106775"/>
                <a:gd name="connsiteX11" fmla="*/ 49625 w 99345"/>
                <a:gd name="connsiteY11" fmla="*/ 93631 h 106775"/>
                <a:gd name="connsiteX12" fmla="*/ 75533 w 99345"/>
                <a:gd name="connsiteY12" fmla="*/ 81248 h 106775"/>
                <a:gd name="connsiteX13" fmla="*/ 83629 w 99345"/>
                <a:gd name="connsiteY13" fmla="*/ 53340 h 106775"/>
                <a:gd name="connsiteX14" fmla="*/ 75152 w 99345"/>
                <a:gd name="connsiteY14" fmla="*/ 25241 h 106775"/>
                <a:gd name="connsiteX15" fmla="*/ 49625 w 99345"/>
                <a:gd name="connsiteY15" fmla="*/ 12954 h 106775"/>
                <a:gd name="connsiteX16" fmla="*/ 24098 w 99345"/>
                <a:gd name="connsiteY16" fmla="*/ 25241 h 106775"/>
                <a:gd name="connsiteX17" fmla="*/ 15716 w 99345"/>
                <a:gd name="connsiteY17" fmla="*/ 53340 h 10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345" h="106775">
                  <a:moveTo>
                    <a:pt x="0" y="53340"/>
                  </a:moveTo>
                  <a:cubicBezTo>
                    <a:pt x="0" y="37719"/>
                    <a:pt x="4382" y="24955"/>
                    <a:pt x="13145" y="15240"/>
                  </a:cubicBezTo>
                  <a:cubicBezTo>
                    <a:pt x="22098" y="5048"/>
                    <a:pt x="34290" y="0"/>
                    <a:pt x="49625" y="0"/>
                  </a:cubicBezTo>
                  <a:cubicBezTo>
                    <a:pt x="64961" y="0"/>
                    <a:pt x="77248" y="5048"/>
                    <a:pt x="86296" y="15240"/>
                  </a:cubicBezTo>
                  <a:cubicBezTo>
                    <a:pt x="94964" y="24955"/>
                    <a:pt x="99346" y="37719"/>
                    <a:pt x="99346" y="53340"/>
                  </a:cubicBezTo>
                  <a:cubicBezTo>
                    <a:pt x="99346" y="68961"/>
                    <a:pt x="94964" y="82105"/>
                    <a:pt x="86296" y="91821"/>
                  </a:cubicBezTo>
                  <a:cubicBezTo>
                    <a:pt x="77343" y="101822"/>
                    <a:pt x="65056" y="106775"/>
                    <a:pt x="49625" y="106775"/>
                  </a:cubicBezTo>
                  <a:cubicBezTo>
                    <a:pt x="34195" y="106775"/>
                    <a:pt x="21908" y="101822"/>
                    <a:pt x="12954" y="91821"/>
                  </a:cubicBezTo>
                  <a:cubicBezTo>
                    <a:pt x="4286" y="82201"/>
                    <a:pt x="0" y="69342"/>
                    <a:pt x="0" y="53340"/>
                  </a:cubicBezTo>
                  <a:moveTo>
                    <a:pt x="15621" y="53340"/>
                  </a:moveTo>
                  <a:cubicBezTo>
                    <a:pt x="15621" y="64579"/>
                    <a:pt x="18288" y="73914"/>
                    <a:pt x="23717" y="81248"/>
                  </a:cubicBezTo>
                  <a:cubicBezTo>
                    <a:pt x="29813" y="89535"/>
                    <a:pt x="38481" y="93631"/>
                    <a:pt x="49625" y="93631"/>
                  </a:cubicBezTo>
                  <a:cubicBezTo>
                    <a:pt x="60770" y="93631"/>
                    <a:pt x="69437" y="89535"/>
                    <a:pt x="75533" y="81248"/>
                  </a:cubicBezTo>
                  <a:cubicBezTo>
                    <a:pt x="80963" y="73819"/>
                    <a:pt x="83629" y="64579"/>
                    <a:pt x="83629" y="53340"/>
                  </a:cubicBezTo>
                  <a:cubicBezTo>
                    <a:pt x="83629" y="42100"/>
                    <a:pt x="80772" y="32766"/>
                    <a:pt x="75152" y="25241"/>
                  </a:cubicBezTo>
                  <a:cubicBezTo>
                    <a:pt x="68961" y="17050"/>
                    <a:pt x="60388" y="12954"/>
                    <a:pt x="49625" y="12954"/>
                  </a:cubicBezTo>
                  <a:cubicBezTo>
                    <a:pt x="38862" y="12954"/>
                    <a:pt x="30289" y="17050"/>
                    <a:pt x="24098" y="25241"/>
                  </a:cubicBezTo>
                  <a:cubicBezTo>
                    <a:pt x="18479" y="32766"/>
                    <a:pt x="15716" y="42100"/>
                    <a:pt x="15716" y="53340"/>
                  </a:cubicBezTo>
                </a:path>
              </a:pathLst>
            </a:custGeom>
            <a:grpFill/>
            <a:ln w="9525" cap="flat">
              <a:noFill/>
              <a:prstDash val="solid"/>
              <a:miter/>
            </a:ln>
          </p:spPr>
          <p:txBody>
            <a:bodyPr rtlCol="0" anchor="ctr"/>
            <a:lstStyle/>
            <a:p>
              <a:endParaRPr lang="en-GB"/>
            </a:p>
          </p:txBody>
        </p:sp>
        <p:sp>
          <p:nvSpPr>
            <p:cNvPr id="49" name="Freeform: Shape 41">
              <a:extLst>
                <a:ext uri="{FF2B5EF4-FFF2-40B4-BE49-F238E27FC236}">
                  <a16:creationId xmlns:a16="http://schemas.microsoft.com/office/drawing/2014/main" id="{BF9C919C-3E45-BE0C-CF32-42F06E59DC7D}"/>
                </a:ext>
              </a:extLst>
            </p:cNvPr>
            <p:cNvSpPr/>
            <p:nvPr/>
          </p:nvSpPr>
          <p:spPr>
            <a:xfrm>
              <a:off x="2358802" y="3614298"/>
              <a:ext cx="80771" cy="103155"/>
            </a:xfrm>
            <a:custGeom>
              <a:avLst/>
              <a:gdLst>
                <a:gd name="connsiteX0" fmla="*/ 0 w 80771"/>
                <a:gd name="connsiteY0" fmla="*/ 103156 h 103155"/>
                <a:gd name="connsiteX1" fmla="*/ 0 w 80771"/>
                <a:gd name="connsiteY1" fmla="*/ 0 h 103155"/>
                <a:gd name="connsiteX2" fmla="*/ 20098 w 80771"/>
                <a:gd name="connsiteY2" fmla="*/ 0 h 103155"/>
                <a:gd name="connsiteX3" fmla="*/ 65627 w 80771"/>
                <a:gd name="connsiteY3" fmla="*/ 83058 h 103155"/>
                <a:gd name="connsiteX4" fmla="*/ 65913 w 80771"/>
                <a:gd name="connsiteY4" fmla="*/ 83058 h 103155"/>
                <a:gd name="connsiteX5" fmla="*/ 65913 w 80771"/>
                <a:gd name="connsiteY5" fmla="*/ 0 h 103155"/>
                <a:gd name="connsiteX6" fmla="*/ 80772 w 80771"/>
                <a:gd name="connsiteY6" fmla="*/ 0 h 103155"/>
                <a:gd name="connsiteX7" fmla="*/ 80772 w 80771"/>
                <a:gd name="connsiteY7" fmla="*/ 103156 h 103155"/>
                <a:gd name="connsiteX8" fmla="*/ 61817 w 80771"/>
                <a:gd name="connsiteY8" fmla="*/ 103156 h 103155"/>
                <a:gd name="connsiteX9" fmla="*/ 15050 w 80771"/>
                <a:gd name="connsiteY9" fmla="*/ 18288 h 103155"/>
                <a:gd name="connsiteX10" fmla="*/ 14764 w 80771"/>
                <a:gd name="connsiteY10" fmla="*/ 18288 h 103155"/>
                <a:gd name="connsiteX11" fmla="*/ 14764 w 80771"/>
                <a:gd name="connsiteY11" fmla="*/ 103156 h 103155"/>
                <a:gd name="connsiteX12" fmla="*/ 0 w 80771"/>
                <a:gd name="connsiteY12"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771" h="103155">
                  <a:moveTo>
                    <a:pt x="0" y="103156"/>
                  </a:moveTo>
                  <a:lnTo>
                    <a:pt x="0" y="0"/>
                  </a:lnTo>
                  <a:lnTo>
                    <a:pt x="20098" y="0"/>
                  </a:lnTo>
                  <a:lnTo>
                    <a:pt x="65627" y="83058"/>
                  </a:lnTo>
                  <a:lnTo>
                    <a:pt x="65913" y="83058"/>
                  </a:lnTo>
                  <a:lnTo>
                    <a:pt x="65913" y="0"/>
                  </a:lnTo>
                  <a:lnTo>
                    <a:pt x="80772" y="0"/>
                  </a:lnTo>
                  <a:lnTo>
                    <a:pt x="80772" y="103156"/>
                  </a:lnTo>
                  <a:lnTo>
                    <a:pt x="61817" y="103156"/>
                  </a:lnTo>
                  <a:lnTo>
                    <a:pt x="15050" y="18288"/>
                  </a:lnTo>
                  <a:lnTo>
                    <a:pt x="14764" y="18288"/>
                  </a:lnTo>
                  <a:lnTo>
                    <a:pt x="14764" y="103156"/>
                  </a:lnTo>
                  <a:lnTo>
                    <a:pt x="0" y="103156"/>
                  </a:lnTo>
                  <a:close/>
                </a:path>
              </a:pathLst>
            </a:custGeom>
            <a:grpFill/>
            <a:ln w="9525" cap="flat">
              <a:noFill/>
              <a:prstDash val="solid"/>
              <a:miter/>
            </a:ln>
          </p:spPr>
          <p:txBody>
            <a:bodyPr rtlCol="0" anchor="ctr"/>
            <a:lstStyle/>
            <a:p>
              <a:endParaRPr lang="en-GB"/>
            </a:p>
          </p:txBody>
        </p:sp>
        <p:sp>
          <p:nvSpPr>
            <p:cNvPr id="50" name="Freeform: Shape 42">
              <a:extLst>
                <a:ext uri="{FF2B5EF4-FFF2-40B4-BE49-F238E27FC236}">
                  <a16:creationId xmlns:a16="http://schemas.microsoft.com/office/drawing/2014/main" id="{D3CF160F-4B8C-EDF9-6CBE-238C79E1C3AD}"/>
                </a:ext>
              </a:extLst>
            </p:cNvPr>
            <p:cNvSpPr/>
            <p:nvPr/>
          </p:nvSpPr>
          <p:spPr>
            <a:xfrm>
              <a:off x="970533" y="2918783"/>
              <a:ext cx="854201" cy="422719"/>
            </a:xfrm>
            <a:custGeom>
              <a:avLst/>
              <a:gdLst>
                <a:gd name="connsiteX0" fmla="*/ 321469 w 854201"/>
                <a:gd name="connsiteY0" fmla="*/ 41339 h 422719"/>
                <a:gd name="connsiteX1" fmla="*/ 0 w 854201"/>
                <a:gd name="connsiteY1" fmla="*/ 0 h 422719"/>
                <a:gd name="connsiteX2" fmla="*/ 854202 w 854201"/>
                <a:gd name="connsiteY2" fmla="*/ 422719 h 422719"/>
                <a:gd name="connsiteX3" fmla="*/ 321469 w 854201"/>
                <a:gd name="connsiteY3" fmla="*/ 41339 h 422719"/>
              </a:gdLst>
              <a:ahLst/>
              <a:cxnLst>
                <a:cxn ang="0">
                  <a:pos x="connsiteX0" y="connsiteY0"/>
                </a:cxn>
                <a:cxn ang="0">
                  <a:pos x="connsiteX1" y="connsiteY1"/>
                </a:cxn>
                <a:cxn ang="0">
                  <a:pos x="connsiteX2" y="connsiteY2"/>
                </a:cxn>
                <a:cxn ang="0">
                  <a:pos x="connsiteX3" y="connsiteY3"/>
                </a:cxn>
              </a:cxnLst>
              <a:rect l="l" t="t" r="r" b="b"/>
              <a:pathLst>
                <a:path w="854201" h="422719">
                  <a:moveTo>
                    <a:pt x="321469" y="41339"/>
                  </a:moveTo>
                  <a:lnTo>
                    <a:pt x="0" y="0"/>
                  </a:lnTo>
                  <a:lnTo>
                    <a:pt x="854202" y="422719"/>
                  </a:lnTo>
                  <a:lnTo>
                    <a:pt x="321469" y="41339"/>
                  </a:lnTo>
                  <a:close/>
                </a:path>
              </a:pathLst>
            </a:custGeom>
            <a:grpFill/>
            <a:ln w="9525" cap="flat">
              <a:noFill/>
              <a:prstDash val="solid"/>
              <a:miter/>
            </a:ln>
          </p:spPr>
          <p:txBody>
            <a:bodyPr rtlCol="0" anchor="ctr"/>
            <a:lstStyle/>
            <a:p>
              <a:endParaRPr lang="en-GB"/>
            </a:p>
          </p:txBody>
        </p:sp>
        <p:sp>
          <p:nvSpPr>
            <p:cNvPr id="51" name="Freeform: Shape 43">
              <a:extLst>
                <a:ext uri="{FF2B5EF4-FFF2-40B4-BE49-F238E27FC236}">
                  <a16:creationId xmlns:a16="http://schemas.microsoft.com/office/drawing/2014/main" id="{9DBD0412-916F-5420-A9F9-18293F157501}"/>
                </a:ext>
              </a:extLst>
            </p:cNvPr>
            <p:cNvSpPr/>
            <p:nvPr/>
          </p:nvSpPr>
          <p:spPr>
            <a:xfrm>
              <a:off x="1292002" y="2882207"/>
              <a:ext cx="534638" cy="453389"/>
            </a:xfrm>
            <a:custGeom>
              <a:avLst/>
              <a:gdLst>
                <a:gd name="connsiteX0" fmla="*/ 257080 w 534638"/>
                <a:gd name="connsiteY0" fmla="*/ 69914 h 453389"/>
                <a:gd name="connsiteX1" fmla="*/ 0 w 534638"/>
                <a:gd name="connsiteY1" fmla="*/ 0 h 453389"/>
                <a:gd name="connsiteX2" fmla="*/ 534638 w 534638"/>
                <a:gd name="connsiteY2" fmla="*/ 453390 h 453389"/>
                <a:gd name="connsiteX3" fmla="*/ 257080 w 534638"/>
                <a:gd name="connsiteY3" fmla="*/ 69914 h 453389"/>
              </a:gdLst>
              <a:ahLst/>
              <a:cxnLst>
                <a:cxn ang="0">
                  <a:pos x="connsiteX0" y="connsiteY0"/>
                </a:cxn>
                <a:cxn ang="0">
                  <a:pos x="connsiteX1" y="connsiteY1"/>
                </a:cxn>
                <a:cxn ang="0">
                  <a:pos x="connsiteX2" y="connsiteY2"/>
                </a:cxn>
                <a:cxn ang="0">
                  <a:pos x="connsiteX3" y="connsiteY3"/>
                </a:cxn>
              </a:cxnLst>
              <a:rect l="l" t="t" r="r" b="b"/>
              <a:pathLst>
                <a:path w="534638" h="453389">
                  <a:moveTo>
                    <a:pt x="257080" y="69914"/>
                  </a:moveTo>
                  <a:lnTo>
                    <a:pt x="0" y="0"/>
                  </a:lnTo>
                  <a:lnTo>
                    <a:pt x="534638" y="453390"/>
                  </a:lnTo>
                  <a:lnTo>
                    <a:pt x="257080" y="69914"/>
                  </a:lnTo>
                  <a:close/>
                </a:path>
              </a:pathLst>
            </a:custGeom>
            <a:grpFill/>
            <a:ln w="9525" cap="flat">
              <a:noFill/>
              <a:prstDash val="solid"/>
              <a:miter/>
            </a:ln>
          </p:spPr>
          <p:txBody>
            <a:bodyPr rtlCol="0" anchor="ctr"/>
            <a:lstStyle/>
            <a:p>
              <a:endParaRPr lang="en-GB"/>
            </a:p>
          </p:txBody>
        </p:sp>
        <p:sp>
          <p:nvSpPr>
            <p:cNvPr id="52" name="Freeform: Shape 44">
              <a:extLst>
                <a:ext uri="{FF2B5EF4-FFF2-40B4-BE49-F238E27FC236}">
                  <a16:creationId xmlns:a16="http://schemas.microsoft.com/office/drawing/2014/main" id="{0CD56C9E-D97F-7578-3299-3AFD1183BD3D}"/>
                </a:ext>
              </a:extLst>
            </p:cNvPr>
            <p:cNvSpPr/>
            <p:nvPr/>
          </p:nvSpPr>
          <p:spPr>
            <a:xfrm>
              <a:off x="1856072" y="2918688"/>
              <a:ext cx="854202" cy="422814"/>
            </a:xfrm>
            <a:custGeom>
              <a:avLst/>
              <a:gdLst>
                <a:gd name="connsiteX0" fmla="*/ 532733 w 854202"/>
                <a:gd name="connsiteY0" fmla="*/ 41434 h 422814"/>
                <a:gd name="connsiteX1" fmla="*/ 854202 w 854202"/>
                <a:gd name="connsiteY1" fmla="*/ 0 h 422814"/>
                <a:gd name="connsiteX2" fmla="*/ 0 w 854202"/>
                <a:gd name="connsiteY2" fmla="*/ 422815 h 422814"/>
                <a:gd name="connsiteX3" fmla="*/ 532733 w 854202"/>
                <a:gd name="connsiteY3" fmla="*/ 41434 h 422814"/>
              </a:gdLst>
              <a:ahLst/>
              <a:cxnLst>
                <a:cxn ang="0">
                  <a:pos x="connsiteX0" y="connsiteY0"/>
                </a:cxn>
                <a:cxn ang="0">
                  <a:pos x="connsiteX1" y="connsiteY1"/>
                </a:cxn>
                <a:cxn ang="0">
                  <a:pos x="connsiteX2" y="connsiteY2"/>
                </a:cxn>
                <a:cxn ang="0">
                  <a:pos x="connsiteX3" y="connsiteY3"/>
                </a:cxn>
              </a:cxnLst>
              <a:rect l="l" t="t" r="r" b="b"/>
              <a:pathLst>
                <a:path w="854202" h="422814">
                  <a:moveTo>
                    <a:pt x="532733" y="41434"/>
                  </a:moveTo>
                  <a:lnTo>
                    <a:pt x="854202" y="0"/>
                  </a:lnTo>
                  <a:lnTo>
                    <a:pt x="0" y="422815"/>
                  </a:lnTo>
                  <a:lnTo>
                    <a:pt x="532733" y="41434"/>
                  </a:lnTo>
                  <a:close/>
                </a:path>
              </a:pathLst>
            </a:custGeom>
            <a:grpFill/>
            <a:ln w="9525" cap="flat">
              <a:noFill/>
              <a:prstDash val="solid"/>
              <a:miter/>
            </a:ln>
          </p:spPr>
          <p:txBody>
            <a:bodyPr rtlCol="0" anchor="ctr"/>
            <a:lstStyle/>
            <a:p>
              <a:endParaRPr lang="en-GB"/>
            </a:p>
          </p:txBody>
        </p:sp>
        <p:sp>
          <p:nvSpPr>
            <p:cNvPr id="53" name="Freeform: Shape 45">
              <a:extLst>
                <a:ext uri="{FF2B5EF4-FFF2-40B4-BE49-F238E27FC236}">
                  <a16:creationId xmlns:a16="http://schemas.microsoft.com/office/drawing/2014/main" id="{D03FBC7E-1FB0-F546-9543-8AC73243478C}"/>
                </a:ext>
              </a:extLst>
            </p:cNvPr>
            <p:cNvSpPr/>
            <p:nvPr/>
          </p:nvSpPr>
          <p:spPr>
            <a:xfrm>
              <a:off x="1854167" y="2882207"/>
              <a:ext cx="534638" cy="453294"/>
            </a:xfrm>
            <a:custGeom>
              <a:avLst/>
              <a:gdLst>
                <a:gd name="connsiteX0" fmla="*/ 277654 w 534638"/>
                <a:gd name="connsiteY0" fmla="*/ 69914 h 453294"/>
                <a:gd name="connsiteX1" fmla="*/ 534638 w 534638"/>
                <a:gd name="connsiteY1" fmla="*/ 0 h 453294"/>
                <a:gd name="connsiteX2" fmla="*/ 0 w 534638"/>
                <a:gd name="connsiteY2" fmla="*/ 453295 h 453294"/>
                <a:gd name="connsiteX3" fmla="*/ 277654 w 534638"/>
                <a:gd name="connsiteY3" fmla="*/ 69914 h 453294"/>
              </a:gdLst>
              <a:ahLst/>
              <a:cxnLst>
                <a:cxn ang="0">
                  <a:pos x="connsiteX0" y="connsiteY0"/>
                </a:cxn>
                <a:cxn ang="0">
                  <a:pos x="connsiteX1" y="connsiteY1"/>
                </a:cxn>
                <a:cxn ang="0">
                  <a:pos x="connsiteX2" y="connsiteY2"/>
                </a:cxn>
                <a:cxn ang="0">
                  <a:pos x="connsiteX3" y="connsiteY3"/>
                </a:cxn>
              </a:cxnLst>
              <a:rect l="l" t="t" r="r" b="b"/>
              <a:pathLst>
                <a:path w="534638" h="453294">
                  <a:moveTo>
                    <a:pt x="277654" y="69914"/>
                  </a:moveTo>
                  <a:lnTo>
                    <a:pt x="534638" y="0"/>
                  </a:lnTo>
                  <a:lnTo>
                    <a:pt x="0" y="453295"/>
                  </a:lnTo>
                  <a:lnTo>
                    <a:pt x="277654" y="69914"/>
                  </a:lnTo>
                  <a:close/>
                </a:path>
              </a:pathLst>
            </a:custGeom>
            <a:grpFill/>
            <a:ln w="9525" cap="flat">
              <a:noFill/>
              <a:prstDash val="solid"/>
              <a:miter/>
            </a:ln>
          </p:spPr>
          <p:txBody>
            <a:bodyPr rtlCol="0" anchor="ctr"/>
            <a:lstStyle/>
            <a:p>
              <a:endParaRPr lang="en-GB"/>
            </a:p>
          </p:txBody>
        </p:sp>
        <p:sp>
          <p:nvSpPr>
            <p:cNvPr id="54" name="Freeform: Shape 46">
              <a:extLst>
                <a:ext uri="{FF2B5EF4-FFF2-40B4-BE49-F238E27FC236}">
                  <a16:creationId xmlns:a16="http://schemas.microsoft.com/office/drawing/2014/main" id="{B31390DA-1D9B-FE05-0048-4672E630345C}"/>
                </a:ext>
              </a:extLst>
            </p:cNvPr>
            <p:cNvSpPr/>
            <p:nvPr/>
          </p:nvSpPr>
          <p:spPr>
            <a:xfrm>
              <a:off x="1523935" y="2846965"/>
              <a:ext cx="633031" cy="495109"/>
            </a:xfrm>
            <a:custGeom>
              <a:avLst/>
              <a:gdLst>
                <a:gd name="connsiteX0" fmla="*/ 633032 w 633031"/>
                <a:gd name="connsiteY0" fmla="*/ 0 h 495109"/>
                <a:gd name="connsiteX1" fmla="*/ 426720 w 633031"/>
                <a:gd name="connsiteY1" fmla="*/ 97727 h 495109"/>
                <a:gd name="connsiteX2" fmla="*/ 388239 w 633031"/>
                <a:gd name="connsiteY2" fmla="*/ 252413 h 495109"/>
                <a:gd name="connsiteX3" fmla="*/ 316516 w 633031"/>
                <a:gd name="connsiteY3" fmla="*/ 111062 h 495109"/>
                <a:gd name="connsiteX4" fmla="*/ 244412 w 633031"/>
                <a:gd name="connsiteY4" fmla="*/ 252413 h 495109"/>
                <a:gd name="connsiteX5" fmla="*/ 206216 w 633031"/>
                <a:gd name="connsiteY5" fmla="*/ 97727 h 495109"/>
                <a:gd name="connsiteX6" fmla="*/ 0 w 633031"/>
                <a:gd name="connsiteY6" fmla="*/ 0 h 495109"/>
                <a:gd name="connsiteX7" fmla="*/ 316516 w 633031"/>
                <a:gd name="connsiteY7" fmla="*/ 495110 h 495109"/>
                <a:gd name="connsiteX8" fmla="*/ 633032 w 633031"/>
                <a:gd name="connsiteY8" fmla="*/ 0 h 495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3031" h="495109">
                  <a:moveTo>
                    <a:pt x="633032" y="0"/>
                  </a:moveTo>
                  <a:lnTo>
                    <a:pt x="426720" y="97727"/>
                  </a:lnTo>
                  <a:lnTo>
                    <a:pt x="388239" y="252413"/>
                  </a:lnTo>
                  <a:lnTo>
                    <a:pt x="316516" y="111062"/>
                  </a:lnTo>
                  <a:lnTo>
                    <a:pt x="244412" y="252413"/>
                  </a:lnTo>
                  <a:lnTo>
                    <a:pt x="206216" y="97727"/>
                  </a:lnTo>
                  <a:lnTo>
                    <a:pt x="0" y="0"/>
                  </a:lnTo>
                  <a:lnTo>
                    <a:pt x="316516" y="495110"/>
                  </a:lnTo>
                  <a:lnTo>
                    <a:pt x="633032" y="0"/>
                  </a:lnTo>
                  <a:close/>
                </a:path>
              </a:pathLst>
            </a:custGeom>
            <a:grpFill/>
            <a:ln w="9525" cap="flat">
              <a:noFill/>
              <a:prstDash val="solid"/>
              <a:miter/>
            </a:ln>
          </p:spPr>
          <p:txBody>
            <a:bodyPr rtlCol="0" anchor="ctr"/>
            <a:lstStyle/>
            <a:p>
              <a:endParaRPr lang="en-GB"/>
            </a:p>
          </p:txBody>
        </p:sp>
      </p:grpSp>
      <p:sp>
        <p:nvSpPr>
          <p:cNvPr id="16" name="TextBox 15">
            <a:extLst>
              <a:ext uri="{FF2B5EF4-FFF2-40B4-BE49-F238E27FC236}">
                <a16:creationId xmlns:a16="http://schemas.microsoft.com/office/drawing/2014/main" id="{EB088E22-445A-E5CA-D7F2-A7EE458F11EE}"/>
              </a:ext>
            </a:extLst>
          </p:cNvPr>
          <p:cNvSpPr txBox="1"/>
          <p:nvPr userDrawn="1"/>
        </p:nvSpPr>
        <p:spPr>
          <a:xfrm>
            <a:off x="436106" y="371194"/>
            <a:ext cx="2979103" cy="2308324"/>
          </a:xfrm>
          <a:prstGeom prst="rect">
            <a:avLst/>
          </a:prstGeom>
          <a:noFill/>
        </p:spPr>
        <p:txBody>
          <a:bodyPr wrap="square">
            <a:spAutoFit/>
          </a:bodyPr>
          <a:lstStyle/>
          <a:p>
            <a:r>
              <a:rPr lang="en-US" sz="2400" dirty="0">
                <a:solidFill>
                  <a:schemeClr val="bg1"/>
                </a:solidFill>
                <a:latin typeface="Barlow" panose="00000500000000000000" pitchFamily="2" charset="0"/>
                <a:cs typeface="Arial" panose="020B0604020202020204" pitchFamily="34" charset="0"/>
              </a:rPr>
              <a:t>DEVELOP ENTREPRENEURIAL LEADERS.</a:t>
            </a:r>
            <a:r>
              <a:rPr lang="en-US" sz="2400" i="0" dirty="0">
                <a:solidFill>
                  <a:schemeClr val="bg1"/>
                </a:solidFill>
                <a:effectLst/>
                <a:latin typeface="Barlow" panose="00000500000000000000" pitchFamily="2" charset="0"/>
                <a:cs typeface="Arial" panose="020B0604020202020204" pitchFamily="34" charset="0"/>
              </a:rPr>
              <a:t>.</a:t>
            </a:r>
          </a:p>
          <a:p>
            <a:endParaRPr lang="en-US" sz="2400" i="0" dirty="0">
              <a:solidFill>
                <a:schemeClr val="bg1"/>
              </a:solidFill>
              <a:effectLst/>
              <a:latin typeface="Barlow" panose="00000500000000000000" pitchFamily="2" charset="0"/>
              <a:cs typeface="Arial" panose="020B0604020202020204" pitchFamily="34" charset="0"/>
            </a:endParaRPr>
          </a:p>
          <a:p>
            <a:r>
              <a:rPr lang="en-US" sz="2400" i="0" dirty="0">
                <a:solidFill>
                  <a:schemeClr val="bg1"/>
                </a:solidFill>
                <a:effectLst/>
                <a:latin typeface="Barlow" panose="00000500000000000000" pitchFamily="2" charset="0"/>
                <a:cs typeface="Arial" panose="020B0604020202020204" pitchFamily="34" charset="0"/>
              </a:rPr>
              <a:t>WITH</a:t>
            </a:r>
          </a:p>
          <a:p>
            <a:r>
              <a:rPr lang="en-US" sz="2400" b="1" i="0" dirty="0">
                <a:solidFill>
                  <a:schemeClr val="bg1"/>
                </a:solidFill>
                <a:effectLst/>
                <a:latin typeface="Barlow" panose="00000500000000000000" pitchFamily="2" charset="0"/>
                <a:cs typeface="Arial" panose="020B0604020202020204" pitchFamily="34" charset="0"/>
              </a:rPr>
              <a:t>WADHWANI IGNITE.</a:t>
            </a:r>
            <a:endParaRPr lang="en-US" sz="2400" b="1" dirty="0">
              <a:solidFill>
                <a:schemeClr val="bg1"/>
              </a:solidFill>
              <a:latin typeface="Barlow" panose="00000500000000000000" pitchFamily="2" charset="0"/>
              <a:cs typeface="Arial" panose="020B0604020202020204" pitchFamily="34" charset="0"/>
            </a:endParaRPr>
          </a:p>
        </p:txBody>
      </p:sp>
      <p:sp>
        <p:nvSpPr>
          <p:cNvPr id="19" name="Text Placeholder 17">
            <a:extLst>
              <a:ext uri="{FF2B5EF4-FFF2-40B4-BE49-F238E27FC236}">
                <a16:creationId xmlns:a16="http://schemas.microsoft.com/office/drawing/2014/main" id="{C6F4358C-284B-D3B6-B847-FFEA7D77F8A6}"/>
              </a:ext>
            </a:extLst>
          </p:cNvPr>
          <p:cNvSpPr>
            <a:spLocks noGrp="1"/>
          </p:cNvSpPr>
          <p:nvPr>
            <p:ph type="body" sz="quarter" idx="13" hasCustomPrompt="1"/>
          </p:nvPr>
        </p:nvSpPr>
        <p:spPr>
          <a:xfrm>
            <a:off x="360858" y="5135898"/>
            <a:ext cx="5302250" cy="584200"/>
          </a:xfrm>
        </p:spPr>
        <p:txBody>
          <a:bodyPr/>
          <a:lstStyle>
            <a:lvl1pPr marL="0" indent="0">
              <a:buNone/>
              <a:defRPr lang="en-US" sz="3200" b="1" kern="1200" dirty="0" smtClean="0">
                <a:solidFill>
                  <a:schemeClr val="bg1"/>
                </a:solidFill>
                <a:latin typeface="Barlow Medium" panose="00000600000000000000" pitchFamily="2" charset="0"/>
                <a:ea typeface="+mj-ea"/>
                <a:cs typeface="+mj-cs"/>
              </a:defRPr>
            </a:lvl1pPr>
            <a:lvl2pPr>
              <a:defRPr lang="en-US" sz="3200" b="1" kern="1200" dirty="0" smtClean="0">
                <a:solidFill>
                  <a:schemeClr val="bg1"/>
                </a:solidFill>
                <a:latin typeface="Barlow Medium" panose="00000600000000000000" pitchFamily="2" charset="0"/>
                <a:ea typeface="+mj-ea"/>
                <a:cs typeface="+mj-cs"/>
              </a:defRPr>
            </a:lvl2pPr>
            <a:lvl3pPr>
              <a:defRPr lang="en-US" sz="3200" b="1" kern="1200" dirty="0" smtClean="0">
                <a:solidFill>
                  <a:schemeClr val="bg1"/>
                </a:solidFill>
                <a:latin typeface="Barlow Medium" panose="00000600000000000000" pitchFamily="2" charset="0"/>
                <a:ea typeface="+mj-ea"/>
                <a:cs typeface="+mj-cs"/>
              </a:defRPr>
            </a:lvl3pPr>
            <a:lvl4pPr>
              <a:defRPr lang="en-US" sz="3200" b="1" kern="1200" dirty="0" smtClean="0">
                <a:solidFill>
                  <a:schemeClr val="bg1"/>
                </a:solidFill>
                <a:latin typeface="Barlow Medium" panose="00000600000000000000" pitchFamily="2" charset="0"/>
                <a:ea typeface="+mj-ea"/>
                <a:cs typeface="+mj-cs"/>
              </a:defRPr>
            </a:lvl4pPr>
            <a:lvl5pPr>
              <a:defRPr lang="en-IN" sz="3200" b="1" kern="1200" dirty="0">
                <a:solidFill>
                  <a:schemeClr val="bg1"/>
                </a:solidFill>
                <a:latin typeface="Barlow Medium" panose="00000600000000000000" pitchFamily="2" charset="0"/>
                <a:ea typeface="+mj-ea"/>
                <a:cs typeface="+mj-cs"/>
              </a:defRPr>
            </a:lvl5pPr>
          </a:lstStyle>
          <a:p>
            <a:pPr lvl="0"/>
            <a:r>
              <a:rPr lang="en-US"/>
              <a:t>Click to Add Module</a:t>
            </a:r>
            <a:endParaRPr lang="en-IN"/>
          </a:p>
        </p:txBody>
      </p:sp>
      <p:sp>
        <p:nvSpPr>
          <p:cNvPr id="21" name="Text Placeholder 17">
            <a:extLst>
              <a:ext uri="{FF2B5EF4-FFF2-40B4-BE49-F238E27FC236}">
                <a16:creationId xmlns:a16="http://schemas.microsoft.com/office/drawing/2014/main" id="{5BB2488D-8696-C4F9-3652-4CBF73CA11F7}"/>
              </a:ext>
            </a:extLst>
          </p:cNvPr>
          <p:cNvSpPr>
            <a:spLocks noGrp="1"/>
          </p:cNvSpPr>
          <p:nvPr>
            <p:ph type="body" sz="quarter" idx="14" hasCustomPrompt="1"/>
          </p:nvPr>
        </p:nvSpPr>
        <p:spPr>
          <a:xfrm>
            <a:off x="360858" y="5895254"/>
            <a:ext cx="5302250" cy="584200"/>
          </a:xfrm>
        </p:spPr>
        <p:txBody>
          <a:bodyPr>
            <a:normAutofit/>
          </a:bodyPr>
          <a:lstStyle>
            <a:lvl1pPr marL="0" indent="0">
              <a:buNone/>
              <a:defRPr lang="en-IN" sz="2000" kern="1200" dirty="0">
                <a:solidFill>
                  <a:schemeClr val="bg1"/>
                </a:solidFill>
                <a:latin typeface="Open Sans" pitchFamily="2" charset="0"/>
                <a:ea typeface="Open Sans" pitchFamily="2" charset="0"/>
                <a:cs typeface="Open Sans" pitchFamily="2" charset="0"/>
              </a:defRPr>
            </a:lvl1pPr>
            <a:lvl2pPr>
              <a:defRPr lang="en-US" sz="3200" b="1" kern="1200" dirty="0" smtClean="0">
                <a:solidFill>
                  <a:schemeClr val="bg1"/>
                </a:solidFill>
                <a:latin typeface="Barlow Medium" panose="00000600000000000000" pitchFamily="2" charset="0"/>
                <a:ea typeface="+mj-ea"/>
                <a:cs typeface="+mj-cs"/>
              </a:defRPr>
            </a:lvl2pPr>
            <a:lvl3pPr>
              <a:defRPr lang="en-US" sz="3200" b="1" kern="1200" dirty="0" smtClean="0">
                <a:solidFill>
                  <a:schemeClr val="bg1"/>
                </a:solidFill>
                <a:latin typeface="Barlow Medium" panose="00000600000000000000" pitchFamily="2" charset="0"/>
                <a:ea typeface="+mj-ea"/>
                <a:cs typeface="+mj-cs"/>
              </a:defRPr>
            </a:lvl3pPr>
            <a:lvl4pPr>
              <a:defRPr lang="en-US" sz="3200" b="1" kern="1200" dirty="0" smtClean="0">
                <a:solidFill>
                  <a:schemeClr val="bg1"/>
                </a:solidFill>
                <a:latin typeface="Barlow Medium" panose="00000600000000000000" pitchFamily="2" charset="0"/>
                <a:ea typeface="+mj-ea"/>
                <a:cs typeface="+mj-cs"/>
              </a:defRPr>
            </a:lvl4pPr>
            <a:lvl5pPr>
              <a:defRPr lang="en-IN" sz="3200" b="1" kern="1200" dirty="0">
                <a:solidFill>
                  <a:schemeClr val="bg1"/>
                </a:solidFill>
                <a:latin typeface="Barlow Medium" panose="00000600000000000000" pitchFamily="2" charset="0"/>
                <a:ea typeface="+mj-ea"/>
                <a:cs typeface="+mj-cs"/>
              </a:defRPr>
            </a:lvl5pPr>
          </a:lstStyle>
          <a:p>
            <a:pPr lvl="0"/>
            <a:r>
              <a:rPr lang="en-US"/>
              <a:t>Click to Add Lesson</a:t>
            </a:r>
            <a:endParaRPr lang="en-IN"/>
          </a:p>
        </p:txBody>
      </p:sp>
      <p:sp>
        <p:nvSpPr>
          <p:cNvPr id="23" name="Picture Placeholder 22">
            <a:extLst>
              <a:ext uri="{FF2B5EF4-FFF2-40B4-BE49-F238E27FC236}">
                <a16:creationId xmlns:a16="http://schemas.microsoft.com/office/drawing/2014/main" id="{578F6F88-2FE6-45A7-AB8C-550D53F29E1D}"/>
              </a:ext>
            </a:extLst>
          </p:cNvPr>
          <p:cNvSpPr>
            <a:spLocks noGrp="1"/>
          </p:cNvSpPr>
          <p:nvPr>
            <p:ph type="pic" sz="quarter" idx="15"/>
          </p:nvPr>
        </p:nvSpPr>
        <p:spPr>
          <a:xfrm>
            <a:off x="3646488" y="0"/>
            <a:ext cx="8545512" cy="6858000"/>
          </a:xfrm>
        </p:spPr>
        <p:txBody>
          <a:bodyPr/>
          <a:lstStyle/>
          <a:p>
            <a:endParaRPr lang="en-IN" dirty="0"/>
          </a:p>
        </p:txBody>
      </p:sp>
    </p:spTree>
    <p:extLst>
      <p:ext uri="{BB962C8B-B14F-4D97-AF65-F5344CB8AC3E}">
        <p14:creationId xmlns:p14="http://schemas.microsoft.com/office/powerpoint/2010/main" val="269565469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A4C67A9-B9CE-84AB-B023-35262618BA48}"/>
              </a:ext>
            </a:extLst>
          </p:cNvPr>
          <p:cNvSpPr>
            <a:spLocks noGrp="1"/>
          </p:cNvSpPr>
          <p:nvPr>
            <p:ph type="pic" sz="quarter" idx="13"/>
          </p:nvPr>
        </p:nvSpPr>
        <p:spPr>
          <a:xfrm>
            <a:off x="380974" y="374463"/>
            <a:ext cx="8280000" cy="6120000"/>
          </a:xfrm>
        </p:spPr>
        <p:txBody>
          <a:bodyPr/>
          <a:lstStyle/>
          <a:p>
            <a:endParaRPr lang="en-US"/>
          </a:p>
        </p:txBody>
      </p:sp>
      <p:sp>
        <p:nvSpPr>
          <p:cNvPr id="3" name="Subtitle 2">
            <a:extLst>
              <a:ext uri="{FF2B5EF4-FFF2-40B4-BE49-F238E27FC236}">
                <a16:creationId xmlns:a16="http://schemas.microsoft.com/office/drawing/2014/main" id="{A4E4F35D-11C4-5CAB-4D65-A671ADAD38B0}"/>
              </a:ext>
            </a:extLst>
          </p:cNvPr>
          <p:cNvSpPr>
            <a:spLocks noGrp="1"/>
          </p:cNvSpPr>
          <p:nvPr>
            <p:ph type="subTitle" idx="1" hasCustomPrompt="1"/>
          </p:nvPr>
        </p:nvSpPr>
        <p:spPr>
          <a:xfrm>
            <a:off x="8928000" y="374749"/>
            <a:ext cx="2880000" cy="720000"/>
          </a:xfrm>
        </p:spPr>
        <p:txBody>
          <a:bodyPr bIns="0" anchor="ctr" anchorCtr="0">
            <a:spAutoFit/>
          </a:bodyPr>
          <a:lstStyle>
            <a:lvl1pPr marL="0" indent="0" algn="l">
              <a:lnSpc>
                <a:spcPct val="100000"/>
              </a:lnSpc>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a:t>
            </a:r>
            <a:br>
              <a:rPr lang="en-GB"/>
            </a:br>
            <a:r>
              <a:rPr lang="en-GB"/>
              <a:t>Master subtitle style</a:t>
            </a:r>
            <a:endParaRPr lang="en-US"/>
          </a:p>
        </p:txBody>
      </p:sp>
      <p:sp>
        <p:nvSpPr>
          <p:cNvPr id="6" name="Text Placeholder 5">
            <a:extLst>
              <a:ext uri="{FF2B5EF4-FFF2-40B4-BE49-F238E27FC236}">
                <a16:creationId xmlns:a16="http://schemas.microsoft.com/office/drawing/2014/main" id="{E81942A4-22D9-4F77-D722-A67D278F6BAF}"/>
              </a:ext>
            </a:extLst>
          </p:cNvPr>
          <p:cNvSpPr>
            <a:spLocks noGrp="1"/>
          </p:cNvSpPr>
          <p:nvPr>
            <p:ph type="body" sz="quarter" idx="12"/>
          </p:nvPr>
        </p:nvSpPr>
        <p:spPr>
          <a:xfrm>
            <a:off x="8928000" y="2520000"/>
            <a:ext cx="2880000" cy="3960000"/>
          </a:xfrm>
        </p:spPr>
        <p:txBody>
          <a:bodyPr vert="horz" lIns="0" tIns="0" rIns="0" bIns="0" rtlCol="0" anchor="t">
            <a:normAutofit/>
          </a:bodyPr>
          <a:lstStyle>
            <a:lvl1pPr marL="0" indent="0">
              <a:lnSpc>
                <a:spcPct val="100000"/>
              </a:lnSpc>
              <a:buNone/>
              <a:defRPr lang="en-GB" sz="1200" smtClean="0">
                <a:solidFill>
                  <a:schemeClr val="tx1"/>
                </a:solidFill>
              </a:defRPr>
            </a:lvl1pPr>
            <a:lvl2pPr>
              <a:defRPr lang="en-GB" smtClean="0">
                <a:solidFill>
                  <a:schemeClr val="tx1">
                    <a:lumMod val="60000"/>
                    <a:lumOff val="40000"/>
                  </a:schemeClr>
                </a:solidFill>
              </a:defRPr>
            </a:lvl2pPr>
            <a:lvl3pPr>
              <a:defRPr lang="en-GB" smtClean="0">
                <a:solidFill>
                  <a:schemeClr val="tx1">
                    <a:lumMod val="60000"/>
                    <a:lumOff val="40000"/>
                  </a:schemeClr>
                </a:solidFill>
              </a:defRPr>
            </a:lvl3pPr>
            <a:lvl4pPr>
              <a:defRPr lang="en-GB" smtClean="0">
                <a:solidFill>
                  <a:schemeClr val="tx1">
                    <a:lumMod val="60000"/>
                    <a:lumOff val="40000"/>
                  </a:schemeClr>
                </a:solidFill>
              </a:defRPr>
            </a:lvl4pPr>
            <a:lvl5pPr>
              <a:defRPr lang="en-US">
                <a:solidFill>
                  <a:schemeClr val="tx1">
                    <a:lumMod val="60000"/>
                    <a:lumOff val="40000"/>
                  </a:schemeClr>
                </a:solidFill>
              </a:defRPr>
            </a:lvl5pPr>
          </a:lstStyle>
          <a:p>
            <a:pPr marL="228600" lvl="0" indent="-228600"/>
            <a:r>
              <a:rPr lang="en-GB"/>
              <a:t>Click to edit Master text styles</a:t>
            </a:r>
            <a:endParaRPr lang="en-US"/>
          </a:p>
        </p:txBody>
      </p:sp>
      <p:sp>
        <p:nvSpPr>
          <p:cNvPr id="4" name="Rectangle 3">
            <a:extLst>
              <a:ext uri="{FF2B5EF4-FFF2-40B4-BE49-F238E27FC236}">
                <a16:creationId xmlns:a16="http://schemas.microsoft.com/office/drawing/2014/main" id="{AD19FD2A-E444-A423-C2AF-1257D8340ECD}"/>
              </a:ext>
            </a:extLst>
          </p:cNvPr>
          <p:cNvSpPr/>
          <p:nvPr userDrawn="1"/>
        </p:nvSpPr>
        <p:spPr>
          <a:xfrm>
            <a:off x="8928000" y="1124014"/>
            <a:ext cx="2916000" cy="55439"/>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D68C66AE-E72D-8337-BE2B-BD87F88AAF9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71475" y="3032604"/>
            <a:ext cx="2212338" cy="3461859"/>
          </a:xfrm>
          <a:prstGeom prst="rect">
            <a:avLst/>
          </a:prstGeom>
        </p:spPr>
      </p:pic>
      <p:sp>
        <p:nvSpPr>
          <p:cNvPr id="2" name="Title 1">
            <a:extLst>
              <a:ext uri="{FF2B5EF4-FFF2-40B4-BE49-F238E27FC236}">
                <a16:creationId xmlns:a16="http://schemas.microsoft.com/office/drawing/2014/main" id="{F6B8D04E-BDD5-1F64-6209-2F4B4F2000E7}"/>
              </a:ext>
            </a:extLst>
          </p:cNvPr>
          <p:cNvSpPr>
            <a:spLocks noGrp="1"/>
          </p:cNvSpPr>
          <p:nvPr>
            <p:ph type="ctrTitle" hasCustomPrompt="1"/>
          </p:nvPr>
        </p:nvSpPr>
        <p:spPr>
          <a:xfrm>
            <a:off x="7128000" y="1296000"/>
            <a:ext cx="4687415" cy="1087081"/>
          </a:xfrm>
          <a:prstGeom prst="rect">
            <a:avLst/>
          </a:prstGeom>
        </p:spPr>
        <p:txBody>
          <a:bodyPr anchor="ctr" anchorCtr="0">
            <a:normAutofit/>
          </a:bodyPr>
          <a:lstStyle>
            <a:lvl1pPr algn="l">
              <a:lnSpc>
                <a:spcPct val="100000"/>
              </a:lnSpc>
              <a:defRPr sz="3000">
                <a:solidFill>
                  <a:schemeClr val="tx2"/>
                </a:solidFill>
              </a:defRPr>
            </a:lvl1pPr>
          </a:lstStyle>
          <a:p>
            <a:r>
              <a:rPr lang="en-GB"/>
              <a:t>Click to edit </a:t>
            </a:r>
            <a:br>
              <a:rPr lang="en-GB"/>
            </a:br>
            <a:r>
              <a:rPr lang="en-GB"/>
              <a:t>Master title style</a:t>
            </a:r>
            <a:endParaRPr lang="en-US"/>
          </a:p>
        </p:txBody>
      </p:sp>
    </p:spTree>
    <p:extLst>
      <p:ext uri="{BB962C8B-B14F-4D97-AF65-F5344CB8AC3E}">
        <p14:creationId xmlns:p14="http://schemas.microsoft.com/office/powerpoint/2010/main" val="32664890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A4C67A9-B9CE-84AB-B023-35262618BA48}"/>
              </a:ext>
            </a:extLst>
          </p:cNvPr>
          <p:cNvSpPr>
            <a:spLocks noGrp="1"/>
          </p:cNvSpPr>
          <p:nvPr>
            <p:ph type="pic" sz="quarter" idx="13"/>
          </p:nvPr>
        </p:nvSpPr>
        <p:spPr>
          <a:xfrm>
            <a:off x="360000" y="360000"/>
            <a:ext cx="11484000" cy="6120000"/>
          </a:xfrm>
        </p:spPr>
        <p:txBody>
          <a:bodyPr/>
          <a:lstStyle/>
          <a:p>
            <a:endParaRPr lang="en-US"/>
          </a:p>
        </p:txBody>
      </p:sp>
      <p:sp>
        <p:nvSpPr>
          <p:cNvPr id="3" name="Subtitle 2">
            <a:extLst>
              <a:ext uri="{FF2B5EF4-FFF2-40B4-BE49-F238E27FC236}">
                <a16:creationId xmlns:a16="http://schemas.microsoft.com/office/drawing/2014/main" id="{A4E4F35D-11C4-5CAB-4D65-A671ADAD38B0}"/>
              </a:ext>
            </a:extLst>
          </p:cNvPr>
          <p:cNvSpPr>
            <a:spLocks noGrp="1"/>
          </p:cNvSpPr>
          <p:nvPr>
            <p:ph type="subTitle" idx="1"/>
          </p:nvPr>
        </p:nvSpPr>
        <p:spPr>
          <a:xfrm>
            <a:off x="2891246" y="4512763"/>
            <a:ext cx="8904069" cy="1980000"/>
          </a:xfrm>
        </p:spPr>
        <p:txBody>
          <a:bodyPr bIns="0">
            <a:noAutofit/>
          </a:bodyPr>
          <a:lstStyle>
            <a:lvl1pPr marL="0" indent="0" algn="l">
              <a:lnSpc>
                <a:spcPct val="100000"/>
              </a:lnSpc>
              <a:buNone/>
              <a:defRPr sz="3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2" name="Title 1">
            <a:extLst>
              <a:ext uri="{FF2B5EF4-FFF2-40B4-BE49-F238E27FC236}">
                <a16:creationId xmlns:a16="http://schemas.microsoft.com/office/drawing/2014/main" id="{F6B8D04E-BDD5-1F64-6209-2F4B4F2000E7}"/>
              </a:ext>
            </a:extLst>
          </p:cNvPr>
          <p:cNvSpPr>
            <a:spLocks noGrp="1"/>
          </p:cNvSpPr>
          <p:nvPr>
            <p:ph type="ctrTitle"/>
          </p:nvPr>
        </p:nvSpPr>
        <p:spPr>
          <a:xfrm>
            <a:off x="825111" y="1087382"/>
            <a:ext cx="6568466" cy="1087081"/>
          </a:xfrm>
          <a:prstGeom prst="rect">
            <a:avLst/>
          </a:prstGeom>
        </p:spPr>
        <p:txBody>
          <a:bodyPr anchor="ctr" anchorCtr="0">
            <a:noAutofit/>
          </a:bodyPr>
          <a:lstStyle>
            <a:lvl1pPr algn="l">
              <a:lnSpc>
                <a:spcPct val="100000"/>
              </a:lnSpc>
              <a:defRPr sz="4000">
                <a:solidFill>
                  <a:schemeClr val="tx2"/>
                </a:solidFill>
              </a:defRPr>
            </a:lvl1pPr>
          </a:lstStyle>
          <a:p>
            <a:r>
              <a:rPr lang="en-GB"/>
              <a:t>Click to edit Master title style</a:t>
            </a:r>
            <a:endParaRPr lang="en-US"/>
          </a:p>
        </p:txBody>
      </p:sp>
      <p:pic>
        <p:nvPicPr>
          <p:cNvPr id="4" name="Picture 3">
            <a:extLst>
              <a:ext uri="{FF2B5EF4-FFF2-40B4-BE49-F238E27FC236}">
                <a16:creationId xmlns:a16="http://schemas.microsoft.com/office/drawing/2014/main" id="{FDB94897-42FC-D542-4330-DC6910EC0EE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61315" y="3032604"/>
            <a:ext cx="2212338" cy="3461859"/>
          </a:xfrm>
          <a:prstGeom prst="rect">
            <a:avLst/>
          </a:prstGeom>
        </p:spPr>
      </p:pic>
    </p:spTree>
    <p:extLst>
      <p:ext uri="{BB962C8B-B14F-4D97-AF65-F5344CB8AC3E}">
        <p14:creationId xmlns:p14="http://schemas.microsoft.com/office/powerpoint/2010/main" val="245830688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type="title" preserve="1">
  <p:cSld name="5_Title Slide">
    <p:bg>
      <p:bgPr>
        <a:gradFill>
          <a:gsLst>
            <a:gs pos="0">
              <a:srgbClr val="BF2026"/>
            </a:gs>
            <a:gs pos="100000">
              <a:srgbClr val="F2672A"/>
            </a:gs>
          </a:gsLst>
          <a:lin ang="162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0E24D-AB13-DA6A-AB49-527A6F75AE8D}"/>
              </a:ext>
            </a:extLst>
          </p:cNvPr>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a:t>Click to edit Master title style</a:t>
            </a:r>
            <a:endParaRPr lang="en-IN"/>
          </a:p>
        </p:txBody>
      </p:sp>
      <p:sp>
        <p:nvSpPr>
          <p:cNvPr id="3" name="Subtitle 2">
            <a:extLst>
              <a:ext uri="{FF2B5EF4-FFF2-40B4-BE49-F238E27FC236}">
                <a16:creationId xmlns:a16="http://schemas.microsoft.com/office/drawing/2014/main" id="{5E222839-42DC-9914-BAEF-69A254AA80FA}"/>
              </a:ext>
            </a:extLst>
          </p:cNvPr>
          <p:cNvSpPr>
            <a:spLocks noGrp="1"/>
          </p:cNvSpPr>
          <p:nvPr>
            <p:ph type="subTitle" idx="1"/>
          </p:nvPr>
        </p:nvSpPr>
        <p:spPr>
          <a:xfrm>
            <a:off x="1524000" y="3602038"/>
            <a:ext cx="9144000" cy="1655762"/>
          </a:xfrm>
        </p:spPr>
        <p:txBody>
          <a:bodyPr/>
          <a:lstStyle>
            <a:lvl1pPr marL="0" indent="0" algn="ctr">
              <a:buNone/>
              <a:defRPr sz="2400">
                <a:solidFill>
                  <a:schemeClr val="bg1"/>
                </a:solidFill>
                <a:latin typeface="Barlow"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grpSp>
        <p:nvGrpSpPr>
          <p:cNvPr id="31" name="Group 30">
            <a:extLst>
              <a:ext uri="{FF2B5EF4-FFF2-40B4-BE49-F238E27FC236}">
                <a16:creationId xmlns:a16="http://schemas.microsoft.com/office/drawing/2014/main" id="{9ECD0644-BEF3-4C85-D9DF-5C08C0FA02EB}"/>
              </a:ext>
            </a:extLst>
          </p:cNvPr>
          <p:cNvGrpSpPr/>
          <p:nvPr userDrawn="1"/>
        </p:nvGrpSpPr>
        <p:grpSpPr>
          <a:xfrm>
            <a:off x="10668000" y="304798"/>
            <a:ext cx="1179720" cy="581555"/>
            <a:chOff x="969962" y="2846965"/>
            <a:chExt cx="1740598" cy="872299"/>
          </a:xfrm>
          <a:solidFill>
            <a:schemeClr val="bg1"/>
          </a:solidFill>
        </p:grpSpPr>
        <p:sp>
          <p:nvSpPr>
            <p:cNvPr id="32" name="Freeform: Shape 23">
              <a:extLst>
                <a:ext uri="{FF2B5EF4-FFF2-40B4-BE49-F238E27FC236}">
                  <a16:creationId xmlns:a16="http://schemas.microsoft.com/office/drawing/2014/main" id="{86846790-9A35-DC90-BCFB-EDB6E03D617D}"/>
                </a:ext>
              </a:extLst>
            </p:cNvPr>
            <p:cNvSpPr/>
            <p:nvPr/>
          </p:nvSpPr>
          <p:spPr>
            <a:xfrm>
              <a:off x="969962" y="3381507"/>
              <a:ext cx="274415" cy="160305"/>
            </a:xfrm>
            <a:custGeom>
              <a:avLst/>
              <a:gdLst>
                <a:gd name="connsiteX0" fmla="*/ 274415 w 274415"/>
                <a:gd name="connsiteY0" fmla="*/ 0 h 160305"/>
                <a:gd name="connsiteX1" fmla="*/ 205931 w 274415"/>
                <a:gd name="connsiteY1" fmla="*/ 160306 h 160305"/>
                <a:gd name="connsiteX2" fmla="*/ 178308 w 274415"/>
                <a:gd name="connsiteY2" fmla="*/ 160306 h 160305"/>
                <a:gd name="connsiteX3" fmla="*/ 137160 w 274415"/>
                <a:gd name="connsiteY3" fmla="*/ 66961 h 160305"/>
                <a:gd name="connsiteX4" fmla="*/ 95059 w 274415"/>
                <a:gd name="connsiteY4" fmla="*/ 160306 h 160305"/>
                <a:gd name="connsiteX5" fmla="*/ 67151 w 274415"/>
                <a:gd name="connsiteY5" fmla="*/ 160306 h 160305"/>
                <a:gd name="connsiteX6" fmla="*/ 0 w 274415"/>
                <a:gd name="connsiteY6" fmla="*/ 0 h 160305"/>
                <a:gd name="connsiteX7" fmla="*/ 49435 w 274415"/>
                <a:gd name="connsiteY7" fmla="*/ 0 h 160305"/>
                <a:gd name="connsiteX8" fmla="*/ 82296 w 274415"/>
                <a:gd name="connsiteY8" fmla="*/ 87725 h 160305"/>
                <a:gd name="connsiteX9" fmla="*/ 120015 w 274415"/>
                <a:gd name="connsiteY9" fmla="*/ 0 h 160305"/>
                <a:gd name="connsiteX10" fmla="*/ 154210 w 274415"/>
                <a:gd name="connsiteY10" fmla="*/ 0 h 160305"/>
                <a:gd name="connsiteX11" fmla="*/ 191167 w 274415"/>
                <a:gd name="connsiteY11" fmla="*/ 87725 h 160305"/>
                <a:gd name="connsiteX12" fmla="*/ 225552 w 274415"/>
                <a:gd name="connsiteY12" fmla="*/ 0 h 160305"/>
                <a:gd name="connsiteX13" fmla="*/ 274415 w 274415"/>
                <a:gd name="connsiteY13" fmla="*/ 0 h 160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4415" h="160305">
                  <a:moveTo>
                    <a:pt x="274415" y="0"/>
                  </a:moveTo>
                  <a:lnTo>
                    <a:pt x="205931" y="160306"/>
                  </a:lnTo>
                  <a:lnTo>
                    <a:pt x="178308" y="160306"/>
                  </a:lnTo>
                  <a:lnTo>
                    <a:pt x="137160" y="66961"/>
                  </a:lnTo>
                  <a:lnTo>
                    <a:pt x="95059" y="160306"/>
                  </a:lnTo>
                  <a:lnTo>
                    <a:pt x="67151" y="160306"/>
                  </a:lnTo>
                  <a:lnTo>
                    <a:pt x="0" y="0"/>
                  </a:lnTo>
                  <a:lnTo>
                    <a:pt x="49435" y="0"/>
                  </a:lnTo>
                  <a:lnTo>
                    <a:pt x="82296" y="87725"/>
                  </a:lnTo>
                  <a:lnTo>
                    <a:pt x="120015" y="0"/>
                  </a:lnTo>
                  <a:lnTo>
                    <a:pt x="154210" y="0"/>
                  </a:lnTo>
                  <a:lnTo>
                    <a:pt x="191167" y="87725"/>
                  </a:lnTo>
                  <a:lnTo>
                    <a:pt x="225552" y="0"/>
                  </a:lnTo>
                  <a:lnTo>
                    <a:pt x="274415" y="0"/>
                  </a:lnTo>
                  <a:close/>
                </a:path>
              </a:pathLst>
            </a:custGeom>
            <a:grpFill/>
            <a:ln w="9525" cap="flat">
              <a:noFill/>
              <a:prstDash val="solid"/>
              <a:miter/>
            </a:ln>
          </p:spPr>
          <p:txBody>
            <a:bodyPr rtlCol="0" anchor="ctr"/>
            <a:lstStyle/>
            <a:p>
              <a:endParaRPr lang="en-GB"/>
            </a:p>
          </p:txBody>
        </p:sp>
        <p:sp>
          <p:nvSpPr>
            <p:cNvPr id="33" name="Freeform: Shape 25">
              <a:extLst>
                <a:ext uri="{FF2B5EF4-FFF2-40B4-BE49-F238E27FC236}">
                  <a16:creationId xmlns:a16="http://schemas.microsoft.com/office/drawing/2014/main" id="{9C4E9CEE-1A49-DE23-64FE-5C945F561132}"/>
                </a:ext>
              </a:extLst>
            </p:cNvPr>
            <p:cNvSpPr/>
            <p:nvPr/>
          </p:nvSpPr>
          <p:spPr>
            <a:xfrm>
              <a:off x="1239614" y="3381412"/>
              <a:ext cx="192595" cy="158305"/>
            </a:xfrm>
            <a:custGeom>
              <a:avLst/>
              <a:gdLst>
                <a:gd name="connsiteX0" fmla="*/ 192596 w 192595"/>
                <a:gd name="connsiteY0" fmla="*/ 158306 h 158305"/>
                <a:gd name="connsiteX1" fmla="*/ 143732 w 192595"/>
                <a:gd name="connsiteY1" fmla="*/ 158306 h 158305"/>
                <a:gd name="connsiteX2" fmla="*/ 130778 w 192595"/>
                <a:gd name="connsiteY2" fmla="*/ 126206 h 158305"/>
                <a:gd name="connsiteX3" fmla="*/ 62008 w 192595"/>
                <a:gd name="connsiteY3" fmla="*/ 126206 h 158305"/>
                <a:gd name="connsiteX4" fmla="*/ 48863 w 192595"/>
                <a:gd name="connsiteY4" fmla="*/ 158306 h 158305"/>
                <a:gd name="connsiteX5" fmla="*/ 0 w 192595"/>
                <a:gd name="connsiteY5" fmla="*/ 158306 h 158305"/>
                <a:gd name="connsiteX6" fmla="*/ 70009 w 192595"/>
                <a:gd name="connsiteY6" fmla="*/ 0 h 158305"/>
                <a:gd name="connsiteX7" fmla="*/ 122777 w 192595"/>
                <a:gd name="connsiteY7" fmla="*/ 0 h 158305"/>
                <a:gd name="connsiteX8" fmla="*/ 192596 w 192595"/>
                <a:gd name="connsiteY8" fmla="*/ 158306 h 158305"/>
                <a:gd name="connsiteX9" fmla="*/ 119920 w 192595"/>
                <a:gd name="connsiteY9" fmla="*/ 98679 h 158305"/>
                <a:gd name="connsiteX10" fmla="*/ 96679 w 192595"/>
                <a:gd name="connsiteY10" fmla="*/ 40862 h 158305"/>
                <a:gd name="connsiteX11" fmla="*/ 73342 w 192595"/>
                <a:gd name="connsiteY11" fmla="*/ 98679 h 158305"/>
                <a:gd name="connsiteX12" fmla="*/ 119920 w 192595"/>
                <a:gd name="connsiteY12" fmla="*/ 98679 h 158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2595" h="158305">
                  <a:moveTo>
                    <a:pt x="192596" y="158306"/>
                  </a:moveTo>
                  <a:lnTo>
                    <a:pt x="143732" y="158306"/>
                  </a:lnTo>
                  <a:lnTo>
                    <a:pt x="130778" y="126206"/>
                  </a:lnTo>
                  <a:lnTo>
                    <a:pt x="62008" y="126206"/>
                  </a:lnTo>
                  <a:lnTo>
                    <a:pt x="48863" y="158306"/>
                  </a:lnTo>
                  <a:lnTo>
                    <a:pt x="0" y="158306"/>
                  </a:lnTo>
                  <a:lnTo>
                    <a:pt x="70009" y="0"/>
                  </a:lnTo>
                  <a:lnTo>
                    <a:pt x="122777" y="0"/>
                  </a:lnTo>
                  <a:lnTo>
                    <a:pt x="192596" y="158306"/>
                  </a:lnTo>
                  <a:close/>
                  <a:moveTo>
                    <a:pt x="119920" y="98679"/>
                  </a:moveTo>
                  <a:lnTo>
                    <a:pt x="96679" y="40862"/>
                  </a:lnTo>
                  <a:lnTo>
                    <a:pt x="73342" y="98679"/>
                  </a:lnTo>
                  <a:lnTo>
                    <a:pt x="119920" y="98679"/>
                  </a:lnTo>
                  <a:close/>
                </a:path>
              </a:pathLst>
            </a:custGeom>
            <a:grpFill/>
            <a:ln w="9525" cap="flat">
              <a:noFill/>
              <a:prstDash val="solid"/>
              <a:miter/>
            </a:ln>
          </p:spPr>
          <p:txBody>
            <a:bodyPr rtlCol="0" anchor="ctr"/>
            <a:lstStyle/>
            <a:p>
              <a:endParaRPr lang="en-GB"/>
            </a:p>
          </p:txBody>
        </p:sp>
        <p:sp>
          <p:nvSpPr>
            <p:cNvPr id="34" name="Freeform: Shape 26">
              <a:extLst>
                <a:ext uri="{FF2B5EF4-FFF2-40B4-BE49-F238E27FC236}">
                  <a16:creationId xmlns:a16="http://schemas.microsoft.com/office/drawing/2014/main" id="{91558449-F5CB-533C-CF65-CA30D8E070A1}"/>
                </a:ext>
              </a:extLst>
            </p:cNvPr>
            <p:cNvSpPr/>
            <p:nvPr/>
          </p:nvSpPr>
          <p:spPr>
            <a:xfrm>
              <a:off x="1483264" y="3381507"/>
              <a:ext cx="162782" cy="158210"/>
            </a:xfrm>
            <a:custGeom>
              <a:avLst/>
              <a:gdLst>
                <a:gd name="connsiteX0" fmla="*/ 162782 w 162782"/>
                <a:gd name="connsiteY0" fmla="*/ 81915 h 158210"/>
                <a:gd name="connsiteX1" fmla="*/ 153924 w 162782"/>
                <a:gd name="connsiteY1" fmla="*/ 120968 h 158210"/>
                <a:gd name="connsiteX2" fmla="*/ 133064 w 162782"/>
                <a:gd name="connsiteY2" fmla="*/ 144875 h 158210"/>
                <a:gd name="connsiteX3" fmla="*/ 85439 w 162782"/>
                <a:gd name="connsiteY3" fmla="*/ 158210 h 158210"/>
                <a:gd name="connsiteX4" fmla="*/ 0 w 162782"/>
                <a:gd name="connsiteY4" fmla="*/ 158210 h 158210"/>
                <a:gd name="connsiteX5" fmla="*/ 0 w 162782"/>
                <a:gd name="connsiteY5" fmla="*/ 0 h 158210"/>
                <a:gd name="connsiteX6" fmla="*/ 65723 w 162782"/>
                <a:gd name="connsiteY6" fmla="*/ 0 h 158210"/>
                <a:gd name="connsiteX7" fmla="*/ 91154 w 162782"/>
                <a:gd name="connsiteY7" fmla="*/ 1524 h 158210"/>
                <a:gd name="connsiteX8" fmla="*/ 110204 w 162782"/>
                <a:gd name="connsiteY8" fmla="*/ 5906 h 158210"/>
                <a:gd name="connsiteX9" fmla="*/ 124587 w 162782"/>
                <a:gd name="connsiteY9" fmla="*/ 12192 h 158210"/>
                <a:gd name="connsiteX10" fmla="*/ 135160 w 162782"/>
                <a:gd name="connsiteY10" fmla="*/ 19717 h 158210"/>
                <a:gd name="connsiteX11" fmla="*/ 149352 w 162782"/>
                <a:gd name="connsiteY11" fmla="*/ 35338 h 158210"/>
                <a:gd name="connsiteX12" fmla="*/ 159067 w 162782"/>
                <a:gd name="connsiteY12" fmla="*/ 56293 h 158210"/>
                <a:gd name="connsiteX13" fmla="*/ 162687 w 162782"/>
                <a:gd name="connsiteY13" fmla="*/ 82105 h 158210"/>
                <a:gd name="connsiteX14" fmla="*/ 114205 w 162782"/>
                <a:gd name="connsiteY14" fmla="*/ 80010 h 158210"/>
                <a:gd name="connsiteX15" fmla="*/ 106871 w 162782"/>
                <a:gd name="connsiteY15" fmla="*/ 49911 h 158210"/>
                <a:gd name="connsiteX16" fmla="*/ 89154 w 162782"/>
                <a:gd name="connsiteY16" fmla="*/ 35433 h 158210"/>
                <a:gd name="connsiteX17" fmla="*/ 68104 w 162782"/>
                <a:gd name="connsiteY17" fmla="*/ 31718 h 158210"/>
                <a:gd name="connsiteX18" fmla="*/ 47816 w 162782"/>
                <a:gd name="connsiteY18" fmla="*/ 31718 h 158210"/>
                <a:gd name="connsiteX19" fmla="*/ 47816 w 162782"/>
                <a:gd name="connsiteY19" fmla="*/ 125444 h 158210"/>
                <a:gd name="connsiteX20" fmla="*/ 68104 w 162782"/>
                <a:gd name="connsiteY20" fmla="*/ 125444 h 158210"/>
                <a:gd name="connsiteX21" fmla="*/ 100584 w 162782"/>
                <a:gd name="connsiteY21" fmla="*/ 116586 h 158210"/>
                <a:gd name="connsiteX22" fmla="*/ 114300 w 162782"/>
                <a:gd name="connsiteY22" fmla="*/ 79915 h 15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2782" h="158210">
                  <a:moveTo>
                    <a:pt x="162782" y="81915"/>
                  </a:moveTo>
                  <a:cubicBezTo>
                    <a:pt x="162782" y="98107"/>
                    <a:pt x="159829" y="111157"/>
                    <a:pt x="153924" y="120968"/>
                  </a:cubicBezTo>
                  <a:cubicBezTo>
                    <a:pt x="148019" y="130778"/>
                    <a:pt x="141065" y="138779"/>
                    <a:pt x="133064" y="144875"/>
                  </a:cubicBezTo>
                  <a:cubicBezTo>
                    <a:pt x="121634" y="153829"/>
                    <a:pt x="105823" y="158210"/>
                    <a:pt x="85439" y="158210"/>
                  </a:cubicBezTo>
                  <a:lnTo>
                    <a:pt x="0" y="158210"/>
                  </a:lnTo>
                  <a:lnTo>
                    <a:pt x="0" y="0"/>
                  </a:lnTo>
                  <a:lnTo>
                    <a:pt x="65723" y="0"/>
                  </a:lnTo>
                  <a:cubicBezTo>
                    <a:pt x="75629" y="0"/>
                    <a:pt x="84106" y="476"/>
                    <a:pt x="91154" y="1524"/>
                  </a:cubicBezTo>
                  <a:cubicBezTo>
                    <a:pt x="98203" y="2572"/>
                    <a:pt x="104489" y="4001"/>
                    <a:pt x="110204" y="5906"/>
                  </a:cubicBezTo>
                  <a:cubicBezTo>
                    <a:pt x="115824" y="7715"/>
                    <a:pt x="120587" y="9906"/>
                    <a:pt x="124587" y="12192"/>
                  </a:cubicBezTo>
                  <a:cubicBezTo>
                    <a:pt x="128492" y="14478"/>
                    <a:pt x="132112" y="17050"/>
                    <a:pt x="135160" y="19717"/>
                  </a:cubicBezTo>
                  <a:cubicBezTo>
                    <a:pt x="140589" y="24194"/>
                    <a:pt x="145352" y="29337"/>
                    <a:pt x="149352" y="35338"/>
                  </a:cubicBezTo>
                  <a:cubicBezTo>
                    <a:pt x="153448" y="41339"/>
                    <a:pt x="156686" y="48292"/>
                    <a:pt x="159067" y="56293"/>
                  </a:cubicBezTo>
                  <a:cubicBezTo>
                    <a:pt x="161449" y="64199"/>
                    <a:pt x="162687" y="72771"/>
                    <a:pt x="162687" y="82105"/>
                  </a:cubicBezTo>
                  <a:moveTo>
                    <a:pt x="114205" y="80010"/>
                  </a:moveTo>
                  <a:cubicBezTo>
                    <a:pt x="114205" y="67151"/>
                    <a:pt x="111728" y="57150"/>
                    <a:pt x="106871" y="49911"/>
                  </a:cubicBezTo>
                  <a:cubicBezTo>
                    <a:pt x="101917" y="42672"/>
                    <a:pt x="96012" y="37909"/>
                    <a:pt x="89154" y="35433"/>
                  </a:cubicBezTo>
                  <a:cubicBezTo>
                    <a:pt x="82201" y="32957"/>
                    <a:pt x="75248" y="31718"/>
                    <a:pt x="68104" y="31718"/>
                  </a:cubicBezTo>
                  <a:lnTo>
                    <a:pt x="47816" y="31718"/>
                  </a:lnTo>
                  <a:lnTo>
                    <a:pt x="47816" y="125444"/>
                  </a:lnTo>
                  <a:lnTo>
                    <a:pt x="68104" y="125444"/>
                  </a:lnTo>
                  <a:cubicBezTo>
                    <a:pt x="80581" y="125444"/>
                    <a:pt x="91440" y="122492"/>
                    <a:pt x="100584" y="116586"/>
                  </a:cubicBezTo>
                  <a:cubicBezTo>
                    <a:pt x="109633" y="110680"/>
                    <a:pt x="114300" y="98393"/>
                    <a:pt x="114300" y="79915"/>
                  </a:cubicBezTo>
                </a:path>
              </a:pathLst>
            </a:custGeom>
            <a:grpFill/>
            <a:ln w="9525" cap="flat">
              <a:noFill/>
              <a:prstDash val="solid"/>
              <a:miter/>
            </a:ln>
          </p:spPr>
          <p:txBody>
            <a:bodyPr rtlCol="0" anchor="ctr"/>
            <a:lstStyle/>
            <a:p>
              <a:endParaRPr lang="en-GB"/>
            </a:p>
          </p:txBody>
        </p:sp>
        <p:sp>
          <p:nvSpPr>
            <p:cNvPr id="35" name="Freeform: Shape 27">
              <a:extLst>
                <a:ext uri="{FF2B5EF4-FFF2-40B4-BE49-F238E27FC236}">
                  <a16:creationId xmlns:a16="http://schemas.microsoft.com/office/drawing/2014/main" id="{6CA92632-66E8-EDF6-D5AD-4F8622279C3E}"/>
                </a:ext>
              </a:extLst>
            </p:cNvPr>
            <p:cNvSpPr/>
            <p:nvPr/>
          </p:nvSpPr>
          <p:spPr>
            <a:xfrm>
              <a:off x="1698910" y="3381507"/>
              <a:ext cx="167163" cy="158210"/>
            </a:xfrm>
            <a:custGeom>
              <a:avLst/>
              <a:gdLst>
                <a:gd name="connsiteX0" fmla="*/ 167164 w 167163"/>
                <a:gd name="connsiteY0" fmla="*/ 158210 h 158210"/>
                <a:gd name="connsiteX1" fmla="*/ 119539 w 167163"/>
                <a:gd name="connsiteY1" fmla="*/ 158210 h 158210"/>
                <a:gd name="connsiteX2" fmla="*/ 119539 w 167163"/>
                <a:gd name="connsiteY2" fmla="*/ 96488 h 158210"/>
                <a:gd name="connsiteX3" fmla="*/ 47720 w 167163"/>
                <a:gd name="connsiteY3" fmla="*/ 96488 h 158210"/>
                <a:gd name="connsiteX4" fmla="*/ 47720 w 167163"/>
                <a:gd name="connsiteY4" fmla="*/ 158210 h 158210"/>
                <a:gd name="connsiteX5" fmla="*/ 0 w 167163"/>
                <a:gd name="connsiteY5" fmla="*/ 158210 h 158210"/>
                <a:gd name="connsiteX6" fmla="*/ 0 w 167163"/>
                <a:gd name="connsiteY6" fmla="*/ 0 h 158210"/>
                <a:gd name="connsiteX7" fmla="*/ 47720 w 167163"/>
                <a:gd name="connsiteY7" fmla="*/ 0 h 158210"/>
                <a:gd name="connsiteX8" fmla="*/ 47720 w 167163"/>
                <a:gd name="connsiteY8" fmla="*/ 58103 h 158210"/>
                <a:gd name="connsiteX9" fmla="*/ 119539 w 167163"/>
                <a:gd name="connsiteY9" fmla="*/ 58103 h 158210"/>
                <a:gd name="connsiteX10" fmla="*/ 119539 w 167163"/>
                <a:gd name="connsiteY10" fmla="*/ 0 h 158210"/>
                <a:gd name="connsiteX11" fmla="*/ 167164 w 167163"/>
                <a:gd name="connsiteY11" fmla="*/ 0 h 158210"/>
                <a:gd name="connsiteX12" fmla="*/ 167164 w 167163"/>
                <a:gd name="connsiteY12" fmla="*/ 158210 h 15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163" h="158210">
                  <a:moveTo>
                    <a:pt x="167164" y="158210"/>
                  </a:moveTo>
                  <a:lnTo>
                    <a:pt x="119539" y="158210"/>
                  </a:lnTo>
                  <a:lnTo>
                    <a:pt x="119539" y="96488"/>
                  </a:lnTo>
                  <a:lnTo>
                    <a:pt x="47720" y="96488"/>
                  </a:lnTo>
                  <a:lnTo>
                    <a:pt x="47720" y="158210"/>
                  </a:lnTo>
                  <a:lnTo>
                    <a:pt x="0" y="158210"/>
                  </a:lnTo>
                  <a:lnTo>
                    <a:pt x="0" y="0"/>
                  </a:lnTo>
                  <a:lnTo>
                    <a:pt x="47720" y="0"/>
                  </a:lnTo>
                  <a:lnTo>
                    <a:pt x="47720" y="58103"/>
                  </a:lnTo>
                  <a:lnTo>
                    <a:pt x="119539" y="58103"/>
                  </a:lnTo>
                  <a:lnTo>
                    <a:pt x="119539" y="0"/>
                  </a:lnTo>
                  <a:lnTo>
                    <a:pt x="167164" y="0"/>
                  </a:lnTo>
                  <a:lnTo>
                    <a:pt x="167164" y="158210"/>
                  </a:lnTo>
                  <a:close/>
                </a:path>
              </a:pathLst>
            </a:custGeom>
            <a:grpFill/>
            <a:ln w="9525" cap="flat">
              <a:noFill/>
              <a:prstDash val="solid"/>
              <a:miter/>
            </a:ln>
          </p:spPr>
          <p:txBody>
            <a:bodyPr rtlCol="0" anchor="ctr"/>
            <a:lstStyle/>
            <a:p>
              <a:endParaRPr lang="en-GB"/>
            </a:p>
          </p:txBody>
        </p:sp>
        <p:sp>
          <p:nvSpPr>
            <p:cNvPr id="36" name="Freeform: Shape 28">
              <a:extLst>
                <a:ext uri="{FF2B5EF4-FFF2-40B4-BE49-F238E27FC236}">
                  <a16:creationId xmlns:a16="http://schemas.microsoft.com/office/drawing/2014/main" id="{A17F9F1F-C904-9A5F-E960-31EB44FDB7E2}"/>
                </a:ext>
              </a:extLst>
            </p:cNvPr>
            <p:cNvSpPr/>
            <p:nvPr/>
          </p:nvSpPr>
          <p:spPr>
            <a:xfrm>
              <a:off x="1913984" y="3381507"/>
              <a:ext cx="274510" cy="160305"/>
            </a:xfrm>
            <a:custGeom>
              <a:avLst/>
              <a:gdLst>
                <a:gd name="connsiteX0" fmla="*/ 274511 w 274510"/>
                <a:gd name="connsiteY0" fmla="*/ 0 h 160305"/>
                <a:gd name="connsiteX1" fmla="*/ 205931 w 274510"/>
                <a:gd name="connsiteY1" fmla="*/ 160306 h 160305"/>
                <a:gd name="connsiteX2" fmla="*/ 178308 w 274510"/>
                <a:gd name="connsiteY2" fmla="*/ 160306 h 160305"/>
                <a:gd name="connsiteX3" fmla="*/ 137160 w 274510"/>
                <a:gd name="connsiteY3" fmla="*/ 66961 h 160305"/>
                <a:gd name="connsiteX4" fmla="*/ 95059 w 274510"/>
                <a:gd name="connsiteY4" fmla="*/ 160306 h 160305"/>
                <a:gd name="connsiteX5" fmla="*/ 67246 w 274510"/>
                <a:gd name="connsiteY5" fmla="*/ 160306 h 160305"/>
                <a:gd name="connsiteX6" fmla="*/ 0 w 274510"/>
                <a:gd name="connsiteY6" fmla="*/ 0 h 160305"/>
                <a:gd name="connsiteX7" fmla="*/ 49530 w 274510"/>
                <a:gd name="connsiteY7" fmla="*/ 0 h 160305"/>
                <a:gd name="connsiteX8" fmla="*/ 82391 w 274510"/>
                <a:gd name="connsiteY8" fmla="*/ 87725 h 160305"/>
                <a:gd name="connsiteX9" fmla="*/ 120110 w 274510"/>
                <a:gd name="connsiteY9" fmla="*/ 0 h 160305"/>
                <a:gd name="connsiteX10" fmla="*/ 154210 w 274510"/>
                <a:gd name="connsiteY10" fmla="*/ 0 h 160305"/>
                <a:gd name="connsiteX11" fmla="*/ 191262 w 274510"/>
                <a:gd name="connsiteY11" fmla="*/ 87725 h 160305"/>
                <a:gd name="connsiteX12" fmla="*/ 225647 w 274510"/>
                <a:gd name="connsiteY12" fmla="*/ 0 h 160305"/>
                <a:gd name="connsiteX13" fmla="*/ 274511 w 274510"/>
                <a:gd name="connsiteY13" fmla="*/ 0 h 160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4510" h="160305">
                  <a:moveTo>
                    <a:pt x="274511" y="0"/>
                  </a:moveTo>
                  <a:lnTo>
                    <a:pt x="205931" y="160306"/>
                  </a:lnTo>
                  <a:lnTo>
                    <a:pt x="178308" y="160306"/>
                  </a:lnTo>
                  <a:lnTo>
                    <a:pt x="137160" y="66961"/>
                  </a:lnTo>
                  <a:lnTo>
                    <a:pt x="95059" y="160306"/>
                  </a:lnTo>
                  <a:lnTo>
                    <a:pt x="67246" y="160306"/>
                  </a:lnTo>
                  <a:lnTo>
                    <a:pt x="0" y="0"/>
                  </a:lnTo>
                  <a:lnTo>
                    <a:pt x="49530" y="0"/>
                  </a:lnTo>
                  <a:lnTo>
                    <a:pt x="82391" y="87725"/>
                  </a:lnTo>
                  <a:lnTo>
                    <a:pt x="120110" y="0"/>
                  </a:lnTo>
                  <a:lnTo>
                    <a:pt x="154210" y="0"/>
                  </a:lnTo>
                  <a:lnTo>
                    <a:pt x="191262" y="87725"/>
                  </a:lnTo>
                  <a:lnTo>
                    <a:pt x="225647" y="0"/>
                  </a:lnTo>
                  <a:lnTo>
                    <a:pt x="274511" y="0"/>
                  </a:lnTo>
                  <a:close/>
                </a:path>
              </a:pathLst>
            </a:custGeom>
            <a:grpFill/>
            <a:ln w="9525" cap="flat">
              <a:noFill/>
              <a:prstDash val="solid"/>
              <a:miter/>
            </a:ln>
          </p:spPr>
          <p:txBody>
            <a:bodyPr rtlCol="0" anchor="ctr"/>
            <a:lstStyle/>
            <a:p>
              <a:endParaRPr lang="en-GB"/>
            </a:p>
          </p:txBody>
        </p:sp>
        <p:sp>
          <p:nvSpPr>
            <p:cNvPr id="37" name="Freeform: Shape 29">
              <a:extLst>
                <a:ext uri="{FF2B5EF4-FFF2-40B4-BE49-F238E27FC236}">
                  <a16:creationId xmlns:a16="http://schemas.microsoft.com/office/drawing/2014/main" id="{65CB7476-7537-66C9-EFBD-6CC69D6BED59}"/>
                </a:ext>
              </a:extLst>
            </p:cNvPr>
            <p:cNvSpPr/>
            <p:nvPr/>
          </p:nvSpPr>
          <p:spPr>
            <a:xfrm>
              <a:off x="2184970" y="3381412"/>
              <a:ext cx="192595" cy="158305"/>
            </a:xfrm>
            <a:custGeom>
              <a:avLst/>
              <a:gdLst>
                <a:gd name="connsiteX0" fmla="*/ 192500 w 192595"/>
                <a:gd name="connsiteY0" fmla="*/ 158306 h 158305"/>
                <a:gd name="connsiteX1" fmla="*/ 143637 w 192595"/>
                <a:gd name="connsiteY1" fmla="*/ 158306 h 158305"/>
                <a:gd name="connsiteX2" fmla="*/ 130683 w 192595"/>
                <a:gd name="connsiteY2" fmla="*/ 126206 h 158305"/>
                <a:gd name="connsiteX3" fmla="*/ 62008 w 192595"/>
                <a:gd name="connsiteY3" fmla="*/ 126206 h 158305"/>
                <a:gd name="connsiteX4" fmla="*/ 48863 w 192595"/>
                <a:gd name="connsiteY4" fmla="*/ 158306 h 158305"/>
                <a:gd name="connsiteX5" fmla="*/ 0 w 192595"/>
                <a:gd name="connsiteY5" fmla="*/ 158306 h 158305"/>
                <a:gd name="connsiteX6" fmla="*/ 70009 w 192595"/>
                <a:gd name="connsiteY6" fmla="*/ 0 h 158305"/>
                <a:gd name="connsiteX7" fmla="*/ 122777 w 192595"/>
                <a:gd name="connsiteY7" fmla="*/ 0 h 158305"/>
                <a:gd name="connsiteX8" fmla="*/ 192596 w 192595"/>
                <a:gd name="connsiteY8" fmla="*/ 158306 h 158305"/>
                <a:gd name="connsiteX9" fmla="*/ 119729 w 192595"/>
                <a:gd name="connsiteY9" fmla="*/ 98679 h 158305"/>
                <a:gd name="connsiteX10" fmla="*/ 96583 w 192595"/>
                <a:gd name="connsiteY10" fmla="*/ 40862 h 158305"/>
                <a:gd name="connsiteX11" fmla="*/ 73152 w 192595"/>
                <a:gd name="connsiteY11" fmla="*/ 98679 h 158305"/>
                <a:gd name="connsiteX12" fmla="*/ 119729 w 192595"/>
                <a:gd name="connsiteY12" fmla="*/ 98679 h 158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2595" h="158305">
                  <a:moveTo>
                    <a:pt x="192500" y="158306"/>
                  </a:moveTo>
                  <a:lnTo>
                    <a:pt x="143637" y="158306"/>
                  </a:lnTo>
                  <a:lnTo>
                    <a:pt x="130683" y="126206"/>
                  </a:lnTo>
                  <a:lnTo>
                    <a:pt x="62008" y="126206"/>
                  </a:lnTo>
                  <a:lnTo>
                    <a:pt x="48863" y="158306"/>
                  </a:lnTo>
                  <a:lnTo>
                    <a:pt x="0" y="158306"/>
                  </a:lnTo>
                  <a:lnTo>
                    <a:pt x="70009" y="0"/>
                  </a:lnTo>
                  <a:lnTo>
                    <a:pt x="122777" y="0"/>
                  </a:lnTo>
                  <a:lnTo>
                    <a:pt x="192596" y="158306"/>
                  </a:lnTo>
                  <a:close/>
                  <a:moveTo>
                    <a:pt x="119729" y="98679"/>
                  </a:moveTo>
                  <a:lnTo>
                    <a:pt x="96583" y="40862"/>
                  </a:lnTo>
                  <a:lnTo>
                    <a:pt x="73152" y="98679"/>
                  </a:lnTo>
                  <a:lnTo>
                    <a:pt x="119729" y="98679"/>
                  </a:lnTo>
                  <a:close/>
                </a:path>
              </a:pathLst>
            </a:custGeom>
            <a:grpFill/>
            <a:ln w="9525" cap="flat">
              <a:noFill/>
              <a:prstDash val="solid"/>
              <a:miter/>
            </a:ln>
          </p:spPr>
          <p:txBody>
            <a:bodyPr rtlCol="0" anchor="ctr"/>
            <a:lstStyle/>
            <a:p>
              <a:endParaRPr lang="en-GB"/>
            </a:p>
          </p:txBody>
        </p:sp>
        <p:sp>
          <p:nvSpPr>
            <p:cNvPr id="38" name="Freeform: Shape 30">
              <a:extLst>
                <a:ext uri="{FF2B5EF4-FFF2-40B4-BE49-F238E27FC236}">
                  <a16:creationId xmlns:a16="http://schemas.microsoft.com/office/drawing/2014/main" id="{08506D09-A114-A134-9524-222ED3D0272B}"/>
                </a:ext>
              </a:extLst>
            </p:cNvPr>
            <p:cNvSpPr/>
            <p:nvPr/>
          </p:nvSpPr>
          <p:spPr>
            <a:xfrm>
              <a:off x="2427572" y="3381507"/>
              <a:ext cx="171926" cy="158210"/>
            </a:xfrm>
            <a:custGeom>
              <a:avLst/>
              <a:gdLst>
                <a:gd name="connsiteX0" fmla="*/ 171926 w 171926"/>
                <a:gd name="connsiteY0" fmla="*/ 158210 h 158210"/>
                <a:gd name="connsiteX1" fmla="*/ 129445 w 171926"/>
                <a:gd name="connsiteY1" fmla="*/ 158210 h 158210"/>
                <a:gd name="connsiteX2" fmla="*/ 47339 w 171926"/>
                <a:gd name="connsiteY2" fmla="*/ 70104 h 158210"/>
                <a:gd name="connsiteX3" fmla="*/ 47339 w 171926"/>
                <a:gd name="connsiteY3" fmla="*/ 158210 h 158210"/>
                <a:gd name="connsiteX4" fmla="*/ 0 w 171926"/>
                <a:gd name="connsiteY4" fmla="*/ 158210 h 158210"/>
                <a:gd name="connsiteX5" fmla="*/ 0 w 171926"/>
                <a:gd name="connsiteY5" fmla="*/ 0 h 158210"/>
                <a:gd name="connsiteX6" fmla="*/ 42386 w 171926"/>
                <a:gd name="connsiteY6" fmla="*/ 0 h 158210"/>
                <a:gd name="connsiteX7" fmla="*/ 124301 w 171926"/>
                <a:gd name="connsiteY7" fmla="*/ 87630 h 158210"/>
                <a:gd name="connsiteX8" fmla="*/ 124301 w 171926"/>
                <a:gd name="connsiteY8" fmla="*/ 0 h 158210"/>
                <a:gd name="connsiteX9" fmla="*/ 171926 w 171926"/>
                <a:gd name="connsiteY9" fmla="*/ 0 h 158210"/>
                <a:gd name="connsiteX10" fmla="*/ 171926 w 171926"/>
                <a:gd name="connsiteY10" fmla="*/ 158210 h 15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1926" h="158210">
                  <a:moveTo>
                    <a:pt x="171926" y="158210"/>
                  </a:moveTo>
                  <a:lnTo>
                    <a:pt x="129445" y="158210"/>
                  </a:lnTo>
                  <a:lnTo>
                    <a:pt x="47339" y="70104"/>
                  </a:lnTo>
                  <a:lnTo>
                    <a:pt x="47339" y="158210"/>
                  </a:lnTo>
                  <a:lnTo>
                    <a:pt x="0" y="158210"/>
                  </a:lnTo>
                  <a:lnTo>
                    <a:pt x="0" y="0"/>
                  </a:lnTo>
                  <a:lnTo>
                    <a:pt x="42386" y="0"/>
                  </a:lnTo>
                  <a:lnTo>
                    <a:pt x="124301" y="87630"/>
                  </a:lnTo>
                  <a:lnTo>
                    <a:pt x="124301" y="0"/>
                  </a:lnTo>
                  <a:lnTo>
                    <a:pt x="171926" y="0"/>
                  </a:lnTo>
                  <a:lnTo>
                    <a:pt x="171926" y="158210"/>
                  </a:lnTo>
                  <a:close/>
                </a:path>
              </a:pathLst>
            </a:custGeom>
            <a:grpFill/>
            <a:ln w="9525" cap="flat">
              <a:noFill/>
              <a:prstDash val="solid"/>
              <a:miter/>
            </a:ln>
          </p:spPr>
          <p:txBody>
            <a:bodyPr rtlCol="0" anchor="ctr"/>
            <a:lstStyle/>
            <a:p>
              <a:endParaRPr lang="en-GB"/>
            </a:p>
          </p:txBody>
        </p:sp>
        <p:sp>
          <p:nvSpPr>
            <p:cNvPr id="39" name="Freeform: Shape 31">
              <a:extLst>
                <a:ext uri="{FF2B5EF4-FFF2-40B4-BE49-F238E27FC236}">
                  <a16:creationId xmlns:a16="http://schemas.microsoft.com/office/drawing/2014/main" id="{DD84B964-D3D3-AF13-F1F6-A0D8C3E2E97A}"/>
                </a:ext>
              </a:extLst>
            </p:cNvPr>
            <p:cNvSpPr/>
            <p:nvPr/>
          </p:nvSpPr>
          <p:spPr>
            <a:xfrm>
              <a:off x="2662840" y="3381508"/>
              <a:ext cx="47720" cy="158210"/>
            </a:xfrm>
            <a:custGeom>
              <a:avLst/>
              <a:gdLst>
                <a:gd name="connsiteX0" fmla="*/ 0 w 47720"/>
                <a:gd name="connsiteY0" fmla="*/ 0 h 158210"/>
                <a:gd name="connsiteX1" fmla="*/ 47720 w 47720"/>
                <a:gd name="connsiteY1" fmla="*/ 0 h 158210"/>
                <a:gd name="connsiteX2" fmla="*/ 47720 w 47720"/>
                <a:gd name="connsiteY2" fmla="*/ 158210 h 158210"/>
                <a:gd name="connsiteX3" fmla="*/ 0 w 47720"/>
                <a:gd name="connsiteY3" fmla="*/ 158210 h 158210"/>
              </a:gdLst>
              <a:ahLst/>
              <a:cxnLst>
                <a:cxn ang="0">
                  <a:pos x="connsiteX0" y="connsiteY0"/>
                </a:cxn>
                <a:cxn ang="0">
                  <a:pos x="connsiteX1" y="connsiteY1"/>
                </a:cxn>
                <a:cxn ang="0">
                  <a:pos x="connsiteX2" y="connsiteY2"/>
                </a:cxn>
                <a:cxn ang="0">
                  <a:pos x="connsiteX3" y="connsiteY3"/>
                </a:cxn>
              </a:cxnLst>
              <a:rect l="l" t="t" r="r" b="b"/>
              <a:pathLst>
                <a:path w="47720" h="158210">
                  <a:moveTo>
                    <a:pt x="0" y="0"/>
                  </a:moveTo>
                  <a:lnTo>
                    <a:pt x="47720" y="0"/>
                  </a:lnTo>
                  <a:lnTo>
                    <a:pt x="47720" y="158210"/>
                  </a:lnTo>
                  <a:lnTo>
                    <a:pt x="0" y="158210"/>
                  </a:lnTo>
                  <a:close/>
                </a:path>
              </a:pathLst>
            </a:custGeom>
            <a:grpFill/>
            <a:ln w="9525" cap="flat">
              <a:noFill/>
              <a:prstDash val="solid"/>
              <a:miter/>
            </a:ln>
          </p:spPr>
          <p:txBody>
            <a:bodyPr rtlCol="0" anchor="ctr"/>
            <a:lstStyle/>
            <a:p>
              <a:endParaRPr lang="en-GB"/>
            </a:p>
          </p:txBody>
        </p:sp>
        <p:sp>
          <p:nvSpPr>
            <p:cNvPr id="40" name="Freeform: Shape 32">
              <a:extLst>
                <a:ext uri="{FF2B5EF4-FFF2-40B4-BE49-F238E27FC236}">
                  <a16:creationId xmlns:a16="http://schemas.microsoft.com/office/drawing/2014/main" id="{D001200B-EC98-156E-E7EA-5962B546879C}"/>
                </a:ext>
              </a:extLst>
            </p:cNvPr>
            <p:cNvSpPr/>
            <p:nvPr/>
          </p:nvSpPr>
          <p:spPr>
            <a:xfrm>
              <a:off x="1237900" y="3614298"/>
              <a:ext cx="54864" cy="103155"/>
            </a:xfrm>
            <a:custGeom>
              <a:avLst/>
              <a:gdLst>
                <a:gd name="connsiteX0" fmla="*/ 0 w 54864"/>
                <a:gd name="connsiteY0" fmla="*/ 103156 h 103155"/>
                <a:gd name="connsiteX1" fmla="*/ 0 w 54864"/>
                <a:gd name="connsiteY1" fmla="*/ 0 h 103155"/>
                <a:gd name="connsiteX2" fmla="*/ 54864 w 54864"/>
                <a:gd name="connsiteY2" fmla="*/ 0 h 103155"/>
                <a:gd name="connsiteX3" fmla="*/ 54864 w 54864"/>
                <a:gd name="connsiteY3" fmla="*/ 12954 h 103155"/>
                <a:gd name="connsiteX4" fmla="*/ 14764 w 54864"/>
                <a:gd name="connsiteY4" fmla="*/ 12954 h 103155"/>
                <a:gd name="connsiteX5" fmla="*/ 14764 w 54864"/>
                <a:gd name="connsiteY5" fmla="*/ 43148 h 103155"/>
                <a:gd name="connsiteX6" fmla="*/ 53054 w 54864"/>
                <a:gd name="connsiteY6" fmla="*/ 43148 h 103155"/>
                <a:gd name="connsiteX7" fmla="*/ 53054 w 54864"/>
                <a:gd name="connsiteY7" fmla="*/ 56198 h 103155"/>
                <a:gd name="connsiteX8" fmla="*/ 14764 w 54864"/>
                <a:gd name="connsiteY8" fmla="*/ 56198 h 103155"/>
                <a:gd name="connsiteX9" fmla="*/ 14764 w 54864"/>
                <a:gd name="connsiteY9" fmla="*/ 103156 h 103155"/>
                <a:gd name="connsiteX10" fmla="*/ 0 w 54864"/>
                <a:gd name="connsiteY10"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864" h="103155">
                  <a:moveTo>
                    <a:pt x="0" y="103156"/>
                  </a:moveTo>
                  <a:lnTo>
                    <a:pt x="0" y="0"/>
                  </a:lnTo>
                  <a:lnTo>
                    <a:pt x="54864" y="0"/>
                  </a:lnTo>
                  <a:lnTo>
                    <a:pt x="54864" y="12954"/>
                  </a:lnTo>
                  <a:lnTo>
                    <a:pt x="14764" y="12954"/>
                  </a:lnTo>
                  <a:lnTo>
                    <a:pt x="14764" y="43148"/>
                  </a:lnTo>
                  <a:lnTo>
                    <a:pt x="53054" y="43148"/>
                  </a:lnTo>
                  <a:lnTo>
                    <a:pt x="53054" y="56198"/>
                  </a:lnTo>
                  <a:lnTo>
                    <a:pt x="14764" y="56198"/>
                  </a:lnTo>
                  <a:lnTo>
                    <a:pt x="14764" y="103156"/>
                  </a:lnTo>
                  <a:lnTo>
                    <a:pt x="0" y="103156"/>
                  </a:lnTo>
                  <a:close/>
                </a:path>
              </a:pathLst>
            </a:custGeom>
            <a:grpFill/>
            <a:ln w="9525" cap="flat">
              <a:noFill/>
              <a:prstDash val="solid"/>
              <a:miter/>
            </a:ln>
          </p:spPr>
          <p:txBody>
            <a:bodyPr rtlCol="0" anchor="ctr"/>
            <a:lstStyle/>
            <a:p>
              <a:endParaRPr lang="en-GB"/>
            </a:p>
          </p:txBody>
        </p:sp>
        <p:sp>
          <p:nvSpPr>
            <p:cNvPr id="41" name="Freeform: Shape 33">
              <a:extLst>
                <a:ext uri="{FF2B5EF4-FFF2-40B4-BE49-F238E27FC236}">
                  <a16:creationId xmlns:a16="http://schemas.microsoft.com/office/drawing/2014/main" id="{6AFE5557-3CFB-A97A-1944-79097E28F883}"/>
                </a:ext>
              </a:extLst>
            </p:cNvPr>
            <p:cNvSpPr/>
            <p:nvPr/>
          </p:nvSpPr>
          <p:spPr>
            <a:xfrm>
              <a:off x="1336865" y="3612489"/>
              <a:ext cx="99440" cy="106775"/>
            </a:xfrm>
            <a:custGeom>
              <a:avLst/>
              <a:gdLst>
                <a:gd name="connsiteX0" fmla="*/ 95 w 99440"/>
                <a:gd name="connsiteY0" fmla="*/ 53340 h 106775"/>
                <a:gd name="connsiteX1" fmla="*/ 13240 w 99440"/>
                <a:gd name="connsiteY1" fmla="*/ 15240 h 106775"/>
                <a:gd name="connsiteX2" fmla="*/ 49721 w 99440"/>
                <a:gd name="connsiteY2" fmla="*/ 0 h 106775"/>
                <a:gd name="connsiteX3" fmla="*/ 86392 w 99440"/>
                <a:gd name="connsiteY3" fmla="*/ 15240 h 106775"/>
                <a:gd name="connsiteX4" fmla="*/ 99441 w 99440"/>
                <a:gd name="connsiteY4" fmla="*/ 53340 h 106775"/>
                <a:gd name="connsiteX5" fmla="*/ 86392 w 99440"/>
                <a:gd name="connsiteY5" fmla="*/ 91821 h 106775"/>
                <a:gd name="connsiteX6" fmla="*/ 49721 w 99440"/>
                <a:gd name="connsiteY6" fmla="*/ 106775 h 106775"/>
                <a:gd name="connsiteX7" fmla="*/ 13049 w 99440"/>
                <a:gd name="connsiteY7" fmla="*/ 91821 h 106775"/>
                <a:gd name="connsiteX8" fmla="*/ 0 w 99440"/>
                <a:gd name="connsiteY8" fmla="*/ 53340 h 106775"/>
                <a:gd name="connsiteX9" fmla="*/ 15716 w 99440"/>
                <a:gd name="connsiteY9" fmla="*/ 53340 h 106775"/>
                <a:gd name="connsiteX10" fmla="*/ 23813 w 99440"/>
                <a:gd name="connsiteY10" fmla="*/ 81248 h 106775"/>
                <a:gd name="connsiteX11" fmla="*/ 49721 w 99440"/>
                <a:gd name="connsiteY11" fmla="*/ 93631 h 106775"/>
                <a:gd name="connsiteX12" fmla="*/ 75628 w 99440"/>
                <a:gd name="connsiteY12" fmla="*/ 81248 h 106775"/>
                <a:gd name="connsiteX13" fmla="*/ 83725 w 99440"/>
                <a:gd name="connsiteY13" fmla="*/ 53340 h 106775"/>
                <a:gd name="connsiteX14" fmla="*/ 75343 w 99440"/>
                <a:gd name="connsiteY14" fmla="*/ 25241 h 106775"/>
                <a:gd name="connsiteX15" fmla="*/ 49721 w 99440"/>
                <a:gd name="connsiteY15" fmla="*/ 12954 h 106775"/>
                <a:gd name="connsiteX16" fmla="*/ 24194 w 99440"/>
                <a:gd name="connsiteY16" fmla="*/ 25241 h 106775"/>
                <a:gd name="connsiteX17" fmla="*/ 15811 w 99440"/>
                <a:gd name="connsiteY17" fmla="*/ 53340 h 10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440" h="106775">
                  <a:moveTo>
                    <a:pt x="95" y="53340"/>
                  </a:moveTo>
                  <a:cubicBezTo>
                    <a:pt x="95" y="37719"/>
                    <a:pt x="4477" y="24955"/>
                    <a:pt x="13240" y="15240"/>
                  </a:cubicBezTo>
                  <a:cubicBezTo>
                    <a:pt x="22193" y="5048"/>
                    <a:pt x="34385" y="0"/>
                    <a:pt x="49721" y="0"/>
                  </a:cubicBezTo>
                  <a:cubicBezTo>
                    <a:pt x="65056" y="0"/>
                    <a:pt x="77343" y="5048"/>
                    <a:pt x="86392" y="15240"/>
                  </a:cubicBezTo>
                  <a:cubicBezTo>
                    <a:pt x="95059" y="24955"/>
                    <a:pt x="99441" y="37719"/>
                    <a:pt x="99441" y="53340"/>
                  </a:cubicBezTo>
                  <a:cubicBezTo>
                    <a:pt x="99441" y="68961"/>
                    <a:pt x="95059" y="82105"/>
                    <a:pt x="86392" y="91821"/>
                  </a:cubicBezTo>
                  <a:cubicBezTo>
                    <a:pt x="77438" y="101822"/>
                    <a:pt x="65151" y="106775"/>
                    <a:pt x="49721" y="106775"/>
                  </a:cubicBezTo>
                  <a:cubicBezTo>
                    <a:pt x="34290" y="106775"/>
                    <a:pt x="22003" y="101822"/>
                    <a:pt x="13049" y="91821"/>
                  </a:cubicBezTo>
                  <a:cubicBezTo>
                    <a:pt x="4381" y="82201"/>
                    <a:pt x="0" y="69342"/>
                    <a:pt x="0" y="53340"/>
                  </a:cubicBezTo>
                  <a:moveTo>
                    <a:pt x="15716" y="53340"/>
                  </a:moveTo>
                  <a:cubicBezTo>
                    <a:pt x="15716" y="64579"/>
                    <a:pt x="18383" y="73914"/>
                    <a:pt x="23813" y="81248"/>
                  </a:cubicBezTo>
                  <a:cubicBezTo>
                    <a:pt x="29908" y="89535"/>
                    <a:pt x="38576" y="93631"/>
                    <a:pt x="49721" y="93631"/>
                  </a:cubicBezTo>
                  <a:cubicBezTo>
                    <a:pt x="60865" y="93631"/>
                    <a:pt x="69532" y="89535"/>
                    <a:pt x="75628" y="81248"/>
                  </a:cubicBezTo>
                  <a:cubicBezTo>
                    <a:pt x="81058" y="73819"/>
                    <a:pt x="83725" y="64579"/>
                    <a:pt x="83725" y="53340"/>
                  </a:cubicBezTo>
                  <a:cubicBezTo>
                    <a:pt x="83725" y="42100"/>
                    <a:pt x="80963" y="32766"/>
                    <a:pt x="75343" y="25241"/>
                  </a:cubicBezTo>
                  <a:cubicBezTo>
                    <a:pt x="69151" y="17050"/>
                    <a:pt x="60579" y="12954"/>
                    <a:pt x="49721" y="12954"/>
                  </a:cubicBezTo>
                  <a:cubicBezTo>
                    <a:pt x="38862" y="12954"/>
                    <a:pt x="30385" y="17050"/>
                    <a:pt x="24194" y="25241"/>
                  </a:cubicBezTo>
                  <a:cubicBezTo>
                    <a:pt x="18574" y="32766"/>
                    <a:pt x="15811" y="42100"/>
                    <a:pt x="15811" y="53340"/>
                  </a:cubicBezTo>
                </a:path>
              </a:pathLst>
            </a:custGeom>
            <a:grpFill/>
            <a:ln w="9525" cap="flat">
              <a:noFill/>
              <a:prstDash val="solid"/>
              <a:miter/>
            </a:ln>
          </p:spPr>
          <p:txBody>
            <a:bodyPr rtlCol="0" anchor="ctr"/>
            <a:lstStyle/>
            <a:p>
              <a:endParaRPr lang="en-GB"/>
            </a:p>
          </p:txBody>
        </p:sp>
        <p:sp>
          <p:nvSpPr>
            <p:cNvPr id="42" name="Freeform: Shape 34">
              <a:extLst>
                <a:ext uri="{FF2B5EF4-FFF2-40B4-BE49-F238E27FC236}">
                  <a16:creationId xmlns:a16="http://schemas.microsoft.com/office/drawing/2014/main" id="{DFED58AB-47EB-314C-68CF-C8E2CE30204E}"/>
                </a:ext>
              </a:extLst>
            </p:cNvPr>
            <p:cNvSpPr/>
            <p:nvPr/>
          </p:nvSpPr>
          <p:spPr>
            <a:xfrm>
              <a:off x="1487931" y="3614298"/>
              <a:ext cx="80009" cy="104965"/>
            </a:xfrm>
            <a:custGeom>
              <a:avLst/>
              <a:gdLst>
                <a:gd name="connsiteX0" fmla="*/ 80010 w 80009"/>
                <a:gd name="connsiteY0" fmla="*/ 0 h 104965"/>
                <a:gd name="connsiteX1" fmla="*/ 80010 w 80009"/>
                <a:gd name="connsiteY1" fmla="*/ 60484 h 104965"/>
                <a:gd name="connsiteX2" fmla="*/ 69628 w 80009"/>
                <a:gd name="connsiteY2" fmla="*/ 93536 h 104965"/>
                <a:gd name="connsiteX3" fmla="*/ 40005 w 80009"/>
                <a:gd name="connsiteY3" fmla="*/ 104966 h 104965"/>
                <a:gd name="connsiteX4" fmla="*/ 10382 w 80009"/>
                <a:gd name="connsiteY4" fmla="*/ 93536 h 104965"/>
                <a:gd name="connsiteX5" fmla="*/ 0 w 80009"/>
                <a:gd name="connsiteY5" fmla="*/ 60484 h 104965"/>
                <a:gd name="connsiteX6" fmla="*/ 0 w 80009"/>
                <a:gd name="connsiteY6" fmla="*/ 0 h 104965"/>
                <a:gd name="connsiteX7" fmla="*/ 14764 w 80009"/>
                <a:gd name="connsiteY7" fmla="*/ 0 h 104965"/>
                <a:gd name="connsiteX8" fmla="*/ 14764 w 80009"/>
                <a:gd name="connsiteY8" fmla="*/ 58579 h 104965"/>
                <a:gd name="connsiteX9" fmla="*/ 40005 w 80009"/>
                <a:gd name="connsiteY9" fmla="*/ 92012 h 104965"/>
                <a:gd name="connsiteX10" fmla="*/ 65246 w 80009"/>
                <a:gd name="connsiteY10" fmla="*/ 58579 h 104965"/>
                <a:gd name="connsiteX11" fmla="*/ 65246 w 80009"/>
                <a:gd name="connsiteY11" fmla="*/ 0 h 104965"/>
                <a:gd name="connsiteX12" fmla="*/ 80010 w 80009"/>
                <a:gd name="connsiteY12" fmla="*/ 0 h 10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009" h="104965">
                  <a:moveTo>
                    <a:pt x="80010" y="0"/>
                  </a:moveTo>
                  <a:lnTo>
                    <a:pt x="80010" y="60484"/>
                  </a:lnTo>
                  <a:cubicBezTo>
                    <a:pt x="80010" y="74867"/>
                    <a:pt x="76581" y="85916"/>
                    <a:pt x="69628" y="93536"/>
                  </a:cubicBezTo>
                  <a:cubicBezTo>
                    <a:pt x="62674" y="101156"/>
                    <a:pt x="52768" y="104966"/>
                    <a:pt x="40005" y="104966"/>
                  </a:cubicBezTo>
                  <a:cubicBezTo>
                    <a:pt x="27242" y="104966"/>
                    <a:pt x="17335" y="101156"/>
                    <a:pt x="10382" y="93536"/>
                  </a:cubicBezTo>
                  <a:cubicBezTo>
                    <a:pt x="3429" y="85916"/>
                    <a:pt x="0" y="74867"/>
                    <a:pt x="0" y="60484"/>
                  </a:cubicBezTo>
                  <a:lnTo>
                    <a:pt x="0" y="0"/>
                  </a:lnTo>
                  <a:lnTo>
                    <a:pt x="14764" y="0"/>
                  </a:lnTo>
                  <a:lnTo>
                    <a:pt x="14764" y="58579"/>
                  </a:lnTo>
                  <a:cubicBezTo>
                    <a:pt x="14764" y="80867"/>
                    <a:pt x="23241" y="92012"/>
                    <a:pt x="40005" y="92012"/>
                  </a:cubicBezTo>
                  <a:cubicBezTo>
                    <a:pt x="56769" y="92012"/>
                    <a:pt x="65246" y="80867"/>
                    <a:pt x="65246" y="58579"/>
                  </a:cubicBezTo>
                  <a:lnTo>
                    <a:pt x="65246" y="0"/>
                  </a:lnTo>
                  <a:lnTo>
                    <a:pt x="80010" y="0"/>
                  </a:lnTo>
                  <a:close/>
                </a:path>
              </a:pathLst>
            </a:custGeom>
            <a:grpFill/>
            <a:ln w="9525" cap="flat">
              <a:noFill/>
              <a:prstDash val="solid"/>
              <a:miter/>
            </a:ln>
          </p:spPr>
          <p:txBody>
            <a:bodyPr rtlCol="0" anchor="ctr"/>
            <a:lstStyle/>
            <a:p>
              <a:endParaRPr lang="en-GB"/>
            </a:p>
          </p:txBody>
        </p:sp>
        <p:sp>
          <p:nvSpPr>
            <p:cNvPr id="43" name="Freeform: Shape 35">
              <a:extLst>
                <a:ext uri="{FF2B5EF4-FFF2-40B4-BE49-F238E27FC236}">
                  <a16:creationId xmlns:a16="http://schemas.microsoft.com/office/drawing/2014/main" id="{C8EC3FFA-844D-756B-D6F6-39A0F7CAC8F3}"/>
                </a:ext>
              </a:extLst>
            </p:cNvPr>
            <p:cNvSpPr/>
            <p:nvPr/>
          </p:nvSpPr>
          <p:spPr>
            <a:xfrm>
              <a:off x="1624329" y="3614298"/>
              <a:ext cx="80772" cy="103155"/>
            </a:xfrm>
            <a:custGeom>
              <a:avLst/>
              <a:gdLst>
                <a:gd name="connsiteX0" fmla="*/ 0 w 80772"/>
                <a:gd name="connsiteY0" fmla="*/ 103156 h 103155"/>
                <a:gd name="connsiteX1" fmla="*/ 0 w 80772"/>
                <a:gd name="connsiteY1" fmla="*/ 0 h 103155"/>
                <a:gd name="connsiteX2" fmla="*/ 20098 w 80772"/>
                <a:gd name="connsiteY2" fmla="*/ 0 h 103155"/>
                <a:gd name="connsiteX3" fmla="*/ 65723 w 80772"/>
                <a:gd name="connsiteY3" fmla="*/ 83058 h 103155"/>
                <a:gd name="connsiteX4" fmla="*/ 66008 w 80772"/>
                <a:gd name="connsiteY4" fmla="*/ 83058 h 103155"/>
                <a:gd name="connsiteX5" fmla="*/ 66008 w 80772"/>
                <a:gd name="connsiteY5" fmla="*/ 0 h 103155"/>
                <a:gd name="connsiteX6" fmla="*/ 80772 w 80772"/>
                <a:gd name="connsiteY6" fmla="*/ 0 h 103155"/>
                <a:gd name="connsiteX7" fmla="*/ 80772 w 80772"/>
                <a:gd name="connsiteY7" fmla="*/ 103156 h 103155"/>
                <a:gd name="connsiteX8" fmla="*/ 61817 w 80772"/>
                <a:gd name="connsiteY8" fmla="*/ 103156 h 103155"/>
                <a:gd name="connsiteX9" fmla="*/ 15145 w 80772"/>
                <a:gd name="connsiteY9" fmla="*/ 18288 h 103155"/>
                <a:gd name="connsiteX10" fmla="*/ 14764 w 80772"/>
                <a:gd name="connsiteY10" fmla="*/ 18288 h 103155"/>
                <a:gd name="connsiteX11" fmla="*/ 14764 w 80772"/>
                <a:gd name="connsiteY11" fmla="*/ 103156 h 103155"/>
                <a:gd name="connsiteX12" fmla="*/ 0 w 80772"/>
                <a:gd name="connsiteY12"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772" h="103155">
                  <a:moveTo>
                    <a:pt x="0" y="103156"/>
                  </a:moveTo>
                  <a:lnTo>
                    <a:pt x="0" y="0"/>
                  </a:lnTo>
                  <a:lnTo>
                    <a:pt x="20098" y="0"/>
                  </a:lnTo>
                  <a:lnTo>
                    <a:pt x="65723" y="83058"/>
                  </a:lnTo>
                  <a:lnTo>
                    <a:pt x="66008" y="83058"/>
                  </a:lnTo>
                  <a:lnTo>
                    <a:pt x="66008" y="0"/>
                  </a:lnTo>
                  <a:lnTo>
                    <a:pt x="80772" y="0"/>
                  </a:lnTo>
                  <a:lnTo>
                    <a:pt x="80772" y="103156"/>
                  </a:lnTo>
                  <a:lnTo>
                    <a:pt x="61817" y="103156"/>
                  </a:lnTo>
                  <a:lnTo>
                    <a:pt x="15145" y="18288"/>
                  </a:lnTo>
                  <a:lnTo>
                    <a:pt x="14764" y="18288"/>
                  </a:lnTo>
                  <a:lnTo>
                    <a:pt x="14764" y="103156"/>
                  </a:lnTo>
                  <a:lnTo>
                    <a:pt x="0" y="103156"/>
                  </a:lnTo>
                  <a:close/>
                </a:path>
              </a:pathLst>
            </a:custGeom>
            <a:grpFill/>
            <a:ln w="9525" cap="flat">
              <a:noFill/>
              <a:prstDash val="solid"/>
              <a:miter/>
            </a:ln>
          </p:spPr>
          <p:txBody>
            <a:bodyPr rtlCol="0" anchor="ctr"/>
            <a:lstStyle/>
            <a:p>
              <a:endParaRPr lang="en-GB"/>
            </a:p>
          </p:txBody>
        </p:sp>
        <p:sp>
          <p:nvSpPr>
            <p:cNvPr id="44" name="Freeform: Shape 36">
              <a:extLst>
                <a:ext uri="{FF2B5EF4-FFF2-40B4-BE49-F238E27FC236}">
                  <a16:creationId xmlns:a16="http://schemas.microsoft.com/office/drawing/2014/main" id="{B2760A55-A4E5-2C37-4D3C-642DC5CB13D7}"/>
                </a:ext>
              </a:extLst>
            </p:cNvPr>
            <p:cNvSpPr/>
            <p:nvPr/>
          </p:nvSpPr>
          <p:spPr>
            <a:xfrm>
              <a:off x="1762251" y="3614298"/>
              <a:ext cx="85534" cy="103155"/>
            </a:xfrm>
            <a:custGeom>
              <a:avLst/>
              <a:gdLst>
                <a:gd name="connsiteX0" fmla="*/ 0 w 85534"/>
                <a:gd name="connsiteY0" fmla="*/ 103156 h 103155"/>
                <a:gd name="connsiteX1" fmla="*/ 0 w 85534"/>
                <a:gd name="connsiteY1" fmla="*/ 0 h 103155"/>
                <a:gd name="connsiteX2" fmla="*/ 30480 w 85534"/>
                <a:gd name="connsiteY2" fmla="*/ 0 h 103155"/>
                <a:gd name="connsiteX3" fmla="*/ 69533 w 85534"/>
                <a:gd name="connsiteY3" fmla="*/ 13430 h 103155"/>
                <a:gd name="connsiteX4" fmla="*/ 85535 w 85534"/>
                <a:gd name="connsiteY4" fmla="*/ 50673 h 103155"/>
                <a:gd name="connsiteX5" fmla="*/ 70961 w 85534"/>
                <a:gd name="connsiteY5" fmla="*/ 89726 h 103155"/>
                <a:gd name="connsiteX6" fmla="*/ 30575 w 85534"/>
                <a:gd name="connsiteY6" fmla="*/ 103156 h 103155"/>
                <a:gd name="connsiteX7" fmla="*/ 95 w 85534"/>
                <a:gd name="connsiteY7" fmla="*/ 103156 h 103155"/>
                <a:gd name="connsiteX8" fmla="*/ 14764 w 85534"/>
                <a:gd name="connsiteY8" fmla="*/ 12954 h 103155"/>
                <a:gd name="connsiteX9" fmla="*/ 14764 w 85534"/>
                <a:gd name="connsiteY9" fmla="*/ 90106 h 103155"/>
                <a:gd name="connsiteX10" fmla="*/ 30290 w 85534"/>
                <a:gd name="connsiteY10" fmla="*/ 90106 h 103155"/>
                <a:gd name="connsiteX11" fmla="*/ 69723 w 85534"/>
                <a:gd name="connsiteY11" fmla="*/ 51245 h 103155"/>
                <a:gd name="connsiteX12" fmla="*/ 58960 w 85534"/>
                <a:gd name="connsiteY12" fmla="*/ 23051 h 103155"/>
                <a:gd name="connsiteX13" fmla="*/ 32004 w 85534"/>
                <a:gd name="connsiteY13" fmla="*/ 12954 h 103155"/>
                <a:gd name="connsiteX14" fmla="*/ 14669 w 85534"/>
                <a:gd name="connsiteY14" fmla="*/ 12954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534" h="103155">
                  <a:moveTo>
                    <a:pt x="0" y="103156"/>
                  </a:moveTo>
                  <a:lnTo>
                    <a:pt x="0" y="0"/>
                  </a:lnTo>
                  <a:lnTo>
                    <a:pt x="30480" y="0"/>
                  </a:lnTo>
                  <a:cubicBezTo>
                    <a:pt x="46196" y="0"/>
                    <a:pt x="59246" y="4477"/>
                    <a:pt x="69533" y="13430"/>
                  </a:cubicBezTo>
                  <a:cubicBezTo>
                    <a:pt x="80200" y="22765"/>
                    <a:pt x="85535" y="35243"/>
                    <a:pt x="85535" y="50673"/>
                  </a:cubicBezTo>
                  <a:cubicBezTo>
                    <a:pt x="85535" y="67723"/>
                    <a:pt x="80677" y="80772"/>
                    <a:pt x="70961" y="89726"/>
                  </a:cubicBezTo>
                  <a:cubicBezTo>
                    <a:pt x="61246" y="98679"/>
                    <a:pt x="47815" y="103156"/>
                    <a:pt x="30575" y="103156"/>
                  </a:cubicBezTo>
                  <a:lnTo>
                    <a:pt x="95" y="103156"/>
                  </a:lnTo>
                  <a:close/>
                  <a:moveTo>
                    <a:pt x="14764" y="12954"/>
                  </a:moveTo>
                  <a:lnTo>
                    <a:pt x="14764" y="90106"/>
                  </a:lnTo>
                  <a:lnTo>
                    <a:pt x="30290" y="90106"/>
                  </a:lnTo>
                  <a:cubicBezTo>
                    <a:pt x="56579" y="90106"/>
                    <a:pt x="69723" y="77153"/>
                    <a:pt x="69723" y="51245"/>
                  </a:cubicBezTo>
                  <a:cubicBezTo>
                    <a:pt x="69723" y="39529"/>
                    <a:pt x="66104" y="30099"/>
                    <a:pt x="58960" y="23051"/>
                  </a:cubicBezTo>
                  <a:cubicBezTo>
                    <a:pt x="52006" y="16288"/>
                    <a:pt x="42958" y="12954"/>
                    <a:pt x="32004" y="12954"/>
                  </a:cubicBezTo>
                  <a:lnTo>
                    <a:pt x="14669" y="12954"/>
                  </a:lnTo>
                  <a:close/>
                </a:path>
              </a:pathLst>
            </a:custGeom>
            <a:grpFill/>
            <a:ln w="9525" cap="flat">
              <a:noFill/>
              <a:prstDash val="solid"/>
              <a:miter/>
            </a:ln>
          </p:spPr>
          <p:txBody>
            <a:bodyPr rtlCol="0" anchor="ctr"/>
            <a:lstStyle/>
            <a:p>
              <a:endParaRPr lang="en-GB"/>
            </a:p>
          </p:txBody>
        </p:sp>
        <p:sp>
          <p:nvSpPr>
            <p:cNvPr id="45" name="Freeform: Shape 37">
              <a:extLst>
                <a:ext uri="{FF2B5EF4-FFF2-40B4-BE49-F238E27FC236}">
                  <a16:creationId xmlns:a16="http://schemas.microsoft.com/office/drawing/2014/main" id="{33828D5C-97A3-4351-2281-D8310BEE14EE}"/>
                </a:ext>
              </a:extLst>
            </p:cNvPr>
            <p:cNvSpPr/>
            <p:nvPr/>
          </p:nvSpPr>
          <p:spPr>
            <a:xfrm>
              <a:off x="1885790" y="3614298"/>
              <a:ext cx="103155" cy="103155"/>
            </a:xfrm>
            <a:custGeom>
              <a:avLst/>
              <a:gdLst>
                <a:gd name="connsiteX0" fmla="*/ 0 w 103155"/>
                <a:gd name="connsiteY0" fmla="*/ 103156 h 103155"/>
                <a:gd name="connsiteX1" fmla="*/ 44005 w 103155"/>
                <a:gd name="connsiteY1" fmla="*/ 0 h 103155"/>
                <a:gd name="connsiteX2" fmla="*/ 59531 w 103155"/>
                <a:gd name="connsiteY2" fmla="*/ 0 h 103155"/>
                <a:gd name="connsiteX3" fmla="*/ 103156 w 103155"/>
                <a:gd name="connsiteY3" fmla="*/ 103156 h 103155"/>
                <a:gd name="connsiteX4" fmla="*/ 87058 w 103155"/>
                <a:gd name="connsiteY4" fmla="*/ 103156 h 103155"/>
                <a:gd name="connsiteX5" fmla="*/ 76581 w 103155"/>
                <a:gd name="connsiteY5" fmla="*/ 77153 h 103155"/>
                <a:gd name="connsiteX6" fmla="*/ 26003 w 103155"/>
                <a:gd name="connsiteY6" fmla="*/ 77153 h 103155"/>
                <a:gd name="connsiteX7" fmla="*/ 15526 w 103155"/>
                <a:gd name="connsiteY7" fmla="*/ 103156 h 103155"/>
                <a:gd name="connsiteX8" fmla="*/ 0 w 103155"/>
                <a:gd name="connsiteY8" fmla="*/ 103156 h 103155"/>
                <a:gd name="connsiteX9" fmla="*/ 71819 w 103155"/>
                <a:gd name="connsiteY9" fmla="*/ 64960 h 103155"/>
                <a:gd name="connsiteX10" fmla="*/ 51244 w 103155"/>
                <a:gd name="connsiteY10" fmla="*/ 13811 h 103155"/>
                <a:gd name="connsiteX11" fmla="*/ 30671 w 103155"/>
                <a:gd name="connsiteY11" fmla="*/ 64960 h 103155"/>
                <a:gd name="connsiteX12" fmla="*/ 71819 w 103155"/>
                <a:gd name="connsiteY12" fmla="*/ 64960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155" h="103155">
                  <a:moveTo>
                    <a:pt x="0" y="103156"/>
                  </a:moveTo>
                  <a:lnTo>
                    <a:pt x="44005" y="0"/>
                  </a:lnTo>
                  <a:lnTo>
                    <a:pt x="59531" y="0"/>
                  </a:lnTo>
                  <a:lnTo>
                    <a:pt x="103156" y="103156"/>
                  </a:lnTo>
                  <a:lnTo>
                    <a:pt x="87058" y="103156"/>
                  </a:lnTo>
                  <a:lnTo>
                    <a:pt x="76581" y="77153"/>
                  </a:lnTo>
                  <a:lnTo>
                    <a:pt x="26003" y="77153"/>
                  </a:lnTo>
                  <a:lnTo>
                    <a:pt x="15526" y="103156"/>
                  </a:lnTo>
                  <a:lnTo>
                    <a:pt x="0" y="103156"/>
                  </a:lnTo>
                  <a:close/>
                  <a:moveTo>
                    <a:pt x="71819" y="64960"/>
                  </a:moveTo>
                  <a:lnTo>
                    <a:pt x="51244" y="13811"/>
                  </a:lnTo>
                  <a:lnTo>
                    <a:pt x="30671" y="64960"/>
                  </a:lnTo>
                  <a:lnTo>
                    <a:pt x="71819" y="64960"/>
                  </a:lnTo>
                  <a:close/>
                </a:path>
              </a:pathLst>
            </a:custGeom>
            <a:grpFill/>
            <a:ln w="9525" cap="flat">
              <a:noFill/>
              <a:prstDash val="solid"/>
              <a:miter/>
            </a:ln>
          </p:spPr>
          <p:txBody>
            <a:bodyPr rtlCol="0" anchor="ctr"/>
            <a:lstStyle/>
            <a:p>
              <a:endParaRPr lang="en-GB"/>
            </a:p>
          </p:txBody>
        </p:sp>
        <p:sp>
          <p:nvSpPr>
            <p:cNvPr id="46" name="Freeform: Shape 38">
              <a:extLst>
                <a:ext uri="{FF2B5EF4-FFF2-40B4-BE49-F238E27FC236}">
                  <a16:creationId xmlns:a16="http://schemas.microsoft.com/office/drawing/2014/main" id="{8C452903-DC56-25F4-BC76-2C6E0C53077D}"/>
                </a:ext>
              </a:extLst>
            </p:cNvPr>
            <p:cNvSpPr/>
            <p:nvPr/>
          </p:nvSpPr>
          <p:spPr>
            <a:xfrm>
              <a:off x="2021903" y="3614298"/>
              <a:ext cx="78962" cy="103155"/>
            </a:xfrm>
            <a:custGeom>
              <a:avLst/>
              <a:gdLst>
                <a:gd name="connsiteX0" fmla="*/ 32099 w 78962"/>
                <a:gd name="connsiteY0" fmla="*/ 103156 h 103155"/>
                <a:gd name="connsiteX1" fmla="*/ 32099 w 78962"/>
                <a:gd name="connsiteY1" fmla="*/ 12954 h 103155"/>
                <a:gd name="connsiteX2" fmla="*/ 0 w 78962"/>
                <a:gd name="connsiteY2" fmla="*/ 12954 h 103155"/>
                <a:gd name="connsiteX3" fmla="*/ 0 w 78962"/>
                <a:gd name="connsiteY3" fmla="*/ 0 h 103155"/>
                <a:gd name="connsiteX4" fmla="*/ 78962 w 78962"/>
                <a:gd name="connsiteY4" fmla="*/ 0 h 103155"/>
                <a:gd name="connsiteX5" fmla="*/ 78962 w 78962"/>
                <a:gd name="connsiteY5" fmla="*/ 12954 h 103155"/>
                <a:gd name="connsiteX6" fmla="*/ 46863 w 78962"/>
                <a:gd name="connsiteY6" fmla="*/ 12954 h 103155"/>
                <a:gd name="connsiteX7" fmla="*/ 46863 w 78962"/>
                <a:gd name="connsiteY7" fmla="*/ 103156 h 103155"/>
                <a:gd name="connsiteX8" fmla="*/ 32099 w 78962"/>
                <a:gd name="connsiteY8"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62" h="103155">
                  <a:moveTo>
                    <a:pt x="32099" y="103156"/>
                  </a:moveTo>
                  <a:lnTo>
                    <a:pt x="32099" y="12954"/>
                  </a:lnTo>
                  <a:lnTo>
                    <a:pt x="0" y="12954"/>
                  </a:lnTo>
                  <a:lnTo>
                    <a:pt x="0" y="0"/>
                  </a:lnTo>
                  <a:lnTo>
                    <a:pt x="78962" y="0"/>
                  </a:lnTo>
                  <a:lnTo>
                    <a:pt x="78962" y="12954"/>
                  </a:lnTo>
                  <a:lnTo>
                    <a:pt x="46863" y="12954"/>
                  </a:lnTo>
                  <a:lnTo>
                    <a:pt x="46863" y="103156"/>
                  </a:lnTo>
                  <a:lnTo>
                    <a:pt x="32099" y="103156"/>
                  </a:lnTo>
                  <a:close/>
                </a:path>
              </a:pathLst>
            </a:custGeom>
            <a:grpFill/>
            <a:ln w="9525" cap="flat">
              <a:noFill/>
              <a:prstDash val="solid"/>
              <a:miter/>
            </a:ln>
          </p:spPr>
          <p:txBody>
            <a:bodyPr rtlCol="0" anchor="ctr"/>
            <a:lstStyle/>
            <a:p>
              <a:endParaRPr lang="en-GB"/>
            </a:p>
          </p:txBody>
        </p:sp>
        <p:sp>
          <p:nvSpPr>
            <p:cNvPr id="47" name="Freeform: Shape 39">
              <a:extLst>
                <a:ext uri="{FF2B5EF4-FFF2-40B4-BE49-F238E27FC236}">
                  <a16:creationId xmlns:a16="http://schemas.microsoft.com/office/drawing/2014/main" id="{E0F1E513-76B1-65CE-6065-41D5E590A2FB}"/>
                </a:ext>
              </a:extLst>
            </p:cNvPr>
            <p:cNvSpPr/>
            <p:nvPr/>
          </p:nvSpPr>
          <p:spPr>
            <a:xfrm>
              <a:off x="2145251" y="3614299"/>
              <a:ext cx="14763" cy="103155"/>
            </a:xfrm>
            <a:custGeom>
              <a:avLst/>
              <a:gdLst>
                <a:gd name="connsiteX0" fmla="*/ 0 w 14763"/>
                <a:gd name="connsiteY0" fmla="*/ 0 h 103155"/>
                <a:gd name="connsiteX1" fmla="*/ 14764 w 14763"/>
                <a:gd name="connsiteY1" fmla="*/ 0 h 103155"/>
                <a:gd name="connsiteX2" fmla="*/ 14764 w 14763"/>
                <a:gd name="connsiteY2" fmla="*/ 103156 h 103155"/>
                <a:gd name="connsiteX3" fmla="*/ 0 w 14763"/>
                <a:gd name="connsiteY3" fmla="*/ 103156 h 103155"/>
              </a:gdLst>
              <a:ahLst/>
              <a:cxnLst>
                <a:cxn ang="0">
                  <a:pos x="connsiteX0" y="connsiteY0"/>
                </a:cxn>
                <a:cxn ang="0">
                  <a:pos x="connsiteX1" y="connsiteY1"/>
                </a:cxn>
                <a:cxn ang="0">
                  <a:pos x="connsiteX2" y="connsiteY2"/>
                </a:cxn>
                <a:cxn ang="0">
                  <a:pos x="connsiteX3" y="connsiteY3"/>
                </a:cxn>
              </a:cxnLst>
              <a:rect l="l" t="t" r="r" b="b"/>
              <a:pathLst>
                <a:path w="14763" h="103155">
                  <a:moveTo>
                    <a:pt x="0" y="0"/>
                  </a:moveTo>
                  <a:lnTo>
                    <a:pt x="14764" y="0"/>
                  </a:lnTo>
                  <a:lnTo>
                    <a:pt x="14764" y="103156"/>
                  </a:lnTo>
                  <a:lnTo>
                    <a:pt x="0" y="103156"/>
                  </a:lnTo>
                  <a:close/>
                </a:path>
              </a:pathLst>
            </a:custGeom>
            <a:grpFill/>
            <a:ln w="9525" cap="flat">
              <a:noFill/>
              <a:prstDash val="solid"/>
              <a:miter/>
            </a:ln>
          </p:spPr>
          <p:txBody>
            <a:bodyPr rtlCol="0" anchor="ctr"/>
            <a:lstStyle/>
            <a:p>
              <a:endParaRPr lang="en-GB"/>
            </a:p>
          </p:txBody>
        </p:sp>
        <p:sp>
          <p:nvSpPr>
            <p:cNvPr id="48" name="Freeform: Shape 40">
              <a:extLst>
                <a:ext uri="{FF2B5EF4-FFF2-40B4-BE49-F238E27FC236}">
                  <a16:creationId xmlns:a16="http://schemas.microsoft.com/office/drawing/2014/main" id="{580CE6DA-A4D8-AC92-F014-CFB12CBFB091}"/>
                </a:ext>
              </a:extLst>
            </p:cNvPr>
            <p:cNvSpPr/>
            <p:nvPr/>
          </p:nvSpPr>
          <p:spPr>
            <a:xfrm>
              <a:off x="2210593" y="3612489"/>
              <a:ext cx="99345" cy="106775"/>
            </a:xfrm>
            <a:custGeom>
              <a:avLst/>
              <a:gdLst>
                <a:gd name="connsiteX0" fmla="*/ 0 w 99345"/>
                <a:gd name="connsiteY0" fmla="*/ 53340 h 106775"/>
                <a:gd name="connsiteX1" fmla="*/ 13145 w 99345"/>
                <a:gd name="connsiteY1" fmla="*/ 15240 h 106775"/>
                <a:gd name="connsiteX2" fmla="*/ 49625 w 99345"/>
                <a:gd name="connsiteY2" fmla="*/ 0 h 106775"/>
                <a:gd name="connsiteX3" fmla="*/ 86296 w 99345"/>
                <a:gd name="connsiteY3" fmla="*/ 15240 h 106775"/>
                <a:gd name="connsiteX4" fmla="*/ 99346 w 99345"/>
                <a:gd name="connsiteY4" fmla="*/ 53340 h 106775"/>
                <a:gd name="connsiteX5" fmla="*/ 86296 w 99345"/>
                <a:gd name="connsiteY5" fmla="*/ 91821 h 106775"/>
                <a:gd name="connsiteX6" fmla="*/ 49625 w 99345"/>
                <a:gd name="connsiteY6" fmla="*/ 106775 h 106775"/>
                <a:gd name="connsiteX7" fmla="*/ 12954 w 99345"/>
                <a:gd name="connsiteY7" fmla="*/ 91821 h 106775"/>
                <a:gd name="connsiteX8" fmla="*/ 0 w 99345"/>
                <a:gd name="connsiteY8" fmla="*/ 53340 h 106775"/>
                <a:gd name="connsiteX9" fmla="*/ 15621 w 99345"/>
                <a:gd name="connsiteY9" fmla="*/ 53340 h 106775"/>
                <a:gd name="connsiteX10" fmla="*/ 23717 w 99345"/>
                <a:gd name="connsiteY10" fmla="*/ 81248 h 106775"/>
                <a:gd name="connsiteX11" fmla="*/ 49625 w 99345"/>
                <a:gd name="connsiteY11" fmla="*/ 93631 h 106775"/>
                <a:gd name="connsiteX12" fmla="*/ 75533 w 99345"/>
                <a:gd name="connsiteY12" fmla="*/ 81248 h 106775"/>
                <a:gd name="connsiteX13" fmla="*/ 83629 w 99345"/>
                <a:gd name="connsiteY13" fmla="*/ 53340 h 106775"/>
                <a:gd name="connsiteX14" fmla="*/ 75152 w 99345"/>
                <a:gd name="connsiteY14" fmla="*/ 25241 h 106775"/>
                <a:gd name="connsiteX15" fmla="*/ 49625 w 99345"/>
                <a:gd name="connsiteY15" fmla="*/ 12954 h 106775"/>
                <a:gd name="connsiteX16" fmla="*/ 24098 w 99345"/>
                <a:gd name="connsiteY16" fmla="*/ 25241 h 106775"/>
                <a:gd name="connsiteX17" fmla="*/ 15716 w 99345"/>
                <a:gd name="connsiteY17" fmla="*/ 53340 h 10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345" h="106775">
                  <a:moveTo>
                    <a:pt x="0" y="53340"/>
                  </a:moveTo>
                  <a:cubicBezTo>
                    <a:pt x="0" y="37719"/>
                    <a:pt x="4382" y="24955"/>
                    <a:pt x="13145" y="15240"/>
                  </a:cubicBezTo>
                  <a:cubicBezTo>
                    <a:pt x="22098" y="5048"/>
                    <a:pt x="34290" y="0"/>
                    <a:pt x="49625" y="0"/>
                  </a:cubicBezTo>
                  <a:cubicBezTo>
                    <a:pt x="64961" y="0"/>
                    <a:pt x="77248" y="5048"/>
                    <a:pt x="86296" y="15240"/>
                  </a:cubicBezTo>
                  <a:cubicBezTo>
                    <a:pt x="94964" y="24955"/>
                    <a:pt x="99346" y="37719"/>
                    <a:pt x="99346" y="53340"/>
                  </a:cubicBezTo>
                  <a:cubicBezTo>
                    <a:pt x="99346" y="68961"/>
                    <a:pt x="94964" y="82105"/>
                    <a:pt x="86296" y="91821"/>
                  </a:cubicBezTo>
                  <a:cubicBezTo>
                    <a:pt x="77343" y="101822"/>
                    <a:pt x="65056" y="106775"/>
                    <a:pt x="49625" y="106775"/>
                  </a:cubicBezTo>
                  <a:cubicBezTo>
                    <a:pt x="34195" y="106775"/>
                    <a:pt x="21908" y="101822"/>
                    <a:pt x="12954" y="91821"/>
                  </a:cubicBezTo>
                  <a:cubicBezTo>
                    <a:pt x="4286" y="82201"/>
                    <a:pt x="0" y="69342"/>
                    <a:pt x="0" y="53340"/>
                  </a:cubicBezTo>
                  <a:moveTo>
                    <a:pt x="15621" y="53340"/>
                  </a:moveTo>
                  <a:cubicBezTo>
                    <a:pt x="15621" y="64579"/>
                    <a:pt x="18288" y="73914"/>
                    <a:pt x="23717" y="81248"/>
                  </a:cubicBezTo>
                  <a:cubicBezTo>
                    <a:pt x="29813" y="89535"/>
                    <a:pt x="38481" y="93631"/>
                    <a:pt x="49625" y="93631"/>
                  </a:cubicBezTo>
                  <a:cubicBezTo>
                    <a:pt x="60770" y="93631"/>
                    <a:pt x="69437" y="89535"/>
                    <a:pt x="75533" y="81248"/>
                  </a:cubicBezTo>
                  <a:cubicBezTo>
                    <a:pt x="80963" y="73819"/>
                    <a:pt x="83629" y="64579"/>
                    <a:pt x="83629" y="53340"/>
                  </a:cubicBezTo>
                  <a:cubicBezTo>
                    <a:pt x="83629" y="42100"/>
                    <a:pt x="80772" y="32766"/>
                    <a:pt x="75152" y="25241"/>
                  </a:cubicBezTo>
                  <a:cubicBezTo>
                    <a:pt x="68961" y="17050"/>
                    <a:pt x="60388" y="12954"/>
                    <a:pt x="49625" y="12954"/>
                  </a:cubicBezTo>
                  <a:cubicBezTo>
                    <a:pt x="38862" y="12954"/>
                    <a:pt x="30289" y="17050"/>
                    <a:pt x="24098" y="25241"/>
                  </a:cubicBezTo>
                  <a:cubicBezTo>
                    <a:pt x="18479" y="32766"/>
                    <a:pt x="15716" y="42100"/>
                    <a:pt x="15716" y="53340"/>
                  </a:cubicBezTo>
                </a:path>
              </a:pathLst>
            </a:custGeom>
            <a:grpFill/>
            <a:ln w="9525" cap="flat">
              <a:noFill/>
              <a:prstDash val="solid"/>
              <a:miter/>
            </a:ln>
          </p:spPr>
          <p:txBody>
            <a:bodyPr rtlCol="0" anchor="ctr"/>
            <a:lstStyle/>
            <a:p>
              <a:endParaRPr lang="en-GB"/>
            </a:p>
          </p:txBody>
        </p:sp>
        <p:sp>
          <p:nvSpPr>
            <p:cNvPr id="49" name="Freeform: Shape 41">
              <a:extLst>
                <a:ext uri="{FF2B5EF4-FFF2-40B4-BE49-F238E27FC236}">
                  <a16:creationId xmlns:a16="http://schemas.microsoft.com/office/drawing/2014/main" id="{BF9C919C-3E45-BE0C-CF32-42F06E59DC7D}"/>
                </a:ext>
              </a:extLst>
            </p:cNvPr>
            <p:cNvSpPr/>
            <p:nvPr/>
          </p:nvSpPr>
          <p:spPr>
            <a:xfrm>
              <a:off x="2358802" y="3614298"/>
              <a:ext cx="80771" cy="103155"/>
            </a:xfrm>
            <a:custGeom>
              <a:avLst/>
              <a:gdLst>
                <a:gd name="connsiteX0" fmla="*/ 0 w 80771"/>
                <a:gd name="connsiteY0" fmla="*/ 103156 h 103155"/>
                <a:gd name="connsiteX1" fmla="*/ 0 w 80771"/>
                <a:gd name="connsiteY1" fmla="*/ 0 h 103155"/>
                <a:gd name="connsiteX2" fmla="*/ 20098 w 80771"/>
                <a:gd name="connsiteY2" fmla="*/ 0 h 103155"/>
                <a:gd name="connsiteX3" fmla="*/ 65627 w 80771"/>
                <a:gd name="connsiteY3" fmla="*/ 83058 h 103155"/>
                <a:gd name="connsiteX4" fmla="*/ 65913 w 80771"/>
                <a:gd name="connsiteY4" fmla="*/ 83058 h 103155"/>
                <a:gd name="connsiteX5" fmla="*/ 65913 w 80771"/>
                <a:gd name="connsiteY5" fmla="*/ 0 h 103155"/>
                <a:gd name="connsiteX6" fmla="*/ 80772 w 80771"/>
                <a:gd name="connsiteY6" fmla="*/ 0 h 103155"/>
                <a:gd name="connsiteX7" fmla="*/ 80772 w 80771"/>
                <a:gd name="connsiteY7" fmla="*/ 103156 h 103155"/>
                <a:gd name="connsiteX8" fmla="*/ 61817 w 80771"/>
                <a:gd name="connsiteY8" fmla="*/ 103156 h 103155"/>
                <a:gd name="connsiteX9" fmla="*/ 15050 w 80771"/>
                <a:gd name="connsiteY9" fmla="*/ 18288 h 103155"/>
                <a:gd name="connsiteX10" fmla="*/ 14764 w 80771"/>
                <a:gd name="connsiteY10" fmla="*/ 18288 h 103155"/>
                <a:gd name="connsiteX11" fmla="*/ 14764 w 80771"/>
                <a:gd name="connsiteY11" fmla="*/ 103156 h 103155"/>
                <a:gd name="connsiteX12" fmla="*/ 0 w 80771"/>
                <a:gd name="connsiteY12" fmla="*/ 103156 h 1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771" h="103155">
                  <a:moveTo>
                    <a:pt x="0" y="103156"/>
                  </a:moveTo>
                  <a:lnTo>
                    <a:pt x="0" y="0"/>
                  </a:lnTo>
                  <a:lnTo>
                    <a:pt x="20098" y="0"/>
                  </a:lnTo>
                  <a:lnTo>
                    <a:pt x="65627" y="83058"/>
                  </a:lnTo>
                  <a:lnTo>
                    <a:pt x="65913" y="83058"/>
                  </a:lnTo>
                  <a:lnTo>
                    <a:pt x="65913" y="0"/>
                  </a:lnTo>
                  <a:lnTo>
                    <a:pt x="80772" y="0"/>
                  </a:lnTo>
                  <a:lnTo>
                    <a:pt x="80772" y="103156"/>
                  </a:lnTo>
                  <a:lnTo>
                    <a:pt x="61817" y="103156"/>
                  </a:lnTo>
                  <a:lnTo>
                    <a:pt x="15050" y="18288"/>
                  </a:lnTo>
                  <a:lnTo>
                    <a:pt x="14764" y="18288"/>
                  </a:lnTo>
                  <a:lnTo>
                    <a:pt x="14764" y="103156"/>
                  </a:lnTo>
                  <a:lnTo>
                    <a:pt x="0" y="103156"/>
                  </a:lnTo>
                  <a:close/>
                </a:path>
              </a:pathLst>
            </a:custGeom>
            <a:grpFill/>
            <a:ln w="9525" cap="flat">
              <a:noFill/>
              <a:prstDash val="solid"/>
              <a:miter/>
            </a:ln>
          </p:spPr>
          <p:txBody>
            <a:bodyPr rtlCol="0" anchor="ctr"/>
            <a:lstStyle/>
            <a:p>
              <a:endParaRPr lang="en-GB"/>
            </a:p>
          </p:txBody>
        </p:sp>
        <p:sp>
          <p:nvSpPr>
            <p:cNvPr id="50" name="Freeform: Shape 42">
              <a:extLst>
                <a:ext uri="{FF2B5EF4-FFF2-40B4-BE49-F238E27FC236}">
                  <a16:creationId xmlns:a16="http://schemas.microsoft.com/office/drawing/2014/main" id="{D3CF160F-4B8C-EDF9-6CBE-238C79E1C3AD}"/>
                </a:ext>
              </a:extLst>
            </p:cNvPr>
            <p:cNvSpPr/>
            <p:nvPr/>
          </p:nvSpPr>
          <p:spPr>
            <a:xfrm>
              <a:off x="970533" y="2918783"/>
              <a:ext cx="854201" cy="422719"/>
            </a:xfrm>
            <a:custGeom>
              <a:avLst/>
              <a:gdLst>
                <a:gd name="connsiteX0" fmla="*/ 321469 w 854201"/>
                <a:gd name="connsiteY0" fmla="*/ 41339 h 422719"/>
                <a:gd name="connsiteX1" fmla="*/ 0 w 854201"/>
                <a:gd name="connsiteY1" fmla="*/ 0 h 422719"/>
                <a:gd name="connsiteX2" fmla="*/ 854202 w 854201"/>
                <a:gd name="connsiteY2" fmla="*/ 422719 h 422719"/>
                <a:gd name="connsiteX3" fmla="*/ 321469 w 854201"/>
                <a:gd name="connsiteY3" fmla="*/ 41339 h 422719"/>
              </a:gdLst>
              <a:ahLst/>
              <a:cxnLst>
                <a:cxn ang="0">
                  <a:pos x="connsiteX0" y="connsiteY0"/>
                </a:cxn>
                <a:cxn ang="0">
                  <a:pos x="connsiteX1" y="connsiteY1"/>
                </a:cxn>
                <a:cxn ang="0">
                  <a:pos x="connsiteX2" y="connsiteY2"/>
                </a:cxn>
                <a:cxn ang="0">
                  <a:pos x="connsiteX3" y="connsiteY3"/>
                </a:cxn>
              </a:cxnLst>
              <a:rect l="l" t="t" r="r" b="b"/>
              <a:pathLst>
                <a:path w="854201" h="422719">
                  <a:moveTo>
                    <a:pt x="321469" y="41339"/>
                  </a:moveTo>
                  <a:lnTo>
                    <a:pt x="0" y="0"/>
                  </a:lnTo>
                  <a:lnTo>
                    <a:pt x="854202" y="422719"/>
                  </a:lnTo>
                  <a:lnTo>
                    <a:pt x="321469" y="41339"/>
                  </a:lnTo>
                  <a:close/>
                </a:path>
              </a:pathLst>
            </a:custGeom>
            <a:grpFill/>
            <a:ln w="9525" cap="flat">
              <a:noFill/>
              <a:prstDash val="solid"/>
              <a:miter/>
            </a:ln>
          </p:spPr>
          <p:txBody>
            <a:bodyPr rtlCol="0" anchor="ctr"/>
            <a:lstStyle/>
            <a:p>
              <a:endParaRPr lang="en-GB"/>
            </a:p>
          </p:txBody>
        </p:sp>
        <p:sp>
          <p:nvSpPr>
            <p:cNvPr id="51" name="Freeform: Shape 43">
              <a:extLst>
                <a:ext uri="{FF2B5EF4-FFF2-40B4-BE49-F238E27FC236}">
                  <a16:creationId xmlns:a16="http://schemas.microsoft.com/office/drawing/2014/main" id="{9DBD0412-916F-5420-A9F9-18293F157501}"/>
                </a:ext>
              </a:extLst>
            </p:cNvPr>
            <p:cNvSpPr/>
            <p:nvPr/>
          </p:nvSpPr>
          <p:spPr>
            <a:xfrm>
              <a:off x="1292002" y="2882207"/>
              <a:ext cx="534638" cy="453389"/>
            </a:xfrm>
            <a:custGeom>
              <a:avLst/>
              <a:gdLst>
                <a:gd name="connsiteX0" fmla="*/ 257080 w 534638"/>
                <a:gd name="connsiteY0" fmla="*/ 69914 h 453389"/>
                <a:gd name="connsiteX1" fmla="*/ 0 w 534638"/>
                <a:gd name="connsiteY1" fmla="*/ 0 h 453389"/>
                <a:gd name="connsiteX2" fmla="*/ 534638 w 534638"/>
                <a:gd name="connsiteY2" fmla="*/ 453390 h 453389"/>
                <a:gd name="connsiteX3" fmla="*/ 257080 w 534638"/>
                <a:gd name="connsiteY3" fmla="*/ 69914 h 453389"/>
              </a:gdLst>
              <a:ahLst/>
              <a:cxnLst>
                <a:cxn ang="0">
                  <a:pos x="connsiteX0" y="connsiteY0"/>
                </a:cxn>
                <a:cxn ang="0">
                  <a:pos x="connsiteX1" y="connsiteY1"/>
                </a:cxn>
                <a:cxn ang="0">
                  <a:pos x="connsiteX2" y="connsiteY2"/>
                </a:cxn>
                <a:cxn ang="0">
                  <a:pos x="connsiteX3" y="connsiteY3"/>
                </a:cxn>
              </a:cxnLst>
              <a:rect l="l" t="t" r="r" b="b"/>
              <a:pathLst>
                <a:path w="534638" h="453389">
                  <a:moveTo>
                    <a:pt x="257080" y="69914"/>
                  </a:moveTo>
                  <a:lnTo>
                    <a:pt x="0" y="0"/>
                  </a:lnTo>
                  <a:lnTo>
                    <a:pt x="534638" y="453390"/>
                  </a:lnTo>
                  <a:lnTo>
                    <a:pt x="257080" y="69914"/>
                  </a:lnTo>
                  <a:close/>
                </a:path>
              </a:pathLst>
            </a:custGeom>
            <a:grpFill/>
            <a:ln w="9525" cap="flat">
              <a:noFill/>
              <a:prstDash val="solid"/>
              <a:miter/>
            </a:ln>
          </p:spPr>
          <p:txBody>
            <a:bodyPr rtlCol="0" anchor="ctr"/>
            <a:lstStyle/>
            <a:p>
              <a:endParaRPr lang="en-GB"/>
            </a:p>
          </p:txBody>
        </p:sp>
        <p:sp>
          <p:nvSpPr>
            <p:cNvPr id="52" name="Freeform: Shape 44">
              <a:extLst>
                <a:ext uri="{FF2B5EF4-FFF2-40B4-BE49-F238E27FC236}">
                  <a16:creationId xmlns:a16="http://schemas.microsoft.com/office/drawing/2014/main" id="{0CD56C9E-D97F-7578-3299-3AFD1183BD3D}"/>
                </a:ext>
              </a:extLst>
            </p:cNvPr>
            <p:cNvSpPr/>
            <p:nvPr/>
          </p:nvSpPr>
          <p:spPr>
            <a:xfrm>
              <a:off x="1856072" y="2918688"/>
              <a:ext cx="854202" cy="422814"/>
            </a:xfrm>
            <a:custGeom>
              <a:avLst/>
              <a:gdLst>
                <a:gd name="connsiteX0" fmla="*/ 532733 w 854202"/>
                <a:gd name="connsiteY0" fmla="*/ 41434 h 422814"/>
                <a:gd name="connsiteX1" fmla="*/ 854202 w 854202"/>
                <a:gd name="connsiteY1" fmla="*/ 0 h 422814"/>
                <a:gd name="connsiteX2" fmla="*/ 0 w 854202"/>
                <a:gd name="connsiteY2" fmla="*/ 422815 h 422814"/>
                <a:gd name="connsiteX3" fmla="*/ 532733 w 854202"/>
                <a:gd name="connsiteY3" fmla="*/ 41434 h 422814"/>
              </a:gdLst>
              <a:ahLst/>
              <a:cxnLst>
                <a:cxn ang="0">
                  <a:pos x="connsiteX0" y="connsiteY0"/>
                </a:cxn>
                <a:cxn ang="0">
                  <a:pos x="connsiteX1" y="connsiteY1"/>
                </a:cxn>
                <a:cxn ang="0">
                  <a:pos x="connsiteX2" y="connsiteY2"/>
                </a:cxn>
                <a:cxn ang="0">
                  <a:pos x="connsiteX3" y="connsiteY3"/>
                </a:cxn>
              </a:cxnLst>
              <a:rect l="l" t="t" r="r" b="b"/>
              <a:pathLst>
                <a:path w="854202" h="422814">
                  <a:moveTo>
                    <a:pt x="532733" y="41434"/>
                  </a:moveTo>
                  <a:lnTo>
                    <a:pt x="854202" y="0"/>
                  </a:lnTo>
                  <a:lnTo>
                    <a:pt x="0" y="422815"/>
                  </a:lnTo>
                  <a:lnTo>
                    <a:pt x="532733" y="41434"/>
                  </a:lnTo>
                  <a:close/>
                </a:path>
              </a:pathLst>
            </a:custGeom>
            <a:grpFill/>
            <a:ln w="9525" cap="flat">
              <a:noFill/>
              <a:prstDash val="solid"/>
              <a:miter/>
            </a:ln>
          </p:spPr>
          <p:txBody>
            <a:bodyPr rtlCol="0" anchor="ctr"/>
            <a:lstStyle/>
            <a:p>
              <a:endParaRPr lang="en-GB"/>
            </a:p>
          </p:txBody>
        </p:sp>
        <p:sp>
          <p:nvSpPr>
            <p:cNvPr id="53" name="Freeform: Shape 45">
              <a:extLst>
                <a:ext uri="{FF2B5EF4-FFF2-40B4-BE49-F238E27FC236}">
                  <a16:creationId xmlns:a16="http://schemas.microsoft.com/office/drawing/2014/main" id="{D03FBC7E-1FB0-F546-9543-8AC73243478C}"/>
                </a:ext>
              </a:extLst>
            </p:cNvPr>
            <p:cNvSpPr/>
            <p:nvPr/>
          </p:nvSpPr>
          <p:spPr>
            <a:xfrm>
              <a:off x="1854167" y="2882207"/>
              <a:ext cx="534638" cy="453294"/>
            </a:xfrm>
            <a:custGeom>
              <a:avLst/>
              <a:gdLst>
                <a:gd name="connsiteX0" fmla="*/ 277654 w 534638"/>
                <a:gd name="connsiteY0" fmla="*/ 69914 h 453294"/>
                <a:gd name="connsiteX1" fmla="*/ 534638 w 534638"/>
                <a:gd name="connsiteY1" fmla="*/ 0 h 453294"/>
                <a:gd name="connsiteX2" fmla="*/ 0 w 534638"/>
                <a:gd name="connsiteY2" fmla="*/ 453295 h 453294"/>
                <a:gd name="connsiteX3" fmla="*/ 277654 w 534638"/>
                <a:gd name="connsiteY3" fmla="*/ 69914 h 453294"/>
              </a:gdLst>
              <a:ahLst/>
              <a:cxnLst>
                <a:cxn ang="0">
                  <a:pos x="connsiteX0" y="connsiteY0"/>
                </a:cxn>
                <a:cxn ang="0">
                  <a:pos x="connsiteX1" y="connsiteY1"/>
                </a:cxn>
                <a:cxn ang="0">
                  <a:pos x="connsiteX2" y="connsiteY2"/>
                </a:cxn>
                <a:cxn ang="0">
                  <a:pos x="connsiteX3" y="connsiteY3"/>
                </a:cxn>
              </a:cxnLst>
              <a:rect l="l" t="t" r="r" b="b"/>
              <a:pathLst>
                <a:path w="534638" h="453294">
                  <a:moveTo>
                    <a:pt x="277654" y="69914"/>
                  </a:moveTo>
                  <a:lnTo>
                    <a:pt x="534638" y="0"/>
                  </a:lnTo>
                  <a:lnTo>
                    <a:pt x="0" y="453295"/>
                  </a:lnTo>
                  <a:lnTo>
                    <a:pt x="277654" y="69914"/>
                  </a:lnTo>
                  <a:close/>
                </a:path>
              </a:pathLst>
            </a:custGeom>
            <a:grpFill/>
            <a:ln w="9525" cap="flat">
              <a:noFill/>
              <a:prstDash val="solid"/>
              <a:miter/>
            </a:ln>
          </p:spPr>
          <p:txBody>
            <a:bodyPr rtlCol="0" anchor="ctr"/>
            <a:lstStyle/>
            <a:p>
              <a:endParaRPr lang="en-GB"/>
            </a:p>
          </p:txBody>
        </p:sp>
        <p:sp>
          <p:nvSpPr>
            <p:cNvPr id="54" name="Freeform: Shape 46">
              <a:extLst>
                <a:ext uri="{FF2B5EF4-FFF2-40B4-BE49-F238E27FC236}">
                  <a16:creationId xmlns:a16="http://schemas.microsoft.com/office/drawing/2014/main" id="{B31390DA-1D9B-FE05-0048-4672E630345C}"/>
                </a:ext>
              </a:extLst>
            </p:cNvPr>
            <p:cNvSpPr/>
            <p:nvPr/>
          </p:nvSpPr>
          <p:spPr>
            <a:xfrm>
              <a:off x="1523935" y="2846965"/>
              <a:ext cx="633031" cy="495109"/>
            </a:xfrm>
            <a:custGeom>
              <a:avLst/>
              <a:gdLst>
                <a:gd name="connsiteX0" fmla="*/ 633032 w 633031"/>
                <a:gd name="connsiteY0" fmla="*/ 0 h 495109"/>
                <a:gd name="connsiteX1" fmla="*/ 426720 w 633031"/>
                <a:gd name="connsiteY1" fmla="*/ 97727 h 495109"/>
                <a:gd name="connsiteX2" fmla="*/ 388239 w 633031"/>
                <a:gd name="connsiteY2" fmla="*/ 252413 h 495109"/>
                <a:gd name="connsiteX3" fmla="*/ 316516 w 633031"/>
                <a:gd name="connsiteY3" fmla="*/ 111062 h 495109"/>
                <a:gd name="connsiteX4" fmla="*/ 244412 w 633031"/>
                <a:gd name="connsiteY4" fmla="*/ 252413 h 495109"/>
                <a:gd name="connsiteX5" fmla="*/ 206216 w 633031"/>
                <a:gd name="connsiteY5" fmla="*/ 97727 h 495109"/>
                <a:gd name="connsiteX6" fmla="*/ 0 w 633031"/>
                <a:gd name="connsiteY6" fmla="*/ 0 h 495109"/>
                <a:gd name="connsiteX7" fmla="*/ 316516 w 633031"/>
                <a:gd name="connsiteY7" fmla="*/ 495110 h 495109"/>
                <a:gd name="connsiteX8" fmla="*/ 633032 w 633031"/>
                <a:gd name="connsiteY8" fmla="*/ 0 h 495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3031" h="495109">
                  <a:moveTo>
                    <a:pt x="633032" y="0"/>
                  </a:moveTo>
                  <a:lnTo>
                    <a:pt x="426720" y="97727"/>
                  </a:lnTo>
                  <a:lnTo>
                    <a:pt x="388239" y="252413"/>
                  </a:lnTo>
                  <a:lnTo>
                    <a:pt x="316516" y="111062"/>
                  </a:lnTo>
                  <a:lnTo>
                    <a:pt x="244412" y="252413"/>
                  </a:lnTo>
                  <a:lnTo>
                    <a:pt x="206216" y="97727"/>
                  </a:lnTo>
                  <a:lnTo>
                    <a:pt x="0" y="0"/>
                  </a:lnTo>
                  <a:lnTo>
                    <a:pt x="316516" y="495110"/>
                  </a:lnTo>
                  <a:lnTo>
                    <a:pt x="633032" y="0"/>
                  </a:lnTo>
                  <a:close/>
                </a:path>
              </a:pathLst>
            </a:custGeom>
            <a:grpFill/>
            <a:ln w="9525" cap="flat">
              <a:noFill/>
              <a:prstDash val="solid"/>
              <a:miter/>
            </a:ln>
          </p:spPr>
          <p:txBody>
            <a:bodyPr rtlCol="0" anchor="ctr"/>
            <a:lstStyle/>
            <a:p>
              <a:endParaRPr lang="en-GB"/>
            </a:p>
          </p:txBody>
        </p:sp>
      </p:grpSp>
    </p:spTree>
    <p:extLst>
      <p:ext uri="{BB962C8B-B14F-4D97-AF65-F5344CB8AC3E}">
        <p14:creationId xmlns:p14="http://schemas.microsoft.com/office/powerpoint/2010/main" val="3890131680"/>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1_Divider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2DD018E-7252-47A2-DCDA-E0E4C75A9C35}"/>
              </a:ext>
            </a:extLst>
          </p:cNvPr>
          <p:cNvSpPr/>
          <p:nvPr userDrawn="1"/>
        </p:nvSpPr>
        <p:spPr>
          <a:xfrm>
            <a:off x="0" y="0"/>
            <a:ext cx="12192000" cy="6853555"/>
          </a:xfrm>
          <a:prstGeom prst="rect">
            <a:avLst/>
          </a:prstGeom>
          <a:gradFill>
            <a:gsLst>
              <a:gs pos="100000">
                <a:schemeClr val="tx2"/>
              </a:gs>
              <a:gs pos="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6F2BB40-2670-383A-AA42-DB1EDE9E664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1460" y="14778"/>
            <a:ext cx="4384738" cy="6861222"/>
          </a:xfrm>
          <a:prstGeom prst="rect">
            <a:avLst/>
          </a:prstGeom>
        </p:spPr>
      </p:pic>
      <p:sp>
        <p:nvSpPr>
          <p:cNvPr id="2" name="Title 1">
            <a:extLst>
              <a:ext uri="{FF2B5EF4-FFF2-40B4-BE49-F238E27FC236}">
                <a16:creationId xmlns:a16="http://schemas.microsoft.com/office/drawing/2014/main" id="{F6B8D04E-BDD5-1F64-6209-2F4B4F2000E7}"/>
              </a:ext>
            </a:extLst>
          </p:cNvPr>
          <p:cNvSpPr>
            <a:spLocks noGrp="1"/>
          </p:cNvSpPr>
          <p:nvPr>
            <p:ph type="ctrTitle" hasCustomPrompt="1"/>
          </p:nvPr>
        </p:nvSpPr>
        <p:spPr>
          <a:xfrm>
            <a:off x="3156238" y="2321004"/>
            <a:ext cx="8439419" cy="984885"/>
          </a:xfrm>
          <a:prstGeom prst="rect">
            <a:avLst/>
          </a:prstGeom>
        </p:spPr>
        <p:txBody>
          <a:bodyPr vert="horz" wrap="square" lIns="0" tIns="0" rIns="0" bIns="0" rtlCol="0" anchor="ctr" anchorCtr="0">
            <a:spAutoFit/>
          </a:bodyPr>
          <a:lstStyle>
            <a:lvl1pPr algn="l">
              <a:lnSpc>
                <a:spcPct val="100000"/>
              </a:lnSpc>
              <a:defRPr lang="en-US" sz="3200" dirty="0">
                <a:solidFill>
                  <a:schemeClr val="bg1"/>
                </a:solidFill>
              </a:defRPr>
            </a:lvl1pPr>
          </a:lstStyle>
          <a:p>
            <a:pPr lvl="0"/>
            <a:r>
              <a:rPr lang="en-GB"/>
              <a:t>Click to edit </a:t>
            </a:r>
            <a:br>
              <a:rPr lang="en-GB"/>
            </a:br>
            <a:r>
              <a:rPr lang="en-GB"/>
              <a:t>Master title style</a:t>
            </a:r>
            <a:endParaRPr lang="en-US"/>
          </a:p>
        </p:txBody>
      </p:sp>
      <p:sp>
        <p:nvSpPr>
          <p:cNvPr id="3" name="Subtitle 2">
            <a:extLst>
              <a:ext uri="{FF2B5EF4-FFF2-40B4-BE49-F238E27FC236}">
                <a16:creationId xmlns:a16="http://schemas.microsoft.com/office/drawing/2014/main" id="{A4E4F35D-11C4-5CAB-4D65-A671ADAD38B0}"/>
              </a:ext>
            </a:extLst>
          </p:cNvPr>
          <p:cNvSpPr>
            <a:spLocks noGrp="1"/>
          </p:cNvSpPr>
          <p:nvPr>
            <p:ph type="subTitle" idx="1"/>
          </p:nvPr>
        </p:nvSpPr>
        <p:spPr>
          <a:xfrm>
            <a:off x="3156238" y="3479447"/>
            <a:ext cx="8439419" cy="579303"/>
          </a:xfrm>
        </p:spPr>
        <p:txBody>
          <a:bodyPr wrap="square">
            <a:spAutoFit/>
          </a:bodyPr>
          <a:lstStyle>
            <a:lvl1pPr marL="270000" indent="-270000" algn="l">
              <a:spcBef>
                <a:spcPts val="600"/>
              </a:spcBef>
              <a:buFont typeface="Arial" panose="020B0604020202020204" pitchFamily="34" charset="0"/>
              <a:buChar char="•"/>
              <a:defRPr sz="20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296914614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2_Divider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2DD018E-7252-47A2-DCDA-E0E4C75A9C35}"/>
              </a:ext>
            </a:extLst>
          </p:cNvPr>
          <p:cNvSpPr/>
          <p:nvPr userDrawn="1"/>
        </p:nvSpPr>
        <p:spPr>
          <a:xfrm>
            <a:off x="12000" y="4445"/>
            <a:ext cx="12192000" cy="68535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a:extLst>
              <a:ext uri="{FF2B5EF4-FFF2-40B4-BE49-F238E27FC236}">
                <a16:creationId xmlns:a16="http://schemas.microsoft.com/office/drawing/2014/main" id="{91754848-8A85-8A25-4E00-11CBD12476F1}"/>
              </a:ext>
            </a:extLst>
          </p:cNvPr>
          <p:cNvSpPr/>
          <p:nvPr userDrawn="1"/>
        </p:nvSpPr>
        <p:spPr>
          <a:xfrm>
            <a:off x="12000" y="0"/>
            <a:ext cx="4377301" cy="6858000"/>
          </a:xfrm>
          <a:custGeom>
            <a:avLst/>
            <a:gdLst>
              <a:gd name="connsiteX0" fmla="*/ 0 w 4415589"/>
              <a:gd name="connsiteY0" fmla="*/ 1579486 h 6886776"/>
              <a:gd name="connsiteX1" fmla="*/ 0 w 4415589"/>
              <a:gd name="connsiteY1" fmla="*/ 6886776 h 6886776"/>
              <a:gd name="connsiteX2" fmla="*/ 4415589 w 4415589"/>
              <a:gd name="connsiteY2" fmla="*/ 0 h 6886776"/>
              <a:gd name="connsiteX3" fmla="*/ 1479884 w 4415589"/>
              <a:gd name="connsiteY3" fmla="*/ 1395663 h 6886776"/>
              <a:gd name="connsiteX4" fmla="*/ 974558 w 4415589"/>
              <a:gd name="connsiteY4" fmla="*/ 3441031 h 6886776"/>
              <a:gd name="connsiteX5" fmla="*/ 0 w 4415589"/>
              <a:gd name="connsiteY5" fmla="*/ 1579486 h 6886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15589" h="6886776">
                <a:moveTo>
                  <a:pt x="0" y="1579486"/>
                </a:moveTo>
                <a:lnTo>
                  <a:pt x="0" y="6886776"/>
                </a:lnTo>
                <a:lnTo>
                  <a:pt x="4415589" y="0"/>
                </a:lnTo>
                <a:lnTo>
                  <a:pt x="1479884" y="1395663"/>
                </a:lnTo>
                <a:lnTo>
                  <a:pt x="974558" y="3441031"/>
                </a:lnTo>
                <a:lnTo>
                  <a:pt x="0" y="1579486"/>
                </a:lnTo>
                <a:close/>
              </a:path>
            </a:pathLst>
          </a:custGeom>
          <a:solidFill>
            <a:schemeClr val="tx2">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B8D04E-BDD5-1F64-6209-2F4B4F2000E7}"/>
              </a:ext>
            </a:extLst>
          </p:cNvPr>
          <p:cNvSpPr>
            <a:spLocks noGrp="1"/>
          </p:cNvSpPr>
          <p:nvPr>
            <p:ph type="ctrTitle" hasCustomPrompt="1"/>
          </p:nvPr>
        </p:nvSpPr>
        <p:spPr>
          <a:xfrm>
            <a:off x="3582991" y="2738704"/>
            <a:ext cx="7572689" cy="984885"/>
          </a:xfrm>
          <a:prstGeom prst="rect">
            <a:avLst/>
          </a:prstGeom>
        </p:spPr>
        <p:txBody>
          <a:bodyPr vert="horz" wrap="square" lIns="0" tIns="0" rIns="0" bIns="0" rtlCol="0" anchor="ctr" anchorCtr="0">
            <a:spAutoFit/>
          </a:bodyPr>
          <a:lstStyle>
            <a:lvl1pPr algn="l">
              <a:lnSpc>
                <a:spcPct val="100000"/>
              </a:lnSpc>
              <a:defRPr lang="en-US" sz="3200" dirty="0">
                <a:solidFill>
                  <a:srgbClr val="BF2026"/>
                </a:solidFill>
              </a:defRPr>
            </a:lvl1pPr>
          </a:lstStyle>
          <a:p>
            <a:pPr lvl="0"/>
            <a:r>
              <a:rPr lang="en-GB"/>
              <a:t>Click to edit </a:t>
            </a:r>
            <a:br>
              <a:rPr lang="en-GB"/>
            </a:br>
            <a:r>
              <a:rPr lang="en-GB"/>
              <a:t>Master title style</a:t>
            </a:r>
            <a:endParaRPr lang="en-US"/>
          </a:p>
        </p:txBody>
      </p:sp>
      <p:sp>
        <p:nvSpPr>
          <p:cNvPr id="3" name="Subtitle 2">
            <a:extLst>
              <a:ext uri="{FF2B5EF4-FFF2-40B4-BE49-F238E27FC236}">
                <a16:creationId xmlns:a16="http://schemas.microsoft.com/office/drawing/2014/main" id="{A4E4F35D-11C4-5CAB-4D65-A671ADAD38B0}"/>
              </a:ext>
            </a:extLst>
          </p:cNvPr>
          <p:cNvSpPr>
            <a:spLocks noGrp="1"/>
          </p:cNvSpPr>
          <p:nvPr>
            <p:ph type="subTitle" idx="1"/>
          </p:nvPr>
        </p:nvSpPr>
        <p:spPr>
          <a:xfrm>
            <a:off x="3582991" y="3897147"/>
            <a:ext cx="7572689" cy="371127"/>
          </a:xfrm>
        </p:spPr>
        <p:txBody>
          <a:bodyPr wrap="square">
            <a:spAutoFit/>
          </a:bodyPr>
          <a:lstStyle>
            <a:lvl1pPr marL="0" indent="0" algn="l">
              <a:spcBef>
                <a:spcPts val="600"/>
              </a:spcBef>
              <a:buFont typeface="Arial" panose="020B0604020202020204" pitchFamily="34" charset="0"/>
              <a:buNone/>
              <a:defRPr sz="2000">
                <a:solidFill>
                  <a:srgbClr val="BF2026"/>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31714566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3_Divider Slide">
    <p:bg>
      <p:bgPr>
        <a:gradFill>
          <a:gsLst>
            <a:gs pos="100000">
              <a:schemeClr val="tx2"/>
            </a:gs>
            <a:gs pos="0">
              <a:schemeClr val="accent1"/>
            </a:gs>
          </a:gsLst>
          <a:lin ang="5400000" scaled="1"/>
        </a:gradFill>
        <a:effectLst/>
      </p:bgPr>
    </p:bg>
    <p:spTree>
      <p:nvGrpSpPr>
        <p:cNvPr id="1" name=""/>
        <p:cNvGrpSpPr/>
        <p:nvPr/>
      </p:nvGrpSpPr>
      <p:grpSpPr>
        <a:xfrm>
          <a:off x="0" y="0"/>
          <a:ext cx="0" cy="0"/>
          <a:chOff x="0" y="0"/>
          <a:chExt cx="0" cy="0"/>
        </a:xfrm>
      </p:grpSpPr>
      <p:sp>
        <p:nvSpPr>
          <p:cNvPr id="4" name="Rectangle 54">
            <a:extLst>
              <a:ext uri="{FF2B5EF4-FFF2-40B4-BE49-F238E27FC236}">
                <a16:creationId xmlns:a16="http://schemas.microsoft.com/office/drawing/2014/main" id="{D934D638-005E-C5D7-9B66-5AA8E3D1FBBC}"/>
              </a:ext>
            </a:extLst>
          </p:cNvPr>
          <p:cNvSpPr/>
          <p:nvPr userDrawn="1"/>
        </p:nvSpPr>
        <p:spPr>
          <a:xfrm>
            <a:off x="4635500" y="-25400"/>
            <a:ext cx="7564100" cy="6883400"/>
          </a:xfrm>
          <a:custGeom>
            <a:avLst/>
            <a:gdLst>
              <a:gd name="connsiteX0" fmla="*/ 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0 w 7564100"/>
              <a:gd name="connsiteY4" fmla="*/ 0 h 6858000"/>
              <a:gd name="connsiteX0" fmla="*/ 403860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4038600 w 7564100"/>
              <a:gd name="connsiteY4" fmla="*/ 0 h 6858000"/>
              <a:gd name="connsiteX0" fmla="*/ 4622800 w 7564100"/>
              <a:gd name="connsiteY0" fmla="*/ 0 h 6883400"/>
              <a:gd name="connsiteX1" fmla="*/ 7564100 w 7564100"/>
              <a:gd name="connsiteY1" fmla="*/ 25400 h 6883400"/>
              <a:gd name="connsiteX2" fmla="*/ 7564100 w 7564100"/>
              <a:gd name="connsiteY2" fmla="*/ 6883400 h 6883400"/>
              <a:gd name="connsiteX3" fmla="*/ 0 w 7564100"/>
              <a:gd name="connsiteY3" fmla="*/ 6883400 h 6883400"/>
              <a:gd name="connsiteX4" fmla="*/ 4622800 w 7564100"/>
              <a:gd name="connsiteY4" fmla="*/ 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4100" h="6883400">
                <a:moveTo>
                  <a:pt x="4622800" y="0"/>
                </a:moveTo>
                <a:lnTo>
                  <a:pt x="7564100" y="25400"/>
                </a:lnTo>
                <a:lnTo>
                  <a:pt x="7564100" y="6883400"/>
                </a:lnTo>
                <a:lnTo>
                  <a:pt x="0" y="6883400"/>
                </a:lnTo>
                <a:lnTo>
                  <a:pt x="4622800" y="0"/>
                </a:lnTo>
                <a:close/>
              </a:path>
            </a:pathLst>
          </a:custGeom>
          <a:solidFill>
            <a:srgbClr val="C32626">
              <a:alpha val="38000"/>
            </a:srgbClr>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Barlow-Regular" panose="02040502050405020303"/>
              <a:ea typeface="+mn-ea"/>
              <a:cs typeface="+mn-cs"/>
            </a:endParaRPr>
          </a:p>
        </p:txBody>
      </p:sp>
      <p:sp>
        <p:nvSpPr>
          <p:cNvPr id="5" name="Title 1">
            <a:extLst>
              <a:ext uri="{FF2B5EF4-FFF2-40B4-BE49-F238E27FC236}">
                <a16:creationId xmlns:a16="http://schemas.microsoft.com/office/drawing/2014/main" id="{7ABB3D88-35BD-7D98-E3B9-3F9F5DD78C67}"/>
              </a:ext>
            </a:extLst>
          </p:cNvPr>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a:t>Click to edit Master title style</a:t>
            </a:r>
            <a:endParaRPr lang="en-IN"/>
          </a:p>
        </p:txBody>
      </p:sp>
      <p:sp>
        <p:nvSpPr>
          <p:cNvPr id="6" name="Subtitle 2">
            <a:extLst>
              <a:ext uri="{FF2B5EF4-FFF2-40B4-BE49-F238E27FC236}">
                <a16:creationId xmlns:a16="http://schemas.microsoft.com/office/drawing/2014/main" id="{0B1B10E8-02DA-BBBE-7B1F-DEA618D6945F}"/>
              </a:ext>
            </a:extLst>
          </p:cNvPr>
          <p:cNvSpPr>
            <a:spLocks noGrp="1"/>
          </p:cNvSpPr>
          <p:nvPr>
            <p:ph type="subTitle" idx="1"/>
          </p:nvPr>
        </p:nvSpPr>
        <p:spPr>
          <a:xfrm>
            <a:off x="1524000" y="3602038"/>
            <a:ext cx="9144000" cy="1655762"/>
          </a:xfrm>
        </p:spPr>
        <p:txBody>
          <a:bodyPr/>
          <a:lstStyle>
            <a:lvl1pPr marL="0" indent="0" algn="ctr">
              <a:buNone/>
              <a:defRPr sz="2400">
                <a:solidFill>
                  <a:schemeClr val="bg1"/>
                </a:solidFill>
                <a:latin typeface="Barlow"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Tree>
    <p:extLst>
      <p:ext uri="{BB962C8B-B14F-4D97-AF65-F5344CB8AC3E}">
        <p14:creationId xmlns:p14="http://schemas.microsoft.com/office/powerpoint/2010/main" val="17869294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_Basic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5158830-04D2-B24C-C3E4-FA2D3EFAAC0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217604" y="-66299"/>
            <a:ext cx="1974396" cy="2815474"/>
          </a:xfrm>
          <a:prstGeom prst="rect">
            <a:avLst/>
          </a:prstGeom>
        </p:spPr>
      </p:pic>
      <p:sp>
        <p:nvSpPr>
          <p:cNvPr id="6" name="Title 1">
            <a:extLst>
              <a:ext uri="{FF2B5EF4-FFF2-40B4-BE49-F238E27FC236}">
                <a16:creationId xmlns:a16="http://schemas.microsoft.com/office/drawing/2014/main" id="{47E03D08-E7E5-0625-F089-56B61B810947}"/>
              </a:ext>
            </a:extLst>
          </p:cNvPr>
          <p:cNvSpPr>
            <a:spLocks noGrp="1"/>
          </p:cNvSpPr>
          <p:nvPr>
            <p:ph type="ctrTitle" hasCustomPrompt="1"/>
          </p:nvPr>
        </p:nvSpPr>
        <p:spPr>
          <a:xfrm>
            <a:off x="360000" y="338447"/>
            <a:ext cx="11484000" cy="984885"/>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a:t>
            </a:r>
            <a:br>
              <a:rPr lang="en-GB"/>
            </a:br>
            <a:r>
              <a:rPr lang="en-GB"/>
              <a:t>Master title style</a:t>
            </a:r>
            <a:endParaRPr lang="en-US"/>
          </a:p>
        </p:txBody>
      </p:sp>
      <p:sp>
        <p:nvSpPr>
          <p:cNvPr id="7" name="Rectangle 6">
            <a:extLst>
              <a:ext uri="{FF2B5EF4-FFF2-40B4-BE49-F238E27FC236}">
                <a16:creationId xmlns:a16="http://schemas.microsoft.com/office/drawing/2014/main" id="{AB963EDD-C568-B0D6-3246-59FC7F1B098D}"/>
              </a:ext>
            </a:extLst>
          </p:cNvPr>
          <p:cNvSpPr/>
          <p:nvPr userDrawn="1"/>
        </p:nvSpPr>
        <p:spPr>
          <a:xfrm>
            <a:off x="359998" y="1488586"/>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ubtitle 2">
            <a:extLst>
              <a:ext uri="{FF2B5EF4-FFF2-40B4-BE49-F238E27FC236}">
                <a16:creationId xmlns:a16="http://schemas.microsoft.com/office/drawing/2014/main" id="{7BB53FCF-24B3-A076-E68F-18C74C69765B}"/>
              </a:ext>
            </a:extLst>
          </p:cNvPr>
          <p:cNvSpPr>
            <a:spLocks noGrp="1"/>
          </p:cNvSpPr>
          <p:nvPr>
            <p:ph type="subTitle" idx="1"/>
          </p:nvPr>
        </p:nvSpPr>
        <p:spPr>
          <a:xfrm>
            <a:off x="360000" y="1719524"/>
            <a:ext cx="11484000" cy="458757"/>
          </a:xfrm>
        </p:spPr>
        <p:txBody>
          <a:bodyPr>
            <a:spAutoFit/>
          </a:bodyPr>
          <a:lstStyle>
            <a:lvl1pPr marL="0" indent="0" algn="l">
              <a:lnSpc>
                <a:spcPct val="100000"/>
              </a:lnSpc>
              <a:spcBef>
                <a:spcPts val="0"/>
              </a:spcBef>
              <a:buNone/>
              <a:defRPr sz="1800">
                <a:solidFill>
                  <a:schemeClr val="tx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274086321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2_Basic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6CDE1A2-F85B-32AA-CE59-F2FC232966CD}"/>
              </a:ext>
            </a:extLst>
          </p:cNvPr>
          <p:cNvSpPr>
            <a:spLocks noGrp="1"/>
          </p:cNvSpPr>
          <p:nvPr>
            <p:ph type="ctrTitle" hasCustomPrompt="1"/>
          </p:nvPr>
        </p:nvSpPr>
        <p:spPr>
          <a:xfrm>
            <a:off x="360000" y="338447"/>
            <a:ext cx="11484000" cy="984885"/>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a:t>
            </a:r>
            <a:br>
              <a:rPr lang="en-GB"/>
            </a:br>
            <a:r>
              <a:rPr lang="en-GB"/>
              <a:t>Master title style</a:t>
            </a:r>
            <a:endParaRPr lang="en-US"/>
          </a:p>
        </p:txBody>
      </p:sp>
      <p:sp>
        <p:nvSpPr>
          <p:cNvPr id="8" name="Rectangle 7">
            <a:extLst>
              <a:ext uri="{FF2B5EF4-FFF2-40B4-BE49-F238E27FC236}">
                <a16:creationId xmlns:a16="http://schemas.microsoft.com/office/drawing/2014/main" id="{A31635F8-3916-7801-F497-D00741DD50AE}"/>
              </a:ext>
            </a:extLst>
          </p:cNvPr>
          <p:cNvSpPr/>
          <p:nvPr userDrawn="1"/>
        </p:nvSpPr>
        <p:spPr>
          <a:xfrm>
            <a:off x="359998" y="1488586"/>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FE5A60ED-7A14-BC45-201C-D633BE8DA7A9}"/>
              </a:ext>
            </a:extLst>
          </p:cNvPr>
          <p:cNvSpPr>
            <a:spLocks noGrp="1"/>
          </p:cNvSpPr>
          <p:nvPr>
            <p:ph type="subTitle" idx="1"/>
          </p:nvPr>
        </p:nvSpPr>
        <p:spPr>
          <a:xfrm>
            <a:off x="360000" y="1719524"/>
            <a:ext cx="11484000" cy="458757"/>
          </a:xfrm>
        </p:spPr>
        <p:txBody>
          <a:bodyPr>
            <a:spAutoFit/>
          </a:bodyPr>
          <a:lstStyle>
            <a:lvl1pPr marL="0" indent="0" algn="l">
              <a:lnSpc>
                <a:spcPct val="100000"/>
              </a:lnSpc>
              <a:spcBef>
                <a:spcPts val="0"/>
              </a:spcBef>
              <a:buNone/>
              <a:defRPr sz="1800">
                <a:solidFill>
                  <a:schemeClr val="tx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178836365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3_Basic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6CDE1A2-F85B-32AA-CE59-F2FC232966CD}"/>
              </a:ext>
            </a:extLst>
          </p:cNvPr>
          <p:cNvSpPr>
            <a:spLocks noGrp="1"/>
          </p:cNvSpPr>
          <p:nvPr>
            <p:ph type="ctrTitle" hasCustomPrompt="1"/>
          </p:nvPr>
        </p:nvSpPr>
        <p:spPr>
          <a:xfrm>
            <a:off x="360000" y="338447"/>
            <a:ext cx="11484000" cy="984885"/>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a:t>
            </a:r>
            <a:br>
              <a:rPr lang="en-GB"/>
            </a:br>
            <a:r>
              <a:rPr lang="en-GB"/>
              <a:t>Master title style</a:t>
            </a:r>
            <a:endParaRPr lang="en-US"/>
          </a:p>
        </p:txBody>
      </p:sp>
      <p:sp>
        <p:nvSpPr>
          <p:cNvPr id="8" name="Rectangle 7">
            <a:extLst>
              <a:ext uri="{FF2B5EF4-FFF2-40B4-BE49-F238E27FC236}">
                <a16:creationId xmlns:a16="http://schemas.microsoft.com/office/drawing/2014/main" id="{A31635F8-3916-7801-F497-D00741DD50AE}"/>
              </a:ext>
            </a:extLst>
          </p:cNvPr>
          <p:cNvSpPr/>
          <p:nvPr userDrawn="1"/>
        </p:nvSpPr>
        <p:spPr>
          <a:xfrm>
            <a:off x="360000" y="951557"/>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FE5A60ED-7A14-BC45-201C-D633BE8DA7A9}"/>
              </a:ext>
            </a:extLst>
          </p:cNvPr>
          <p:cNvSpPr>
            <a:spLocks noGrp="1"/>
          </p:cNvSpPr>
          <p:nvPr>
            <p:ph type="subTitle" idx="1"/>
          </p:nvPr>
        </p:nvSpPr>
        <p:spPr>
          <a:xfrm>
            <a:off x="360000" y="1719524"/>
            <a:ext cx="11484000" cy="458757"/>
          </a:xfrm>
        </p:spPr>
        <p:txBody>
          <a:bodyPr>
            <a:spAutoFit/>
          </a:bodyPr>
          <a:lstStyle>
            <a:lvl1pPr marL="0" indent="0" algn="l">
              <a:lnSpc>
                <a:spcPct val="100000"/>
              </a:lnSpc>
              <a:spcBef>
                <a:spcPts val="0"/>
              </a:spcBef>
              <a:buNone/>
              <a:defRPr sz="1800">
                <a:solidFill>
                  <a:schemeClr val="tx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403049129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4_Basic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49E88B5-8AE5-FDFD-0B7D-4470E1B62B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217604" y="-66299"/>
            <a:ext cx="1974396" cy="2815474"/>
          </a:xfrm>
          <a:prstGeom prst="rect">
            <a:avLst/>
          </a:prstGeom>
        </p:spPr>
      </p:pic>
      <p:sp>
        <p:nvSpPr>
          <p:cNvPr id="7" name="Title 1">
            <a:extLst>
              <a:ext uri="{FF2B5EF4-FFF2-40B4-BE49-F238E27FC236}">
                <a16:creationId xmlns:a16="http://schemas.microsoft.com/office/drawing/2014/main" id="{FAAB6A95-7DFD-3C79-097F-EE03C8E1DC48}"/>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8" name="Rectangle 7">
            <a:extLst>
              <a:ext uri="{FF2B5EF4-FFF2-40B4-BE49-F238E27FC236}">
                <a16:creationId xmlns:a16="http://schemas.microsoft.com/office/drawing/2014/main" id="{B0FBD702-0245-F51A-D51E-DABA22336F0A}"/>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5BD309DB-C55C-01DD-2D53-2DC71D81B621}"/>
              </a:ext>
            </a:extLst>
          </p:cNvPr>
          <p:cNvSpPr>
            <a:spLocks noGrp="1"/>
          </p:cNvSpPr>
          <p:nvPr>
            <p:ph type="subTitle" idx="1"/>
          </p:nvPr>
        </p:nvSpPr>
        <p:spPr>
          <a:xfrm>
            <a:off x="360000" y="1187381"/>
            <a:ext cx="11484000" cy="458757"/>
          </a:xfrm>
        </p:spPr>
        <p:txBody>
          <a:bodyPr>
            <a:spAutoFit/>
          </a:bodyPr>
          <a:lstStyle>
            <a:lvl1pPr marL="0" indent="0" algn="l">
              <a:lnSpc>
                <a:spcPct val="100000"/>
              </a:lnSpc>
              <a:spcBef>
                <a:spcPts val="0"/>
              </a:spcBef>
              <a:buNone/>
              <a:defRPr sz="1800">
                <a:solidFill>
                  <a:schemeClr val="tx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1928879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5_Basic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AAB6A95-7DFD-3C79-097F-EE03C8E1DC48}"/>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8" name="Rectangle 7">
            <a:extLst>
              <a:ext uri="{FF2B5EF4-FFF2-40B4-BE49-F238E27FC236}">
                <a16:creationId xmlns:a16="http://schemas.microsoft.com/office/drawing/2014/main" id="{B0FBD702-0245-F51A-D51E-DABA22336F0A}"/>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5BD309DB-C55C-01DD-2D53-2DC71D81B621}"/>
              </a:ext>
            </a:extLst>
          </p:cNvPr>
          <p:cNvSpPr>
            <a:spLocks noGrp="1"/>
          </p:cNvSpPr>
          <p:nvPr>
            <p:ph type="subTitle" idx="1"/>
          </p:nvPr>
        </p:nvSpPr>
        <p:spPr>
          <a:xfrm>
            <a:off x="360000" y="1187381"/>
            <a:ext cx="11484000" cy="458757"/>
          </a:xfrm>
        </p:spPr>
        <p:txBody>
          <a:bodyPr>
            <a:spAutoFit/>
          </a:bodyPr>
          <a:lstStyle>
            <a:lvl1pPr marL="0" indent="0" algn="l">
              <a:lnSpc>
                <a:spcPct val="100000"/>
              </a:lnSpc>
              <a:spcBef>
                <a:spcPts val="0"/>
              </a:spcBef>
              <a:buNone/>
              <a:defRPr sz="1800">
                <a:solidFill>
                  <a:schemeClr val="tx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172372954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6_Basic Slide">
    <p:spTree>
      <p:nvGrpSpPr>
        <p:cNvPr id="1" name=""/>
        <p:cNvGrpSpPr/>
        <p:nvPr/>
      </p:nvGrpSpPr>
      <p:grpSpPr>
        <a:xfrm>
          <a:off x="0" y="0"/>
          <a:ext cx="0" cy="0"/>
          <a:chOff x="0" y="0"/>
          <a:chExt cx="0" cy="0"/>
        </a:xfrm>
      </p:grpSpPr>
      <p:sp>
        <p:nvSpPr>
          <p:cNvPr id="2" name="Rectangle 54">
            <a:extLst>
              <a:ext uri="{FF2B5EF4-FFF2-40B4-BE49-F238E27FC236}">
                <a16:creationId xmlns:a16="http://schemas.microsoft.com/office/drawing/2014/main" id="{ABCA9587-0B3E-5EFA-2A4F-E25A5E6F10E8}"/>
              </a:ext>
            </a:extLst>
          </p:cNvPr>
          <p:cNvSpPr/>
          <p:nvPr userDrawn="1"/>
        </p:nvSpPr>
        <p:spPr>
          <a:xfrm>
            <a:off x="4635500" y="-25400"/>
            <a:ext cx="7564100" cy="6883400"/>
          </a:xfrm>
          <a:custGeom>
            <a:avLst/>
            <a:gdLst>
              <a:gd name="connsiteX0" fmla="*/ 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0 w 7564100"/>
              <a:gd name="connsiteY4" fmla="*/ 0 h 6858000"/>
              <a:gd name="connsiteX0" fmla="*/ 403860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4038600 w 7564100"/>
              <a:gd name="connsiteY4" fmla="*/ 0 h 6858000"/>
              <a:gd name="connsiteX0" fmla="*/ 4622800 w 7564100"/>
              <a:gd name="connsiteY0" fmla="*/ 0 h 6883400"/>
              <a:gd name="connsiteX1" fmla="*/ 7564100 w 7564100"/>
              <a:gd name="connsiteY1" fmla="*/ 25400 h 6883400"/>
              <a:gd name="connsiteX2" fmla="*/ 7564100 w 7564100"/>
              <a:gd name="connsiteY2" fmla="*/ 6883400 h 6883400"/>
              <a:gd name="connsiteX3" fmla="*/ 0 w 7564100"/>
              <a:gd name="connsiteY3" fmla="*/ 6883400 h 6883400"/>
              <a:gd name="connsiteX4" fmla="*/ 4622800 w 7564100"/>
              <a:gd name="connsiteY4" fmla="*/ 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4100" h="6883400">
                <a:moveTo>
                  <a:pt x="4622800" y="0"/>
                </a:moveTo>
                <a:lnTo>
                  <a:pt x="7564100" y="25400"/>
                </a:lnTo>
                <a:lnTo>
                  <a:pt x="7564100" y="6883400"/>
                </a:lnTo>
                <a:lnTo>
                  <a:pt x="0" y="6883400"/>
                </a:lnTo>
                <a:lnTo>
                  <a:pt x="4622800" y="0"/>
                </a:lnTo>
                <a:close/>
              </a:path>
            </a:pathLst>
          </a:custGeom>
          <a:solidFill>
            <a:srgbClr val="FCE1D4">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Barlow-Regular" panose="02040502050405020303"/>
              <a:ea typeface="+mn-ea"/>
              <a:cs typeface="+mn-cs"/>
            </a:endParaRPr>
          </a:p>
        </p:txBody>
      </p:sp>
      <p:sp>
        <p:nvSpPr>
          <p:cNvPr id="7" name="Title 1">
            <a:extLst>
              <a:ext uri="{FF2B5EF4-FFF2-40B4-BE49-F238E27FC236}">
                <a16:creationId xmlns:a16="http://schemas.microsoft.com/office/drawing/2014/main" id="{16CDE1A2-F85B-32AA-CE59-F2FC232966CD}"/>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8" name="Rectangle 7">
            <a:extLst>
              <a:ext uri="{FF2B5EF4-FFF2-40B4-BE49-F238E27FC236}">
                <a16:creationId xmlns:a16="http://schemas.microsoft.com/office/drawing/2014/main" id="{A31635F8-3916-7801-F497-D00741DD50AE}"/>
              </a:ext>
            </a:extLst>
          </p:cNvPr>
          <p:cNvSpPr/>
          <p:nvPr userDrawn="1"/>
        </p:nvSpPr>
        <p:spPr>
          <a:xfrm>
            <a:off x="359998" y="1488586"/>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FE5A60ED-7A14-BC45-201C-D633BE8DA7A9}"/>
              </a:ext>
            </a:extLst>
          </p:cNvPr>
          <p:cNvSpPr>
            <a:spLocks noGrp="1"/>
          </p:cNvSpPr>
          <p:nvPr>
            <p:ph type="subTitle" idx="1"/>
          </p:nvPr>
        </p:nvSpPr>
        <p:spPr>
          <a:xfrm>
            <a:off x="285135" y="854284"/>
            <a:ext cx="11558865" cy="461665"/>
          </a:xfrm>
        </p:spPr>
        <p:txBody>
          <a:bodyPr wrap="square">
            <a:spAutoFit/>
          </a:bodyPr>
          <a:lstStyle>
            <a:lvl1pPr marL="0" indent="0" algn="l">
              <a:lnSpc>
                <a:spcPct val="100000"/>
              </a:lnSpc>
              <a:spcBef>
                <a:spcPts val="0"/>
              </a:spcBef>
              <a:buNone/>
              <a:defRPr lang="en-US" sz="2400" b="1" kern="1200" dirty="0">
                <a:solidFill>
                  <a:schemeClr val="accent1"/>
                </a:solidFill>
                <a:latin typeface="Barlow Medium" panose="00000600000000000000"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179703456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10_Basic Slide">
    <p:spTree>
      <p:nvGrpSpPr>
        <p:cNvPr id="1" name=""/>
        <p:cNvGrpSpPr/>
        <p:nvPr/>
      </p:nvGrpSpPr>
      <p:grpSpPr>
        <a:xfrm>
          <a:off x="0" y="0"/>
          <a:ext cx="0" cy="0"/>
          <a:chOff x="0" y="0"/>
          <a:chExt cx="0" cy="0"/>
        </a:xfrm>
      </p:grpSpPr>
      <p:sp>
        <p:nvSpPr>
          <p:cNvPr id="2" name="Rectangle 54">
            <a:extLst>
              <a:ext uri="{FF2B5EF4-FFF2-40B4-BE49-F238E27FC236}">
                <a16:creationId xmlns:a16="http://schemas.microsoft.com/office/drawing/2014/main" id="{ABCA9587-0B3E-5EFA-2A4F-E25A5E6F10E8}"/>
              </a:ext>
            </a:extLst>
          </p:cNvPr>
          <p:cNvSpPr/>
          <p:nvPr userDrawn="1"/>
        </p:nvSpPr>
        <p:spPr>
          <a:xfrm>
            <a:off x="4635500" y="-25400"/>
            <a:ext cx="7564100" cy="6883400"/>
          </a:xfrm>
          <a:custGeom>
            <a:avLst/>
            <a:gdLst>
              <a:gd name="connsiteX0" fmla="*/ 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0 w 7564100"/>
              <a:gd name="connsiteY4" fmla="*/ 0 h 6858000"/>
              <a:gd name="connsiteX0" fmla="*/ 403860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4038600 w 7564100"/>
              <a:gd name="connsiteY4" fmla="*/ 0 h 6858000"/>
              <a:gd name="connsiteX0" fmla="*/ 4622800 w 7564100"/>
              <a:gd name="connsiteY0" fmla="*/ 0 h 6883400"/>
              <a:gd name="connsiteX1" fmla="*/ 7564100 w 7564100"/>
              <a:gd name="connsiteY1" fmla="*/ 25400 h 6883400"/>
              <a:gd name="connsiteX2" fmla="*/ 7564100 w 7564100"/>
              <a:gd name="connsiteY2" fmla="*/ 6883400 h 6883400"/>
              <a:gd name="connsiteX3" fmla="*/ 0 w 7564100"/>
              <a:gd name="connsiteY3" fmla="*/ 6883400 h 6883400"/>
              <a:gd name="connsiteX4" fmla="*/ 4622800 w 7564100"/>
              <a:gd name="connsiteY4" fmla="*/ 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4100" h="6883400">
                <a:moveTo>
                  <a:pt x="4622800" y="0"/>
                </a:moveTo>
                <a:lnTo>
                  <a:pt x="7564100" y="25400"/>
                </a:lnTo>
                <a:lnTo>
                  <a:pt x="7564100" y="6883400"/>
                </a:lnTo>
                <a:lnTo>
                  <a:pt x="0" y="6883400"/>
                </a:lnTo>
                <a:lnTo>
                  <a:pt x="4622800" y="0"/>
                </a:lnTo>
                <a:close/>
              </a:path>
            </a:pathLst>
          </a:custGeom>
          <a:solidFill>
            <a:srgbClr val="FCE1D4">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Barlow-Regular" panose="02040502050405020303"/>
              <a:ea typeface="+mn-ea"/>
              <a:cs typeface="+mn-cs"/>
            </a:endParaRPr>
          </a:p>
        </p:txBody>
      </p:sp>
    </p:spTree>
    <p:extLst>
      <p:ext uri="{BB962C8B-B14F-4D97-AF65-F5344CB8AC3E}">
        <p14:creationId xmlns:p14="http://schemas.microsoft.com/office/powerpoint/2010/main" val="187697629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7_Basic Slide">
    <p:spTree>
      <p:nvGrpSpPr>
        <p:cNvPr id="1" name=""/>
        <p:cNvGrpSpPr/>
        <p:nvPr/>
      </p:nvGrpSpPr>
      <p:grpSpPr>
        <a:xfrm>
          <a:off x="0" y="0"/>
          <a:ext cx="0" cy="0"/>
          <a:chOff x="0" y="0"/>
          <a:chExt cx="0" cy="0"/>
        </a:xfrm>
      </p:grpSpPr>
      <p:sp>
        <p:nvSpPr>
          <p:cNvPr id="2" name="Rectangle 54">
            <a:extLst>
              <a:ext uri="{FF2B5EF4-FFF2-40B4-BE49-F238E27FC236}">
                <a16:creationId xmlns:a16="http://schemas.microsoft.com/office/drawing/2014/main" id="{ABCA9587-0B3E-5EFA-2A4F-E25A5E6F10E8}"/>
              </a:ext>
            </a:extLst>
          </p:cNvPr>
          <p:cNvSpPr/>
          <p:nvPr userDrawn="1"/>
        </p:nvSpPr>
        <p:spPr>
          <a:xfrm>
            <a:off x="4635500" y="-25400"/>
            <a:ext cx="7564100" cy="6883400"/>
          </a:xfrm>
          <a:custGeom>
            <a:avLst/>
            <a:gdLst>
              <a:gd name="connsiteX0" fmla="*/ 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0 w 7564100"/>
              <a:gd name="connsiteY4" fmla="*/ 0 h 6858000"/>
              <a:gd name="connsiteX0" fmla="*/ 403860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4038600 w 7564100"/>
              <a:gd name="connsiteY4" fmla="*/ 0 h 6858000"/>
              <a:gd name="connsiteX0" fmla="*/ 4622800 w 7564100"/>
              <a:gd name="connsiteY0" fmla="*/ 0 h 6883400"/>
              <a:gd name="connsiteX1" fmla="*/ 7564100 w 7564100"/>
              <a:gd name="connsiteY1" fmla="*/ 25400 h 6883400"/>
              <a:gd name="connsiteX2" fmla="*/ 7564100 w 7564100"/>
              <a:gd name="connsiteY2" fmla="*/ 6883400 h 6883400"/>
              <a:gd name="connsiteX3" fmla="*/ 0 w 7564100"/>
              <a:gd name="connsiteY3" fmla="*/ 6883400 h 6883400"/>
              <a:gd name="connsiteX4" fmla="*/ 4622800 w 7564100"/>
              <a:gd name="connsiteY4" fmla="*/ 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4100" h="6883400">
                <a:moveTo>
                  <a:pt x="4622800" y="0"/>
                </a:moveTo>
                <a:lnTo>
                  <a:pt x="7564100" y="25400"/>
                </a:lnTo>
                <a:lnTo>
                  <a:pt x="7564100" y="6883400"/>
                </a:lnTo>
                <a:lnTo>
                  <a:pt x="0" y="6883400"/>
                </a:lnTo>
                <a:lnTo>
                  <a:pt x="4622800" y="0"/>
                </a:lnTo>
                <a:close/>
              </a:path>
            </a:pathLst>
          </a:custGeom>
          <a:solidFill>
            <a:srgbClr val="FCE1D4">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Barlow-Regular" panose="02040502050405020303"/>
              <a:ea typeface="+mn-ea"/>
              <a:cs typeface="+mn-cs"/>
            </a:endParaRPr>
          </a:p>
        </p:txBody>
      </p:sp>
      <p:sp>
        <p:nvSpPr>
          <p:cNvPr id="7" name="Title 1">
            <a:extLst>
              <a:ext uri="{FF2B5EF4-FFF2-40B4-BE49-F238E27FC236}">
                <a16:creationId xmlns:a16="http://schemas.microsoft.com/office/drawing/2014/main" id="{16CDE1A2-F85B-32AA-CE59-F2FC232966CD}"/>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9" name="Subtitle 2">
            <a:extLst>
              <a:ext uri="{FF2B5EF4-FFF2-40B4-BE49-F238E27FC236}">
                <a16:creationId xmlns:a16="http://schemas.microsoft.com/office/drawing/2014/main" id="{FE5A60ED-7A14-BC45-201C-D633BE8DA7A9}"/>
              </a:ext>
            </a:extLst>
          </p:cNvPr>
          <p:cNvSpPr>
            <a:spLocks noGrp="1"/>
          </p:cNvSpPr>
          <p:nvPr>
            <p:ph type="subTitle" idx="1"/>
          </p:nvPr>
        </p:nvSpPr>
        <p:spPr>
          <a:xfrm>
            <a:off x="285135" y="854284"/>
            <a:ext cx="11558865" cy="461665"/>
          </a:xfrm>
        </p:spPr>
        <p:txBody>
          <a:bodyPr wrap="square">
            <a:spAutoFit/>
          </a:bodyPr>
          <a:lstStyle>
            <a:lvl1pPr marL="0" indent="0" algn="l">
              <a:lnSpc>
                <a:spcPct val="100000"/>
              </a:lnSpc>
              <a:spcBef>
                <a:spcPts val="0"/>
              </a:spcBef>
              <a:buNone/>
              <a:defRPr lang="en-US" sz="2400" b="1" kern="1200" dirty="0">
                <a:solidFill>
                  <a:schemeClr val="accent1"/>
                </a:solidFill>
                <a:latin typeface="Barlow Medium" panose="00000600000000000000"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399401294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8_Basic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6CDE1A2-F85B-32AA-CE59-F2FC232966CD}"/>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8" name="Rectangle 7">
            <a:extLst>
              <a:ext uri="{FF2B5EF4-FFF2-40B4-BE49-F238E27FC236}">
                <a16:creationId xmlns:a16="http://schemas.microsoft.com/office/drawing/2014/main" id="{A31635F8-3916-7801-F497-D00741DD50AE}"/>
              </a:ext>
            </a:extLst>
          </p:cNvPr>
          <p:cNvSpPr/>
          <p:nvPr userDrawn="1"/>
        </p:nvSpPr>
        <p:spPr>
          <a:xfrm>
            <a:off x="359998" y="1488586"/>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FE5A60ED-7A14-BC45-201C-D633BE8DA7A9}"/>
              </a:ext>
            </a:extLst>
          </p:cNvPr>
          <p:cNvSpPr>
            <a:spLocks noGrp="1"/>
          </p:cNvSpPr>
          <p:nvPr>
            <p:ph type="subTitle" idx="1"/>
          </p:nvPr>
        </p:nvSpPr>
        <p:spPr>
          <a:xfrm>
            <a:off x="285135" y="854284"/>
            <a:ext cx="11558865" cy="461665"/>
          </a:xfrm>
        </p:spPr>
        <p:txBody>
          <a:bodyPr wrap="square">
            <a:spAutoFit/>
          </a:bodyPr>
          <a:lstStyle>
            <a:lvl1pPr marL="0" indent="0" algn="l">
              <a:lnSpc>
                <a:spcPct val="100000"/>
              </a:lnSpc>
              <a:spcBef>
                <a:spcPts val="0"/>
              </a:spcBef>
              <a:buNone/>
              <a:defRPr lang="en-US" sz="2400" b="1" kern="1200" dirty="0">
                <a:solidFill>
                  <a:schemeClr val="accent1"/>
                </a:solidFill>
                <a:latin typeface="Barlow Medium" panose="00000600000000000000"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40429007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type="titleOnly" preserve="1">
  <p:cSld name="9_Basic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DF577-0399-8162-ABC5-8FB67BFA2106}"/>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2559694561"/>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titleOnly" preserve="1">
  <p:cSld name="11_Basic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DF577-0399-8162-ABC5-8FB67BFA2106}"/>
              </a:ext>
            </a:extLst>
          </p:cNvPr>
          <p:cNvSpPr>
            <a:spLocks noGrp="1"/>
          </p:cNvSpPr>
          <p:nvPr>
            <p:ph type="title"/>
          </p:nvPr>
        </p:nvSpPr>
        <p:spPr/>
        <p:txBody>
          <a:bodyPr/>
          <a:lstStyle/>
          <a:p>
            <a:r>
              <a:rPr lang="en-US"/>
              <a:t>Click to edit Master title style</a:t>
            </a:r>
            <a:endParaRPr lang="en-IN"/>
          </a:p>
        </p:txBody>
      </p:sp>
      <p:pic>
        <p:nvPicPr>
          <p:cNvPr id="7" name="Picture 6">
            <a:extLst>
              <a:ext uri="{FF2B5EF4-FFF2-40B4-BE49-F238E27FC236}">
                <a16:creationId xmlns:a16="http://schemas.microsoft.com/office/drawing/2014/main" id="{981ABF0B-681C-455F-418D-973A5CE2C95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217604" y="-66299"/>
            <a:ext cx="1974396" cy="2815474"/>
          </a:xfrm>
          <a:prstGeom prst="rect">
            <a:avLst/>
          </a:prstGeom>
        </p:spPr>
      </p:pic>
    </p:spTree>
    <p:extLst>
      <p:ext uri="{BB962C8B-B14F-4D97-AF65-F5344CB8AC3E}">
        <p14:creationId xmlns:p14="http://schemas.microsoft.com/office/powerpoint/2010/main" val="3292457425"/>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CA0E38E-1D61-B95E-12B0-674CF7659089}"/>
              </a:ext>
            </a:extLst>
          </p:cNvPr>
          <p:cNvSpPr/>
          <p:nvPr userDrawn="1"/>
        </p:nvSpPr>
        <p:spPr>
          <a:xfrm>
            <a:off x="6096000" y="0"/>
            <a:ext cx="6096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546E6081-AD2E-D1AF-4131-88FE8904941B}"/>
              </a:ext>
            </a:extLst>
          </p:cNvPr>
          <p:cNvSpPr/>
          <p:nvPr userDrawn="1"/>
        </p:nvSpPr>
        <p:spPr>
          <a:xfrm rot="10800000">
            <a:off x="0" y="1802014"/>
            <a:ext cx="6135276" cy="99461"/>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6B4BA1DC-D95B-3A5E-FB6B-E02B175393F8}"/>
              </a:ext>
            </a:extLst>
          </p:cNvPr>
          <p:cNvSpPr/>
          <p:nvPr userDrawn="1"/>
        </p:nvSpPr>
        <p:spPr>
          <a:xfrm>
            <a:off x="6107220" y="1802014"/>
            <a:ext cx="6135276" cy="99461"/>
          </a:xfrm>
          <a:prstGeom prst="rect">
            <a:avLst/>
          </a:prstGeom>
          <a:gradFill flip="none" rotWithShape="1">
            <a:gsLst>
              <a:gs pos="0">
                <a:schemeClr val="accent1"/>
              </a:gs>
              <a:gs pos="99000">
                <a:schemeClr val="bg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19" name="Text Placeholder 17">
            <a:extLst>
              <a:ext uri="{FF2B5EF4-FFF2-40B4-BE49-F238E27FC236}">
                <a16:creationId xmlns:a16="http://schemas.microsoft.com/office/drawing/2014/main" id="{B0DD31ED-843B-AB08-40B4-E77E227B3185}"/>
              </a:ext>
            </a:extLst>
          </p:cNvPr>
          <p:cNvSpPr>
            <a:spLocks noGrp="1"/>
          </p:cNvSpPr>
          <p:nvPr>
            <p:ph type="body" sz="quarter" idx="13"/>
          </p:nvPr>
        </p:nvSpPr>
        <p:spPr>
          <a:xfrm>
            <a:off x="1" y="648455"/>
            <a:ext cx="6084777" cy="592137"/>
          </a:xfrm>
        </p:spPr>
        <p:txBody>
          <a:bodyPr/>
          <a:lstStyle>
            <a:lvl1pPr marL="0" indent="0" algn="ctr">
              <a:buNone/>
              <a:defRPr b="1">
                <a:solidFill>
                  <a:schemeClr val="tx2"/>
                </a:solidFill>
                <a:latin typeface="Barlow" panose="00000500000000000000" pitchFamily="2" charset="0"/>
              </a:defRPr>
            </a:lvl1pPr>
          </a:lstStyle>
          <a:p>
            <a:pPr lvl="0"/>
            <a:r>
              <a:rPr lang="en-US"/>
              <a:t>Click to edit Master text styles</a:t>
            </a:r>
            <a:endParaRPr lang="en-IN"/>
          </a:p>
        </p:txBody>
      </p:sp>
      <p:sp>
        <p:nvSpPr>
          <p:cNvPr id="21" name="Text Placeholder 17">
            <a:extLst>
              <a:ext uri="{FF2B5EF4-FFF2-40B4-BE49-F238E27FC236}">
                <a16:creationId xmlns:a16="http://schemas.microsoft.com/office/drawing/2014/main" id="{9E4E0B59-C188-E6A4-3D48-36E51B3FD261}"/>
              </a:ext>
            </a:extLst>
          </p:cNvPr>
          <p:cNvSpPr>
            <a:spLocks noGrp="1"/>
          </p:cNvSpPr>
          <p:nvPr>
            <p:ph type="body" sz="quarter" idx="14"/>
          </p:nvPr>
        </p:nvSpPr>
        <p:spPr>
          <a:xfrm>
            <a:off x="6095998" y="643885"/>
            <a:ext cx="6095998" cy="592137"/>
          </a:xfrm>
        </p:spPr>
        <p:txBody>
          <a:bodyPr/>
          <a:lstStyle>
            <a:lvl1pPr marL="0" indent="0" algn="ctr">
              <a:buNone/>
              <a:defRPr b="1">
                <a:solidFill>
                  <a:schemeClr val="bg2"/>
                </a:solidFill>
                <a:latin typeface="Barlow" panose="00000500000000000000" pitchFamily="2" charset="0"/>
              </a:defRPr>
            </a:lvl1pPr>
          </a:lstStyle>
          <a:p>
            <a:pPr lvl="0"/>
            <a:r>
              <a:rPr lang="en-US"/>
              <a:t>Click to edit Master text styles</a:t>
            </a:r>
            <a:endParaRPr lang="en-IN"/>
          </a:p>
        </p:txBody>
      </p:sp>
      <p:sp>
        <p:nvSpPr>
          <p:cNvPr id="23" name="Text Placeholder 17">
            <a:extLst>
              <a:ext uri="{FF2B5EF4-FFF2-40B4-BE49-F238E27FC236}">
                <a16:creationId xmlns:a16="http://schemas.microsoft.com/office/drawing/2014/main" id="{8B71C1BA-BDE9-8980-AEF0-8284B3B67974}"/>
              </a:ext>
            </a:extLst>
          </p:cNvPr>
          <p:cNvSpPr>
            <a:spLocks noGrp="1"/>
          </p:cNvSpPr>
          <p:nvPr>
            <p:ph type="body" sz="quarter" idx="16"/>
          </p:nvPr>
        </p:nvSpPr>
        <p:spPr>
          <a:xfrm>
            <a:off x="0" y="1264891"/>
            <a:ext cx="6084777" cy="592137"/>
          </a:xfrm>
        </p:spPr>
        <p:txBody>
          <a:bodyPr>
            <a:normAutofit/>
          </a:bodyPr>
          <a:lstStyle>
            <a:lvl1pPr marL="0" indent="0" algn="ctr">
              <a:buNone/>
              <a:defRPr sz="1800" b="0">
                <a:solidFill>
                  <a:schemeClr val="tx1"/>
                </a:solidFill>
                <a:latin typeface="Barlow" panose="00000500000000000000" pitchFamily="2" charset="0"/>
              </a:defRPr>
            </a:lvl1pPr>
          </a:lstStyle>
          <a:p>
            <a:pPr lvl="0"/>
            <a:r>
              <a:rPr lang="en-US"/>
              <a:t>Click to edit Master text styles</a:t>
            </a:r>
            <a:endParaRPr lang="en-IN"/>
          </a:p>
        </p:txBody>
      </p:sp>
      <p:sp>
        <p:nvSpPr>
          <p:cNvPr id="24" name="Text Placeholder 17">
            <a:extLst>
              <a:ext uri="{FF2B5EF4-FFF2-40B4-BE49-F238E27FC236}">
                <a16:creationId xmlns:a16="http://schemas.microsoft.com/office/drawing/2014/main" id="{F2C9D2D5-E96A-1B64-E0C4-86A77C86A249}"/>
              </a:ext>
            </a:extLst>
          </p:cNvPr>
          <p:cNvSpPr>
            <a:spLocks noGrp="1"/>
          </p:cNvSpPr>
          <p:nvPr>
            <p:ph type="body" sz="quarter" idx="15"/>
          </p:nvPr>
        </p:nvSpPr>
        <p:spPr>
          <a:xfrm>
            <a:off x="393604" y="2383583"/>
            <a:ext cx="5308793" cy="592137"/>
          </a:xfrm>
        </p:spPr>
        <p:txBody>
          <a:bodyPr>
            <a:normAutofit/>
          </a:bodyPr>
          <a:lstStyle>
            <a:lvl1pPr marL="285750" indent="-285750" algn="l">
              <a:buFont typeface="Arial" panose="020B0604020202020204" pitchFamily="34" charset="0"/>
              <a:buChar char="•"/>
              <a:defRPr sz="1800" b="0">
                <a:solidFill>
                  <a:schemeClr val="tx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25" name="Text Placeholder 17">
            <a:extLst>
              <a:ext uri="{FF2B5EF4-FFF2-40B4-BE49-F238E27FC236}">
                <a16:creationId xmlns:a16="http://schemas.microsoft.com/office/drawing/2014/main" id="{637CFF45-44EF-04C7-0E71-DA4CF0C7736A}"/>
              </a:ext>
            </a:extLst>
          </p:cNvPr>
          <p:cNvSpPr>
            <a:spLocks noGrp="1"/>
          </p:cNvSpPr>
          <p:nvPr>
            <p:ph type="body" sz="quarter" idx="17"/>
          </p:nvPr>
        </p:nvSpPr>
        <p:spPr>
          <a:xfrm>
            <a:off x="6489600" y="2383582"/>
            <a:ext cx="5308793" cy="592137"/>
          </a:xfrm>
        </p:spPr>
        <p:txBody>
          <a:bodyPr>
            <a:normAutofit/>
          </a:bodyPr>
          <a:lstStyle>
            <a:lvl1pPr marL="285750" indent="-285750" algn="l">
              <a:buFont typeface="Arial" panose="020B0604020202020204" pitchFamily="34" charset="0"/>
              <a:buChar char="•"/>
              <a:defRPr sz="1800" b="0">
                <a:solidFill>
                  <a:schemeClr val="bg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Tree>
    <p:extLst>
      <p:ext uri="{BB962C8B-B14F-4D97-AF65-F5344CB8AC3E}">
        <p14:creationId xmlns:p14="http://schemas.microsoft.com/office/powerpoint/2010/main" val="30442167"/>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1_2 Column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CA0E38E-1D61-B95E-12B0-674CF7659089}"/>
              </a:ext>
            </a:extLst>
          </p:cNvPr>
          <p:cNvSpPr/>
          <p:nvPr userDrawn="1"/>
        </p:nvSpPr>
        <p:spPr>
          <a:xfrm>
            <a:off x="6096000" y="0"/>
            <a:ext cx="6096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 Placeholder 17">
            <a:extLst>
              <a:ext uri="{FF2B5EF4-FFF2-40B4-BE49-F238E27FC236}">
                <a16:creationId xmlns:a16="http://schemas.microsoft.com/office/drawing/2014/main" id="{B0DD31ED-843B-AB08-40B4-E77E227B3185}"/>
              </a:ext>
            </a:extLst>
          </p:cNvPr>
          <p:cNvSpPr>
            <a:spLocks noGrp="1"/>
          </p:cNvSpPr>
          <p:nvPr>
            <p:ph type="body" sz="quarter" idx="13"/>
          </p:nvPr>
        </p:nvSpPr>
        <p:spPr>
          <a:xfrm>
            <a:off x="1" y="648455"/>
            <a:ext cx="6084777" cy="592137"/>
          </a:xfrm>
        </p:spPr>
        <p:txBody>
          <a:bodyPr/>
          <a:lstStyle>
            <a:lvl1pPr marL="0" indent="0" algn="ctr">
              <a:buNone/>
              <a:defRPr b="1">
                <a:solidFill>
                  <a:schemeClr val="tx2"/>
                </a:solidFill>
                <a:latin typeface="Barlow" panose="00000500000000000000" pitchFamily="2" charset="0"/>
              </a:defRPr>
            </a:lvl1pPr>
          </a:lstStyle>
          <a:p>
            <a:pPr lvl="0"/>
            <a:r>
              <a:rPr lang="en-US"/>
              <a:t>Click to edit Master text styles</a:t>
            </a:r>
            <a:endParaRPr lang="en-IN"/>
          </a:p>
        </p:txBody>
      </p:sp>
      <p:sp>
        <p:nvSpPr>
          <p:cNvPr id="21" name="Text Placeholder 17">
            <a:extLst>
              <a:ext uri="{FF2B5EF4-FFF2-40B4-BE49-F238E27FC236}">
                <a16:creationId xmlns:a16="http://schemas.microsoft.com/office/drawing/2014/main" id="{9E4E0B59-C188-E6A4-3D48-36E51B3FD261}"/>
              </a:ext>
            </a:extLst>
          </p:cNvPr>
          <p:cNvSpPr>
            <a:spLocks noGrp="1"/>
          </p:cNvSpPr>
          <p:nvPr>
            <p:ph type="body" sz="quarter" idx="14"/>
          </p:nvPr>
        </p:nvSpPr>
        <p:spPr>
          <a:xfrm>
            <a:off x="6095998" y="643885"/>
            <a:ext cx="6095998" cy="592137"/>
          </a:xfrm>
        </p:spPr>
        <p:txBody>
          <a:bodyPr/>
          <a:lstStyle>
            <a:lvl1pPr marL="0" indent="0" algn="ctr">
              <a:buNone/>
              <a:defRPr b="1">
                <a:solidFill>
                  <a:schemeClr val="bg2"/>
                </a:solidFill>
                <a:latin typeface="Barlow" panose="00000500000000000000" pitchFamily="2" charset="0"/>
              </a:defRPr>
            </a:lvl1pPr>
          </a:lstStyle>
          <a:p>
            <a:pPr lvl="0"/>
            <a:r>
              <a:rPr lang="en-US"/>
              <a:t>Click to edit Master text styles</a:t>
            </a:r>
            <a:endParaRPr lang="en-IN"/>
          </a:p>
        </p:txBody>
      </p:sp>
      <p:sp>
        <p:nvSpPr>
          <p:cNvPr id="24" name="Text Placeholder 17">
            <a:extLst>
              <a:ext uri="{FF2B5EF4-FFF2-40B4-BE49-F238E27FC236}">
                <a16:creationId xmlns:a16="http://schemas.microsoft.com/office/drawing/2014/main" id="{F2C9D2D5-E96A-1B64-E0C4-86A77C86A249}"/>
              </a:ext>
            </a:extLst>
          </p:cNvPr>
          <p:cNvSpPr>
            <a:spLocks noGrp="1"/>
          </p:cNvSpPr>
          <p:nvPr>
            <p:ph type="body" sz="quarter" idx="15"/>
          </p:nvPr>
        </p:nvSpPr>
        <p:spPr>
          <a:xfrm>
            <a:off x="393604" y="1412033"/>
            <a:ext cx="5308793" cy="592137"/>
          </a:xfrm>
        </p:spPr>
        <p:txBody>
          <a:bodyPr>
            <a:normAutofit/>
          </a:bodyPr>
          <a:lstStyle>
            <a:lvl1pPr marL="285750" indent="-285750" algn="l">
              <a:buFont typeface="Arial" panose="020B0604020202020204" pitchFamily="34" charset="0"/>
              <a:buChar char="•"/>
              <a:defRPr sz="1800" b="0">
                <a:solidFill>
                  <a:schemeClr val="tx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25" name="Text Placeholder 17">
            <a:extLst>
              <a:ext uri="{FF2B5EF4-FFF2-40B4-BE49-F238E27FC236}">
                <a16:creationId xmlns:a16="http://schemas.microsoft.com/office/drawing/2014/main" id="{637CFF45-44EF-04C7-0E71-DA4CF0C7736A}"/>
              </a:ext>
            </a:extLst>
          </p:cNvPr>
          <p:cNvSpPr>
            <a:spLocks noGrp="1"/>
          </p:cNvSpPr>
          <p:nvPr>
            <p:ph type="body" sz="quarter" idx="17"/>
          </p:nvPr>
        </p:nvSpPr>
        <p:spPr>
          <a:xfrm>
            <a:off x="6489600" y="1412032"/>
            <a:ext cx="5308793" cy="592137"/>
          </a:xfrm>
        </p:spPr>
        <p:txBody>
          <a:bodyPr>
            <a:normAutofit/>
          </a:bodyPr>
          <a:lstStyle>
            <a:lvl1pPr marL="285750" indent="-285750" algn="l">
              <a:buFont typeface="Arial" panose="020B0604020202020204" pitchFamily="34" charset="0"/>
              <a:buChar char="•"/>
              <a:defRPr sz="1800" b="0">
                <a:solidFill>
                  <a:schemeClr val="bg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Tree>
    <p:extLst>
      <p:ext uri="{BB962C8B-B14F-4D97-AF65-F5344CB8AC3E}">
        <p14:creationId xmlns:p14="http://schemas.microsoft.com/office/powerpoint/2010/main" val="490895278"/>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1_Timeline/Roadmap">
    <p:spTree>
      <p:nvGrpSpPr>
        <p:cNvPr id="1" name=""/>
        <p:cNvGrpSpPr/>
        <p:nvPr/>
      </p:nvGrpSpPr>
      <p:grpSpPr>
        <a:xfrm>
          <a:off x="0" y="0"/>
          <a:ext cx="0" cy="0"/>
          <a:chOff x="0" y="0"/>
          <a:chExt cx="0" cy="0"/>
        </a:xfrm>
      </p:grpSpPr>
      <p:sp>
        <p:nvSpPr>
          <p:cNvPr id="72" name="Picture Placeholder 71">
            <a:extLst>
              <a:ext uri="{FF2B5EF4-FFF2-40B4-BE49-F238E27FC236}">
                <a16:creationId xmlns:a16="http://schemas.microsoft.com/office/drawing/2014/main" id="{349C073C-0843-4AD4-1024-53C7FF615665}"/>
              </a:ext>
            </a:extLst>
          </p:cNvPr>
          <p:cNvSpPr>
            <a:spLocks noGrp="1"/>
          </p:cNvSpPr>
          <p:nvPr>
            <p:ph type="pic" sz="quarter" idx="10"/>
          </p:nvPr>
        </p:nvSpPr>
        <p:spPr>
          <a:xfrm>
            <a:off x="0" y="-7067"/>
            <a:ext cx="12192000" cy="3743325"/>
          </a:xfrm>
        </p:spPr>
        <p:txBody>
          <a:bodyPr/>
          <a:lstStyle/>
          <a:p>
            <a:endParaRPr lang="en-IN"/>
          </a:p>
        </p:txBody>
      </p:sp>
      <p:sp>
        <p:nvSpPr>
          <p:cNvPr id="74" name="Rectangle 73">
            <a:extLst>
              <a:ext uri="{FF2B5EF4-FFF2-40B4-BE49-F238E27FC236}">
                <a16:creationId xmlns:a16="http://schemas.microsoft.com/office/drawing/2014/main" id="{0A175A4C-0A49-C6B7-3772-E31C4BF5E9EC}"/>
              </a:ext>
            </a:extLst>
          </p:cNvPr>
          <p:cNvSpPr/>
          <p:nvPr userDrawn="1"/>
        </p:nvSpPr>
        <p:spPr>
          <a:xfrm>
            <a:off x="0" y="0"/>
            <a:ext cx="12192000" cy="3750338"/>
          </a:xfrm>
          <a:prstGeom prst="rect">
            <a:avLst/>
          </a:prstGeom>
          <a:solidFill>
            <a:srgbClr val="BF2026">
              <a:alpha val="8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Freeform 42">
            <a:extLst>
              <a:ext uri="{FF2B5EF4-FFF2-40B4-BE49-F238E27FC236}">
                <a16:creationId xmlns:a16="http://schemas.microsoft.com/office/drawing/2014/main" id="{1F2E0D6F-C7C6-6DF1-B62F-5A1E2AE4127C}"/>
              </a:ext>
            </a:extLst>
          </p:cNvPr>
          <p:cNvSpPr/>
          <p:nvPr userDrawn="1"/>
        </p:nvSpPr>
        <p:spPr>
          <a:xfrm>
            <a:off x="4827986" y="3045019"/>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Freeform 86">
            <a:extLst>
              <a:ext uri="{FF2B5EF4-FFF2-40B4-BE49-F238E27FC236}">
                <a16:creationId xmlns:a16="http://schemas.microsoft.com/office/drawing/2014/main" id="{F7D720D5-3F6B-2B88-4C70-E73A05FB1933}"/>
              </a:ext>
            </a:extLst>
          </p:cNvPr>
          <p:cNvSpPr/>
          <p:nvPr userDrawn="1"/>
        </p:nvSpPr>
        <p:spPr>
          <a:xfrm>
            <a:off x="9730911" y="3914586"/>
            <a:ext cx="1259218" cy="2283082"/>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accent1"/>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0" name="Freeform 87">
            <a:extLst>
              <a:ext uri="{FF2B5EF4-FFF2-40B4-BE49-F238E27FC236}">
                <a16:creationId xmlns:a16="http://schemas.microsoft.com/office/drawing/2014/main" id="{25A225EB-AC53-0FDB-DAC5-15C1021B4A9F}"/>
              </a:ext>
            </a:extLst>
          </p:cNvPr>
          <p:cNvSpPr/>
          <p:nvPr userDrawn="1"/>
        </p:nvSpPr>
        <p:spPr>
          <a:xfrm>
            <a:off x="1215720" y="3909882"/>
            <a:ext cx="1259218" cy="228778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accent1"/>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Freeform 70">
            <a:extLst>
              <a:ext uri="{FF2B5EF4-FFF2-40B4-BE49-F238E27FC236}">
                <a16:creationId xmlns:a16="http://schemas.microsoft.com/office/drawing/2014/main" id="{AC944F06-205B-94B8-1525-1B4D8A649C58}"/>
              </a:ext>
            </a:extLst>
          </p:cNvPr>
          <p:cNvSpPr/>
          <p:nvPr userDrawn="1"/>
        </p:nvSpPr>
        <p:spPr>
          <a:xfrm>
            <a:off x="1997998" y="3071972"/>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eeform 81">
            <a:extLst>
              <a:ext uri="{FF2B5EF4-FFF2-40B4-BE49-F238E27FC236}">
                <a16:creationId xmlns:a16="http://schemas.microsoft.com/office/drawing/2014/main" id="{E0963E7E-A298-500E-584C-2A8B0CC7EC38}"/>
              </a:ext>
            </a:extLst>
          </p:cNvPr>
          <p:cNvSpPr/>
          <p:nvPr userDrawn="1"/>
        </p:nvSpPr>
        <p:spPr>
          <a:xfrm rot="3274323">
            <a:off x="9071202" y="3042969"/>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45">
            <a:extLst>
              <a:ext uri="{FF2B5EF4-FFF2-40B4-BE49-F238E27FC236}">
                <a16:creationId xmlns:a16="http://schemas.microsoft.com/office/drawing/2014/main" id="{E7760CB2-44FA-C19F-D43D-A8FC1EBE3774}"/>
              </a:ext>
            </a:extLst>
          </p:cNvPr>
          <p:cNvSpPr/>
          <p:nvPr userDrawn="1"/>
        </p:nvSpPr>
        <p:spPr>
          <a:xfrm rot="3274323">
            <a:off x="3381605" y="3069728"/>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Freeform 43">
            <a:extLst>
              <a:ext uri="{FF2B5EF4-FFF2-40B4-BE49-F238E27FC236}">
                <a16:creationId xmlns:a16="http://schemas.microsoft.com/office/drawing/2014/main" id="{B949A590-6141-0C2B-7273-086C98A0DEA4}"/>
              </a:ext>
            </a:extLst>
          </p:cNvPr>
          <p:cNvSpPr/>
          <p:nvPr userDrawn="1"/>
        </p:nvSpPr>
        <p:spPr>
          <a:xfrm>
            <a:off x="7644657" y="3045019"/>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Freeform 44">
            <a:extLst>
              <a:ext uri="{FF2B5EF4-FFF2-40B4-BE49-F238E27FC236}">
                <a16:creationId xmlns:a16="http://schemas.microsoft.com/office/drawing/2014/main" id="{C0E82D49-FF96-7DF4-C7F9-C12C3BB38307}"/>
              </a:ext>
            </a:extLst>
          </p:cNvPr>
          <p:cNvSpPr/>
          <p:nvPr userDrawn="1"/>
        </p:nvSpPr>
        <p:spPr>
          <a:xfrm rot="3274323">
            <a:off x="6217238" y="3061403"/>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Freeform 56">
            <a:extLst>
              <a:ext uri="{FF2B5EF4-FFF2-40B4-BE49-F238E27FC236}">
                <a16:creationId xmlns:a16="http://schemas.microsoft.com/office/drawing/2014/main" id="{7B192090-2319-18EE-2672-5A0A5733E26E}"/>
              </a:ext>
            </a:extLst>
          </p:cNvPr>
          <p:cNvSpPr/>
          <p:nvPr userDrawn="1"/>
        </p:nvSpPr>
        <p:spPr>
          <a:xfrm rot="10800000">
            <a:off x="2634419" y="1036247"/>
            <a:ext cx="1259218" cy="228816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0">
                <a:srgbClr val="EAE4DD">
                  <a:alpha val="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21" name="Chart 20">
            <a:extLst>
              <a:ext uri="{FF2B5EF4-FFF2-40B4-BE49-F238E27FC236}">
                <a16:creationId xmlns:a16="http://schemas.microsoft.com/office/drawing/2014/main" id="{CB337BC4-9072-A93B-0982-F1B598F1F8DA}"/>
              </a:ext>
            </a:extLst>
          </p:cNvPr>
          <p:cNvGraphicFramePr/>
          <p:nvPr userDrawn="1"/>
        </p:nvGraphicFramePr>
        <p:xfrm>
          <a:off x="2128110" y="2485373"/>
          <a:ext cx="2283579" cy="1522386"/>
        </p:xfrm>
        <a:graphic>
          <a:graphicData uri="http://schemas.openxmlformats.org/drawingml/2006/chart">
            <c:chart xmlns:c="http://schemas.openxmlformats.org/drawingml/2006/chart" xmlns:r="http://schemas.openxmlformats.org/officeDocument/2006/relationships" r:id="rId2"/>
          </a:graphicData>
        </a:graphic>
      </p:graphicFrame>
      <p:sp>
        <p:nvSpPr>
          <p:cNvPr id="23" name="Oval 22">
            <a:extLst>
              <a:ext uri="{FF2B5EF4-FFF2-40B4-BE49-F238E27FC236}">
                <a16:creationId xmlns:a16="http://schemas.microsoft.com/office/drawing/2014/main" id="{342C2A8B-1937-09C5-3521-D7D9DB357F0E}"/>
              </a:ext>
            </a:extLst>
          </p:cNvPr>
          <p:cNvSpPr/>
          <p:nvPr/>
        </p:nvSpPr>
        <p:spPr>
          <a:xfrm rot="18900000">
            <a:off x="2818299" y="2794966"/>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57">
            <a:extLst>
              <a:ext uri="{FF2B5EF4-FFF2-40B4-BE49-F238E27FC236}">
                <a16:creationId xmlns:a16="http://schemas.microsoft.com/office/drawing/2014/main" id="{19445A15-C98A-DE20-85BC-1AAE1C085422}"/>
              </a:ext>
            </a:extLst>
          </p:cNvPr>
          <p:cNvSpPr/>
          <p:nvPr userDrawn="1"/>
        </p:nvSpPr>
        <p:spPr>
          <a:xfrm rot="10800000">
            <a:off x="5469719" y="1036247"/>
            <a:ext cx="1259218" cy="228816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0">
                <a:srgbClr val="EAE4DD">
                  <a:alpha val="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26" name="Chart 25">
            <a:extLst>
              <a:ext uri="{FF2B5EF4-FFF2-40B4-BE49-F238E27FC236}">
                <a16:creationId xmlns:a16="http://schemas.microsoft.com/office/drawing/2014/main" id="{9AEAB0BC-8F45-4424-8268-F43B0426C978}"/>
              </a:ext>
            </a:extLst>
          </p:cNvPr>
          <p:cNvGraphicFramePr/>
          <p:nvPr userDrawn="1"/>
        </p:nvGraphicFramePr>
        <p:xfrm>
          <a:off x="4956596" y="2485373"/>
          <a:ext cx="2283579" cy="1522386"/>
        </p:xfrm>
        <a:graphic>
          <a:graphicData uri="http://schemas.openxmlformats.org/drawingml/2006/chart">
            <c:chart xmlns:c="http://schemas.openxmlformats.org/drawingml/2006/chart" xmlns:r="http://schemas.openxmlformats.org/officeDocument/2006/relationships" r:id="rId3"/>
          </a:graphicData>
        </a:graphic>
      </p:graphicFrame>
      <p:sp>
        <p:nvSpPr>
          <p:cNvPr id="27" name="Oval 26">
            <a:extLst>
              <a:ext uri="{FF2B5EF4-FFF2-40B4-BE49-F238E27FC236}">
                <a16:creationId xmlns:a16="http://schemas.microsoft.com/office/drawing/2014/main" id="{481DEC7E-E3E4-5A32-DA5B-6271370CCE01}"/>
              </a:ext>
            </a:extLst>
          </p:cNvPr>
          <p:cNvSpPr/>
          <p:nvPr userDrawn="1"/>
        </p:nvSpPr>
        <p:spPr>
          <a:xfrm>
            <a:off x="5646785" y="2794966"/>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58">
            <a:extLst>
              <a:ext uri="{FF2B5EF4-FFF2-40B4-BE49-F238E27FC236}">
                <a16:creationId xmlns:a16="http://schemas.microsoft.com/office/drawing/2014/main" id="{4A006E82-B833-E5FF-9D74-F9B910EC999F}"/>
              </a:ext>
            </a:extLst>
          </p:cNvPr>
          <p:cNvSpPr/>
          <p:nvPr userDrawn="1"/>
        </p:nvSpPr>
        <p:spPr>
          <a:xfrm rot="10800000">
            <a:off x="8283983" y="1036247"/>
            <a:ext cx="1259218" cy="228816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0">
                <a:srgbClr val="EAE4DD">
                  <a:alpha val="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29" name="Chart 28">
            <a:extLst>
              <a:ext uri="{FF2B5EF4-FFF2-40B4-BE49-F238E27FC236}">
                <a16:creationId xmlns:a16="http://schemas.microsoft.com/office/drawing/2014/main" id="{1AD4CE96-75C6-7E9D-9C6A-419F6B648BBB}"/>
              </a:ext>
            </a:extLst>
          </p:cNvPr>
          <p:cNvGraphicFramePr/>
          <p:nvPr userDrawn="1"/>
        </p:nvGraphicFramePr>
        <p:xfrm>
          <a:off x="7771209" y="2472275"/>
          <a:ext cx="2283579" cy="1522386"/>
        </p:xfrm>
        <a:graphic>
          <a:graphicData uri="http://schemas.openxmlformats.org/drawingml/2006/chart">
            <c:chart xmlns:c="http://schemas.openxmlformats.org/drawingml/2006/chart" xmlns:r="http://schemas.openxmlformats.org/officeDocument/2006/relationships" r:id="rId4"/>
          </a:graphicData>
        </a:graphic>
      </p:graphicFrame>
      <p:sp>
        <p:nvSpPr>
          <p:cNvPr id="31" name="Oval 30">
            <a:extLst>
              <a:ext uri="{FF2B5EF4-FFF2-40B4-BE49-F238E27FC236}">
                <a16:creationId xmlns:a16="http://schemas.microsoft.com/office/drawing/2014/main" id="{3710C60C-7948-EDF3-679E-DFB7A18F23C3}"/>
              </a:ext>
            </a:extLst>
          </p:cNvPr>
          <p:cNvSpPr/>
          <p:nvPr/>
        </p:nvSpPr>
        <p:spPr>
          <a:xfrm rot="18900000">
            <a:off x="8461398" y="2781868"/>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60">
            <a:extLst>
              <a:ext uri="{FF2B5EF4-FFF2-40B4-BE49-F238E27FC236}">
                <a16:creationId xmlns:a16="http://schemas.microsoft.com/office/drawing/2014/main" id="{9D6FFD3F-528B-4A5A-EA9A-5EB830163F44}"/>
              </a:ext>
            </a:extLst>
          </p:cNvPr>
          <p:cNvSpPr/>
          <p:nvPr userDrawn="1"/>
        </p:nvSpPr>
        <p:spPr>
          <a:xfrm>
            <a:off x="4043931" y="3913601"/>
            <a:ext cx="1259218" cy="228406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accent1"/>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44" name="Freeform 61">
            <a:extLst>
              <a:ext uri="{FF2B5EF4-FFF2-40B4-BE49-F238E27FC236}">
                <a16:creationId xmlns:a16="http://schemas.microsoft.com/office/drawing/2014/main" id="{7C40E5A5-B5AB-1525-E741-37A6B35668BE}"/>
              </a:ext>
            </a:extLst>
          </p:cNvPr>
          <p:cNvSpPr/>
          <p:nvPr userDrawn="1"/>
        </p:nvSpPr>
        <p:spPr>
          <a:xfrm>
            <a:off x="6881131" y="3913602"/>
            <a:ext cx="1259218" cy="2283082"/>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accent1"/>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77" name="Text Placeholder 75">
            <a:extLst>
              <a:ext uri="{FF2B5EF4-FFF2-40B4-BE49-F238E27FC236}">
                <a16:creationId xmlns:a16="http://schemas.microsoft.com/office/drawing/2014/main" id="{1A2F1737-F8FA-04CD-DBB6-B1619BDE71CF}"/>
              </a:ext>
            </a:extLst>
          </p:cNvPr>
          <p:cNvSpPr>
            <a:spLocks noGrp="1"/>
          </p:cNvSpPr>
          <p:nvPr>
            <p:ph type="body" sz="quarter" idx="11" hasCustomPrompt="1"/>
          </p:nvPr>
        </p:nvSpPr>
        <p:spPr>
          <a:xfrm>
            <a:off x="1713144" y="435047"/>
            <a:ext cx="8760197" cy="552450"/>
          </a:xfrm>
        </p:spPr>
        <p:txBody>
          <a:bodyPr/>
          <a:lstStyle>
            <a:lvl1pPr marL="0" indent="0" algn="ctr">
              <a:buNone/>
              <a:defRPr lang="en-US" sz="4400" b="1" kern="1200" dirty="0" smtClean="0">
                <a:solidFill>
                  <a:schemeClr val="bg1"/>
                </a:solidFill>
                <a:latin typeface="Barlow Medium" panose="00000600000000000000" pitchFamily="2" charset="0"/>
                <a:ea typeface="+mj-ea"/>
                <a:cs typeface="+mj-cs"/>
              </a:defRPr>
            </a:lvl1pPr>
          </a:lstStyle>
          <a:p>
            <a:pPr lvl="0"/>
            <a:r>
              <a:rPr lang="en-US"/>
              <a:t>Click to edit Master title style</a:t>
            </a:r>
            <a:endParaRPr lang="en-IN"/>
          </a:p>
        </p:txBody>
      </p:sp>
      <p:sp>
        <p:nvSpPr>
          <p:cNvPr id="80" name="Content Placeholder 78">
            <a:extLst>
              <a:ext uri="{FF2B5EF4-FFF2-40B4-BE49-F238E27FC236}">
                <a16:creationId xmlns:a16="http://schemas.microsoft.com/office/drawing/2014/main" id="{81DF78FE-081D-9D73-E005-BBF9935ECEE4}"/>
              </a:ext>
            </a:extLst>
          </p:cNvPr>
          <p:cNvSpPr>
            <a:spLocks noGrp="1"/>
          </p:cNvSpPr>
          <p:nvPr>
            <p:ph sz="quarter" idx="13" hasCustomPrompt="1"/>
          </p:nvPr>
        </p:nvSpPr>
        <p:spPr>
          <a:xfrm>
            <a:off x="2923085" y="2916591"/>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sp>
        <p:nvSpPr>
          <p:cNvPr id="82" name="Content Placeholder 78">
            <a:extLst>
              <a:ext uri="{FF2B5EF4-FFF2-40B4-BE49-F238E27FC236}">
                <a16:creationId xmlns:a16="http://schemas.microsoft.com/office/drawing/2014/main" id="{59BD77F7-D5E3-B3B8-2E11-18343F029D8C}"/>
              </a:ext>
            </a:extLst>
          </p:cNvPr>
          <p:cNvSpPr>
            <a:spLocks noGrp="1"/>
          </p:cNvSpPr>
          <p:nvPr>
            <p:ph sz="quarter" idx="15" hasCustomPrompt="1"/>
          </p:nvPr>
        </p:nvSpPr>
        <p:spPr>
          <a:xfrm>
            <a:off x="5763422" y="2943036"/>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sp>
        <p:nvSpPr>
          <p:cNvPr id="84" name="Content Placeholder 78">
            <a:extLst>
              <a:ext uri="{FF2B5EF4-FFF2-40B4-BE49-F238E27FC236}">
                <a16:creationId xmlns:a16="http://schemas.microsoft.com/office/drawing/2014/main" id="{D06812F1-B46E-398D-1705-8849FE13FE68}"/>
              </a:ext>
            </a:extLst>
          </p:cNvPr>
          <p:cNvSpPr>
            <a:spLocks noGrp="1"/>
          </p:cNvSpPr>
          <p:nvPr>
            <p:ph sz="quarter" idx="17" hasCustomPrompt="1"/>
          </p:nvPr>
        </p:nvSpPr>
        <p:spPr>
          <a:xfrm>
            <a:off x="8573401" y="2925318"/>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sp>
        <p:nvSpPr>
          <p:cNvPr id="86" name="Text Placeholder 17">
            <a:extLst>
              <a:ext uri="{FF2B5EF4-FFF2-40B4-BE49-F238E27FC236}">
                <a16:creationId xmlns:a16="http://schemas.microsoft.com/office/drawing/2014/main" id="{C0283055-3B32-20C0-BCCE-4628A22EF5F3}"/>
              </a:ext>
            </a:extLst>
          </p:cNvPr>
          <p:cNvSpPr>
            <a:spLocks noGrp="1"/>
          </p:cNvSpPr>
          <p:nvPr>
            <p:ph type="body" sz="quarter" idx="19"/>
          </p:nvPr>
        </p:nvSpPr>
        <p:spPr>
          <a:xfrm>
            <a:off x="1222654" y="4835532"/>
            <a:ext cx="1231377" cy="727864"/>
          </a:xfrm>
        </p:spPr>
        <p:txBody>
          <a:bodyPr>
            <a:normAutofit/>
          </a:bodyPr>
          <a:lstStyle>
            <a:lvl1pPr marL="0" indent="0" algn="l">
              <a:buFont typeface="Arial" panose="020B0604020202020204" pitchFamily="34" charset="0"/>
              <a:buNone/>
              <a:defRPr sz="1200" b="0">
                <a:solidFill>
                  <a:schemeClr val="bg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87" name="Text Placeholder 17">
            <a:extLst>
              <a:ext uri="{FF2B5EF4-FFF2-40B4-BE49-F238E27FC236}">
                <a16:creationId xmlns:a16="http://schemas.microsoft.com/office/drawing/2014/main" id="{6AD64C47-E863-9FE7-D3C6-2CF8047F65CB}"/>
              </a:ext>
            </a:extLst>
          </p:cNvPr>
          <p:cNvSpPr>
            <a:spLocks noGrp="1"/>
          </p:cNvSpPr>
          <p:nvPr>
            <p:ph type="body" sz="quarter" idx="20"/>
          </p:nvPr>
        </p:nvSpPr>
        <p:spPr>
          <a:xfrm>
            <a:off x="2642160" y="1716402"/>
            <a:ext cx="1231377" cy="727864"/>
          </a:xfrm>
        </p:spPr>
        <p:txBody>
          <a:bodyPr>
            <a:normAutofit/>
          </a:bodyPr>
          <a:lstStyle>
            <a:lvl1pPr marL="0" indent="0" algn="l">
              <a:buFont typeface="Arial" panose="020B0604020202020204" pitchFamily="34" charset="0"/>
              <a:buNone/>
              <a:defRPr sz="1200" b="0">
                <a:solidFill>
                  <a:schemeClr val="tx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88" name="Text Placeholder 17">
            <a:extLst>
              <a:ext uri="{FF2B5EF4-FFF2-40B4-BE49-F238E27FC236}">
                <a16:creationId xmlns:a16="http://schemas.microsoft.com/office/drawing/2014/main" id="{AA2ED314-2D76-FD5B-4096-94F2DD0AE583}"/>
              </a:ext>
            </a:extLst>
          </p:cNvPr>
          <p:cNvSpPr>
            <a:spLocks noGrp="1"/>
          </p:cNvSpPr>
          <p:nvPr>
            <p:ph type="body" sz="quarter" idx="21"/>
          </p:nvPr>
        </p:nvSpPr>
        <p:spPr>
          <a:xfrm>
            <a:off x="5479021" y="1716402"/>
            <a:ext cx="1231377" cy="727864"/>
          </a:xfrm>
        </p:spPr>
        <p:txBody>
          <a:bodyPr>
            <a:normAutofit/>
          </a:bodyPr>
          <a:lstStyle>
            <a:lvl1pPr marL="0" indent="0" algn="l">
              <a:buFont typeface="Arial" panose="020B0604020202020204" pitchFamily="34" charset="0"/>
              <a:buNone/>
              <a:defRPr sz="1200" b="0">
                <a:solidFill>
                  <a:schemeClr val="tx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89" name="Text Placeholder 17">
            <a:extLst>
              <a:ext uri="{FF2B5EF4-FFF2-40B4-BE49-F238E27FC236}">
                <a16:creationId xmlns:a16="http://schemas.microsoft.com/office/drawing/2014/main" id="{9DBF1630-99BF-3A2B-FA7F-F4D8725CBB5D}"/>
              </a:ext>
            </a:extLst>
          </p:cNvPr>
          <p:cNvSpPr>
            <a:spLocks noGrp="1"/>
          </p:cNvSpPr>
          <p:nvPr>
            <p:ph type="body" sz="quarter" idx="22"/>
          </p:nvPr>
        </p:nvSpPr>
        <p:spPr>
          <a:xfrm>
            <a:off x="8299152" y="1716711"/>
            <a:ext cx="1231377" cy="727864"/>
          </a:xfrm>
        </p:spPr>
        <p:txBody>
          <a:bodyPr>
            <a:normAutofit/>
          </a:bodyPr>
          <a:lstStyle>
            <a:lvl1pPr marL="0" indent="0" algn="l">
              <a:buFont typeface="Arial" panose="020B0604020202020204" pitchFamily="34" charset="0"/>
              <a:buNone/>
              <a:defRPr sz="1200" b="0">
                <a:solidFill>
                  <a:schemeClr val="tx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90" name="Text Placeholder 17">
            <a:extLst>
              <a:ext uri="{FF2B5EF4-FFF2-40B4-BE49-F238E27FC236}">
                <a16:creationId xmlns:a16="http://schemas.microsoft.com/office/drawing/2014/main" id="{7699AD6F-37E8-D417-5AB4-F0613BE2E683}"/>
              </a:ext>
            </a:extLst>
          </p:cNvPr>
          <p:cNvSpPr>
            <a:spLocks noGrp="1"/>
          </p:cNvSpPr>
          <p:nvPr>
            <p:ph type="body" sz="quarter" idx="23"/>
          </p:nvPr>
        </p:nvSpPr>
        <p:spPr>
          <a:xfrm>
            <a:off x="4051562" y="4835532"/>
            <a:ext cx="1231377" cy="727864"/>
          </a:xfrm>
        </p:spPr>
        <p:txBody>
          <a:bodyPr>
            <a:normAutofit/>
          </a:bodyPr>
          <a:lstStyle>
            <a:lvl1pPr marL="0" indent="0" algn="l">
              <a:buFont typeface="Arial" panose="020B0604020202020204" pitchFamily="34" charset="0"/>
              <a:buNone/>
              <a:defRPr sz="1200" b="0">
                <a:solidFill>
                  <a:schemeClr val="bg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91" name="Text Placeholder 17">
            <a:extLst>
              <a:ext uri="{FF2B5EF4-FFF2-40B4-BE49-F238E27FC236}">
                <a16:creationId xmlns:a16="http://schemas.microsoft.com/office/drawing/2014/main" id="{A3623C65-01C4-A2AA-8BF5-B34DEF90AC79}"/>
              </a:ext>
            </a:extLst>
          </p:cNvPr>
          <p:cNvSpPr>
            <a:spLocks noGrp="1"/>
          </p:cNvSpPr>
          <p:nvPr>
            <p:ph type="body" sz="quarter" idx="24"/>
          </p:nvPr>
        </p:nvSpPr>
        <p:spPr>
          <a:xfrm>
            <a:off x="6901341" y="4835532"/>
            <a:ext cx="1231377" cy="727864"/>
          </a:xfrm>
        </p:spPr>
        <p:txBody>
          <a:bodyPr>
            <a:normAutofit/>
          </a:bodyPr>
          <a:lstStyle>
            <a:lvl1pPr marL="0" indent="0" algn="l">
              <a:buFont typeface="Arial" panose="020B0604020202020204" pitchFamily="34" charset="0"/>
              <a:buNone/>
              <a:defRPr sz="1200" b="0">
                <a:solidFill>
                  <a:schemeClr val="bg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92" name="Text Placeholder 17">
            <a:extLst>
              <a:ext uri="{FF2B5EF4-FFF2-40B4-BE49-F238E27FC236}">
                <a16:creationId xmlns:a16="http://schemas.microsoft.com/office/drawing/2014/main" id="{88956E02-EA19-956D-6674-C1D87B972ADC}"/>
              </a:ext>
            </a:extLst>
          </p:cNvPr>
          <p:cNvSpPr>
            <a:spLocks noGrp="1"/>
          </p:cNvSpPr>
          <p:nvPr>
            <p:ph type="body" sz="quarter" idx="25"/>
          </p:nvPr>
        </p:nvSpPr>
        <p:spPr>
          <a:xfrm>
            <a:off x="9744903" y="4835532"/>
            <a:ext cx="1231377" cy="727864"/>
          </a:xfrm>
        </p:spPr>
        <p:txBody>
          <a:bodyPr>
            <a:normAutofit/>
          </a:bodyPr>
          <a:lstStyle>
            <a:lvl1pPr marL="0" indent="0" algn="l">
              <a:buFont typeface="Arial" panose="020B0604020202020204" pitchFamily="34" charset="0"/>
              <a:buNone/>
              <a:defRPr sz="1200" b="0">
                <a:solidFill>
                  <a:schemeClr val="bg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graphicFrame>
        <p:nvGraphicFramePr>
          <p:cNvPr id="100" name="Chart 99">
            <a:extLst>
              <a:ext uri="{FF2B5EF4-FFF2-40B4-BE49-F238E27FC236}">
                <a16:creationId xmlns:a16="http://schemas.microsoft.com/office/drawing/2014/main" id="{96E7BC8C-6201-0BD0-5851-B438856CD50D}"/>
              </a:ext>
            </a:extLst>
          </p:cNvPr>
          <p:cNvGraphicFramePr/>
          <p:nvPr userDrawn="1"/>
        </p:nvGraphicFramePr>
        <p:xfrm>
          <a:off x="696554" y="3246336"/>
          <a:ext cx="2283579" cy="1522386"/>
        </p:xfrm>
        <a:graphic>
          <a:graphicData uri="http://schemas.openxmlformats.org/drawingml/2006/chart">
            <c:chart xmlns:c="http://schemas.openxmlformats.org/drawingml/2006/chart" xmlns:r="http://schemas.openxmlformats.org/officeDocument/2006/relationships" r:id="rId5"/>
          </a:graphicData>
        </a:graphic>
      </p:graphicFrame>
      <p:sp>
        <p:nvSpPr>
          <p:cNvPr id="101" name="Oval 100">
            <a:extLst>
              <a:ext uri="{FF2B5EF4-FFF2-40B4-BE49-F238E27FC236}">
                <a16:creationId xmlns:a16="http://schemas.microsoft.com/office/drawing/2014/main" id="{E739744F-155B-43D3-6A0D-67A192AA7FE5}"/>
              </a:ext>
            </a:extLst>
          </p:cNvPr>
          <p:cNvSpPr/>
          <p:nvPr userDrawn="1"/>
        </p:nvSpPr>
        <p:spPr>
          <a:xfrm>
            <a:off x="1402124" y="3571310"/>
            <a:ext cx="872438" cy="872438"/>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Content Placeholder 78">
            <a:extLst>
              <a:ext uri="{FF2B5EF4-FFF2-40B4-BE49-F238E27FC236}">
                <a16:creationId xmlns:a16="http://schemas.microsoft.com/office/drawing/2014/main" id="{930C3527-1647-F98B-B741-F5DD69114946}"/>
              </a:ext>
            </a:extLst>
          </p:cNvPr>
          <p:cNvSpPr>
            <a:spLocks noGrp="1"/>
          </p:cNvSpPr>
          <p:nvPr>
            <p:ph sz="quarter" idx="12" hasCustomPrompt="1"/>
          </p:nvPr>
        </p:nvSpPr>
        <p:spPr>
          <a:xfrm>
            <a:off x="1510366" y="3713220"/>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graphicFrame>
        <p:nvGraphicFramePr>
          <p:cNvPr id="103" name="Chart 102">
            <a:extLst>
              <a:ext uri="{FF2B5EF4-FFF2-40B4-BE49-F238E27FC236}">
                <a16:creationId xmlns:a16="http://schemas.microsoft.com/office/drawing/2014/main" id="{B6A8C584-7814-4316-C7B6-8013735DB374}"/>
              </a:ext>
            </a:extLst>
          </p:cNvPr>
          <p:cNvGraphicFramePr/>
          <p:nvPr userDrawn="1"/>
        </p:nvGraphicFramePr>
        <p:xfrm>
          <a:off x="3527104" y="3184215"/>
          <a:ext cx="2283579" cy="1522386"/>
        </p:xfrm>
        <a:graphic>
          <a:graphicData uri="http://schemas.openxmlformats.org/drawingml/2006/chart">
            <c:chart xmlns:c="http://schemas.openxmlformats.org/drawingml/2006/chart" xmlns:r="http://schemas.openxmlformats.org/officeDocument/2006/relationships" r:id="rId6"/>
          </a:graphicData>
        </a:graphic>
      </p:graphicFrame>
      <p:sp>
        <p:nvSpPr>
          <p:cNvPr id="104" name="Oval 103">
            <a:extLst>
              <a:ext uri="{FF2B5EF4-FFF2-40B4-BE49-F238E27FC236}">
                <a16:creationId xmlns:a16="http://schemas.microsoft.com/office/drawing/2014/main" id="{96649B97-DEFA-5EE9-B3ED-A6A40AFBB950}"/>
              </a:ext>
            </a:extLst>
          </p:cNvPr>
          <p:cNvSpPr/>
          <p:nvPr userDrawn="1"/>
        </p:nvSpPr>
        <p:spPr>
          <a:xfrm>
            <a:off x="4232674" y="3509189"/>
            <a:ext cx="872438" cy="872438"/>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Content Placeholder 78">
            <a:extLst>
              <a:ext uri="{FF2B5EF4-FFF2-40B4-BE49-F238E27FC236}">
                <a16:creationId xmlns:a16="http://schemas.microsoft.com/office/drawing/2014/main" id="{E0BCE497-1AA8-EB10-FC9F-5FF90846E1C8}"/>
              </a:ext>
            </a:extLst>
          </p:cNvPr>
          <p:cNvSpPr>
            <a:spLocks noGrp="1"/>
          </p:cNvSpPr>
          <p:nvPr>
            <p:ph sz="quarter" idx="14" hasCustomPrompt="1"/>
          </p:nvPr>
        </p:nvSpPr>
        <p:spPr>
          <a:xfrm>
            <a:off x="4333930" y="3629271"/>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graphicFrame>
        <p:nvGraphicFramePr>
          <p:cNvPr id="106" name="Chart 105">
            <a:extLst>
              <a:ext uri="{FF2B5EF4-FFF2-40B4-BE49-F238E27FC236}">
                <a16:creationId xmlns:a16="http://schemas.microsoft.com/office/drawing/2014/main" id="{9FC84A14-4C5A-BBB6-1BDD-F0BE8215464E}"/>
              </a:ext>
            </a:extLst>
          </p:cNvPr>
          <p:cNvGraphicFramePr/>
          <p:nvPr userDrawn="1"/>
        </p:nvGraphicFramePr>
        <p:xfrm>
          <a:off x="6373338" y="3195523"/>
          <a:ext cx="2283579" cy="1522386"/>
        </p:xfrm>
        <a:graphic>
          <a:graphicData uri="http://schemas.openxmlformats.org/drawingml/2006/chart">
            <c:chart xmlns:c="http://schemas.openxmlformats.org/drawingml/2006/chart" xmlns:r="http://schemas.openxmlformats.org/officeDocument/2006/relationships" r:id="rId7"/>
          </a:graphicData>
        </a:graphic>
      </p:graphicFrame>
      <p:sp>
        <p:nvSpPr>
          <p:cNvPr id="107" name="Oval 106">
            <a:extLst>
              <a:ext uri="{FF2B5EF4-FFF2-40B4-BE49-F238E27FC236}">
                <a16:creationId xmlns:a16="http://schemas.microsoft.com/office/drawing/2014/main" id="{F833C2BF-5B05-0178-697F-8F83DB04C47B}"/>
              </a:ext>
            </a:extLst>
          </p:cNvPr>
          <p:cNvSpPr/>
          <p:nvPr userDrawn="1"/>
        </p:nvSpPr>
        <p:spPr>
          <a:xfrm rot="2700000">
            <a:off x="7063527" y="3505116"/>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Content Placeholder 78">
            <a:extLst>
              <a:ext uri="{FF2B5EF4-FFF2-40B4-BE49-F238E27FC236}">
                <a16:creationId xmlns:a16="http://schemas.microsoft.com/office/drawing/2014/main" id="{91FBD237-0D9A-F918-B4E0-065FBAF3369A}"/>
              </a:ext>
            </a:extLst>
          </p:cNvPr>
          <p:cNvSpPr>
            <a:spLocks noGrp="1"/>
          </p:cNvSpPr>
          <p:nvPr>
            <p:ph sz="quarter" idx="16" hasCustomPrompt="1"/>
          </p:nvPr>
        </p:nvSpPr>
        <p:spPr>
          <a:xfrm>
            <a:off x="7173307" y="3643716"/>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graphicFrame>
        <p:nvGraphicFramePr>
          <p:cNvPr id="109" name="Chart 108">
            <a:extLst>
              <a:ext uri="{FF2B5EF4-FFF2-40B4-BE49-F238E27FC236}">
                <a16:creationId xmlns:a16="http://schemas.microsoft.com/office/drawing/2014/main" id="{106EC56A-6030-6DF2-1E7E-A108A14CDD4A}"/>
              </a:ext>
            </a:extLst>
          </p:cNvPr>
          <p:cNvGraphicFramePr/>
          <p:nvPr userDrawn="1"/>
        </p:nvGraphicFramePr>
        <p:xfrm>
          <a:off x="9222809" y="3173171"/>
          <a:ext cx="2283579" cy="1522386"/>
        </p:xfrm>
        <a:graphic>
          <a:graphicData uri="http://schemas.openxmlformats.org/drawingml/2006/chart">
            <c:chart xmlns:c="http://schemas.openxmlformats.org/drawingml/2006/chart" xmlns:r="http://schemas.openxmlformats.org/officeDocument/2006/relationships" r:id="rId8"/>
          </a:graphicData>
        </a:graphic>
      </p:graphicFrame>
      <p:sp>
        <p:nvSpPr>
          <p:cNvPr id="110" name="Oval 109">
            <a:extLst>
              <a:ext uri="{FF2B5EF4-FFF2-40B4-BE49-F238E27FC236}">
                <a16:creationId xmlns:a16="http://schemas.microsoft.com/office/drawing/2014/main" id="{CA754DC7-E6CA-6CC2-0B34-5AE8C75F0D7B}"/>
              </a:ext>
            </a:extLst>
          </p:cNvPr>
          <p:cNvSpPr/>
          <p:nvPr userDrawn="1"/>
        </p:nvSpPr>
        <p:spPr>
          <a:xfrm rot="2700000">
            <a:off x="9912998" y="3482764"/>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Content Placeholder 78">
            <a:extLst>
              <a:ext uri="{FF2B5EF4-FFF2-40B4-BE49-F238E27FC236}">
                <a16:creationId xmlns:a16="http://schemas.microsoft.com/office/drawing/2014/main" id="{3CC3D40B-C414-5E1C-BF1D-3FF6D866B01A}"/>
              </a:ext>
            </a:extLst>
          </p:cNvPr>
          <p:cNvSpPr>
            <a:spLocks noGrp="1"/>
          </p:cNvSpPr>
          <p:nvPr>
            <p:ph sz="quarter" idx="18" hasCustomPrompt="1"/>
          </p:nvPr>
        </p:nvSpPr>
        <p:spPr>
          <a:xfrm>
            <a:off x="10033836" y="3618440"/>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spTree>
    <p:extLst>
      <p:ext uri="{BB962C8B-B14F-4D97-AF65-F5344CB8AC3E}">
        <p14:creationId xmlns:p14="http://schemas.microsoft.com/office/powerpoint/2010/main" val="2513958319"/>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2_Timeline/Roadmap">
    <p:spTree>
      <p:nvGrpSpPr>
        <p:cNvPr id="1" name=""/>
        <p:cNvGrpSpPr/>
        <p:nvPr/>
      </p:nvGrpSpPr>
      <p:grpSpPr>
        <a:xfrm>
          <a:off x="0" y="0"/>
          <a:ext cx="0" cy="0"/>
          <a:chOff x="0" y="0"/>
          <a:chExt cx="0" cy="0"/>
        </a:xfrm>
      </p:grpSpPr>
      <p:sp>
        <p:nvSpPr>
          <p:cNvPr id="72" name="Picture Placeholder 71">
            <a:extLst>
              <a:ext uri="{FF2B5EF4-FFF2-40B4-BE49-F238E27FC236}">
                <a16:creationId xmlns:a16="http://schemas.microsoft.com/office/drawing/2014/main" id="{349C073C-0843-4AD4-1024-53C7FF615665}"/>
              </a:ext>
            </a:extLst>
          </p:cNvPr>
          <p:cNvSpPr>
            <a:spLocks noGrp="1"/>
          </p:cNvSpPr>
          <p:nvPr>
            <p:ph type="pic" sz="quarter" idx="10"/>
          </p:nvPr>
        </p:nvSpPr>
        <p:spPr>
          <a:xfrm>
            <a:off x="0" y="-7067"/>
            <a:ext cx="12192000" cy="3743325"/>
          </a:xfrm>
        </p:spPr>
        <p:txBody>
          <a:bodyPr/>
          <a:lstStyle/>
          <a:p>
            <a:endParaRPr lang="en-IN"/>
          </a:p>
        </p:txBody>
      </p:sp>
      <p:sp>
        <p:nvSpPr>
          <p:cNvPr id="74" name="Rectangle 73">
            <a:extLst>
              <a:ext uri="{FF2B5EF4-FFF2-40B4-BE49-F238E27FC236}">
                <a16:creationId xmlns:a16="http://schemas.microsoft.com/office/drawing/2014/main" id="{0A175A4C-0A49-C6B7-3772-E31C4BF5E9EC}"/>
              </a:ext>
            </a:extLst>
          </p:cNvPr>
          <p:cNvSpPr/>
          <p:nvPr userDrawn="1"/>
        </p:nvSpPr>
        <p:spPr>
          <a:xfrm>
            <a:off x="0" y="0"/>
            <a:ext cx="12192000" cy="3750338"/>
          </a:xfrm>
          <a:prstGeom prst="rect">
            <a:avLst/>
          </a:prstGeom>
          <a:solidFill>
            <a:srgbClr val="BF2026">
              <a:alpha val="8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Freeform 42">
            <a:extLst>
              <a:ext uri="{FF2B5EF4-FFF2-40B4-BE49-F238E27FC236}">
                <a16:creationId xmlns:a16="http://schemas.microsoft.com/office/drawing/2014/main" id="{1F2E0D6F-C7C6-6DF1-B62F-5A1E2AE4127C}"/>
              </a:ext>
            </a:extLst>
          </p:cNvPr>
          <p:cNvSpPr/>
          <p:nvPr userDrawn="1"/>
        </p:nvSpPr>
        <p:spPr>
          <a:xfrm>
            <a:off x="6209317" y="3045019"/>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Freeform 87">
            <a:extLst>
              <a:ext uri="{FF2B5EF4-FFF2-40B4-BE49-F238E27FC236}">
                <a16:creationId xmlns:a16="http://schemas.microsoft.com/office/drawing/2014/main" id="{25A225EB-AC53-0FDB-DAC5-15C1021B4A9F}"/>
              </a:ext>
            </a:extLst>
          </p:cNvPr>
          <p:cNvSpPr/>
          <p:nvPr userDrawn="1"/>
        </p:nvSpPr>
        <p:spPr>
          <a:xfrm>
            <a:off x="2597051" y="3909882"/>
            <a:ext cx="1259218" cy="228778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accent1"/>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Freeform 70">
            <a:extLst>
              <a:ext uri="{FF2B5EF4-FFF2-40B4-BE49-F238E27FC236}">
                <a16:creationId xmlns:a16="http://schemas.microsoft.com/office/drawing/2014/main" id="{AC944F06-205B-94B8-1525-1B4D8A649C58}"/>
              </a:ext>
            </a:extLst>
          </p:cNvPr>
          <p:cNvSpPr/>
          <p:nvPr userDrawn="1"/>
        </p:nvSpPr>
        <p:spPr>
          <a:xfrm>
            <a:off x="3379329" y="3071972"/>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45">
            <a:extLst>
              <a:ext uri="{FF2B5EF4-FFF2-40B4-BE49-F238E27FC236}">
                <a16:creationId xmlns:a16="http://schemas.microsoft.com/office/drawing/2014/main" id="{E7760CB2-44FA-C19F-D43D-A8FC1EBE3774}"/>
              </a:ext>
            </a:extLst>
          </p:cNvPr>
          <p:cNvSpPr/>
          <p:nvPr userDrawn="1"/>
        </p:nvSpPr>
        <p:spPr>
          <a:xfrm rot="3274323">
            <a:off x="4762936" y="3069728"/>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Freeform 44">
            <a:extLst>
              <a:ext uri="{FF2B5EF4-FFF2-40B4-BE49-F238E27FC236}">
                <a16:creationId xmlns:a16="http://schemas.microsoft.com/office/drawing/2014/main" id="{C0E82D49-FF96-7DF4-C7F9-C12C3BB38307}"/>
              </a:ext>
            </a:extLst>
          </p:cNvPr>
          <p:cNvSpPr/>
          <p:nvPr userDrawn="1"/>
        </p:nvSpPr>
        <p:spPr>
          <a:xfrm rot="3274323">
            <a:off x="7598569" y="3061403"/>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Freeform 56">
            <a:extLst>
              <a:ext uri="{FF2B5EF4-FFF2-40B4-BE49-F238E27FC236}">
                <a16:creationId xmlns:a16="http://schemas.microsoft.com/office/drawing/2014/main" id="{7B192090-2319-18EE-2672-5A0A5733E26E}"/>
              </a:ext>
            </a:extLst>
          </p:cNvPr>
          <p:cNvSpPr/>
          <p:nvPr userDrawn="1"/>
        </p:nvSpPr>
        <p:spPr>
          <a:xfrm rot="10800000">
            <a:off x="4015750" y="1036247"/>
            <a:ext cx="1259218" cy="228816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0">
                <a:srgbClr val="EAE4DD">
                  <a:alpha val="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21" name="Chart 20">
            <a:extLst>
              <a:ext uri="{FF2B5EF4-FFF2-40B4-BE49-F238E27FC236}">
                <a16:creationId xmlns:a16="http://schemas.microsoft.com/office/drawing/2014/main" id="{CB337BC4-9072-A93B-0982-F1B598F1F8DA}"/>
              </a:ext>
            </a:extLst>
          </p:cNvPr>
          <p:cNvGraphicFramePr/>
          <p:nvPr userDrawn="1"/>
        </p:nvGraphicFramePr>
        <p:xfrm>
          <a:off x="3509441" y="2485373"/>
          <a:ext cx="2283579" cy="1522386"/>
        </p:xfrm>
        <a:graphic>
          <a:graphicData uri="http://schemas.openxmlformats.org/drawingml/2006/chart">
            <c:chart xmlns:c="http://schemas.openxmlformats.org/drawingml/2006/chart" xmlns:r="http://schemas.openxmlformats.org/officeDocument/2006/relationships" r:id="rId2"/>
          </a:graphicData>
        </a:graphic>
      </p:graphicFrame>
      <p:sp>
        <p:nvSpPr>
          <p:cNvPr id="23" name="Oval 22">
            <a:extLst>
              <a:ext uri="{FF2B5EF4-FFF2-40B4-BE49-F238E27FC236}">
                <a16:creationId xmlns:a16="http://schemas.microsoft.com/office/drawing/2014/main" id="{342C2A8B-1937-09C5-3521-D7D9DB357F0E}"/>
              </a:ext>
            </a:extLst>
          </p:cNvPr>
          <p:cNvSpPr/>
          <p:nvPr/>
        </p:nvSpPr>
        <p:spPr>
          <a:xfrm rot="18900000">
            <a:off x="4199630" y="2794966"/>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57">
            <a:extLst>
              <a:ext uri="{FF2B5EF4-FFF2-40B4-BE49-F238E27FC236}">
                <a16:creationId xmlns:a16="http://schemas.microsoft.com/office/drawing/2014/main" id="{19445A15-C98A-DE20-85BC-1AAE1C085422}"/>
              </a:ext>
            </a:extLst>
          </p:cNvPr>
          <p:cNvSpPr/>
          <p:nvPr userDrawn="1"/>
        </p:nvSpPr>
        <p:spPr>
          <a:xfrm rot="10800000">
            <a:off x="6851050" y="1036247"/>
            <a:ext cx="1259218" cy="228816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0">
                <a:srgbClr val="EAE4DD">
                  <a:alpha val="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26" name="Chart 25">
            <a:extLst>
              <a:ext uri="{FF2B5EF4-FFF2-40B4-BE49-F238E27FC236}">
                <a16:creationId xmlns:a16="http://schemas.microsoft.com/office/drawing/2014/main" id="{9AEAB0BC-8F45-4424-8268-F43B0426C978}"/>
              </a:ext>
            </a:extLst>
          </p:cNvPr>
          <p:cNvGraphicFramePr/>
          <p:nvPr userDrawn="1"/>
        </p:nvGraphicFramePr>
        <p:xfrm>
          <a:off x="6337927" y="2485373"/>
          <a:ext cx="2283579" cy="1522386"/>
        </p:xfrm>
        <a:graphic>
          <a:graphicData uri="http://schemas.openxmlformats.org/drawingml/2006/chart">
            <c:chart xmlns:c="http://schemas.openxmlformats.org/drawingml/2006/chart" xmlns:r="http://schemas.openxmlformats.org/officeDocument/2006/relationships" r:id="rId3"/>
          </a:graphicData>
        </a:graphic>
      </p:graphicFrame>
      <p:sp>
        <p:nvSpPr>
          <p:cNvPr id="27" name="Oval 26">
            <a:extLst>
              <a:ext uri="{FF2B5EF4-FFF2-40B4-BE49-F238E27FC236}">
                <a16:creationId xmlns:a16="http://schemas.microsoft.com/office/drawing/2014/main" id="{481DEC7E-E3E4-5A32-DA5B-6271370CCE01}"/>
              </a:ext>
            </a:extLst>
          </p:cNvPr>
          <p:cNvSpPr/>
          <p:nvPr userDrawn="1"/>
        </p:nvSpPr>
        <p:spPr>
          <a:xfrm>
            <a:off x="7028116" y="2794966"/>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60">
            <a:extLst>
              <a:ext uri="{FF2B5EF4-FFF2-40B4-BE49-F238E27FC236}">
                <a16:creationId xmlns:a16="http://schemas.microsoft.com/office/drawing/2014/main" id="{9D6FFD3F-528B-4A5A-EA9A-5EB830163F44}"/>
              </a:ext>
            </a:extLst>
          </p:cNvPr>
          <p:cNvSpPr/>
          <p:nvPr userDrawn="1"/>
        </p:nvSpPr>
        <p:spPr>
          <a:xfrm>
            <a:off x="5425262" y="3913601"/>
            <a:ext cx="1259218" cy="228406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accent1"/>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44" name="Freeform 61">
            <a:extLst>
              <a:ext uri="{FF2B5EF4-FFF2-40B4-BE49-F238E27FC236}">
                <a16:creationId xmlns:a16="http://schemas.microsoft.com/office/drawing/2014/main" id="{7C40E5A5-B5AB-1525-E741-37A6B35668BE}"/>
              </a:ext>
            </a:extLst>
          </p:cNvPr>
          <p:cNvSpPr/>
          <p:nvPr userDrawn="1"/>
        </p:nvSpPr>
        <p:spPr>
          <a:xfrm>
            <a:off x="8262462" y="3913602"/>
            <a:ext cx="1259218" cy="2283082"/>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accent1"/>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77" name="Text Placeholder 75">
            <a:extLst>
              <a:ext uri="{FF2B5EF4-FFF2-40B4-BE49-F238E27FC236}">
                <a16:creationId xmlns:a16="http://schemas.microsoft.com/office/drawing/2014/main" id="{1A2F1737-F8FA-04CD-DBB6-B1619BDE71CF}"/>
              </a:ext>
            </a:extLst>
          </p:cNvPr>
          <p:cNvSpPr>
            <a:spLocks noGrp="1"/>
          </p:cNvSpPr>
          <p:nvPr>
            <p:ph type="body" sz="quarter" idx="11" hasCustomPrompt="1"/>
          </p:nvPr>
        </p:nvSpPr>
        <p:spPr>
          <a:xfrm>
            <a:off x="1713144" y="435047"/>
            <a:ext cx="8760197" cy="552450"/>
          </a:xfrm>
        </p:spPr>
        <p:txBody>
          <a:bodyPr/>
          <a:lstStyle>
            <a:lvl1pPr marL="0" indent="0" algn="ctr">
              <a:buNone/>
              <a:defRPr lang="en-US" sz="4400" b="1" kern="1200" dirty="0" smtClean="0">
                <a:solidFill>
                  <a:schemeClr val="bg1"/>
                </a:solidFill>
                <a:latin typeface="Barlow Medium" panose="00000600000000000000" pitchFamily="2" charset="0"/>
                <a:ea typeface="+mj-ea"/>
                <a:cs typeface="+mj-cs"/>
              </a:defRPr>
            </a:lvl1pPr>
          </a:lstStyle>
          <a:p>
            <a:pPr lvl="0"/>
            <a:r>
              <a:rPr lang="en-US"/>
              <a:t>Click to edit Master title style</a:t>
            </a:r>
            <a:endParaRPr lang="en-IN"/>
          </a:p>
        </p:txBody>
      </p:sp>
      <p:sp>
        <p:nvSpPr>
          <p:cNvPr id="80" name="Content Placeholder 78">
            <a:extLst>
              <a:ext uri="{FF2B5EF4-FFF2-40B4-BE49-F238E27FC236}">
                <a16:creationId xmlns:a16="http://schemas.microsoft.com/office/drawing/2014/main" id="{81DF78FE-081D-9D73-E005-BBF9935ECEE4}"/>
              </a:ext>
            </a:extLst>
          </p:cNvPr>
          <p:cNvSpPr>
            <a:spLocks noGrp="1"/>
          </p:cNvSpPr>
          <p:nvPr>
            <p:ph sz="quarter" idx="13" hasCustomPrompt="1"/>
          </p:nvPr>
        </p:nvSpPr>
        <p:spPr>
          <a:xfrm>
            <a:off x="4304416" y="2916591"/>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sp>
        <p:nvSpPr>
          <p:cNvPr id="82" name="Content Placeholder 78">
            <a:extLst>
              <a:ext uri="{FF2B5EF4-FFF2-40B4-BE49-F238E27FC236}">
                <a16:creationId xmlns:a16="http://schemas.microsoft.com/office/drawing/2014/main" id="{59BD77F7-D5E3-B3B8-2E11-18343F029D8C}"/>
              </a:ext>
            </a:extLst>
          </p:cNvPr>
          <p:cNvSpPr>
            <a:spLocks noGrp="1"/>
          </p:cNvSpPr>
          <p:nvPr>
            <p:ph sz="quarter" idx="15" hasCustomPrompt="1"/>
          </p:nvPr>
        </p:nvSpPr>
        <p:spPr>
          <a:xfrm>
            <a:off x="7144753" y="2943036"/>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sp>
        <p:nvSpPr>
          <p:cNvPr id="86" name="Text Placeholder 17">
            <a:extLst>
              <a:ext uri="{FF2B5EF4-FFF2-40B4-BE49-F238E27FC236}">
                <a16:creationId xmlns:a16="http://schemas.microsoft.com/office/drawing/2014/main" id="{C0283055-3B32-20C0-BCCE-4628A22EF5F3}"/>
              </a:ext>
            </a:extLst>
          </p:cNvPr>
          <p:cNvSpPr>
            <a:spLocks noGrp="1"/>
          </p:cNvSpPr>
          <p:nvPr>
            <p:ph type="body" sz="quarter" idx="19"/>
          </p:nvPr>
        </p:nvSpPr>
        <p:spPr>
          <a:xfrm>
            <a:off x="2603985" y="4835532"/>
            <a:ext cx="1231377" cy="727864"/>
          </a:xfrm>
        </p:spPr>
        <p:txBody>
          <a:bodyPr>
            <a:normAutofit/>
          </a:bodyPr>
          <a:lstStyle>
            <a:lvl1pPr marL="0" indent="0" algn="l">
              <a:buFont typeface="Arial" panose="020B0604020202020204" pitchFamily="34" charset="0"/>
              <a:buNone/>
              <a:defRPr sz="1200" b="0">
                <a:solidFill>
                  <a:schemeClr val="bg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87" name="Text Placeholder 17">
            <a:extLst>
              <a:ext uri="{FF2B5EF4-FFF2-40B4-BE49-F238E27FC236}">
                <a16:creationId xmlns:a16="http://schemas.microsoft.com/office/drawing/2014/main" id="{6AD64C47-E863-9FE7-D3C6-2CF8047F65CB}"/>
              </a:ext>
            </a:extLst>
          </p:cNvPr>
          <p:cNvSpPr>
            <a:spLocks noGrp="1"/>
          </p:cNvSpPr>
          <p:nvPr>
            <p:ph type="body" sz="quarter" idx="20"/>
          </p:nvPr>
        </p:nvSpPr>
        <p:spPr>
          <a:xfrm>
            <a:off x="4023491" y="1716402"/>
            <a:ext cx="1231377" cy="727864"/>
          </a:xfrm>
        </p:spPr>
        <p:txBody>
          <a:bodyPr>
            <a:normAutofit/>
          </a:bodyPr>
          <a:lstStyle>
            <a:lvl1pPr marL="0" indent="0" algn="l">
              <a:buFont typeface="Arial" panose="020B0604020202020204" pitchFamily="34" charset="0"/>
              <a:buNone/>
              <a:defRPr sz="1200" b="0">
                <a:solidFill>
                  <a:schemeClr val="tx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88" name="Text Placeholder 17">
            <a:extLst>
              <a:ext uri="{FF2B5EF4-FFF2-40B4-BE49-F238E27FC236}">
                <a16:creationId xmlns:a16="http://schemas.microsoft.com/office/drawing/2014/main" id="{AA2ED314-2D76-FD5B-4096-94F2DD0AE583}"/>
              </a:ext>
            </a:extLst>
          </p:cNvPr>
          <p:cNvSpPr>
            <a:spLocks noGrp="1"/>
          </p:cNvSpPr>
          <p:nvPr>
            <p:ph type="body" sz="quarter" idx="21"/>
          </p:nvPr>
        </p:nvSpPr>
        <p:spPr>
          <a:xfrm>
            <a:off x="6860352" y="1716402"/>
            <a:ext cx="1231377" cy="727864"/>
          </a:xfrm>
        </p:spPr>
        <p:txBody>
          <a:bodyPr>
            <a:normAutofit/>
          </a:bodyPr>
          <a:lstStyle>
            <a:lvl1pPr marL="0" indent="0" algn="l">
              <a:buFont typeface="Arial" panose="020B0604020202020204" pitchFamily="34" charset="0"/>
              <a:buNone/>
              <a:defRPr sz="1200" b="0">
                <a:solidFill>
                  <a:schemeClr val="tx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90" name="Text Placeholder 17">
            <a:extLst>
              <a:ext uri="{FF2B5EF4-FFF2-40B4-BE49-F238E27FC236}">
                <a16:creationId xmlns:a16="http://schemas.microsoft.com/office/drawing/2014/main" id="{7699AD6F-37E8-D417-5AB4-F0613BE2E683}"/>
              </a:ext>
            </a:extLst>
          </p:cNvPr>
          <p:cNvSpPr>
            <a:spLocks noGrp="1"/>
          </p:cNvSpPr>
          <p:nvPr>
            <p:ph type="body" sz="quarter" idx="23"/>
          </p:nvPr>
        </p:nvSpPr>
        <p:spPr>
          <a:xfrm>
            <a:off x="5432893" y="4835532"/>
            <a:ext cx="1231377" cy="727864"/>
          </a:xfrm>
        </p:spPr>
        <p:txBody>
          <a:bodyPr>
            <a:normAutofit/>
          </a:bodyPr>
          <a:lstStyle>
            <a:lvl1pPr marL="0" indent="0" algn="l">
              <a:buFont typeface="Arial" panose="020B0604020202020204" pitchFamily="34" charset="0"/>
              <a:buNone/>
              <a:defRPr sz="1200" b="0">
                <a:solidFill>
                  <a:schemeClr val="bg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91" name="Text Placeholder 17">
            <a:extLst>
              <a:ext uri="{FF2B5EF4-FFF2-40B4-BE49-F238E27FC236}">
                <a16:creationId xmlns:a16="http://schemas.microsoft.com/office/drawing/2014/main" id="{A3623C65-01C4-A2AA-8BF5-B34DEF90AC79}"/>
              </a:ext>
            </a:extLst>
          </p:cNvPr>
          <p:cNvSpPr>
            <a:spLocks noGrp="1"/>
          </p:cNvSpPr>
          <p:nvPr>
            <p:ph type="body" sz="quarter" idx="24"/>
          </p:nvPr>
        </p:nvSpPr>
        <p:spPr>
          <a:xfrm>
            <a:off x="8282672" y="4835532"/>
            <a:ext cx="1231377" cy="727864"/>
          </a:xfrm>
        </p:spPr>
        <p:txBody>
          <a:bodyPr>
            <a:normAutofit/>
          </a:bodyPr>
          <a:lstStyle>
            <a:lvl1pPr marL="0" indent="0" algn="l">
              <a:buFont typeface="Arial" panose="020B0604020202020204" pitchFamily="34" charset="0"/>
              <a:buNone/>
              <a:defRPr sz="1200" b="0">
                <a:solidFill>
                  <a:schemeClr val="bg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graphicFrame>
        <p:nvGraphicFramePr>
          <p:cNvPr id="100" name="Chart 99">
            <a:extLst>
              <a:ext uri="{FF2B5EF4-FFF2-40B4-BE49-F238E27FC236}">
                <a16:creationId xmlns:a16="http://schemas.microsoft.com/office/drawing/2014/main" id="{96E7BC8C-6201-0BD0-5851-B438856CD50D}"/>
              </a:ext>
            </a:extLst>
          </p:cNvPr>
          <p:cNvGraphicFramePr/>
          <p:nvPr userDrawn="1"/>
        </p:nvGraphicFramePr>
        <p:xfrm>
          <a:off x="2077885" y="3246336"/>
          <a:ext cx="2283579" cy="1522386"/>
        </p:xfrm>
        <a:graphic>
          <a:graphicData uri="http://schemas.openxmlformats.org/drawingml/2006/chart">
            <c:chart xmlns:c="http://schemas.openxmlformats.org/drawingml/2006/chart" xmlns:r="http://schemas.openxmlformats.org/officeDocument/2006/relationships" r:id="rId4"/>
          </a:graphicData>
        </a:graphic>
      </p:graphicFrame>
      <p:sp>
        <p:nvSpPr>
          <p:cNvPr id="101" name="Oval 100">
            <a:extLst>
              <a:ext uri="{FF2B5EF4-FFF2-40B4-BE49-F238E27FC236}">
                <a16:creationId xmlns:a16="http://schemas.microsoft.com/office/drawing/2014/main" id="{E739744F-155B-43D3-6A0D-67A192AA7FE5}"/>
              </a:ext>
            </a:extLst>
          </p:cNvPr>
          <p:cNvSpPr/>
          <p:nvPr userDrawn="1"/>
        </p:nvSpPr>
        <p:spPr>
          <a:xfrm>
            <a:off x="2783455" y="3571310"/>
            <a:ext cx="872438" cy="872438"/>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Content Placeholder 78">
            <a:extLst>
              <a:ext uri="{FF2B5EF4-FFF2-40B4-BE49-F238E27FC236}">
                <a16:creationId xmlns:a16="http://schemas.microsoft.com/office/drawing/2014/main" id="{930C3527-1647-F98B-B741-F5DD69114946}"/>
              </a:ext>
            </a:extLst>
          </p:cNvPr>
          <p:cNvSpPr>
            <a:spLocks noGrp="1"/>
          </p:cNvSpPr>
          <p:nvPr>
            <p:ph sz="quarter" idx="12" hasCustomPrompt="1"/>
          </p:nvPr>
        </p:nvSpPr>
        <p:spPr>
          <a:xfrm>
            <a:off x="2891697" y="3713220"/>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graphicFrame>
        <p:nvGraphicFramePr>
          <p:cNvPr id="103" name="Chart 102">
            <a:extLst>
              <a:ext uri="{FF2B5EF4-FFF2-40B4-BE49-F238E27FC236}">
                <a16:creationId xmlns:a16="http://schemas.microsoft.com/office/drawing/2014/main" id="{B6A8C584-7814-4316-C7B6-8013735DB374}"/>
              </a:ext>
            </a:extLst>
          </p:cNvPr>
          <p:cNvGraphicFramePr/>
          <p:nvPr userDrawn="1"/>
        </p:nvGraphicFramePr>
        <p:xfrm>
          <a:off x="4908435" y="3184215"/>
          <a:ext cx="2283579" cy="1522386"/>
        </p:xfrm>
        <a:graphic>
          <a:graphicData uri="http://schemas.openxmlformats.org/drawingml/2006/chart">
            <c:chart xmlns:c="http://schemas.openxmlformats.org/drawingml/2006/chart" xmlns:r="http://schemas.openxmlformats.org/officeDocument/2006/relationships" r:id="rId5"/>
          </a:graphicData>
        </a:graphic>
      </p:graphicFrame>
      <p:sp>
        <p:nvSpPr>
          <p:cNvPr id="104" name="Oval 103">
            <a:extLst>
              <a:ext uri="{FF2B5EF4-FFF2-40B4-BE49-F238E27FC236}">
                <a16:creationId xmlns:a16="http://schemas.microsoft.com/office/drawing/2014/main" id="{96649B97-DEFA-5EE9-B3ED-A6A40AFBB950}"/>
              </a:ext>
            </a:extLst>
          </p:cNvPr>
          <p:cNvSpPr/>
          <p:nvPr userDrawn="1"/>
        </p:nvSpPr>
        <p:spPr>
          <a:xfrm>
            <a:off x="5614005" y="3509189"/>
            <a:ext cx="872438" cy="872438"/>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Content Placeholder 78">
            <a:extLst>
              <a:ext uri="{FF2B5EF4-FFF2-40B4-BE49-F238E27FC236}">
                <a16:creationId xmlns:a16="http://schemas.microsoft.com/office/drawing/2014/main" id="{E0BCE497-1AA8-EB10-FC9F-5FF90846E1C8}"/>
              </a:ext>
            </a:extLst>
          </p:cNvPr>
          <p:cNvSpPr>
            <a:spLocks noGrp="1"/>
          </p:cNvSpPr>
          <p:nvPr>
            <p:ph sz="quarter" idx="14" hasCustomPrompt="1"/>
          </p:nvPr>
        </p:nvSpPr>
        <p:spPr>
          <a:xfrm>
            <a:off x="5715261" y="3629271"/>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graphicFrame>
        <p:nvGraphicFramePr>
          <p:cNvPr id="106" name="Chart 105">
            <a:extLst>
              <a:ext uri="{FF2B5EF4-FFF2-40B4-BE49-F238E27FC236}">
                <a16:creationId xmlns:a16="http://schemas.microsoft.com/office/drawing/2014/main" id="{9FC84A14-4C5A-BBB6-1BDD-F0BE8215464E}"/>
              </a:ext>
            </a:extLst>
          </p:cNvPr>
          <p:cNvGraphicFramePr/>
          <p:nvPr userDrawn="1"/>
        </p:nvGraphicFramePr>
        <p:xfrm>
          <a:off x="7754669" y="3195523"/>
          <a:ext cx="2283579" cy="1522386"/>
        </p:xfrm>
        <a:graphic>
          <a:graphicData uri="http://schemas.openxmlformats.org/drawingml/2006/chart">
            <c:chart xmlns:c="http://schemas.openxmlformats.org/drawingml/2006/chart" xmlns:r="http://schemas.openxmlformats.org/officeDocument/2006/relationships" r:id="rId6"/>
          </a:graphicData>
        </a:graphic>
      </p:graphicFrame>
      <p:sp>
        <p:nvSpPr>
          <p:cNvPr id="107" name="Oval 106">
            <a:extLst>
              <a:ext uri="{FF2B5EF4-FFF2-40B4-BE49-F238E27FC236}">
                <a16:creationId xmlns:a16="http://schemas.microsoft.com/office/drawing/2014/main" id="{F833C2BF-5B05-0178-697F-8F83DB04C47B}"/>
              </a:ext>
            </a:extLst>
          </p:cNvPr>
          <p:cNvSpPr/>
          <p:nvPr userDrawn="1"/>
        </p:nvSpPr>
        <p:spPr>
          <a:xfrm rot="2700000">
            <a:off x="8444858" y="3505116"/>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Content Placeholder 78">
            <a:extLst>
              <a:ext uri="{FF2B5EF4-FFF2-40B4-BE49-F238E27FC236}">
                <a16:creationId xmlns:a16="http://schemas.microsoft.com/office/drawing/2014/main" id="{91FBD237-0D9A-F918-B4E0-065FBAF3369A}"/>
              </a:ext>
            </a:extLst>
          </p:cNvPr>
          <p:cNvSpPr>
            <a:spLocks noGrp="1"/>
          </p:cNvSpPr>
          <p:nvPr>
            <p:ph sz="quarter" idx="16" hasCustomPrompt="1"/>
          </p:nvPr>
        </p:nvSpPr>
        <p:spPr>
          <a:xfrm>
            <a:off x="8554638" y="3643716"/>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spTree>
    <p:extLst>
      <p:ext uri="{BB962C8B-B14F-4D97-AF65-F5344CB8AC3E}">
        <p14:creationId xmlns:p14="http://schemas.microsoft.com/office/powerpoint/2010/main" val="350565680"/>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3_Timeline/Roadmap">
    <p:spTree>
      <p:nvGrpSpPr>
        <p:cNvPr id="1" name=""/>
        <p:cNvGrpSpPr/>
        <p:nvPr/>
      </p:nvGrpSpPr>
      <p:grpSpPr>
        <a:xfrm>
          <a:off x="0" y="0"/>
          <a:ext cx="0" cy="0"/>
          <a:chOff x="0" y="0"/>
          <a:chExt cx="0" cy="0"/>
        </a:xfrm>
      </p:grpSpPr>
      <p:sp>
        <p:nvSpPr>
          <p:cNvPr id="72" name="Picture Placeholder 71">
            <a:extLst>
              <a:ext uri="{FF2B5EF4-FFF2-40B4-BE49-F238E27FC236}">
                <a16:creationId xmlns:a16="http://schemas.microsoft.com/office/drawing/2014/main" id="{349C073C-0843-4AD4-1024-53C7FF615665}"/>
              </a:ext>
            </a:extLst>
          </p:cNvPr>
          <p:cNvSpPr>
            <a:spLocks noGrp="1"/>
          </p:cNvSpPr>
          <p:nvPr>
            <p:ph type="pic" sz="quarter" idx="10"/>
          </p:nvPr>
        </p:nvSpPr>
        <p:spPr>
          <a:xfrm>
            <a:off x="0" y="-7067"/>
            <a:ext cx="12192000" cy="3743325"/>
          </a:xfrm>
        </p:spPr>
        <p:txBody>
          <a:bodyPr/>
          <a:lstStyle/>
          <a:p>
            <a:endParaRPr lang="en-IN"/>
          </a:p>
        </p:txBody>
      </p:sp>
      <p:sp>
        <p:nvSpPr>
          <p:cNvPr id="74" name="Rectangle 73">
            <a:extLst>
              <a:ext uri="{FF2B5EF4-FFF2-40B4-BE49-F238E27FC236}">
                <a16:creationId xmlns:a16="http://schemas.microsoft.com/office/drawing/2014/main" id="{0A175A4C-0A49-C6B7-3772-E31C4BF5E9EC}"/>
              </a:ext>
            </a:extLst>
          </p:cNvPr>
          <p:cNvSpPr/>
          <p:nvPr userDrawn="1"/>
        </p:nvSpPr>
        <p:spPr>
          <a:xfrm>
            <a:off x="0" y="0"/>
            <a:ext cx="12192000" cy="3750338"/>
          </a:xfrm>
          <a:prstGeom prst="rect">
            <a:avLst/>
          </a:prstGeom>
          <a:solidFill>
            <a:srgbClr val="BF2026">
              <a:alpha val="8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Freeform 42">
            <a:extLst>
              <a:ext uri="{FF2B5EF4-FFF2-40B4-BE49-F238E27FC236}">
                <a16:creationId xmlns:a16="http://schemas.microsoft.com/office/drawing/2014/main" id="{1F2E0D6F-C7C6-6DF1-B62F-5A1E2AE4127C}"/>
              </a:ext>
            </a:extLst>
          </p:cNvPr>
          <p:cNvSpPr/>
          <p:nvPr userDrawn="1"/>
        </p:nvSpPr>
        <p:spPr>
          <a:xfrm>
            <a:off x="4827986" y="3045019"/>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Freeform 86">
            <a:extLst>
              <a:ext uri="{FF2B5EF4-FFF2-40B4-BE49-F238E27FC236}">
                <a16:creationId xmlns:a16="http://schemas.microsoft.com/office/drawing/2014/main" id="{F7D720D5-3F6B-2B88-4C70-E73A05FB1933}"/>
              </a:ext>
            </a:extLst>
          </p:cNvPr>
          <p:cNvSpPr/>
          <p:nvPr userDrawn="1"/>
        </p:nvSpPr>
        <p:spPr>
          <a:xfrm>
            <a:off x="9730911" y="3914586"/>
            <a:ext cx="1259218" cy="2283082"/>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accent1"/>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0" name="Freeform 87">
            <a:extLst>
              <a:ext uri="{FF2B5EF4-FFF2-40B4-BE49-F238E27FC236}">
                <a16:creationId xmlns:a16="http://schemas.microsoft.com/office/drawing/2014/main" id="{25A225EB-AC53-0FDB-DAC5-15C1021B4A9F}"/>
              </a:ext>
            </a:extLst>
          </p:cNvPr>
          <p:cNvSpPr/>
          <p:nvPr userDrawn="1"/>
        </p:nvSpPr>
        <p:spPr>
          <a:xfrm>
            <a:off x="1215720" y="3909882"/>
            <a:ext cx="1259218" cy="228778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accent1"/>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Freeform 70">
            <a:extLst>
              <a:ext uri="{FF2B5EF4-FFF2-40B4-BE49-F238E27FC236}">
                <a16:creationId xmlns:a16="http://schemas.microsoft.com/office/drawing/2014/main" id="{AC944F06-205B-94B8-1525-1B4D8A649C58}"/>
              </a:ext>
            </a:extLst>
          </p:cNvPr>
          <p:cNvSpPr/>
          <p:nvPr userDrawn="1"/>
        </p:nvSpPr>
        <p:spPr>
          <a:xfrm>
            <a:off x="1997998" y="3071972"/>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eeform 81">
            <a:extLst>
              <a:ext uri="{FF2B5EF4-FFF2-40B4-BE49-F238E27FC236}">
                <a16:creationId xmlns:a16="http://schemas.microsoft.com/office/drawing/2014/main" id="{E0963E7E-A298-500E-584C-2A8B0CC7EC38}"/>
              </a:ext>
            </a:extLst>
          </p:cNvPr>
          <p:cNvSpPr/>
          <p:nvPr userDrawn="1"/>
        </p:nvSpPr>
        <p:spPr>
          <a:xfrm rot="3274323">
            <a:off x="9071202" y="3042969"/>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45">
            <a:extLst>
              <a:ext uri="{FF2B5EF4-FFF2-40B4-BE49-F238E27FC236}">
                <a16:creationId xmlns:a16="http://schemas.microsoft.com/office/drawing/2014/main" id="{E7760CB2-44FA-C19F-D43D-A8FC1EBE3774}"/>
              </a:ext>
            </a:extLst>
          </p:cNvPr>
          <p:cNvSpPr/>
          <p:nvPr userDrawn="1"/>
        </p:nvSpPr>
        <p:spPr>
          <a:xfrm rot="3274323">
            <a:off x="3381605" y="3069728"/>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Freeform 43">
            <a:extLst>
              <a:ext uri="{FF2B5EF4-FFF2-40B4-BE49-F238E27FC236}">
                <a16:creationId xmlns:a16="http://schemas.microsoft.com/office/drawing/2014/main" id="{B949A590-6141-0C2B-7273-086C98A0DEA4}"/>
              </a:ext>
            </a:extLst>
          </p:cNvPr>
          <p:cNvSpPr/>
          <p:nvPr userDrawn="1"/>
        </p:nvSpPr>
        <p:spPr>
          <a:xfrm>
            <a:off x="7644657" y="3045019"/>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Freeform 44">
            <a:extLst>
              <a:ext uri="{FF2B5EF4-FFF2-40B4-BE49-F238E27FC236}">
                <a16:creationId xmlns:a16="http://schemas.microsoft.com/office/drawing/2014/main" id="{C0E82D49-FF96-7DF4-C7F9-C12C3BB38307}"/>
              </a:ext>
            </a:extLst>
          </p:cNvPr>
          <p:cNvSpPr/>
          <p:nvPr userDrawn="1"/>
        </p:nvSpPr>
        <p:spPr>
          <a:xfrm rot="3274323">
            <a:off x="6217238" y="3061403"/>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Freeform 56">
            <a:extLst>
              <a:ext uri="{FF2B5EF4-FFF2-40B4-BE49-F238E27FC236}">
                <a16:creationId xmlns:a16="http://schemas.microsoft.com/office/drawing/2014/main" id="{7B192090-2319-18EE-2672-5A0A5733E26E}"/>
              </a:ext>
            </a:extLst>
          </p:cNvPr>
          <p:cNvSpPr/>
          <p:nvPr userDrawn="1"/>
        </p:nvSpPr>
        <p:spPr>
          <a:xfrm rot="10800000">
            <a:off x="2634419" y="1036247"/>
            <a:ext cx="1259218" cy="228816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0">
                <a:srgbClr val="EAE4DD">
                  <a:alpha val="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21" name="Chart 20">
            <a:extLst>
              <a:ext uri="{FF2B5EF4-FFF2-40B4-BE49-F238E27FC236}">
                <a16:creationId xmlns:a16="http://schemas.microsoft.com/office/drawing/2014/main" id="{CB337BC4-9072-A93B-0982-F1B598F1F8DA}"/>
              </a:ext>
            </a:extLst>
          </p:cNvPr>
          <p:cNvGraphicFramePr/>
          <p:nvPr userDrawn="1">
            <p:extLst>
              <p:ext uri="{D42A27DB-BD31-4B8C-83A1-F6EECF244321}">
                <p14:modId xmlns:p14="http://schemas.microsoft.com/office/powerpoint/2010/main" val="4180694835"/>
              </p:ext>
            </p:extLst>
          </p:nvPr>
        </p:nvGraphicFramePr>
        <p:xfrm>
          <a:off x="2128110" y="2485373"/>
          <a:ext cx="2283579" cy="1522386"/>
        </p:xfrm>
        <a:graphic>
          <a:graphicData uri="http://schemas.openxmlformats.org/drawingml/2006/chart">
            <c:chart xmlns:c="http://schemas.openxmlformats.org/drawingml/2006/chart" xmlns:r="http://schemas.openxmlformats.org/officeDocument/2006/relationships" r:id="rId2"/>
          </a:graphicData>
        </a:graphic>
      </p:graphicFrame>
      <p:sp>
        <p:nvSpPr>
          <p:cNvPr id="23" name="Oval 22">
            <a:extLst>
              <a:ext uri="{FF2B5EF4-FFF2-40B4-BE49-F238E27FC236}">
                <a16:creationId xmlns:a16="http://schemas.microsoft.com/office/drawing/2014/main" id="{342C2A8B-1937-09C5-3521-D7D9DB357F0E}"/>
              </a:ext>
            </a:extLst>
          </p:cNvPr>
          <p:cNvSpPr/>
          <p:nvPr/>
        </p:nvSpPr>
        <p:spPr>
          <a:xfrm rot="18900000">
            <a:off x="2818299" y="2794966"/>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57">
            <a:extLst>
              <a:ext uri="{FF2B5EF4-FFF2-40B4-BE49-F238E27FC236}">
                <a16:creationId xmlns:a16="http://schemas.microsoft.com/office/drawing/2014/main" id="{19445A15-C98A-DE20-85BC-1AAE1C085422}"/>
              </a:ext>
            </a:extLst>
          </p:cNvPr>
          <p:cNvSpPr/>
          <p:nvPr userDrawn="1"/>
        </p:nvSpPr>
        <p:spPr>
          <a:xfrm rot="10800000">
            <a:off x="5469719" y="1036247"/>
            <a:ext cx="1259218" cy="228816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0">
                <a:srgbClr val="EAE4DD">
                  <a:alpha val="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26" name="Chart 25">
            <a:extLst>
              <a:ext uri="{FF2B5EF4-FFF2-40B4-BE49-F238E27FC236}">
                <a16:creationId xmlns:a16="http://schemas.microsoft.com/office/drawing/2014/main" id="{9AEAB0BC-8F45-4424-8268-F43B0426C978}"/>
              </a:ext>
            </a:extLst>
          </p:cNvPr>
          <p:cNvGraphicFramePr/>
          <p:nvPr userDrawn="1">
            <p:extLst>
              <p:ext uri="{D42A27DB-BD31-4B8C-83A1-F6EECF244321}">
                <p14:modId xmlns:p14="http://schemas.microsoft.com/office/powerpoint/2010/main" val="1623490663"/>
              </p:ext>
            </p:extLst>
          </p:nvPr>
        </p:nvGraphicFramePr>
        <p:xfrm>
          <a:off x="4956596" y="2485373"/>
          <a:ext cx="2283579" cy="1522386"/>
        </p:xfrm>
        <a:graphic>
          <a:graphicData uri="http://schemas.openxmlformats.org/drawingml/2006/chart">
            <c:chart xmlns:c="http://schemas.openxmlformats.org/drawingml/2006/chart" xmlns:r="http://schemas.openxmlformats.org/officeDocument/2006/relationships" r:id="rId3"/>
          </a:graphicData>
        </a:graphic>
      </p:graphicFrame>
      <p:sp>
        <p:nvSpPr>
          <p:cNvPr id="27" name="Oval 26">
            <a:extLst>
              <a:ext uri="{FF2B5EF4-FFF2-40B4-BE49-F238E27FC236}">
                <a16:creationId xmlns:a16="http://schemas.microsoft.com/office/drawing/2014/main" id="{481DEC7E-E3E4-5A32-DA5B-6271370CCE01}"/>
              </a:ext>
            </a:extLst>
          </p:cNvPr>
          <p:cNvSpPr/>
          <p:nvPr userDrawn="1"/>
        </p:nvSpPr>
        <p:spPr>
          <a:xfrm>
            <a:off x="5646785" y="2794966"/>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58">
            <a:extLst>
              <a:ext uri="{FF2B5EF4-FFF2-40B4-BE49-F238E27FC236}">
                <a16:creationId xmlns:a16="http://schemas.microsoft.com/office/drawing/2014/main" id="{4A006E82-B833-E5FF-9D74-F9B910EC999F}"/>
              </a:ext>
            </a:extLst>
          </p:cNvPr>
          <p:cNvSpPr/>
          <p:nvPr userDrawn="1"/>
        </p:nvSpPr>
        <p:spPr>
          <a:xfrm rot="10800000">
            <a:off x="8283983" y="1036247"/>
            <a:ext cx="1259218" cy="228816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0">
                <a:srgbClr val="EAE4DD">
                  <a:alpha val="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29" name="Chart 28">
            <a:extLst>
              <a:ext uri="{FF2B5EF4-FFF2-40B4-BE49-F238E27FC236}">
                <a16:creationId xmlns:a16="http://schemas.microsoft.com/office/drawing/2014/main" id="{1AD4CE96-75C6-7E9D-9C6A-419F6B648BBB}"/>
              </a:ext>
            </a:extLst>
          </p:cNvPr>
          <p:cNvGraphicFramePr/>
          <p:nvPr userDrawn="1">
            <p:extLst>
              <p:ext uri="{D42A27DB-BD31-4B8C-83A1-F6EECF244321}">
                <p14:modId xmlns:p14="http://schemas.microsoft.com/office/powerpoint/2010/main" val="211302602"/>
              </p:ext>
            </p:extLst>
          </p:nvPr>
        </p:nvGraphicFramePr>
        <p:xfrm>
          <a:off x="7771209" y="2472275"/>
          <a:ext cx="2283579" cy="1522386"/>
        </p:xfrm>
        <a:graphic>
          <a:graphicData uri="http://schemas.openxmlformats.org/drawingml/2006/chart">
            <c:chart xmlns:c="http://schemas.openxmlformats.org/drawingml/2006/chart" xmlns:r="http://schemas.openxmlformats.org/officeDocument/2006/relationships" r:id="rId4"/>
          </a:graphicData>
        </a:graphic>
      </p:graphicFrame>
      <p:sp>
        <p:nvSpPr>
          <p:cNvPr id="31" name="Oval 30">
            <a:extLst>
              <a:ext uri="{FF2B5EF4-FFF2-40B4-BE49-F238E27FC236}">
                <a16:creationId xmlns:a16="http://schemas.microsoft.com/office/drawing/2014/main" id="{3710C60C-7948-EDF3-679E-DFB7A18F23C3}"/>
              </a:ext>
            </a:extLst>
          </p:cNvPr>
          <p:cNvSpPr/>
          <p:nvPr/>
        </p:nvSpPr>
        <p:spPr>
          <a:xfrm rot="18900000">
            <a:off x="8461398" y="2781868"/>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60">
            <a:extLst>
              <a:ext uri="{FF2B5EF4-FFF2-40B4-BE49-F238E27FC236}">
                <a16:creationId xmlns:a16="http://schemas.microsoft.com/office/drawing/2014/main" id="{9D6FFD3F-528B-4A5A-EA9A-5EB830163F44}"/>
              </a:ext>
            </a:extLst>
          </p:cNvPr>
          <p:cNvSpPr/>
          <p:nvPr userDrawn="1"/>
        </p:nvSpPr>
        <p:spPr>
          <a:xfrm>
            <a:off x="4043931" y="3913601"/>
            <a:ext cx="1259218" cy="228406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accent1"/>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44" name="Freeform 61">
            <a:extLst>
              <a:ext uri="{FF2B5EF4-FFF2-40B4-BE49-F238E27FC236}">
                <a16:creationId xmlns:a16="http://schemas.microsoft.com/office/drawing/2014/main" id="{7C40E5A5-B5AB-1525-E741-37A6B35668BE}"/>
              </a:ext>
            </a:extLst>
          </p:cNvPr>
          <p:cNvSpPr/>
          <p:nvPr userDrawn="1"/>
        </p:nvSpPr>
        <p:spPr>
          <a:xfrm>
            <a:off x="6881131" y="3913602"/>
            <a:ext cx="1259218" cy="2283082"/>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accent1"/>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77" name="Text Placeholder 75">
            <a:extLst>
              <a:ext uri="{FF2B5EF4-FFF2-40B4-BE49-F238E27FC236}">
                <a16:creationId xmlns:a16="http://schemas.microsoft.com/office/drawing/2014/main" id="{1A2F1737-F8FA-04CD-DBB6-B1619BDE71CF}"/>
              </a:ext>
            </a:extLst>
          </p:cNvPr>
          <p:cNvSpPr>
            <a:spLocks noGrp="1"/>
          </p:cNvSpPr>
          <p:nvPr>
            <p:ph type="body" sz="quarter" idx="11" hasCustomPrompt="1"/>
          </p:nvPr>
        </p:nvSpPr>
        <p:spPr>
          <a:xfrm>
            <a:off x="1713144" y="435047"/>
            <a:ext cx="8760197" cy="552450"/>
          </a:xfrm>
        </p:spPr>
        <p:txBody>
          <a:bodyPr/>
          <a:lstStyle>
            <a:lvl1pPr marL="0" indent="0" algn="ctr">
              <a:buNone/>
              <a:defRPr lang="en-US" sz="4400" b="1" kern="1200" dirty="0" smtClean="0">
                <a:solidFill>
                  <a:schemeClr val="bg1"/>
                </a:solidFill>
                <a:latin typeface="Barlow Medium" panose="00000600000000000000" pitchFamily="2" charset="0"/>
                <a:ea typeface="+mj-ea"/>
                <a:cs typeface="+mj-cs"/>
              </a:defRPr>
            </a:lvl1pPr>
          </a:lstStyle>
          <a:p>
            <a:pPr lvl="0"/>
            <a:r>
              <a:rPr lang="en-US"/>
              <a:t>Click to edit Master title style</a:t>
            </a:r>
            <a:endParaRPr lang="en-IN"/>
          </a:p>
        </p:txBody>
      </p:sp>
      <p:sp>
        <p:nvSpPr>
          <p:cNvPr id="80" name="Content Placeholder 78">
            <a:extLst>
              <a:ext uri="{FF2B5EF4-FFF2-40B4-BE49-F238E27FC236}">
                <a16:creationId xmlns:a16="http://schemas.microsoft.com/office/drawing/2014/main" id="{81DF78FE-081D-9D73-E005-BBF9935ECEE4}"/>
              </a:ext>
            </a:extLst>
          </p:cNvPr>
          <p:cNvSpPr>
            <a:spLocks noGrp="1"/>
          </p:cNvSpPr>
          <p:nvPr>
            <p:ph sz="quarter" idx="13" hasCustomPrompt="1"/>
          </p:nvPr>
        </p:nvSpPr>
        <p:spPr>
          <a:xfrm>
            <a:off x="2923085" y="2916591"/>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sp>
        <p:nvSpPr>
          <p:cNvPr id="82" name="Content Placeholder 78">
            <a:extLst>
              <a:ext uri="{FF2B5EF4-FFF2-40B4-BE49-F238E27FC236}">
                <a16:creationId xmlns:a16="http://schemas.microsoft.com/office/drawing/2014/main" id="{59BD77F7-D5E3-B3B8-2E11-18343F029D8C}"/>
              </a:ext>
            </a:extLst>
          </p:cNvPr>
          <p:cNvSpPr>
            <a:spLocks noGrp="1"/>
          </p:cNvSpPr>
          <p:nvPr>
            <p:ph sz="quarter" idx="15" hasCustomPrompt="1"/>
          </p:nvPr>
        </p:nvSpPr>
        <p:spPr>
          <a:xfrm>
            <a:off x="5763422" y="2943036"/>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sp>
        <p:nvSpPr>
          <p:cNvPr id="84" name="Content Placeholder 78">
            <a:extLst>
              <a:ext uri="{FF2B5EF4-FFF2-40B4-BE49-F238E27FC236}">
                <a16:creationId xmlns:a16="http://schemas.microsoft.com/office/drawing/2014/main" id="{D06812F1-B46E-398D-1705-8849FE13FE68}"/>
              </a:ext>
            </a:extLst>
          </p:cNvPr>
          <p:cNvSpPr>
            <a:spLocks noGrp="1"/>
          </p:cNvSpPr>
          <p:nvPr>
            <p:ph sz="quarter" idx="17" hasCustomPrompt="1"/>
          </p:nvPr>
        </p:nvSpPr>
        <p:spPr>
          <a:xfrm>
            <a:off x="8573401" y="2925318"/>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sp>
        <p:nvSpPr>
          <p:cNvPr id="86" name="Text Placeholder 17">
            <a:extLst>
              <a:ext uri="{FF2B5EF4-FFF2-40B4-BE49-F238E27FC236}">
                <a16:creationId xmlns:a16="http://schemas.microsoft.com/office/drawing/2014/main" id="{C0283055-3B32-20C0-BCCE-4628A22EF5F3}"/>
              </a:ext>
            </a:extLst>
          </p:cNvPr>
          <p:cNvSpPr>
            <a:spLocks noGrp="1"/>
          </p:cNvSpPr>
          <p:nvPr>
            <p:ph type="body" sz="quarter" idx="19"/>
          </p:nvPr>
        </p:nvSpPr>
        <p:spPr>
          <a:xfrm>
            <a:off x="1222654" y="4835532"/>
            <a:ext cx="1231377" cy="727864"/>
          </a:xfrm>
        </p:spPr>
        <p:txBody>
          <a:bodyPr>
            <a:normAutofit/>
          </a:bodyPr>
          <a:lstStyle>
            <a:lvl1pPr marL="0" indent="0" algn="l">
              <a:buFont typeface="Arial" panose="020B0604020202020204" pitchFamily="34" charset="0"/>
              <a:buNone/>
              <a:defRPr sz="1200" b="0">
                <a:solidFill>
                  <a:schemeClr val="bg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87" name="Text Placeholder 17">
            <a:extLst>
              <a:ext uri="{FF2B5EF4-FFF2-40B4-BE49-F238E27FC236}">
                <a16:creationId xmlns:a16="http://schemas.microsoft.com/office/drawing/2014/main" id="{6AD64C47-E863-9FE7-D3C6-2CF8047F65CB}"/>
              </a:ext>
            </a:extLst>
          </p:cNvPr>
          <p:cNvSpPr>
            <a:spLocks noGrp="1"/>
          </p:cNvSpPr>
          <p:nvPr>
            <p:ph type="body" sz="quarter" idx="20"/>
          </p:nvPr>
        </p:nvSpPr>
        <p:spPr>
          <a:xfrm>
            <a:off x="2642160" y="1716402"/>
            <a:ext cx="1231377" cy="727864"/>
          </a:xfrm>
        </p:spPr>
        <p:txBody>
          <a:bodyPr>
            <a:normAutofit/>
          </a:bodyPr>
          <a:lstStyle>
            <a:lvl1pPr marL="0" indent="0" algn="l">
              <a:buFont typeface="Arial" panose="020B0604020202020204" pitchFamily="34" charset="0"/>
              <a:buNone/>
              <a:defRPr sz="1200" b="0">
                <a:solidFill>
                  <a:schemeClr val="tx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88" name="Text Placeholder 17">
            <a:extLst>
              <a:ext uri="{FF2B5EF4-FFF2-40B4-BE49-F238E27FC236}">
                <a16:creationId xmlns:a16="http://schemas.microsoft.com/office/drawing/2014/main" id="{AA2ED314-2D76-FD5B-4096-94F2DD0AE583}"/>
              </a:ext>
            </a:extLst>
          </p:cNvPr>
          <p:cNvSpPr>
            <a:spLocks noGrp="1"/>
          </p:cNvSpPr>
          <p:nvPr>
            <p:ph type="body" sz="quarter" idx="21"/>
          </p:nvPr>
        </p:nvSpPr>
        <p:spPr>
          <a:xfrm>
            <a:off x="5479021" y="1716402"/>
            <a:ext cx="1231377" cy="727864"/>
          </a:xfrm>
        </p:spPr>
        <p:txBody>
          <a:bodyPr>
            <a:normAutofit/>
          </a:bodyPr>
          <a:lstStyle>
            <a:lvl1pPr marL="0" indent="0" algn="l">
              <a:buFont typeface="Arial" panose="020B0604020202020204" pitchFamily="34" charset="0"/>
              <a:buNone/>
              <a:defRPr sz="1200" b="0">
                <a:solidFill>
                  <a:schemeClr val="tx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89" name="Text Placeholder 17">
            <a:extLst>
              <a:ext uri="{FF2B5EF4-FFF2-40B4-BE49-F238E27FC236}">
                <a16:creationId xmlns:a16="http://schemas.microsoft.com/office/drawing/2014/main" id="{9DBF1630-99BF-3A2B-FA7F-F4D8725CBB5D}"/>
              </a:ext>
            </a:extLst>
          </p:cNvPr>
          <p:cNvSpPr>
            <a:spLocks noGrp="1"/>
          </p:cNvSpPr>
          <p:nvPr>
            <p:ph type="body" sz="quarter" idx="22"/>
          </p:nvPr>
        </p:nvSpPr>
        <p:spPr>
          <a:xfrm>
            <a:off x="8299152" y="1716711"/>
            <a:ext cx="1231377" cy="727864"/>
          </a:xfrm>
        </p:spPr>
        <p:txBody>
          <a:bodyPr>
            <a:normAutofit/>
          </a:bodyPr>
          <a:lstStyle>
            <a:lvl1pPr marL="0" indent="0" algn="l">
              <a:buFont typeface="Arial" panose="020B0604020202020204" pitchFamily="34" charset="0"/>
              <a:buNone/>
              <a:defRPr sz="1200" b="0">
                <a:solidFill>
                  <a:schemeClr val="tx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90" name="Text Placeholder 17">
            <a:extLst>
              <a:ext uri="{FF2B5EF4-FFF2-40B4-BE49-F238E27FC236}">
                <a16:creationId xmlns:a16="http://schemas.microsoft.com/office/drawing/2014/main" id="{7699AD6F-37E8-D417-5AB4-F0613BE2E683}"/>
              </a:ext>
            </a:extLst>
          </p:cNvPr>
          <p:cNvSpPr>
            <a:spLocks noGrp="1"/>
          </p:cNvSpPr>
          <p:nvPr>
            <p:ph type="body" sz="quarter" idx="23"/>
          </p:nvPr>
        </p:nvSpPr>
        <p:spPr>
          <a:xfrm>
            <a:off x="4051562" y="4835532"/>
            <a:ext cx="1231377" cy="727864"/>
          </a:xfrm>
        </p:spPr>
        <p:txBody>
          <a:bodyPr>
            <a:normAutofit/>
          </a:bodyPr>
          <a:lstStyle>
            <a:lvl1pPr marL="0" indent="0" algn="l">
              <a:buFont typeface="Arial" panose="020B0604020202020204" pitchFamily="34" charset="0"/>
              <a:buNone/>
              <a:defRPr sz="1200" b="0">
                <a:solidFill>
                  <a:schemeClr val="bg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91" name="Text Placeholder 17">
            <a:extLst>
              <a:ext uri="{FF2B5EF4-FFF2-40B4-BE49-F238E27FC236}">
                <a16:creationId xmlns:a16="http://schemas.microsoft.com/office/drawing/2014/main" id="{A3623C65-01C4-A2AA-8BF5-B34DEF90AC79}"/>
              </a:ext>
            </a:extLst>
          </p:cNvPr>
          <p:cNvSpPr>
            <a:spLocks noGrp="1"/>
          </p:cNvSpPr>
          <p:nvPr>
            <p:ph type="body" sz="quarter" idx="24"/>
          </p:nvPr>
        </p:nvSpPr>
        <p:spPr>
          <a:xfrm>
            <a:off x="6901341" y="4835532"/>
            <a:ext cx="1231377" cy="727864"/>
          </a:xfrm>
        </p:spPr>
        <p:txBody>
          <a:bodyPr>
            <a:normAutofit/>
          </a:bodyPr>
          <a:lstStyle>
            <a:lvl1pPr marL="0" indent="0" algn="l">
              <a:buFont typeface="Arial" panose="020B0604020202020204" pitchFamily="34" charset="0"/>
              <a:buNone/>
              <a:defRPr sz="1200" b="0">
                <a:solidFill>
                  <a:schemeClr val="bg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92" name="Text Placeholder 17">
            <a:extLst>
              <a:ext uri="{FF2B5EF4-FFF2-40B4-BE49-F238E27FC236}">
                <a16:creationId xmlns:a16="http://schemas.microsoft.com/office/drawing/2014/main" id="{88956E02-EA19-956D-6674-C1D87B972ADC}"/>
              </a:ext>
            </a:extLst>
          </p:cNvPr>
          <p:cNvSpPr>
            <a:spLocks noGrp="1"/>
          </p:cNvSpPr>
          <p:nvPr>
            <p:ph type="body" sz="quarter" idx="25"/>
          </p:nvPr>
        </p:nvSpPr>
        <p:spPr>
          <a:xfrm>
            <a:off x="9744903" y="4835532"/>
            <a:ext cx="1231377" cy="727864"/>
          </a:xfrm>
        </p:spPr>
        <p:txBody>
          <a:bodyPr>
            <a:normAutofit/>
          </a:bodyPr>
          <a:lstStyle>
            <a:lvl1pPr marL="0" indent="0" algn="l">
              <a:buFont typeface="Arial" panose="020B0604020202020204" pitchFamily="34" charset="0"/>
              <a:buNone/>
              <a:defRPr sz="1200" b="0">
                <a:solidFill>
                  <a:schemeClr val="bg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graphicFrame>
        <p:nvGraphicFramePr>
          <p:cNvPr id="100" name="Chart 99">
            <a:extLst>
              <a:ext uri="{FF2B5EF4-FFF2-40B4-BE49-F238E27FC236}">
                <a16:creationId xmlns:a16="http://schemas.microsoft.com/office/drawing/2014/main" id="{96E7BC8C-6201-0BD0-5851-B438856CD50D}"/>
              </a:ext>
            </a:extLst>
          </p:cNvPr>
          <p:cNvGraphicFramePr/>
          <p:nvPr userDrawn="1">
            <p:extLst>
              <p:ext uri="{D42A27DB-BD31-4B8C-83A1-F6EECF244321}">
                <p14:modId xmlns:p14="http://schemas.microsoft.com/office/powerpoint/2010/main" val="2209717853"/>
              </p:ext>
            </p:extLst>
          </p:nvPr>
        </p:nvGraphicFramePr>
        <p:xfrm>
          <a:off x="696554" y="3246336"/>
          <a:ext cx="2283579" cy="1522386"/>
        </p:xfrm>
        <a:graphic>
          <a:graphicData uri="http://schemas.openxmlformats.org/drawingml/2006/chart">
            <c:chart xmlns:c="http://schemas.openxmlformats.org/drawingml/2006/chart" xmlns:r="http://schemas.openxmlformats.org/officeDocument/2006/relationships" r:id="rId5"/>
          </a:graphicData>
        </a:graphic>
      </p:graphicFrame>
      <p:sp>
        <p:nvSpPr>
          <p:cNvPr id="101" name="Oval 100">
            <a:extLst>
              <a:ext uri="{FF2B5EF4-FFF2-40B4-BE49-F238E27FC236}">
                <a16:creationId xmlns:a16="http://schemas.microsoft.com/office/drawing/2014/main" id="{E739744F-155B-43D3-6A0D-67A192AA7FE5}"/>
              </a:ext>
            </a:extLst>
          </p:cNvPr>
          <p:cNvSpPr/>
          <p:nvPr userDrawn="1"/>
        </p:nvSpPr>
        <p:spPr>
          <a:xfrm>
            <a:off x="1402124" y="3571310"/>
            <a:ext cx="872438" cy="872438"/>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Content Placeholder 78">
            <a:extLst>
              <a:ext uri="{FF2B5EF4-FFF2-40B4-BE49-F238E27FC236}">
                <a16:creationId xmlns:a16="http://schemas.microsoft.com/office/drawing/2014/main" id="{930C3527-1647-F98B-B741-F5DD69114946}"/>
              </a:ext>
            </a:extLst>
          </p:cNvPr>
          <p:cNvSpPr>
            <a:spLocks noGrp="1"/>
          </p:cNvSpPr>
          <p:nvPr>
            <p:ph sz="quarter" idx="12" hasCustomPrompt="1"/>
          </p:nvPr>
        </p:nvSpPr>
        <p:spPr>
          <a:xfrm>
            <a:off x="1510366" y="3713220"/>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graphicFrame>
        <p:nvGraphicFramePr>
          <p:cNvPr id="103" name="Chart 102">
            <a:extLst>
              <a:ext uri="{FF2B5EF4-FFF2-40B4-BE49-F238E27FC236}">
                <a16:creationId xmlns:a16="http://schemas.microsoft.com/office/drawing/2014/main" id="{B6A8C584-7814-4316-C7B6-8013735DB374}"/>
              </a:ext>
            </a:extLst>
          </p:cNvPr>
          <p:cNvGraphicFramePr/>
          <p:nvPr userDrawn="1">
            <p:extLst>
              <p:ext uri="{D42A27DB-BD31-4B8C-83A1-F6EECF244321}">
                <p14:modId xmlns:p14="http://schemas.microsoft.com/office/powerpoint/2010/main" val="4150079512"/>
              </p:ext>
            </p:extLst>
          </p:nvPr>
        </p:nvGraphicFramePr>
        <p:xfrm>
          <a:off x="3527104" y="3184215"/>
          <a:ext cx="2283579" cy="1522386"/>
        </p:xfrm>
        <a:graphic>
          <a:graphicData uri="http://schemas.openxmlformats.org/drawingml/2006/chart">
            <c:chart xmlns:c="http://schemas.openxmlformats.org/drawingml/2006/chart" xmlns:r="http://schemas.openxmlformats.org/officeDocument/2006/relationships" r:id="rId6"/>
          </a:graphicData>
        </a:graphic>
      </p:graphicFrame>
      <p:sp>
        <p:nvSpPr>
          <p:cNvPr id="104" name="Oval 103">
            <a:extLst>
              <a:ext uri="{FF2B5EF4-FFF2-40B4-BE49-F238E27FC236}">
                <a16:creationId xmlns:a16="http://schemas.microsoft.com/office/drawing/2014/main" id="{96649B97-DEFA-5EE9-B3ED-A6A40AFBB950}"/>
              </a:ext>
            </a:extLst>
          </p:cNvPr>
          <p:cNvSpPr/>
          <p:nvPr userDrawn="1"/>
        </p:nvSpPr>
        <p:spPr>
          <a:xfrm>
            <a:off x="4232674" y="3509189"/>
            <a:ext cx="872438" cy="872438"/>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Content Placeholder 78">
            <a:extLst>
              <a:ext uri="{FF2B5EF4-FFF2-40B4-BE49-F238E27FC236}">
                <a16:creationId xmlns:a16="http://schemas.microsoft.com/office/drawing/2014/main" id="{E0BCE497-1AA8-EB10-FC9F-5FF90846E1C8}"/>
              </a:ext>
            </a:extLst>
          </p:cNvPr>
          <p:cNvSpPr>
            <a:spLocks noGrp="1"/>
          </p:cNvSpPr>
          <p:nvPr>
            <p:ph sz="quarter" idx="14" hasCustomPrompt="1"/>
          </p:nvPr>
        </p:nvSpPr>
        <p:spPr>
          <a:xfrm>
            <a:off x="4333930" y="3629271"/>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graphicFrame>
        <p:nvGraphicFramePr>
          <p:cNvPr id="106" name="Chart 105">
            <a:extLst>
              <a:ext uri="{FF2B5EF4-FFF2-40B4-BE49-F238E27FC236}">
                <a16:creationId xmlns:a16="http://schemas.microsoft.com/office/drawing/2014/main" id="{9FC84A14-4C5A-BBB6-1BDD-F0BE8215464E}"/>
              </a:ext>
            </a:extLst>
          </p:cNvPr>
          <p:cNvGraphicFramePr/>
          <p:nvPr userDrawn="1">
            <p:extLst>
              <p:ext uri="{D42A27DB-BD31-4B8C-83A1-F6EECF244321}">
                <p14:modId xmlns:p14="http://schemas.microsoft.com/office/powerpoint/2010/main" val="2081236819"/>
              </p:ext>
            </p:extLst>
          </p:nvPr>
        </p:nvGraphicFramePr>
        <p:xfrm>
          <a:off x="6373338" y="3195523"/>
          <a:ext cx="2283579" cy="1522386"/>
        </p:xfrm>
        <a:graphic>
          <a:graphicData uri="http://schemas.openxmlformats.org/drawingml/2006/chart">
            <c:chart xmlns:c="http://schemas.openxmlformats.org/drawingml/2006/chart" xmlns:r="http://schemas.openxmlformats.org/officeDocument/2006/relationships" r:id="rId7"/>
          </a:graphicData>
        </a:graphic>
      </p:graphicFrame>
      <p:sp>
        <p:nvSpPr>
          <p:cNvPr id="107" name="Oval 106">
            <a:extLst>
              <a:ext uri="{FF2B5EF4-FFF2-40B4-BE49-F238E27FC236}">
                <a16:creationId xmlns:a16="http://schemas.microsoft.com/office/drawing/2014/main" id="{F833C2BF-5B05-0178-697F-8F83DB04C47B}"/>
              </a:ext>
            </a:extLst>
          </p:cNvPr>
          <p:cNvSpPr/>
          <p:nvPr userDrawn="1"/>
        </p:nvSpPr>
        <p:spPr>
          <a:xfrm rot="2700000">
            <a:off x="7063527" y="3505116"/>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Content Placeholder 78">
            <a:extLst>
              <a:ext uri="{FF2B5EF4-FFF2-40B4-BE49-F238E27FC236}">
                <a16:creationId xmlns:a16="http://schemas.microsoft.com/office/drawing/2014/main" id="{91FBD237-0D9A-F918-B4E0-065FBAF3369A}"/>
              </a:ext>
            </a:extLst>
          </p:cNvPr>
          <p:cNvSpPr>
            <a:spLocks noGrp="1"/>
          </p:cNvSpPr>
          <p:nvPr>
            <p:ph sz="quarter" idx="16" hasCustomPrompt="1"/>
          </p:nvPr>
        </p:nvSpPr>
        <p:spPr>
          <a:xfrm>
            <a:off x="7173307" y="3643716"/>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graphicFrame>
        <p:nvGraphicFramePr>
          <p:cNvPr id="109" name="Chart 108">
            <a:extLst>
              <a:ext uri="{FF2B5EF4-FFF2-40B4-BE49-F238E27FC236}">
                <a16:creationId xmlns:a16="http://schemas.microsoft.com/office/drawing/2014/main" id="{106EC56A-6030-6DF2-1E7E-A108A14CDD4A}"/>
              </a:ext>
            </a:extLst>
          </p:cNvPr>
          <p:cNvGraphicFramePr/>
          <p:nvPr userDrawn="1">
            <p:extLst>
              <p:ext uri="{D42A27DB-BD31-4B8C-83A1-F6EECF244321}">
                <p14:modId xmlns:p14="http://schemas.microsoft.com/office/powerpoint/2010/main" val="554360780"/>
              </p:ext>
            </p:extLst>
          </p:nvPr>
        </p:nvGraphicFramePr>
        <p:xfrm>
          <a:off x="9222809" y="3173171"/>
          <a:ext cx="2283579" cy="1522386"/>
        </p:xfrm>
        <a:graphic>
          <a:graphicData uri="http://schemas.openxmlformats.org/drawingml/2006/chart">
            <c:chart xmlns:c="http://schemas.openxmlformats.org/drawingml/2006/chart" xmlns:r="http://schemas.openxmlformats.org/officeDocument/2006/relationships" r:id="rId8"/>
          </a:graphicData>
        </a:graphic>
      </p:graphicFrame>
      <p:sp>
        <p:nvSpPr>
          <p:cNvPr id="110" name="Oval 109">
            <a:extLst>
              <a:ext uri="{FF2B5EF4-FFF2-40B4-BE49-F238E27FC236}">
                <a16:creationId xmlns:a16="http://schemas.microsoft.com/office/drawing/2014/main" id="{CA754DC7-E6CA-6CC2-0B34-5AE8C75F0D7B}"/>
              </a:ext>
            </a:extLst>
          </p:cNvPr>
          <p:cNvSpPr/>
          <p:nvPr userDrawn="1"/>
        </p:nvSpPr>
        <p:spPr>
          <a:xfrm rot="2700000">
            <a:off x="9912998" y="3482764"/>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Content Placeholder 78">
            <a:extLst>
              <a:ext uri="{FF2B5EF4-FFF2-40B4-BE49-F238E27FC236}">
                <a16:creationId xmlns:a16="http://schemas.microsoft.com/office/drawing/2014/main" id="{3CC3D40B-C414-5E1C-BF1D-3FF6D866B01A}"/>
              </a:ext>
            </a:extLst>
          </p:cNvPr>
          <p:cNvSpPr>
            <a:spLocks noGrp="1"/>
          </p:cNvSpPr>
          <p:nvPr>
            <p:ph sz="quarter" idx="18" hasCustomPrompt="1"/>
          </p:nvPr>
        </p:nvSpPr>
        <p:spPr>
          <a:xfrm>
            <a:off x="10033836" y="3618440"/>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spTree>
    <p:extLst>
      <p:ext uri="{BB962C8B-B14F-4D97-AF65-F5344CB8AC3E}">
        <p14:creationId xmlns:p14="http://schemas.microsoft.com/office/powerpoint/2010/main" val="2747461918"/>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4_Timeline/Roadmap">
    <p:spTree>
      <p:nvGrpSpPr>
        <p:cNvPr id="1" name=""/>
        <p:cNvGrpSpPr/>
        <p:nvPr/>
      </p:nvGrpSpPr>
      <p:grpSpPr>
        <a:xfrm>
          <a:off x="0" y="0"/>
          <a:ext cx="0" cy="0"/>
          <a:chOff x="0" y="0"/>
          <a:chExt cx="0" cy="0"/>
        </a:xfrm>
      </p:grpSpPr>
      <p:sp>
        <p:nvSpPr>
          <p:cNvPr id="72" name="Picture Placeholder 71">
            <a:extLst>
              <a:ext uri="{FF2B5EF4-FFF2-40B4-BE49-F238E27FC236}">
                <a16:creationId xmlns:a16="http://schemas.microsoft.com/office/drawing/2014/main" id="{349C073C-0843-4AD4-1024-53C7FF615665}"/>
              </a:ext>
            </a:extLst>
          </p:cNvPr>
          <p:cNvSpPr>
            <a:spLocks noGrp="1"/>
          </p:cNvSpPr>
          <p:nvPr>
            <p:ph type="pic" sz="quarter" idx="10"/>
          </p:nvPr>
        </p:nvSpPr>
        <p:spPr>
          <a:xfrm>
            <a:off x="0" y="-7067"/>
            <a:ext cx="12192000" cy="3743325"/>
          </a:xfrm>
        </p:spPr>
        <p:txBody>
          <a:bodyPr/>
          <a:lstStyle/>
          <a:p>
            <a:endParaRPr lang="en-IN"/>
          </a:p>
        </p:txBody>
      </p:sp>
      <p:sp>
        <p:nvSpPr>
          <p:cNvPr id="74" name="Rectangle 73">
            <a:extLst>
              <a:ext uri="{FF2B5EF4-FFF2-40B4-BE49-F238E27FC236}">
                <a16:creationId xmlns:a16="http://schemas.microsoft.com/office/drawing/2014/main" id="{0A175A4C-0A49-C6B7-3772-E31C4BF5E9EC}"/>
              </a:ext>
            </a:extLst>
          </p:cNvPr>
          <p:cNvSpPr/>
          <p:nvPr userDrawn="1"/>
        </p:nvSpPr>
        <p:spPr>
          <a:xfrm>
            <a:off x="0" y="0"/>
            <a:ext cx="12192000" cy="3750338"/>
          </a:xfrm>
          <a:prstGeom prst="rect">
            <a:avLst/>
          </a:prstGeom>
          <a:solidFill>
            <a:srgbClr val="BF2026">
              <a:alpha val="8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Freeform 42">
            <a:extLst>
              <a:ext uri="{FF2B5EF4-FFF2-40B4-BE49-F238E27FC236}">
                <a16:creationId xmlns:a16="http://schemas.microsoft.com/office/drawing/2014/main" id="{1F2E0D6F-C7C6-6DF1-B62F-5A1E2AE4127C}"/>
              </a:ext>
            </a:extLst>
          </p:cNvPr>
          <p:cNvSpPr/>
          <p:nvPr userDrawn="1"/>
        </p:nvSpPr>
        <p:spPr>
          <a:xfrm>
            <a:off x="6209317" y="3045019"/>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Freeform 87">
            <a:extLst>
              <a:ext uri="{FF2B5EF4-FFF2-40B4-BE49-F238E27FC236}">
                <a16:creationId xmlns:a16="http://schemas.microsoft.com/office/drawing/2014/main" id="{25A225EB-AC53-0FDB-DAC5-15C1021B4A9F}"/>
              </a:ext>
            </a:extLst>
          </p:cNvPr>
          <p:cNvSpPr/>
          <p:nvPr userDrawn="1"/>
        </p:nvSpPr>
        <p:spPr>
          <a:xfrm>
            <a:off x="2597051" y="3909882"/>
            <a:ext cx="1259218" cy="228778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accent1"/>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Freeform 70">
            <a:extLst>
              <a:ext uri="{FF2B5EF4-FFF2-40B4-BE49-F238E27FC236}">
                <a16:creationId xmlns:a16="http://schemas.microsoft.com/office/drawing/2014/main" id="{AC944F06-205B-94B8-1525-1B4D8A649C58}"/>
              </a:ext>
            </a:extLst>
          </p:cNvPr>
          <p:cNvSpPr/>
          <p:nvPr userDrawn="1"/>
        </p:nvSpPr>
        <p:spPr>
          <a:xfrm>
            <a:off x="3379329" y="3071972"/>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45">
            <a:extLst>
              <a:ext uri="{FF2B5EF4-FFF2-40B4-BE49-F238E27FC236}">
                <a16:creationId xmlns:a16="http://schemas.microsoft.com/office/drawing/2014/main" id="{E7760CB2-44FA-C19F-D43D-A8FC1EBE3774}"/>
              </a:ext>
            </a:extLst>
          </p:cNvPr>
          <p:cNvSpPr/>
          <p:nvPr userDrawn="1"/>
        </p:nvSpPr>
        <p:spPr>
          <a:xfrm rot="3274323">
            <a:off x="4762936" y="3069728"/>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Freeform 44">
            <a:extLst>
              <a:ext uri="{FF2B5EF4-FFF2-40B4-BE49-F238E27FC236}">
                <a16:creationId xmlns:a16="http://schemas.microsoft.com/office/drawing/2014/main" id="{C0E82D49-FF96-7DF4-C7F9-C12C3BB38307}"/>
              </a:ext>
            </a:extLst>
          </p:cNvPr>
          <p:cNvSpPr/>
          <p:nvPr userDrawn="1"/>
        </p:nvSpPr>
        <p:spPr>
          <a:xfrm rot="3274323">
            <a:off x="7598569" y="3061403"/>
            <a:ext cx="1147978" cy="1147977"/>
          </a:xfrm>
          <a:custGeom>
            <a:avLst/>
            <a:gdLst>
              <a:gd name="connsiteX0" fmla="*/ 1208299 w 2033872"/>
              <a:gd name="connsiteY0" fmla="*/ 0 h 2033870"/>
              <a:gd name="connsiteX1" fmla="*/ 2033872 w 2033872"/>
              <a:gd name="connsiteY1" fmla="*/ 0 h 2033870"/>
              <a:gd name="connsiteX2" fmla="*/ 2033872 w 2033872"/>
              <a:gd name="connsiteY2" fmla="*/ 1392026 h 2033870"/>
              <a:gd name="connsiteX3" fmla="*/ 1976330 w 2033872"/>
              <a:gd name="connsiteY3" fmla="*/ 1377231 h 2033870"/>
              <a:gd name="connsiteX4" fmla="*/ 1756473 w 2033872"/>
              <a:gd name="connsiteY4" fmla="*/ 1355067 h 2033870"/>
              <a:gd name="connsiteX5" fmla="*/ 751292 w 2033872"/>
              <a:gd name="connsiteY5" fmla="*/ 2021346 h 2033870"/>
              <a:gd name="connsiteX6" fmla="*/ 746708 w 2033872"/>
              <a:gd name="connsiteY6" fmla="*/ 2033870 h 2033870"/>
              <a:gd name="connsiteX7" fmla="*/ 0 w 2033872"/>
              <a:gd name="connsiteY7" fmla="*/ 2033870 h 2033870"/>
              <a:gd name="connsiteX8" fmla="*/ 0 w 2033872"/>
              <a:gd name="connsiteY8" fmla="*/ 594973 h 2033870"/>
              <a:gd name="connsiteX9" fmla="*/ 6171 w 2033872"/>
              <a:gd name="connsiteY9" fmla="*/ 596560 h 2033870"/>
              <a:gd name="connsiteX10" fmla="*/ 226027 w 2033872"/>
              <a:gd name="connsiteY10" fmla="*/ 618723 h 2033870"/>
              <a:gd name="connsiteX11" fmla="*/ 1185270 w 2033872"/>
              <a:gd name="connsiteY11" fmla="*/ 47806 h 2033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3872" h="2033870">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flip="none" rotWithShape="1">
            <a:gsLst>
              <a:gs pos="100000">
                <a:schemeClr val="tx2"/>
              </a:gs>
              <a:gs pos="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Freeform 56">
            <a:extLst>
              <a:ext uri="{FF2B5EF4-FFF2-40B4-BE49-F238E27FC236}">
                <a16:creationId xmlns:a16="http://schemas.microsoft.com/office/drawing/2014/main" id="{7B192090-2319-18EE-2672-5A0A5733E26E}"/>
              </a:ext>
            </a:extLst>
          </p:cNvPr>
          <p:cNvSpPr/>
          <p:nvPr userDrawn="1"/>
        </p:nvSpPr>
        <p:spPr>
          <a:xfrm rot="10800000">
            <a:off x="4015750" y="1036247"/>
            <a:ext cx="1259218" cy="228816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0">
                <a:srgbClr val="EAE4DD">
                  <a:alpha val="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21" name="Chart 20">
            <a:extLst>
              <a:ext uri="{FF2B5EF4-FFF2-40B4-BE49-F238E27FC236}">
                <a16:creationId xmlns:a16="http://schemas.microsoft.com/office/drawing/2014/main" id="{CB337BC4-9072-A93B-0982-F1B598F1F8DA}"/>
              </a:ext>
            </a:extLst>
          </p:cNvPr>
          <p:cNvGraphicFramePr/>
          <p:nvPr userDrawn="1">
            <p:extLst>
              <p:ext uri="{D42A27DB-BD31-4B8C-83A1-F6EECF244321}">
                <p14:modId xmlns:p14="http://schemas.microsoft.com/office/powerpoint/2010/main" val="549184517"/>
              </p:ext>
            </p:extLst>
          </p:nvPr>
        </p:nvGraphicFramePr>
        <p:xfrm>
          <a:off x="3509441" y="2485373"/>
          <a:ext cx="2283579" cy="1522386"/>
        </p:xfrm>
        <a:graphic>
          <a:graphicData uri="http://schemas.openxmlformats.org/drawingml/2006/chart">
            <c:chart xmlns:c="http://schemas.openxmlformats.org/drawingml/2006/chart" xmlns:r="http://schemas.openxmlformats.org/officeDocument/2006/relationships" r:id="rId2"/>
          </a:graphicData>
        </a:graphic>
      </p:graphicFrame>
      <p:sp>
        <p:nvSpPr>
          <p:cNvPr id="23" name="Oval 22">
            <a:extLst>
              <a:ext uri="{FF2B5EF4-FFF2-40B4-BE49-F238E27FC236}">
                <a16:creationId xmlns:a16="http://schemas.microsoft.com/office/drawing/2014/main" id="{342C2A8B-1937-09C5-3521-D7D9DB357F0E}"/>
              </a:ext>
            </a:extLst>
          </p:cNvPr>
          <p:cNvSpPr/>
          <p:nvPr/>
        </p:nvSpPr>
        <p:spPr>
          <a:xfrm rot="18900000">
            <a:off x="4199630" y="2794966"/>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57">
            <a:extLst>
              <a:ext uri="{FF2B5EF4-FFF2-40B4-BE49-F238E27FC236}">
                <a16:creationId xmlns:a16="http://schemas.microsoft.com/office/drawing/2014/main" id="{19445A15-C98A-DE20-85BC-1AAE1C085422}"/>
              </a:ext>
            </a:extLst>
          </p:cNvPr>
          <p:cNvSpPr/>
          <p:nvPr userDrawn="1"/>
        </p:nvSpPr>
        <p:spPr>
          <a:xfrm rot="10800000">
            <a:off x="6851050" y="1036247"/>
            <a:ext cx="1259218" cy="228816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0">
                <a:srgbClr val="EAE4DD">
                  <a:alpha val="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26" name="Chart 25">
            <a:extLst>
              <a:ext uri="{FF2B5EF4-FFF2-40B4-BE49-F238E27FC236}">
                <a16:creationId xmlns:a16="http://schemas.microsoft.com/office/drawing/2014/main" id="{9AEAB0BC-8F45-4424-8268-F43B0426C978}"/>
              </a:ext>
            </a:extLst>
          </p:cNvPr>
          <p:cNvGraphicFramePr/>
          <p:nvPr userDrawn="1">
            <p:extLst>
              <p:ext uri="{D42A27DB-BD31-4B8C-83A1-F6EECF244321}">
                <p14:modId xmlns:p14="http://schemas.microsoft.com/office/powerpoint/2010/main" val="1932812578"/>
              </p:ext>
            </p:extLst>
          </p:nvPr>
        </p:nvGraphicFramePr>
        <p:xfrm>
          <a:off x="6337927" y="2485373"/>
          <a:ext cx="2283579" cy="1522386"/>
        </p:xfrm>
        <a:graphic>
          <a:graphicData uri="http://schemas.openxmlformats.org/drawingml/2006/chart">
            <c:chart xmlns:c="http://schemas.openxmlformats.org/drawingml/2006/chart" xmlns:r="http://schemas.openxmlformats.org/officeDocument/2006/relationships" r:id="rId3"/>
          </a:graphicData>
        </a:graphic>
      </p:graphicFrame>
      <p:sp>
        <p:nvSpPr>
          <p:cNvPr id="27" name="Oval 26">
            <a:extLst>
              <a:ext uri="{FF2B5EF4-FFF2-40B4-BE49-F238E27FC236}">
                <a16:creationId xmlns:a16="http://schemas.microsoft.com/office/drawing/2014/main" id="{481DEC7E-E3E4-5A32-DA5B-6271370CCE01}"/>
              </a:ext>
            </a:extLst>
          </p:cNvPr>
          <p:cNvSpPr/>
          <p:nvPr userDrawn="1"/>
        </p:nvSpPr>
        <p:spPr>
          <a:xfrm>
            <a:off x="7028116" y="2794966"/>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60">
            <a:extLst>
              <a:ext uri="{FF2B5EF4-FFF2-40B4-BE49-F238E27FC236}">
                <a16:creationId xmlns:a16="http://schemas.microsoft.com/office/drawing/2014/main" id="{9D6FFD3F-528B-4A5A-EA9A-5EB830163F44}"/>
              </a:ext>
            </a:extLst>
          </p:cNvPr>
          <p:cNvSpPr/>
          <p:nvPr userDrawn="1"/>
        </p:nvSpPr>
        <p:spPr>
          <a:xfrm>
            <a:off x="5425262" y="3913601"/>
            <a:ext cx="1259218" cy="228406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accent1"/>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44" name="Freeform 61">
            <a:extLst>
              <a:ext uri="{FF2B5EF4-FFF2-40B4-BE49-F238E27FC236}">
                <a16:creationId xmlns:a16="http://schemas.microsoft.com/office/drawing/2014/main" id="{7C40E5A5-B5AB-1525-E741-37A6B35668BE}"/>
              </a:ext>
            </a:extLst>
          </p:cNvPr>
          <p:cNvSpPr/>
          <p:nvPr userDrawn="1"/>
        </p:nvSpPr>
        <p:spPr>
          <a:xfrm>
            <a:off x="8262462" y="3913602"/>
            <a:ext cx="1259218" cy="2283082"/>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accent1"/>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77" name="Text Placeholder 75">
            <a:extLst>
              <a:ext uri="{FF2B5EF4-FFF2-40B4-BE49-F238E27FC236}">
                <a16:creationId xmlns:a16="http://schemas.microsoft.com/office/drawing/2014/main" id="{1A2F1737-F8FA-04CD-DBB6-B1619BDE71CF}"/>
              </a:ext>
            </a:extLst>
          </p:cNvPr>
          <p:cNvSpPr>
            <a:spLocks noGrp="1"/>
          </p:cNvSpPr>
          <p:nvPr>
            <p:ph type="body" sz="quarter" idx="11" hasCustomPrompt="1"/>
          </p:nvPr>
        </p:nvSpPr>
        <p:spPr>
          <a:xfrm>
            <a:off x="1713144" y="435047"/>
            <a:ext cx="8760197" cy="552450"/>
          </a:xfrm>
        </p:spPr>
        <p:txBody>
          <a:bodyPr/>
          <a:lstStyle>
            <a:lvl1pPr marL="0" indent="0" algn="ctr">
              <a:buNone/>
              <a:defRPr lang="en-US" sz="4400" b="1" kern="1200" dirty="0" smtClean="0">
                <a:solidFill>
                  <a:schemeClr val="bg1"/>
                </a:solidFill>
                <a:latin typeface="Barlow Medium" panose="00000600000000000000" pitchFamily="2" charset="0"/>
                <a:ea typeface="+mj-ea"/>
                <a:cs typeface="+mj-cs"/>
              </a:defRPr>
            </a:lvl1pPr>
          </a:lstStyle>
          <a:p>
            <a:pPr lvl="0"/>
            <a:r>
              <a:rPr lang="en-US"/>
              <a:t>Click to edit Master title style</a:t>
            </a:r>
            <a:endParaRPr lang="en-IN"/>
          </a:p>
        </p:txBody>
      </p:sp>
      <p:sp>
        <p:nvSpPr>
          <p:cNvPr id="80" name="Content Placeholder 78">
            <a:extLst>
              <a:ext uri="{FF2B5EF4-FFF2-40B4-BE49-F238E27FC236}">
                <a16:creationId xmlns:a16="http://schemas.microsoft.com/office/drawing/2014/main" id="{81DF78FE-081D-9D73-E005-BBF9935ECEE4}"/>
              </a:ext>
            </a:extLst>
          </p:cNvPr>
          <p:cNvSpPr>
            <a:spLocks noGrp="1"/>
          </p:cNvSpPr>
          <p:nvPr>
            <p:ph sz="quarter" idx="13" hasCustomPrompt="1"/>
          </p:nvPr>
        </p:nvSpPr>
        <p:spPr>
          <a:xfrm>
            <a:off x="4304416" y="2916591"/>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sp>
        <p:nvSpPr>
          <p:cNvPr id="82" name="Content Placeholder 78">
            <a:extLst>
              <a:ext uri="{FF2B5EF4-FFF2-40B4-BE49-F238E27FC236}">
                <a16:creationId xmlns:a16="http://schemas.microsoft.com/office/drawing/2014/main" id="{59BD77F7-D5E3-B3B8-2E11-18343F029D8C}"/>
              </a:ext>
            </a:extLst>
          </p:cNvPr>
          <p:cNvSpPr>
            <a:spLocks noGrp="1"/>
          </p:cNvSpPr>
          <p:nvPr>
            <p:ph sz="quarter" idx="15" hasCustomPrompt="1"/>
          </p:nvPr>
        </p:nvSpPr>
        <p:spPr>
          <a:xfrm>
            <a:off x="7144753" y="2943036"/>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sp>
        <p:nvSpPr>
          <p:cNvPr id="86" name="Text Placeholder 17">
            <a:extLst>
              <a:ext uri="{FF2B5EF4-FFF2-40B4-BE49-F238E27FC236}">
                <a16:creationId xmlns:a16="http://schemas.microsoft.com/office/drawing/2014/main" id="{C0283055-3B32-20C0-BCCE-4628A22EF5F3}"/>
              </a:ext>
            </a:extLst>
          </p:cNvPr>
          <p:cNvSpPr>
            <a:spLocks noGrp="1"/>
          </p:cNvSpPr>
          <p:nvPr>
            <p:ph type="body" sz="quarter" idx="19"/>
          </p:nvPr>
        </p:nvSpPr>
        <p:spPr>
          <a:xfrm>
            <a:off x="2603985" y="4835532"/>
            <a:ext cx="1231377" cy="727864"/>
          </a:xfrm>
        </p:spPr>
        <p:txBody>
          <a:bodyPr>
            <a:normAutofit/>
          </a:bodyPr>
          <a:lstStyle>
            <a:lvl1pPr marL="0" indent="0" algn="l">
              <a:buFont typeface="Arial" panose="020B0604020202020204" pitchFamily="34" charset="0"/>
              <a:buNone/>
              <a:defRPr sz="1200" b="0">
                <a:solidFill>
                  <a:schemeClr val="bg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87" name="Text Placeholder 17">
            <a:extLst>
              <a:ext uri="{FF2B5EF4-FFF2-40B4-BE49-F238E27FC236}">
                <a16:creationId xmlns:a16="http://schemas.microsoft.com/office/drawing/2014/main" id="{6AD64C47-E863-9FE7-D3C6-2CF8047F65CB}"/>
              </a:ext>
            </a:extLst>
          </p:cNvPr>
          <p:cNvSpPr>
            <a:spLocks noGrp="1"/>
          </p:cNvSpPr>
          <p:nvPr>
            <p:ph type="body" sz="quarter" idx="20"/>
          </p:nvPr>
        </p:nvSpPr>
        <p:spPr>
          <a:xfrm>
            <a:off x="4023491" y="1716402"/>
            <a:ext cx="1231377" cy="727864"/>
          </a:xfrm>
        </p:spPr>
        <p:txBody>
          <a:bodyPr>
            <a:normAutofit/>
          </a:bodyPr>
          <a:lstStyle>
            <a:lvl1pPr marL="0" indent="0" algn="l">
              <a:buFont typeface="Arial" panose="020B0604020202020204" pitchFamily="34" charset="0"/>
              <a:buNone/>
              <a:defRPr sz="1200" b="0">
                <a:solidFill>
                  <a:schemeClr val="tx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88" name="Text Placeholder 17">
            <a:extLst>
              <a:ext uri="{FF2B5EF4-FFF2-40B4-BE49-F238E27FC236}">
                <a16:creationId xmlns:a16="http://schemas.microsoft.com/office/drawing/2014/main" id="{AA2ED314-2D76-FD5B-4096-94F2DD0AE583}"/>
              </a:ext>
            </a:extLst>
          </p:cNvPr>
          <p:cNvSpPr>
            <a:spLocks noGrp="1"/>
          </p:cNvSpPr>
          <p:nvPr>
            <p:ph type="body" sz="quarter" idx="21"/>
          </p:nvPr>
        </p:nvSpPr>
        <p:spPr>
          <a:xfrm>
            <a:off x="6860352" y="1716402"/>
            <a:ext cx="1231377" cy="727864"/>
          </a:xfrm>
        </p:spPr>
        <p:txBody>
          <a:bodyPr>
            <a:normAutofit/>
          </a:bodyPr>
          <a:lstStyle>
            <a:lvl1pPr marL="0" indent="0" algn="l">
              <a:buFont typeface="Arial" panose="020B0604020202020204" pitchFamily="34" charset="0"/>
              <a:buNone/>
              <a:defRPr sz="1200" b="0">
                <a:solidFill>
                  <a:schemeClr val="tx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90" name="Text Placeholder 17">
            <a:extLst>
              <a:ext uri="{FF2B5EF4-FFF2-40B4-BE49-F238E27FC236}">
                <a16:creationId xmlns:a16="http://schemas.microsoft.com/office/drawing/2014/main" id="{7699AD6F-37E8-D417-5AB4-F0613BE2E683}"/>
              </a:ext>
            </a:extLst>
          </p:cNvPr>
          <p:cNvSpPr>
            <a:spLocks noGrp="1"/>
          </p:cNvSpPr>
          <p:nvPr>
            <p:ph type="body" sz="quarter" idx="23"/>
          </p:nvPr>
        </p:nvSpPr>
        <p:spPr>
          <a:xfrm>
            <a:off x="5432893" y="4835532"/>
            <a:ext cx="1231377" cy="727864"/>
          </a:xfrm>
        </p:spPr>
        <p:txBody>
          <a:bodyPr>
            <a:normAutofit/>
          </a:bodyPr>
          <a:lstStyle>
            <a:lvl1pPr marL="0" indent="0" algn="l">
              <a:buFont typeface="Arial" panose="020B0604020202020204" pitchFamily="34" charset="0"/>
              <a:buNone/>
              <a:defRPr sz="1200" b="0">
                <a:solidFill>
                  <a:schemeClr val="bg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sp>
        <p:nvSpPr>
          <p:cNvPr id="91" name="Text Placeholder 17">
            <a:extLst>
              <a:ext uri="{FF2B5EF4-FFF2-40B4-BE49-F238E27FC236}">
                <a16:creationId xmlns:a16="http://schemas.microsoft.com/office/drawing/2014/main" id="{A3623C65-01C4-A2AA-8BF5-B34DEF90AC79}"/>
              </a:ext>
            </a:extLst>
          </p:cNvPr>
          <p:cNvSpPr>
            <a:spLocks noGrp="1"/>
          </p:cNvSpPr>
          <p:nvPr>
            <p:ph type="body" sz="quarter" idx="24"/>
          </p:nvPr>
        </p:nvSpPr>
        <p:spPr>
          <a:xfrm>
            <a:off x="8282672" y="4835532"/>
            <a:ext cx="1231377" cy="727864"/>
          </a:xfrm>
        </p:spPr>
        <p:txBody>
          <a:bodyPr>
            <a:normAutofit/>
          </a:bodyPr>
          <a:lstStyle>
            <a:lvl1pPr marL="0" indent="0" algn="l">
              <a:buFont typeface="Arial" panose="020B0604020202020204" pitchFamily="34" charset="0"/>
              <a:buNone/>
              <a:defRPr sz="1200" b="0">
                <a:solidFill>
                  <a:schemeClr val="bg1"/>
                </a:solidFill>
                <a:latin typeface="Open Sans" pitchFamily="2" charset="0"/>
                <a:ea typeface="Open Sans" pitchFamily="2" charset="0"/>
                <a:cs typeface="Open Sans" pitchFamily="2" charset="0"/>
              </a:defRPr>
            </a:lvl1pPr>
          </a:lstStyle>
          <a:p>
            <a:pPr lvl="0"/>
            <a:r>
              <a:rPr lang="en-US"/>
              <a:t>Click to edit Master text styles</a:t>
            </a:r>
            <a:endParaRPr lang="en-IN"/>
          </a:p>
        </p:txBody>
      </p:sp>
      <p:graphicFrame>
        <p:nvGraphicFramePr>
          <p:cNvPr id="100" name="Chart 99">
            <a:extLst>
              <a:ext uri="{FF2B5EF4-FFF2-40B4-BE49-F238E27FC236}">
                <a16:creationId xmlns:a16="http://schemas.microsoft.com/office/drawing/2014/main" id="{96E7BC8C-6201-0BD0-5851-B438856CD50D}"/>
              </a:ext>
            </a:extLst>
          </p:cNvPr>
          <p:cNvGraphicFramePr/>
          <p:nvPr userDrawn="1">
            <p:extLst>
              <p:ext uri="{D42A27DB-BD31-4B8C-83A1-F6EECF244321}">
                <p14:modId xmlns:p14="http://schemas.microsoft.com/office/powerpoint/2010/main" val="44044212"/>
              </p:ext>
            </p:extLst>
          </p:nvPr>
        </p:nvGraphicFramePr>
        <p:xfrm>
          <a:off x="2077885" y="3246336"/>
          <a:ext cx="2283579" cy="1522386"/>
        </p:xfrm>
        <a:graphic>
          <a:graphicData uri="http://schemas.openxmlformats.org/drawingml/2006/chart">
            <c:chart xmlns:c="http://schemas.openxmlformats.org/drawingml/2006/chart" xmlns:r="http://schemas.openxmlformats.org/officeDocument/2006/relationships" r:id="rId4"/>
          </a:graphicData>
        </a:graphic>
      </p:graphicFrame>
      <p:sp>
        <p:nvSpPr>
          <p:cNvPr id="101" name="Oval 100">
            <a:extLst>
              <a:ext uri="{FF2B5EF4-FFF2-40B4-BE49-F238E27FC236}">
                <a16:creationId xmlns:a16="http://schemas.microsoft.com/office/drawing/2014/main" id="{E739744F-155B-43D3-6A0D-67A192AA7FE5}"/>
              </a:ext>
            </a:extLst>
          </p:cNvPr>
          <p:cNvSpPr/>
          <p:nvPr userDrawn="1"/>
        </p:nvSpPr>
        <p:spPr>
          <a:xfrm>
            <a:off x="2783455" y="3571310"/>
            <a:ext cx="872438" cy="872438"/>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Content Placeholder 78">
            <a:extLst>
              <a:ext uri="{FF2B5EF4-FFF2-40B4-BE49-F238E27FC236}">
                <a16:creationId xmlns:a16="http://schemas.microsoft.com/office/drawing/2014/main" id="{930C3527-1647-F98B-B741-F5DD69114946}"/>
              </a:ext>
            </a:extLst>
          </p:cNvPr>
          <p:cNvSpPr>
            <a:spLocks noGrp="1"/>
          </p:cNvSpPr>
          <p:nvPr>
            <p:ph sz="quarter" idx="12" hasCustomPrompt="1"/>
          </p:nvPr>
        </p:nvSpPr>
        <p:spPr>
          <a:xfrm>
            <a:off x="2891697" y="3713220"/>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graphicFrame>
        <p:nvGraphicFramePr>
          <p:cNvPr id="103" name="Chart 102">
            <a:extLst>
              <a:ext uri="{FF2B5EF4-FFF2-40B4-BE49-F238E27FC236}">
                <a16:creationId xmlns:a16="http://schemas.microsoft.com/office/drawing/2014/main" id="{B6A8C584-7814-4316-C7B6-8013735DB374}"/>
              </a:ext>
            </a:extLst>
          </p:cNvPr>
          <p:cNvGraphicFramePr/>
          <p:nvPr userDrawn="1">
            <p:extLst>
              <p:ext uri="{D42A27DB-BD31-4B8C-83A1-F6EECF244321}">
                <p14:modId xmlns:p14="http://schemas.microsoft.com/office/powerpoint/2010/main" val="1614023657"/>
              </p:ext>
            </p:extLst>
          </p:nvPr>
        </p:nvGraphicFramePr>
        <p:xfrm>
          <a:off x="4908435" y="3184215"/>
          <a:ext cx="2283579" cy="1522386"/>
        </p:xfrm>
        <a:graphic>
          <a:graphicData uri="http://schemas.openxmlformats.org/drawingml/2006/chart">
            <c:chart xmlns:c="http://schemas.openxmlformats.org/drawingml/2006/chart" xmlns:r="http://schemas.openxmlformats.org/officeDocument/2006/relationships" r:id="rId5"/>
          </a:graphicData>
        </a:graphic>
      </p:graphicFrame>
      <p:sp>
        <p:nvSpPr>
          <p:cNvPr id="104" name="Oval 103">
            <a:extLst>
              <a:ext uri="{FF2B5EF4-FFF2-40B4-BE49-F238E27FC236}">
                <a16:creationId xmlns:a16="http://schemas.microsoft.com/office/drawing/2014/main" id="{96649B97-DEFA-5EE9-B3ED-A6A40AFBB950}"/>
              </a:ext>
            </a:extLst>
          </p:cNvPr>
          <p:cNvSpPr/>
          <p:nvPr userDrawn="1"/>
        </p:nvSpPr>
        <p:spPr>
          <a:xfrm>
            <a:off x="5614005" y="3509189"/>
            <a:ext cx="872438" cy="872438"/>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Content Placeholder 78">
            <a:extLst>
              <a:ext uri="{FF2B5EF4-FFF2-40B4-BE49-F238E27FC236}">
                <a16:creationId xmlns:a16="http://schemas.microsoft.com/office/drawing/2014/main" id="{E0BCE497-1AA8-EB10-FC9F-5FF90846E1C8}"/>
              </a:ext>
            </a:extLst>
          </p:cNvPr>
          <p:cNvSpPr>
            <a:spLocks noGrp="1"/>
          </p:cNvSpPr>
          <p:nvPr>
            <p:ph sz="quarter" idx="14" hasCustomPrompt="1"/>
          </p:nvPr>
        </p:nvSpPr>
        <p:spPr>
          <a:xfrm>
            <a:off x="5715261" y="3629271"/>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graphicFrame>
        <p:nvGraphicFramePr>
          <p:cNvPr id="106" name="Chart 105">
            <a:extLst>
              <a:ext uri="{FF2B5EF4-FFF2-40B4-BE49-F238E27FC236}">
                <a16:creationId xmlns:a16="http://schemas.microsoft.com/office/drawing/2014/main" id="{9FC84A14-4C5A-BBB6-1BDD-F0BE8215464E}"/>
              </a:ext>
            </a:extLst>
          </p:cNvPr>
          <p:cNvGraphicFramePr/>
          <p:nvPr userDrawn="1">
            <p:extLst>
              <p:ext uri="{D42A27DB-BD31-4B8C-83A1-F6EECF244321}">
                <p14:modId xmlns:p14="http://schemas.microsoft.com/office/powerpoint/2010/main" val="1296580256"/>
              </p:ext>
            </p:extLst>
          </p:nvPr>
        </p:nvGraphicFramePr>
        <p:xfrm>
          <a:off x="7754669" y="3195523"/>
          <a:ext cx="2283579" cy="1522386"/>
        </p:xfrm>
        <a:graphic>
          <a:graphicData uri="http://schemas.openxmlformats.org/drawingml/2006/chart">
            <c:chart xmlns:c="http://schemas.openxmlformats.org/drawingml/2006/chart" xmlns:r="http://schemas.openxmlformats.org/officeDocument/2006/relationships" r:id="rId6"/>
          </a:graphicData>
        </a:graphic>
      </p:graphicFrame>
      <p:sp>
        <p:nvSpPr>
          <p:cNvPr id="107" name="Oval 106">
            <a:extLst>
              <a:ext uri="{FF2B5EF4-FFF2-40B4-BE49-F238E27FC236}">
                <a16:creationId xmlns:a16="http://schemas.microsoft.com/office/drawing/2014/main" id="{F833C2BF-5B05-0178-697F-8F83DB04C47B}"/>
              </a:ext>
            </a:extLst>
          </p:cNvPr>
          <p:cNvSpPr/>
          <p:nvPr userDrawn="1"/>
        </p:nvSpPr>
        <p:spPr>
          <a:xfrm rot="2700000">
            <a:off x="8444858" y="3505116"/>
            <a:ext cx="903201" cy="903201"/>
          </a:xfrm>
          <a:prstGeom prst="ellipse">
            <a:avLst/>
          </a:prstGeom>
          <a:solidFill>
            <a:schemeClr val="tx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Content Placeholder 78">
            <a:extLst>
              <a:ext uri="{FF2B5EF4-FFF2-40B4-BE49-F238E27FC236}">
                <a16:creationId xmlns:a16="http://schemas.microsoft.com/office/drawing/2014/main" id="{91FBD237-0D9A-F918-B4E0-065FBAF3369A}"/>
              </a:ext>
            </a:extLst>
          </p:cNvPr>
          <p:cNvSpPr>
            <a:spLocks noGrp="1"/>
          </p:cNvSpPr>
          <p:nvPr>
            <p:ph sz="quarter" idx="16" hasCustomPrompt="1"/>
          </p:nvPr>
        </p:nvSpPr>
        <p:spPr>
          <a:xfrm>
            <a:off x="8554638" y="3643716"/>
            <a:ext cx="669925" cy="646112"/>
          </a:xfrm>
        </p:spPr>
        <p:txBody>
          <a:bodyPr>
            <a:noAutofit/>
          </a:bodyPr>
          <a:lstStyle>
            <a:lvl1pPr marL="0" indent="0" algn="ctr">
              <a:buNone/>
              <a:defRPr sz="1200">
                <a:solidFill>
                  <a:schemeClr val="bg1"/>
                </a:solidFill>
              </a:defRPr>
            </a:lvl1pPr>
          </a:lstStyle>
          <a:p>
            <a:pPr lvl="0"/>
            <a:r>
              <a:rPr lang="en-US"/>
              <a:t>Insert Icon here</a:t>
            </a:r>
            <a:endParaRPr lang="en-IN"/>
          </a:p>
        </p:txBody>
      </p:sp>
    </p:spTree>
    <p:extLst>
      <p:ext uri="{BB962C8B-B14F-4D97-AF65-F5344CB8AC3E}">
        <p14:creationId xmlns:p14="http://schemas.microsoft.com/office/powerpoint/2010/main" val="1203444142"/>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5_Timeline/Roadmap">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718560-168F-E8A9-4F1A-BC4FAF66A1F3}"/>
              </a:ext>
            </a:extLst>
          </p:cNvPr>
          <p:cNvSpPr/>
          <p:nvPr userDrawn="1"/>
        </p:nvSpPr>
        <p:spPr>
          <a:xfrm>
            <a:off x="1476274" y="3105945"/>
            <a:ext cx="9254659" cy="882072"/>
          </a:xfrm>
          <a:prstGeom prst="rect">
            <a:avLst/>
          </a:prstGeom>
          <a:gradFill flip="none" rotWithShape="1">
            <a:gsLst>
              <a:gs pos="0">
                <a:schemeClr val="accent1"/>
              </a:gs>
              <a:gs pos="10000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 name="Straight Connector 6">
            <a:extLst>
              <a:ext uri="{FF2B5EF4-FFF2-40B4-BE49-F238E27FC236}">
                <a16:creationId xmlns:a16="http://schemas.microsoft.com/office/drawing/2014/main" id="{26F18EE7-9A3F-F8F7-7876-AB5FF00CA395}"/>
              </a:ext>
            </a:extLst>
          </p:cNvPr>
          <p:cNvCxnSpPr>
            <a:cxnSpLocks/>
          </p:cNvCxnSpPr>
          <p:nvPr userDrawn="1"/>
        </p:nvCxnSpPr>
        <p:spPr>
          <a:xfrm>
            <a:off x="1053266" y="3546981"/>
            <a:ext cx="967766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Content Placeholder 23">
            <a:extLst>
              <a:ext uri="{FF2B5EF4-FFF2-40B4-BE49-F238E27FC236}">
                <a16:creationId xmlns:a16="http://schemas.microsoft.com/office/drawing/2014/main" id="{BC98202B-12AD-6061-1E93-899441AF25A5}"/>
              </a:ext>
            </a:extLst>
          </p:cNvPr>
          <p:cNvSpPr>
            <a:spLocks noGrp="1"/>
          </p:cNvSpPr>
          <p:nvPr>
            <p:ph sz="quarter" idx="17" hasCustomPrompt="1"/>
          </p:nvPr>
        </p:nvSpPr>
        <p:spPr>
          <a:xfrm>
            <a:off x="5762614" y="3213594"/>
            <a:ext cx="666772" cy="666772"/>
          </a:xfrm>
          <a:prstGeom prst="ellipse">
            <a:avLst/>
          </a:prstGeom>
          <a:solidFill>
            <a:schemeClr val="tx2"/>
          </a:solidFill>
        </p:spPr>
        <p:txBody>
          <a:bodyPr>
            <a:noAutofit/>
          </a:bodyPr>
          <a:lstStyle>
            <a:lvl1pPr marL="0" indent="0" algn="ctr">
              <a:buNone/>
              <a:defRPr sz="800">
                <a:solidFill>
                  <a:schemeClr val="bg1"/>
                </a:solidFill>
              </a:defRPr>
            </a:lvl1pPr>
          </a:lstStyle>
          <a:p>
            <a:pPr lvl="0"/>
            <a:r>
              <a:rPr lang="en-US"/>
              <a:t>Insert content here</a:t>
            </a:r>
            <a:endParaRPr lang="en-IN"/>
          </a:p>
        </p:txBody>
      </p:sp>
      <p:sp>
        <p:nvSpPr>
          <p:cNvPr id="30" name="Content Placeholder 23">
            <a:extLst>
              <a:ext uri="{FF2B5EF4-FFF2-40B4-BE49-F238E27FC236}">
                <a16:creationId xmlns:a16="http://schemas.microsoft.com/office/drawing/2014/main" id="{EB643735-EA65-D91F-3A6E-C73CBA098297}"/>
              </a:ext>
            </a:extLst>
          </p:cNvPr>
          <p:cNvSpPr>
            <a:spLocks noGrp="1"/>
          </p:cNvSpPr>
          <p:nvPr>
            <p:ph sz="quarter" idx="18" hasCustomPrompt="1"/>
          </p:nvPr>
        </p:nvSpPr>
        <p:spPr>
          <a:xfrm>
            <a:off x="7258010" y="3213594"/>
            <a:ext cx="666772" cy="666772"/>
          </a:xfrm>
          <a:prstGeom prst="ellipse">
            <a:avLst/>
          </a:prstGeom>
          <a:solidFill>
            <a:schemeClr val="tx2"/>
          </a:solidFill>
        </p:spPr>
        <p:txBody>
          <a:bodyPr>
            <a:noAutofit/>
          </a:bodyPr>
          <a:lstStyle>
            <a:lvl1pPr marL="0" indent="0" algn="ctr">
              <a:buNone/>
              <a:defRPr sz="800">
                <a:solidFill>
                  <a:schemeClr val="bg1"/>
                </a:solidFill>
              </a:defRPr>
            </a:lvl1pPr>
          </a:lstStyle>
          <a:p>
            <a:pPr lvl="0"/>
            <a:r>
              <a:rPr lang="en-US"/>
              <a:t>Insert content here</a:t>
            </a:r>
            <a:endParaRPr lang="en-IN"/>
          </a:p>
        </p:txBody>
      </p:sp>
      <p:sp>
        <p:nvSpPr>
          <p:cNvPr id="31" name="Content Placeholder 23">
            <a:extLst>
              <a:ext uri="{FF2B5EF4-FFF2-40B4-BE49-F238E27FC236}">
                <a16:creationId xmlns:a16="http://schemas.microsoft.com/office/drawing/2014/main" id="{174B61E2-2DC1-2B4F-A49E-724D3A8E4902}"/>
              </a:ext>
            </a:extLst>
          </p:cNvPr>
          <p:cNvSpPr>
            <a:spLocks noGrp="1"/>
          </p:cNvSpPr>
          <p:nvPr>
            <p:ph sz="quarter" idx="19" hasCustomPrompt="1"/>
          </p:nvPr>
        </p:nvSpPr>
        <p:spPr>
          <a:xfrm>
            <a:off x="8753406" y="3203264"/>
            <a:ext cx="666772" cy="666772"/>
          </a:xfrm>
          <a:prstGeom prst="ellipse">
            <a:avLst/>
          </a:prstGeom>
          <a:solidFill>
            <a:schemeClr val="tx2"/>
          </a:solidFill>
        </p:spPr>
        <p:txBody>
          <a:bodyPr>
            <a:noAutofit/>
          </a:bodyPr>
          <a:lstStyle>
            <a:lvl1pPr marL="0" indent="0" algn="ctr">
              <a:buNone/>
              <a:defRPr sz="800">
                <a:solidFill>
                  <a:schemeClr val="bg1"/>
                </a:solidFill>
              </a:defRPr>
            </a:lvl1pPr>
          </a:lstStyle>
          <a:p>
            <a:pPr lvl="0"/>
            <a:r>
              <a:rPr lang="en-US"/>
              <a:t>Insert content here</a:t>
            </a:r>
            <a:endParaRPr lang="en-IN"/>
          </a:p>
        </p:txBody>
      </p:sp>
      <p:cxnSp>
        <p:nvCxnSpPr>
          <p:cNvPr id="52" name="Straight Connector 51">
            <a:extLst>
              <a:ext uri="{FF2B5EF4-FFF2-40B4-BE49-F238E27FC236}">
                <a16:creationId xmlns:a16="http://schemas.microsoft.com/office/drawing/2014/main" id="{8A38320C-F110-9684-9406-5E2809B585C7}"/>
              </a:ext>
            </a:extLst>
          </p:cNvPr>
          <p:cNvCxnSpPr>
            <a:endCxn id="55" idx="0"/>
          </p:cNvCxnSpPr>
          <p:nvPr userDrawn="1"/>
        </p:nvCxnSpPr>
        <p:spPr>
          <a:xfrm flipH="1">
            <a:off x="3102197" y="3229353"/>
            <a:ext cx="2114" cy="259744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33" name="Content Placeholder 78">
            <a:extLst>
              <a:ext uri="{FF2B5EF4-FFF2-40B4-BE49-F238E27FC236}">
                <a16:creationId xmlns:a16="http://schemas.microsoft.com/office/drawing/2014/main" id="{C1477727-E5D9-6BEC-EA60-D6A9A850B22D}"/>
              </a:ext>
            </a:extLst>
          </p:cNvPr>
          <p:cNvSpPr>
            <a:spLocks noGrp="1"/>
          </p:cNvSpPr>
          <p:nvPr>
            <p:ph sz="quarter" idx="12" hasCustomPrompt="1"/>
          </p:nvPr>
        </p:nvSpPr>
        <p:spPr>
          <a:xfrm>
            <a:off x="1035237" y="3105945"/>
            <a:ext cx="901731" cy="869678"/>
          </a:xfrm>
          <a:prstGeom prst="ellipse">
            <a:avLst/>
          </a:prstGeom>
          <a:solidFill>
            <a:schemeClr val="tx2"/>
          </a:solidFill>
        </p:spPr>
        <p:txBody>
          <a:bodyPr>
            <a:noAutofit/>
          </a:bodyPr>
          <a:lstStyle>
            <a:lvl1pPr marL="0" indent="0" algn="ctr">
              <a:buNone/>
              <a:defRPr sz="1200">
                <a:solidFill>
                  <a:schemeClr val="bg1"/>
                </a:solidFill>
              </a:defRPr>
            </a:lvl1pPr>
          </a:lstStyle>
          <a:p>
            <a:pPr lvl="0"/>
            <a:r>
              <a:rPr lang="en-US"/>
              <a:t>Insert Icon here</a:t>
            </a:r>
            <a:endParaRPr lang="en-IN"/>
          </a:p>
        </p:txBody>
      </p:sp>
      <p:sp>
        <p:nvSpPr>
          <p:cNvPr id="34" name="Content Placeholder 78">
            <a:extLst>
              <a:ext uri="{FF2B5EF4-FFF2-40B4-BE49-F238E27FC236}">
                <a16:creationId xmlns:a16="http://schemas.microsoft.com/office/drawing/2014/main" id="{057351ED-E565-6A39-EE44-10DFFD5594E9}"/>
              </a:ext>
            </a:extLst>
          </p:cNvPr>
          <p:cNvSpPr>
            <a:spLocks noGrp="1"/>
          </p:cNvSpPr>
          <p:nvPr>
            <p:ph sz="quarter" idx="20" hasCustomPrompt="1"/>
          </p:nvPr>
        </p:nvSpPr>
        <p:spPr>
          <a:xfrm>
            <a:off x="10248802" y="3112141"/>
            <a:ext cx="901731" cy="869678"/>
          </a:xfrm>
          <a:prstGeom prst="ellipse">
            <a:avLst/>
          </a:prstGeom>
          <a:solidFill>
            <a:schemeClr val="tx2"/>
          </a:solidFill>
        </p:spPr>
        <p:txBody>
          <a:bodyPr>
            <a:noAutofit/>
          </a:bodyPr>
          <a:lstStyle>
            <a:lvl1pPr marL="0" indent="0" algn="ctr">
              <a:buNone/>
              <a:defRPr sz="1200">
                <a:solidFill>
                  <a:schemeClr val="bg1"/>
                </a:solidFill>
              </a:defRPr>
            </a:lvl1pPr>
          </a:lstStyle>
          <a:p>
            <a:pPr lvl="0"/>
            <a:r>
              <a:rPr lang="en-US"/>
              <a:t>Insert Icon here</a:t>
            </a:r>
            <a:endParaRPr lang="en-IN"/>
          </a:p>
        </p:txBody>
      </p:sp>
      <p:sp>
        <p:nvSpPr>
          <p:cNvPr id="53" name="Oval 52">
            <a:extLst>
              <a:ext uri="{FF2B5EF4-FFF2-40B4-BE49-F238E27FC236}">
                <a16:creationId xmlns:a16="http://schemas.microsoft.com/office/drawing/2014/main" id="{DDBF9905-9724-6A73-2983-2D9946968D62}"/>
              </a:ext>
            </a:extLst>
          </p:cNvPr>
          <p:cNvSpPr/>
          <p:nvPr userDrawn="1"/>
        </p:nvSpPr>
        <p:spPr>
          <a:xfrm>
            <a:off x="3005626" y="4555757"/>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54" name="Oval 53">
            <a:extLst>
              <a:ext uri="{FF2B5EF4-FFF2-40B4-BE49-F238E27FC236}">
                <a16:creationId xmlns:a16="http://schemas.microsoft.com/office/drawing/2014/main" id="{CC536F99-A16F-26BB-08EE-3BA641BC774E}"/>
              </a:ext>
            </a:extLst>
          </p:cNvPr>
          <p:cNvSpPr/>
          <p:nvPr userDrawn="1"/>
        </p:nvSpPr>
        <p:spPr>
          <a:xfrm>
            <a:off x="3006223" y="5188935"/>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55" name="Oval 54">
            <a:extLst>
              <a:ext uri="{FF2B5EF4-FFF2-40B4-BE49-F238E27FC236}">
                <a16:creationId xmlns:a16="http://schemas.microsoft.com/office/drawing/2014/main" id="{E3AA2B3B-B812-0A60-80E0-3C365048AB0F}"/>
              </a:ext>
            </a:extLst>
          </p:cNvPr>
          <p:cNvSpPr/>
          <p:nvPr userDrawn="1"/>
        </p:nvSpPr>
        <p:spPr>
          <a:xfrm>
            <a:off x="3005626" y="5826801"/>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25" name="Content Placeholder 23">
            <a:extLst>
              <a:ext uri="{FF2B5EF4-FFF2-40B4-BE49-F238E27FC236}">
                <a16:creationId xmlns:a16="http://schemas.microsoft.com/office/drawing/2014/main" id="{5DA08EBD-1415-06BB-16F9-EA4E52107F1F}"/>
              </a:ext>
            </a:extLst>
          </p:cNvPr>
          <p:cNvSpPr>
            <a:spLocks noGrp="1"/>
          </p:cNvSpPr>
          <p:nvPr>
            <p:ph sz="quarter" idx="15" hasCustomPrompt="1"/>
          </p:nvPr>
        </p:nvSpPr>
        <p:spPr>
          <a:xfrm>
            <a:off x="2763972" y="3213594"/>
            <a:ext cx="666772" cy="666772"/>
          </a:xfrm>
          <a:prstGeom prst="ellipse">
            <a:avLst/>
          </a:prstGeom>
          <a:solidFill>
            <a:schemeClr val="tx2"/>
          </a:solidFill>
        </p:spPr>
        <p:txBody>
          <a:bodyPr>
            <a:noAutofit/>
          </a:bodyPr>
          <a:lstStyle>
            <a:lvl1pPr marL="0" indent="0" algn="ctr">
              <a:buNone/>
              <a:defRPr sz="800">
                <a:solidFill>
                  <a:schemeClr val="bg1"/>
                </a:solidFill>
              </a:defRPr>
            </a:lvl1pPr>
          </a:lstStyle>
          <a:p>
            <a:pPr lvl="0"/>
            <a:r>
              <a:rPr lang="en-US"/>
              <a:t>Insert content here</a:t>
            </a:r>
            <a:endParaRPr lang="en-IN"/>
          </a:p>
        </p:txBody>
      </p:sp>
      <p:cxnSp>
        <p:nvCxnSpPr>
          <p:cNvPr id="69" name="Straight Connector 68">
            <a:extLst>
              <a:ext uri="{FF2B5EF4-FFF2-40B4-BE49-F238E27FC236}">
                <a16:creationId xmlns:a16="http://schemas.microsoft.com/office/drawing/2014/main" id="{8D3CAE58-3A86-801C-2271-DF1B97FC05B6}"/>
              </a:ext>
            </a:extLst>
          </p:cNvPr>
          <p:cNvCxnSpPr/>
          <p:nvPr userDrawn="1"/>
        </p:nvCxnSpPr>
        <p:spPr>
          <a:xfrm flipH="1">
            <a:off x="4592970" y="1136809"/>
            <a:ext cx="2114" cy="259744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7" name="Content Placeholder 23">
            <a:extLst>
              <a:ext uri="{FF2B5EF4-FFF2-40B4-BE49-F238E27FC236}">
                <a16:creationId xmlns:a16="http://schemas.microsoft.com/office/drawing/2014/main" id="{0D37C339-6F45-DF3F-6280-27820D5DC21F}"/>
              </a:ext>
            </a:extLst>
          </p:cNvPr>
          <p:cNvSpPr>
            <a:spLocks noGrp="1"/>
          </p:cNvSpPr>
          <p:nvPr>
            <p:ph sz="quarter" idx="16" hasCustomPrompt="1"/>
          </p:nvPr>
        </p:nvSpPr>
        <p:spPr>
          <a:xfrm>
            <a:off x="4263293" y="3213594"/>
            <a:ext cx="666772" cy="666772"/>
          </a:xfrm>
          <a:prstGeom prst="ellipse">
            <a:avLst/>
          </a:prstGeom>
          <a:solidFill>
            <a:schemeClr val="tx2"/>
          </a:solidFill>
        </p:spPr>
        <p:txBody>
          <a:bodyPr>
            <a:noAutofit/>
          </a:bodyPr>
          <a:lstStyle>
            <a:lvl1pPr marL="0" indent="0" algn="ctr">
              <a:buNone/>
              <a:defRPr sz="800">
                <a:solidFill>
                  <a:schemeClr val="bg1"/>
                </a:solidFill>
              </a:defRPr>
            </a:lvl1pPr>
          </a:lstStyle>
          <a:p>
            <a:pPr lvl="0"/>
            <a:r>
              <a:rPr lang="en-US"/>
              <a:t>Insert content here</a:t>
            </a:r>
            <a:endParaRPr lang="en-IN"/>
          </a:p>
        </p:txBody>
      </p:sp>
      <p:sp>
        <p:nvSpPr>
          <p:cNvPr id="80" name="Text Placeholder 74">
            <a:extLst>
              <a:ext uri="{FF2B5EF4-FFF2-40B4-BE49-F238E27FC236}">
                <a16:creationId xmlns:a16="http://schemas.microsoft.com/office/drawing/2014/main" id="{77DFB414-EEEA-C09F-F1EA-CD2368080A59}"/>
              </a:ext>
            </a:extLst>
          </p:cNvPr>
          <p:cNvSpPr>
            <a:spLocks noGrp="1"/>
          </p:cNvSpPr>
          <p:nvPr>
            <p:ph type="body" sz="quarter" idx="33" hasCustomPrompt="1"/>
          </p:nvPr>
        </p:nvSpPr>
        <p:spPr>
          <a:xfrm>
            <a:off x="3248322" y="4090313"/>
            <a:ext cx="1992015" cy="317463"/>
          </a:xfrm>
        </p:spPr>
        <p:txBody>
          <a:bodyPr/>
          <a:lstStyle>
            <a:lvl1pPr marL="0" indent="0">
              <a:buNone/>
              <a:defRPr sz="2000" b="1">
                <a:latin typeface="Barlow" panose="00000500000000000000" pitchFamily="2" charset="0"/>
              </a:defRPr>
            </a:lvl1pPr>
            <a:lvl2pPr>
              <a:defRPr sz="1800"/>
            </a:lvl2pPr>
            <a:lvl3pPr>
              <a:defRPr sz="1600"/>
            </a:lvl3pPr>
          </a:lstStyle>
          <a:p>
            <a:pPr lvl="0"/>
            <a:r>
              <a:rPr lang="en-US"/>
              <a:t>Subheading</a:t>
            </a:r>
          </a:p>
        </p:txBody>
      </p:sp>
      <p:sp>
        <p:nvSpPr>
          <p:cNvPr id="81" name="Text Placeholder 74">
            <a:extLst>
              <a:ext uri="{FF2B5EF4-FFF2-40B4-BE49-F238E27FC236}">
                <a16:creationId xmlns:a16="http://schemas.microsoft.com/office/drawing/2014/main" id="{268C71BB-89FF-D7F5-5394-EABBA9A330E9}"/>
              </a:ext>
            </a:extLst>
          </p:cNvPr>
          <p:cNvSpPr>
            <a:spLocks noGrp="1"/>
          </p:cNvSpPr>
          <p:nvPr>
            <p:ph type="body" sz="quarter" idx="34" hasCustomPrompt="1"/>
          </p:nvPr>
        </p:nvSpPr>
        <p:spPr>
          <a:xfrm>
            <a:off x="3248321" y="4482368"/>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1</a:t>
            </a:r>
          </a:p>
        </p:txBody>
      </p:sp>
      <p:sp>
        <p:nvSpPr>
          <p:cNvPr id="82" name="Text Placeholder 74">
            <a:extLst>
              <a:ext uri="{FF2B5EF4-FFF2-40B4-BE49-F238E27FC236}">
                <a16:creationId xmlns:a16="http://schemas.microsoft.com/office/drawing/2014/main" id="{A7C9ED1D-FE93-D946-F8E8-4A2E4F10D197}"/>
              </a:ext>
            </a:extLst>
          </p:cNvPr>
          <p:cNvSpPr>
            <a:spLocks noGrp="1"/>
          </p:cNvSpPr>
          <p:nvPr>
            <p:ph type="body" sz="quarter" idx="35" hasCustomPrompt="1"/>
          </p:nvPr>
        </p:nvSpPr>
        <p:spPr>
          <a:xfrm>
            <a:off x="3248321" y="5134240"/>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2</a:t>
            </a:r>
          </a:p>
        </p:txBody>
      </p:sp>
      <p:sp>
        <p:nvSpPr>
          <p:cNvPr id="83" name="Text Placeholder 74">
            <a:extLst>
              <a:ext uri="{FF2B5EF4-FFF2-40B4-BE49-F238E27FC236}">
                <a16:creationId xmlns:a16="http://schemas.microsoft.com/office/drawing/2014/main" id="{30C250FE-3B2F-8E64-F74F-43A2ADEBB404}"/>
              </a:ext>
            </a:extLst>
          </p:cNvPr>
          <p:cNvSpPr>
            <a:spLocks noGrp="1"/>
          </p:cNvSpPr>
          <p:nvPr>
            <p:ph type="body" sz="quarter" idx="36" hasCustomPrompt="1"/>
          </p:nvPr>
        </p:nvSpPr>
        <p:spPr>
          <a:xfrm>
            <a:off x="3250236" y="5749256"/>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3</a:t>
            </a:r>
          </a:p>
        </p:txBody>
      </p:sp>
      <p:sp>
        <p:nvSpPr>
          <p:cNvPr id="84" name="Title 1">
            <a:extLst>
              <a:ext uri="{FF2B5EF4-FFF2-40B4-BE49-F238E27FC236}">
                <a16:creationId xmlns:a16="http://schemas.microsoft.com/office/drawing/2014/main" id="{187BD3FF-2BF4-D0F0-BC40-2AD164FC4035}"/>
              </a:ext>
            </a:extLst>
          </p:cNvPr>
          <p:cNvSpPr>
            <a:spLocks noGrp="1"/>
          </p:cNvSpPr>
          <p:nvPr>
            <p:ph type="title"/>
          </p:nvPr>
        </p:nvSpPr>
        <p:spPr>
          <a:xfrm>
            <a:off x="396663" y="471246"/>
            <a:ext cx="3663459" cy="1798429"/>
          </a:xfrm>
        </p:spPr>
        <p:txBody>
          <a:bodyPr/>
          <a:lstStyle/>
          <a:p>
            <a:r>
              <a:rPr lang="en-US"/>
              <a:t>Click to edit Master title style</a:t>
            </a:r>
            <a:endParaRPr lang="en-IN"/>
          </a:p>
        </p:txBody>
      </p:sp>
      <p:sp>
        <p:nvSpPr>
          <p:cNvPr id="141" name="Oval 140">
            <a:extLst>
              <a:ext uri="{FF2B5EF4-FFF2-40B4-BE49-F238E27FC236}">
                <a16:creationId xmlns:a16="http://schemas.microsoft.com/office/drawing/2014/main" id="{512C8301-9675-1ABE-32F5-2E991021C977}"/>
              </a:ext>
            </a:extLst>
          </p:cNvPr>
          <p:cNvSpPr/>
          <p:nvPr userDrawn="1"/>
        </p:nvSpPr>
        <p:spPr>
          <a:xfrm>
            <a:off x="4504545" y="1132495"/>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142" name="Oval 141">
            <a:extLst>
              <a:ext uri="{FF2B5EF4-FFF2-40B4-BE49-F238E27FC236}">
                <a16:creationId xmlns:a16="http://schemas.microsoft.com/office/drawing/2014/main" id="{4261A292-8F83-A379-4280-D58A80AAEC53}"/>
              </a:ext>
            </a:extLst>
          </p:cNvPr>
          <p:cNvSpPr/>
          <p:nvPr userDrawn="1"/>
        </p:nvSpPr>
        <p:spPr>
          <a:xfrm>
            <a:off x="4505142" y="1765673"/>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143" name="Oval 142">
            <a:extLst>
              <a:ext uri="{FF2B5EF4-FFF2-40B4-BE49-F238E27FC236}">
                <a16:creationId xmlns:a16="http://schemas.microsoft.com/office/drawing/2014/main" id="{1F5CCAB9-00A8-13E3-D61A-52AB81A5F65C}"/>
              </a:ext>
            </a:extLst>
          </p:cNvPr>
          <p:cNvSpPr/>
          <p:nvPr userDrawn="1"/>
        </p:nvSpPr>
        <p:spPr>
          <a:xfrm>
            <a:off x="4504545" y="2403539"/>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144" name="Text Placeholder 74">
            <a:extLst>
              <a:ext uri="{FF2B5EF4-FFF2-40B4-BE49-F238E27FC236}">
                <a16:creationId xmlns:a16="http://schemas.microsoft.com/office/drawing/2014/main" id="{1385A779-53A7-E703-C71F-6F867C0018EB}"/>
              </a:ext>
            </a:extLst>
          </p:cNvPr>
          <p:cNvSpPr>
            <a:spLocks noGrp="1"/>
          </p:cNvSpPr>
          <p:nvPr>
            <p:ph type="body" sz="quarter" idx="49" hasCustomPrompt="1"/>
          </p:nvPr>
        </p:nvSpPr>
        <p:spPr>
          <a:xfrm>
            <a:off x="4747240" y="1059106"/>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1</a:t>
            </a:r>
          </a:p>
        </p:txBody>
      </p:sp>
      <p:sp>
        <p:nvSpPr>
          <p:cNvPr id="145" name="Text Placeholder 74">
            <a:extLst>
              <a:ext uri="{FF2B5EF4-FFF2-40B4-BE49-F238E27FC236}">
                <a16:creationId xmlns:a16="http://schemas.microsoft.com/office/drawing/2014/main" id="{B073D01E-9BBD-B1EE-24ED-979DF9215425}"/>
              </a:ext>
            </a:extLst>
          </p:cNvPr>
          <p:cNvSpPr>
            <a:spLocks noGrp="1"/>
          </p:cNvSpPr>
          <p:nvPr>
            <p:ph type="body" sz="quarter" idx="50" hasCustomPrompt="1"/>
          </p:nvPr>
        </p:nvSpPr>
        <p:spPr>
          <a:xfrm>
            <a:off x="4747240" y="1710978"/>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2</a:t>
            </a:r>
          </a:p>
        </p:txBody>
      </p:sp>
      <p:sp>
        <p:nvSpPr>
          <p:cNvPr id="146" name="Text Placeholder 74">
            <a:extLst>
              <a:ext uri="{FF2B5EF4-FFF2-40B4-BE49-F238E27FC236}">
                <a16:creationId xmlns:a16="http://schemas.microsoft.com/office/drawing/2014/main" id="{E3757DA5-6829-5E7E-5CB5-B9BD84D7F22C}"/>
              </a:ext>
            </a:extLst>
          </p:cNvPr>
          <p:cNvSpPr>
            <a:spLocks noGrp="1"/>
          </p:cNvSpPr>
          <p:nvPr>
            <p:ph type="body" sz="quarter" idx="51" hasCustomPrompt="1"/>
          </p:nvPr>
        </p:nvSpPr>
        <p:spPr>
          <a:xfrm>
            <a:off x="4749155" y="2325994"/>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3</a:t>
            </a:r>
          </a:p>
        </p:txBody>
      </p:sp>
      <p:sp>
        <p:nvSpPr>
          <p:cNvPr id="147" name="Text Placeholder 74">
            <a:extLst>
              <a:ext uri="{FF2B5EF4-FFF2-40B4-BE49-F238E27FC236}">
                <a16:creationId xmlns:a16="http://schemas.microsoft.com/office/drawing/2014/main" id="{0AD34D85-629E-8436-265B-D2E04C221617}"/>
              </a:ext>
            </a:extLst>
          </p:cNvPr>
          <p:cNvSpPr>
            <a:spLocks noGrp="1"/>
          </p:cNvSpPr>
          <p:nvPr>
            <p:ph type="body" sz="quarter" idx="52" hasCustomPrompt="1"/>
          </p:nvPr>
        </p:nvSpPr>
        <p:spPr>
          <a:xfrm>
            <a:off x="4747241" y="665173"/>
            <a:ext cx="1992015" cy="317463"/>
          </a:xfrm>
        </p:spPr>
        <p:txBody>
          <a:bodyPr/>
          <a:lstStyle>
            <a:lvl1pPr marL="0" indent="0">
              <a:buNone/>
              <a:defRPr sz="2000" b="1">
                <a:latin typeface="Barlow" panose="00000500000000000000" pitchFamily="2" charset="0"/>
              </a:defRPr>
            </a:lvl1pPr>
            <a:lvl2pPr>
              <a:defRPr sz="1800"/>
            </a:lvl2pPr>
            <a:lvl3pPr>
              <a:defRPr sz="1600"/>
            </a:lvl3pPr>
          </a:lstStyle>
          <a:p>
            <a:pPr lvl="0"/>
            <a:r>
              <a:rPr lang="en-US"/>
              <a:t>Subheading</a:t>
            </a:r>
          </a:p>
        </p:txBody>
      </p:sp>
      <p:cxnSp>
        <p:nvCxnSpPr>
          <p:cNvPr id="149" name="Straight Connector 148">
            <a:extLst>
              <a:ext uri="{FF2B5EF4-FFF2-40B4-BE49-F238E27FC236}">
                <a16:creationId xmlns:a16="http://schemas.microsoft.com/office/drawing/2014/main" id="{74A355D3-A901-47CF-8C15-080D98FC2BBB}"/>
              </a:ext>
            </a:extLst>
          </p:cNvPr>
          <p:cNvCxnSpPr>
            <a:endCxn id="152" idx="0"/>
          </p:cNvCxnSpPr>
          <p:nvPr userDrawn="1"/>
        </p:nvCxnSpPr>
        <p:spPr>
          <a:xfrm flipH="1">
            <a:off x="6067903" y="3229551"/>
            <a:ext cx="2114" cy="259744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50" name="Oval 149">
            <a:extLst>
              <a:ext uri="{FF2B5EF4-FFF2-40B4-BE49-F238E27FC236}">
                <a16:creationId xmlns:a16="http://schemas.microsoft.com/office/drawing/2014/main" id="{876FDBF6-6AC9-7ACD-278D-68C81C04C689}"/>
              </a:ext>
            </a:extLst>
          </p:cNvPr>
          <p:cNvSpPr/>
          <p:nvPr userDrawn="1"/>
        </p:nvSpPr>
        <p:spPr>
          <a:xfrm>
            <a:off x="5971332" y="4555955"/>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151" name="Oval 150">
            <a:extLst>
              <a:ext uri="{FF2B5EF4-FFF2-40B4-BE49-F238E27FC236}">
                <a16:creationId xmlns:a16="http://schemas.microsoft.com/office/drawing/2014/main" id="{8956EE46-A1BA-464A-678C-A99185FB71DF}"/>
              </a:ext>
            </a:extLst>
          </p:cNvPr>
          <p:cNvSpPr/>
          <p:nvPr userDrawn="1"/>
        </p:nvSpPr>
        <p:spPr>
          <a:xfrm>
            <a:off x="5971929" y="5189133"/>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152" name="Oval 151">
            <a:extLst>
              <a:ext uri="{FF2B5EF4-FFF2-40B4-BE49-F238E27FC236}">
                <a16:creationId xmlns:a16="http://schemas.microsoft.com/office/drawing/2014/main" id="{C78D0618-A5F4-D898-8249-5CAC95AF56E3}"/>
              </a:ext>
            </a:extLst>
          </p:cNvPr>
          <p:cNvSpPr/>
          <p:nvPr userDrawn="1"/>
        </p:nvSpPr>
        <p:spPr>
          <a:xfrm>
            <a:off x="5971332" y="5826999"/>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153" name="Text Placeholder 74">
            <a:extLst>
              <a:ext uri="{FF2B5EF4-FFF2-40B4-BE49-F238E27FC236}">
                <a16:creationId xmlns:a16="http://schemas.microsoft.com/office/drawing/2014/main" id="{AD9238F5-D397-5AD3-1DBD-4D5661D2C433}"/>
              </a:ext>
            </a:extLst>
          </p:cNvPr>
          <p:cNvSpPr>
            <a:spLocks noGrp="1"/>
          </p:cNvSpPr>
          <p:nvPr>
            <p:ph type="body" sz="quarter" idx="53" hasCustomPrompt="1"/>
          </p:nvPr>
        </p:nvSpPr>
        <p:spPr>
          <a:xfrm>
            <a:off x="6214028" y="4090511"/>
            <a:ext cx="1992015" cy="317463"/>
          </a:xfrm>
        </p:spPr>
        <p:txBody>
          <a:bodyPr/>
          <a:lstStyle>
            <a:lvl1pPr marL="0" indent="0">
              <a:buNone/>
              <a:defRPr sz="2000" b="1">
                <a:latin typeface="Barlow" panose="00000500000000000000" pitchFamily="2" charset="0"/>
              </a:defRPr>
            </a:lvl1pPr>
            <a:lvl2pPr>
              <a:defRPr sz="1800"/>
            </a:lvl2pPr>
            <a:lvl3pPr>
              <a:defRPr sz="1600"/>
            </a:lvl3pPr>
          </a:lstStyle>
          <a:p>
            <a:pPr lvl="0"/>
            <a:r>
              <a:rPr lang="en-US"/>
              <a:t>Subheading</a:t>
            </a:r>
          </a:p>
        </p:txBody>
      </p:sp>
      <p:sp>
        <p:nvSpPr>
          <p:cNvPr id="154" name="Text Placeholder 74">
            <a:extLst>
              <a:ext uri="{FF2B5EF4-FFF2-40B4-BE49-F238E27FC236}">
                <a16:creationId xmlns:a16="http://schemas.microsoft.com/office/drawing/2014/main" id="{266B5D54-3114-EB59-6784-24075C4F8721}"/>
              </a:ext>
            </a:extLst>
          </p:cNvPr>
          <p:cNvSpPr>
            <a:spLocks noGrp="1"/>
          </p:cNvSpPr>
          <p:nvPr>
            <p:ph type="body" sz="quarter" idx="54" hasCustomPrompt="1"/>
          </p:nvPr>
        </p:nvSpPr>
        <p:spPr>
          <a:xfrm>
            <a:off x="6214027" y="4482566"/>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1</a:t>
            </a:r>
          </a:p>
        </p:txBody>
      </p:sp>
      <p:sp>
        <p:nvSpPr>
          <p:cNvPr id="155" name="Text Placeholder 74">
            <a:extLst>
              <a:ext uri="{FF2B5EF4-FFF2-40B4-BE49-F238E27FC236}">
                <a16:creationId xmlns:a16="http://schemas.microsoft.com/office/drawing/2014/main" id="{AF7A92CD-FDF0-43E2-54C4-353F99E86073}"/>
              </a:ext>
            </a:extLst>
          </p:cNvPr>
          <p:cNvSpPr>
            <a:spLocks noGrp="1"/>
          </p:cNvSpPr>
          <p:nvPr>
            <p:ph type="body" sz="quarter" idx="55" hasCustomPrompt="1"/>
          </p:nvPr>
        </p:nvSpPr>
        <p:spPr>
          <a:xfrm>
            <a:off x="6214027" y="5134438"/>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2</a:t>
            </a:r>
          </a:p>
        </p:txBody>
      </p:sp>
      <p:sp>
        <p:nvSpPr>
          <p:cNvPr id="156" name="Text Placeholder 74">
            <a:extLst>
              <a:ext uri="{FF2B5EF4-FFF2-40B4-BE49-F238E27FC236}">
                <a16:creationId xmlns:a16="http://schemas.microsoft.com/office/drawing/2014/main" id="{F8CD8510-A813-102D-2FAD-280C3EB19A06}"/>
              </a:ext>
            </a:extLst>
          </p:cNvPr>
          <p:cNvSpPr>
            <a:spLocks noGrp="1"/>
          </p:cNvSpPr>
          <p:nvPr>
            <p:ph type="body" sz="quarter" idx="56" hasCustomPrompt="1"/>
          </p:nvPr>
        </p:nvSpPr>
        <p:spPr>
          <a:xfrm>
            <a:off x="6215942" y="5749454"/>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3</a:t>
            </a:r>
          </a:p>
        </p:txBody>
      </p:sp>
      <p:cxnSp>
        <p:nvCxnSpPr>
          <p:cNvPr id="157" name="Straight Connector 156">
            <a:extLst>
              <a:ext uri="{FF2B5EF4-FFF2-40B4-BE49-F238E27FC236}">
                <a16:creationId xmlns:a16="http://schemas.microsoft.com/office/drawing/2014/main" id="{C720AB1A-E64E-667F-D30E-45A8C246C9DA}"/>
              </a:ext>
            </a:extLst>
          </p:cNvPr>
          <p:cNvCxnSpPr>
            <a:endCxn id="160" idx="0"/>
          </p:cNvCxnSpPr>
          <p:nvPr userDrawn="1"/>
        </p:nvCxnSpPr>
        <p:spPr>
          <a:xfrm flipH="1">
            <a:off x="9064484" y="3231153"/>
            <a:ext cx="2114" cy="259744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58" name="Oval 157">
            <a:extLst>
              <a:ext uri="{FF2B5EF4-FFF2-40B4-BE49-F238E27FC236}">
                <a16:creationId xmlns:a16="http://schemas.microsoft.com/office/drawing/2014/main" id="{CEEED0BC-940B-1C92-1DDE-33C6F18C2726}"/>
              </a:ext>
            </a:extLst>
          </p:cNvPr>
          <p:cNvSpPr/>
          <p:nvPr userDrawn="1"/>
        </p:nvSpPr>
        <p:spPr>
          <a:xfrm>
            <a:off x="8967913" y="4557557"/>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159" name="Oval 158">
            <a:extLst>
              <a:ext uri="{FF2B5EF4-FFF2-40B4-BE49-F238E27FC236}">
                <a16:creationId xmlns:a16="http://schemas.microsoft.com/office/drawing/2014/main" id="{0D60993E-C550-CA3B-62B9-162F7F6CEF7F}"/>
              </a:ext>
            </a:extLst>
          </p:cNvPr>
          <p:cNvSpPr/>
          <p:nvPr userDrawn="1"/>
        </p:nvSpPr>
        <p:spPr>
          <a:xfrm>
            <a:off x="8968510" y="5190735"/>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160" name="Oval 159">
            <a:extLst>
              <a:ext uri="{FF2B5EF4-FFF2-40B4-BE49-F238E27FC236}">
                <a16:creationId xmlns:a16="http://schemas.microsoft.com/office/drawing/2014/main" id="{8312B568-E88C-6D68-58E1-8670D9552806}"/>
              </a:ext>
            </a:extLst>
          </p:cNvPr>
          <p:cNvSpPr/>
          <p:nvPr userDrawn="1"/>
        </p:nvSpPr>
        <p:spPr>
          <a:xfrm>
            <a:off x="8967913" y="5828601"/>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161" name="Text Placeholder 74">
            <a:extLst>
              <a:ext uri="{FF2B5EF4-FFF2-40B4-BE49-F238E27FC236}">
                <a16:creationId xmlns:a16="http://schemas.microsoft.com/office/drawing/2014/main" id="{DA7EADC4-3437-3B71-694D-09E02CDA9F8E}"/>
              </a:ext>
            </a:extLst>
          </p:cNvPr>
          <p:cNvSpPr>
            <a:spLocks noGrp="1"/>
          </p:cNvSpPr>
          <p:nvPr>
            <p:ph type="body" sz="quarter" idx="57" hasCustomPrompt="1"/>
          </p:nvPr>
        </p:nvSpPr>
        <p:spPr>
          <a:xfrm>
            <a:off x="9210609" y="4092113"/>
            <a:ext cx="1992015" cy="317463"/>
          </a:xfrm>
        </p:spPr>
        <p:txBody>
          <a:bodyPr/>
          <a:lstStyle>
            <a:lvl1pPr marL="0" indent="0">
              <a:buNone/>
              <a:defRPr sz="2000" b="1">
                <a:latin typeface="Barlow" panose="00000500000000000000" pitchFamily="2" charset="0"/>
              </a:defRPr>
            </a:lvl1pPr>
            <a:lvl2pPr>
              <a:defRPr sz="1800"/>
            </a:lvl2pPr>
            <a:lvl3pPr>
              <a:defRPr sz="1600"/>
            </a:lvl3pPr>
          </a:lstStyle>
          <a:p>
            <a:pPr lvl="0"/>
            <a:r>
              <a:rPr lang="en-US"/>
              <a:t>Subheading</a:t>
            </a:r>
          </a:p>
        </p:txBody>
      </p:sp>
      <p:sp>
        <p:nvSpPr>
          <p:cNvPr id="162" name="Text Placeholder 74">
            <a:extLst>
              <a:ext uri="{FF2B5EF4-FFF2-40B4-BE49-F238E27FC236}">
                <a16:creationId xmlns:a16="http://schemas.microsoft.com/office/drawing/2014/main" id="{032A2C98-DBFB-C03F-70E6-30CDC76C8E70}"/>
              </a:ext>
            </a:extLst>
          </p:cNvPr>
          <p:cNvSpPr>
            <a:spLocks noGrp="1"/>
          </p:cNvSpPr>
          <p:nvPr>
            <p:ph type="body" sz="quarter" idx="58" hasCustomPrompt="1"/>
          </p:nvPr>
        </p:nvSpPr>
        <p:spPr>
          <a:xfrm>
            <a:off x="9210608" y="4484168"/>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1</a:t>
            </a:r>
          </a:p>
        </p:txBody>
      </p:sp>
      <p:sp>
        <p:nvSpPr>
          <p:cNvPr id="163" name="Text Placeholder 74">
            <a:extLst>
              <a:ext uri="{FF2B5EF4-FFF2-40B4-BE49-F238E27FC236}">
                <a16:creationId xmlns:a16="http://schemas.microsoft.com/office/drawing/2014/main" id="{985D4A03-2CDC-31F6-B192-369356C61ABC}"/>
              </a:ext>
            </a:extLst>
          </p:cNvPr>
          <p:cNvSpPr>
            <a:spLocks noGrp="1"/>
          </p:cNvSpPr>
          <p:nvPr>
            <p:ph type="body" sz="quarter" idx="59" hasCustomPrompt="1"/>
          </p:nvPr>
        </p:nvSpPr>
        <p:spPr>
          <a:xfrm>
            <a:off x="9210608" y="5136040"/>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2</a:t>
            </a:r>
          </a:p>
        </p:txBody>
      </p:sp>
      <p:sp>
        <p:nvSpPr>
          <p:cNvPr id="164" name="Text Placeholder 74">
            <a:extLst>
              <a:ext uri="{FF2B5EF4-FFF2-40B4-BE49-F238E27FC236}">
                <a16:creationId xmlns:a16="http://schemas.microsoft.com/office/drawing/2014/main" id="{32CECDC3-E565-A0C4-7A4E-5D6972CC978A}"/>
              </a:ext>
            </a:extLst>
          </p:cNvPr>
          <p:cNvSpPr>
            <a:spLocks noGrp="1"/>
          </p:cNvSpPr>
          <p:nvPr>
            <p:ph type="body" sz="quarter" idx="60" hasCustomPrompt="1"/>
          </p:nvPr>
        </p:nvSpPr>
        <p:spPr>
          <a:xfrm>
            <a:off x="9212523" y="5751056"/>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3</a:t>
            </a:r>
          </a:p>
        </p:txBody>
      </p:sp>
      <p:cxnSp>
        <p:nvCxnSpPr>
          <p:cNvPr id="172" name="Straight Connector 171">
            <a:extLst>
              <a:ext uri="{FF2B5EF4-FFF2-40B4-BE49-F238E27FC236}">
                <a16:creationId xmlns:a16="http://schemas.microsoft.com/office/drawing/2014/main" id="{0F433108-739E-2887-1691-82249F920A3A}"/>
              </a:ext>
            </a:extLst>
          </p:cNvPr>
          <p:cNvCxnSpPr/>
          <p:nvPr userDrawn="1"/>
        </p:nvCxnSpPr>
        <p:spPr>
          <a:xfrm flipH="1">
            <a:off x="7565640" y="1136809"/>
            <a:ext cx="2114" cy="259744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73" name="Oval 172">
            <a:extLst>
              <a:ext uri="{FF2B5EF4-FFF2-40B4-BE49-F238E27FC236}">
                <a16:creationId xmlns:a16="http://schemas.microsoft.com/office/drawing/2014/main" id="{6059F916-3B01-A7D0-7D25-49418E03FB8F}"/>
              </a:ext>
            </a:extLst>
          </p:cNvPr>
          <p:cNvSpPr/>
          <p:nvPr userDrawn="1"/>
        </p:nvSpPr>
        <p:spPr>
          <a:xfrm>
            <a:off x="7477215" y="1132495"/>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174" name="Oval 173">
            <a:extLst>
              <a:ext uri="{FF2B5EF4-FFF2-40B4-BE49-F238E27FC236}">
                <a16:creationId xmlns:a16="http://schemas.microsoft.com/office/drawing/2014/main" id="{435312CA-7FA6-6F2E-5949-8EB5AA1EE2FD}"/>
              </a:ext>
            </a:extLst>
          </p:cNvPr>
          <p:cNvSpPr/>
          <p:nvPr userDrawn="1"/>
        </p:nvSpPr>
        <p:spPr>
          <a:xfrm>
            <a:off x="7477812" y="1765673"/>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175" name="Oval 174">
            <a:extLst>
              <a:ext uri="{FF2B5EF4-FFF2-40B4-BE49-F238E27FC236}">
                <a16:creationId xmlns:a16="http://schemas.microsoft.com/office/drawing/2014/main" id="{E3AA5E5C-67A9-4CD7-85A0-B493A3CE1C1B}"/>
              </a:ext>
            </a:extLst>
          </p:cNvPr>
          <p:cNvSpPr/>
          <p:nvPr userDrawn="1"/>
        </p:nvSpPr>
        <p:spPr>
          <a:xfrm>
            <a:off x="7477215" y="2403539"/>
            <a:ext cx="193141" cy="193141"/>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a:latin typeface="+mj-lt"/>
            </a:endParaRPr>
          </a:p>
        </p:txBody>
      </p:sp>
      <p:sp>
        <p:nvSpPr>
          <p:cNvPr id="176" name="Text Placeholder 74">
            <a:extLst>
              <a:ext uri="{FF2B5EF4-FFF2-40B4-BE49-F238E27FC236}">
                <a16:creationId xmlns:a16="http://schemas.microsoft.com/office/drawing/2014/main" id="{8C1E1BF6-12BC-FDD3-3E98-C017EED796F0}"/>
              </a:ext>
            </a:extLst>
          </p:cNvPr>
          <p:cNvSpPr>
            <a:spLocks noGrp="1"/>
          </p:cNvSpPr>
          <p:nvPr>
            <p:ph type="body" sz="quarter" idx="61" hasCustomPrompt="1"/>
          </p:nvPr>
        </p:nvSpPr>
        <p:spPr>
          <a:xfrm>
            <a:off x="7719910" y="1059106"/>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1</a:t>
            </a:r>
          </a:p>
        </p:txBody>
      </p:sp>
      <p:sp>
        <p:nvSpPr>
          <p:cNvPr id="177" name="Text Placeholder 74">
            <a:extLst>
              <a:ext uri="{FF2B5EF4-FFF2-40B4-BE49-F238E27FC236}">
                <a16:creationId xmlns:a16="http://schemas.microsoft.com/office/drawing/2014/main" id="{FD0E3C09-90D8-CE0C-2F09-5DC009D37759}"/>
              </a:ext>
            </a:extLst>
          </p:cNvPr>
          <p:cNvSpPr>
            <a:spLocks noGrp="1"/>
          </p:cNvSpPr>
          <p:nvPr>
            <p:ph type="body" sz="quarter" idx="62" hasCustomPrompt="1"/>
          </p:nvPr>
        </p:nvSpPr>
        <p:spPr>
          <a:xfrm>
            <a:off x="7719910" y="1710978"/>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2</a:t>
            </a:r>
          </a:p>
        </p:txBody>
      </p:sp>
      <p:sp>
        <p:nvSpPr>
          <p:cNvPr id="178" name="Text Placeholder 74">
            <a:extLst>
              <a:ext uri="{FF2B5EF4-FFF2-40B4-BE49-F238E27FC236}">
                <a16:creationId xmlns:a16="http://schemas.microsoft.com/office/drawing/2014/main" id="{ABF08054-C517-CE9B-D9DB-2DF3CBC0820D}"/>
              </a:ext>
            </a:extLst>
          </p:cNvPr>
          <p:cNvSpPr>
            <a:spLocks noGrp="1"/>
          </p:cNvSpPr>
          <p:nvPr>
            <p:ph type="body" sz="quarter" idx="63" hasCustomPrompt="1"/>
          </p:nvPr>
        </p:nvSpPr>
        <p:spPr>
          <a:xfrm>
            <a:off x="7721825" y="2325994"/>
            <a:ext cx="1992015" cy="358261"/>
          </a:xfrm>
        </p:spPr>
        <p:txBody>
          <a:bodyPr>
            <a:normAutofit/>
          </a:bodyPr>
          <a:lstStyle>
            <a:lvl1pPr marL="0" indent="0">
              <a:buNone/>
              <a:defRPr sz="1400" b="0">
                <a:latin typeface="Open Sans" pitchFamily="2" charset="0"/>
                <a:ea typeface="Open Sans" pitchFamily="2" charset="0"/>
                <a:cs typeface="Open Sans" pitchFamily="2" charset="0"/>
              </a:defRPr>
            </a:lvl1pPr>
            <a:lvl2pPr>
              <a:defRPr sz="1800"/>
            </a:lvl2pPr>
            <a:lvl3pPr>
              <a:defRPr sz="1600"/>
            </a:lvl3pPr>
          </a:lstStyle>
          <a:p>
            <a:pPr lvl="0"/>
            <a:r>
              <a:rPr lang="en-US"/>
              <a:t>Point 3</a:t>
            </a:r>
          </a:p>
        </p:txBody>
      </p:sp>
      <p:sp>
        <p:nvSpPr>
          <p:cNvPr id="179" name="Text Placeholder 74">
            <a:extLst>
              <a:ext uri="{FF2B5EF4-FFF2-40B4-BE49-F238E27FC236}">
                <a16:creationId xmlns:a16="http://schemas.microsoft.com/office/drawing/2014/main" id="{DD80457C-31BE-46E7-8BED-90E6205E3CCA}"/>
              </a:ext>
            </a:extLst>
          </p:cNvPr>
          <p:cNvSpPr>
            <a:spLocks noGrp="1"/>
          </p:cNvSpPr>
          <p:nvPr>
            <p:ph type="body" sz="quarter" idx="64" hasCustomPrompt="1"/>
          </p:nvPr>
        </p:nvSpPr>
        <p:spPr>
          <a:xfrm>
            <a:off x="7719911" y="665173"/>
            <a:ext cx="1992015" cy="317463"/>
          </a:xfrm>
        </p:spPr>
        <p:txBody>
          <a:bodyPr/>
          <a:lstStyle>
            <a:lvl1pPr marL="0" indent="0">
              <a:buNone/>
              <a:defRPr sz="2000" b="1">
                <a:latin typeface="Barlow" panose="00000500000000000000" pitchFamily="2" charset="0"/>
              </a:defRPr>
            </a:lvl1pPr>
            <a:lvl2pPr>
              <a:defRPr sz="1800"/>
            </a:lvl2pPr>
            <a:lvl3pPr>
              <a:defRPr sz="1600"/>
            </a:lvl3pPr>
          </a:lstStyle>
          <a:p>
            <a:pPr lvl="0"/>
            <a:r>
              <a:rPr lang="en-US"/>
              <a:t>Subheading</a:t>
            </a:r>
          </a:p>
        </p:txBody>
      </p:sp>
    </p:spTree>
    <p:extLst>
      <p:ext uri="{BB962C8B-B14F-4D97-AF65-F5344CB8AC3E}">
        <p14:creationId xmlns:p14="http://schemas.microsoft.com/office/powerpoint/2010/main" val="249371028"/>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6_Timeline/Roadmap">
    <p:spTree>
      <p:nvGrpSpPr>
        <p:cNvPr id="1" name=""/>
        <p:cNvGrpSpPr/>
        <p:nvPr/>
      </p:nvGrpSpPr>
      <p:grpSpPr>
        <a:xfrm>
          <a:off x="0" y="0"/>
          <a:ext cx="0" cy="0"/>
          <a:chOff x="0" y="0"/>
          <a:chExt cx="0" cy="0"/>
        </a:xfrm>
      </p:grpSpPr>
      <p:sp>
        <p:nvSpPr>
          <p:cNvPr id="20" name="Freeform 57">
            <a:extLst>
              <a:ext uri="{FF2B5EF4-FFF2-40B4-BE49-F238E27FC236}">
                <a16:creationId xmlns:a16="http://schemas.microsoft.com/office/drawing/2014/main" id="{CBCA779C-1E21-76D0-5006-06BD8371E8F1}"/>
              </a:ext>
            </a:extLst>
          </p:cNvPr>
          <p:cNvSpPr/>
          <p:nvPr userDrawn="1"/>
        </p:nvSpPr>
        <p:spPr>
          <a:xfrm rot="5400000">
            <a:off x="9388770" y="2242512"/>
            <a:ext cx="869679" cy="195531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1000">
                <a:schemeClr val="bg2"/>
              </a:gs>
              <a:gs pos="100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cxnSp>
        <p:nvCxnSpPr>
          <p:cNvPr id="23" name="Straight Connector 22">
            <a:extLst>
              <a:ext uri="{FF2B5EF4-FFF2-40B4-BE49-F238E27FC236}">
                <a16:creationId xmlns:a16="http://schemas.microsoft.com/office/drawing/2014/main" id="{484CCC9D-4F9E-9399-DF2E-250E50239B23}"/>
              </a:ext>
            </a:extLst>
          </p:cNvPr>
          <p:cNvCxnSpPr>
            <a:cxnSpLocks/>
          </p:cNvCxnSpPr>
          <p:nvPr userDrawn="1"/>
        </p:nvCxnSpPr>
        <p:spPr>
          <a:xfrm>
            <a:off x="9299800" y="3207198"/>
            <a:ext cx="18254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Freeform 56">
            <a:extLst>
              <a:ext uri="{FF2B5EF4-FFF2-40B4-BE49-F238E27FC236}">
                <a16:creationId xmlns:a16="http://schemas.microsoft.com/office/drawing/2014/main" id="{988FAECE-9B89-BF93-9A5E-AE7BB9F89896}"/>
              </a:ext>
            </a:extLst>
          </p:cNvPr>
          <p:cNvSpPr/>
          <p:nvPr userDrawn="1"/>
        </p:nvSpPr>
        <p:spPr>
          <a:xfrm rot="16200000">
            <a:off x="2038006" y="2342742"/>
            <a:ext cx="869677" cy="1754858"/>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1000">
                <a:schemeClr val="bg2"/>
              </a:gs>
              <a:gs pos="100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 name="Title 1">
            <a:extLst>
              <a:ext uri="{FF2B5EF4-FFF2-40B4-BE49-F238E27FC236}">
                <a16:creationId xmlns:a16="http://schemas.microsoft.com/office/drawing/2014/main" id="{63F5623A-97BF-0B7E-A4D8-9BCDBB23C8E4}"/>
              </a:ext>
            </a:extLst>
          </p:cNvPr>
          <p:cNvSpPr>
            <a:spLocks noGrp="1"/>
          </p:cNvSpPr>
          <p:nvPr>
            <p:ph type="ctrTitle"/>
          </p:nvPr>
        </p:nvSpPr>
        <p:spPr>
          <a:xfrm>
            <a:off x="360000" y="308292"/>
            <a:ext cx="3308889" cy="984885"/>
          </a:xfrm>
          <a:prstGeom prst="rect">
            <a:avLst/>
          </a:prstGeom>
        </p:spPr>
        <p:txBody>
          <a:bodyPr vert="horz" wrap="square"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cxnSp>
        <p:nvCxnSpPr>
          <p:cNvPr id="9" name="Straight Connector 8">
            <a:extLst>
              <a:ext uri="{FF2B5EF4-FFF2-40B4-BE49-F238E27FC236}">
                <a16:creationId xmlns:a16="http://schemas.microsoft.com/office/drawing/2014/main" id="{9B63439F-E37F-45DA-ED77-FA760FFDF6A3}"/>
              </a:ext>
            </a:extLst>
          </p:cNvPr>
          <p:cNvCxnSpPr>
            <a:cxnSpLocks/>
          </p:cNvCxnSpPr>
          <p:nvPr userDrawn="1"/>
        </p:nvCxnSpPr>
        <p:spPr>
          <a:xfrm>
            <a:off x="1154867" y="3226375"/>
            <a:ext cx="18254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Content Placeholder 78">
            <a:extLst>
              <a:ext uri="{FF2B5EF4-FFF2-40B4-BE49-F238E27FC236}">
                <a16:creationId xmlns:a16="http://schemas.microsoft.com/office/drawing/2014/main" id="{D79D512B-2E2C-CDFA-E6A0-50D61D038365}"/>
              </a:ext>
            </a:extLst>
          </p:cNvPr>
          <p:cNvSpPr>
            <a:spLocks noGrp="1"/>
          </p:cNvSpPr>
          <p:nvPr>
            <p:ph sz="quarter" idx="12" hasCustomPrompt="1"/>
          </p:nvPr>
        </p:nvSpPr>
        <p:spPr>
          <a:xfrm>
            <a:off x="1136838" y="2785339"/>
            <a:ext cx="901731" cy="869678"/>
          </a:xfrm>
          <a:prstGeom prst="ellipse">
            <a:avLst/>
          </a:prstGeom>
          <a:solidFill>
            <a:schemeClr val="tx1"/>
          </a:solidFill>
        </p:spPr>
        <p:txBody>
          <a:bodyPr>
            <a:noAutofit/>
          </a:bodyPr>
          <a:lstStyle>
            <a:lvl1pPr marL="0" indent="0" algn="ctr">
              <a:buNone/>
              <a:defRPr sz="1200">
                <a:solidFill>
                  <a:schemeClr val="bg1"/>
                </a:solidFill>
              </a:defRPr>
            </a:lvl1pPr>
          </a:lstStyle>
          <a:p>
            <a:pPr lvl="0"/>
            <a:r>
              <a:rPr lang="en-US"/>
              <a:t>Insert Icon here</a:t>
            </a:r>
            <a:endParaRPr lang="en-IN"/>
          </a:p>
        </p:txBody>
      </p:sp>
      <p:sp>
        <p:nvSpPr>
          <p:cNvPr id="11" name="Content Placeholder 78">
            <a:extLst>
              <a:ext uri="{FF2B5EF4-FFF2-40B4-BE49-F238E27FC236}">
                <a16:creationId xmlns:a16="http://schemas.microsoft.com/office/drawing/2014/main" id="{A145B88C-3836-704D-3821-763B152D410B}"/>
              </a:ext>
            </a:extLst>
          </p:cNvPr>
          <p:cNvSpPr>
            <a:spLocks noGrp="1"/>
          </p:cNvSpPr>
          <p:nvPr>
            <p:ph sz="quarter" idx="20" hasCustomPrompt="1"/>
          </p:nvPr>
        </p:nvSpPr>
        <p:spPr>
          <a:xfrm>
            <a:off x="10350403" y="2791535"/>
            <a:ext cx="901731" cy="869678"/>
          </a:xfrm>
          <a:prstGeom prst="ellipse">
            <a:avLst/>
          </a:prstGeom>
          <a:solidFill>
            <a:schemeClr val="tx1"/>
          </a:solidFill>
        </p:spPr>
        <p:txBody>
          <a:bodyPr>
            <a:noAutofit/>
          </a:bodyPr>
          <a:lstStyle>
            <a:lvl1pPr marL="0" indent="0" algn="ctr">
              <a:buNone/>
              <a:defRPr sz="1200">
                <a:solidFill>
                  <a:schemeClr val="bg1"/>
                </a:solidFill>
              </a:defRPr>
            </a:lvl1pPr>
          </a:lstStyle>
          <a:p>
            <a:pPr lvl="0"/>
            <a:r>
              <a:rPr lang="en-US"/>
              <a:t>Insert Icon here</a:t>
            </a:r>
            <a:endParaRPr lang="en-IN"/>
          </a:p>
        </p:txBody>
      </p:sp>
      <p:sp>
        <p:nvSpPr>
          <p:cNvPr id="12" name="Freeform 23">
            <a:extLst>
              <a:ext uri="{FF2B5EF4-FFF2-40B4-BE49-F238E27FC236}">
                <a16:creationId xmlns:a16="http://schemas.microsoft.com/office/drawing/2014/main" id="{3D9DFBA3-AF9A-06A6-3199-5CEFCC1772E7}"/>
              </a:ext>
            </a:extLst>
          </p:cNvPr>
          <p:cNvSpPr/>
          <p:nvPr userDrawn="1"/>
        </p:nvSpPr>
        <p:spPr>
          <a:xfrm>
            <a:off x="2741300" y="3237314"/>
            <a:ext cx="1986094" cy="3278882"/>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tx2"/>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3" name="Freeform 30">
            <a:extLst>
              <a:ext uri="{FF2B5EF4-FFF2-40B4-BE49-F238E27FC236}">
                <a16:creationId xmlns:a16="http://schemas.microsoft.com/office/drawing/2014/main" id="{69B5B8DD-07D6-C202-9B21-C13839BDB6EB}"/>
              </a:ext>
            </a:extLst>
          </p:cNvPr>
          <p:cNvSpPr/>
          <p:nvPr userDrawn="1"/>
        </p:nvSpPr>
        <p:spPr>
          <a:xfrm>
            <a:off x="5869327" y="3246800"/>
            <a:ext cx="1986094" cy="326939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tx2"/>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4" name="Donut 34">
            <a:extLst>
              <a:ext uri="{FF2B5EF4-FFF2-40B4-BE49-F238E27FC236}">
                <a16:creationId xmlns:a16="http://schemas.microsoft.com/office/drawing/2014/main" id="{AB732627-BD7E-C009-630A-0D29FC28BA69}"/>
              </a:ext>
            </a:extLst>
          </p:cNvPr>
          <p:cNvSpPr/>
          <p:nvPr userDrawn="1"/>
        </p:nvSpPr>
        <p:spPr>
          <a:xfrm>
            <a:off x="2739923" y="2235072"/>
            <a:ext cx="1986094" cy="1986094"/>
          </a:xfrm>
          <a:prstGeom prst="donut">
            <a:avLst>
              <a:gd name="adj" fmla="val 21670"/>
            </a:avLst>
          </a:prstGeom>
          <a:gradFill flip="none" rotWithShape="1">
            <a:gsLst>
              <a:gs pos="0">
                <a:srgbClr val="C00000"/>
              </a:gs>
              <a:gs pos="100000">
                <a:schemeClr val="accent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Freeform 29">
            <a:extLst>
              <a:ext uri="{FF2B5EF4-FFF2-40B4-BE49-F238E27FC236}">
                <a16:creationId xmlns:a16="http://schemas.microsoft.com/office/drawing/2014/main" id="{978907E7-C322-F06F-C558-814901D25623}"/>
              </a:ext>
            </a:extLst>
          </p:cNvPr>
          <p:cNvSpPr/>
          <p:nvPr userDrawn="1"/>
        </p:nvSpPr>
        <p:spPr>
          <a:xfrm rot="10800000">
            <a:off x="4307914" y="364382"/>
            <a:ext cx="1986094" cy="2872931"/>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tx2"/>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6" name="Donut 37">
            <a:extLst>
              <a:ext uri="{FF2B5EF4-FFF2-40B4-BE49-F238E27FC236}">
                <a16:creationId xmlns:a16="http://schemas.microsoft.com/office/drawing/2014/main" id="{42DF2E53-9066-1457-A0D9-81A0AB7D03DC}"/>
              </a:ext>
            </a:extLst>
          </p:cNvPr>
          <p:cNvSpPr/>
          <p:nvPr userDrawn="1"/>
        </p:nvSpPr>
        <p:spPr>
          <a:xfrm>
            <a:off x="4299531" y="2235072"/>
            <a:ext cx="1986094" cy="1986094"/>
          </a:xfrm>
          <a:prstGeom prst="donut">
            <a:avLst>
              <a:gd name="adj" fmla="val 21670"/>
            </a:avLst>
          </a:prstGeom>
          <a:gradFill flip="none" rotWithShape="1">
            <a:gsLst>
              <a:gs pos="0">
                <a:srgbClr val="C00000"/>
              </a:gs>
              <a:gs pos="100000">
                <a:schemeClr val="accent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17" name="Donut 41">
            <a:extLst>
              <a:ext uri="{FF2B5EF4-FFF2-40B4-BE49-F238E27FC236}">
                <a16:creationId xmlns:a16="http://schemas.microsoft.com/office/drawing/2014/main" id="{0B0BCAF6-D003-1B01-246F-80A9F5C235F4}"/>
              </a:ext>
            </a:extLst>
          </p:cNvPr>
          <p:cNvSpPr/>
          <p:nvPr userDrawn="1"/>
        </p:nvSpPr>
        <p:spPr>
          <a:xfrm>
            <a:off x="5865157" y="2235072"/>
            <a:ext cx="1986094" cy="1986094"/>
          </a:xfrm>
          <a:prstGeom prst="donut">
            <a:avLst>
              <a:gd name="adj" fmla="val 21670"/>
            </a:avLst>
          </a:prstGeom>
          <a:gradFill flip="none" rotWithShape="1">
            <a:gsLst>
              <a:gs pos="0">
                <a:srgbClr val="C00000"/>
              </a:gs>
              <a:gs pos="100000">
                <a:schemeClr val="accent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18" name="Freeform 31">
            <a:extLst>
              <a:ext uri="{FF2B5EF4-FFF2-40B4-BE49-F238E27FC236}">
                <a16:creationId xmlns:a16="http://schemas.microsoft.com/office/drawing/2014/main" id="{9FC13F5C-1AF7-E2CF-66D4-D409CF8E59AF}"/>
              </a:ext>
            </a:extLst>
          </p:cNvPr>
          <p:cNvSpPr/>
          <p:nvPr userDrawn="1"/>
        </p:nvSpPr>
        <p:spPr>
          <a:xfrm rot="10800000">
            <a:off x="7428956" y="364381"/>
            <a:ext cx="1986094" cy="2882264"/>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tx2"/>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9" name="Donut 42">
            <a:extLst>
              <a:ext uri="{FF2B5EF4-FFF2-40B4-BE49-F238E27FC236}">
                <a16:creationId xmlns:a16="http://schemas.microsoft.com/office/drawing/2014/main" id="{8B2F838E-615F-22BF-E216-81E4DC1DAD1E}"/>
              </a:ext>
            </a:extLst>
          </p:cNvPr>
          <p:cNvSpPr/>
          <p:nvPr userDrawn="1"/>
        </p:nvSpPr>
        <p:spPr>
          <a:xfrm>
            <a:off x="7428958" y="2235072"/>
            <a:ext cx="1986094" cy="1986094"/>
          </a:xfrm>
          <a:prstGeom prst="donut">
            <a:avLst>
              <a:gd name="adj" fmla="val 21670"/>
            </a:avLst>
          </a:prstGeom>
          <a:gradFill flip="none" rotWithShape="1">
            <a:gsLst>
              <a:gs pos="0">
                <a:srgbClr val="C00000"/>
              </a:gs>
              <a:gs pos="100000">
                <a:schemeClr val="accent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24" name="Content Placeholder 78">
            <a:extLst>
              <a:ext uri="{FF2B5EF4-FFF2-40B4-BE49-F238E27FC236}">
                <a16:creationId xmlns:a16="http://schemas.microsoft.com/office/drawing/2014/main" id="{6045BCB6-087E-6217-FBDA-0821A50B8209}"/>
              </a:ext>
            </a:extLst>
          </p:cNvPr>
          <p:cNvSpPr>
            <a:spLocks noGrp="1"/>
          </p:cNvSpPr>
          <p:nvPr>
            <p:ph sz="quarter" idx="21" hasCustomPrompt="1"/>
          </p:nvPr>
        </p:nvSpPr>
        <p:spPr>
          <a:xfrm>
            <a:off x="3285061" y="2790230"/>
            <a:ext cx="901731" cy="869678"/>
          </a:xfrm>
          <a:prstGeom prst="ellipse">
            <a:avLst/>
          </a:prstGeom>
          <a:noFill/>
        </p:spPr>
        <p:txBody>
          <a:bodyPr>
            <a:noAutofit/>
          </a:bodyPr>
          <a:lstStyle>
            <a:lvl1pPr marL="0" indent="0" algn="ctr">
              <a:buNone/>
              <a:defRPr sz="1200" b="1">
                <a:solidFill>
                  <a:schemeClr val="tx1"/>
                </a:solidFill>
              </a:defRPr>
            </a:lvl1pPr>
          </a:lstStyle>
          <a:p>
            <a:pPr lvl="0"/>
            <a:r>
              <a:rPr lang="en-US"/>
              <a:t>Insert Icon here</a:t>
            </a:r>
            <a:endParaRPr lang="en-IN"/>
          </a:p>
        </p:txBody>
      </p:sp>
      <p:sp>
        <p:nvSpPr>
          <p:cNvPr id="25" name="Content Placeholder 78">
            <a:extLst>
              <a:ext uri="{FF2B5EF4-FFF2-40B4-BE49-F238E27FC236}">
                <a16:creationId xmlns:a16="http://schemas.microsoft.com/office/drawing/2014/main" id="{6E54BB1D-F2BE-BF56-BE4C-FCC948FE2383}"/>
              </a:ext>
            </a:extLst>
          </p:cNvPr>
          <p:cNvSpPr>
            <a:spLocks noGrp="1"/>
          </p:cNvSpPr>
          <p:nvPr>
            <p:ph sz="quarter" idx="22" hasCustomPrompt="1"/>
          </p:nvPr>
        </p:nvSpPr>
        <p:spPr>
          <a:xfrm>
            <a:off x="4840249" y="2793280"/>
            <a:ext cx="901731" cy="869678"/>
          </a:xfrm>
          <a:prstGeom prst="ellipse">
            <a:avLst/>
          </a:prstGeom>
          <a:noFill/>
        </p:spPr>
        <p:txBody>
          <a:bodyPr>
            <a:noAutofit/>
          </a:bodyPr>
          <a:lstStyle>
            <a:lvl1pPr marL="0" indent="0" algn="ctr">
              <a:buNone/>
              <a:defRPr lang="en-US" sz="1200" b="1" kern="1200" dirty="0">
                <a:solidFill>
                  <a:schemeClr val="tx1"/>
                </a:solidFill>
                <a:latin typeface="Open Sans" pitchFamily="2" charset="0"/>
                <a:ea typeface="Open Sans" pitchFamily="2" charset="0"/>
                <a:cs typeface="Open Sans" pitchFamily="2" charset="0"/>
              </a:defRPr>
            </a:lvl1pPr>
          </a:lstStyle>
          <a:p>
            <a:pPr lvl="0"/>
            <a:r>
              <a:rPr lang="en-US"/>
              <a:t>Insert Icon here</a:t>
            </a:r>
            <a:endParaRPr lang="en-IN"/>
          </a:p>
        </p:txBody>
      </p:sp>
      <p:sp>
        <p:nvSpPr>
          <p:cNvPr id="26" name="Content Placeholder 78">
            <a:extLst>
              <a:ext uri="{FF2B5EF4-FFF2-40B4-BE49-F238E27FC236}">
                <a16:creationId xmlns:a16="http://schemas.microsoft.com/office/drawing/2014/main" id="{526E25CD-638F-D44D-0CF0-A8C37F30C455}"/>
              </a:ext>
            </a:extLst>
          </p:cNvPr>
          <p:cNvSpPr>
            <a:spLocks noGrp="1"/>
          </p:cNvSpPr>
          <p:nvPr>
            <p:ph sz="quarter" idx="23" hasCustomPrompt="1"/>
          </p:nvPr>
        </p:nvSpPr>
        <p:spPr>
          <a:xfrm>
            <a:off x="6406424" y="2796620"/>
            <a:ext cx="901731" cy="869678"/>
          </a:xfrm>
          <a:prstGeom prst="ellipse">
            <a:avLst/>
          </a:prstGeom>
          <a:noFill/>
        </p:spPr>
        <p:txBody>
          <a:bodyPr>
            <a:noAutofit/>
          </a:bodyPr>
          <a:lstStyle>
            <a:lvl1pPr marL="0" indent="0" algn="ctr">
              <a:buNone/>
              <a:defRPr lang="en-US" sz="1200" b="1" kern="1200" dirty="0">
                <a:solidFill>
                  <a:schemeClr val="tx1"/>
                </a:solidFill>
                <a:latin typeface="Open Sans" pitchFamily="2" charset="0"/>
                <a:ea typeface="Open Sans" pitchFamily="2" charset="0"/>
                <a:cs typeface="Open Sans" pitchFamily="2" charset="0"/>
              </a:defRPr>
            </a:lvl1pPr>
          </a:lstStyle>
          <a:p>
            <a:pPr lvl="0"/>
            <a:r>
              <a:rPr lang="en-US"/>
              <a:t>Insert Icon here</a:t>
            </a:r>
            <a:endParaRPr lang="en-IN"/>
          </a:p>
        </p:txBody>
      </p:sp>
      <p:sp>
        <p:nvSpPr>
          <p:cNvPr id="27" name="Content Placeholder 78">
            <a:extLst>
              <a:ext uri="{FF2B5EF4-FFF2-40B4-BE49-F238E27FC236}">
                <a16:creationId xmlns:a16="http://schemas.microsoft.com/office/drawing/2014/main" id="{85CEDCD5-C71E-759A-7C6D-E4CBE4F75B64}"/>
              </a:ext>
            </a:extLst>
          </p:cNvPr>
          <p:cNvSpPr>
            <a:spLocks noGrp="1"/>
          </p:cNvSpPr>
          <p:nvPr>
            <p:ph sz="quarter" idx="24" hasCustomPrompt="1"/>
          </p:nvPr>
        </p:nvSpPr>
        <p:spPr>
          <a:xfrm>
            <a:off x="7971137" y="2793280"/>
            <a:ext cx="901731" cy="869678"/>
          </a:xfrm>
          <a:prstGeom prst="ellipse">
            <a:avLst/>
          </a:prstGeom>
          <a:noFill/>
        </p:spPr>
        <p:txBody>
          <a:bodyPr>
            <a:noAutofit/>
          </a:bodyPr>
          <a:lstStyle>
            <a:lvl1pPr marL="0" indent="0" algn="ctr">
              <a:buNone/>
              <a:defRPr lang="en-US" sz="1200" b="1" kern="1200" dirty="0">
                <a:solidFill>
                  <a:schemeClr val="tx1"/>
                </a:solidFill>
                <a:latin typeface="Open Sans" pitchFamily="2" charset="0"/>
                <a:ea typeface="Open Sans" pitchFamily="2" charset="0"/>
                <a:cs typeface="Open Sans" pitchFamily="2" charset="0"/>
              </a:defRPr>
            </a:lvl1pPr>
          </a:lstStyle>
          <a:p>
            <a:pPr lvl="0"/>
            <a:r>
              <a:rPr lang="en-US"/>
              <a:t>Insert Icon here</a:t>
            </a:r>
            <a:endParaRPr lang="en-IN"/>
          </a:p>
        </p:txBody>
      </p:sp>
      <p:sp>
        <p:nvSpPr>
          <p:cNvPr id="53" name="Text Placeholder 37">
            <a:extLst>
              <a:ext uri="{FF2B5EF4-FFF2-40B4-BE49-F238E27FC236}">
                <a16:creationId xmlns:a16="http://schemas.microsoft.com/office/drawing/2014/main" id="{71AB040B-597C-A5C7-F1F1-909D63030316}"/>
              </a:ext>
            </a:extLst>
          </p:cNvPr>
          <p:cNvSpPr>
            <a:spLocks noGrp="1"/>
          </p:cNvSpPr>
          <p:nvPr>
            <p:ph type="body" sz="quarter" idx="25" hasCustomPrompt="1"/>
          </p:nvPr>
        </p:nvSpPr>
        <p:spPr>
          <a:xfrm>
            <a:off x="2855049" y="4801305"/>
            <a:ext cx="1766902" cy="469070"/>
          </a:xfrm>
        </p:spPr>
        <p:txBody>
          <a:bodyPr>
            <a:normAutofit/>
          </a:bodyPr>
          <a:lstStyle>
            <a:lvl1pPr marL="0" indent="0" algn="ctr">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57" name="Text Placeholder 37">
            <a:extLst>
              <a:ext uri="{FF2B5EF4-FFF2-40B4-BE49-F238E27FC236}">
                <a16:creationId xmlns:a16="http://schemas.microsoft.com/office/drawing/2014/main" id="{A8120741-3EAF-7630-BC5E-64C1B432D41F}"/>
              </a:ext>
            </a:extLst>
          </p:cNvPr>
          <p:cNvSpPr>
            <a:spLocks noGrp="1"/>
          </p:cNvSpPr>
          <p:nvPr>
            <p:ph type="body" sz="quarter" idx="26" hasCustomPrompt="1"/>
          </p:nvPr>
        </p:nvSpPr>
        <p:spPr>
          <a:xfrm>
            <a:off x="2855050" y="4311177"/>
            <a:ext cx="1766901" cy="285646"/>
          </a:xfrm>
        </p:spPr>
        <p:txBody>
          <a:bodyPr>
            <a:noAutofit/>
          </a:bodyPr>
          <a:lstStyle>
            <a:lvl1pPr marL="0" indent="0" algn="ctr">
              <a:buNone/>
              <a:defRPr sz="1600" b="1">
                <a:solidFill>
                  <a:schemeClr val="bg1"/>
                </a:solidFill>
                <a:latin typeface="Barlow" panose="00000500000000000000" pitchFamily="2" charset="0"/>
              </a:defRPr>
            </a:lvl1pPr>
          </a:lstStyle>
          <a:p>
            <a:pPr lvl="0"/>
            <a:r>
              <a:rPr lang="en-US"/>
              <a:t>Click to add text</a:t>
            </a:r>
            <a:endParaRPr lang="en-IN"/>
          </a:p>
        </p:txBody>
      </p:sp>
      <p:sp>
        <p:nvSpPr>
          <p:cNvPr id="58" name="Text Placeholder 37">
            <a:extLst>
              <a:ext uri="{FF2B5EF4-FFF2-40B4-BE49-F238E27FC236}">
                <a16:creationId xmlns:a16="http://schemas.microsoft.com/office/drawing/2014/main" id="{BB488A77-4B23-0D6E-D5E2-DC0755954378}"/>
              </a:ext>
            </a:extLst>
          </p:cNvPr>
          <p:cNvSpPr>
            <a:spLocks noGrp="1"/>
          </p:cNvSpPr>
          <p:nvPr>
            <p:ph type="body" sz="quarter" idx="27" hasCustomPrompt="1"/>
          </p:nvPr>
        </p:nvSpPr>
        <p:spPr>
          <a:xfrm>
            <a:off x="4439522" y="1844267"/>
            <a:ext cx="1766901" cy="285646"/>
          </a:xfrm>
        </p:spPr>
        <p:txBody>
          <a:bodyPr>
            <a:noAutofit/>
          </a:bodyPr>
          <a:lstStyle>
            <a:lvl1pPr marL="0" indent="0" algn="ctr">
              <a:buNone/>
              <a:defRPr sz="1600" b="1">
                <a:solidFill>
                  <a:schemeClr val="bg1"/>
                </a:solidFill>
                <a:latin typeface="Barlow" panose="00000500000000000000" pitchFamily="2" charset="0"/>
              </a:defRPr>
            </a:lvl1pPr>
          </a:lstStyle>
          <a:p>
            <a:pPr lvl="0"/>
            <a:r>
              <a:rPr lang="en-US"/>
              <a:t>Click to add text</a:t>
            </a:r>
            <a:endParaRPr lang="en-IN"/>
          </a:p>
        </p:txBody>
      </p:sp>
      <p:sp>
        <p:nvSpPr>
          <p:cNvPr id="59" name="Text Placeholder 37">
            <a:extLst>
              <a:ext uri="{FF2B5EF4-FFF2-40B4-BE49-F238E27FC236}">
                <a16:creationId xmlns:a16="http://schemas.microsoft.com/office/drawing/2014/main" id="{E8658DEB-F265-558A-005C-27F637A03007}"/>
              </a:ext>
            </a:extLst>
          </p:cNvPr>
          <p:cNvSpPr>
            <a:spLocks noGrp="1"/>
          </p:cNvSpPr>
          <p:nvPr>
            <p:ph type="body" sz="quarter" idx="28" hasCustomPrompt="1"/>
          </p:nvPr>
        </p:nvSpPr>
        <p:spPr>
          <a:xfrm>
            <a:off x="4439522" y="1215893"/>
            <a:ext cx="1766902" cy="469070"/>
          </a:xfrm>
        </p:spPr>
        <p:txBody>
          <a:bodyPr>
            <a:normAutofit/>
          </a:bodyPr>
          <a:lstStyle>
            <a:lvl1pPr marL="0" indent="0" algn="ctr">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30" name="Text Placeholder 37">
            <a:extLst>
              <a:ext uri="{FF2B5EF4-FFF2-40B4-BE49-F238E27FC236}">
                <a16:creationId xmlns:a16="http://schemas.microsoft.com/office/drawing/2014/main" id="{EE7D17B4-7F3B-027E-CB0C-CFCCCBBA5E3E}"/>
              </a:ext>
            </a:extLst>
          </p:cNvPr>
          <p:cNvSpPr>
            <a:spLocks noGrp="1"/>
          </p:cNvSpPr>
          <p:nvPr>
            <p:ph type="body" sz="quarter" idx="29" hasCustomPrompt="1"/>
          </p:nvPr>
        </p:nvSpPr>
        <p:spPr>
          <a:xfrm>
            <a:off x="5983753" y="4802605"/>
            <a:ext cx="1766902" cy="469070"/>
          </a:xfrm>
        </p:spPr>
        <p:txBody>
          <a:bodyPr>
            <a:normAutofit/>
          </a:bodyPr>
          <a:lstStyle>
            <a:lvl1pPr marL="0" indent="0" algn="ctr">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31" name="Text Placeholder 37">
            <a:extLst>
              <a:ext uri="{FF2B5EF4-FFF2-40B4-BE49-F238E27FC236}">
                <a16:creationId xmlns:a16="http://schemas.microsoft.com/office/drawing/2014/main" id="{1A94115C-516D-2E90-3E57-5E23B68D414B}"/>
              </a:ext>
            </a:extLst>
          </p:cNvPr>
          <p:cNvSpPr>
            <a:spLocks noGrp="1"/>
          </p:cNvSpPr>
          <p:nvPr>
            <p:ph type="body" sz="quarter" idx="30" hasCustomPrompt="1"/>
          </p:nvPr>
        </p:nvSpPr>
        <p:spPr>
          <a:xfrm>
            <a:off x="5983754" y="4312477"/>
            <a:ext cx="1766901" cy="285646"/>
          </a:xfrm>
        </p:spPr>
        <p:txBody>
          <a:bodyPr>
            <a:noAutofit/>
          </a:bodyPr>
          <a:lstStyle>
            <a:lvl1pPr marL="0" indent="0" algn="ctr">
              <a:buNone/>
              <a:defRPr sz="1600" b="1">
                <a:solidFill>
                  <a:schemeClr val="bg1"/>
                </a:solidFill>
                <a:latin typeface="Barlow" panose="00000500000000000000" pitchFamily="2" charset="0"/>
              </a:defRPr>
            </a:lvl1pPr>
          </a:lstStyle>
          <a:p>
            <a:pPr lvl="0"/>
            <a:r>
              <a:rPr lang="en-US"/>
              <a:t>Click to add text</a:t>
            </a:r>
            <a:endParaRPr lang="en-IN"/>
          </a:p>
        </p:txBody>
      </p:sp>
      <p:sp>
        <p:nvSpPr>
          <p:cNvPr id="32" name="Text Placeholder 37">
            <a:extLst>
              <a:ext uri="{FF2B5EF4-FFF2-40B4-BE49-F238E27FC236}">
                <a16:creationId xmlns:a16="http://schemas.microsoft.com/office/drawing/2014/main" id="{1DAA1A3B-355B-36F3-7924-6976B2E8CE9C}"/>
              </a:ext>
            </a:extLst>
          </p:cNvPr>
          <p:cNvSpPr>
            <a:spLocks noGrp="1"/>
          </p:cNvSpPr>
          <p:nvPr>
            <p:ph type="body" sz="quarter" idx="31" hasCustomPrompt="1"/>
          </p:nvPr>
        </p:nvSpPr>
        <p:spPr>
          <a:xfrm>
            <a:off x="7532899" y="1826707"/>
            <a:ext cx="1766901" cy="285646"/>
          </a:xfrm>
        </p:spPr>
        <p:txBody>
          <a:bodyPr>
            <a:noAutofit/>
          </a:bodyPr>
          <a:lstStyle>
            <a:lvl1pPr marL="0" indent="0" algn="ctr">
              <a:buNone/>
              <a:defRPr sz="1600" b="1">
                <a:solidFill>
                  <a:schemeClr val="bg1"/>
                </a:solidFill>
                <a:latin typeface="Barlow" panose="00000500000000000000" pitchFamily="2" charset="0"/>
              </a:defRPr>
            </a:lvl1pPr>
          </a:lstStyle>
          <a:p>
            <a:pPr lvl="0"/>
            <a:r>
              <a:rPr lang="en-US"/>
              <a:t>Click to add text</a:t>
            </a:r>
            <a:endParaRPr lang="en-IN"/>
          </a:p>
        </p:txBody>
      </p:sp>
      <p:sp>
        <p:nvSpPr>
          <p:cNvPr id="33" name="Text Placeholder 37">
            <a:extLst>
              <a:ext uri="{FF2B5EF4-FFF2-40B4-BE49-F238E27FC236}">
                <a16:creationId xmlns:a16="http://schemas.microsoft.com/office/drawing/2014/main" id="{B3D87676-9AFC-06DD-9F65-958976B64EFC}"/>
              </a:ext>
            </a:extLst>
          </p:cNvPr>
          <p:cNvSpPr>
            <a:spLocks noGrp="1"/>
          </p:cNvSpPr>
          <p:nvPr>
            <p:ph type="body" sz="quarter" idx="32" hasCustomPrompt="1"/>
          </p:nvPr>
        </p:nvSpPr>
        <p:spPr>
          <a:xfrm>
            <a:off x="7532899" y="1198333"/>
            <a:ext cx="1766902" cy="469070"/>
          </a:xfrm>
        </p:spPr>
        <p:txBody>
          <a:bodyPr>
            <a:normAutofit/>
          </a:bodyPr>
          <a:lstStyle>
            <a:lvl1pPr marL="0" indent="0" algn="ctr">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Tree>
    <p:extLst>
      <p:ext uri="{BB962C8B-B14F-4D97-AF65-F5344CB8AC3E}">
        <p14:creationId xmlns:p14="http://schemas.microsoft.com/office/powerpoint/2010/main" val="2358688670"/>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7_Timeline/Roadmap">
    <p:spTree>
      <p:nvGrpSpPr>
        <p:cNvPr id="1" name=""/>
        <p:cNvGrpSpPr/>
        <p:nvPr/>
      </p:nvGrpSpPr>
      <p:grpSpPr>
        <a:xfrm>
          <a:off x="0" y="0"/>
          <a:ext cx="0" cy="0"/>
          <a:chOff x="0" y="0"/>
          <a:chExt cx="0" cy="0"/>
        </a:xfrm>
      </p:grpSpPr>
      <p:sp>
        <p:nvSpPr>
          <p:cNvPr id="20" name="Freeform 57">
            <a:extLst>
              <a:ext uri="{FF2B5EF4-FFF2-40B4-BE49-F238E27FC236}">
                <a16:creationId xmlns:a16="http://schemas.microsoft.com/office/drawing/2014/main" id="{CBCA779C-1E21-76D0-5006-06BD8371E8F1}"/>
              </a:ext>
            </a:extLst>
          </p:cNvPr>
          <p:cNvSpPr/>
          <p:nvPr userDrawn="1"/>
        </p:nvSpPr>
        <p:spPr>
          <a:xfrm rot="5400000">
            <a:off x="9388770" y="2242512"/>
            <a:ext cx="869679" cy="195531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1000">
                <a:schemeClr val="bg2"/>
              </a:gs>
              <a:gs pos="100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cxnSp>
        <p:nvCxnSpPr>
          <p:cNvPr id="23" name="Straight Connector 22">
            <a:extLst>
              <a:ext uri="{FF2B5EF4-FFF2-40B4-BE49-F238E27FC236}">
                <a16:creationId xmlns:a16="http://schemas.microsoft.com/office/drawing/2014/main" id="{484CCC9D-4F9E-9399-DF2E-250E50239B23}"/>
              </a:ext>
            </a:extLst>
          </p:cNvPr>
          <p:cNvCxnSpPr>
            <a:cxnSpLocks/>
          </p:cNvCxnSpPr>
          <p:nvPr userDrawn="1"/>
        </p:nvCxnSpPr>
        <p:spPr>
          <a:xfrm>
            <a:off x="9299800" y="3207198"/>
            <a:ext cx="18254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Freeform 56">
            <a:extLst>
              <a:ext uri="{FF2B5EF4-FFF2-40B4-BE49-F238E27FC236}">
                <a16:creationId xmlns:a16="http://schemas.microsoft.com/office/drawing/2014/main" id="{988FAECE-9B89-BF93-9A5E-AE7BB9F89896}"/>
              </a:ext>
            </a:extLst>
          </p:cNvPr>
          <p:cNvSpPr/>
          <p:nvPr userDrawn="1"/>
        </p:nvSpPr>
        <p:spPr>
          <a:xfrm rot="16200000">
            <a:off x="2038006" y="2342742"/>
            <a:ext cx="869677" cy="1754858"/>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1000">
                <a:schemeClr val="bg2"/>
              </a:gs>
              <a:gs pos="100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 name="Title 1">
            <a:extLst>
              <a:ext uri="{FF2B5EF4-FFF2-40B4-BE49-F238E27FC236}">
                <a16:creationId xmlns:a16="http://schemas.microsoft.com/office/drawing/2014/main" id="{63F5623A-97BF-0B7E-A4D8-9BCDBB23C8E4}"/>
              </a:ext>
            </a:extLst>
          </p:cNvPr>
          <p:cNvSpPr>
            <a:spLocks noGrp="1"/>
          </p:cNvSpPr>
          <p:nvPr>
            <p:ph type="ctrTitle"/>
          </p:nvPr>
        </p:nvSpPr>
        <p:spPr>
          <a:xfrm>
            <a:off x="360000" y="308292"/>
            <a:ext cx="3308889" cy="984885"/>
          </a:xfrm>
          <a:prstGeom prst="rect">
            <a:avLst/>
          </a:prstGeom>
        </p:spPr>
        <p:txBody>
          <a:bodyPr vert="horz" wrap="square"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cxnSp>
        <p:nvCxnSpPr>
          <p:cNvPr id="9" name="Straight Connector 8">
            <a:extLst>
              <a:ext uri="{FF2B5EF4-FFF2-40B4-BE49-F238E27FC236}">
                <a16:creationId xmlns:a16="http://schemas.microsoft.com/office/drawing/2014/main" id="{9B63439F-E37F-45DA-ED77-FA760FFDF6A3}"/>
              </a:ext>
            </a:extLst>
          </p:cNvPr>
          <p:cNvCxnSpPr>
            <a:cxnSpLocks/>
          </p:cNvCxnSpPr>
          <p:nvPr userDrawn="1"/>
        </p:nvCxnSpPr>
        <p:spPr>
          <a:xfrm>
            <a:off x="1154867" y="3226375"/>
            <a:ext cx="18254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Content Placeholder 78">
            <a:extLst>
              <a:ext uri="{FF2B5EF4-FFF2-40B4-BE49-F238E27FC236}">
                <a16:creationId xmlns:a16="http://schemas.microsoft.com/office/drawing/2014/main" id="{D79D512B-2E2C-CDFA-E6A0-50D61D038365}"/>
              </a:ext>
            </a:extLst>
          </p:cNvPr>
          <p:cNvSpPr>
            <a:spLocks noGrp="1"/>
          </p:cNvSpPr>
          <p:nvPr>
            <p:ph sz="quarter" idx="12" hasCustomPrompt="1"/>
          </p:nvPr>
        </p:nvSpPr>
        <p:spPr>
          <a:xfrm>
            <a:off x="1136838" y="2785339"/>
            <a:ext cx="901731" cy="869678"/>
          </a:xfrm>
          <a:prstGeom prst="ellipse">
            <a:avLst/>
          </a:prstGeom>
          <a:solidFill>
            <a:schemeClr val="tx1"/>
          </a:solidFill>
        </p:spPr>
        <p:txBody>
          <a:bodyPr>
            <a:noAutofit/>
          </a:bodyPr>
          <a:lstStyle>
            <a:lvl1pPr marL="0" indent="0" algn="ctr">
              <a:buNone/>
              <a:defRPr sz="1200">
                <a:solidFill>
                  <a:schemeClr val="bg1"/>
                </a:solidFill>
              </a:defRPr>
            </a:lvl1pPr>
          </a:lstStyle>
          <a:p>
            <a:pPr lvl="0"/>
            <a:r>
              <a:rPr lang="en-US"/>
              <a:t>Insert Icon here</a:t>
            </a:r>
            <a:endParaRPr lang="en-IN"/>
          </a:p>
        </p:txBody>
      </p:sp>
      <p:sp>
        <p:nvSpPr>
          <p:cNvPr id="11" name="Content Placeholder 78">
            <a:extLst>
              <a:ext uri="{FF2B5EF4-FFF2-40B4-BE49-F238E27FC236}">
                <a16:creationId xmlns:a16="http://schemas.microsoft.com/office/drawing/2014/main" id="{A145B88C-3836-704D-3821-763B152D410B}"/>
              </a:ext>
            </a:extLst>
          </p:cNvPr>
          <p:cNvSpPr>
            <a:spLocks noGrp="1"/>
          </p:cNvSpPr>
          <p:nvPr>
            <p:ph sz="quarter" idx="20" hasCustomPrompt="1"/>
          </p:nvPr>
        </p:nvSpPr>
        <p:spPr>
          <a:xfrm>
            <a:off x="10350403" y="2791535"/>
            <a:ext cx="901731" cy="869678"/>
          </a:xfrm>
          <a:prstGeom prst="ellipse">
            <a:avLst/>
          </a:prstGeom>
          <a:solidFill>
            <a:schemeClr val="tx1"/>
          </a:solidFill>
        </p:spPr>
        <p:txBody>
          <a:bodyPr>
            <a:noAutofit/>
          </a:bodyPr>
          <a:lstStyle>
            <a:lvl1pPr marL="0" indent="0" algn="ctr">
              <a:buNone/>
              <a:defRPr sz="1200">
                <a:solidFill>
                  <a:schemeClr val="bg1"/>
                </a:solidFill>
              </a:defRPr>
            </a:lvl1pPr>
          </a:lstStyle>
          <a:p>
            <a:pPr lvl="0"/>
            <a:r>
              <a:rPr lang="en-US"/>
              <a:t>Insert Icon here</a:t>
            </a:r>
            <a:endParaRPr lang="en-IN"/>
          </a:p>
        </p:txBody>
      </p:sp>
      <p:sp>
        <p:nvSpPr>
          <p:cNvPr id="12" name="Freeform 23">
            <a:extLst>
              <a:ext uri="{FF2B5EF4-FFF2-40B4-BE49-F238E27FC236}">
                <a16:creationId xmlns:a16="http://schemas.microsoft.com/office/drawing/2014/main" id="{3D9DFBA3-AF9A-06A6-3199-5CEFCC1772E7}"/>
              </a:ext>
            </a:extLst>
          </p:cNvPr>
          <p:cNvSpPr/>
          <p:nvPr userDrawn="1"/>
        </p:nvSpPr>
        <p:spPr>
          <a:xfrm>
            <a:off x="2741300" y="3237314"/>
            <a:ext cx="1986094" cy="3620686"/>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tx2"/>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3" name="Freeform 30">
            <a:extLst>
              <a:ext uri="{FF2B5EF4-FFF2-40B4-BE49-F238E27FC236}">
                <a16:creationId xmlns:a16="http://schemas.microsoft.com/office/drawing/2014/main" id="{69B5B8DD-07D6-C202-9B21-C13839BDB6EB}"/>
              </a:ext>
            </a:extLst>
          </p:cNvPr>
          <p:cNvSpPr/>
          <p:nvPr userDrawn="1"/>
        </p:nvSpPr>
        <p:spPr>
          <a:xfrm>
            <a:off x="5869327" y="3246800"/>
            <a:ext cx="1986094" cy="3611200"/>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tx2"/>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4" name="Donut 34">
            <a:extLst>
              <a:ext uri="{FF2B5EF4-FFF2-40B4-BE49-F238E27FC236}">
                <a16:creationId xmlns:a16="http://schemas.microsoft.com/office/drawing/2014/main" id="{AB732627-BD7E-C009-630A-0D29FC28BA69}"/>
              </a:ext>
            </a:extLst>
          </p:cNvPr>
          <p:cNvSpPr/>
          <p:nvPr userDrawn="1"/>
        </p:nvSpPr>
        <p:spPr>
          <a:xfrm>
            <a:off x="2739923" y="2235072"/>
            <a:ext cx="1986094" cy="1986094"/>
          </a:xfrm>
          <a:prstGeom prst="donut">
            <a:avLst>
              <a:gd name="adj" fmla="val 21670"/>
            </a:avLst>
          </a:prstGeom>
          <a:gradFill flip="none" rotWithShape="1">
            <a:gsLst>
              <a:gs pos="0">
                <a:srgbClr val="C00000"/>
              </a:gs>
              <a:gs pos="100000">
                <a:schemeClr val="accent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Freeform 29">
            <a:extLst>
              <a:ext uri="{FF2B5EF4-FFF2-40B4-BE49-F238E27FC236}">
                <a16:creationId xmlns:a16="http://schemas.microsoft.com/office/drawing/2014/main" id="{978907E7-C322-F06F-C558-814901D25623}"/>
              </a:ext>
            </a:extLst>
          </p:cNvPr>
          <p:cNvSpPr/>
          <p:nvPr userDrawn="1"/>
        </p:nvSpPr>
        <p:spPr>
          <a:xfrm rot="10800000">
            <a:off x="4307914" y="-9338"/>
            <a:ext cx="1986094" cy="3246649"/>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tx2"/>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6" name="Donut 37">
            <a:extLst>
              <a:ext uri="{FF2B5EF4-FFF2-40B4-BE49-F238E27FC236}">
                <a16:creationId xmlns:a16="http://schemas.microsoft.com/office/drawing/2014/main" id="{42DF2E53-9066-1457-A0D9-81A0AB7D03DC}"/>
              </a:ext>
            </a:extLst>
          </p:cNvPr>
          <p:cNvSpPr/>
          <p:nvPr userDrawn="1"/>
        </p:nvSpPr>
        <p:spPr>
          <a:xfrm>
            <a:off x="4299531" y="2235072"/>
            <a:ext cx="1986094" cy="1986094"/>
          </a:xfrm>
          <a:prstGeom prst="donut">
            <a:avLst>
              <a:gd name="adj" fmla="val 21670"/>
            </a:avLst>
          </a:prstGeom>
          <a:gradFill flip="none" rotWithShape="1">
            <a:gsLst>
              <a:gs pos="0">
                <a:srgbClr val="C00000"/>
              </a:gs>
              <a:gs pos="100000">
                <a:schemeClr val="accent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17" name="Donut 41">
            <a:extLst>
              <a:ext uri="{FF2B5EF4-FFF2-40B4-BE49-F238E27FC236}">
                <a16:creationId xmlns:a16="http://schemas.microsoft.com/office/drawing/2014/main" id="{0B0BCAF6-D003-1B01-246F-80A9F5C235F4}"/>
              </a:ext>
            </a:extLst>
          </p:cNvPr>
          <p:cNvSpPr/>
          <p:nvPr userDrawn="1"/>
        </p:nvSpPr>
        <p:spPr>
          <a:xfrm>
            <a:off x="5865157" y="2235072"/>
            <a:ext cx="1986094" cy="1986094"/>
          </a:xfrm>
          <a:prstGeom prst="donut">
            <a:avLst>
              <a:gd name="adj" fmla="val 21670"/>
            </a:avLst>
          </a:prstGeom>
          <a:gradFill flip="none" rotWithShape="1">
            <a:gsLst>
              <a:gs pos="0">
                <a:srgbClr val="C00000"/>
              </a:gs>
              <a:gs pos="100000">
                <a:schemeClr val="accent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18" name="Freeform 31">
            <a:extLst>
              <a:ext uri="{FF2B5EF4-FFF2-40B4-BE49-F238E27FC236}">
                <a16:creationId xmlns:a16="http://schemas.microsoft.com/office/drawing/2014/main" id="{9FC13F5C-1AF7-E2CF-66D4-D409CF8E59AF}"/>
              </a:ext>
            </a:extLst>
          </p:cNvPr>
          <p:cNvSpPr/>
          <p:nvPr userDrawn="1"/>
        </p:nvSpPr>
        <p:spPr>
          <a:xfrm rot="10800000">
            <a:off x="7428956" y="-2"/>
            <a:ext cx="1986094" cy="324664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tx2"/>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9" name="Donut 42">
            <a:extLst>
              <a:ext uri="{FF2B5EF4-FFF2-40B4-BE49-F238E27FC236}">
                <a16:creationId xmlns:a16="http://schemas.microsoft.com/office/drawing/2014/main" id="{8B2F838E-615F-22BF-E216-81E4DC1DAD1E}"/>
              </a:ext>
            </a:extLst>
          </p:cNvPr>
          <p:cNvSpPr/>
          <p:nvPr userDrawn="1"/>
        </p:nvSpPr>
        <p:spPr>
          <a:xfrm>
            <a:off x="7428958" y="2235072"/>
            <a:ext cx="1986094" cy="1986094"/>
          </a:xfrm>
          <a:prstGeom prst="donut">
            <a:avLst>
              <a:gd name="adj" fmla="val 21670"/>
            </a:avLst>
          </a:prstGeom>
          <a:gradFill flip="none" rotWithShape="1">
            <a:gsLst>
              <a:gs pos="0">
                <a:srgbClr val="C00000"/>
              </a:gs>
              <a:gs pos="100000">
                <a:schemeClr val="accent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24" name="Content Placeholder 78">
            <a:extLst>
              <a:ext uri="{FF2B5EF4-FFF2-40B4-BE49-F238E27FC236}">
                <a16:creationId xmlns:a16="http://schemas.microsoft.com/office/drawing/2014/main" id="{6045BCB6-087E-6217-FBDA-0821A50B8209}"/>
              </a:ext>
            </a:extLst>
          </p:cNvPr>
          <p:cNvSpPr>
            <a:spLocks noGrp="1"/>
          </p:cNvSpPr>
          <p:nvPr>
            <p:ph sz="quarter" idx="21" hasCustomPrompt="1"/>
          </p:nvPr>
        </p:nvSpPr>
        <p:spPr>
          <a:xfrm>
            <a:off x="3285061" y="2790230"/>
            <a:ext cx="901731" cy="869678"/>
          </a:xfrm>
          <a:prstGeom prst="ellipse">
            <a:avLst/>
          </a:prstGeom>
          <a:noFill/>
        </p:spPr>
        <p:txBody>
          <a:bodyPr>
            <a:noAutofit/>
          </a:bodyPr>
          <a:lstStyle>
            <a:lvl1pPr marL="0" indent="0" algn="ctr">
              <a:buNone/>
              <a:defRPr sz="1200" b="1">
                <a:solidFill>
                  <a:schemeClr val="tx1"/>
                </a:solidFill>
              </a:defRPr>
            </a:lvl1pPr>
          </a:lstStyle>
          <a:p>
            <a:pPr lvl="0"/>
            <a:r>
              <a:rPr lang="en-US"/>
              <a:t>Insert Icon here</a:t>
            </a:r>
            <a:endParaRPr lang="en-IN"/>
          </a:p>
        </p:txBody>
      </p:sp>
      <p:sp>
        <p:nvSpPr>
          <p:cNvPr id="25" name="Content Placeholder 78">
            <a:extLst>
              <a:ext uri="{FF2B5EF4-FFF2-40B4-BE49-F238E27FC236}">
                <a16:creationId xmlns:a16="http://schemas.microsoft.com/office/drawing/2014/main" id="{6E54BB1D-F2BE-BF56-BE4C-FCC948FE2383}"/>
              </a:ext>
            </a:extLst>
          </p:cNvPr>
          <p:cNvSpPr>
            <a:spLocks noGrp="1"/>
          </p:cNvSpPr>
          <p:nvPr>
            <p:ph sz="quarter" idx="22" hasCustomPrompt="1"/>
          </p:nvPr>
        </p:nvSpPr>
        <p:spPr>
          <a:xfrm>
            <a:off x="4840249" y="2793280"/>
            <a:ext cx="901731" cy="869678"/>
          </a:xfrm>
          <a:prstGeom prst="ellipse">
            <a:avLst/>
          </a:prstGeom>
          <a:noFill/>
        </p:spPr>
        <p:txBody>
          <a:bodyPr>
            <a:noAutofit/>
          </a:bodyPr>
          <a:lstStyle>
            <a:lvl1pPr marL="0" indent="0" algn="ctr">
              <a:buNone/>
              <a:defRPr lang="en-US" sz="1200" b="1" kern="1200" dirty="0">
                <a:solidFill>
                  <a:schemeClr val="tx1"/>
                </a:solidFill>
                <a:latin typeface="Open Sans" pitchFamily="2" charset="0"/>
                <a:ea typeface="Open Sans" pitchFamily="2" charset="0"/>
                <a:cs typeface="Open Sans" pitchFamily="2" charset="0"/>
              </a:defRPr>
            </a:lvl1pPr>
          </a:lstStyle>
          <a:p>
            <a:pPr lvl="0"/>
            <a:r>
              <a:rPr lang="en-US"/>
              <a:t>Insert Icon here</a:t>
            </a:r>
            <a:endParaRPr lang="en-IN"/>
          </a:p>
        </p:txBody>
      </p:sp>
      <p:sp>
        <p:nvSpPr>
          <p:cNvPr id="26" name="Content Placeholder 78">
            <a:extLst>
              <a:ext uri="{FF2B5EF4-FFF2-40B4-BE49-F238E27FC236}">
                <a16:creationId xmlns:a16="http://schemas.microsoft.com/office/drawing/2014/main" id="{526E25CD-638F-D44D-0CF0-A8C37F30C455}"/>
              </a:ext>
            </a:extLst>
          </p:cNvPr>
          <p:cNvSpPr>
            <a:spLocks noGrp="1"/>
          </p:cNvSpPr>
          <p:nvPr>
            <p:ph sz="quarter" idx="23" hasCustomPrompt="1"/>
          </p:nvPr>
        </p:nvSpPr>
        <p:spPr>
          <a:xfrm>
            <a:off x="6406424" y="2796620"/>
            <a:ext cx="901731" cy="869678"/>
          </a:xfrm>
          <a:prstGeom prst="ellipse">
            <a:avLst/>
          </a:prstGeom>
          <a:noFill/>
        </p:spPr>
        <p:txBody>
          <a:bodyPr>
            <a:noAutofit/>
          </a:bodyPr>
          <a:lstStyle>
            <a:lvl1pPr marL="0" indent="0" algn="ctr">
              <a:buNone/>
              <a:defRPr lang="en-US" sz="1200" b="1" kern="1200" dirty="0">
                <a:solidFill>
                  <a:schemeClr val="tx1"/>
                </a:solidFill>
                <a:latin typeface="Open Sans" pitchFamily="2" charset="0"/>
                <a:ea typeface="Open Sans" pitchFamily="2" charset="0"/>
                <a:cs typeface="Open Sans" pitchFamily="2" charset="0"/>
              </a:defRPr>
            </a:lvl1pPr>
          </a:lstStyle>
          <a:p>
            <a:pPr lvl="0"/>
            <a:r>
              <a:rPr lang="en-US"/>
              <a:t>Insert Icon here</a:t>
            </a:r>
            <a:endParaRPr lang="en-IN"/>
          </a:p>
        </p:txBody>
      </p:sp>
      <p:sp>
        <p:nvSpPr>
          <p:cNvPr id="27" name="Content Placeholder 78">
            <a:extLst>
              <a:ext uri="{FF2B5EF4-FFF2-40B4-BE49-F238E27FC236}">
                <a16:creationId xmlns:a16="http://schemas.microsoft.com/office/drawing/2014/main" id="{85CEDCD5-C71E-759A-7C6D-E4CBE4F75B64}"/>
              </a:ext>
            </a:extLst>
          </p:cNvPr>
          <p:cNvSpPr>
            <a:spLocks noGrp="1"/>
          </p:cNvSpPr>
          <p:nvPr>
            <p:ph sz="quarter" idx="24" hasCustomPrompt="1"/>
          </p:nvPr>
        </p:nvSpPr>
        <p:spPr>
          <a:xfrm>
            <a:off x="7971137" y="2793280"/>
            <a:ext cx="901731" cy="869678"/>
          </a:xfrm>
          <a:prstGeom prst="ellipse">
            <a:avLst/>
          </a:prstGeom>
          <a:noFill/>
        </p:spPr>
        <p:txBody>
          <a:bodyPr>
            <a:noAutofit/>
          </a:bodyPr>
          <a:lstStyle>
            <a:lvl1pPr marL="0" indent="0" algn="ctr">
              <a:buNone/>
              <a:defRPr lang="en-US" sz="1200" b="1" kern="1200" dirty="0">
                <a:solidFill>
                  <a:schemeClr val="tx1"/>
                </a:solidFill>
                <a:latin typeface="Open Sans" pitchFamily="2" charset="0"/>
                <a:ea typeface="Open Sans" pitchFamily="2" charset="0"/>
                <a:cs typeface="Open Sans" pitchFamily="2" charset="0"/>
              </a:defRPr>
            </a:lvl1pPr>
          </a:lstStyle>
          <a:p>
            <a:pPr lvl="0"/>
            <a:r>
              <a:rPr lang="en-US"/>
              <a:t>Insert Icon here</a:t>
            </a:r>
            <a:endParaRPr lang="en-IN"/>
          </a:p>
        </p:txBody>
      </p:sp>
      <p:sp>
        <p:nvSpPr>
          <p:cNvPr id="53" name="Text Placeholder 37">
            <a:extLst>
              <a:ext uri="{FF2B5EF4-FFF2-40B4-BE49-F238E27FC236}">
                <a16:creationId xmlns:a16="http://schemas.microsoft.com/office/drawing/2014/main" id="{71AB040B-597C-A5C7-F1F1-909D63030316}"/>
              </a:ext>
            </a:extLst>
          </p:cNvPr>
          <p:cNvSpPr>
            <a:spLocks noGrp="1"/>
          </p:cNvSpPr>
          <p:nvPr>
            <p:ph type="body" sz="quarter" idx="25" hasCustomPrompt="1"/>
          </p:nvPr>
        </p:nvSpPr>
        <p:spPr>
          <a:xfrm>
            <a:off x="2855049" y="4801305"/>
            <a:ext cx="1766902" cy="469070"/>
          </a:xfrm>
        </p:spPr>
        <p:txBody>
          <a:bodyPr>
            <a:normAutofit/>
          </a:bodyPr>
          <a:lstStyle>
            <a:lvl1pPr marL="0" indent="0" algn="ctr">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57" name="Text Placeholder 37">
            <a:extLst>
              <a:ext uri="{FF2B5EF4-FFF2-40B4-BE49-F238E27FC236}">
                <a16:creationId xmlns:a16="http://schemas.microsoft.com/office/drawing/2014/main" id="{A8120741-3EAF-7630-BC5E-64C1B432D41F}"/>
              </a:ext>
            </a:extLst>
          </p:cNvPr>
          <p:cNvSpPr>
            <a:spLocks noGrp="1"/>
          </p:cNvSpPr>
          <p:nvPr>
            <p:ph type="body" sz="quarter" idx="26" hasCustomPrompt="1"/>
          </p:nvPr>
        </p:nvSpPr>
        <p:spPr>
          <a:xfrm>
            <a:off x="2855050" y="4311177"/>
            <a:ext cx="1766901" cy="285646"/>
          </a:xfrm>
        </p:spPr>
        <p:txBody>
          <a:bodyPr>
            <a:noAutofit/>
          </a:bodyPr>
          <a:lstStyle>
            <a:lvl1pPr marL="0" indent="0" algn="ctr">
              <a:buNone/>
              <a:defRPr sz="1600" b="1">
                <a:solidFill>
                  <a:schemeClr val="bg1"/>
                </a:solidFill>
                <a:latin typeface="Barlow" panose="00000500000000000000" pitchFamily="2" charset="0"/>
              </a:defRPr>
            </a:lvl1pPr>
          </a:lstStyle>
          <a:p>
            <a:pPr lvl="0"/>
            <a:r>
              <a:rPr lang="en-US"/>
              <a:t>Click to add text</a:t>
            </a:r>
            <a:endParaRPr lang="en-IN"/>
          </a:p>
        </p:txBody>
      </p:sp>
      <p:sp>
        <p:nvSpPr>
          <p:cNvPr id="58" name="Text Placeholder 37">
            <a:extLst>
              <a:ext uri="{FF2B5EF4-FFF2-40B4-BE49-F238E27FC236}">
                <a16:creationId xmlns:a16="http://schemas.microsoft.com/office/drawing/2014/main" id="{BB488A77-4B23-0D6E-D5E2-DC0755954378}"/>
              </a:ext>
            </a:extLst>
          </p:cNvPr>
          <p:cNvSpPr>
            <a:spLocks noGrp="1"/>
          </p:cNvSpPr>
          <p:nvPr>
            <p:ph type="body" sz="quarter" idx="27" hasCustomPrompt="1"/>
          </p:nvPr>
        </p:nvSpPr>
        <p:spPr>
          <a:xfrm>
            <a:off x="4439522" y="1844267"/>
            <a:ext cx="1766901" cy="285646"/>
          </a:xfrm>
        </p:spPr>
        <p:txBody>
          <a:bodyPr>
            <a:noAutofit/>
          </a:bodyPr>
          <a:lstStyle>
            <a:lvl1pPr marL="0" indent="0" algn="ctr">
              <a:buNone/>
              <a:defRPr sz="1600" b="1">
                <a:solidFill>
                  <a:schemeClr val="bg1"/>
                </a:solidFill>
                <a:latin typeface="Barlow" panose="00000500000000000000" pitchFamily="2" charset="0"/>
              </a:defRPr>
            </a:lvl1pPr>
          </a:lstStyle>
          <a:p>
            <a:pPr lvl="0"/>
            <a:r>
              <a:rPr lang="en-US"/>
              <a:t>Click to add text</a:t>
            </a:r>
            <a:endParaRPr lang="en-IN"/>
          </a:p>
        </p:txBody>
      </p:sp>
      <p:sp>
        <p:nvSpPr>
          <p:cNvPr id="59" name="Text Placeholder 37">
            <a:extLst>
              <a:ext uri="{FF2B5EF4-FFF2-40B4-BE49-F238E27FC236}">
                <a16:creationId xmlns:a16="http://schemas.microsoft.com/office/drawing/2014/main" id="{E8658DEB-F265-558A-005C-27F637A03007}"/>
              </a:ext>
            </a:extLst>
          </p:cNvPr>
          <p:cNvSpPr>
            <a:spLocks noGrp="1"/>
          </p:cNvSpPr>
          <p:nvPr>
            <p:ph type="body" sz="quarter" idx="28" hasCustomPrompt="1"/>
          </p:nvPr>
        </p:nvSpPr>
        <p:spPr>
          <a:xfrm>
            <a:off x="4439522" y="1215893"/>
            <a:ext cx="1766902" cy="469070"/>
          </a:xfrm>
        </p:spPr>
        <p:txBody>
          <a:bodyPr>
            <a:normAutofit/>
          </a:bodyPr>
          <a:lstStyle>
            <a:lvl1pPr marL="0" indent="0" algn="ctr">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30" name="Text Placeholder 37">
            <a:extLst>
              <a:ext uri="{FF2B5EF4-FFF2-40B4-BE49-F238E27FC236}">
                <a16:creationId xmlns:a16="http://schemas.microsoft.com/office/drawing/2014/main" id="{EE7D17B4-7F3B-027E-CB0C-CFCCCBBA5E3E}"/>
              </a:ext>
            </a:extLst>
          </p:cNvPr>
          <p:cNvSpPr>
            <a:spLocks noGrp="1"/>
          </p:cNvSpPr>
          <p:nvPr>
            <p:ph type="body" sz="quarter" idx="29" hasCustomPrompt="1"/>
          </p:nvPr>
        </p:nvSpPr>
        <p:spPr>
          <a:xfrm>
            <a:off x="5983753" y="4802605"/>
            <a:ext cx="1766902" cy="469070"/>
          </a:xfrm>
        </p:spPr>
        <p:txBody>
          <a:bodyPr>
            <a:normAutofit/>
          </a:bodyPr>
          <a:lstStyle>
            <a:lvl1pPr marL="0" indent="0" algn="ctr">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31" name="Text Placeholder 37">
            <a:extLst>
              <a:ext uri="{FF2B5EF4-FFF2-40B4-BE49-F238E27FC236}">
                <a16:creationId xmlns:a16="http://schemas.microsoft.com/office/drawing/2014/main" id="{1A94115C-516D-2E90-3E57-5E23B68D414B}"/>
              </a:ext>
            </a:extLst>
          </p:cNvPr>
          <p:cNvSpPr>
            <a:spLocks noGrp="1"/>
          </p:cNvSpPr>
          <p:nvPr>
            <p:ph type="body" sz="quarter" idx="30" hasCustomPrompt="1"/>
          </p:nvPr>
        </p:nvSpPr>
        <p:spPr>
          <a:xfrm>
            <a:off x="5983754" y="4312477"/>
            <a:ext cx="1766901" cy="285646"/>
          </a:xfrm>
        </p:spPr>
        <p:txBody>
          <a:bodyPr>
            <a:noAutofit/>
          </a:bodyPr>
          <a:lstStyle>
            <a:lvl1pPr marL="0" indent="0" algn="ctr">
              <a:buNone/>
              <a:defRPr sz="1600" b="1">
                <a:solidFill>
                  <a:schemeClr val="bg1"/>
                </a:solidFill>
                <a:latin typeface="Barlow" panose="00000500000000000000" pitchFamily="2" charset="0"/>
              </a:defRPr>
            </a:lvl1pPr>
          </a:lstStyle>
          <a:p>
            <a:pPr lvl="0"/>
            <a:r>
              <a:rPr lang="en-US"/>
              <a:t>Click to add text</a:t>
            </a:r>
            <a:endParaRPr lang="en-IN"/>
          </a:p>
        </p:txBody>
      </p:sp>
      <p:sp>
        <p:nvSpPr>
          <p:cNvPr id="32" name="Text Placeholder 37">
            <a:extLst>
              <a:ext uri="{FF2B5EF4-FFF2-40B4-BE49-F238E27FC236}">
                <a16:creationId xmlns:a16="http://schemas.microsoft.com/office/drawing/2014/main" id="{1DAA1A3B-355B-36F3-7924-6976B2E8CE9C}"/>
              </a:ext>
            </a:extLst>
          </p:cNvPr>
          <p:cNvSpPr>
            <a:spLocks noGrp="1"/>
          </p:cNvSpPr>
          <p:nvPr>
            <p:ph type="body" sz="quarter" idx="31" hasCustomPrompt="1"/>
          </p:nvPr>
        </p:nvSpPr>
        <p:spPr>
          <a:xfrm>
            <a:off x="7532899" y="1826707"/>
            <a:ext cx="1766901" cy="285646"/>
          </a:xfrm>
        </p:spPr>
        <p:txBody>
          <a:bodyPr>
            <a:noAutofit/>
          </a:bodyPr>
          <a:lstStyle>
            <a:lvl1pPr marL="0" indent="0" algn="ctr">
              <a:buNone/>
              <a:defRPr sz="1600" b="1">
                <a:solidFill>
                  <a:schemeClr val="bg1"/>
                </a:solidFill>
                <a:latin typeface="Barlow" panose="00000500000000000000" pitchFamily="2" charset="0"/>
              </a:defRPr>
            </a:lvl1pPr>
          </a:lstStyle>
          <a:p>
            <a:pPr lvl="0"/>
            <a:r>
              <a:rPr lang="en-US"/>
              <a:t>Click to add text</a:t>
            </a:r>
            <a:endParaRPr lang="en-IN"/>
          </a:p>
        </p:txBody>
      </p:sp>
      <p:sp>
        <p:nvSpPr>
          <p:cNvPr id="33" name="Text Placeholder 37">
            <a:extLst>
              <a:ext uri="{FF2B5EF4-FFF2-40B4-BE49-F238E27FC236}">
                <a16:creationId xmlns:a16="http://schemas.microsoft.com/office/drawing/2014/main" id="{B3D87676-9AFC-06DD-9F65-958976B64EFC}"/>
              </a:ext>
            </a:extLst>
          </p:cNvPr>
          <p:cNvSpPr>
            <a:spLocks noGrp="1"/>
          </p:cNvSpPr>
          <p:nvPr>
            <p:ph type="body" sz="quarter" idx="32" hasCustomPrompt="1"/>
          </p:nvPr>
        </p:nvSpPr>
        <p:spPr>
          <a:xfrm>
            <a:off x="7532899" y="1198333"/>
            <a:ext cx="1766902" cy="469070"/>
          </a:xfrm>
        </p:spPr>
        <p:txBody>
          <a:bodyPr>
            <a:normAutofit/>
          </a:bodyPr>
          <a:lstStyle>
            <a:lvl1pPr marL="0" indent="0" algn="ctr">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Tree>
    <p:extLst>
      <p:ext uri="{BB962C8B-B14F-4D97-AF65-F5344CB8AC3E}">
        <p14:creationId xmlns:p14="http://schemas.microsoft.com/office/powerpoint/2010/main" val="2074513856"/>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8_Timeline/Roadmap">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484CCC9D-4F9E-9399-DF2E-250E50239B23}"/>
              </a:ext>
            </a:extLst>
          </p:cNvPr>
          <p:cNvCxnSpPr>
            <a:cxnSpLocks/>
          </p:cNvCxnSpPr>
          <p:nvPr userDrawn="1"/>
        </p:nvCxnSpPr>
        <p:spPr>
          <a:xfrm>
            <a:off x="9299800" y="3207198"/>
            <a:ext cx="18254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Title 1">
            <a:extLst>
              <a:ext uri="{FF2B5EF4-FFF2-40B4-BE49-F238E27FC236}">
                <a16:creationId xmlns:a16="http://schemas.microsoft.com/office/drawing/2014/main" id="{63F5623A-97BF-0B7E-A4D8-9BCDBB23C8E4}"/>
              </a:ext>
            </a:extLst>
          </p:cNvPr>
          <p:cNvSpPr>
            <a:spLocks noGrp="1"/>
          </p:cNvSpPr>
          <p:nvPr>
            <p:ph type="ctrTitle"/>
          </p:nvPr>
        </p:nvSpPr>
        <p:spPr>
          <a:xfrm>
            <a:off x="360000" y="308292"/>
            <a:ext cx="3308889" cy="984885"/>
          </a:xfrm>
          <a:prstGeom prst="rect">
            <a:avLst/>
          </a:prstGeom>
        </p:spPr>
        <p:txBody>
          <a:bodyPr vert="horz" wrap="square"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cxnSp>
        <p:nvCxnSpPr>
          <p:cNvPr id="9" name="Straight Connector 8">
            <a:extLst>
              <a:ext uri="{FF2B5EF4-FFF2-40B4-BE49-F238E27FC236}">
                <a16:creationId xmlns:a16="http://schemas.microsoft.com/office/drawing/2014/main" id="{9B63439F-E37F-45DA-ED77-FA760FFDF6A3}"/>
              </a:ext>
            </a:extLst>
          </p:cNvPr>
          <p:cNvCxnSpPr>
            <a:cxnSpLocks/>
          </p:cNvCxnSpPr>
          <p:nvPr userDrawn="1"/>
        </p:nvCxnSpPr>
        <p:spPr>
          <a:xfrm>
            <a:off x="1154867" y="3226375"/>
            <a:ext cx="18254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Freeform 23">
            <a:extLst>
              <a:ext uri="{FF2B5EF4-FFF2-40B4-BE49-F238E27FC236}">
                <a16:creationId xmlns:a16="http://schemas.microsoft.com/office/drawing/2014/main" id="{3D9DFBA3-AF9A-06A6-3199-5CEFCC1772E7}"/>
              </a:ext>
            </a:extLst>
          </p:cNvPr>
          <p:cNvSpPr/>
          <p:nvPr userDrawn="1"/>
        </p:nvSpPr>
        <p:spPr>
          <a:xfrm>
            <a:off x="2741300" y="3237314"/>
            <a:ext cx="1986094" cy="3620686"/>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tx2"/>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3" name="Freeform 30">
            <a:extLst>
              <a:ext uri="{FF2B5EF4-FFF2-40B4-BE49-F238E27FC236}">
                <a16:creationId xmlns:a16="http://schemas.microsoft.com/office/drawing/2014/main" id="{69B5B8DD-07D6-C202-9B21-C13839BDB6EB}"/>
              </a:ext>
            </a:extLst>
          </p:cNvPr>
          <p:cNvSpPr/>
          <p:nvPr userDrawn="1"/>
        </p:nvSpPr>
        <p:spPr>
          <a:xfrm>
            <a:off x="5869327" y="3246800"/>
            <a:ext cx="1986094" cy="3611200"/>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tx2"/>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4" name="Donut 34">
            <a:extLst>
              <a:ext uri="{FF2B5EF4-FFF2-40B4-BE49-F238E27FC236}">
                <a16:creationId xmlns:a16="http://schemas.microsoft.com/office/drawing/2014/main" id="{AB732627-BD7E-C009-630A-0D29FC28BA69}"/>
              </a:ext>
            </a:extLst>
          </p:cNvPr>
          <p:cNvSpPr/>
          <p:nvPr userDrawn="1"/>
        </p:nvSpPr>
        <p:spPr>
          <a:xfrm>
            <a:off x="2739923" y="2235072"/>
            <a:ext cx="1986094" cy="1986094"/>
          </a:xfrm>
          <a:prstGeom prst="donut">
            <a:avLst>
              <a:gd name="adj" fmla="val 21670"/>
            </a:avLst>
          </a:prstGeom>
          <a:gradFill flip="none" rotWithShape="1">
            <a:gsLst>
              <a:gs pos="0">
                <a:srgbClr val="C00000"/>
              </a:gs>
              <a:gs pos="100000">
                <a:schemeClr val="accent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Freeform 29">
            <a:extLst>
              <a:ext uri="{FF2B5EF4-FFF2-40B4-BE49-F238E27FC236}">
                <a16:creationId xmlns:a16="http://schemas.microsoft.com/office/drawing/2014/main" id="{978907E7-C322-F06F-C558-814901D25623}"/>
              </a:ext>
            </a:extLst>
          </p:cNvPr>
          <p:cNvSpPr/>
          <p:nvPr userDrawn="1"/>
        </p:nvSpPr>
        <p:spPr>
          <a:xfrm rot="10800000">
            <a:off x="4307914" y="-9338"/>
            <a:ext cx="1986094" cy="3246649"/>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tx2"/>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6" name="Donut 37">
            <a:extLst>
              <a:ext uri="{FF2B5EF4-FFF2-40B4-BE49-F238E27FC236}">
                <a16:creationId xmlns:a16="http://schemas.microsoft.com/office/drawing/2014/main" id="{42DF2E53-9066-1457-A0D9-81A0AB7D03DC}"/>
              </a:ext>
            </a:extLst>
          </p:cNvPr>
          <p:cNvSpPr/>
          <p:nvPr userDrawn="1"/>
        </p:nvSpPr>
        <p:spPr>
          <a:xfrm>
            <a:off x="4299531" y="2235072"/>
            <a:ext cx="1986094" cy="1986094"/>
          </a:xfrm>
          <a:prstGeom prst="donut">
            <a:avLst>
              <a:gd name="adj" fmla="val 21670"/>
            </a:avLst>
          </a:prstGeom>
          <a:gradFill flip="none" rotWithShape="1">
            <a:gsLst>
              <a:gs pos="0">
                <a:srgbClr val="C00000"/>
              </a:gs>
              <a:gs pos="100000">
                <a:schemeClr val="accent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17" name="Donut 41">
            <a:extLst>
              <a:ext uri="{FF2B5EF4-FFF2-40B4-BE49-F238E27FC236}">
                <a16:creationId xmlns:a16="http://schemas.microsoft.com/office/drawing/2014/main" id="{0B0BCAF6-D003-1B01-246F-80A9F5C235F4}"/>
              </a:ext>
            </a:extLst>
          </p:cNvPr>
          <p:cNvSpPr/>
          <p:nvPr userDrawn="1"/>
        </p:nvSpPr>
        <p:spPr>
          <a:xfrm>
            <a:off x="5865157" y="2235072"/>
            <a:ext cx="1986094" cy="1986094"/>
          </a:xfrm>
          <a:prstGeom prst="donut">
            <a:avLst>
              <a:gd name="adj" fmla="val 21670"/>
            </a:avLst>
          </a:prstGeom>
          <a:gradFill flip="none" rotWithShape="1">
            <a:gsLst>
              <a:gs pos="0">
                <a:srgbClr val="C00000"/>
              </a:gs>
              <a:gs pos="100000">
                <a:schemeClr val="accent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18" name="Freeform 31">
            <a:extLst>
              <a:ext uri="{FF2B5EF4-FFF2-40B4-BE49-F238E27FC236}">
                <a16:creationId xmlns:a16="http://schemas.microsoft.com/office/drawing/2014/main" id="{9FC13F5C-1AF7-E2CF-66D4-D409CF8E59AF}"/>
              </a:ext>
            </a:extLst>
          </p:cNvPr>
          <p:cNvSpPr/>
          <p:nvPr userDrawn="1"/>
        </p:nvSpPr>
        <p:spPr>
          <a:xfrm rot="10800000">
            <a:off x="7428956" y="-2"/>
            <a:ext cx="1986094" cy="3246647"/>
          </a:xfrm>
          <a:custGeom>
            <a:avLst/>
            <a:gdLst>
              <a:gd name="connsiteX0" fmla="*/ 0 w 2219632"/>
              <a:gd name="connsiteY0" fmla="*/ 0 h 4890706"/>
              <a:gd name="connsiteX1" fmla="*/ 5729 w 2219632"/>
              <a:gd name="connsiteY1" fmla="*/ 113452 h 4890706"/>
              <a:gd name="connsiteX2" fmla="*/ 1109816 w 2219632"/>
              <a:gd name="connsiteY2" fmla="*/ 1109797 h 4890706"/>
              <a:gd name="connsiteX3" fmla="*/ 2213903 w 2219632"/>
              <a:gd name="connsiteY3" fmla="*/ 113452 h 4890706"/>
              <a:gd name="connsiteX4" fmla="*/ 2219632 w 2219632"/>
              <a:gd name="connsiteY4" fmla="*/ 0 h 4890706"/>
              <a:gd name="connsiteX5" fmla="*/ 2219632 w 2219632"/>
              <a:gd name="connsiteY5" fmla="*/ 4890706 h 4890706"/>
              <a:gd name="connsiteX6" fmla="*/ 0 w 2219632"/>
              <a:gd name="connsiteY6" fmla="*/ 4890706 h 4890706"/>
              <a:gd name="connsiteX7" fmla="*/ 0 w 2219632"/>
              <a:gd name="connsiteY7" fmla="*/ 0 h 489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632" h="4890706">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flip="none" rotWithShape="1">
            <a:gsLst>
              <a:gs pos="48000">
                <a:schemeClr val="tx2"/>
              </a:gs>
              <a:gs pos="0">
                <a:schemeClr val="bg1"/>
              </a:gs>
              <a:gs pos="89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9" name="Donut 42">
            <a:extLst>
              <a:ext uri="{FF2B5EF4-FFF2-40B4-BE49-F238E27FC236}">
                <a16:creationId xmlns:a16="http://schemas.microsoft.com/office/drawing/2014/main" id="{8B2F838E-615F-22BF-E216-81E4DC1DAD1E}"/>
              </a:ext>
            </a:extLst>
          </p:cNvPr>
          <p:cNvSpPr/>
          <p:nvPr userDrawn="1"/>
        </p:nvSpPr>
        <p:spPr>
          <a:xfrm>
            <a:off x="7428958" y="2235072"/>
            <a:ext cx="1986094" cy="1986094"/>
          </a:xfrm>
          <a:prstGeom prst="donut">
            <a:avLst>
              <a:gd name="adj" fmla="val 21670"/>
            </a:avLst>
          </a:prstGeom>
          <a:gradFill flip="none" rotWithShape="1">
            <a:gsLst>
              <a:gs pos="0">
                <a:srgbClr val="C00000"/>
              </a:gs>
              <a:gs pos="100000">
                <a:schemeClr val="accent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24" name="Content Placeholder 78">
            <a:extLst>
              <a:ext uri="{FF2B5EF4-FFF2-40B4-BE49-F238E27FC236}">
                <a16:creationId xmlns:a16="http://schemas.microsoft.com/office/drawing/2014/main" id="{6045BCB6-087E-6217-FBDA-0821A50B8209}"/>
              </a:ext>
            </a:extLst>
          </p:cNvPr>
          <p:cNvSpPr>
            <a:spLocks noGrp="1"/>
          </p:cNvSpPr>
          <p:nvPr>
            <p:ph sz="quarter" idx="21" hasCustomPrompt="1"/>
          </p:nvPr>
        </p:nvSpPr>
        <p:spPr>
          <a:xfrm>
            <a:off x="3285061" y="2790230"/>
            <a:ext cx="901731" cy="869678"/>
          </a:xfrm>
          <a:prstGeom prst="ellipse">
            <a:avLst/>
          </a:prstGeom>
          <a:noFill/>
        </p:spPr>
        <p:txBody>
          <a:bodyPr>
            <a:noAutofit/>
          </a:bodyPr>
          <a:lstStyle>
            <a:lvl1pPr marL="0" indent="0" algn="ctr">
              <a:buNone/>
              <a:defRPr sz="1200" b="1">
                <a:solidFill>
                  <a:schemeClr val="tx1"/>
                </a:solidFill>
              </a:defRPr>
            </a:lvl1pPr>
          </a:lstStyle>
          <a:p>
            <a:pPr lvl="0"/>
            <a:r>
              <a:rPr lang="en-US"/>
              <a:t>Insert Icon here</a:t>
            </a:r>
            <a:endParaRPr lang="en-IN"/>
          </a:p>
        </p:txBody>
      </p:sp>
      <p:sp>
        <p:nvSpPr>
          <p:cNvPr id="25" name="Content Placeholder 78">
            <a:extLst>
              <a:ext uri="{FF2B5EF4-FFF2-40B4-BE49-F238E27FC236}">
                <a16:creationId xmlns:a16="http://schemas.microsoft.com/office/drawing/2014/main" id="{6E54BB1D-F2BE-BF56-BE4C-FCC948FE2383}"/>
              </a:ext>
            </a:extLst>
          </p:cNvPr>
          <p:cNvSpPr>
            <a:spLocks noGrp="1"/>
          </p:cNvSpPr>
          <p:nvPr>
            <p:ph sz="quarter" idx="22" hasCustomPrompt="1"/>
          </p:nvPr>
        </p:nvSpPr>
        <p:spPr>
          <a:xfrm>
            <a:off x="4840249" y="2793280"/>
            <a:ext cx="901731" cy="869678"/>
          </a:xfrm>
          <a:prstGeom prst="ellipse">
            <a:avLst/>
          </a:prstGeom>
          <a:noFill/>
        </p:spPr>
        <p:txBody>
          <a:bodyPr>
            <a:noAutofit/>
          </a:bodyPr>
          <a:lstStyle>
            <a:lvl1pPr marL="0" indent="0" algn="ctr">
              <a:buNone/>
              <a:defRPr lang="en-US" sz="1200" b="1" kern="1200" dirty="0">
                <a:solidFill>
                  <a:schemeClr val="tx1"/>
                </a:solidFill>
                <a:latin typeface="Open Sans" pitchFamily="2" charset="0"/>
                <a:ea typeface="Open Sans" pitchFamily="2" charset="0"/>
                <a:cs typeface="Open Sans" pitchFamily="2" charset="0"/>
              </a:defRPr>
            </a:lvl1pPr>
          </a:lstStyle>
          <a:p>
            <a:pPr lvl="0"/>
            <a:r>
              <a:rPr lang="en-US"/>
              <a:t>Insert Icon here</a:t>
            </a:r>
            <a:endParaRPr lang="en-IN"/>
          </a:p>
        </p:txBody>
      </p:sp>
      <p:sp>
        <p:nvSpPr>
          <p:cNvPr id="26" name="Content Placeholder 78">
            <a:extLst>
              <a:ext uri="{FF2B5EF4-FFF2-40B4-BE49-F238E27FC236}">
                <a16:creationId xmlns:a16="http://schemas.microsoft.com/office/drawing/2014/main" id="{526E25CD-638F-D44D-0CF0-A8C37F30C455}"/>
              </a:ext>
            </a:extLst>
          </p:cNvPr>
          <p:cNvSpPr>
            <a:spLocks noGrp="1"/>
          </p:cNvSpPr>
          <p:nvPr>
            <p:ph sz="quarter" idx="23" hasCustomPrompt="1"/>
          </p:nvPr>
        </p:nvSpPr>
        <p:spPr>
          <a:xfrm>
            <a:off x="6406424" y="2796620"/>
            <a:ext cx="901731" cy="869678"/>
          </a:xfrm>
          <a:prstGeom prst="ellipse">
            <a:avLst/>
          </a:prstGeom>
          <a:noFill/>
        </p:spPr>
        <p:txBody>
          <a:bodyPr>
            <a:noAutofit/>
          </a:bodyPr>
          <a:lstStyle>
            <a:lvl1pPr marL="0" indent="0" algn="ctr">
              <a:buNone/>
              <a:defRPr lang="en-US" sz="1200" b="1" kern="1200" dirty="0">
                <a:solidFill>
                  <a:schemeClr val="tx1"/>
                </a:solidFill>
                <a:latin typeface="Open Sans" pitchFamily="2" charset="0"/>
                <a:ea typeface="Open Sans" pitchFamily="2" charset="0"/>
                <a:cs typeface="Open Sans" pitchFamily="2" charset="0"/>
              </a:defRPr>
            </a:lvl1pPr>
          </a:lstStyle>
          <a:p>
            <a:pPr lvl="0"/>
            <a:r>
              <a:rPr lang="en-US"/>
              <a:t>Insert Icon here</a:t>
            </a:r>
            <a:endParaRPr lang="en-IN"/>
          </a:p>
        </p:txBody>
      </p:sp>
      <p:sp>
        <p:nvSpPr>
          <p:cNvPr id="27" name="Content Placeholder 78">
            <a:extLst>
              <a:ext uri="{FF2B5EF4-FFF2-40B4-BE49-F238E27FC236}">
                <a16:creationId xmlns:a16="http://schemas.microsoft.com/office/drawing/2014/main" id="{85CEDCD5-C71E-759A-7C6D-E4CBE4F75B64}"/>
              </a:ext>
            </a:extLst>
          </p:cNvPr>
          <p:cNvSpPr>
            <a:spLocks noGrp="1"/>
          </p:cNvSpPr>
          <p:nvPr>
            <p:ph sz="quarter" idx="24" hasCustomPrompt="1"/>
          </p:nvPr>
        </p:nvSpPr>
        <p:spPr>
          <a:xfrm>
            <a:off x="7971137" y="2793280"/>
            <a:ext cx="901731" cy="869678"/>
          </a:xfrm>
          <a:prstGeom prst="ellipse">
            <a:avLst/>
          </a:prstGeom>
          <a:noFill/>
        </p:spPr>
        <p:txBody>
          <a:bodyPr>
            <a:noAutofit/>
          </a:bodyPr>
          <a:lstStyle>
            <a:lvl1pPr marL="0" indent="0" algn="ctr">
              <a:buNone/>
              <a:defRPr lang="en-US" sz="1200" b="1" kern="1200" dirty="0">
                <a:solidFill>
                  <a:schemeClr val="tx1"/>
                </a:solidFill>
                <a:latin typeface="Open Sans" pitchFamily="2" charset="0"/>
                <a:ea typeface="Open Sans" pitchFamily="2" charset="0"/>
                <a:cs typeface="Open Sans" pitchFamily="2" charset="0"/>
              </a:defRPr>
            </a:lvl1pPr>
          </a:lstStyle>
          <a:p>
            <a:pPr lvl="0"/>
            <a:r>
              <a:rPr lang="en-US"/>
              <a:t>Insert Icon here</a:t>
            </a:r>
            <a:endParaRPr lang="en-IN"/>
          </a:p>
        </p:txBody>
      </p:sp>
      <p:sp>
        <p:nvSpPr>
          <p:cNvPr id="53" name="Text Placeholder 37">
            <a:extLst>
              <a:ext uri="{FF2B5EF4-FFF2-40B4-BE49-F238E27FC236}">
                <a16:creationId xmlns:a16="http://schemas.microsoft.com/office/drawing/2014/main" id="{71AB040B-597C-A5C7-F1F1-909D63030316}"/>
              </a:ext>
            </a:extLst>
          </p:cNvPr>
          <p:cNvSpPr>
            <a:spLocks noGrp="1"/>
          </p:cNvSpPr>
          <p:nvPr>
            <p:ph type="body" sz="quarter" idx="25" hasCustomPrompt="1"/>
          </p:nvPr>
        </p:nvSpPr>
        <p:spPr>
          <a:xfrm>
            <a:off x="2855049" y="4801305"/>
            <a:ext cx="1766902" cy="469070"/>
          </a:xfrm>
        </p:spPr>
        <p:txBody>
          <a:bodyPr>
            <a:normAutofit/>
          </a:bodyPr>
          <a:lstStyle>
            <a:lvl1pPr marL="0" indent="0" algn="ctr">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57" name="Text Placeholder 37">
            <a:extLst>
              <a:ext uri="{FF2B5EF4-FFF2-40B4-BE49-F238E27FC236}">
                <a16:creationId xmlns:a16="http://schemas.microsoft.com/office/drawing/2014/main" id="{A8120741-3EAF-7630-BC5E-64C1B432D41F}"/>
              </a:ext>
            </a:extLst>
          </p:cNvPr>
          <p:cNvSpPr>
            <a:spLocks noGrp="1"/>
          </p:cNvSpPr>
          <p:nvPr>
            <p:ph type="body" sz="quarter" idx="26" hasCustomPrompt="1"/>
          </p:nvPr>
        </p:nvSpPr>
        <p:spPr>
          <a:xfrm>
            <a:off x="2855050" y="4311177"/>
            <a:ext cx="1766901" cy="285646"/>
          </a:xfrm>
        </p:spPr>
        <p:txBody>
          <a:bodyPr>
            <a:noAutofit/>
          </a:bodyPr>
          <a:lstStyle>
            <a:lvl1pPr marL="0" indent="0" algn="ctr">
              <a:buNone/>
              <a:defRPr sz="1600" b="1">
                <a:solidFill>
                  <a:schemeClr val="bg1"/>
                </a:solidFill>
                <a:latin typeface="Barlow" panose="00000500000000000000" pitchFamily="2" charset="0"/>
              </a:defRPr>
            </a:lvl1pPr>
          </a:lstStyle>
          <a:p>
            <a:pPr lvl="0"/>
            <a:r>
              <a:rPr lang="en-US"/>
              <a:t>Click to add text</a:t>
            </a:r>
            <a:endParaRPr lang="en-IN"/>
          </a:p>
        </p:txBody>
      </p:sp>
      <p:sp>
        <p:nvSpPr>
          <p:cNvPr id="58" name="Text Placeholder 37">
            <a:extLst>
              <a:ext uri="{FF2B5EF4-FFF2-40B4-BE49-F238E27FC236}">
                <a16:creationId xmlns:a16="http://schemas.microsoft.com/office/drawing/2014/main" id="{BB488A77-4B23-0D6E-D5E2-DC0755954378}"/>
              </a:ext>
            </a:extLst>
          </p:cNvPr>
          <p:cNvSpPr>
            <a:spLocks noGrp="1"/>
          </p:cNvSpPr>
          <p:nvPr>
            <p:ph type="body" sz="quarter" idx="27" hasCustomPrompt="1"/>
          </p:nvPr>
        </p:nvSpPr>
        <p:spPr>
          <a:xfrm>
            <a:off x="4439522" y="1844267"/>
            <a:ext cx="1766901" cy="285646"/>
          </a:xfrm>
        </p:spPr>
        <p:txBody>
          <a:bodyPr>
            <a:noAutofit/>
          </a:bodyPr>
          <a:lstStyle>
            <a:lvl1pPr marL="0" indent="0" algn="ctr">
              <a:buNone/>
              <a:defRPr sz="1600" b="1">
                <a:solidFill>
                  <a:schemeClr val="bg1"/>
                </a:solidFill>
                <a:latin typeface="Barlow" panose="00000500000000000000" pitchFamily="2" charset="0"/>
              </a:defRPr>
            </a:lvl1pPr>
          </a:lstStyle>
          <a:p>
            <a:pPr lvl="0"/>
            <a:r>
              <a:rPr lang="en-US"/>
              <a:t>Click to add text</a:t>
            </a:r>
            <a:endParaRPr lang="en-IN"/>
          </a:p>
        </p:txBody>
      </p:sp>
      <p:sp>
        <p:nvSpPr>
          <p:cNvPr id="59" name="Text Placeholder 37">
            <a:extLst>
              <a:ext uri="{FF2B5EF4-FFF2-40B4-BE49-F238E27FC236}">
                <a16:creationId xmlns:a16="http://schemas.microsoft.com/office/drawing/2014/main" id="{E8658DEB-F265-558A-005C-27F637A03007}"/>
              </a:ext>
            </a:extLst>
          </p:cNvPr>
          <p:cNvSpPr>
            <a:spLocks noGrp="1"/>
          </p:cNvSpPr>
          <p:nvPr>
            <p:ph type="body" sz="quarter" idx="28" hasCustomPrompt="1"/>
          </p:nvPr>
        </p:nvSpPr>
        <p:spPr>
          <a:xfrm>
            <a:off x="4439522" y="1215893"/>
            <a:ext cx="1766902" cy="469070"/>
          </a:xfrm>
        </p:spPr>
        <p:txBody>
          <a:bodyPr>
            <a:normAutofit/>
          </a:bodyPr>
          <a:lstStyle>
            <a:lvl1pPr marL="0" indent="0" algn="ctr">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30" name="Text Placeholder 37">
            <a:extLst>
              <a:ext uri="{FF2B5EF4-FFF2-40B4-BE49-F238E27FC236}">
                <a16:creationId xmlns:a16="http://schemas.microsoft.com/office/drawing/2014/main" id="{EE7D17B4-7F3B-027E-CB0C-CFCCCBBA5E3E}"/>
              </a:ext>
            </a:extLst>
          </p:cNvPr>
          <p:cNvSpPr>
            <a:spLocks noGrp="1"/>
          </p:cNvSpPr>
          <p:nvPr>
            <p:ph type="body" sz="quarter" idx="29" hasCustomPrompt="1"/>
          </p:nvPr>
        </p:nvSpPr>
        <p:spPr>
          <a:xfrm>
            <a:off x="5983753" y="4802605"/>
            <a:ext cx="1766902" cy="469070"/>
          </a:xfrm>
        </p:spPr>
        <p:txBody>
          <a:bodyPr>
            <a:normAutofit/>
          </a:bodyPr>
          <a:lstStyle>
            <a:lvl1pPr marL="0" indent="0" algn="ctr">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31" name="Text Placeholder 37">
            <a:extLst>
              <a:ext uri="{FF2B5EF4-FFF2-40B4-BE49-F238E27FC236}">
                <a16:creationId xmlns:a16="http://schemas.microsoft.com/office/drawing/2014/main" id="{1A94115C-516D-2E90-3E57-5E23B68D414B}"/>
              </a:ext>
            </a:extLst>
          </p:cNvPr>
          <p:cNvSpPr>
            <a:spLocks noGrp="1"/>
          </p:cNvSpPr>
          <p:nvPr>
            <p:ph type="body" sz="quarter" idx="30" hasCustomPrompt="1"/>
          </p:nvPr>
        </p:nvSpPr>
        <p:spPr>
          <a:xfrm>
            <a:off x="5983754" y="4312477"/>
            <a:ext cx="1766901" cy="285646"/>
          </a:xfrm>
        </p:spPr>
        <p:txBody>
          <a:bodyPr>
            <a:noAutofit/>
          </a:bodyPr>
          <a:lstStyle>
            <a:lvl1pPr marL="0" indent="0" algn="ctr">
              <a:buNone/>
              <a:defRPr sz="1600" b="1">
                <a:solidFill>
                  <a:schemeClr val="bg1"/>
                </a:solidFill>
                <a:latin typeface="Barlow" panose="00000500000000000000" pitchFamily="2" charset="0"/>
              </a:defRPr>
            </a:lvl1pPr>
          </a:lstStyle>
          <a:p>
            <a:pPr lvl="0"/>
            <a:r>
              <a:rPr lang="en-US"/>
              <a:t>Click to add text</a:t>
            </a:r>
            <a:endParaRPr lang="en-IN"/>
          </a:p>
        </p:txBody>
      </p:sp>
      <p:sp>
        <p:nvSpPr>
          <p:cNvPr id="32" name="Text Placeholder 37">
            <a:extLst>
              <a:ext uri="{FF2B5EF4-FFF2-40B4-BE49-F238E27FC236}">
                <a16:creationId xmlns:a16="http://schemas.microsoft.com/office/drawing/2014/main" id="{1DAA1A3B-355B-36F3-7924-6976B2E8CE9C}"/>
              </a:ext>
            </a:extLst>
          </p:cNvPr>
          <p:cNvSpPr>
            <a:spLocks noGrp="1"/>
          </p:cNvSpPr>
          <p:nvPr>
            <p:ph type="body" sz="quarter" idx="31" hasCustomPrompt="1"/>
          </p:nvPr>
        </p:nvSpPr>
        <p:spPr>
          <a:xfrm>
            <a:off x="7532899" y="1826707"/>
            <a:ext cx="1766901" cy="285646"/>
          </a:xfrm>
        </p:spPr>
        <p:txBody>
          <a:bodyPr>
            <a:noAutofit/>
          </a:bodyPr>
          <a:lstStyle>
            <a:lvl1pPr marL="0" indent="0" algn="ctr">
              <a:buNone/>
              <a:defRPr sz="1600" b="1">
                <a:solidFill>
                  <a:schemeClr val="bg1"/>
                </a:solidFill>
                <a:latin typeface="Barlow" panose="00000500000000000000" pitchFamily="2" charset="0"/>
              </a:defRPr>
            </a:lvl1pPr>
          </a:lstStyle>
          <a:p>
            <a:pPr lvl="0"/>
            <a:r>
              <a:rPr lang="en-US"/>
              <a:t>Click to add text</a:t>
            </a:r>
            <a:endParaRPr lang="en-IN"/>
          </a:p>
        </p:txBody>
      </p:sp>
      <p:sp>
        <p:nvSpPr>
          <p:cNvPr id="33" name="Text Placeholder 37">
            <a:extLst>
              <a:ext uri="{FF2B5EF4-FFF2-40B4-BE49-F238E27FC236}">
                <a16:creationId xmlns:a16="http://schemas.microsoft.com/office/drawing/2014/main" id="{B3D87676-9AFC-06DD-9F65-958976B64EFC}"/>
              </a:ext>
            </a:extLst>
          </p:cNvPr>
          <p:cNvSpPr>
            <a:spLocks noGrp="1"/>
          </p:cNvSpPr>
          <p:nvPr>
            <p:ph type="body" sz="quarter" idx="32" hasCustomPrompt="1"/>
          </p:nvPr>
        </p:nvSpPr>
        <p:spPr>
          <a:xfrm>
            <a:off x="7532899" y="1198333"/>
            <a:ext cx="1766902" cy="469070"/>
          </a:xfrm>
        </p:spPr>
        <p:txBody>
          <a:bodyPr>
            <a:normAutofit/>
          </a:bodyPr>
          <a:lstStyle>
            <a:lvl1pPr marL="0" indent="0" algn="ctr">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Tree>
    <p:extLst>
      <p:ext uri="{BB962C8B-B14F-4D97-AF65-F5344CB8AC3E}">
        <p14:creationId xmlns:p14="http://schemas.microsoft.com/office/powerpoint/2010/main" val="2503925763"/>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9_Timeline/Roadmap">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19C9B7E9-FB89-1F1B-9254-6A23D8DBE79B}"/>
              </a:ext>
            </a:extLst>
          </p:cNvPr>
          <p:cNvCxnSpPr>
            <a:cxnSpLocks/>
          </p:cNvCxnSpPr>
          <p:nvPr userDrawn="1"/>
        </p:nvCxnSpPr>
        <p:spPr>
          <a:xfrm>
            <a:off x="1708220" y="787627"/>
            <a:ext cx="9029449" cy="0"/>
          </a:xfrm>
          <a:prstGeom prst="line">
            <a:avLst/>
          </a:prstGeom>
          <a:ln w="5080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7" name="Arc 6">
            <a:extLst>
              <a:ext uri="{FF2B5EF4-FFF2-40B4-BE49-F238E27FC236}">
                <a16:creationId xmlns:a16="http://schemas.microsoft.com/office/drawing/2014/main" id="{832BF05A-518E-EB20-83EE-D005C623D4ED}"/>
              </a:ext>
            </a:extLst>
          </p:cNvPr>
          <p:cNvSpPr/>
          <p:nvPr userDrawn="1"/>
        </p:nvSpPr>
        <p:spPr>
          <a:xfrm>
            <a:off x="9912532" y="795247"/>
            <a:ext cx="1500051" cy="1500051"/>
          </a:xfrm>
          <a:prstGeom prst="arc">
            <a:avLst>
              <a:gd name="adj1" fmla="val 16200000"/>
              <a:gd name="adj2" fmla="val 4601008"/>
            </a:avLst>
          </a:prstGeom>
          <a:ln w="508000">
            <a:solidFill>
              <a:schemeClr val="bg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3121169A-6BB1-D41B-3F80-38B4F767754D}"/>
              </a:ext>
            </a:extLst>
          </p:cNvPr>
          <p:cNvCxnSpPr>
            <a:cxnSpLocks/>
          </p:cNvCxnSpPr>
          <p:nvPr userDrawn="1"/>
        </p:nvCxnSpPr>
        <p:spPr>
          <a:xfrm>
            <a:off x="1436914" y="2263730"/>
            <a:ext cx="9470572" cy="0"/>
          </a:xfrm>
          <a:prstGeom prst="line">
            <a:avLst/>
          </a:prstGeom>
          <a:ln w="5080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9" name="Arc 8">
            <a:extLst>
              <a:ext uri="{FF2B5EF4-FFF2-40B4-BE49-F238E27FC236}">
                <a16:creationId xmlns:a16="http://schemas.microsoft.com/office/drawing/2014/main" id="{74E2AEF6-B3A1-D58E-4171-AB2204CC4B59}"/>
              </a:ext>
            </a:extLst>
          </p:cNvPr>
          <p:cNvSpPr/>
          <p:nvPr userDrawn="1"/>
        </p:nvSpPr>
        <p:spPr>
          <a:xfrm flipH="1">
            <a:off x="703217" y="2263730"/>
            <a:ext cx="1500051" cy="1500051"/>
          </a:xfrm>
          <a:prstGeom prst="arc">
            <a:avLst>
              <a:gd name="adj1" fmla="val 16058938"/>
              <a:gd name="adj2" fmla="val 5382642"/>
            </a:avLst>
          </a:prstGeom>
          <a:ln w="508000">
            <a:solidFill>
              <a:schemeClr val="bg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88AF7056-6B5A-AE62-6555-153C2AB5B25C}"/>
              </a:ext>
            </a:extLst>
          </p:cNvPr>
          <p:cNvCxnSpPr>
            <a:cxnSpLocks/>
            <a:stCxn id="9" idx="2"/>
          </p:cNvCxnSpPr>
          <p:nvPr userDrawn="1"/>
        </p:nvCxnSpPr>
        <p:spPr>
          <a:xfrm flipV="1">
            <a:off x="1449455" y="3724592"/>
            <a:ext cx="9288214" cy="39179"/>
          </a:xfrm>
          <a:prstGeom prst="line">
            <a:avLst/>
          </a:prstGeom>
          <a:ln w="5080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11" name="Arc 10">
            <a:extLst>
              <a:ext uri="{FF2B5EF4-FFF2-40B4-BE49-F238E27FC236}">
                <a16:creationId xmlns:a16="http://schemas.microsoft.com/office/drawing/2014/main" id="{3456D1FE-029A-B4CE-A05B-E3AD4E9403D7}"/>
              </a:ext>
            </a:extLst>
          </p:cNvPr>
          <p:cNvSpPr/>
          <p:nvPr userDrawn="1"/>
        </p:nvSpPr>
        <p:spPr>
          <a:xfrm>
            <a:off x="9912532" y="3726770"/>
            <a:ext cx="1500051" cy="1500051"/>
          </a:xfrm>
          <a:prstGeom prst="arc">
            <a:avLst>
              <a:gd name="adj1" fmla="val 16200000"/>
              <a:gd name="adj2" fmla="val 5341256"/>
            </a:avLst>
          </a:prstGeom>
          <a:ln w="508000">
            <a:solidFill>
              <a:schemeClr val="bg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38D68D3A-EA91-20A1-9C99-099C528D78EA}"/>
              </a:ext>
            </a:extLst>
          </p:cNvPr>
          <p:cNvCxnSpPr>
            <a:cxnSpLocks/>
          </p:cNvCxnSpPr>
          <p:nvPr userDrawn="1"/>
        </p:nvCxnSpPr>
        <p:spPr>
          <a:xfrm>
            <a:off x="1817393" y="5226602"/>
            <a:ext cx="8995387" cy="0"/>
          </a:xfrm>
          <a:prstGeom prst="line">
            <a:avLst/>
          </a:prstGeom>
          <a:ln w="5080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EDE3C33-5102-DD91-B910-2373B00D9632}"/>
              </a:ext>
            </a:extLst>
          </p:cNvPr>
          <p:cNvCxnSpPr>
            <a:cxnSpLocks/>
          </p:cNvCxnSpPr>
          <p:nvPr userDrawn="1"/>
        </p:nvCxnSpPr>
        <p:spPr>
          <a:xfrm>
            <a:off x="1817393" y="774564"/>
            <a:ext cx="8920276" cy="0"/>
          </a:xfrm>
          <a:prstGeom prst="line">
            <a:avLst/>
          </a:prstGeom>
          <a:ln w="1270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Arc 13">
            <a:extLst>
              <a:ext uri="{FF2B5EF4-FFF2-40B4-BE49-F238E27FC236}">
                <a16:creationId xmlns:a16="http://schemas.microsoft.com/office/drawing/2014/main" id="{C0D06F49-D796-A871-C373-24DDD6B5DF29}"/>
              </a:ext>
            </a:extLst>
          </p:cNvPr>
          <p:cNvSpPr/>
          <p:nvPr userDrawn="1"/>
        </p:nvSpPr>
        <p:spPr>
          <a:xfrm>
            <a:off x="9912532" y="774564"/>
            <a:ext cx="1500051" cy="1500051"/>
          </a:xfrm>
          <a:prstGeom prst="arc">
            <a:avLst>
              <a:gd name="adj1" fmla="val 16200000"/>
              <a:gd name="adj2" fmla="val 5503193"/>
            </a:avLst>
          </a:prstGeom>
          <a:ln w="12700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AFD4568D-E665-D741-D129-946C6555BF7E}"/>
              </a:ext>
            </a:extLst>
          </p:cNvPr>
          <p:cNvCxnSpPr>
            <a:cxnSpLocks/>
            <a:endCxn id="14" idx="2"/>
          </p:cNvCxnSpPr>
          <p:nvPr userDrawn="1"/>
        </p:nvCxnSpPr>
        <p:spPr>
          <a:xfrm>
            <a:off x="1436914" y="2250667"/>
            <a:ext cx="9203133" cy="23610"/>
          </a:xfrm>
          <a:prstGeom prst="line">
            <a:avLst/>
          </a:prstGeom>
          <a:ln w="12700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Arc 15">
            <a:extLst>
              <a:ext uri="{FF2B5EF4-FFF2-40B4-BE49-F238E27FC236}">
                <a16:creationId xmlns:a16="http://schemas.microsoft.com/office/drawing/2014/main" id="{15DF3449-B601-C4FD-798F-89409F09746E}"/>
              </a:ext>
            </a:extLst>
          </p:cNvPr>
          <p:cNvSpPr/>
          <p:nvPr userDrawn="1"/>
        </p:nvSpPr>
        <p:spPr>
          <a:xfrm flipH="1">
            <a:off x="703217" y="2250667"/>
            <a:ext cx="1500051" cy="1500051"/>
          </a:xfrm>
          <a:prstGeom prst="arc">
            <a:avLst>
              <a:gd name="adj1" fmla="val 16200000"/>
              <a:gd name="adj2" fmla="val 5481035"/>
            </a:avLst>
          </a:prstGeom>
          <a:ln w="12700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A71555A8-4664-9CD4-65D3-172657A69E01}"/>
              </a:ext>
            </a:extLst>
          </p:cNvPr>
          <p:cNvCxnSpPr>
            <a:cxnSpLocks/>
            <a:stCxn id="16" idx="2"/>
          </p:cNvCxnSpPr>
          <p:nvPr userDrawn="1"/>
        </p:nvCxnSpPr>
        <p:spPr>
          <a:xfrm flipV="1">
            <a:off x="1470921" y="3726043"/>
            <a:ext cx="9266748" cy="24467"/>
          </a:xfrm>
          <a:prstGeom prst="line">
            <a:avLst/>
          </a:prstGeom>
          <a:ln w="127000">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Arc 17">
            <a:extLst>
              <a:ext uri="{FF2B5EF4-FFF2-40B4-BE49-F238E27FC236}">
                <a16:creationId xmlns:a16="http://schemas.microsoft.com/office/drawing/2014/main" id="{DA4684CD-072C-ACC1-A628-496592A819ED}"/>
              </a:ext>
            </a:extLst>
          </p:cNvPr>
          <p:cNvSpPr/>
          <p:nvPr userDrawn="1"/>
        </p:nvSpPr>
        <p:spPr>
          <a:xfrm>
            <a:off x="9912532" y="3726770"/>
            <a:ext cx="1500051" cy="1500051"/>
          </a:xfrm>
          <a:prstGeom prst="arc">
            <a:avLst>
              <a:gd name="adj1" fmla="val 16200000"/>
              <a:gd name="adj2" fmla="val 5696084"/>
            </a:avLst>
          </a:prstGeom>
          <a:ln w="12700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2DD749B2-9BC5-D80D-B171-8171853EFDB9}"/>
              </a:ext>
            </a:extLst>
          </p:cNvPr>
          <p:cNvCxnSpPr>
            <a:cxnSpLocks/>
          </p:cNvCxnSpPr>
          <p:nvPr userDrawn="1"/>
        </p:nvCxnSpPr>
        <p:spPr>
          <a:xfrm>
            <a:off x="1898091" y="5215804"/>
            <a:ext cx="8839578" cy="8828"/>
          </a:xfrm>
          <a:prstGeom prst="line">
            <a:avLst/>
          </a:prstGeom>
          <a:ln w="127000">
            <a:solidFill>
              <a:schemeClr val="tx2"/>
            </a:solidFill>
          </a:ln>
        </p:spPr>
        <p:style>
          <a:lnRef idx="1">
            <a:schemeClr val="accent1"/>
          </a:lnRef>
          <a:fillRef idx="0">
            <a:schemeClr val="accent1"/>
          </a:fillRef>
          <a:effectRef idx="0">
            <a:schemeClr val="accent1"/>
          </a:effectRef>
          <a:fontRef idx="minor">
            <a:schemeClr val="tx1"/>
          </a:fontRef>
        </p:style>
      </p:cxnSp>
      <p:sp>
        <p:nvSpPr>
          <p:cNvPr id="78" name="Content Placeholder 50">
            <a:extLst>
              <a:ext uri="{FF2B5EF4-FFF2-40B4-BE49-F238E27FC236}">
                <a16:creationId xmlns:a16="http://schemas.microsoft.com/office/drawing/2014/main" id="{FC20027F-612B-4349-1712-D764804590FE}"/>
              </a:ext>
            </a:extLst>
          </p:cNvPr>
          <p:cNvSpPr>
            <a:spLocks noGrp="1"/>
          </p:cNvSpPr>
          <p:nvPr>
            <p:ph sz="quarter" idx="14" hasCustomPrompt="1"/>
          </p:nvPr>
        </p:nvSpPr>
        <p:spPr>
          <a:xfrm>
            <a:off x="1449455" y="406822"/>
            <a:ext cx="760960" cy="760960"/>
          </a:xfrm>
          <a:prstGeom prst="ellipse">
            <a:avLst/>
          </a:prstGeom>
          <a:solidFill>
            <a:schemeClr val="tx2"/>
          </a:solidFill>
          <a:ln w="76200">
            <a:solidFill>
              <a:schemeClr val="bg2"/>
            </a:solidFill>
          </a:ln>
        </p:spPr>
        <p:txBody>
          <a:bodyPr vert="horz" lIns="91440" tIns="91440" rIns="91440" bIns="91440" rtlCol="0" anchor="ctr">
            <a:noAutofit/>
          </a:bodyPr>
          <a:lstStyle>
            <a:lvl1pPr>
              <a:defRPr lang="en-IN" sz="2000" b="1" dirty="0">
                <a:solidFill>
                  <a:schemeClr val="bg1"/>
                </a:solidFill>
                <a:latin typeface="Barlow" panose="00000500000000000000" pitchFamily="2" charset="0"/>
              </a:defRPr>
            </a:lvl1pPr>
          </a:lstStyle>
          <a:p>
            <a:pPr marL="0" lvl="0" indent="0" algn="ctr">
              <a:buNone/>
            </a:pPr>
            <a:r>
              <a:rPr lang="en-US"/>
              <a:t>01</a:t>
            </a:r>
            <a:endParaRPr lang="en-IN"/>
          </a:p>
        </p:txBody>
      </p:sp>
      <p:sp>
        <p:nvSpPr>
          <p:cNvPr id="79" name="Content Placeholder 50">
            <a:extLst>
              <a:ext uri="{FF2B5EF4-FFF2-40B4-BE49-F238E27FC236}">
                <a16:creationId xmlns:a16="http://schemas.microsoft.com/office/drawing/2014/main" id="{2EF26B25-D3D9-65C3-CA17-9CE195B2D629}"/>
              </a:ext>
            </a:extLst>
          </p:cNvPr>
          <p:cNvSpPr>
            <a:spLocks noGrp="1"/>
          </p:cNvSpPr>
          <p:nvPr>
            <p:ph sz="quarter" idx="15" hasCustomPrompt="1"/>
          </p:nvPr>
        </p:nvSpPr>
        <p:spPr>
          <a:xfrm>
            <a:off x="5020621" y="406822"/>
            <a:ext cx="760960" cy="760960"/>
          </a:xfrm>
          <a:prstGeom prst="ellipse">
            <a:avLst/>
          </a:prstGeom>
          <a:solidFill>
            <a:schemeClr val="tx2"/>
          </a:solidFill>
          <a:ln w="76200">
            <a:solidFill>
              <a:schemeClr val="bg2"/>
            </a:solidFill>
          </a:ln>
        </p:spPr>
        <p:txBody>
          <a:bodyPr tIns="91440" bIns="91440" anchor="ctr">
            <a:noAutofit/>
          </a:bodyPr>
          <a:lstStyle>
            <a:lvl1pPr marL="0" indent="0" algn="ctr">
              <a:buNone/>
              <a:defRPr lang="en-IN" sz="2000" b="1" kern="1200" dirty="0">
                <a:solidFill>
                  <a:schemeClr val="bg1"/>
                </a:solidFill>
                <a:latin typeface="Barlow" panose="00000500000000000000" pitchFamily="2" charset="0"/>
                <a:ea typeface="Open Sans" pitchFamily="2" charset="0"/>
                <a:cs typeface="Open Sans" pitchFamily="2" charset="0"/>
              </a:defRPr>
            </a:lvl1pPr>
          </a:lstStyle>
          <a:p>
            <a:pPr lvl="0"/>
            <a:r>
              <a:rPr lang="en-US"/>
              <a:t>02</a:t>
            </a:r>
            <a:endParaRPr lang="en-IN"/>
          </a:p>
        </p:txBody>
      </p:sp>
      <p:sp>
        <p:nvSpPr>
          <p:cNvPr id="80" name="Content Placeholder 50">
            <a:extLst>
              <a:ext uri="{FF2B5EF4-FFF2-40B4-BE49-F238E27FC236}">
                <a16:creationId xmlns:a16="http://schemas.microsoft.com/office/drawing/2014/main" id="{ED169606-3BF2-0717-5600-A633B533506D}"/>
              </a:ext>
            </a:extLst>
          </p:cNvPr>
          <p:cNvSpPr>
            <a:spLocks noGrp="1"/>
          </p:cNvSpPr>
          <p:nvPr>
            <p:ph sz="quarter" idx="16" hasCustomPrompt="1"/>
          </p:nvPr>
        </p:nvSpPr>
        <p:spPr>
          <a:xfrm>
            <a:off x="6316431" y="1914818"/>
            <a:ext cx="760960" cy="760960"/>
          </a:xfrm>
          <a:prstGeom prst="ellipse">
            <a:avLst/>
          </a:prstGeom>
          <a:solidFill>
            <a:schemeClr val="tx2"/>
          </a:solidFill>
          <a:ln w="76200">
            <a:solidFill>
              <a:schemeClr val="bg2"/>
            </a:solidFill>
          </a:ln>
        </p:spPr>
        <p:txBody>
          <a:bodyPr vert="horz" lIns="91440" tIns="91440" rIns="91440" bIns="91440" rtlCol="0" anchor="ctr">
            <a:noAutofit/>
          </a:bodyPr>
          <a:lstStyle>
            <a:lvl1pPr>
              <a:defRPr lang="en-IN" sz="2000" b="1" dirty="0">
                <a:solidFill>
                  <a:schemeClr val="bg1"/>
                </a:solidFill>
                <a:latin typeface="Barlow" panose="00000500000000000000" pitchFamily="2" charset="0"/>
              </a:defRPr>
            </a:lvl1pPr>
          </a:lstStyle>
          <a:p>
            <a:pPr marL="0" lvl="0" indent="0" algn="ctr">
              <a:buNone/>
            </a:pPr>
            <a:r>
              <a:rPr lang="en-US"/>
              <a:t>05</a:t>
            </a:r>
            <a:endParaRPr lang="en-IN"/>
          </a:p>
        </p:txBody>
      </p:sp>
      <p:sp>
        <p:nvSpPr>
          <p:cNvPr id="81" name="Content Placeholder 50">
            <a:extLst>
              <a:ext uri="{FF2B5EF4-FFF2-40B4-BE49-F238E27FC236}">
                <a16:creationId xmlns:a16="http://schemas.microsoft.com/office/drawing/2014/main" id="{5D4638D9-9C1D-5220-DC1F-57BEB178AE33}"/>
              </a:ext>
            </a:extLst>
          </p:cNvPr>
          <p:cNvSpPr>
            <a:spLocks noGrp="1"/>
          </p:cNvSpPr>
          <p:nvPr>
            <p:ph sz="quarter" idx="17" hasCustomPrompt="1"/>
          </p:nvPr>
        </p:nvSpPr>
        <p:spPr>
          <a:xfrm>
            <a:off x="9974679" y="1906980"/>
            <a:ext cx="760960" cy="760960"/>
          </a:xfrm>
          <a:prstGeom prst="ellipse">
            <a:avLst/>
          </a:prstGeom>
          <a:solidFill>
            <a:schemeClr val="tx2"/>
          </a:solidFill>
          <a:ln w="76200">
            <a:solidFill>
              <a:schemeClr val="bg2"/>
            </a:solidFill>
          </a:ln>
        </p:spPr>
        <p:txBody>
          <a:bodyPr tIns="91440" bIns="91440" anchor="ctr">
            <a:noAutofit/>
          </a:bodyPr>
          <a:lstStyle>
            <a:lvl1pPr marL="0" indent="0" algn="ctr">
              <a:buNone/>
              <a:defRPr sz="2000" b="1">
                <a:solidFill>
                  <a:schemeClr val="bg1"/>
                </a:solidFill>
                <a:latin typeface="Barlow" panose="00000500000000000000" pitchFamily="2" charset="0"/>
              </a:defRPr>
            </a:lvl1pPr>
          </a:lstStyle>
          <a:p>
            <a:pPr lvl="0"/>
            <a:r>
              <a:rPr lang="en-US"/>
              <a:t>04</a:t>
            </a:r>
            <a:endParaRPr lang="en-IN"/>
          </a:p>
        </p:txBody>
      </p:sp>
      <p:sp>
        <p:nvSpPr>
          <p:cNvPr id="83" name="Content Placeholder 50">
            <a:extLst>
              <a:ext uri="{FF2B5EF4-FFF2-40B4-BE49-F238E27FC236}">
                <a16:creationId xmlns:a16="http://schemas.microsoft.com/office/drawing/2014/main" id="{50645EBC-1FF7-8BF3-5BB7-7B78F857C84C}"/>
              </a:ext>
            </a:extLst>
          </p:cNvPr>
          <p:cNvSpPr>
            <a:spLocks noGrp="1"/>
          </p:cNvSpPr>
          <p:nvPr>
            <p:ph sz="quarter" idx="19" hasCustomPrompt="1"/>
          </p:nvPr>
        </p:nvSpPr>
        <p:spPr>
          <a:xfrm>
            <a:off x="9040538" y="3383083"/>
            <a:ext cx="760960" cy="760960"/>
          </a:xfrm>
          <a:prstGeom prst="ellipse">
            <a:avLst/>
          </a:prstGeom>
          <a:solidFill>
            <a:schemeClr val="tx2"/>
          </a:solidFill>
          <a:ln w="76200">
            <a:solidFill>
              <a:schemeClr val="bg2"/>
            </a:solidFill>
          </a:ln>
        </p:spPr>
        <p:txBody>
          <a:bodyPr tIns="91440" bIns="91440" anchor="ctr">
            <a:noAutofit/>
          </a:bodyPr>
          <a:lstStyle>
            <a:lvl1pPr marL="0" indent="0" algn="ctr">
              <a:buNone/>
              <a:defRPr sz="2000" b="1">
                <a:solidFill>
                  <a:schemeClr val="bg1"/>
                </a:solidFill>
                <a:latin typeface="Barlow" panose="00000500000000000000" pitchFamily="2" charset="0"/>
              </a:defRPr>
            </a:lvl1pPr>
          </a:lstStyle>
          <a:p>
            <a:pPr lvl="0"/>
            <a:r>
              <a:rPr lang="en-US"/>
              <a:t>09</a:t>
            </a:r>
            <a:endParaRPr lang="en-IN"/>
          </a:p>
        </p:txBody>
      </p:sp>
      <p:sp>
        <p:nvSpPr>
          <p:cNvPr id="84" name="Content Placeholder 50">
            <a:extLst>
              <a:ext uri="{FF2B5EF4-FFF2-40B4-BE49-F238E27FC236}">
                <a16:creationId xmlns:a16="http://schemas.microsoft.com/office/drawing/2014/main" id="{12F5A052-E631-1F24-1762-E6676FD03218}"/>
              </a:ext>
            </a:extLst>
          </p:cNvPr>
          <p:cNvSpPr>
            <a:spLocks noGrp="1"/>
          </p:cNvSpPr>
          <p:nvPr>
            <p:ph sz="quarter" idx="20" hasCustomPrompt="1"/>
          </p:nvPr>
        </p:nvSpPr>
        <p:spPr>
          <a:xfrm>
            <a:off x="2658183" y="1891640"/>
            <a:ext cx="760960" cy="760960"/>
          </a:xfrm>
          <a:prstGeom prst="ellipse">
            <a:avLst/>
          </a:prstGeom>
          <a:solidFill>
            <a:schemeClr val="tx2"/>
          </a:solidFill>
          <a:ln w="76200">
            <a:solidFill>
              <a:schemeClr val="bg2"/>
            </a:solidFill>
          </a:ln>
        </p:spPr>
        <p:txBody>
          <a:bodyPr tIns="91440" bIns="91440" anchor="ctr">
            <a:noAutofit/>
          </a:bodyPr>
          <a:lstStyle>
            <a:lvl1pPr marL="0" indent="0" algn="ctr">
              <a:buNone/>
              <a:defRPr sz="2000" b="1">
                <a:solidFill>
                  <a:schemeClr val="bg1"/>
                </a:solidFill>
                <a:latin typeface="Barlow" panose="00000500000000000000" pitchFamily="2" charset="0"/>
              </a:defRPr>
            </a:lvl1pPr>
          </a:lstStyle>
          <a:p>
            <a:pPr lvl="0"/>
            <a:r>
              <a:rPr lang="en-US"/>
              <a:t>06</a:t>
            </a:r>
            <a:endParaRPr lang="en-IN"/>
          </a:p>
        </p:txBody>
      </p:sp>
      <p:sp>
        <p:nvSpPr>
          <p:cNvPr id="85" name="Content Placeholder 50">
            <a:extLst>
              <a:ext uri="{FF2B5EF4-FFF2-40B4-BE49-F238E27FC236}">
                <a16:creationId xmlns:a16="http://schemas.microsoft.com/office/drawing/2014/main" id="{11758FA9-0D18-8326-1972-2FBDB30BEB42}"/>
              </a:ext>
            </a:extLst>
          </p:cNvPr>
          <p:cNvSpPr>
            <a:spLocks noGrp="1"/>
          </p:cNvSpPr>
          <p:nvPr>
            <p:ph sz="quarter" idx="21" hasCustomPrompt="1"/>
          </p:nvPr>
        </p:nvSpPr>
        <p:spPr>
          <a:xfrm>
            <a:off x="2175730" y="3344112"/>
            <a:ext cx="760960" cy="760960"/>
          </a:xfrm>
          <a:prstGeom prst="ellipse">
            <a:avLst/>
          </a:prstGeom>
          <a:solidFill>
            <a:schemeClr val="tx2"/>
          </a:solidFill>
          <a:ln w="76200">
            <a:solidFill>
              <a:schemeClr val="bg2"/>
            </a:solidFill>
          </a:ln>
        </p:spPr>
        <p:txBody>
          <a:bodyPr vert="horz" lIns="91440" tIns="91440" rIns="91440" bIns="91440" rtlCol="0">
            <a:noAutofit/>
          </a:bodyPr>
          <a:lstStyle>
            <a:lvl1pPr>
              <a:defRPr lang="en-IN" sz="2000" b="1" dirty="0">
                <a:solidFill>
                  <a:schemeClr val="bg1"/>
                </a:solidFill>
                <a:latin typeface="Barlow" panose="00000500000000000000" pitchFamily="2" charset="0"/>
              </a:defRPr>
            </a:lvl1pPr>
          </a:lstStyle>
          <a:p>
            <a:pPr marL="0" lvl="0" indent="0" algn="ctr">
              <a:buNone/>
            </a:pPr>
            <a:r>
              <a:rPr lang="en-US"/>
              <a:t>07</a:t>
            </a:r>
            <a:endParaRPr lang="en-IN"/>
          </a:p>
        </p:txBody>
      </p:sp>
      <p:sp>
        <p:nvSpPr>
          <p:cNvPr id="86" name="Content Placeholder 50">
            <a:extLst>
              <a:ext uri="{FF2B5EF4-FFF2-40B4-BE49-F238E27FC236}">
                <a16:creationId xmlns:a16="http://schemas.microsoft.com/office/drawing/2014/main" id="{F5CAD0D1-3B56-853B-912E-DD33A50C76DA}"/>
              </a:ext>
            </a:extLst>
          </p:cNvPr>
          <p:cNvSpPr>
            <a:spLocks noGrp="1"/>
          </p:cNvSpPr>
          <p:nvPr>
            <p:ph sz="quarter" idx="22" hasCustomPrompt="1"/>
          </p:nvPr>
        </p:nvSpPr>
        <p:spPr>
          <a:xfrm>
            <a:off x="5621903" y="3369889"/>
            <a:ext cx="760960" cy="760960"/>
          </a:xfrm>
          <a:prstGeom prst="ellipse">
            <a:avLst/>
          </a:prstGeom>
          <a:solidFill>
            <a:schemeClr val="tx2"/>
          </a:solidFill>
          <a:ln w="76200">
            <a:solidFill>
              <a:schemeClr val="bg2"/>
            </a:solidFill>
          </a:ln>
        </p:spPr>
        <p:txBody>
          <a:bodyPr tIns="91440" bIns="91440">
            <a:noAutofit/>
          </a:bodyPr>
          <a:lstStyle>
            <a:lvl1pPr marL="0" indent="0" algn="ctr">
              <a:buNone/>
              <a:defRPr lang="en-IN" sz="2000" b="1" kern="1200" dirty="0">
                <a:solidFill>
                  <a:schemeClr val="bg1"/>
                </a:solidFill>
                <a:latin typeface="Barlow" panose="00000500000000000000" pitchFamily="2" charset="0"/>
                <a:ea typeface="Open Sans" pitchFamily="2" charset="0"/>
                <a:cs typeface="Open Sans" pitchFamily="2" charset="0"/>
              </a:defRPr>
            </a:lvl1pPr>
          </a:lstStyle>
          <a:p>
            <a:pPr lvl="0"/>
            <a:r>
              <a:rPr lang="en-US"/>
              <a:t>08</a:t>
            </a:r>
            <a:endParaRPr lang="en-IN"/>
          </a:p>
        </p:txBody>
      </p:sp>
      <p:sp>
        <p:nvSpPr>
          <p:cNvPr id="87" name="Content Placeholder 50">
            <a:extLst>
              <a:ext uri="{FF2B5EF4-FFF2-40B4-BE49-F238E27FC236}">
                <a16:creationId xmlns:a16="http://schemas.microsoft.com/office/drawing/2014/main" id="{AB6D3CC3-B577-59E2-851C-FAF65AE0A58E}"/>
              </a:ext>
            </a:extLst>
          </p:cNvPr>
          <p:cNvSpPr>
            <a:spLocks noGrp="1"/>
          </p:cNvSpPr>
          <p:nvPr>
            <p:ph sz="quarter" idx="23" hasCustomPrompt="1"/>
          </p:nvPr>
        </p:nvSpPr>
        <p:spPr>
          <a:xfrm>
            <a:off x="8591787" y="406822"/>
            <a:ext cx="760960" cy="760960"/>
          </a:xfrm>
          <a:prstGeom prst="ellipse">
            <a:avLst/>
          </a:prstGeom>
          <a:solidFill>
            <a:schemeClr val="tx2"/>
          </a:solidFill>
          <a:ln w="76200">
            <a:solidFill>
              <a:schemeClr val="bg2"/>
            </a:solidFill>
          </a:ln>
        </p:spPr>
        <p:txBody>
          <a:bodyPr vert="horz" lIns="91440" tIns="91440" rIns="91440" bIns="91440" rtlCol="0" anchor="ctr">
            <a:noAutofit/>
          </a:bodyPr>
          <a:lstStyle>
            <a:lvl1pPr>
              <a:defRPr lang="en-IN" sz="2000" b="1" dirty="0">
                <a:solidFill>
                  <a:schemeClr val="bg1"/>
                </a:solidFill>
                <a:latin typeface="Barlow" panose="00000500000000000000" pitchFamily="2" charset="0"/>
              </a:defRPr>
            </a:lvl1pPr>
          </a:lstStyle>
          <a:p>
            <a:pPr marL="0" lvl="0" indent="0" algn="ctr">
              <a:buNone/>
            </a:pPr>
            <a:r>
              <a:rPr lang="en-US"/>
              <a:t>04</a:t>
            </a:r>
            <a:endParaRPr lang="en-IN"/>
          </a:p>
        </p:txBody>
      </p:sp>
      <p:sp>
        <p:nvSpPr>
          <p:cNvPr id="88" name="Content Placeholder 50">
            <a:extLst>
              <a:ext uri="{FF2B5EF4-FFF2-40B4-BE49-F238E27FC236}">
                <a16:creationId xmlns:a16="http://schemas.microsoft.com/office/drawing/2014/main" id="{BF653D63-A095-1492-3077-9AECBA457078}"/>
              </a:ext>
            </a:extLst>
          </p:cNvPr>
          <p:cNvSpPr>
            <a:spLocks noGrp="1"/>
          </p:cNvSpPr>
          <p:nvPr>
            <p:ph sz="quarter" idx="24" hasCustomPrompt="1"/>
          </p:nvPr>
        </p:nvSpPr>
        <p:spPr>
          <a:xfrm>
            <a:off x="5020621" y="4814228"/>
            <a:ext cx="760960" cy="760960"/>
          </a:xfrm>
          <a:prstGeom prst="ellipse">
            <a:avLst/>
          </a:prstGeom>
          <a:solidFill>
            <a:schemeClr val="tx2"/>
          </a:solidFill>
          <a:ln w="76200">
            <a:solidFill>
              <a:schemeClr val="bg2"/>
            </a:solidFill>
          </a:ln>
        </p:spPr>
        <p:txBody>
          <a:bodyPr vert="horz" lIns="91440" tIns="91440" rIns="91440" bIns="91440" rtlCol="0" anchor="ctr">
            <a:noAutofit/>
          </a:bodyPr>
          <a:lstStyle>
            <a:lvl1pPr>
              <a:defRPr lang="en-IN" sz="2000" b="1" dirty="0">
                <a:solidFill>
                  <a:schemeClr val="bg1"/>
                </a:solidFill>
                <a:latin typeface="Barlow" panose="00000500000000000000" pitchFamily="2" charset="0"/>
              </a:defRPr>
            </a:lvl1pPr>
          </a:lstStyle>
          <a:p>
            <a:pPr marL="0" lvl="0" indent="0" algn="ctr">
              <a:buNone/>
            </a:pPr>
            <a:r>
              <a:rPr lang="en-US"/>
              <a:t>11</a:t>
            </a:r>
            <a:endParaRPr lang="en-IN"/>
          </a:p>
        </p:txBody>
      </p:sp>
      <p:sp>
        <p:nvSpPr>
          <p:cNvPr id="89" name="Content Placeholder 50">
            <a:extLst>
              <a:ext uri="{FF2B5EF4-FFF2-40B4-BE49-F238E27FC236}">
                <a16:creationId xmlns:a16="http://schemas.microsoft.com/office/drawing/2014/main" id="{52AF807D-C4F4-ECAE-C08B-D33BC123C39D}"/>
              </a:ext>
            </a:extLst>
          </p:cNvPr>
          <p:cNvSpPr>
            <a:spLocks noGrp="1"/>
          </p:cNvSpPr>
          <p:nvPr>
            <p:ph sz="quarter" idx="25" hasCustomPrompt="1"/>
          </p:nvPr>
        </p:nvSpPr>
        <p:spPr>
          <a:xfrm>
            <a:off x="8584638" y="4833398"/>
            <a:ext cx="760960" cy="760960"/>
          </a:xfrm>
          <a:prstGeom prst="ellipse">
            <a:avLst/>
          </a:prstGeom>
          <a:solidFill>
            <a:schemeClr val="tx2"/>
          </a:solidFill>
          <a:ln w="76200">
            <a:solidFill>
              <a:schemeClr val="bg2"/>
            </a:solidFill>
          </a:ln>
        </p:spPr>
        <p:txBody>
          <a:bodyPr tIns="91440" bIns="91440" anchor="ctr">
            <a:noAutofit/>
          </a:bodyPr>
          <a:lstStyle>
            <a:lvl1pPr marL="0" indent="0" algn="ctr">
              <a:buNone/>
              <a:defRPr sz="2000" b="1">
                <a:solidFill>
                  <a:schemeClr val="bg1"/>
                </a:solidFill>
                <a:latin typeface="Barlow" panose="00000500000000000000" pitchFamily="2" charset="0"/>
              </a:defRPr>
            </a:lvl1pPr>
          </a:lstStyle>
          <a:p>
            <a:pPr lvl="0"/>
            <a:r>
              <a:rPr lang="en-US"/>
              <a:t>10</a:t>
            </a:r>
            <a:endParaRPr lang="en-IN"/>
          </a:p>
        </p:txBody>
      </p:sp>
      <p:sp>
        <p:nvSpPr>
          <p:cNvPr id="91" name="Content Placeholder 50">
            <a:extLst>
              <a:ext uri="{FF2B5EF4-FFF2-40B4-BE49-F238E27FC236}">
                <a16:creationId xmlns:a16="http://schemas.microsoft.com/office/drawing/2014/main" id="{CD059482-EBA5-A35C-7937-5A2B40CB3707}"/>
              </a:ext>
            </a:extLst>
          </p:cNvPr>
          <p:cNvSpPr>
            <a:spLocks noGrp="1"/>
          </p:cNvSpPr>
          <p:nvPr>
            <p:ph sz="quarter" idx="26" hasCustomPrompt="1"/>
          </p:nvPr>
        </p:nvSpPr>
        <p:spPr>
          <a:xfrm>
            <a:off x="330941" y="4679277"/>
            <a:ext cx="1030862" cy="1030862"/>
          </a:xfrm>
          <a:prstGeom prst="ellipse">
            <a:avLst/>
          </a:prstGeom>
          <a:noFill/>
          <a:ln w="76200">
            <a:noFill/>
          </a:ln>
        </p:spPr>
        <p:txBody>
          <a:bodyPr vert="horz" lIns="91440" tIns="91440" rIns="91440" bIns="91440" rtlCol="0" anchor="ctr">
            <a:noAutofit/>
          </a:bodyPr>
          <a:lstStyle>
            <a:lvl1pPr>
              <a:defRPr lang="en-IN" sz="1400" b="0" dirty="0">
                <a:solidFill>
                  <a:schemeClr val="tx2"/>
                </a:solidFill>
                <a:latin typeface="Barlow" panose="00000500000000000000" pitchFamily="2" charset="0"/>
              </a:defRPr>
            </a:lvl1pPr>
          </a:lstStyle>
          <a:p>
            <a:pPr marL="0" lvl="0" indent="0" algn="ctr">
              <a:buNone/>
            </a:pPr>
            <a:r>
              <a:rPr lang="en-US"/>
              <a:t>Insert Icon Here</a:t>
            </a:r>
            <a:endParaRPr lang="en-IN"/>
          </a:p>
        </p:txBody>
      </p:sp>
      <p:sp>
        <p:nvSpPr>
          <p:cNvPr id="92" name="Text Placeholder 37">
            <a:extLst>
              <a:ext uri="{FF2B5EF4-FFF2-40B4-BE49-F238E27FC236}">
                <a16:creationId xmlns:a16="http://schemas.microsoft.com/office/drawing/2014/main" id="{F3D3EE0B-3F65-C3E3-E520-5439C4055450}"/>
              </a:ext>
            </a:extLst>
          </p:cNvPr>
          <p:cNvSpPr>
            <a:spLocks noGrp="1"/>
          </p:cNvSpPr>
          <p:nvPr>
            <p:ph type="body" sz="quarter" idx="36" hasCustomPrompt="1"/>
          </p:nvPr>
        </p:nvSpPr>
        <p:spPr>
          <a:xfrm>
            <a:off x="689363" y="1251754"/>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3" name="Text Placeholder 37">
            <a:extLst>
              <a:ext uri="{FF2B5EF4-FFF2-40B4-BE49-F238E27FC236}">
                <a16:creationId xmlns:a16="http://schemas.microsoft.com/office/drawing/2014/main" id="{5175113E-7DFE-4862-6F71-815DA10E95AB}"/>
              </a:ext>
            </a:extLst>
          </p:cNvPr>
          <p:cNvSpPr>
            <a:spLocks noGrp="1"/>
          </p:cNvSpPr>
          <p:nvPr>
            <p:ph type="body" sz="quarter" idx="37" hasCustomPrompt="1"/>
          </p:nvPr>
        </p:nvSpPr>
        <p:spPr>
          <a:xfrm>
            <a:off x="4256955" y="1243381"/>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4" name="Text Placeholder 37">
            <a:extLst>
              <a:ext uri="{FF2B5EF4-FFF2-40B4-BE49-F238E27FC236}">
                <a16:creationId xmlns:a16="http://schemas.microsoft.com/office/drawing/2014/main" id="{418E5980-45CC-9DC8-BB36-9BD8051D75C7}"/>
              </a:ext>
            </a:extLst>
          </p:cNvPr>
          <p:cNvSpPr>
            <a:spLocks noGrp="1"/>
          </p:cNvSpPr>
          <p:nvPr>
            <p:ph type="body" sz="quarter" idx="38" hasCustomPrompt="1"/>
          </p:nvPr>
        </p:nvSpPr>
        <p:spPr>
          <a:xfrm>
            <a:off x="7824547" y="1244222"/>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5" name="Text Placeholder 37">
            <a:extLst>
              <a:ext uri="{FF2B5EF4-FFF2-40B4-BE49-F238E27FC236}">
                <a16:creationId xmlns:a16="http://schemas.microsoft.com/office/drawing/2014/main" id="{D1546AC0-0B93-45D2-34FB-ABCE06A01E42}"/>
              </a:ext>
            </a:extLst>
          </p:cNvPr>
          <p:cNvSpPr>
            <a:spLocks noGrp="1"/>
          </p:cNvSpPr>
          <p:nvPr>
            <p:ph type="body" sz="quarter" idx="39" hasCustomPrompt="1"/>
          </p:nvPr>
        </p:nvSpPr>
        <p:spPr>
          <a:xfrm>
            <a:off x="5556339" y="2712705"/>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6" name="Text Placeholder 37">
            <a:extLst>
              <a:ext uri="{FF2B5EF4-FFF2-40B4-BE49-F238E27FC236}">
                <a16:creationId xmlns:a16="http://schemas.microsoft.com/office/drawing/2014/main" id="{20E4F732-F314-617C-6E12-542FD120025E}"/>
              </a:ext>
            </a:extLst>
          </p:cNvPr>
          <p:cNvSpPr>
            <a:spLocks noGrp="1"/>
          </p:cNvSpPr>
          <p:nvPr>
            <p:ph type="body" sz="quarter" idx="40" hasCustomPrompt="1"/>
          </p:nvPr>
        </p:nvSpPr>
        <p:spPr>
          <a:xfrm>
            <a:off x="9214587" y="2723147"/>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7" name="Text Placeholder 37">
            <a:extLst>
              <a:ext uri="{FF2B5EF4-FFF2-40B4-BE49-F238E27FC236}">
                <a16:creationId xmlns:a16="http://schemas.microsoft.com/office/drawing/2014/main" id="{E2A654D5-C917-1105-3952-150FDE39BD2E}"/>
              </a:ext>
            </a:extLst>
          </p:cNvPr>
          <p:cNvSpPr>
            <a:spLocks noGrp="1"/>
          </p:cNvSpPr>
          <p:nvPr>
            <p:ph type="body" sz="quarter" idx="41" hasCustomPrompt="1"/>
          </p:nvPr>
        </p:nvSpPr>
        <p:spPr>
          <a:xfrm>
            <a:off x="1898091" y="2712705"/>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8" name="Text Placeholder 37">
            <a:extLst>
              <a:ext uri="{FF2B5EF4-FFF2-40B4-BE49-F238E27FC236}">
                <a16:creationId xmlns:a16="http://schemas.microsoft.com/office/drawing/2014/main" id="{709C953B-8B9B-EE3B-A0C6-FDA649749300}"/>
              </a:ext>
            </a:extLst>
          </p:cNvPr>
          <p:cNvSpPr>
            <a:spLocks noGrp="1"/>
          </p:cNvSpPr>
          <p:nvPr>
            <p:ph type="body" sz="quarter" idx="42" hasCustomPrompt="1"/>
          </p:nvPr>
        </p:nvSpPr>
        <p:spPr>
          <a:xfrm>
            <a:off x="1436914" y="4162927"/>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9" name="Text Placeholder 37">
            <a:extLst>
              <a:ext uri="{FF2B5EF4-FFF2-40B4-BE49-F238E27FC236}">
                <a16:creationId xmlns:a16="http://schemas.microsoft.com/office/drawing/2014/main" id="{E54B5282-6556-B135-D3AA-0C8E2065E727}"/>
              </a:ext>
            </a:extLst>
          </p:cNvPr>
          <p:cNvSpPr>
            <a:spLocks noGrp="1"/>
          </p:cNvSpPr>
          <p:nvPr>
            <p:ph type="body" sz="quarter" idx="43" hasCustomPrompt="1"/>
          </p:nvPr>
        </p:nvSpPr>
        <p:spPr>
          <a:xfrm>
            <a:off x="4861811" y="4165415"/>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00" name="Text Placeholder 37">
            <a:extLst>
              <a:ext uri="{FF2B5EF4-FFF2-40B4-BE49-F238E27FC236}">
                <a16:creationId xmlns:a16="http://schemas.microsoft.com/office/drawing/2014/main" id="{AC85B1F9-F1F4-95BD-1CA4-B61F5C0A0531}"/>
              </a:ext>
            </a:extLst>
          </p:cNvPr>
          <p:cNvSpPr>
            <a:spLocks noGrp="1"/>
          </p:cNvSpPr>
          <p:nvPr>
            <p:ph type="body" sz="quarter" idx="44" hasCustomPrompt="1"/>
          </p:nvPr>
        </p:nvSpPr>
        <p:spPr>
          <a:xfrm>
            <a:off x="8286708" y="4165051"/>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01" name="Text Placeholder 37">
            <a:extLst>
              <a:ext uri="{FF2B5EF4-FFF2-40B4-BE49-F238E27FC236}">
                <a16:creationId xmlns:a16="http://schemas.microsoft.com/office/drawing/2014/main" id="{2FE681A2-F6EC-1711-D174-E643B3F083A0}"/>
              </a:ext>
            </a:extLst>
          </p:cNvPr>
          <p:cNvSpPr>
            <a:spLocks noGrp="1"/>
          </p:cNvSpPr>
          <p:nvPr>
            <p:ph type="body" sz="quarter" idx="45" hasCustomPrompt="1"/>
          </p:nvPr>
        </p:nvSpPr>
        <p:spPr>
          <a:xfrm>
            <a:off x="7843195" y="5600905"/>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02" name="Content Placeholder 50">
            <a:extLst>
              <a:ext uri="{FF2B5EF4-FFF2-40B4-BE49-F238E27FC236}">
                <a16:creationId xmlns:a16="http://schemas.microsoft.com/office/drawing/2014/main" id="{26F14AC0-FE75-621F-87E1-90482F5D4B06}"/>
              </a:ext>
            </a:extLst>
          </p:cNvPr>
          <p:cNvSpPr>
            <a:spLocks noGrp="1"/>
          </p:cNvSpPr>
          <p:nvPr>
            <p:ph sz="quarter" idx="46" hasCustomPrompt="1"/>
          </p:nvPr>
        </p:nvSpPr>
        <p:spPr>
          <a:xfrm>
            <a:off x="1436914" y="4794427"/>
            <a:ext cx="760960" cy="760960"/>
          </a:xfrm>
          <a:prstGeom prst="ellipse">
            <a:avLst/>
          </a:prstGeom>
          <a:solidFill>
            <a:schemeClr val="tx2"/>
          </a:solidFill>
          <a:ln w="76200">
            <a:solidFill>
              <a:schemeClr val="bg2"/>
            </a:solidFill>
          </a:ln>
        </p:spPr>
        <p:txBody>
          <a:bodyPr vert="horz" lIns="91440" tIns="91440" rIns="91440" bIns="91440" rtlCol="0" anchor="ctr">
            <a:noAutofit/>
          </a:bodyPr>
          <a:lstStyle>
            <a:lvl1pPr>
              <a:defRPr lang="en-IN" sz="2000" b="1" dirty="0">
                <a:solidFill>
                  <a:schemeClr val="bg1"/>
                </a:solidFill>
                <a:latin typeface="Barlow" panose="00000500000000000000" pitchFamily="2" charset="0"/>
              </a:defRPr>
            </a:lvl1pPr>
          </a:lstStyle>
          <a:p>
            <a:pPr marL="0" lvl="0" indent="0" algn="ctr">
              <a:buNone/>
            </a:pPr>
            <a:r>
              <a:rPr lang="en-US"/>
              <a:t>12</a:t>
            </a:r>
            <a:endParaRPr lang="en-IN"/>
          </a:p>
        </p:txBody>
      </p:sp>
      <p:sp>
        <p:nvSpPr>
          <p:cNvPr id="103" name="Text Placeholder 37">
            <a:extLst>
              <a:ext uri="{FF2B5EF4-FFF2-40B4-BE49-F238E27FC236}">
                <a16:creationId xmlns:a16="http://schemas.microsoft.com/office/drawing/2014/main" id="{E4677AE7-013A-3D70-3DC7-37EA2F939328}"/>
              </a:ext>
            </a:extLst>
          </p:cNvPr>
          <p:cNvSpPr>
            <a:spLocks noGrp="1"/>
          </p:cNvSpPr>
          <p:nvPr>
            <p:ph type="body" sz="quarter" idx="47" hasCustomPrompt="1"/>
          </p:nvPr>
        </p:nvSpPr>
        <p:spPr>
          <a:xfrm>
            <a:off x="4256955" y="5600905"/>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04" name="Text Placeholder 37">
            <a:extLst>
              <a:ext uri="{FF2B5EF4-FFF2-40B4-BE49-F238E27FC236}">
                <a16:creationId xmlns:a16="http://schemas.microsoft.com/office/drawing/2014/main" id="{7E943531-4F9E-D05F-7096-46011B27DEEE}"/>
              </a:ext>
            </a:extLst>
          </p:cNvPr>
          <p:cNvSpPr>
            <a:spLocks noGrp="1"/>
          </p:cNvSpPr>
          <p:nvPr>
            <p:ph type="body" sz="quarter" idx="48" hasCustomPrompt="1"/>
          </p:nvPr>
        </p:nvSpPr>
        <p:spPr>
          <a:xfrm>
            <a:off x="676822" y="5600905"/>
            <a:ext cx="2281143" cy="539871"/>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11" name="Isosceles Triangle 110">
            <a:extLst>
              <a:ext uri="{FF2B5EF4-FFF2-40B4-BE49-F238E27FC236}">
                <a16:creationId xmlns:a16="http://schemas.microsoft.com/office/drawing/2014/main" id="{24910E83-DEEB-F7EE-EF42-3FB3801ACA29}"/>
              </a:ext>
            </a:extLst>
          </p:cNvPr>
          <p:cNvSpPr/>
          <p:nvPr userDrawn="1"/>
        </p:nvSpPr>
        <p:spPr>
          <a:xfrm rot="5400000">
            <a:off x="3622542" y="589590"/>
            <a:ext cx="338901" cy="369271"/>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 name="Isosceles Triangle 111">
            <a:extLst>
              <a:ext uri="{FF2B5EF4-FFF2-40B4-BE49-F238E27FC236}">
                <a16:creationId xmlns:a16="http://schemas.microsoft.com/office/drawing/2014/main" id="{7E5E0CF2-E878-328A-1D5E-83664160472E}"/>
              </a:ext>
            </a:extLst>
          </p:cNvPr>
          <p:cNvSpPr/>
          <p:nvPr userDrawn="1"/>
        </p:nvSpPr>
        <p:spPr>
          <a:xfrm rot="5400000">
            <a:off x="7654601" y="3555187"/>
            <a:ext cx="338901" cy="369271"/>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3" name="Isosceles Triangle 112">
            <a:extLst>
              <a:ext uri="{FF2B5EF4-FFF2-40B4-BE49-F238E27FC236}">
                <a16:creationId xmlns:a16="http://schemas.microsoft.com/office/drawing/2014/main" id="{30ECA77B-A46D-35ED-D3FE-E3F1F7759055}"/>
              </a:ext>
            </a:extLst>
          </p:cNvPr>
          <p:cNvSpPr/>
          <p:nvPr userDrawn="1"/>
        </p:nvSpPr>
        <p:spPr>
          <a:xfrm rot="16200000">
            <a:off x="4645990" y="2087484"/>
            <a:ext cx="338901" cy="369271"/>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4" name="Isosceles Triangle 113">
            <a:extLst>
              <a:ext uri="{FF2B5EF4-FFF2-40B4-BE49-F238E27FC236}">
                <a16:creationId xmlns:a16="http://schemas.microsoft.com/office/drawing/2014/main" id="{2E22167D-407C-FB57-9EB3-2253F585F9D5}"/>
              </a:ext>
            </a:extLst>
          </p:cNvPr>
          <p:cNvSpPr/>
          <p:nvPr userDrawn="1"/>
        </p:nvSpPr>
        <p:spPr>
          <a:xfrm rot="16200000">
            <a:off x="3477514" y="5031607"/>
            <a:ext cx="338901" cy="369271"/>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59283933"/>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6_Roadmap Zoom-In">
    <p:spTree>
      <p:nvGrpSpPr>
        <p:cNvPr id="1" name=""/>
        <p:cNvGrpSpPr/>
        <p:nvPr/>
      </p:nvGrpSpPr>
      <p:grpSpPr>
        <a:xfrm>
          <a:off x="0" y="0"/>
          <a:ext cx="0" cy="0"/>
          <a:chOff x="0" y="0"/>
          <a:chExt cx="0" cy="0"/>
        </a:xfrm>
      </p:grpSpPr>
      <p:sp>
        <p:nvSpPr>
          <p:cNvPr id="14" name="Picture Placeholder 40">
            <a:extLst>
              <a:ext uri="{FF2B5EF4-FFF2-40B4-BE49-F238E27FC236}">
                <a16:creationId xmlns:a16="http://schemas.microsoft.com/office/drawing/2014/main" id="{A040DD3E-1F33-EF46-7DD8-E703F936E47B}"/>
              </a:ext>
            </a:extLst>
          </p:cNvPr>
          <p:cNvSpPr>
            <a:spLocks noGrp="1"/>
          </p:cNvSpPr>
          <p:nvPr>
            <p:ph type="pic" sz="quarter" idx="13"/>
          </p:nvPr>
        </p:nvSpPr>
        <p:spPr>
          <a:xfrm>
            <a:off x="-2223246" y="-12411263"/>
            <a:ext cx="16566776" cy="14544863"/>
          </a:xfrm>
          <a:prstGeom prst="ellipse">
            <a:avLst/>
          </a:prstGeom>
          <a:noFill/>
        </p:spPr>
        <p:txBody>
          <a:bodyPr/>
          <a:lstStyle/>
          <a:p>
            <a:endParaRPr lang="en-IN"/>
          </a:p>
        </p:txBody>
      </p:sp>
      <p:sp>
        <p:nvSpPr>
          <p:cNvPr id="6" name="Content Placeholder 50">
            <a:extLst>
              <a:ext uri="{FF2B5EF4-FFF2-40B4-BE49-F238E27FC236}">
                <a16:creationId xmlns:a16="http://schemas.microsoft.com/office/drawing/2014/main" id="{CB4594AB-A699-B43B-6D62-86C246FB699D}"/>
              </a:ext>
            </a:extLst>
          </p:cNvPr>
          <p:cNvSpPr>
            <a:spLocks noGrp="1"/>
          </p:cNvSpPr>
          <p:nvPr>
            <p:ph sz="quarter" idx="15" hasCustomPrompt="1"/>
          </p:nvPr>
        </p:nvSpPr>
        <p:spPr>
          <a:xfrm>
            <a:off x="5337261" y="1302417"/>
            <a:ext cx="1517477" cy="1517477"/>
          </a:xfrm>
          <a:prstGeom prst="ellipse">
            <a:avLst/>
          </a:prstGeom>
          <a:solidFill>
            <a:schemeClr val="tx2"/>
          </a:solidFill>
          <a:ln w="76200">
            <a:solidFill>
              <a:schemeClr val="bg2"/>
            </a:solidFill>
          </a:ln>
        </p:spPr>
        <p:txBody>
          <a:bodyPr tIns="91440" bIns="91440" anchor="ctr">
            <a:noAutofit/>
          </a:bodyPr>
          <a:lstStyle>
            <a:lvl1pPr marL="0" indent="0" algn="ctr">
              <a:buNone/>
              <a:defRPr lang="en-IN" sz="3600" b="1" kern="1200" dirty="0">
                <a:solidFill>
                  <a:schemeClr val="bg1"/>
                </a:solidFill>
                <a:latin typeface="Barlow" panose="00000500000000000000" pitchFamily="2" charset="0"/>
                <a:ea typeface="Open Sans" pitchFamily="2" charset="0"/>
                <a:cs typeface="Open Sans" pitchFamily="2" charset="0"/>
              </a:defRPr>
            </a:lvl1pPr>
          </a:lstStyle>
          <a:p>
            <a:pPr lvl="0"/>
            <a:r>
              <a:rPr lang="en-US"/>
              <a:t>01</a:t>
            </a:r>
            <a:endParaRPr lang="en-IN"/>
          </a:p>
        </p:txBody>
      </p:sp>
      <p:sp>
        <p:nvSpPr>
          <p:cNvPr id="7" name="Text Placeholder 37">
            <a:extLst>
              <a:ext uri="{FF2B5EF4-FFF2-40B4-BE49-F238E27FC236}">
                <a16:creationId xmlns:a16="http://schemas.microsoft.com/office/drawing/2014/main" id="{034A5FC7-E079-EC58-476C-0A4F9B151211}"/>
              </a:ext>
            </a:extLst>
          </p:cNvPr>
          <p:cNvSpPr>
            <a:spLocks noGrp="1"/>
          </p:cNvSpPr>
          <p:nvPr>
            <p:ph type="body" sz="quarter" idx="37" hasCustomPrompt="1"/>
          </p:nvPr>
        </p:nvSpPr>
        <p:spPr>
          <a:xfrm>
            <a:off x="3940628" y="2978363"/>
            <a:ext cx="4310742" cy="539871"/>
          </a:xfrm>
        </p:spPr>
        <p:txBody>
          <a:bodyPr>
            <a:noAutofit/>
          </a:bodyPr>
          <a:lstStyle>
            <a:lvl1pPr marL="0" indent="0" algn="ctr">
              <a:buNone/>
              <a:defRPr lang="en-IN" sz="3200" b="1" kern="1200" dirty="0">
                <a:solidFill>
                  <a:schemeClr val="tx2"/>
                </a:solidFill>
                <a:latin typeface="Barlow Medium" panose="00000600000000000000" pitchFamily="2" charset="0"/>
                <a:ea typeface="+mj-ea"/>
                <a:cs typeface="+mj-cs"/>
              </a:defRPr>
            </a:lvl1pPr>
          </a:lstStyle>
          <a:p>
            <a:pPr lvl="0"/>
            <a:r>
              <a:rPr lang="en-US"/>
              <a:t>Click to add text</a:t>
            </a:r>
            <a:endParaRPr lang="en-IN"/>
          </a:p>
        </p:txBody>
      </p:sp>
      <p:sp>
        <p:nvSpPr>
          <p:cNvPr id="9" name="Text Placeholder 2">
            <a:extLst>
              <a:ext uri="{FF2B5EF4-FFF2-40B4-BE49-F238E27FC236}">
                <a16:creationId xmlns:a16="http://schemas.microsoft.com/office/drawing/2014/main" id="{81293E63-5803-F9A5-C6BB-D8C8AA4856B0}"/>
              </a:ext>
            </a:extLst>
          </p:cNvPr>
          <p:cNvSpPr>
            <a:spLocks noGrp="1"/>
          </p:cNvSpPr>
          <p:nvPr>
            <p:ph idx="1"/>
          </p:nvPr>
        </p:nvSpPr>
        <p:spPr>
          <a:xfrm>
            <a:off x="838200" y="3783033"/>
            <a:ext cx="10515600" cy="19523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2028335"/>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1_Agenda/Topics">
    <p:spTree>
      <p:nvGrpSpPr>
        <p:cNvPr id="1" name=""/>
        <p:cNvGrpSpPr/>
        <p:nvPr/>
      </p:nvGrpSpPr>
      <p:grpSpPr>
        <a:xfrm>
          <a:off x="0" y="0"/>
          <a:ext cx="0" cy="0"/>
          <a:chOff x="0" y="0"/>
          <a:chExt cx="0" cy="0"/>
        </a:xfrm>
      </p:grpSpPr>
      <p:sp>
        <p:nvSpPr>
          <p:cNvPr id="8" name="Picture Placeholder 33">
            <a:extLst>
              <a:ext uri="{FF2B5EF4-FFF2-40B4-BE49-F238E27FC236}">
                <a16:creationId xmlns:a16="http://schemas.microsoft.com/office/drawing/2014/main" id="{6EE604FD-48EE-A084-5146-0B4279C892DF}"/>
              </a:ext>
            </a:extLst>
          </p:cNvPr>
          <p:cNvSpPr>
            <a:spLocks noGrp="1"/>
          </p:cNvSpPr>
          <p:nvPr>
            <p:ph type="pic" sz="quarter" idx="11"/>
          </p:nvPr>
        </p:nvSpPr>
        <p:spPr>
          <a:xfrm>
            <a:off x="4598435" y="3203575"/>
            <a:ext cx="2462213" cy="2851150"/>
          </a:xfrm>
          <a:solidFill>
            <a:schemeClr val="bg1">
              <a:lumMod val="95000"/>
            </a:schemeClr>
          </a:solidFill>
        </p:spPr>
        <p:txBody>
          <a:bodyPr/>
          <a:lstStyle>
            <a:lvl1pPr>
              <a:defRPr>
                <a:solidFill>
                  <a:schemeClr val="tx1"/>
                </a:solidFill>
              </a:defRPr>
            </a:lvl1pPr>
          </a:lstStyle>
          <a:p>
            <a:endParaRPr lang="en-IN"/>
          </a:p>
        </p:txBody>
      </p:sp>
      <p:sp>
        <p:nvSpPr>
          <p:cNvPr id="11" name="Title 1">
            <a:extLst>
              <a:ext uri="{FF2B5EF4-FFF2-40B4-BE49-F238E27FC236}">
                <a16:creationId xmlns:a16="http://schemas.microsoft.com/office/drawing/2014/main" id="{AAEFD626-0FB9-90A7-A837-3804FC6AF928}"/>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12" name="Rectangle 11">
            <a:extLst>
              <a:ext uri="{FF2B5EF4-FFF2-40B4-BE49-F238E27FC236}">
                <a16:creationId xmlns:a16="http://schemas.microsoft.com/office/drawing/2014/main" id="{09F2BF07-3F11-9B42-B30B-E4BD79323828}"/>
              </a:ext>
            </a:extLst>
          </p:cNvPr>
          <p:cNvSpPr/>
          <p:nvPr userDrawn="1"/>
        </p:nvSpPr>
        <p:spPr>
          <a:xfrm>
            <a:off x="359998" y="1488586"/>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ubtitle 2">
            <a:extLst>
              <a:ext uri="{FF2B5EF4-FFF2-40B4-BE49-F238E27FC236}">
                <a16:creationId xmlns:a16="http://schemas.microsoft.com/office/drawing/2014/main" id="{9841068F-C9A4-D43E-E643-C4C8D5EAF260}"/>
              </a:ext>
            </a:extLst>
          </p:cNvPr>
          <p:cNvSpPr>
            <a:spLocks noGrp="1"/>
          </p:cNvSpPr>
          <p:nvPr>
            <p:ph type="subTitle" idx="1"/>
          </p:nvPr>
        </p:nvSpPr>
        <p:spPr>
          <a:xfrm>
            <a:off x="285135" y="854284"/>
            <a:ext cx="11558865" cy="461665"/>
          </a:xfrm>
        </p:spPr>
        <p:txBody>
          <a:bodyPr wrap="square">
            <a:spAutoFit/>
          </a:bodyPr>
          <a:lstStyle>
            <a:lvl1pPr marL="0" indent="0" algn="l">
              <a:lnSpc>
                <a:spcPct val="100000"/>
              </a:lnSpc>
              <a:spcBef>
                <a:spcPts val="0"/>
              </a:spcBef>
              <a:buNone/>
              <a:defRPr lang="en-US" sz="2400" b="1" kern="1200" dirty="0">
                <a:solidFill>
                  <a:schemeClr val="accent1"/>
                </a:solidFill>
                <a:latin typeface="Barlow Medium" panose="00000600000000000000"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4" name="Text Placeholder 37">
            <a:extLst>
              <a:ext uri="{FF2B5EF4-FFF2-40B4-BE49-F238E27FC236}">
                <a16:creationId xmlns:a16="http://schemas.microsoft.com/office/drawing/2014/main" id="{5EE45784-96AF-F9D2-8B67-013732EC8A19}"/>
              </a:ext>
            </a:extLst>
          </p:cNvPr>
          <p:cNvSpPr>
            <a:spLocks noGrp="1"/>
          </p:cNvSpPr>
          <p:nvPr>
            <p:ph type="body" sz="quarter" idx="12" hasCustomPrompt="1"/>
          </p:nvPr>
        </p:nvSpPr>
        <p:spPr>
          <a:xfrm>
            <a:off x="4803866" y="4628513"/>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a:t>Click to add text</a:t>
            </a:r>
            <a:endParaRPr lang="en-IN"/>
          </a:p>
        </p:txBody>
      </p:sp>
      <p:sp>
        <p:nvSpPr>
          <p:cNvPr id="15" name="Text Placeholder 37">
            <a:extLst>
              <a:ext uri="{FF2B5EF4-FFF2-40B4-BE49-F238E27FC236}">
                <a16:creationId xmlns:a16="http://schemas.microsoft.com/office/drawing/2014/main" id="{016DBCDF-C1B4-EA55-E10A-65BA8CA1A213}"/>
              </a:ext>
            </a:extLst>
          </p:cNvPr>
          <p:cNvSpPr>
            <a:spLocks noGrp="1"/>
          </p:cNvSpPr>
          <p:nvPr>
            <p:ph type="body" sz="quarter" idx="13" hasCustomPrompt="1"/>
          </p:nvPr>
        </p:nvSpPr>
        <p:spPr>
          <a:xfrm>
            <a:off x="4803866" y="3791269"/>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a:t>02</a:t>
            </a:r>
            <a:endParaRPr lang="en-IN"/>
          </a:p>
        </p:txBody>
      </p:sp>
      <p:sp>
        <p:nvSpPr>
          <p:cNvPr id="16" name="Text Placeholder 37">
            <a:extLst>
              <a:ext uri="{FF2B5EF4-FFF2-40B4-BE49-F238E27FC236}">
                <a16:creationId xmlns:a16="http://schemas.microsoft.com/office/drawing/2014/main" id="{3B8417F7-E2A6-7B5C-6B0F-CB5DF4D65B5A}"/>
              </a:ext>
            </a:extLst>
          </p:cNvPr>
          <p:cNvSpPr>
            <a:spLocks noGrp="1"/>
          </p:cNvSpPr>
          <p:nvPr>
            <p:ph type="body" sz="quarter" idx="14" hasCustomPrompt="1"/>
          </p:nvPr>
        </p:nvSpPr>
        <p:spPr>
          <a:xfrm>
            <a:off x="4803866" y="5449410"/>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22" name="Picture Placeholder 33">
            <a:extLst>
              <a:ext uri="{FF2B5EF4-FFF2-40B4-BE49-F238E27FC236}">
                <a16:creationId xmlns:a16="http://schemas.microsoft.com/office/drawing/2014/main" id="{099FC05D-3DE2-F66A-8653-2AA71D0F3F59}"/>
              </a:ext>
            </a:extLst>
          </p:cNvPr>
          <p:cNvSpPr>
            <a:spLocks noGrp="1"/>
          </p:cNvSpPr>
          <p:nvPr>
            <p:ph type="pic" sz="quarter" idx="20"/>
          </p:nvPr>
        </p:nvSpPr>
        <p:spPr>
          <a:xfrm>
            <a:off x="7162373" y="3203575"/>
            <a:ext cx="2462213" cy="2851150"/>
          </a:xfrm>
          <a:solidFill>
            <a:schemeClr val="bg1">
              <a:lumMod val="95000"/>
            </a:schemeClr>
          </a:solidFill>
        </p:spPr>
        <p:txBody>
          <a:bodyPr vert="horz" lIns="91440" tIns="45720" rIns="91440" bIns="45720" rtlCol="0">
            <a:normAutofit/>
          </a:bodyPr>
          <a:lstStyle>
            <a:lvl1pPr>
              <a:defRPr lang="en-IN" dirty="0"/>
            </a:lvl1pPr>
          </a:lstStyle>
          <a:p>
            <a:pPr lvl="0"/>
            <a:endParaRPr lang="en-IN"/>
          </a:p>
        </p:txBody>
      </p:sp>
      <p:sp>
        <p:nvSpPr>
          <p:cNvPr id="23" name="Text Placeholder 37">
            <a:extLst>
              <a:ext uri="{FF2B5EF4-FFF2-40B4-BE49-F238E27FC236}">
                <a16:creationId xmlns:a16="http://schemas.microsoft.com/office/drawing/2014/main" id="{E7F92616-B01E-082C-1AE0-83915486A083}"/>
              </a:ext>
            </a:extLst>
          </p:cNvPr>
          <p:cNvSpPr>
            <a:spLocks noGrp="1"/>
          </p:cNvSpPr>
          <p:nvPr>
            <p:ph type="body" sz="quarter" idx="21" hasCustomPrompt="1"/>
          </p:nvPr>
        </p:nvSpPr>
        <p:spPr>
          <a:xfrm>
            <a:off x="7368124" y="4612735"/>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a:t>Click to add text</a:t>
            </a:r>
            <a:endParaRPr lang="en-IN"/>
          </a:p>
        </p:txBody>
      </p:sp>
      <p:sp>
        <p:nvSpPr>
          <p:cNvPr id="24" name="Text Placeholder 37">
            <a:extLst>
              <a:ext uri="{FF2B5EF4-FFF2-40B4-BE49-F238E27FC236}">
                <a16:creationId xmlns:a16="http://schemas.microsoft.com/office/drawing/2014/main" id="{8B5ECCAE-2FD0-9E06-DD59-F13F42208326}"/>
              </a:ext>
            </a:extLst>
          </p:cNvPr>
          <p:cNvSpPr>
            <a:spLocks noGrp="1"/>
          </p:cNvSpPr>
          <p:nvPr>
            <p:ph type="body" sz="quarter" idx="22" hasCustomPrompt="1"/>
          </p:nvPr>
        </p:nvSpPr>
        <p:spPr>
          <a:xfrm>
            <a:off x="7368124" y="3775491"/>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a:t>03</a:t>
            </a:r>
            <a:endParaRPr lang="en-IN"/>
          </a:p>
        </p:txBody>
      </p:sp>
      <p:sp>
        <p:nvSpPr>
          <p:cNvPr id="25" name="Text Placeholder 37">
            <a:extLst>
              <a:ext uri="{FF2B5EF4-FFF2-40B4-BE49-F238E27FC236}">
                <a16:creationId xmlns:a16="http://schemas.microsoft.com/office/drawing/2014/main" id="{096380EB-20FA-DCCE-3E3E-E0D01E08A0BA}"/>
              </a:ext>
            </a:extLst>
          </p:cNvPr>
          <p:cNvSpPr>
            <a:spLocks noGrp="1"/>
          </p:cNvSpPr>
          <p:nvPr>
            <p:ph type="body" sz="quarter" idx="23" hasCustomPrompt="1"/>
          </p:nvPr>
        </p:nvSpPr>
        <p:spPr>
          <a:xfrm>
            <a:off x="7368124" y="5433632"/>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26" name="Picture Placeholder 33">
            <a:extLst>
              <a:ext uri="{FF2B5EF4-FFF2-40B4-BE49-F238E27FC236}">
                <a16:creationId xmlns:a16="http://schemas.microsoft.com/office/drawing/2014/main" id="{E1D78B23-AC99-415E-F5A8-F4EC89B576F3}"/>
              </a:ext>
            </a:extLst>
          </p:cNvPr>
          <p:cNvSpPr>
            <a:spLocks noGrp="1"/>
          </p:cNvSpPr>
          <p:nvPr>
            <p:ph type="pic" sz="quarter" idx="24"/>
          </p:nvPr>
        </p:nvSpPr>
        <p:spPr>
          <a:xfrm>
            <a:off x="9729787" y="3203575"/>
            <a:ext cx="2462213" cy="2851150"/>
          </a:xfrm>
          <a:solidFill>
            <a:schemeClr val="bg1">
              <a:lumMod val="95000"/>
            </a:schemeClr>
          </a:solidFill>
        </p:spPr>
        <p:txBody>
          <a:bodyPr vert="horz" lIns="91440" tIns="45720" rIns="91440" bIns="45720" rtlCol="0">
            <a:normAutofit/>
          </a:bodyPr>
          <a:lstStyle>
            <a:lvl1pPr>
              <a:defRPr lang="en-IN" dirty="0"/>
            </a:lvl1pPr>
          </a:lstStyle>
          <a:p>
            <a:pPr lvl="0"/>
            <a:endParaRPr lang="en-IN"/>
          </a:p>
        </p:txBody>
      </p:sp>
      <p:sp>
        <p:nvSpPr>
          <p:cNvPr id="27" name="Text Placeholder 37">
            <a:extLst>
              <a:ext uri="{FF2B5EF4-FFF2-40B4-BE49-F238E27FC236}">
                <a16:creationId xmlns:a16="http://schemas.microsoft.com/office/drawing/2014/main" id="{B21BF39C-5380-3F53-7510-E1B958B5AE40}"/>
              </a:ext>
            </a:extLst>
          </p:cNvPr>
          <p:cNvSpPr>
            <a:spLocks noGrp="1"/>
          </p:cNvSpPr>
          <p:nvPr>
            <p:ph type="body" sz="quarter" idx="25" hasCustomPrompt="1"/>
          </p:nvPr>
        </p:nvSpPr>
        <p:spPr>
          <a:xfrm>
            <a:off x="9935538" y="4612735"/>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a:t>Click to add text</a:t>
            </a:r>
            <a:endParaRPr lang="en-IN"/>
          </a:p>
        </p:txBody>
      </p:sp>
      <p:sp>
        <p:nvSpPr>
          <p:cNvPr id="28" name="Text Placeholder 37">
            <a:extLst>
              <a:ext uri="{FF2B5EF4-FFF2-40B4-BE49-F238E27FC236}">
                <a16:creationId xmlns:a16="http://schemas.microsoft.com/office/drawing/2014/main" id="{DAC7C0CE-6BF4-09A2-9B2C-46692B60BBEE}"/>
              </a:ext>
            </a:extLst>
          </p:cNvPr>
          <p:cNvSpPr>
            <a:spLocks noGrp="1"/>
          </p:cNvSpPr>
          <p:nvPr>
            <p:ph type="body" sz="quarter" idx="26" hasCustomPrompt="1"/>
          </p:nvPr>
        </p:nvSpPr>
        <p:spPr>
          <a:xfrm>
            <a:off x="9935538" y="3775491"/>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a:t>04</a:t>
            </a:r>
            <a:endParaRPr lang="en-IN"/>
          </a:p>
        </p:txBody>
      </p:sp>
      <p:sp>
        <p:nvSpPr>
          <p:cNvPr id="29" name="Text Placeholder 37">
            <a:extLst>
              <a:ext uri="{FF2B5EF4-FFF2-40B4-BE49-F238E27FC236}">
                <a16:creationId xmlns:a16="http://schemas.microsoft.com/office/drawing/2014/main" id="{3755B927-A0C6-9B95-8975-78E5814C7405}"/>
              </a:ext>
            </a:extLst>
          </p:cNvPr>
          <p:cNvSpPr>
            <a:spLocks noGrp="1"/>
          </p:cNvSpPr>
          <p:nvPr>
            <p:ph type="body" sz="quarter" idx="27" hasCustomPrompt="1"/>
          </p:nvPr>
        </p:nvSpPr>
        <p:spPr>
          <a:xfrm>
            <a:off x="9935538" y="5433632"/>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41" name="Rectangle 40">
            <a:extLst>
              <a:ext uri="{FF2B5EF4-FFF2-40B4-BE49-F238E27FC236}">
                <a16:creationId xmlns:a16="http://schemas.microsoft.com/office/drawing/2014/main" id="{0D269521-AB6F-FEB8-6646-124213ABB645}"/>
              </a:ext>
            </a:extLst>
          </p:cNvPr>
          <p:cNvSpPr/>
          <p:nvPr userDrawn="1"/>
        </p:nvSpPr>
        <p:spPr>
          <a:xfrm>
            <a:off x="2320714" y="2949672"/>
            <a:ext cx="647613" cy="769441"/>
          </a:xfrm>
          <a:prstGeom prst="rect">
            <a:avLst/>
          </a:prstGeom>
        </p:spPr>
        <p:txBody>
          <a:bodyPr wrap="none" lIns="0" rIns="0">
            <a:spAutoFit/>
          </a:bodyPr>
          <a:lstStyle/>
          <a:p>
            <a:pPr algn="ctr">
              <a:spcBef>
                <a:spcPts val="2400"/>
              </a:spcBef>
            </a:pPr>
            <a:r>
              <a:rPr lang="en-US" sz="4400" b="1">
                <a:solidFill>
                  <a:srgbClr val="FFFFFF"/>
                </a:solidFill>
                <a:latin typeface="Segoe UI" panose="020B0502040204020203" pitchFamily="34" charset="0"/>
                <a:ea typeface="Open Sans" charset="0"/>
                <a:cs typeface="Segoe UI" panose="020B0502040204020203" pitchFamily="34" charset="0"/>
              </a:rPr>
              <a:t>02</a:t>
            </a:r>
          </a:p>
        </p:txBody>
      </p:sp>
      <p:pic>
        <p:nvPicPr>
          <p:cNvPr id="42" name="Graphic 41">
            <a:extLst>
              <a:ext uri="{FF2B5EF4-FFF2-40B4-BE49-F238E27FC236}">
                <a16:creationId xmlns:a16="http://schemas.microsoft.com/office/drawing/2014/main" id="{9DD6BC2F-9246-6E82-4BE9-97CEC0EB3FC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25610" y="2638523"/>
            <a:ext cx="391390" cy="358774"/>
          </a:xfrm>
          <a:prstGeom prst="rect">
            <a:avLst/>
          </a:prstGeom>
        </p:spPr>
      </p:pic>
      <p:sp>
        <p:nvSpPr>
          <p:cNvPr id="43" name="Picture Placeholder 33">
            <a:extLst>
              <a:ext uri="{FF2B5EF4-FFF2-40B4-BE49-F238E27FC236}">
                <a16:creationId xmlns:a16="http://schemas.microsoft.com/office/drawing/2014/main" id="{6CD5EFDA-C31A-8467-87AB-E90970975248}"/>
              </a:ext>
            </a:extLst>
          </p:cNvPr>
          <p:cNvSpPr>
            <a:spLocks noGrp="1"/>
          </p:cNvSpPr>
          <p:nvPr>
            <p:ph type="pic" sz="quarter" idx="31"/>
          </p:nvPr>
        </p:nvSpPr>
        <p:spPr>
          <a:xfrm>
            <a:off x="2030510" y="2372361"/>
            <a:ext cx="2462213" cy="3682364"/>
          </a:xfrm>
          <a:solidFill>
            <a:schemeClr val="tx2"/>
          </a:solidFill>
        </p:spPr>
        <p:txBody>
          <a:bodyPr/>
          <a:lstStyle>
            <a:lvl1pPr>
              <a:defRPr>
                <a:solidFill>
                  <a:schemeClr val="bg1"/>
                </a:solidFill>
              </a:defRPr>
            </a:lvl1pPr>
          </a:lstStyle>
          <a:p>
            <a:endParaRPr lang="en-IN"/>
          </a:p>
        </p:txBody>
      </p:sp>
      <p:sp>
        <p:nvSpPr>
          <p:cNvPr id="44" name="Text Placeholder 37">
            <a:extLst>
              <a:ext uri="{FF2B5EF4-FFF2-40B4-BE49-F238E27FC236}">
                <a16:creationId xmlns:a16="http://schemas.microsoft.com/office/drawing/2014/main" id="{5C1A8521-9DB1-494E-8742-5D6AA3C721DA}"/>
              </a:ext>
            </a:extLst>
          </p:cNvPr>
          <p:cNvSpPr>
            <a:spLocks noGrp="1"/>
          </p:cNvSpPr>
          <p:nvPr>
            <p:ph type="body" sz="quarter" idx="32" hasCustomPrompt="1"/>
          </p:nvPr>
        </p:nvSpPr>
        <p:spPr>
          <a:xfrm>
            <a:off x="2235941" y="4613372"/>
            <a:ext cx="2051032" cy="682625"/>
          </a:xfrm>
        </p:spPr>
        <p:txBody>
          <a:bodyPr>
            <a:normAutofit/>
          </a:bodyPr>
          <a:lstStyle>
            <a:lvl1pPr marL="0" indent="0">
              <a:buNone/>
              <a:defRPr sz="1800" b="1">
                <a:solidFill>
                  <a:schemeClr val="bg1"/>
                </a:solidFill>
                <a:latin typeface="Barlow" panose="00000500000000000000" pitchFamily="2" charset="0"/>
              </a:defRPr>
            </a:lvl1pPr>
          </a:lstStyle>
          <a:p>
            <a:pPr lvl="0"/>
            <a:r>
              <a:rPr lang="en-US"/>
              <a:t>Click to add text</a:t>
            </a:r>
            <a:endParaRPr lang="en-IN"/>
          </a:p>
        </p:txBody>
      </p:sp>
      <p:sp>
        <p:nvSpPr>
          <p:cNvPr id="45" name="Text Placeholder 37">
            <a:extLst>
              <a:ext uri="{FF2B5EF4-FFF2-40B4-BE49-F238E27FC236}">
                <a16:creationId xmlns:a16="http://schemas.microsoft.com/office/drawing/2014/main" id="{F6AAC11A-094F-312F-AD68-2CB1547DCAE7}"/>
              </a:ext>
            </a:extLst>
          </p:cNvPr>
          <p:cNvSpPr>
            <a:spLocks noGrp="1"/>
          </p:cNvSpPr>
          <p:nvPr>
            <p:ph type="body" sz="quarter" idx="33" hasCustomPrompt="1"/>
          </p:nvPr>
        </p:nvSpPr>
        <p:spPr>
          <a:xfrm>
            <a:off x="2235941" y="3776128"/>
            <a:ext cx="2051032" cy="682625"/>
          </a:xfrm>
        </p:spPr>
        <p:txBody>
          <a:bodyPr>
            <a:normAutofit/>
          </a:bodyPr>
          <a:lstStyle>
            <a:lvl1pPr marL="0" indent="0">
              <a:buNone/>
              <a:defRPr sz="3600" b="1">
                <a:solidFill>
                  <a:schemeClr val="bg1"/>
                </a:solidFill>
                <a:latin typeface="Barlow" panose="00000500000000000000" pitchFamily="2" charset="0"/>
              </a:defRPr>
            </a:lvl1pPr>
          </a:lstStyle>
          <a:p>
            <a:pPr lvl="0"/>
            <a:r>
              <a:rPr lang="en-US"/>
              <a:t>01</a:t>
            </a:r>
            <a:endParaRPr lang="en-IN"/>
          </a:p>
        </p:txBody>
      </p:sp>
      <p:sp>
        <p:nvSpPr>
          <p:cNvPr id="46" name="Text Placeholder 37">
            <a:extLst>
              <a:ext uri="{FF2B5EF4-FFF2-40B4-BE49-F238E27FC236}">
                <a16:creationId xmlns:a16="http://schemas.microsoft.com/office/drawing/2014/main" id="{F175CA0C-22C5-684C-D4CC-3356CD3E6F71}"/>
              </a:ext>
            </a:extLst>
          </p:cNvPr>
          <p:cNvSpPr>
            <a:spLocks noGrp="1"/>
          </p:cNvSpPr>
          <p:nvPr>
            <p:ph type="body" sz="quarter" idx="34" hasCustomPrompt="1"/>
          </p:nvPr>
        </p:nvSpPr>
        <p:spPr>
          <a:xfrm>
            <a:off x="2235941" y="5434269"/>
            <a:ext cx="2051032" cy="469070"/>
          </a:xfrm>
        </p:spPr>
        <p:txBody>
          <a:bodyPr>
            <a:normAutofit/>
          </a:bodyPr>
          <a:lstStyle>
            <a:lvl1pPr marL="0" indent="0">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47" name="Content Placeholder 51">
            <a:extLst>
              <a:ext uri="{FF2B5EF4-FFF2-40B4-BE49-F238E27FC236}">
                <a16:creationId xmlns:a16="http://schemas.microsoft.com/office/drawing/2014/main" id="{A8BB0185-BC07-CD65-FEEF-D82A6104BE23}"/>
              </a:ext>
            </a:extLst>
          </p:cNvPr>
          <p:cNvSpPr>
            <a:spLocks noGrp="1"/>
          </p:cNvSpPr>
          <p:nvPr>
            <p:ph sz="quarter" idx="35" hasCustomPrompt="1"/>
          </p:nvPr>
        </p:nvSpPr>
        <p:spPr>
          <a:xfrm>
            <a:off x="3826186" y="2501900"/>
            <a:ext cx="460375" cy="579438"/>
          </a:xfrm>
        </p:spPr>
        <p:txBody>
          <a:bodyPr>
            <a:noAutofit/>
          </a:bodyPr>
          <a:lstStyle>
            <a:lvl1pPr marL="0" indent="0" algn="ctr">
              <a:buNone/>
              <a:defRPr sz="800">
                <a:solidFill>
                  <a:schemeClr val="bg1"/>
                </a:solidFill>
              </a:defRPr>
            </a:lvl1pPr>
          </a:lstStyle>
          <a:p>
            <a:pPr lvl="0"/>
            <a:r>
              <a:rPr lang="en-US"/>
              <a:t>Insert Icon here</a:t>
            </a:r>
            <a:endParaRPr lang="en-IN"/>
          </a:p>
        </p:txBody>
      </p:sp>
    </p:spTree>
    <p:extLst>
      <p:ext uri="{BB962C8B-B14F-4D97-AF65-F5344CB8AC3E}">
        <p14:creationId xmlns:p14="http://schemas.microsoft.com/office/powerpoint/2010/main" val="4036489222"/>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2_Agenda/Topics">
    <p:spTree>
      <p:nvGrpSpPr>
        <p:cNvPr id="1" name=""/>
        <p:cNvGrpSpPr/>
        <p:nvPr/>
      </p:nvGrpSpPr>
      <p:grpSpPr>
        <a:xfrm>
          <a:off x="0" y="0"/>
          <a:ext cx="0" cy="0"/>
          <a:chOff x="0" y="0"/>
          <a:chExt cx="0" cy="0"/>
        </a:xfrm>
      </p:grpSpPr>
      <p:sp>
        <p:nvSpPr>
          <p:cNvPr id="34" name="Picture Placeholder 33">
            <a:extLst>
              <a:ext uri="{FF2B5EF4-FFF2-40B4-BE49-F238E27FC236}">
                <a16:creationId xmlns:a16="http://schemas.microsoft.com/office/drawing/2014/main" id="{1FF237B7-8015-09EF-7990-429E9F9D024D}"/>
              </a:ext>
            </a:extLst>
          </p:cNvPr>
          <p:cNvSpPr>
            <a:spLocks noGrp="1"/>
          </p:cNvSpPr>
          <p:nvPr>
            <p:ph type="pic" sz="quarter" idx="11"/>
          </p:nvPr>
        </p:nvSpPr>
        <p:spPr>
          <a:xfrm>
            <a:off x="2028825" y="3203575"/>
            <a:ext cx="2462213" cy="2851150"/>
          </a:xfrm>
          <a:solidFill>
            <a:schemeClr val="bg1">
              <a:lumMod val="95000"/>
            </a:schemeClr>
          </a:solidFill>
        </p:spPr>
        <p:txBody>
          <a:bodyPr/>
          <a:lstStyle>
            <a:lvl1pPr>
              <a:defRPr>
                <a:solidFill>
                  <a:schemeClr val="tx1"/>
                </a:solidFill>
              </a:defRPr>
            </a:lvl1pPr>
          </a:lstStyle>
          <a:p>
            <a:endParaRPr lang="en-IN"/>
          </a:p>
        </p:txBody>
      </p:sp>
      <p:sp>
        <p:nvSpPr>
          <p:cNvPr id="15" name="Rectangle 14">
            <a:extLst>
              <a:ext uri="{FF2B5EF4-FFF2-40B4-BE49-F238E27FC236}">
                <a16:creationId xmlns:a16="http://schemas.microsoft.com/office/drawing/2014/main" id="{ABB0DFD5-EC03-7C13-92D3-95C263B60051}"/>
              </a:ext>
            </a:extLst>
          </p:cNvPr>
          <p:cNvSpPr/>
          <p:nvPr userDrawn="1"/>
        </p:nvSpPr>
        <p:spPr>
          <a:xfrm>
            <a:off x="4885803" y="2949672"/>
            <a:ext cx="647613" cy="769441"/>
          </a:xfrm>
          <a:prstGeom prst="rect">
            <a:avLst/>
          </a:prstGeom>
        </p:spPr>
        <p:txBody>
          <a:bodyPr wrap="none" lIns="0" rIns="0">
            <a:spAutoFit/>
          </a:bodyPr>
          <a:lstStyle/>
          <a:p>
            <a:pPr algn="ctr">
              <a:spcBef>
                <a:spcPts val="2400"/>
              </a:spcBef>
            </a:pPr>
            <a:r>
              <a:rPr lang="en-US" sz="4400" b="1">
                <a:solidFill>
                  <a:srgbClr val="FFFFFF"/>
                </a:solidFill>
                <a:latin typeface="Segoe UI" panose="020B0502040204020203" pitchFamily="34" charset="0"/>
                <a:ea typeface="Open Sans" charset="0"/>
                <a:cs typeface="Segoe UI" panose="020B0502040204020203" pitchFamily="34" charset="0"/>
              </a:rPr>
              <a:t>02</a:t>
            </a:r>
          </a:p>
        </p:txBody>
      </p:sp>
      <p:pic>
        <p:nvPicPr>
          <p:cNvPr id="16" name="Graphic 15">
            <a:extLst>
              <a:ext uri="{FF2B5EF4-FFF2-40B4-BE49-F238E27FC236}">
                <a16:creationId xmlns:a16="http://schemas.microsoft.com/office/drawing/2014/main" id="{68D3135B-BDB6-3302-3AE9-132C215975E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390699" y="2638523"/>
            <a:ext cx="391390" cy="358774"/>
          </a:xfrm>
          <a:prstGeom prst="rect">
            <a:avLst/>
          </a:prstGeom>
        </p:spPr>
      </p:pic>
      <p:sp>
        <p:nvSpPr>
          <p:cNvPr id="28" name="Title 1">
            <a:extLst>
              <a:ext uri="{FF2B5EF4-FFF2-40B4-BE49-F238E27FC236}">
                <a16:creationId xmlns:a16="http://schemas.microsoft.com/office/drawing/2014/main" id="{56D72B48-86E0-A19C-BF54-0ACCD30C0972}"/>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29" name="Rectangle 28">
            <a:extLst>
              <a:ext uri="{FF2B5EF4-FFF2-40B4-BE49-F238E27FC236}">
                <a16:creationId xmlns:a16="http://schemas.microsoft.com/office/drawing/2014/main" id="{A9C97C2A-1F40-D32B-B31B-182B25DB6D53}"/>
              </a:ext>
            </a:extLst>
          </p:cNvPr>
          <p:cNvSpPr/>
          <p:nvPr userDrawn="1"/>
        </p:nvSpPr>
        <p:spPr>
          <a:xfrm>
            <a:off x="359998" y="1488586"/>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ubtitle 2">
            <a:extLst>
              <a:ext uri="{FF2B5EF4-FFF2-40B4-BE49-F238E27FC236}">
                <a16:creationId xmlns:a16="http://schemas.microsoft.com/office/drawing/2014/main" id="{02D1EE33-E415-6645-7776-9CF2A96766DB}"/>
              </a:ext>
            </a:extLst>
          </p:cNvPr>
          <p:cNvSpPr>
            <a:spLocks noGrp="1"/>
          </p:cNvSpPr>
          <p:nvPr>
            <p:ph type="subTitle" idx="1"/>
          </p:nvPr>
        </p:nvSpPr>
        <p:spPr>
          <a:xfrm>
            <a:off x="285135" y="854284"/>
            <a:ext cx="11558865" cy="461665"/>
          </a:xfrm>
        </p:spPr>
        <p:txBody>
          <a:bodyPr wrap="square">
            <a:spAutoFit/>
          </a:bodyPr>
          <a:lstStyle>
            <a:lvl1pPr marL="0" indent="0" algn="l">
              <a:lnSpc>
                <a:spcPct val="100000"/>
              </a:lnSpc>
              <a:spcBef>
                <a:spcPts val="0"/>
              </a:spcBef>
              <a:buNone/>
              <a:defRPr lang="en-US" sz="2400" b="1" kern="1200" dirty="0">
                <a:solidFill>
                  <a:schemeClr val="accent1"/>
                </a:solidFill>
                <a:latin typeface="Barlow Medium" panose="00000600000000000000"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39" name="Text Placeholder 37">
            <a:extLst>
              <a:ext uri="{FF2B5EF4-FFF2-40B4-BE49-F238E27FC236}">
                <a16:creationId xmlns:a16="http://schemas.microsoft.com/office/drawing/2014/main" id="{A67E9280-7AA6-D4DE-CFBB-C9EBC909F982}"/>
              </a:ext>
            </a:extLst>
          </p:cNvPr>
          <p:cNvSpPr>
            <a:spLocks noGrp="1"/>
          </p:cNvSpPr>
          <p:nvPr>
            <p:ph type="body" sz="quarter" idx="12" hasCustomPrompt="1"/>
          </p:nvPr>
        </p:nvSpPr>
        <p:spPr>
          <a:xfrm>
            <a:off x="2234256" y="4628513"/>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a:t>Click to add text</a:t>
            </a:r>
            <a:endParaRPr lang="en-IN"/>
          </a:p>
        </p:txBody>
      </p:sp>
      <p:sp>
        <p:nvSpPr>
          <p:cNvPr id="41" name="Text Placeholder 37">
            <a:extLst>
              <a:ext uri="{FF2B5EF4-FFF2-40B4-BE49-F238E27FC236}">
                <a16:creationId xmlns:a16="http://schemas.microsoft.com/office/drawing/2014/main" id="{44E83B8C-F811-EB6C-D697-F9018EDB3CB5}"/>
              </a:ext>
            </a:extLst>
          </p:cNvPr>
          <p:cNvSpPr>
            <a:spLocks noGrp="1"/>
          </p:cNvSpPr>
          <p:nvPr>
            <p:ph type="body" sz="quarter" idx="13" hasCustomPrompt="1"/>
          </p:nvPr>
        </p:nvSpPr>
        <p:spPr>
          <a:xfrm>
            <a:off x="2234256" y="3791269"/>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a:t>01</a:t>
            </a:r>
            <a:endParaRPr lang="en-IN"/>
          </a:p>
        </p:txBody>
      </p:sp>
      <p:sp>
        <p:nvSpPr>
          <p:cNvPr id="42" name="Text Placeholder 37">
            <a:extLst>
              <a:ext uri="{FF2B5EF4-FFF2-40B4-BE49-F238E27FC236}">
                <a16:creationId xmlns:a16="http://schemas.microsoft.com/office/drawing/2014/main" id="{F27E5D43-A6C5-BE43-C80C-5C13A01F082E}"/>
              </a:ext>
            </a:extLst>
          </p:cNvPr>
          <p:cNvSpPr>
            <a:spLocks noGrp="1"/>
          </p:cNvSpPr>
          <p:nvPr>
            <p:ph type="body" sz="quarter" idx="14" hasCustomPrompt="1"/>
          </p:nvPr>
        </p:nvSpPr>
        <p:spPr>
          <a:xfrm>
            <a:off x="2234256" y="5449410"/>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47" name="Picture Placeholder 33">
            <a:extLst>
              <a:ext uri="{FF2B5EF4-FFF2-40B4-BE49-F238E27FC236}">
                <a16:creationId xmlns:a16="http://schemas.microsoft.com/office/drawing/2014/main" id="{ED88EBC0-C2F3-2E75-B989-C84F8E7E12BA}"/>
              </a:ext>
            </a:extLst>
          </p:cNvPr>
          <p:cNvSpPr>
            <a:spLocks noGrp="1"/>
          </p:cNvSpPr>
          <p:nvPr>
            <p:ph type="pic" sz="quarter" idx="15"/>
          </p:nvPr>
        </p:nvSpPr>
        <p:spPr>
          <a:xfrm>
            <a:off x="4595599" y="2372361"/>
            <a:ext cx="2462213" cy="3682364"/>
          </a:xfrm>
          <a:solidFill>
            <a:schemeClr val="tx2"/>
          </a:solidFill>
        </p:spPr>
        <p:txBody>
          <a:bodyPr/>
          <a:lstStyle>
            <a:lvl1pPr>
              <a:defRPr>
                <a:solidFill>
                  <a:schemeClr val="bg1"/>
                </a:solidFill>
              </a:defRPr>
            </a:lvl1pPr>
          </a:lstStyle>
          <a:p>
            <a:endParaRPr lang="en-IN"/>
          </a:p>
        </p:txBody>
      </p:sp>
      <p:sp>
        <p:nvSpPr>
          <p:cNvPr id="48" name="Text Placeholder 37">
            <a:extLst>
              <a:ext uri="{FF2B5EF4-FFF2-40B4-BE49-F238E27FC236}">
                <a16:creationId xmlns:a16="http://schemas.microsoft.com/office/drawing/2014/main" id="{B570BA34-9423-2566-1B19-46CB414C9866}"/>
              </a:ext>
            </a:extLst>
          </p:cNvPr>
          <p:cNvSpPr>
            <a:spLocks noGrp="1"/>
          </p:cNvSpPr>
          <p:nvPr>
            <p:ph type="body" sz="quarter" idx="16" hasCustomPrompt="1"/>
          </p:nvPr>
        </p:nvSpPr>
        <p:spPr>
          <a:xfrm>
            <a:off x="4801030" y="4613372"/>
            <a:ext cx="2051032" cy="682625"/>
          </a:xfrm>
        </p:spPr>
        <p:txBody>
          <a:bodyPr>
            <a:normAutofit/>
          </a:bodyPr>
          <a:lstStyle>
            <a:lvl1pPr marL="0" indent="0">
              <a:buNone/>
              <a:defRPr sz="1800" b="1">
                <a:solidFill>
                  <a:schemeClr val="bg1"/>
                </a:solidFill>
                <a:latin typeface="Barlow" panose="00000500000000000000" pitchFamily="2" charset="0"/>
              </a:defRPr>
            </a:lvl1pPr>
          </a:lstStyle>
          <a:p>
            <a:pPr lvl="0"/>
            <a:r>
              <a:rPr lang="en-US"/>
              <a:t>Click to add text</a:t>
            </a:r>
            <a:endParaRPr lang="en-IN"/>
          </a:p>
        </p:txBody>
      </p:sp>
      <p:sp>
        <p:nvSpPr>
          <p:cNvPr id="49" name="Text Placeholder 37">
            <a:extLst>
              <a:ext uri="{FF2B5EF4-FFF2-40B4-BE49-F238E27FC236}">
                <a16:creationId xmlns:a16="http://schemas.microsoft.com/office/drawing/2014/main" id="{E381F9F2-CB0F-FD6E-7419-6E930F54D993}"/>
              </a:ext>
            </a:extLst>
          </p:cNvPr>
          <p:cNvSpPr>
            <a:spLocks noGrp="1"/>
          </p:cNvSpPr>
          <p:nvPr>
            <p:ph type="body" sz="quarter" idx="17" hasCustomPrompt="1"/>
          </p:nvPr>
        </p:nvSpPr>
        <p:spPr>
          <a:xfrm>
            <a:off x="4801030" y="3776128"/>
            <a:ext cx="2051032" cy="682625"/>
          </a:xfrm>
        </p:spPr>
        <p:txBody>
          <a:bodyPr>
            <a:normAutofit/>
          </a:bodyPr>
          <a:lstStyle>
            <a:lvl1pPr marL="0" indent="0">
              <a:buNone/>
              <a:defRPr sz="3600" b="1">
                <a:solidFill>
                  <a:schemeClr val="bg1"/>
                </a:solidFill>
                <a:latin typeface="Barlow" panose="00000500000000000000" pitchFamily="2" charset="0"/>
              </a:defRPr>
            </a:lvl1pPr>
          </a:lstStyle>
          <a:p>
            <a:pPr lvl="0"/>
            <a:r>
              <a:rPr lang="en-US"/>
              <a:t>02</a:t>
            </a:r>
            <a:endParaRPr lang="en-IN"/>
          </a:p>
        </p:txBody>
      </p:sp>
      <p:sp>
        <p:nvSpPr>
          <p:cNvPr id="50" name="Text Placeholder 37">
            <a:extLst>
              <a:ext uri="{FF2B5EF4-FFF2-40B4-BE49-F238E27FC236}">
                <a16:creationId xmlns:a16="http://schemas.microsoft.com/office/drawing/2014/main" id="{525B970E-AF3A-4EDB-A48B-631F3063BB1D}"/>
              </a:ext>
            </a:extLst>
          </p:cNvPr>
          <p:cNvSpPr>
            <a:spLocks noGrp="1"/>
          </p:cNvSpPr>
          <p:nvPr>
            <p:ph type="body" sz="quarter" idx="18" hasCustomPrompt="1"/>
          </p:nvPr>
        </p:nvSpPr>
        <p:spPr>
          <a:xfrm>
            <a:off x="4801030" y="5434269"/>
            <a:ext cx="2051032" cy="469070"/>
          </a:xfrm>
        </p:spPr>
        <p:txBody>
          <a:bodyPr>
            <a:normAutofit/>
          </a:bodyPr>
          <a:lstStyle>
            <a:lvl1pPr marL="0" indent="0">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52" name="Content Placeholder 51">
            <a:extLst>
              <a:ext uri="{FF2B5EF4-FFF2-40B4-BE49-F238E27FC236}">
                <a16:creationId xmlns:a16="http://schemas.microsoft.com/office/drawing/2014/main" id="{9A32F8C6-F543-86A4-411B-F7A82CBAD1DF}"/>
              </a:ext>
            </a:extLst>
          </p:cNvPr>
          <p:cNvSpPr>
            <a:spLocks noGrp="1"/>
          </p:cNvSpPr>
          <p:nvPr>
            <p:ph sz="quarter" idx="19" hasCustomPrompt="1"/>
          </p:nvPr>
        </p:nvSpPr>
        <p:spPr>
          <a:xfrm>
            <a:off x="6391275" y="2501900"/>
            <a:ext cx="460375" cy="579438"/>
          </a:xfrm>
        </p:spPr>
        <p:txBody>
          <a:bodyPr>
            <a:noAutofit/>
          </a:bodyPr>
          <a:lstStyle>
            <a:lvl1pPr marL="0" indent="0" algn="ctr">
              <a:buNone/>
              <a:defRPr sz="800">
                <a:solidFill>
                  <a:schemeClr val="bg1"/>
                </a:solidFill>
              </a:defRPr>
            </a:lvl1pPr>
          </a:lstStyle>
          <a:p>
            <a:pPr lvl="0"/>
            <a:r>
              <a:rPr lang="en-US"/>
              <a:t>Insert Icon here</a:t>
            </a:r>
            <a:endParaRPr lang="en-IN"/>
          </a:p>
        </p:txBody>
      </p:sp>
      <p:sp>
        <p:nvSpPr>
          <p:cNvPr id="57" name="Picture Placeholder 33">
            <a:extLst>
              <a:ext uri="{FF2B5EF4-FFF2-40B4-BE49-F238E27FC236}">
                <a16:creationId xmlns:a16="http://schemas.microsoft.com/office/drawing/2014/main" id="{93E8929C-F85C-4BC7-DD77-D40DCD3B5CFF}"/>
              </a:ext>
            </a:extLst>
          </p:cNvPr>
          <p:cNvSpPr>
            <a:spLocks noGrp="1"/>
          </p:cNvSpPr>
          <p:nvPr>
            <p:ph type="pic" sz="quarter" idx="20"/>
          </p:nvPr>
        </p:nvSpPr>
        <p:spPr>
          <a:xfrm>
            <a:off x="7162373" y="3203575"/>
            <a:ext cx="2462213" cy="2851150"/>
          </a:xfrm>
          <a:solidFill>
            <a:schemeClr val="bg1">
              <a:lumMod val="95000"/>
            </a:schemeClr>
          </a:solidFill>
        </p:spPr>
        <p:txBody>
          <a:bodyPr vert="horz" lIns="91440" tIns="45720" rIns="91440" bIns="45720" rtlCol="0">
            <a:normAutofit/>
          </a:bodyPr>
          <a:lstStyle>
            <a:lvl1pPr>
              <a:defRPr lang="en-IN" dirty="0"/>
            </a:lvl1pPr>
          </a:lstStyle>
          <a:p>
            <a:pPr lvl="0"/>
            <a:endParaRPr lang="en-IN"/>
          </a:p>
        </p:txBody>
      </p:sp>
      <p:sp>
        <p:nvSpPr>
          <p:cNvPr id="58" name="Text Placeholder 37">
            <a:extLst>
              <a:ext uri="{FF2B5EF4-FFF2-40B4-BE49-F238E27FC236}">
                <a16:creationId xmlns:a16="http://schemas.microsoft.com/office/drawing/2014/main" id="{A9E36D95-5EC6-B080-1302-2F2D4E3D0B0E}"/>
              </a:ext>
            </a:extLst>
          </p:cNvPr>
          <p:cNvSpPr>
            <a:spLocks noGrp="1"/>
          </p:cNvSpPr>
          <p:nvPr>
            <p:ph type="body" sz="quarter" idx="21" hasCustomPrompt="1"/>
          </p:nvPr>
        </p:nvSpPr>
        <p:spPr>
          <a:xfrm>
            <a:off x="7368124" y="4612735"/>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a:t>Click to add text</a:t>
            </a:r>
            <a:endParaRPr lang="en-IN"/>
          </a:p>
        </p:txBody>
      </p:sp>
      <p:sp>
        <p:nvSpPr>
          <p:cNvPr id="59" name="Text Placeholder 37">
            <a:extLst>
              <a:ext uri="{FF2B5EF4-FFF2-40B4-BE49-F238E27FC236}">
                <a16:creationId xmlns:a16="http://schemas.microsoft.com/office/drawing/2014/main" id="{E145F5B3-FB2E-ABC1-6FBE-3F6038A18A9D}"/>
              </a:ext>
            </a:extLst>
          </p:cNvPr>
          <p:cNvSpPr>
            <a:spLocks noGrp="1"/>
          </p:cNvSpPr>
          <p:nvPr>
            <p:ph type="body" sz="quarter" idx="22" hasCustomPrompt="1"/>
          </p:nvPr>
        </p:nvSpPr>
        <p:spPr>
          <a:xfrm>
            <a:off x="7368124" y="3775491"/>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a:t>03</a:t>
            </a:r>
            <a:endParaRPr lang="en-IN"/>
          </a:p>
        </p:txBody>
      </p:sp>
      <p:sp>
        <p:nvSpPr>
          <p:cNvPr id="60" name="Text Placeholder 37">
            <a:extLst>
              <a:ext uri="{FF2B5EF4-FFF2-40B4-BE49-F238E27FC236}">
                <a16:creationId xmlns:a16="http://schemas.microsoft.com/office/drawing/2014/main" id="{027554F2-F7AB-485D-0B21-5BA8D6A414FD}"/>
              </a:ext>
            </a:extLst>
          </p:cNvPr>
          <p:cNvSpPr>
            <a:spLocks noGrp="1"/>
          </p:cNvSpPr>
          <p:nvPr>
            <p:ph type="body" sz="quarter" idx="23" hasCustomPrompt="1"/>
          </p:nvPr>
        </p:nvSpPr>
        <p:spPr>
          <a:xfrm>
            <a:off x="7368124" y="5433632"/>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62" name="Picture Placeholder 33">
            <a:extLst>
              <a:ext uri="{FF2B5EF4-FFF2-40B4-BE49-F238E27FC236}">
                <a16:creationId xmlns:a16="http://schemas.microsoft.com/office/drawing/2014/main" id="{1D1F2AE2-3567-99CC-824D-6ECB840E5412}"/>
              </a:ext>
            </a:extLst>
          </p:cNvPr>
          <p:cNvSpPr>
            <a:spLocks noGrp="1"/>
          </p:cNvSpPr>
          <p:nvPr>
            <p:ph type="pic" sz="quarter" idx="24"/>
          </p:nvPr>
        </p:nvSpPr>
        <p:spPr>
          <a:xfrm>
            <a:off x="9729787" y="3203575"/>
            <a:ext cx="2462213" cy="2851150"/>
          </a:xfrm>
          <a:solidFill>
            <a:schemeClr val="bg1">
              <a:lumMod val="95000"/>
            </a:schemeClr>
          </a:solidFill>
        </p:spPr>
        <p:txBody>
          <a:bodyPr vert="horz" lIns="91440" tIns="45720" rIns="91440" bIns="45720" rtlCol="0">
            <a:normAutofit/>
          </a:bodyPr>
          <a:lstStyle>
            <a:lvl1pPr>
              <a:defRPr lang="en-IN" dirty="0"/>
            </a:lvl1pPr>
          </a:lstStyle>
          <a:p>
            <a:pPr lvl="0"/>
            <a:endParaRPr lang="en-IN"/>
          </a:p>
        </p:txBody>
      </p:sp>
      <p:sp>
        <p:nvSpPr>
          <p:cNvPr id="63" name="Text Placeholder 37">
            <a:extLst>
              <a:ext uri="{FF2B5EF4-FFF2-40B4-BE49-F238E27FC236}">
                <a16:creationId xmlns:a16="http://schemas.microsoft.com/office/drawing/2014/main" id="{7F4005D5-65DA-FEE5-6036-5FA19C1D2344}"/>
              </a:ext>
            </a:extLst>
          </p:cNvPr>
          <p:cNvSpPr>
            <a:spLocks noGrp="1"/>
          </p:cNvSpPr>
          <p:nvPr>
            <p:ph type="body" sz="quarter" idx="25" hasCustomPrompt="1"/>
          </p:nvPr>
        </p:nvSpPr>
        <p:spPr>
          <a:xfrm>
            <a:off x="9935538" y="4612735"/>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a:t>Click to add text</a:t>
            </a:r>
            <a:endParaRPr lang="en-IN"/>
          </a:p>
        </p:txBody>
      </p:sp>
      <p:sp>
        <p:nvSpPr>
          <p:cNvPr id="64" name="Text Placeholder 37">
            <a:extLst>
              <a:ext uri="{FF2B5EF4-FFF2-40B4-BE49-F238E27FC236}">
                <a16:creationId xmlns:a16="http://schemas.microsoft.com/office/drawing/2014/main" id="{B3E3E185-0A2C-4367-520F-2EAD931BCA39}"/>
              </a:ext>
            </a:extLst>
          </p:cNvPr>
          <p:cNvSpPr>
            <a:spLocks noGrp="1"/>
          </p:cNvSpPr>
          <p:nvPr>
            <p:ph type="body" sz="quarter" idx="26" hasCustomPrompt="1"/>
          </p:nvPr>
        </p:nvSpPr>
        <p:spPr>
          <a:xfrm>
            <a:off x="9935538" y="3775491"/>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a:t>04</a:t>
            </a:r>
            <a:endParaRPr lang="en-IN"/>
          </a:p>
        </p:txBody>
      </p:sp>
      <p:sp>
        <p:nvSpPr>
          <p:cNvPr id="65" name="Text Placeholder 37">
            <a:extLst>
              <a:ext uri="{FF2B5EF4-FFF2-40B4-BE49-F238E27FC236}">
                <a16:creationId xmlns:a16="http://schemas.microsoft.com/office/drawing/2014/main" id="{4A8ADF34-7962-3E2D-0885-D8DA7EB104F3}"/>
              </a:ext>
            </a:extLst>
          </p:cNvPr>
          <p:cNvSpPr>
            <a:spLocks noGrp="1"/>
          </p:cNvSpPr>
          <p:nvPr>
            <p:ph type="body" sz="quarter" idx="27" hasCustomPrompt="1"/>
          </p:nvPr>
        </p:nvSpPr>
        <p:spPr>
          <a:xfrm>
            <a:off x="9935538" y="5433632"/>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Tree>
    <p:extLst>
      <p:ext uri="{BB962C8B-B14F-4D97-AF65-F5344CB8AC3E}">
        <p14:creationId xmlns:p14="http://schemas.microsoft.com/office/powerpoint/2010/main" val="3421082550"/>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3_Agenda/Topics">
    <p:spTree>
      <p:nvGrpSpPr>
        <p:cNvPr id="1" name=""/>
        <p:cNvGrpSpPr/>
        <p:nvPr/>
      </p:nvGrpSpPr>
      <p:grpSpPr>
        <a:xfrm>
          <a:off x="0" y="0"/>
          <a:ext cx="0" cy="0"/>
          <a:chOff x="0" y="0"/>
          <a:chExt cx="0" cy="0"/>
        </a:xfrm>
      </p:grpSpPr>
      <p:sp>
        <p:nvSpPr>
          <p:cNvPr id="9" name="Picture Placeholder 33">
            <a:extLst>
              <a:ext uri="{FF2B5EF4-FFF2-40B4-BE49-F238E27FC236}">
                <a16:creationId xmlns:a16="http://schemas.microsoft.com/office/drawing/2014/main" id="{9E220401-C279-5A75-E79E-B3C2F3E61281}"/>
              </a:ext>
            </a:extLst>
          </p:cNvPr>
          <p:cNvSpPr>
            <a:spLocks noGrp="1"/>
          </p:cNvSpPr>
          <p:nvPr>
            <p:ph type="pic" sz="quarter" idx="11"/>
          </p:nvPr>
        </p:nvSpPr>
        <p:spPr>
          <a:xfrm>
            <a:off x="2028825" y="3203575"/>
            <a:ext cx="2462213" cy="2851150"/>
          </a:xfrm>
          <a:solidFill>
            <a:schemeClr val="bg1">
              <a:lumMod val="95000"/>
            </a:schemeClr>
          </a:solidFill>
        </p:spPr>
        <p:txBody>
          <a:bodyPr/>
          <a:lstStyle>
            <a:lvl1pPr>
              <a:defRPr>
                <a:solidFill>
                  <a:schemeClr val="tx1"/>
                </a:solidFill>
              </a:defRPr>
            </a:lvl1pPr>
          </a:lstStyle>
          <a:p>
            <a:endParaRPr lang="en-IN"/>
          </a:p>
        </p:txBody>
      </p:sp>
      <p:sp>
        <p:nvSpPr>
          <p:cNvPr id="10" name="Rectangle 9">
            <a:extLst>
              <a:ext uri="{FF2B5EF4-FFF2-40B4-BE49-F238E27FC236}">
                <a16:creationId xmlns:a16="http://schemas.microsoft.com/office/drawing/2014/main" id="{1E8B928E-4924-E3AA-E6DD-4902C66312FC}"/>
              </a:ext>
            </a:extLst>
          </p:cNvPr>
          <p:cNvSpPr/>
          <p:nvPr userDrawn="1"/>
        </p:nvSpPr>
        <p:spPr>
          <a:xfrm>
            <a:off x="7452577" y="2949672"/>
            <a:ext cx="647613" cy="769441"/>
          </a:xfrm>
          <a:prstGeom prst="rect">
            <a:avLst/>
          </a:prstGeom>
        </p:spPr>
        <p:txBody>
          <a:bodyPr wrap="none" lIns="0" rIns="0">
            <a:spAutoFit/>
          </a:bodyPr>
          <a:lstStyle/>
          <a:p>
            <a:pPr algn="ctr">
              <a:spcBef>
                <a:spcPts val="2400"/>
              </a:spcBef>
            </a:pPr>
            <a:r>
              <a:rPr lang="en-US" sz="4400" b="1">
                <a:solidFill>
                  <a:srgbClr val="FFFFFF"/>
                </a:solidFill>
                <a:latin typeface="Segoe UI" panose="020B0502040204020203" pitchFamily="34" charset="0"/>
                <a:ea typeface="Open Sans" charset="0"/>
                <a:cs typeface="Segoe UI" panose="020B0502040204020203" pitchFamily="34" charset="0"/>
              </a:rPr>
              <a:t>02</a:t>
            </a:r>
          </a:p>
        </p:txBody>
      </p:sp>
      <p:pic>
        <p:nvPicPr>
          <p:cNvPr id="11" name="Graphic 10">
            <a:extLst>
              <a:ext uri="{FF2B5EF4-FFF2-40B4-BE49-F238E27FC236}">
                <a16:creationId xmlns:a16="http://schemas.microsoft.com/office/drawing/2014/main" id="{741C4B56-D91C-EAE6-E14A-F7EF02A4C3C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957473" y="2638523"/>
            <a:ext cx="391390" cy="358774"/>
          </a:xfrm>
          <a:prstGeom prst="rect">
            <a:avLst/>
          </a:prstGeom>
        </p:spPr>
      </p:pic>
      <p:sp>
        <p:nvSpPr>
          <p:cNvPr id="12" name="Title 1">
            <a:extLst>
              <a:ext uri="{FF2B5EF4-FFF2-40B4-BE49-F238E27FC236}">
                <a16:creationId xmlns:a16="http://schemas.microsoft.com/office/drawing/2014/main" id="{4E83683A-8FAE-ECFE-858C-40B7194D37DB}"/>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13" name="Rectangle 12">
            <a:extLst>
              <a:ext uri="{FF2B5EF4-FFF2-40B4-BE49-F238E27FC236}">
                <a16:creationId xmlns:a16="http://schemas.microsoft.com/office/drawing/2014/main" id="{73824315-B5DE-36AE-2DCE-E7BE9BA7B476}"/>
              </a:ext>
            </a:extLst>
          </p:cNvPr>
          <p:cNvSpPr/>
          <p:nvPr userDrawn="1"/>
        </p:nvSpPr>
        <p:spPr>
          <a:xfrm>
            <a:off x="359998" y="1488586"/>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ubtitle 2">
            <a:extLst>
              <a:ext uri="{FF2B5EF4-FFF2-40B4-BE49-F238E27FC236}">
                <a16:creationId xmlns:a16="http://schemas.microsoft.com/office/drawing/2014/main" id="{C653E87C-C30B-A55C-CAE4-4ED8F963495A}"/>
              </a:ext>
            </a:extLst>
          </p:cNvPr>
          <p:cNvSpPr>
            <a:spLocks noGrp="1"/>
          </p:cNvSpPr>
          <p:nvPr>
            <p:ph type="subTitle" idx="1"/>
          </p:nvPr>
        </p:nvSpPr>
        <p:spPr>
          <a:xfrm>
            <a:off x="285135" y="854284"/>
            <a:ext cx="11558865" cy="461665"/>
          </a:xfrm>
        </p:spPr>
        <p:txBody>
          <a:bodyPr wrap="square">
            <a:spAutoFit/>
          </a:bodyPr>
          <a:lstStyle>
            <a:lvl1pPr marL="0" indent="0" algn="l">
              <a:lnSpc>
                <a:spcPct val="100000"/>
              </a:lnSpc>
              <a:spcBef>
                <a:spcPts val="0"/>
              </a:spcBef>
              <a:buNone/>
              <a:defRPr lang="en-US" sz="2400" b="1" kern="1200" dirty="0">
                <a:solidFill>
                  <a:schemeClr val="accent1"/>
                </a:solidFill>
                <a:latin typeface="Barlow Medium" panose="00000600000000000000"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5" name="Text Placeholder 37">
            <a:extLst>
              <a:ext uri="{FF2B5EF4-FFF2-40B4-BE49-F238E27FC236}">
                <a16:creationId xmlns:a16="http://schemas.microsoft.com/office/drawing/2014/main" id="{A616F389-7FB4-9BCF-8361-CC6F70CC23CD}"/>
              </a:ext>
            </a:extLst>
          </p:cNvPr>
          <p:cNvSpPr>
            <a:spLocks noGrp="1"/>
          </p:cNvSpPr>
          <p:nvPr>
            <p:ph type="body" sz="quarter" idx="12" hasCustomPrompt="1"/>
          </p:nvPr>
        </p:nvSpPr>
        <p:spPr>
          <a:xfrm>
            <a:off x="2234256" y="4628513"/>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a:t>Click to add text</a:t>
            </a:r>
            <a:endParaRPr lang="en-IN"/>
          </a:p>
        </p:txBody>
      </p:sp>
      <p:sp>
        <p:nvSpPr>
          <p:cNvPr id="16" name="Text Placeholder 37">
            <a:extLst>
              <a:ext uri="{FF2B5EF4-FFF2-40B4-BE49-F238E27FC236}">
                <a16:creationId xmlns:a16="http://schemas.microsoft.com/office/drawing/2014/main" id="{AFD49B92-BC62-5115-308D-6E75E1F720F9}"/>
              </a:ext>
            </a:extLst>
          </p:cNvPr>
          <p:cNvSpPr>
            <a:spLocks noGrp="1"/>
          </p:cNvSpPr>
          <p:nvPr>
            <p:ph type="body" sz="quarter" idx="13" hasCustomPrompt="1"/>
          </p:nvPr>
        </p:nvSpPr>
        <p:spPr>
          <a:xfrm>
            <a:off x="2234256" y="3791269"/>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a:t>01</a:t>
            </a:r>
            <a:endParaRPr lang="en-IN"/>
          </a:p>
        </p:txBody>
      </p:sp>
      <p:sp>
        <p:nvSpPr>
          <p:cNvPr id="17" name="Text Placeholder 37">
            <a:extLst>
              <a:ext uri="{FF2B5EF4-FFF2-40B4-BE49-F238E27FC236}">
                <a16:creationId xmlns:a16="http://schemas.microsoft.com/office/drawing/2014/main" id="{96984DB0-633B-BF3C-B959-37D6EAB545A8}"/>
              </a:ext>
            </a:extLst>
          </p:cNvPr>
          <p:cNvSpPr>
            <a:spLocks noGrp="1"/>
          </p:cNvSpPr>
          <p:nvPr>
            <p:ph type="body" sz="quarter" idx="14" hasCustomPrompt="1"/>
          </p:nvPr>
        </p:nvSpPr>
        <p:spPr>
          <a:xfrm>
            <a:off x="2234256" y="5449410"/>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8" name="Picture Placeholder 33">
            <a:extLst>
              <a:ext uri="{FF2B5EF4-FFF2-40B4-BE49-F238E27FC236}">
                <a16:creationId xmlns:a16="http://schemas.microsoft.com/office/drawing/2014/main" id="{D228BC18-0A5B-2E96-B64C-0B9E8100D38F}"/>
              </a:ext>
            </a:extLst>
          </p:cNvPr>
          <p:cNvSpPr>
            <a:spLocks noGrp="1"/>
          </p:cNvSpPr>
          <p:nvPr>
            <p:ph type="pic" sz="quarter" idx="15"/>
          </p:nvPr>
        </p:nvSpPr>
        <p:spPr>
          <a:xfrm>
            <a:off x="7162373" y="2372361"/>
            <a:ext cx="2462213" cy="3682364"/>
          </a:xfrm>
          <a:solidFill>
            <a:schemeClr val="tx2"/>
          </a:solidFill>
        </p:spPr>
        <p:txBody>
          <a:bodyPr/>
          <a:lstStyle>
            <a:lvl1pPr>
              <a:defRPr>
                <a:solidFill>
                  <a:schemeClr val="bg1"/>
                </a:solidFill>
              </a:defRPr>
            </a:lvl1pPr>
          </a:lstStyle>
          <a:p>
            <a:endParaRPr lang="en-IN"/>
          </a:p>
        </p:txBody>
      </p:sp>
      <p:sp>
        <p:nvSpPr>
          <p:cNvPr id="19" name="Text Placeholder 37">
            <a:extLst>
              <a:ext uri="{FF2B5EF4-FFF2-40B4-BE49-F238E27FC236}">
                <a16:creationId xmlns:a16="http://schemas.microsoft.com/office/drawing/2014/main" id="{AFEBBBC7-C356-A790-292A-24FF23304DBF}"/>
              </a:ext>
            </a:extLst>
          </p:cNvPr>
          <p:cNvSpPr>
            <a:spLocks noGrp="1"/>
          </p:cNvSpPr>
          <p:nvPr>
            <p:ph type="body" sz="quarter" idx="16" hasCustomPrompt="1"/>
          </p:nvPr>
        </p:nvSpPr>
        <p:spPr>
          <a:xfrm>
            <a:off x="7367804" y="4613372"/>
            <a:ext cx="2051032" cy="682625"/>
          </a:xfrm>
        </p:spPr>
        <p:txBody>
          <a:bodyPr>
            <a:normAutofit/>
          </a:bodyPr>
          <a:lstStyle>
            <a:lvl1pPr marL="0" indent="0">
              <a:buNone/>
              <a:defRPr sz="1800" b="1">
                <a:solidFill>
                  <a:schemeClr val="bg1"/>
                </a:solidFill>
                <a:latin typeface="Barlow" panose="00000500000000000000" pitchFamily="2" charset="0"/>
              </a:defRPr>
            </a:lvl1pPr>
          </a:lstStyle>
          <a:p>
            <a:pPr lvl="0"/>
            <a:r>
              <a:rPr lang="en-US"/>
              <a:t>Click to add text</a:t>
            </a:r>
            <a:endParaRPr lang="en-IN"/>
          </a:p>
        </p:txBody>
      </p:sp>
      <p:sp>
        <p:nvSpPr>
          <p:cNvPr id="20" name="Text Placeholder 37">
            <a:extLst>
              <a:ext uri="{FF2B5EF4-FFF2-40B4-BE49-F238E27FC236}">
                <a16:creationId xmlns:a16="http://schemas.microsoft.com/office/drawing/2014/main" id="{652678D2-DE38-5B75-ECCE-29A45AF00A7D}"/>
              </a:ext>
            </a:extLst>
          </p:cNvPr>
          <p:cNvSpPr>
            <a:spLocks noGrp="1"/>
          </p:cNvSpPr>
          <p:nvPr>
            <p:ph type="body" sz="quarter" idx="17" hasCustomPrompt="1"/>
          </p:nvPr>
        </p:nvSpPr>
        <p:spPr>
          <a:xfrm>
            <a:off x="7367804" y="3776128"/>
            <a:ext cx="2051032" cy="682625"/>
          </a:xfrm>
        </p:spPr>
        <p:txBody>
          <a:bodyPr>
            <a:normAutofit/>
          </a:bodyPr>
          <a:lstStyle>
            <a:lvl1pPr marL="0" indent="0">
              <a:buNone/>
              <a:defRPr sz="3600" b="1">
                <a:solidFill>
                  <a:schemeClr val="bg1"/>
                </a:solidFill>
                <a:latin typeface="Barlow" panose="00000500000000000000" pitchFamily="2" charset="0"/>
              </a:defRPr>
            </a:lvl1pPr>
          </a:lstStyle>
          <a:p>
            <a:pPr lvl="0"/>
            <a:r>
              <a:rPr lang="en-US"/>
              <a:t>03</a:t>
            </a:r>
            <a:endParaRPr lang="en-IN"/>
          </a:p>
        </p:txBody>
      </p:sp>
      <p:sp>
        <p:nvSpPr>
          <p:cNvPr id="21" name="Text Placeholder 37">
            <a:extLst>
              <a:ext uri="{FF2B5EF4-FFF2-40B4-BE49-F238E27FC236}">
                <a16:creationId xmlns:a16="http://schemas.microsoft.com/office/drawing/2014/main" id="{232F0683-D529-40D7-2787-AB0BD35DAD0E}"/>
              </a:ext>
            </a:extLst>
          </p:cNvPr>
          <p:cNvSpPr>
            <a:spLocks noGrp="1"/>
          </p:cNvSpPr>
          <p:nvPr>
            <p:ph type="body" sz="quarter" idx="18" hasCustomPrompt="1"/>
          </p:nvPr>
        </p:nvSpPr>
        <p:spPr>
          <a:xfrm>
            <a:off x="7367804" y="5434269"/>
            <a:ext cx="2051032" cy="469070"/>
          </a:xfrm>
        </p:spPr>
        <p:txBody>
          <a:bodyPr>
            <a:normAutofit/>
          </a:bodyPr>
          <a:lstStyle>
            <a:lvl1pPr marL="0" indent="0">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22" name="Content Placeholder 51">
            <a:extLst>
              <a:ext uri="{FF2B5EF4-FFF2-40B4-BE49-F238E27FC236}">
                <a16:creationId xmlns:a16="http://schemas.microsoft.com/office/drawing/2014/main" id="{67A0953E-13D1-8A22-1241-8F0375527332}"/>
              </a:ext>
            </a:extLst>
          </p:cNvPr>
          <p:cNvSpPr>
            <a:spLocks noGrp="1"/>
          </p:cNvSpPr>
          <p:nvPr>
            <p:ph sz="quarter" idx="19" hasCustomPrompt="1"/>
          </p:nvPr>
        </p:nvSpPr>
        <p:spPr>
          <a:xfrm>
            <a:off x="8958049" y="2501900"/>
            <a:ext cx="460375" cy="579438"/>
          </a:xfrm>
        </p:spPr>
        <p:txBody>
          <a:bodyPr>
            <a:noAutofit/>
          </a:bodyPr>
          <a:lstStyle>
            <a:lvl1pPr marL="0" indent="0" algn="ctr">
              <a:buNone/>
              <a:defRPr sz="800">
                <a:solidFill>
                  <a:schemeClr val="bg1"/>
                </a:solidFill>
              </a:defRPr>
            </a:lvl1pPr>
          </a:lstStyle>
          <a:p>
            <a:pPr lvl="0"/>
            <a:r>
              <a:rPr lang="en-US"/>
              <a:t>Insert Icon here</a:t>
            </a:r>
            <a:endParaRPr lang="en-IN"/>
          </a:p>
        </p:txBody>
      </p:sp>
      <p:sp>
        <p:nvSpPr>
          <p:cNvPr id="23" name="Picture Placeholder 33">
            <a:extLst>
              <a:ext uri="{FF2B5EF4-FFF2-40B4-BE49-F238E27FC236}">
                <a16:creationId xmlns:a16="http://schemas.microsoft.com/office/drawing/2014/main" id="{01D40387-DD15-16AB-923A-1B2DFA9B3046}"/>
              </a:ext>
            </a:extLst>
          </p:cNvPr>
          <p:cNvSpPr>
            <a:spLocks noGrp="1"/>
          </p:cNvSpPr>
          <p:nvPr>
            <p:ph type="pic" sz="quarter" idx="20"/>
          </p:nvPr>
        </p:nvSpPr>
        <p:spPr>
          <a:xfrm>
            <a:off x="4597124" y="3203575"/>
            <a:ext cx="2462213" cy="2851150"/>
          </a:xfrm>
          <a:solidFill>
            <a:schemeClr val="bg1">
              <a:lumMod val="95000"/>
            </a:schemeClr>
          </a:solidFill>
        </p:spPr>
        <p:txBody>
          <a:bodyPr vert="horz" lIns="91440" tIns="45720" rIns="91440" bIns="45720" rtlCol="0">
            <a:normAutofit/>
          </a:bodyPr>
          <a:lstStyle>
            <a:lvl1pPr>
              <a:defRPr lang="en-IN" dirty="0"/>
            </a:lvl1pPr>
          </a:lstStyle>
          <a:p>
            <a:pPr lvl="0"/>
            <a:endParaRPr lang="en-IN"/>
          </a:p>
        </p:txBody>
      </p:sp>
      <p:sp>
        <p:nvSpPr>
          <p:cNvPr id="24" name="Text Placeholder 37">
            <a:extLst>
              <a:ext uri="{FF2B5EF4-FFF2-40B4-BE49-F238E27FC236}">
                <a16:creationId xmlns:a16="http://schemas.microsoft.com/office/drawing/2014/main" id="{234B3329-0B9A-1C64-8837-BF867B5E44A4}"/>
              </a:ext>
            </a:extLst>
          </p:cNvPr>
          <p:cNvSpPr>
            <a:spLocks noGrp="1"/>
          </p:cNvSpPr>
          <p:nvPr>
            <p:ph type="body" sz="quarter" idx="21" hasCustomPrompt="1"/>
          </p:nvPr>
        </p:nvSpPr>
        <p:spPr>
          <a:xfrm>
            <a:off x="4802875" y="4612735"/>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a:t>Click to add text</a:t>
            </a:r>
            <a:endParaRPr lang="en-IN"/>
          </a:p>
        </p:txBody>
      </p:sp>
      <p:sp>
        <p:nvSpPr>
          <p:cNvPr id="25" name="Text Placeholder 37">
            <a:extLst>
              <a:ext uri="{FF2B5EF4-FFF2-40B4-BE49-F238E27FC236}">
                <a16:creationId xmlns:a16="http://schemas.microsoft.com/office/drawing/2014/main" id="{FBBB7DE2-7E10-89F2-78ED-C2DB6D709DC8}"/>
              </a:ext>
            </a:extLst>
          </p:cNvPr>
          <p:cNvSpPr>
            <a:spLocks noGrp="1"/>
          </p:cNvSpPr>
          <p:nvPr>
            <p:ph type="body" sz="quarter" idx="22" hasCustomPrompt="1"/>
          </p:nvPr>
        </p:nvSpPr>
        <p:spPr>
          <a:xfrm>
            <a:off x="4802875" y="3775491"/>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a:t>02</a:t>
            </a:r>
            <a:endParaRPr lang="en-IN"/>
          </a:p>
        </p:txBody>
      </p:sp>
      <p:sp>
        <p:nvSpPr>
          <p:cNvPr id="26" name="Text Placeholder 37">
            <a:extLst>
              <a:ext uri="{FF2B5EF4-FFF2-40B4-BE49-F238E27FC236}">
                <a16:creationId xmlns:a16="http://schemas.microsoft.com/office/drawing/2014/main" id="{6B41F9FC-7377-A91B-EFEE-6DD1B0368755}"/>
              </a:ext>
            </a:extLst>
          </p:cNvPr>
          <p:cNvSpPr>
            <a:spLocks noGrp="1"/>
          </p:cNvSpPr>
          <p:nvPr>
            <p:ph type="body" sz="quarter" idx="23" hasCustomPrompt="1"/>
          </p:nvPr>
        </p:nvSpPr>
        <p:spPr>
          <a:xfrm>
            <a:off x="4802875" y="5433632"/>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27" name="Picture Placeholder 33">
            <a:extLst>
              <a:ext uri="{FF2B5EF4-FFF2-40B4-BE49-F238E27FC236}">
                <a16:creationId xmlns:a16="http://schemas.microsoft.com/office/drawing/2014/main" id="{EFA566A5-3E4E-D157-D0DE-67352B32FC58}"/>
              </a:ext>
            </a:extLst>
          </p:cNvPr>
          <p:cNvSpPr>
            <a:spLocks noGrp="1"/>
          </p:cNvSpPr>
          <p:nvPr>
            <p:ph type="pic" sz="quarter" idx="24"/>
          </p:nvPr>
        </p:nvSpPr>
        <p:spPr>
          <a:xfrm>
            <a:off x="9729787" y="3203575"/>
            <a:ext cx="2462213" cy="2851150"/>
          </a:xfrm>
          <a:solidFill>
            <a:schemeClr val="bg1">
              <a:lumMod val="95000"/>
            </a:schemeClr>
          </a:solidFill>
        </p:spPr>
        <p:txBody>
          <a:bodyPr vert="horz" lIns="91440" tIns="45720" rIns="91440" bIns="45720" rtlCol="0">
            <a:normAutofit/>
          </a:bodyPr>
          <a:lstStyle>
            <a:lvl1pPr>
              <a:defRPr lang="en-IN" dirty="0"/>
            </a:lvl1pPr>
          </a:lstStyle>
          <a:p>
            <a:pPr lvl="0"/>
            <a:endParaRPr lang="en-IN"/>
          </a:p>
        </p:txBody>
      </p:sp>
      <p:sp>
        <p:nvSpPr>
          <p:cNvPr id="28" name="Text Placeholder 37">
            <a:extLst>
              <a:ext uri="{FF2B5EF4-FFF2-40B4-BE49-F238E27FC236}">
                <a16:creationId xmlns:a16="http://schemas.microsoft.com/office/drawing/2014/main" id="{A0A8CFF2-957B-2AF0-E32F-D0E9C6415592}"/>
              </a:ext>
            </a:extLst>
          </p:cNvPr>
          <p:cNvSpPr>
            <a:spLocks noGrp="1"/>
          </p:cNvSpPr>
          <p:nvPr>
            <p:ph type="body" sz="quarter" idx="25" hasCustomPrompt="1"/>
          </p:nvPr>
        </p:nvSpPr>
        <p:spPr>
          <a:xfrm>
            <a:off x="9935538" y="4612735"/>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a:t>Click to add text</a:t>
            </a:r>
            <a:endParaRPr lang="en-IN"/>
          </a:p>
        </p:txBody>
      </p:sp>
      <p:sp>
        <p:nvSpPr>
          <p:cNvPr id="29" name="Text Placeholder 37">
            <a:extLst>
              <a:ext uri="{FF2B5EF4-FFF2-40B4-BE49-F238E27FC236}">
                <a16:creationId xmlns:a16="http://schemas.microsoft.com/office/drawing/2014/main" id="{15C50F6E-7085-66AC-D639-7F51591B9E92}"/>
              </a:ext>
            </a:extLst>
          </p:cNvPr>
          <p:cNvSpPr>
            <a:spLocks noGrp="1"/>
          </p:cNvSpPr>
          <p:nvPr>
            <p:ph type="body" sz="quarter" idx="26" hasCustomPrompt="1"/>
          </p:nvPr>
        </p:nvSpPr>
        <p:spPr>
          <a:xfrm>
            <a:off x="9935538" y="3775491"/>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a:t>04</a:t>
            </a:r>
            <a:endParaRPr lang="en-IN"/>
          </a:p>
        </p:txBody>
      </p:sp>
      <p:sp>
        <p:nvSpPr>
          <p:cNvPr id="30" name="Text Placeholder 37">
            <a:extLst>
              <a:ext uri="{FF2B5EF4-FFF2-40B4-BE49-F238E27FC236}">
                <a16:creationId xmlns:a16="http://schemas.microsoft.com/office/drawing/2014/main" id="{714361A5-C069-C8AB-1C70-CC4B528EECEF}"/>
              </a:ext>
            </a:extLst>
          </p:cNvPr>
          <p:cNvSpPr>
            <a:spLocks noGrp="1"/>
          </p:cNvSpPr>
          <p:nvPr>
            <p:ph type="body" sz="quarter" idx="27" hasCustomPrompt="1"/>
          </p:nvPr>
        </p:nvSpPr>
        <p:spPr>
          <a:xfrm>
            <a:off x="9935538" y="5433632"/>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Tree>
    <p:extLst>
      <p:ext uri="{BB962C8B-B14F-4D97-AF65-F5344CB8AC3E}">
        <p14:creationId xmlns:p14="http://schemas.microsoft.com/office/powerpoint/2010/main" val="578229561"/>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4_Agenda/Topics">
    <p:spTree>
      <p:nvGrpSpPr>
        <p:cNvPr id="1" name=""/>
        <p:cNvGrpSpPr/>
        <p:nvPr/>
      </p:nvGrpSpPr>
      <p:grpSpPr>
        <a:xfrm>
          <a:off x="0" y="0"/>
          <a:ext cx="0" cy="0"/>
          <a:chOff x="0" y="0"/>
          <a:chExt cx="0" cy="0"/>
        </a:xfrm>
      </p:grpSpPr>
      <p:sp>
        <p:nvSpPr>
          <p:cNvPr id="9" name="Picture Placeholder 33">
            <a:extLst>
              <a:ext uri="{FF2B5EF4-FFF2-40B4-BE49-F238E27FC236}">
                <a16:creationId xmlns:a16="http://schemas.microsoft.com/office/drawing/2014/main" id="{9E220401-C279-5A75-E79E-B3C2F3E61281}"/>
              </a:ext>
            </a:extLst>
          </p:cNvPr>
          <p:cNvSpPr>
            <a:spLocks noGrp="1"/>
          </p:cNvSpPr>
          <p:nvPr>
            <p:ph type="pic" sz="quarter" idx="11"/>
          </p:nvPr>
        </p:nvSpPr>
        <p:spPr>
          <a:xfrm>
            <a:off x="2028825" y="3203575"/>
            <a:ext cx="2462213" cy="2851150"/>
          </a:xfrm>
          <a:solidFill>
            <a:schemeClr val="bg1">
              <a:lumMod val="95000"/>
            </a:schemeClr>
          </a:solidFill>
        </p:spPr>
        <p:txBody>
          <a:bodyPr/>
          <a:lstStyle>
            <a:lvl1pPr>
              <a:defRPr>
                <a:solidFill>
                  <a:schemeClr val="tx1"/>
                </a:solidFill>
              </a:defRPr>
            </a:lvl1pPr>
          </a:lstStyle>
          <a:p>
            <a:endParaRPr lang="en-IN"/>
          </a:p>
        </p:txBody>
      </p:sp>
      <p:sp>
        <p:nvSpPr>
          <p:cNvPr id="10" name="Rectangle 9">
            <a:extLst>
              <a:ext uri="{FF2B5EF4-FFF2-40B4-BE49-F238E27FC236}">
                <a16:creationId xmlns:a16="http://schemas.microsoft.com/office/drawing/2014/main" id="{1E8B928E-4924-E3AA-E6DD-4902C66312FC}"/>
              </a:ext>
            </a:extLst>
          </p:cNvPr>
          <p:cNvSpPr/>
          <p:nvPr userDrawn="1"/>
        </p:nvSpPr>
        <p:spPr>
          <a:xfrm>
            <a:off x="10019991" y="2949672"/>
            <a:ext cx="647613" cy="769441"/>
          </a:xfrm>
          <a:prstGeom prst="rect">
            <a:avLst/>
          </a:prstGeom>
        </p:spPr>
        <p:txBody>
          <a:bodyPr wrap="none" lIns="0" rIns="0">
            <a:spAutoFit/>
          </a:bodyPr>
          <a:lstStyle/>
          <a:p>
            <a:pPr algn="ctr">
              <a:spcBef>
                <a:spcPts val="2400"/>
              </a:spcBef>
            </a:pPr>
            <a:r>
              <a:rPr lang="en-US" sz="4400" b="1">
                <a:solidFill>
                  <a:srgbClr val="FFFFFF"/>
                </a:solidFill>
                <a:latin typeface="Segoe UI" panose="020B0502040204020203" pitchFamily="34" charset="0"/>
                <a:ea typeface="Open Sans" charset="0"/>
                <a:cs typeface="Segoe UI" panose="020B0502040204020203" pitchFamily="34" charset="0"/>
              </a:rPr>
              <a:t>02</a:t>
            </a:r>
          </a:p>
        </p:txBody>
      </p:sp>
      <p:pic>
        <p:nvPicPr>
          <p:cNvPr id="11" name="Graphic 10">
            <a:extLst>
              <a:ext uri="{FF2B5EF4-FFF2-40B4-BE49-F238E27FC236}">
                <a16:creationId xmlns:a16="http://schemas.microsoft.com/office/drawing/2014/main" id="{741C4B56-D91C-EAE6-E14A-F7EF02A4C3C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524887" y="2638523"/>
            <a:ext cx="391390" cy="358774"/>
          </a:xfrm>
          <a:prstGeom prst="rect">
            <a:avLst/>
          </a:prstGeom>
        </p:spPr>
      </p:pic>
      <p:sp>
        <p:nvSpPr>
          <p:cNvPr id="12" name="Title 1">
            <a:extLst>
              <a:ext uri="{FF2B5EF4-FFF2-40B4-BE49-F238E27FC236}">
                <a16:creationId xmlns:a16="http://schemas.microsoft.com/office/drawing/2014/main" id="{4E83683A-8FAE-ECFE-858C-40B7194D37DB}"/>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13" name="Rectangle 12">
            <a:extLst>
              <a:ext uri="{FF2B5EF4-FFF2-40B4-BE49-F238E27FC236}">
                <a16:creationId xmlns:a16="http://schemas.microsoft.com/office/drawing/2014/main" id="{73824315-B5DE-36AE-2DCE-E7BE9BA7B476}"/>
              </a:ext>
            </a:extLst>
          </p:cNvPr>
          <p:cNvSpPr/>
          <p:nvPr userDrawn="1"/>
        </p:nvSpPr>
        <p:spPr>
          <a:xfrm>
            <a:off x="359998" y="1488586"/>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ubtitle 2">
            <a:extLst>
              <a:ext uri="{FF2B5EF4-FFF2-40B4-BE49-F238E27FC236}">
                <a16:creationId xmlns:a16="http://schemas.microsoft.com/office/drawing/2014/main" id="{C653E87C-C30B-A55C-CAE4-4ED8F963495A}"/>
              </a:ext>
            </a:extLst>
          </p:cNvPr>
          <p:cNvSpPr>
            <a:spLocks noGrp="1"/>
          </p:cNvSpPr>
          <p:nvPr>
            <p:ph type="subTitle" idx="1"/>
          </p:nvPr>
        </p:nvSpPr>
        <p:spPr>
          <a:xfrm>
            <a:off x="285135" y="854284"/>
            <a:ext cx="11558865" cy="461665"/>
          </a:xfrm>
        </p:spPr>
        <p:txBody>
          <a:bodyPr wrap="square">
            <a:spAutoFit/>
          </a:bodyPr>
          <a:lstStyle>
            <a:lvl1pPr marL="0" indent="0" algn="l">
              <a:lnSpc>
                <a:spcPct val="100000"/>
              </a:lnSpc>
              <a:spcBef>
                <a:spcPts val="0"/>
              </a:spcBef>
              <a:buNone/>
              <a:defRPr lang="en-US" sz="2400" b="1" kern="1200" dirty="0">
                <a:solidFill>
                  <a:schemeClr val="accent1"/>
                </a:solidFill>
                <a:latin typeface="Barlow Medium" panose="00000600000000000000"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5" name="Text Placeholder 37">
            <a:extLst>
              <a:ext uri="{FF2B5EF4-FFF2-40B4-BE49-F238E27FC236}">
                <a16:creationId xmlns:a16="http://schemas.microsoft.com/office/drawing/2014/main" id="{A616F389-7FB4-9BCF-8361-CC6F70CC23CD}"/>
              </a:ext>
            </a:extLst>
          </p:cNvPr>
          <p:cNvSpPr>
            <a:spLocks noGrp="1"/>
          </p:cNvSpPr>
          <p:nvPr>
            <p:ph type="body" sz="quarter" idx="12" hasCustomPrompt="1"/>
          </p:nvPr>
        </p:nvSpPr>
        <p:spPr>
          <a:xfrm>
            <a:off x="2234256" y="4628513"/>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a:t>Click to add text</a:t>
            </a:r>
            <a:endParaRPr lang="en-IN"/>
          </a:p>
        </p:txBody>
      </p:sp>
      <p:sp>
        <p:nvSpPr>
          <p:cNvPr id="16" name="Text Placeholder 37">
            <a:extLst>
              <a:ext uri="{FF2B5EF4-FFF2-40B4-BE49-F238E27FC236}">
                <a16:creationId xmlns:a16="http://schemas.microsoft.com/office/drawing/2014/main" id="{AFD49B92-BC62-5115-308D-6E75E1F720F9}"/>
              </a:ext>
            </a:extLst>
          </p:cNvPr>
          <p:cNvSpPr>
            <a:spLocks noGrp="1"/>
          </p:cNvSpPr>
          <p:nvPr>
            <p:ph type="body" sz="quarter" idx="13" hasCustomPrompt="1"/>
          </p:nvPr>
        </p:nvSpPr>
        <p:spPr>
          <a:xfrm>
            <a:off x="2234256" y="3791269"/>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a:t>01</a:t>
            </a:r>
            <a:endParaRPr lang="en-IN"/>
          </a:p>
        </p:txBody>
      </p:sp>
      <p:sp>
        <p:nvSpPr>
          <p:cNvPr id="17" name="Text Placeholder 37">
            <a:extLst>
              <a:ext uri="{FF2B5EF4-FFF2-40B4-BE49-F238E27FC236}">
                <a16:creationId xmlns:a16="http://schemas.microsoft.com/office/drawing/2014/main" id="{96984DB0-633B-BF3C-B959-37D6EAB545A8}"/>
              </a:ext>
            </a:extLst>
          </p:cNvPr>
          <p:cNvSpPr>
            <a:spLocks noGrp="1"/>
          </p:cNvSpPr>
          <p:nvPr>
            <p:ph type="body" sz="quarter" idx="14" hasCustomPrompt="1"/>
          </p:nvPr>
        </p:nvSpPr>
        <p:spPr>
          <a:xfrm>
            <a:off x="2234256" y="5449410"/>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8" name="Picture Placeholder 33">
            <a:extLst>
              <a:ext uri="{FF2B5EF4-FFF2-40B4-BE49-F238E27FC236}">
                <a16:creationId xmlns:a16="http://schemas.microsoft.com/office/drawing/2014/main" id="{D228BC18-0A5B-2E96-B64C-0B9E8100D38F}"/>
              </a:ext>
            </a:extLst>
          </p:cNvPr>
          <p:cNvSpPr>
            <a:spLocks noGrp="1"/>
          </p:cNvSpPr>
          <p:nvPr>
            <p:ph type="pic" sz="quarter" idx="15"/>
          </p:nvPr>
        </p:nvSpPr>
        <p:spPr>
          <a:xfrm>
            <a:off x="9729787" y="2372361"/>
            <a:ext cx="2462213" cy="3682364"/>
          </a:xfrm>
          <a:solidFill>
            <a:schemeClr val="tx2"/>
          </a:solidFill>
        </p:spPr>
        <p:txBody>
          <a:bodyPr/>
          <a:lstStyle>
            <a:lvl1pPr>
              <a:defRPr>
                <a:solidFill>
                  <a:schemeClr val="bg1"/>
                </a:solidFill>
              </a:defRPr>
            </a:lvl1pPr>
          </a:lstStyle>
          <a:p>
            <a:endParaRPr lang="en-IN"/>
          </a:p>
        </p:txBody>
      </p:sp>
      <p:sp>
        <p:nvSpPr>
          <p:cNvPr id="19" name="Text Placeholder 37">
            <a:extLst>
              <a:ext uri="{FF2B5EF4-FFF2-40B4-BE49-F238E27FC236}">
                <a16:creationId xmlns:a16="http://schemas.microsoft.com/office/drawing/2014/main" id="{AFEBBBC7-C356-A790-292A-24FF23304DBF}"/>
              </a:ext>
            </a:extLst>
          </p:cNvPr>
          <p:cNvSpPr>
            <a:spLocks noGrp="1"/>
          </p:cNvSpPr>
          <p:nvPr>
            <p:ph type="body" sz="quarter" idx="16" hasCustomPrompt="1"/>
          </p:nvPr>
        </p:nvSpPr>
        <p:spPr>
          <a:xfrm>
            <a:off x="9935218" y="4613372"/>
            <a:ext cx="2051032" cy="682625"/>
          </a:xfrm>
        </p:spPr>
        <p:txBody>
          <a:bodyPr>
            <a:normAutofit/>
          </a:bodyPr>
          <a:lstStyle>
            <a:lvl1pPr marL="0" indent="0">
              <a:buNone/>
              <a:defRPr sz="1800" b="1">
                <a:solidFill>
                  <a:schemeClr val="bg1"/>
                </a:solidFill>
                <a:latin typeface="Barlow" panose="00000500000000000000" pitchFamily="2" charset="0"/>
              </a:defRPr>
            </a:lvl1pPr>
          </a:lstStyle>
          <a:p>
            <a:pPr lvl="0"/>
            <a:r>
              <a:rPr lang="en-US"/>
              <a:t>Click to add text</a:t>
            </a:r>
            <a:endParaRPr lang="en-IN"/>
          </a:p>
        </p:txBody>
      </p:sp>
      <p:sp>
        <p:nvSpPr>
          <p:cNvPr id="20" name="Text Placeholder 37">
            <a:extLst>
              <a:ext uri="{FF2B5EF4-FFF2-40B4-BE49-F238E27FC236}">
                <a16:creationId xmlns:a16="http://schemas.microsoft.com/office/drawing/2014/main" id="{652678D2-DE38-5B75-ECCE-29A45AF00A7D}"/>
              </a:ext>
            </a:extLst>
          </p:cNvPr>
          <p:cNvSpPr>
            <a:spLocks noGrp="1"/>
          </p:cNvSpPr>
          <p:nvPr>
            <p:ph type="body" sz="quarter" idx="17" hasCustomPrompt="1"/>
          </p:nvPr>
        </p:nvSpPr>
        <p:spPr>
          <a:xfrm>
            <a:off x="9935218" y="3776128"/>
            <a:ext cx="2051032" cy="682625"/>
          </a:xfrm>
        </p:spPr>
        <p:txBody>
          <a:bodyPr>
            <a:normAutofit/>
          </a:bodyPr>
          <a:lstStyle>
            <a:lvl1pPr marL="0" indent="0">
              <a:buNone/>
              <a:defRPr sz="3600" b="1">
                <a:solidFill>
                  <a:schemeClr val="bg1"/>
                </a:solidFill>
                <a:latin typeface="Barlow" panose="00000500000000000000" pitchFamily="2" charset="0"/>
              </a:defRPr>
            </a:lvl1pPr>
          </a:lstStyle>
          <a:p>
            <a:pPr lvl="0"/>
            <a:r>
              <a:rPr lang="en-US"/>
              <a:t>04</a:t>
            </a:r>
            <a:endParaRPr lang="en-IN"/>
          </a:p>
        </p:txBody>
      </p:sp>
      <p:sp>
        <p:nvSpPr>
          <p:cNvPr id="21" name="Text Placeholder 37">
            <a:extLst>
              <a:ext uri="{FF2B5EF4-FFF2-40B4-BE49-F238E27FC236}">
                <a16:creationId xmlns:a16="http://schemas.microsoft.com/office/drawing/2014/main" id="{232F0683-D529-40D7-2787-AB0BD35DAD0E}"/>
              </a:ext>
            </a:extLst>
          </p:cNvPr>
          <p:cNvSpPr>
            <a:spLocks noGrp="1"/>
          </p:cNvSpPr>
          <p:nvPr>
            <p:ph type="body" sz="quarter" idx="18" hasCustomPrompt="1"/>
          </p:nvPr>
        </p:nvSpPr>
        <p:spPr>
          <a:xfrm>
            <a:off x="9935218" y="5434269"/>
            <a:ext cx="2051032" cy="469070"/>
          </a:xfrm>
        </p:spPr>
        <p:txBody>
          <a:bodyPr>
            <a:normAutofit/>
          </a:bodyPr>
          <a:lstStyle>
            <a:lvl1pPr marL="0" indent="0">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22" name="Content Placeholder 51">
            <a:extLst>
              <a:ext uri="{FF2B5EF4-FFF2-40B4-BE49-F238E27FC236}">
                <a16:creationId xmlns:a16="http://schemas.microsoft.com/office/drawing/2014/main" id="{67A0953E-13D1-8A22-1241-8F0375527332}"/>
              </a:ext>
            </a:extLst>
          </p:cNvPr>
          <p:cNvSpPr>
            <a:spLocks noGrp="1"/>
          </p:cNvSpPr>
          <p:nvPr>
            <p:ph sz="quarter" idx="19" hasCustomPrompt="1"/>
          </p:nvPr>
        </p:nvSpPr>
        <p:spPr>
          <a:xfrm>
            <a:off x="11525463" y="2501900"/>
            <a:ext cx="460375" cy="579438"/>
          </a:xfrm>
        </p:spPr>
        <p:txBody>
          <a:bodyPr>
            <a:noAutofit/>
          </a:bodyPr>
          <a:lstStyle>
            <a:lvl1pPr marL="0" indent="0" algn="ctr">
              <a:buNone/>
              <a:defRPr sz="800">
                <a:solidFill>
                  <a:schemeClr val="bg1"/>
                </a:solidFill>
              </a:defRPr>
            </a:lvl1pPr>
          </a:lstStyle>
          <a:p>
            <a:pPr lvl="0"/>
            <a:r>
              <a:rPr lang="en-US"/>
              <a:t>Insert Icon here</a:t>
            </a:r>
            <a:endParaRPr lang="en-IN"/>
          </a:p>
        </p:txBody>
      </p:sp>
      <p:sp>
        <p:nvSpPr>
          <p:cNvPr id="23" name="Picture Placeholder 33">
            <a:extLst>
              <a:ext uri="{FF2B5EF4-FFF2-40B4-BE49-F238E27FC236}">
                <a16:creationId xmlns:a16="http://schemas.microsoft.com/office/drawing/2014/main" id="{01D40387-DD15-16AB-923A-1B2DFA9B3046}"/>
              </a:ext>
            </a:extLst>
          </p:cNvPr>
          <p:cNvSpPr>
            <a:spLocks noGrp="1"/>
          </p:cNvSpPr>
          <p:nvPr>
            <p:ph type="pic" sz="quarter" idx="20"/>
          </p:nvPr>
        </p:nvSpPr>
        <p:spPr>
          <a:xfrm>
            <a:off x="4597124" y="3203575"/>
            <a:ext cx="2462213" cy="2851150"/>
          </a:xfrm>
          <a:solidFill>
            <a:schemeClr val="bg1">
              <a:lumMod val="95000"/>
            </a:schemeClr>
          </a:solidFill>
        </p:spPr>
        <p:txBody>
          <a:bodyPr vert="horz" lIns="91440" tIns="45720" rIns="91440" bIns="45720" rtlCol="0">
            <a:normAutofit/>
          </a:bodyPr>
          <a:lstStyle>
            <a:lvl1pPr>
              <a:defRPr lang="en-IN" dirty="0"/>
            </a:lvl1pPr>
          </a:lstStyle>
          <a:p>
            <a:pPr lvl="0"/>
            <a:endParaRPr lang="en-IN"/>
          </a:p>
        </p:txBody>
      </p:sp>
      <p:sp>
        <p:nvSpPr>
          <p:cNvPr id="24" name="Text Placeholder 37">
            <a:extLst>
              <a:ext uri="{FF2B5EF4-FFF2-40B4-BE49-F238E27FC236}">
                <a16:creationId xmlns:a16="http://schemas.microsoft.com/office/drawing/2014/main" id="{234B3329-0B9A-1C64-8837-BF867B5E44A4}"/>
              </a:ext>
            </a:extLst>
          </p:cNvPr>
          <p:cNvSpPr>
            <a:spLocks noGrp="1"/>
          </p:cNvSpPr>
          <p:nvPr>
            <p:ph type="body" sz="quarter" idx="21" hasCustomPrompt="1"/>
          </p:nvPr>
        </p:nvSpPr>
        <p:spPr>
          <a:xfrm>
            <a:off x="4802875" y="4612735"/>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a:t>Click to add text</a:t>
            </a:r>
            <a:endParaRPr lang="en-IN"/>
          </a:p>
        </p:txBody>
      </p:sp>
      <p:sp>
        <p:nvSpPr>
          <p:cNvPr id="25" name="Text Placeholder 37">
            <a:extLst>
              <a:ext uri="{FF2B5EF4-FFF2-40B4-BE49-F238E27FC236}">
                <a16:creationId xmlns:a16="http://schemas.microsoft.com/office/drawing/2014/main" id="{FBBB7DE2-7E10-89F2-78ED-C2DB6D709DC8}"/>
              </a:ext>
            </a:extLst>
          </p:cNvPr>
          <p:cNvSpPr>
            <a:spLocks noGrp="1"/>
          </p:cNvSpPr>
          <p:nvPr>
            <p:ph type="body" sz="quarter" idx="22" hasCustomPrompt="1"/>
          </p:nvPr>
        </p:nvSpPr>
        <p:spPr>
          <a:xfrm>
            <a:off x="4802875" y="3775491"/>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a:t>02</a:t>
            </a:r>
            <a:endParaRPr lang="en-IN"/>
          </a:p>
        </p:txBody>
      </p:sp>
      <p:sp>
        <p:nvSpPr>
          <p:cNvPr id="26" name="Text Placeholder 37">
            <a:extLst>
              <a:ext uri="{FF2B5EF4-FFF2-40B4-BE49-F238E27FC236}">
                <a16:creationId xmlns:a16="http://schemas.microsoft.com/office/drawing/2014/main" id="{6B41F9FC-7377-A91B-EFEE-6DD1B0368755}"/>
              </a:ext>
            </a:extLst>
          </p:cNvPr>
          <p:cNvSpPr>
            <a:spLocks noGrp="1"/>
          </p:cNvSpPr>
          <p:nvPr>
            <p:ph type="body" sz="quarter" idx="23" hasCustomPrompt="1"/>
          </p:nvPr>
        </p:nvSpPr>
        <p:spPr>
          <a:xfrm>
            <a:off x="4802875" y="5433632"/>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27" name="Picture Placeholder 33">
            <a:extLst>
              <a:ext uri="{FF2B5EF4-FFF2-40B4-BE49-F238E27FC236}">
                <a16:creationId xmlns:a16="http://schemas.microsoft.com/office/drawing/2014/main" id="{EFA566A5-3E4E-D157-D0DE-67352B32FC58}"/>
              </a:ext>
            </a:extLst>
          </p:cNvPr>
          <p:cNvSpPr>
            <a:spLocks noGrp="1"/>
          </p:cNvSpPr>
          <p:nvPr>
            <p:ph type="pic" sz="quarter" idx="24"/>
          </p:nvPr>
        </p:nvSpPr>
        <p:spPr>
          <a:xfrm>
            <a:off x="7164858" y="3203575"/>
            <a:ext cx="2462213" cy="2851150"/>
          </a:xfrm>
          <a:solidFill>
            <a:schemeClr val="bg1">
              <a:lumMod val="95000"/>
            </a:schemeClr>
          </a:solidFill>
        </p:spPr>
        <p:txBody>
          <a:bodyPr vert="horz" lIns="91440" tIns="45720" rIns="91440" bIns="45720" rtlCol="0">
            <a:normAutofit/>
          </a:bodyPr>
          <a:lstStyle>
            <a:lvl1pPr>
              <a:defRPr lang="en-IN" dirty="0"/>
            </a:lvl1pPr>
          </a:lstStyle>
          <a:p>
            <a:pPr lvl="0"/>
            <a:endParaRPr lang="en-IN"/>
          </a:p>
        </p:txBody>
      </p:sp>
      <p:sp>
        <p:nvSpPr>
          <p:cNvPr id="28" name="Text Placeholder 37">
            <a:extLst>
              <a:ext uri="{FF2B5EF4-FFF2-40B4-BE49-F238E27FC236}">
                <a16:creationId xmlns:a16="http://schemas.microsoft.com/office/drawing/2014/main" id="{A0A8CFF2-957B-2AF0-E32F-D0E9C6415592}"/>
              </a:ext>
            </a:extLst>
          </p:cNvPr>
          <p:cNvSpPr>
            <a:spLocks noGrp="1"/>
          </p:cNvSpPr>
          <p:nvPr>
            <p:ph type="body" sz="quarter" idx="25" hasCustomPrompt="1"/>
          </p:nvPr>
        </p:nvSpPr>
        <p:spPr>
          <a:xfrm>
            <a:off x="7370609" y="4612735"/>
            <a:ext cx="2051032" cy="682625"/>
          </a:xfrm>
        </p:spPr>
        <p:txBody>
          <a:bodyPr>
            <a:normAutofit/>
          </a:bodyPr>
          <a:lstStyle>
            <a:lvl1pPr marL="0" indent="0">
              <a:buNone/>
              <a:defRPr sz="1800" b="1">
                <a:solidFill>
                  <a:schemeClr val="tx1"/>
                </a:solidFill>
                <a:latin typeface="Barlow" panose="00000500000000000000" pitchFamily="2" charset="0"/>
              </a:defRPr>
            </a:lvl1pPr>
          </a:lstStyle>
          <a:p>
            <a:pPr lvl="0"/>
            <a:r>
              <a:rPr lang="en-US"/>
              <a:t>Click to add text</a:t>
            </a:r>
            <a:endParaRPr lang="en-IN"/>
          </a:p>
        </p:txBody>
      </p:sp>
      <p:sp>
        <p:nvSpPr>
          <p:cNvPr id="29" name="Text Placeholder 37">
            <a:extLst>
              <a:ext uri="{FF2B5EF4-FFF2-40B4-BE49-F238E27FC236}">
                <a16:creationId xmlns:a16="http://schemas.microsoft.com/office/drawing/2014/main" id="{15C50F6E-7085-66AC-D639-7F51591B9E92}"/>
              </a:ext>
            </a:extLst>
          </p:cNvPr>
          <p:cNvSpPr>
            <a:spLocks noGrp="1"/>
          </p:cNvSpPr>
          <p:nvPr>
            <p:ph type="body" sz="quarter" idx="26" hasCustomPrompt="1"/>
          </p:nvPr>
        </p:nvSpPr>
        <p:spPr>
          <a:xfrm>
            <a:off x="7370609" y="3775491"/>
            <a:ext cx="2051032" cy="682625"/>
          </a:xfrm>
        </p:spPr>
        <p:txBody>
          <a:bodyPr>
            <a:normAutofit/>
          </a:bodyPr>
          <a:lstStyle>
            <a:lvl1pPr marL="0" indent="0">
              <a:buNone/>
              <a:defRPr sz="3600" b="1">
                <a:solidFill>
                  <a:schemeClr val="tx1"/>
                </a:solidFill>
                <a:latin typeface="Barlow" panose="00000500000000000000" pitchFamily="2" charset="0"/>
              </a:defRPr>
            </a:lvl1pPr>
          </a:lstStyle>
          <a:p>
            <a:pPr lvl="0"/>
            <a:r>
              <a:rPr lang="en-US"/>
              <a:t>03</a:t>
            </a:r>
            <a:endParaRPr lang="en-IN"/>
          </a:p>
        </p:txBody>
      </p:sp>
      <p:sp>
        <p:nvSpPr>
          <p:cNvPr id="30" name="Text Placeholder 37">
            <a:extLst>
              <a:ext uri="{FF2B5EF4-FFF2-40B4-BE49-F238E27FC236}">
                <a16:creationId xmlns:a16="http://schemas.microsoft.com/office/drawing/2014/main" id="{714361A5-C069-C8AB-1C70-CC4B528EECEF}"/>
              </a:ext>
            </a:extLst>
          </p:cNvPr>
          <p:cNvSpPr>
            <a:spLocks noGrp="1"/>
          </p:cNvSpPr>
          <p:nvPr>
            <p:ph type="body" sz="quarter" idx="27" hasCustomPrompt="1"/>
          </p:nvPr>
        </p:nvSpPr>
        <p:spPr>
          <a:xfrm>
            <a:off x="7370609" y="5433632"/>
            <a:ext cx="2051032" cy="46907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Tree>
    <p:extLst>
      <p:ext uri="{BB962C8B-B14F-4D97-AF65-F5344CB8AC3E}">
        <p14:creationId xmlns:p14="http://schemas.microsoft.com/office/powerpoint/2010/main" val="922875186"/>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1_Image + Content">
    <p:spTree>
      <p:nvGrpSpPr>
        <p:cNvPr id="1" name=""/>
        <p:cNvGrpSpPr/>
        <p:nvPr/>
      </p:nvGrpSpPr>
      <p:grpSpPr>
        <a:xfrm>
          <a:off x="0" y="0"/>
          <a:ext cx="0" cy="0"/>
          <a:chOff x="0" y="0"/>
          <a:chExt cx="0" cy="0"/>
        </a:xfrm>
      </p:grpSpPr>
      <p:sp>
        <p:nvSpPr>
          <p:cNvPr id="3" name="Parallelogram 2">
            <a:extLst>
              <a:ext uri="{FF2B5EF4-FFF2-40B4-BE49-F238E27FC236}">
                <a16:creationId xmlns:a16="http://schemas.microsoft.com/office/drawing/2014/main" id="{06681D1E-CCB4-8F17-75CC-7BB8D076C27A}"/>
              </a:ext>
            </a:extLst>
          </p:cNvPr>
          <p:cNvSpPr/>
          <p:nvPr userDrawn="1"/>
        </p:nvSpPr>
        <p:spPr>
          <a:xfrm>
            <a:off x="8921623" y="4626433"/>
            <a:ext cx="1592758" cy="1555292"/>
          </a:xfrm>
          <a:prstGeom prst="parallelogram">
            <a:avLst>
              <a:gd name="adj" fmla="val 32821"/>
            </a:avLst>
          </a:prstGeom>
          <a:solidFill>
            <a:schemeClr val="tx2">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74320" tIns="1828800" rIns="274320" bIns="0" rtlCol="0" anchor="t" anchorCtr="0"/>
          <a:lstStyle/>
          <a:p>
            <a:pPr>
              <a:spcBef>
                <a:spcPts val="2400"/>
              </a:spcBef>
            </a:pPr>
            <a:endParaRPr lang="en-ID" sz="1600" b="1">
              <a:solidFill>
                <a:srgbClr val="FFFFFF"/>
              </a:solidFill>
              <a:latin typeface="Segoe UI" panose="020B0502040204020203" pitchFamily="34" charset="0"/>
              <a:ea typeface="Open Sans" charset="0"/>
              <a:cs typeface="Segoe UI" panose="020B0502040204020203" pitchFamily="34" charset="0"/>
            </a:endParaRPr>
          </a:p>
        </p:txBody>
      </p:sp>
      <p:sp>
        <p:nvSpPr>
          <p:cNvPr id="7" name="Picture Placeholder 6">
            <a:extLst>
              <a:ext uri="{FF2B5EF4-FFF2-40B4-BE49-F238E27FC236}">
                <a16:creationId xmlns:a16="http://schemas.microsoft.com/office/drawing/2014/main" id="{A7AE8C84-3C26-4742-1E75-3369D8085788}"/>
              </a:ext>
            </a:extLst>
          </p:cNvPr>
          <p:cNvSpPr>
            <a:spLocks noGrp="1"/>
          </p:cNvSpPr>
          <p:nvPr>
            <p:ph type="pic" sz="quarter" idx="10"/>
          </p:nvPr>
        </p:nvSpPr>
        <p:spPr>
          <a:xfrm>
            <a:off x="4469157" y="-1"/>
            <a:ext cx="7114233" cy="6868049"/>
          </a:xfrm>
          <a:custGeom>
            <a:avLst/>
            <a:gdLst>
              <a:gd name="connsiteX0" fmla="*/ 0 w 5858189"/>
              <a:gd name="connsiteY0" fmla="*/ 6858000 h 6858000"/>
              <a:gd name="connsiteX1" fmla="*/ 1464547 w 5858189"/>
              <a:gd name="connsiteY1" fmla="*/ 0 h 6858000"/>
              <a:gd name="connsiteX2" fmla="*/ 5858189 w 5858189"/>
              <a:gd name="connsiteY2" fmla="*/ 0 h 6858000"/>
              <a:gd name="connsiteX3" fmla="*/ 4393642 w 5858189"/>
              <a:gd name="connsiteY3" fmla="*/ 6858000 h 6858000"/>
              <a:gd name="connsiteX4" fmla="*/ 0 w 5858189"/>
              <a:gd name="connsiteY4" fmla="*/ 6858000 h 6858000"/>
              <a:gd name="connsiteX0" fmla="*/ 0 w 5858189"/>
              <a:gd name="connsiteY0" fmla="*/ 6858000 h 6858000"/>
              <a:gd name="connsiteX1" fmla="*/ 1786094 w 5858189"/>
              <a:gd name="connsiteY1" fmla="*/ 20097 h 6858000"/>
              <a:gd name="connsiteX2" fmla="*/ 5858189 w 5858189"/>
              <a:gd name="connsiteY2" fmla="*/ 0 h 6858000"/>
              <a:gd name="connsiteX3" fmla="*/ 4393642 w 5858189"/>
              <a:gd name="connsiteY3" fmla="*/ 6858000 h 6858000"/>
              <a:gd name="connsiteX4" fmla="*/ 0 w 5858189"/>
              <a:gd name="connsiteY4" fmla="*/ 6858000 h 6858000"/>
              <a:gd name="connsiteX0" fmla="*/ 0 w 6320414"/>
              <a:gd name="connsiteY0" fmla="*/ 6878097 h 6878097"/>
              <a:gd name="connsiteX1" fmla="*/ 2248319 w 6320414"/>
              <a:gd name="connsiteY1" fmla="*/ 20097 h 6878097"/>
              <a:gd name="connsiteX2" fmla="*/ 6320414 w 6320414"/>
              <a:gd name="connsiteY2" fmla="*/ 0 h 6878097"/>
              <a:gd name="connsiteX3" fmla="*/ 4855867 w 6320414"/>
              <a:gd name="connsiteY3" fmla="*/ 6858000 h 6878097"/>
              <a:gd name="connsiteX4" fmla="*/ 0 w 6320414"/>
              <a:gd name="connsiteY4" fmla="*/ 6878097 h 6878097"/>
              <a:gd name="connsiteX0" fmla="*/ 0 w 6320414"/>
              <a:gd name="connsiteY0" fmla="*/ 6878097 h 6878097"/>
              <a:gd name="connsiteX1" fmla="*/ 2248319 w 6320414"/>
              <a:gd name="connsiteY1" fmla="*/ 20097 h 6878097"/>
              <a:gd name="connsiteX2" fmla="*/ 6320414 w 6320414"/>
              <a:gd name="connsiteY2" fmla="*/ 0 h 6878097"/>
              <a:gd name="connsiteX3" fmla="*/ 4886012 w 6320414"/>
              <a:gd name="connsiteY3" fmla="*/ 6868048 h 6878097"/>
              <a:gd name="connsiteX4" fmla="*/ 0 w 6320414"/>
              <a:gd name="connsiteY4" fmla="*/ 6878097 h 6878097"/>
              <a:gd name="connsiteX0" fmla="*/ 0 w 7114233"/>
              <a:gd name="connsiteY0" fmla="*/ 6868049 h 6868049"/>
              <a:gd name="connsiteX1" fmla="*/ 2248319 w 7114233"/>
              <a:gd name="connsiteY1" fmla="*/ 10049 h 6868049"/>
              <a:gd name="connsiteX2" fmla="*/ 7114233 w 7114233"/>
              <a:gd name="connsiteY2" fmla="*/ 0 h 6868049"/>
              <a:gd name="connsiteX3" fmla="*/ 4886012 w 7114233"/>
              <a:gd name="connsiteY3" fmla="*/ 6858000 h 6868049"/>
              <a:gd name="connsiteX4" fmla="*/ 0 w 7114233"/>
              <a:gd name="connsiteY4" fmla="*/ 6868049 h 6868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4233" h="6868049">
                <a:moveTo>
                  <a:pt x="0" y="6868049"/>
                </a:moveTo>
                <a:lnTo>
                  <a:pt x="2248319" y="10049"/>
                </a:lnTo>
                <a:lnTo>
                  <a:pt x="7114233" y="0"/>
                </a:lnTo>
                <a:lnTo>
                  <a:pt x="4886012" y="6858000"/>
                </a:lnTo>
                <a:lnTo>
                  <a:pt x="0" y="6868049"/>
                </a:lnTo>
                <a:close/>
              </a:path>
            </a:pathLst>
          </a:custGeom>
        </p:spPr>
        <p:txBody>
          <a:bodyPr/>
          <a:lstStyle/>
          <a:p>
            <a:endParaRPr lang="en-IN"/>
          </a:p>
        </p:txBody>
      </p:sp>
      <p:sp>
        <p:nvSpPr>
          <p:cNvPr id="4" name="Picture Placeholder 3">
            <a:extLst>
              <a:ext uri="{FF2B5EF4-FFF2-40B4-BE49-F238E27FC236}">
                <a16:creationId xmlns:a16="http://schemas.microsoft.com/office/drawing/2014/main" id="{8E91C17B-E488-B7FE-8F79-EE3741D683B0}"/>
              </a:ext>
            </a:extLst>
          </p:cNvPr>
          <p:cNvSpPr>
            <a:spLocks noGrp="1"/>
          </p:cNvSpPr>
          <p:nvPr>
            <p:ph type="pic" sz="quarter" idx="32"/>
          </p:nvPr>
        </p:nvSpPr>
        <p:spPr>
          <a:xfrm>
            <a:off x="6621458" y="4188053"/>
            <a:ext cx="4032071" cy="1773425"/>
          </a:xfrm>
          <a:custGeom>
            <a:avLst/>
            <a:gdLst>
              <a:gd name="connsiteX0" fmla="*/ 0 w 3793532"/>
              <a:gd name="connsiteY0" fmla="*/ 1763486 h 1763486"/>
              <a:gd name="connsiteX1" fmla="*/ 440872 w 3793532"/>
              <a:gd name="connsiteY1" fmla="*/ 0 h 1763486"/>
              <a:gd name="connsiteX2" fmla="*/ 3793532 w 3793532"/>
              <a:gd name="connsiteY2" fmla="*/ 0 h 1763486"/>
              <a:gd name="connsiteX3" fmla="*/ 3352661 w 3793532"/>
              <a:gd name="connsiteY3" fmla="*/ 1763486 h 1763486"/>
              <a:gd name="connsiteX4" fmla="*/ 0 w 3793532"/>
              <a:gd name="connsiteY4" fmla="*/ 1763486 h 1763486"/>
              <a:gd name="connsiteX0" fmla="*/ 0 w 3892923"/>
              <a:gd name="connsiteY0" fmla="*/ 1773425 h 1773425"/>
              <a:gd name="connsiteX1" fmla="*/ 540263 w 3892923"/>
              <a:gd name="connsiteY1" fmla="*/ 0 h 1773425"/>
              <a:gd name="connsiteX2" fmla="*/ 3892923 w 3892923"/>
              <a:gd name="connsiteY2" fmla="*/ 0 h 1773425"/>
              <a:gd name="connsiteX3" fmla="*/ 3452052 w 3892923"/>
              <a:gd name="connsiteY3" fmla="*/ 1763486 h 1773425"/>
              <a:gd name="connsiteX4" fmla="*/ 0 w 3892923"/>
              <a:gd name="connsiteY4" fmla="*/ 1773425 h 1773425"/>
              <a:gd name="connsiteX0" fmla="*/ 0 w 3892923"/>
              <a:gd name="connsiteY0" fmla="*/ 1773425 h 1773425"/>
              <a:gd name="connsiteX1" fmla="*/ 580019 w 3892923"/>
              <a:gd name="connsiteY1" fmla="*/ 0 h 1773425"/>
              <a:gd name="connsiteX2" fmla="*/ 3892923 w 3892923"/>
              <a:gd name="connsiteY2" fmla="*/ 0 h 1773425"/>
              <a:gd name="connsiteX3" fmla="*/ 3452052 w 3892923"/>
              <a:gd name="connsiteY3" fmla="*/ 1763486 h 1773425"/>
              <a:gd name="connsiteX4" fmla="*/ 0 w 3892923"/>
              <a:gd name="connsiteY4" fmla="*/ 1773425 h 1773425"/>
              <a:gd name="connsiteX0" fmla="*/ 0 w 4022132"/>
              <a:gd name="connsiteY0" fmla="*/ 1773425 h 1773425"/>
              <a:gd name="connsiteX1" fmla="*/ 580019 w 4022132"/>
              <a:gd name="connsiteY1" fmla="*/ 0 h 1773425"/>
              <a:gd name="connsiteX2" fmla="*/ 4022132 w 4022132"/>
              <a:gd name="connsiteY2" fmla="*/ 0 h 1773425"/>
              <a:gd name="connsiteX3" fmla="*/ 3452052 w 4022132"/>
              <a:gd name="connsiteY3" fmla="*/ 1763486 h 1773425"/>
              <a:gd name="connsiteX4" fmla="*/ 0 w 4022132"/>
              <a:gd name="connsiteY4" fmla="*/ 1773425 h 1773425"/>
              <a:gd name="connsiteX0" fmla="*/ 0 w 4032071"/>
              <a:gd name="connsiteY0" fmla="*/ 1773425 h 1773425"/>
              <a:gd name="connsiteX1" fmla="*/ 580019 w 4032071"/>
              <a:gd name="connsiteY1" fmla="*/ 0 h 1773425"/>
              <a:gd name="connsiteX2" fmla="*/ 4032071 w 4032071"/>
              <a:gd name="connsiteY2" fmla="*/ 0 h 1773425"/>
              <a:gd name="connsiteX3" fmla="*/ 3452052 w 4032071"/>
              <a:gd name="connsiteY3" fmla="*/ 1763486 h 1773425"/>
              <a:gd name="connsiteX4" fmla="*/ 0 w 4032071"/>
              <a:gd name="connsiteY4" fmla="*/ 1773425 h 1773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2071" h="1773425">
                <a:moveTo>
                  <a:pt x="0" y="1773425"/>
                </a:moveTo>
                <a:lnTo>
                  <a:pt x="580019" y="0"/>
                </a:lnTo>
                <a:lnTo>
                  <a:pt x="4032071" y="0"/>
                </a:lnTo>
                <a:lnTo>
                  <a:pt x="3452052" y="1763486"/>
                </a:lnTo>
                <a:lnTo>
                  <a:pt x="0" y="1773425"/>
                </a:lnTo>
                <a:close/>
              </a:path>
            </a:pathLst>
          </a:custGeom>
          <a:solidFill>
            <a:schemeClr val="tx2"/>
          </a:solidFill>
        </p:spPr>
        <p:txBody>
          <a:bodyPr/>
          <a:lstStyle/>
          <a:p>
            <a:endParaRPr lang="en-IN"/>
          </a:p>
        </p:txBody>
      </p:sp>
      <p:sp>
        <p:nvSpPr>
          <p:cNvPr id="43" name="Content Placeholder 41">
            <a:extLst>
              <a:ext uri="{FF2B5EF4-FFF2-40B4-BE49-F238E27FC236}">
                <a16:creationId xmlns:a16="http://schemas.microsoft.com/office/drawing/2014/main" id="{20D7B730-6FA5-64AF-0FE0-C7EEF4DAC668}"/>
              </a:ext>
            </a:extLst>
          </p:cNvPr>
          <p:cNvSpPr>
            <a:spLocks noGrp="1"/>
          </p:cNvSpPr>
          <p:nvPr>
            <p:ph sz="quarter" idx="11" hasCustomPrompt="1"/>
          </p:nvPr>
        </p:nvSpPr>
        <p:spPr>
          <a:xfrm>
            <a:off x="9304338" y="4775200"/>
            <a:ext cx="642937" cy="642938"/>
          </a:xfrm>
        </p:spPr>
        <p:txBody>
          <a:bodyPr>
            <a:noAutofit/>
          </a:bodyPr>
          <a:lstStyle>
            <a:lvl1pPr marL="0" indent="0" algn="ctr">
              <a:buNone/>
              <a:defRPr sz="1100">
                <a:solidFill>
                  <a:schemeClr val="bg1"/>
                </a:solidFill>
              </a:defRPr>
            </a:lvl1pPr>
          </a:lstStyle>
          <a:p>
            <a:pPr lvl="0"/>
            <a:r>
              <a:rPr lang="en-US"/>
              <a:t>Insert Icon here</a:t>
            </a:r>
            <a:endParaRPr lang="en-IN"/>
          </a:p>
        </p:txBody>
      </p:sp>
      <p:sp>
        <p:nvSpPr>
          <p:cNvPr id="44" name="Title 1">
            <a:extLst>
              <a:ext uri="{FF2B5EF4-FFF2-40B4-BE49-F238E27FC236}">
                <a16:creationId xmlns:a16="http://schemas.microsoft.com/office/drawing/2014/main" id="{186DB59D-D7F8-7931-5348-66DA644969D0}"/>
              </a:ext>
            </a:extLst>
          </p:cNvPr>
          <p:cNvSpPr>
            <a:spLocks noGrp="1"/>
          </p:cNvSpPr>
          <p:nvPr>
            <p:ph type="ctrTitle" hasCustomPrompt="1"/>
          </p:nvPr>
        </p:nvSpPr>
        <p:spPr>
          <a:xfrm>
            <a:off x="7224766" y="4681675"/>
            <a:ext cx="1863426" cy="276999"/>
          </a:xfrm>
          <a:prstGeom prst="rect">
            <a:avLst/>
          </a:prstGeom>
        </p:spPr>
        <p:txBody>
          <a:bodyPr vert="horz" wrap="square" lIns="0" tIns="0" rIns="0" bIns="0" rtlCol="0" anchor="t" anchorCtr="0">
            <a:spAutoFit/>
          </a:bodyPr>
          <a:lstStyle>
            <a:lvl1pPr algn="ctr">
              <a:lnSpc>
                <a:spcPct val="100000"/>
              </a:lnSpc>
              <a:defRPr lang="en-US" sz="2000" b="1" kern="1200" dirty="0">
                <a:solidFill>
                  <a:schemeClr val="bg1"/>
                </a:solidFill>
                <a:latin typeface="Barlow" panose="00000500000000000000" pitchFamily="2" charset="0"/>
                <a:ea typeface="Open Sans" pitchFamily="2" charset="0"/>
                <a:cs typeface="Open Sans" pitchFamily="2" charset="0"/>
              </a:defRPr>
            </a:lvl1pPr>
          </a:lstStyle>
          <a:p>
            <a:pPr marL="0" lvl="0" indent="0" algn="ctr" defTabSz="914400" rtl="0" eaLnBrk="1" latinLnBrk="0" hangingPunct="1">
              <a:lnSpc>
                <a:spcPct val="90000"/>
              </a:lnSpc>
              <a:spcBef>
                <a:spcPts val="1000"/>
              </a:spcBef>
              <a:buFont typeface="Arial" panose="020B0604020202020204" pitchFamily="34" charset="0"/>
              <a:buNone/>
            </a:pPr>
            <a:r>
              <a:rPr lang="en-GB"/>
              <a:t>Heading</a:t>
            </a:r>
            <a:endParaRPr lang="en-US"/>
          </a:p>
        </p:txBody>
      </p:sp>
      <p:sp>
        <p:nvSpPr>
          <p:cNvPr id="52" name="Content Placeholder 50">
            <a:extLst>
              <a:ext uri="{FF2B5EF4-FFF2-40B4-BE49-F238E27FC236}">
                <a16:creationId xmlns:a16="http://schemas.microsoft.com/office/drawing/2014/main" id="{FB17CE1D-2011-C199-3294-9C2263A2A3F6}"/>
              </a:ext>
            </a:extLst>
          </p:cNvPr>
          <p:cNvSpPr>
            <a:spLocks noGrp="1"/>
          </p:cNvSpPr>
          <p:nvPr>
            <p:ph sz="quarter" idx="12" hasCustomPrompt="1"/>
          </p:nvPr>
        </p:nvSpPr>
        <p:spPr>
          <a:xfrm>
            <a:off x="5868315" y="465138"/>
            <a:ext cx="981075" cy="981075"/>
          </a:xfrm>
          <a:prstGeom prst="ellipse">
            <a:avLst/>
          </a:prstGeom>
          <a:solidFill>
            <a:schemeClr val="tx1">
              <a:lumMod val="20000"/>
              <a:lumOff val="80000"/>
            </a:schemeClr>
          </a:solidFill>
        </p:spPr>
        <p:txBody>
          <a:bodyPr vert="horz" lIns="91440" tIns="91440" rIns="91440" bIns="91440" rtlCol="0">
            <a:normAutofit/>
          </a:bodyPr>
          <a:lstStyle>
            <a:lvl1pPr>
              <a:defRPr lang="en-IN" sz="3200" b="1" dirty="0">
                <a:solidFill>
                  <a:schemeClr val="tx1"/>
                </a:solidFill>
                <a:latin typeface="Barlow" panose="00000500000000000000" pitchFamily="2" charset="0"/>
              </a:defRPr>
            </a:lvl1pPr>
          </a:lstStyle>
          <a:p>
            <a:pPr marL="0" lvl="0" indent="0" algn="ctr">
              <a:buNone/>
            </a:pPr>
            <a:r>
              <a:rPr lang="en-US"/>
              <a:t>01</a:t>
            </a:r>
            <a:endParaRPr lang="en-IN"/>
          </a:p>
        </p:txBody>
      </p:sp>
      <p:sp>
        <p:nvSpPr>
          <p:cNvPr id="56" name="Content Placeholder 50">
            <a:extLst>
              <a:ext uri="{FF2B5EF4-FFF2-40B4-BE49-F238E27FC236}">
                <a16:creationId xmlns:a16="http://schemas.microsoft.com/office/drawing/2014/main" id="{346788EE-266F-DA82-577A-286D92FF7143}"/>
              </a:ext>
            </a:extLst>
          </p:cNvPr>
          <p:cNvSpPr>
            <a:spLocks noGrp="1"/>
          </p:cNvSpPr>
          <p:nvPr>
            <p:ph sz="quarter" idx="15" hasCustomPrompt="1"/>
          </p:nvPr>
        </p:nvSpPr>
        <p:spPr>
          <a:xfrm>
            <a:off x="4396703" y="4970463"/>
            <a:ext cx="981075" cy="981075"/>
          </a:xfrm>
          <a:prstGeom prst="ellipse">
            <a:avLst/>
          </a:prstGeom>
          <a:solidFill>
            <a:schemeClr val="tx1">
              <a:lumMod val="20000"/>
              <a:lumOff val="80000"/>
            </a:schemeClr>
          </a:solidFill>
        </p:spPr>
        <p:txBody>
          <a:bodyPr vert="horz" lIns="91440" tIns="91440" rIns="91440" bIns="91440" rtlCol="0">
            <a:normAutofit/>
          </a:bodyPr>
          <a:lstStyle>
            <a:lvl1pPr>
              <a:defRPr lang="en-IN" sz="3200" b="1" dirty="0">
                <a:latin typeface="Barlow" panose="00000500000000000000" pitchFamily="2" charset="0"/>
              </a:defRPr>
            </a:lvl1pPr>
          </a:lstStyle>
          <a:p>
            <a:pPr marL="0" lvl="0" indent="0" algn="ctr">
              <a:buNone/>
            </a:pPr>
            <a:r>
              <a:rPr lang="en-US"/>
              <a:t>04</a:t>
            </a:r>
            <a:endParaRPr lang="en-IN"/>
          </a:p>
        </p:txBody>
      </p:sp>
      <p:sp>
        <p:nvSpPr>
          <p:cNvPr id="57" name="Content Placeholder 50">
            <a:extLst>
              <a:ext uri="{FF2B5EF4-FFF2-40B4-BE49-F238E27FC236}">
                <a16:creationId xmlns:a16="http://schemas.microsoft.com/office/drawing/2014/main" id="{992F6B07-ED0B-B633-8864-3BB1D8CAE1D5}"/>
              </a:ext>
            </a:extLst>
          </p:cNvPr>
          <p:cNvSpPr>
            <a:spLocks noGrp="1"/>
          </p:cNvSpPr>
          <p:nvPr>
            <p:ph sz="quarter" idx="14" hasCustomPrompt="1"/>
          </p:nvPr>
        </p:nvSpPr>
        <p:spPr>
          <a:xfrm>
            <a:off x="4877715" y="3468689"/>
            <a:ext cx="981075" cy="981075"/>
          </a:xfrm>
          <a:prstGeom prst="ellipse">
            <a:avLst/>
          </a:prstGeom>
          <a:solidFill>
            <a:schemeClr val="tx2"/>
          </a:solidFill>
        </p:spPr>
        <p:txBody>
          <a:bodyPr tIns="91440" bIns="91440">
            <a:normAutofit/>
          </a:bodyPr>
          <a:lstStyle>
            <a:lvl1pPr marL="0" indent="0" algn="ctr">
              <a:buNone/>
              <a:defRPr sz="3200" b="1">
                <a:solidFill>
                  <a:schemeClr val="bg1"/>
                </a:solidFill>
                <a:latin typeface="Barlow" panose="00000500000000000000" pitchFamily="2" charset="0"/>
              </a:defRPr>
            </a:lvl1pPr>
          </a:lstStyle>
          <a:p>
            <a:pPr lvl="0"/>
            <a:r>
              <a:rPr lang="en-US"/>
              <a:t>03</a:t>
            </a:r>
            <a:endParaRPr lang="en-IN"/>
          </a:p>
        </p:txBody>
      </p:sp>
      <p:sp>
        <p:nvSpPr>
          <p:cNvPr id="58" name="Content Placeholder 50">
            <a:extLst>
              <a:ext uri="{FF2B5EF4-FFF2-40B4-BE49-F238E27FC236}">
                <a16:creationId xmlns:a16="http://schemas.microsoft.com/office/drawing/2014/main" id="{4281D770-A3E8-4015-3D1F-786BFD3B177A}"/>
              </a:ext>
            </a:extLst>
          </p:cNvPr>
          <p:cNvSpPr>
            <a:spLocks noGrp="1"/>
          </p:cNvSpPr>
          <p:nvPr>
            <p:ph sz="quarter" idx="13" hasCustomPrompt="1"/>
          </p:nvPr>
        </p:nvSpPr>
        <p:spPr>
          <a:xfrm>
            <a:off x="5379743" y="1966914"/>
            <a:ext cx="981075" cy="981075"/>
          </a:xfrm>
          <a:prstGeom prst="ellipse">
            <a:avLst/>
          </a:prstGeom>
          <a:solidFill>
            <a:schemeClr val="tx1">
              <a:lumMod val="20000"/>
              <a:lumOff val="80000"/>
            </a:schemeClr>
          </a:solidFill>
        </p:spPr>
        <p:txBody>
          <a:bodyPr vert="horz" lIns="91440" tIns="91440" rIns="91440" bIns="91440" rtlCol="0">
            <a:normAutofit/>
          </a:bodyPr>
          <a:lstStyle>
            <a:lvl1pPr>
              <a:defRPr lang="en-IN" sz="3200" b="1" dirty="0">
                <a:latin typeface="Barlow" panose="00000500000000000000" pitchFamily="2" charset="0"/>
              </a:defRPr>
            </a:lvl1pPr>
          </a:lstStyle>
          <a:p>
            <a:pPr marL="0" lvl="0" indent="0" algn="ctr">
              <a:buNone/>
            </a:pPr>
            <a:r>
              <a:rPr lang="en-US"/>
              <a:t>02</a:t>
            </a:r>
            <a:endParaRPr lang="en-IN"/>
          </a:p>
        </p:txBody>
      </p:sp>
      <p:cxnSp>
        <p:nvCxnSpPr>
          <p:cNvPr id="59" name="Straight Connector 58">
            <a:extLst>
              <a:ext uri="{FF2B5EF4-FFF2-40B4-BE49-F238E27FC236}">
                <a16:creationId xmlns:a16="http://schemas.microsoft.com/office/drawing/2014/main" id="{4BAF6FA9-9849-7360-E3AA-A7BAA5F5B4FC}"/>
              </a:ext>
            </a:extLst>
          </p:cNvPr>
          <p:cNvCxnSpPr/>
          <p:nvPr userDrawn="1"/>
        </p:nvCxnSpPr>
        <p:spPr>
          <a:xfrm flipH="1">
            <a:off x="678825" y="1714352"/>
            <a:ext cx="4597400"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D28D7415-2587-02DB-DF53-18E83F018695}"/>
              </a:ext>
            </a:extLst>
          </p:cNvPr>
          <p:cNvCxnSpPr>
            <a:cxnSpLocks/>
          </p:cNvCxnSpPr>
          <p:nvPr userDrawn="1"/>
        </p:nvCxnSpPr>
        <p:spPr>
          <a:xfrm flipH="1">
            <a:off x="678825" y="3216128"/>
            <a:ext cx="4089400"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D18A602E-2958-3079-40BA-275EEE47304B}"/>
              </a:ext>
            </a:extLst>
          </p:cNvPr>
          <p:cNvCxnSpPr>
            <a:cxnSpLocks/>
          </p:cNvCxnSpPr>
          <p:nvPr userDrawn="1"/>
        </p:nvCxnSpPr>
        <p:spPr>
          <a:xfrm flipH="1">
            <a:off x="678825" y="4717902"/>
            <a:ext cx="3568700"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62" name="Text Placeholder 37">
            <a:extLst>
              <a:ext uri="{FF2B5EF4-FFF2-40B4-BE49-F238E27FC236}">
                <a16:creationId xmlns:a16="http://schemas.microsoft.com/office/drawing/2014/main" id="{706475DB-6D52-41D7-685D-D1BDE09BF73B}"/>
              </a:ext>
            </a:extLst>
          </p:cNvPr>
          <p:cNvSpPr>
            <a:spLocks noGrp="1"/>
          </p:cNvSpPr>
          <p:nvPr>
            <p:ph type="body" sz="quarter" idx="16" hasCustomPrompt="1"/>
          </p:nvPr>
        </p:nvSpPr>
        <p:spPr>
          <a:xfrm>
            <a:off x="678824" y="691497"/>
            <a:ext cx="4879179" cy="285646"/>
          </a:xfrm>
        </p:spPr>
        <p:txBody>
          <a:bodyPr>
            <a:normAutofit/>
          </a:bodyPr>
          <a:lstStyle>
            <a:lvl1pPr marL="0" indent="0" algn="r">
              <a:buNone/>
              <a:defRPr sz="1800" b="1">
                <a:solidFill>
                  <a:schemeClr val="tx1"/>
                </a:solidFill>
                <a:latin typeface="Barlow" panose="00000500000000000000" pitchFamily="2" charset="0"/>
              </a:defRPr>
            </a:lvl1pPr>
          </a:lstStyle>
          <a:p>
            <a:pPr lvl="0"/>
            <a:r>
              <a:rPr lang="en-US"/>
              <a:t>Click to add text</a:t>
            </a:r>
            <a:endParaRPr lang="en-IN"/>
          </a:p>
        </p:txBody>
      </p:sp>
      <p:sp>
        <p:nvSpPr>
          <p:cNvPr id="72" name="Text Placeholder 37">
            <a:extLst>
              <a:ext uri="{FF2B5EF4-FFF2-40B4-BE49-F238E27FC236}">
                <a16:creationId xmlns:a16="http://schemas.microsoft.com/office/drawing/2014/main" id="{15114829-AB75-D63C-02D3-823E159EF2E9}"/>
              </a:ext>
            </a:extLst>
          </p:cNvPr>
          <p:cNvSpPr>
            <a:spLocks noGrp="1"/>
          </p:cNvSpPr>
          <p:nvPr>
            <p:ph type="body" sz="quarter" idx="17" hasCustomPrompt="1"/>
          </p:nvPr>
        </p:nvSpPr>
        <p:spPr>
          <a:xfrm>
            <a:off x="678823" y="977143"/>
            <a:ext cx="4879180" cy="469070"/>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75" name="Text Placeholder 37">
            <a:extLst>
              <a:ext uri="{FF2B5EF4-FFF2-40B4-BE49-F238E27FC236}">
                <a16:creationId xmlns:a16="http://schemas.microsoft.com/office/drawing/2014/main" id="{8E221E9A-C8CC-27FC-AD39-A00E6087CDCF}"/>
              </a:ext>
            </a:extLst>
          </p:cNvPr>
          <p:cNvSpPr>
            <a:spLocks noGrp="1"/>
          </p:cNvSpPr>
          <p:nvPr>
            <p:ph type="body" sz="quarter" idx="18" hasCustomPrompt="1"/>
          </p:nvPr>
        </p:nvSpPr>
        <p:spPr>
          <a:xfrm>
            <a:off x="678824" y="2211296"/>
            <a:ext cx="4387417" cy="285646"/>
          </a:xfrm>
        </p:spPr>
        <p:txBody>
          <a:bodyPr>
            <a:normAutofit/>
          </a:bodyPr>
          <a:lstStyle>
            <a:lvl1pPr marL="0" indent="0" algn="r">
              <a:buNone/>
              <a:defRPr sz="1800" b="1">
                <a:solidFill>
                  <a:schemeClr val="tx1"/>
                </a:solidFill>
                <a:latin typeface="Barlow" panose="00000500000000000000" pitchFamily="2" charset="0"/>
              </a:defRPr>
            </a:lvl1pPr>
          </a:lstStyle>
          <a:p>
            <a:pPr lvl="0"/>
            <a:r>
              <a:rPr lang="en-US"/>
              <a:t>Click to add text</a:t>
            </a:r>
            <a:endParaRPr lang="en-IN"/>
          </a:p>
        </p:txBody>
      </p:sp>
      <p:sp>
        <p:nvSpPr>
          <p:cNvPr id="76" name="Text Placeholder 37">
            <a:extLst>
              <a:ext uri="{FF2B5EF4-FFF2-40B4-BE49-F238E27FC236}">
                <a16:creationId xmlns:a16="http://schemas.microsoft.com/office/drawing/2014/main" id="{B0A26A45-E5B0-871E-9BAD-C69DBDAF053F}"/>
              </a:ext>
            </a:extLst>
          </p:cNvPr>
          <p:cNvSpPr>
            <a:spLocks noGrp="1"/>
          </p:cNvSpPr>
          <p:nvPr>
            <p:ph type="body" sz="quarter" idx="19" hasCustomPrompt="1"/>
          </p:nvPr>
        </p:nvSpPr>
        <p:spPr>
          <a:xfrm>
            <a:off x="678823" y="2496942"/>
            <a:ext cx="4387418" cy="469070"/>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79" name="Text Placeholder 37">
            <a:extLst>
              <a:ext uri="{FF2B5EF4-FFF2-40B4-BE49-F238E27FC236}">
                <a16:creationId xmlns:a16="http://schemas.microsoft.com/office/drawing/2014/main" id="{6D7E3728-8D0D-D009-A046-34681F170E47}"/>
              </a:ext>
            </a:extLst>
          </p:cNvPr>
          <p:cNvSpPr>
            <a:spLocks noGrp="1"/>
          </p:cNvSpPr>
          <p:nvPr>
            <p:ph type="body" sz="quarter" idx="20" hasCustomPrompt="1"/>
          </p:nvPr>
        </p:nvSpPr>
        <p:spPr>
          <a:xfrm>
            <a:off x="678824" y="3713594"/>
            <a:ext cx="3887353" cy="285646"/>
          </a:xfrm>
        </p:spPr>
        <p:txBody>
          <a:bodyPr>
            <a:normAutofit/>
          </a:bodyPr>
          <a:lstStyle>
            <a:lvl1pPr marL="0" indent="0" algn="r">
              <a:buNone/>
              <a:defRPr sz="1800" b="1">
                <a:solidFill>
                  <a:schemeClr val="tx1"/>
                </a:solidFill>
                <a:latin typeface="Barlow" panose="00000500000000000000" pitchFamily="2" charset="0"/>
              </a:defRPr>
            </a:lvl1pPr>
          </a:lstStyle>
          <a:p>
            <a:pPr lvl="0"/>
            <a:r>
              <a:rPr lang="en-US"/>
              <a:t>Click to add text</a:t>
            </a:r>
            <a:endParaRPr lang="en-IN"/>
          </a:p>
        </p:txBody>
      </p:sp>
      <p:sp>
        <p:nvSpPr>
          <p:cNvPr id="80" name="Text Placeholder 37">
            <a:extLst>
              <a:ext uri="{FF2B5EF4-FFF2-40B4-BE49-F238E27FC236}">
                <a16:creationId xmlns:a16="http://schemas.microsoft.com/office/drawing/2014/main" id="{366D2E2B-E93A-7827-E869-A37A8A522EE9}"/>
              </a:ext>
            </a:extLst>
          </p:cNvPr>
          <p:cNvSpPr>
            <a:spLocks noGrp="1"/>
          </p:cNvSpPr>
          <p:nvPr>
            <p:ph type="body" sz="quarter" idx="21" hasCustomPrompt="1"/>
          </p:nvPr>
        </p:nvSpPr>
        <p:spPr>
          <a:xfrm>
            <a:off x="678823" y="3999240"/>
            <a:ext cx="3887354" cy="469070"/>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83" name="Text Placeholder 37">
            <a:extLst>
              <a:ext uri="{FF2B5EF4-FFF2-40B4-BE49-F238E27FC236}">
                <a16:creationId xmlns:a16="http://schemas.microsoft.com/office/drawing/2014/main" id="{3F5A52E8-9D57-660B-EB55-7DBE4CEF2EB5}"/>
              </a:ext>
            </a:extLst>
          </p:cNvPr>
          <p:cNvSpPr>
            <a:spLocks noGrp="1"/>
          </p:cNvSpPr>
          <p:nvPr>
            <p:ph type="body" sz="quarter" idx="22" hasCustomPrompt="1"/>
          </p:nvPr>
        </p:nvSpPr>
        <p:spPr>
          <a:xfrm>
            <a:off x="678825" y="5162048"/>
            <a:ext cx="3500694" cy="285646"/>
          </a:xfrm>
        </p:spPr>
        <p:txBody>
          <a:bodyPr>
            <a:normAutofit/>
          </a:bodyPr>
          <a:lstStyle>
            <a:lvl1pPr marL="0" indent="0" algn="r">
              <a:buNone/>
              <a:defRPr sz="1800" b="1">
                <a:solidFill>
                  <a:schemeClr val="tx1"/>
                </a:solidFill>
                <a:latin typeface="Barlow" panose="00000500000000000000" pitchFamily="2" charset="0"/>
              </a:defRPr>
            </a:lvl1pPr>
          </a:lstStyle>
          <a:p>
            <a:pPr lvl="0"/>
            <a:r>
              <a:rPr lang="en-US"/>
              <a:t>Click to add text</a:t>
            </a:r>
            <a:endParaRPr lang="en-IN"/>
          </a:p>
        </p:txBody>
      </p:sp>
      <p:sp>
        <p:nvSpPr>
          <p:cNvPr id="84" name="Text Placeholder 37">
            <a:extLst>
              <a:ext uri="{FF2B5EF4-FFF2-40B4-BE49-F238E27FC236}">
                <a16:creationId xmlns:a16="http://schemas.microsoft.com/office/drawing/2014/main" id="{51925A67-D207-7369-FBB0-70EE2A3BC4E8}"/>
              </a:ext>
            </a:extLst>
          </p:cNvPr>
          <p:cNvSpPr>
            <a:spLocks noGrp="1"/>
          </p:cNvSpPr>
          <p:nvPr>
            <p:ph type="body" sz="quarter" idx="23" hasCustomPrompt="1"/>
          </p:nvPr>
        </p:nvSpPr>
        <p:spPr>
          <a:xfrm>
            <a:off x="678823" y="5447694"/>
            <a:ext cx="3500695" cy="469070"/>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0" name="Text Placeholder 88">
            <a:extLst>
              <a:ext uri="{FF2B5EF4-FFF2-40B4-BE49-F238E27FC236}">
                <a16:creationId xmlns:a16="http://schemas.microsoft.com/office/drawing/2014/main" id="{2ADD3D66-3DFC-D491-E6D3-3248F45B9C93}"/>
              </a:ext>
            </a:extLst>
          </p:cNvPr>
          <p:cNvSpPr>
            <a:spLocks noGrp="1"/>
          </p:cNvSpPr>
          <p:nvPr>
            <p:ph type="body" sz="quarter" idx="31" hasCustomPrompt="1"/>
          </p:nvPr>
        </p:nvSpPr>
        <p:spPr>
          <a:xfrm>
            <a:off x="7222826" y="5125408"/>
            <a:ext cx="1863725" cy="290512"/>
          </a:xfrm>
        </p:spPr>
        <p:txBody>
          <a:bodyPr>
            <a:noAutofit/>
          </a:bodyPr>
          <a:lstStyle>
            <a:lvl1pPr marL="0" indent="0" algn="ctr">
              <a:buNone/>
              <a:defRPr sz="1400">
                <a:solidFill>
                  <a:schemeClr val="bg1"/>
                </a:solidFill>
              </a:defRPr>
            </a:lvl1pPr>
          </a:lstStyle>
          <a:p>
            <a:pPr lvl="0"/>
            <a:r>
              <a:rPr lang="en-US"/>
              <a:t>Description</a:t>
            </a:r>
            <a:endParaRPr lang="en-IN"/>
          </a:p>
        </p:txBody>
      </p:sp>
    </p:spTree>
    <p:extLst>
      <p:ext uri="{BB962C8B-B14F-4D97-AF65-F5344CB8AC3E}">
        <p14:creationId xmlns:p14="http://schemas.microsoft.com/office/powerpoint/2010/main" val="172713180"/>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2_Image + Content">
    <p:spTree>
      <p:nvGrpSpPr>
        <p:cNvPr id="1" name=""/>
        <p:cNvGrpSpPr/>
        <p:nvPr/>
      </p:nvGrpSpPr>
      <p:grpSpPr>
        <a:xfrm>
          <a:off x="0" y="0"/>
          <a:ext cx="0" cy="0"/>
          <a:chOff x="0" y="0"/>
          <a:chExt cx="0" cy="0"/>
        </a:xfrm>
      </p:grpSpPr>
      <p:sp>
        <p:nvSpPr>
          <p:cNvPr id="3" name="Parallelogram 2">
            <a:extLst>
              <a:ext uri="{FF2B5EF4-FFF2-40B4-BE49-F238E27FC236}">
                <a16:creationId xmlns:a16="http://schemas.microsoft.com/office/drawing/2014/main" id="{06681D1E-CCB4-8F17-75CC-7BB8D076C27A}"/>
              </a:ext>
            </a:extLst>
          </p:cNvPr>
          <p:cNvSpPr/>
          <p:nvPr userDrawn="1"/>
        </p:nvSpPr>
        <p:spPr>
          <a:xfrm>
            <a:off x="8921623" y="4626433"/>
            <a:ext cx="1592758" cy="1555292"/>
          </a:xfrm>
          <a:prstGeom prst="parallelogram">
            <a:avLst>
              <a:gd name="adj" fmla="val 32821"/>
            </a:avLst>
          </a:prstGeom>
          <a:solidFill>
            <a:schemeClr val="tx2">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74320" tIns="1828800" rIns="274320" bIns="0" rtlCol="0" anchor="t" anchorCtr="0"/>
          <a:lstStyle/>
          <a:p>
            <a:pPr>
              <a:spcBef>
                <a:spcPts val="2400"/>
              </a:spcBef>
            </a:pPr>
            <a:endParaRPr lang="en-ID" sz="1600" b="1">
              <a:solidFill>
                <a:srgbClr val="FFFFFF"/>
              </a:solidFill>
              <a:latin typeface="Segoe UI" panose="020B0502040204020203" pitchFamily="34" charset="0"/>
              <a:ea typeface="Open Sans" charset="0"/>
              <a:cs typeface="Segoe UI" panose="020B0502040204020203" pitchFamily="34" charset="0"/>
            </a:endParaRPr>
          </a:p>
        </p:txBody>
      </p:sp>
      <p:sp>
        <p:nvSpPr>
          <p:cNvPr id="7" name="Picture Placeholder 6">
            <a:extLst>
              <a:ext uri="{FF2B5EF4-FFF2-40B4-BE49-F238E27FC236}">
                <a16:creationId xmlns:a16="http://schemas.microsoft.com/office/drawing/2014/main" id="{A7AE8C84-3C26-4742-1E75-3369D8085788}"/>
              </a:ext>
            </a:extLst>
          </p:cNvPr>
          <p:cNvSpPr>
            <a:spLocks noGrp="1"/>
          </p:cNvSpPr>
          <p:nvPr>
            <p:ph type="pic" sz="quarter" idx="10"/>
          </p:nvPr>
        </p:nvSpPr>
        <p:spPr>
          <a:xfrm>
            <a:off x="4469157" y="-1"/>
            <a:ext cx="7114233" cy="6868049"/>
          </a:xfrm>
          <a:custGeom>
            <a:avLst/>
            <a:gdLst>
              <a:gd name="connsiteX0" fmla="*/ 0 w 5858189"/>
              <a:gd name="connsiteY0" fmla="*/ 6858000 h 6858000"/>
              <a:gd name="connsiteX1" fmla="*/ 1464547 w 5858189"/>
              <a:gd name="connsiteY1" fmla="*/ 0 h 6858000"/>
              <a:gd name="connsiteX2" fmla="*/ 5858189 w 5858189"/>
              <a:gd name="connsiteY2" fmla="*/ 0 h 6858000"/>
              <a:gd name="connsiteX3" fmla="*/ 4393642 w 5858189"/>
              <a:gd name="connsiteY3" fmla="*/ 6858000 h 6858000"/>
              <a:gd name="connsiteX4" fmla="*/ 0 w 5858189"/>
              <a:gd name="connsiteY4" fmla="*/ 6858000 h 6858000"/>
              <a:gd name="connsiteX0" fmla="*/ 0 w 5858189"/>
              <a:gd name="connsiteY0" fmla="*/ 6858000 h 6858000"/>
              <a:gd name="connsiteX1" fmla="*/ 1786094 w 5858189"/>
              <a:gd name="connsiteY1" fmla="*/ 20097 h 6858000"/>
              <a:gd name="connsiteX2" fmla="*/ 5858189 w 5858189"/>
              <a:gd name="connsiteY2" fmla="*/ 0 h 6858000"/>
              <a:gd name="connsiteX3" fmla="*/ 4393642 w 5858189"/>
              <a:gd name="connsiteY3" fmla="*/ 6858000 h 6858000"/>
              <a:gd name="connsiteX4" fmla="*/ 0 w 5858189"/>
              <a:gd name="connsiteY4" fmla="*/ 6858000 h 6858000"/>
              <a:gd name="connsiteX0" fmla="*/ 0 w 6320414"/>
              <a:gd name="connsiteY0" fmla="*/ 6878097 h 6878097"/>
              <a:gd name="connsiteX1" fmla="*/ 2248319 w 6320414"/>
              <a:gd name="connsiteY1" fmla="*/ 20097 h 6878097"/>
              <a:gd name="connsiteX2" fmla="*/ 6320414 w 6320414"/>
              <a:gd name="connsiteY2" fmla="*/ 0 h 6878097"/>
              <a:gd name="connsiteX3" fmla="*/ 4855867 w 6320414"/>
              <a:gd name="connsiteY3" fmla="*/ 6858000 h 6878097"/>
              <a:gd name="connsiteX4" fmla="*/ 0 w 6320414"/>
              <a:gd name="connsiteY4" fmla="*/ 6878097 h 6878097"/>
              <a:gd name="connsiteX0" fmla="*/ 0 w 6320414"/>
              <a:gd name="connsiteY0" fmla="*/ 6878097 h 6878097"/>
              <a:gd name="connsiteX1" fmla="*/ 2248319 w 6320414"/>
              <a:gd name="connsiteY1" fmla="*/ 20097 h 6878097"/>
              <a:gd name="connsiteX2" fmla="*/ 6320414 w 6320414"/>
              <a:gd name="connsiteY2" fmla="*/ 0 h 6878097"/>
              <a:gd name="connsiteX3" fmla="*/ 4886012 w 6320414"/>
              <a:gd name="connsiteY3" fmla="*/ 6868048 h 6878097"/>
              <a:gd name="connsiteX4" fmla="*/ 0 w 6320414"/>
              <a:gd name="connsiteY4" fmla="*/ 6878097 h 6878097"/>
              <a:gd name="connsiteX0" fmla="*/ 0 w 7114233"/>
              <a:gd name="connsiteY0" fmla="*/ 6868049 h 6868049"/>
              <a:gd name="connsiteX1" fmla="*/ 2248319 w 7114233"/>
              <a:gd name="connsiteY1" fmla="*/ 10049 h 6868049"/>
              <a:gd name="connsiteX2" fmla="*/ 7114233 w 7114233"/>
              <a:gd name="connsiteY2" fmla="*/ 0 h 6868049"/>
              <a:gd name="connsiteX3" fmla="*/ 4886012 w 7114233"/>
              <a:gd name="connsiteY3" fmla="*/ 6858000 h 6868049"/>
              <a:gd name="connsiteX4" fmla="*/ 0 w 7114233"/>
              <a:gd name="connsiteY4" fmla="*/ 6868049 h 6868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4233" h="6868049">
                <a:moveTo>
                  <a:pt x="0" y="6868049"/>
                </a:moveTo>
                <a:lnTo>
                  <a:pt x="2248319" y="10049"/>
                </a:lnTo>
                <a:lnTo>
                  <a:pt x="7114233" y="0"/>
                </a:lnTo>
                <a:lnTo>
                  <a:pt x="4886012" y="6858000"/>
                </a:lnTo>
                <a:lnTo>
                  <a:pt x="0" y="6868049"/>
                </a:lnTo>
                <a:close/>
              </a:path>
            </a:pathLst>
          </a:custGeom>
        </p:spPr>
        <p:txBody>
          <a:bodyPr/>
          <a:lstStyle/>
          <a:p>
            <a:endParaRPr lang="en-IN"/>
          </a:p>
        </p:txBody>
      </p:sp>
      <p:sp>
        <p:nvSpPr>
          <p:cNvPr id="2" name="Title 1">
            <a:extLst>
              <a:ext uri="{FF2B5EF4-FFF2-40B4-BE49-F238E27FC236}">
                <a16:creationId xmlns:a16="http://schemas.microsoft.com/office/drawing/2014/main" id="{F4F918E0-D41A-17E7-5AE7-19226146F999}"/>
              </a:ext>
            </a:extLst>
          </p:cNvPr>
          <p:cNvSpPr txBox="1">
            <a:spLocks/>
          </p:cNvSpPr>
          <p:nvPr userDrawn="1"/>
        </p:nvSpPr>
        <p:spPr>
          <a:xfrm>
            <a:off x="707679" y="1980905"/>
            <a:ext cx="4484082" cy="984885"/>
          </a:xfrm>
          <a:prstGeom prst="rect">
            <a:avLst/>
          </a:prstGeom>
        </p:spPr>
        <p:txBody>
          <a:bodyPr vert="horz" wrap="square" lIns="0" tIns="0" rIns="0" bIns="0" rtlCol="0" anchor="ctr" anchorCtr="0">
            <a:spAutoFit/>
          </a:bodyPr>
          <a:lstStyle>
            <a:lvl1pPr algn="l" defTabSz="914400" rtl="0" eaLnBrk="1" latinLnBrk="0" hangingPunct="1">
              <a:lnSpc>
                <a:spcPct val="100000"/>
              </a:lnSpc>
              <a:spcBef>
                <a:spcPct val="0"/>
              </a:spcBef>
              <a:buNone/>
              <a:defRPr lang="en-US" sz="3200" b="1" kern="1200" dirty="0">
                <a:solidFill>
                  <a:schemeClr val="bg1"/>
                </a:solidFill>
                <a:latin typeface="Barlow Medium" panose="00000600000000000000" pitchFamily="2" charset="0"/>
                <a:ea typeface="+mj-ea"/>
                <a:cs typeface="+mj-cs"/>
              </a:defRPr>
            </a:lvl1pPr>
          </a:lstStyle>
          <a:p>
            <a:r>
              <a:rPr lang="en-US">
                <a:solidFill>
                  <a:schemeClr val="tx1"/>
                </a:solidFill>
              </a:rPr>
              <a:t>Click to edit </a:t>
            </a:r>
            <a:br>
              <a:rPr lang="en-US">
                <a:solidFill>
                  <a:schemeClr val="tx1"/>
                </a:solidFill>
              </a:rPr>
            </a:br>
            <a:r>
              <a:rPr lang="en-US">
                <a:solidFill>
                  <a:schemeClr val="tx1"/>
                </a:solidFill>
              </a:rPr>
              <a:t>Master title style</a:t>
            </a:r>
          </a:p>
        </p:txBody>
      </p:sp>
      <p:sp>
        <p:nvSpPr>
          <p:cNvPr id="4" name="Subtitle 2">
            <a:extLst>
              <a:ext uri="{FF2B5EF4-FFF2-40B4-BE49-F238E27FC236}">
                <a16:creationId xmlns:a16="http://schemas.microsoft.com/office/drawing/2014/main" id="{C7B10A87-351F-C852-4078-7A30074E9F75}"/>
              </a:ext>
            </a:extLst>
          </p:cNvPr>
          <p:cNvSpPr>
            <a:spLocks noGrp="1"/>
          </p:cNvSpPr>
          <p:nvPr>
            <p:ph type="subTitle" idx="1"/>
          </p:nvPr>
        </p:nvSpPr>
        <p:spPr>
          <a:xfrm>
            <a:off x="707679" y="3688881"/>
            <a:ext cx="3569682" cy="648126"/>
          </a:xfrm>
        </p:spPr>
        <p:txBody>
          <a:bodyPr wrap="square">
            <a:spAutoFit/>
          </a:bodyPr>
          <a:lstStyle>
            <a:lvl1pPr marL="270000" indent="-270000" algn="l">
              <a:spcBef>
                <a:spcPts val="600"/>
              </a:spcBef>
              <a:buFont typeface="Arial" panose="020B0604020202020204" pitchFamily="34" charset="0"/>
              <a:buChar char="•"/>
              <a:defRPr sz="20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5" name="Picture Placeholder 3">
            <a:extLst>
              <a:ext uri="{FF2B5EF4-FFF2-40B4-BE49-F238E27FC236}">
                <a16:creationId xmlns:a16="http://schemas.microsoft.com/office/drawing/2014/main" id="{CF6DA02F-DCAD-DC34-233F-A8B5B933619D}"/>
              </a:ext>
            </a:extLst>
          </p:cNvPr>
          <p:cNvSpPr>
            <a:spLocks noGrp="1"/>
          </p:cNvSpPr>
          <p:nvPr>
            <p:ph type="pic" sz="quarter" idx="32"/>
          </p:nvPr>
        </p:nvSpPr>
        <p:spPr>
          <a:xfrm>
            <a:off x="6621458" y="4188053"/>
            <a:ext cx="4032071" cy="1773425"/>
          </a:xfrm>
          <a:custGeom>
            <a:avLst/>
            <a:gdLst>
              <a:gd name="connsiteX0" fmla="*/ 0 w 3793532"/>
              <a:gd name="connsiteY0" fmla="*/ 1763486 h 1763486"/>
              <a:gd name="connsiteX1" fmla="*/ 440872 w 3793532"/>
              <a:gd name="connsiteY1" fmla="*/ 0 h 1763486"/>
              <a:gd name="connsiteX2" fmla="*/ 3793532 w 3793532"/>
              <a:gd name="connsiteY2" fmla="*/ 0 h 1763486"/>
              <a:gd name="connsiteX3" fmla="*/ 3352661 w 3793532"/>
              <a:gd name="connsiteY3" fmla="*/ 1763486 h 1763486"/>
              <a:gd name="connsiteX4" fmla="*/ 0 w 3793532"/>
              <a:gd name="connsiteY4" fmla="*/ 1763486 h 1763486"/>
              <a:gd name="connsiteX0" fmla="*/ 0 w 3892923"/>
              <a:gd name="connsiteY0" fmla="*/ 1773425 h 1773425"/>
              <a:gd name="connsiteX1" fmla="*/ 540263 w 3892923"/>
              <a:gd name="connsiteY1" fmla="*/ 0 h 1773425"/>
              <a:gd name="connsiteX2" fmla="*/ 3892923 w 3892923"/>
              <a:gd name="connsiteY2" fmla="*/ 0 h 1773425"/>
              <a:gd name="connsiteX3" fmla="*/ 3452052 w 3892923"/>
              <a:gd name="connsiteY3" fmla="*/ 1763486 h 1773425"/>
              <a:gd name="connsiteX4" fmla="*/ 0 w 3892923"/>
              <a:gd name="connsiteY4" fmla="*/ 1773425 h 1773425"/>
              <a:gd name="connsiteX0" fmla="*/ 0 w 3892923"/>
              <a:gd name="connsiteY0" fmla="*/ 1773425 h 1773425"/>
              <a:gd name="connsiteX1" fmla="*/ 580019 w 3892923"/>
              <a:gd name="connsiteY1" fmla="*/ 0 h 1773425"/>
              <a:gd name="connsiteX2" fmla="*/ 3892923 w 3892923"/>
              <a:gd name="connsiteY2" fmla="*/ 0 h 1773425"/>
              <a:gd name="connsiteX3" fmla="*/ 3452052 w 3892923"/>
              <a:gd name="connsiteY3" fmla="*/ 1763486 h 1773425"/>
              <a:gd name="connsiteX4" fmla="*/ 0 w 3892923"/>
              <a:gd name="connsiteY4" fmla="*/ 1773425 h 1773425"/>
              <a:gd name="connsiteX0" fmla="*/ 0 w 4022132"/>
              <a:gd name="connsiteY0" fmla="*/ 1773425 h 1773425"/>
              <a:gd name="connsiteX1" fmla="*/ 580019 w 4022132"/>
              <a:gd name="connsiteY1" fmla="*/ 0 h 1773425"/>
              <a:gd name="connsiteX2" fmla="*/ 4022132 w 4022132"/>
              <a:gd name="connsiteY2" fmla="*/ 0 h 1773425"/>
              <a:gd name="connsiteX3" fmla="*/ 3452052 w 4022132"/>
              <a:gd name="connsiteY3" fmla="*/ 1763486 h 1773425"/>
              <a:gd name="connsiteX4" fmla="*/ 0 w 4022132"/>
              <a:gd name="connsiteY4" fmla="*/ 1773425 h 1773425"/>
              <a:gd name="connsiteX0" fmla="*/ 0 w 4032071"/>
              <a:gd name="connsiteY0" fmla="*/ 1773425 h 1773425"/>
              <a:gd name="connsiteX1" fmla="*/ 580019 w 4032071"/>
              <a:gd name="connsiteY1" fmla="*/ 0 h 1773425"/>
              <a:gd name="connsiteX2" fmla="*/ 4032071 w 4032071"/>
              <a:gd name="connsiteY2" fmla="*/ 0 h 1773425"/>
              <a:gd name="connsiteX3" fmla="*/ 3452052 w 4032071"/>
              <a:gd name="connsiteY3" fmla="*/ 1763486 h 1773425"/>
              <a:gd name="connsiteX4" fmla="*/ 0 w 4032071"/>
              <a:gd name="connsiteY4" fmla="*/ 1773425 h 1773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2071" h="1773425">
                <a:moveTo>
                  <a:pt x="0" y="1773425"/>
                </a:moveTo>
                <a:lnTo>
                  <a:pt x="580019" y="0"/>
                </a:lnTo>
                <a:lnTo>
                  <a:pt x="4032071" y="0"/>
                </a:lnTo>
                <a:lnTo>
                  <a:pt x="3452052" y="1763486"/>
                </a:lnTo>
                <a:lnTo>
                  <a:pt x="0" y="1773425"/>
                </a:lnTo>
                <a:close/>
              </a:path>
            </a:pathLst>
          </a:custGeom>
          <a:solidFill>
            <a:schemeClr val="tx2"/>
          </a:solidFill>
        </p:spPr>
        <p:txBody>
          <a:bodyPr/>
          <a:lstStyle/>
          <a:p>
            <a:endParaRPr lang="en-IN"/>
          </a:p>
        </p:txBody>
      </p:sp>
      <p:sp>
        <p:nvSpPr>
          <p:cNvPr id="6" name="Content Placeholder 41">
            <a:extLst>
              <a:ext uri="{FF2B5EF4-FFF2-40B4-BE49-F238E27FC236}">
                <a16:creationId xmlns:a16="http://schemas.microsoft.com/office/drawing/2014/main" id="{3CC5A66C-91EE-7C8A-F453-80BDC9A0F6D6}"/>
              </a:ext>
            </a:extLst>
          </p:cNvPr>
          <p:cNvSpPr>
            <a:spLocks noGrp="1"/>
          </p:cNvSpPr>
          <p:nvPr>
            <p:ph sz="quarter" idx="11" hasCustomPrompt="1"/>
          </p:nvPr>
        </p:nvSpPr>
        <p:spPr>
          <a:xfrm>
            <a:off x="9304338" y="4775200"/>
            <a:ext cx="642937" cy="642938"/>
          </a:xfrm>
        </p:spPr>
        <p:txBody>
          <a:bodyPr>
            <a:noAutofit/>
          </a:bodyPr>
          <a:lstStyle>
            <a:lvl1pPr marL="0" indent="0" algn="ctr">
              <a:buNone/>
              <a:defRPr sz="1100">
                <a:solidFill>
                  <a:schemeClr val="bg1"/>
                </a:solidFill>
              </a:defRPr>
            </a:lvl1pPr>
          </a:lstStyle>
          <a:p>
            <a:pPr lvl="0"/>
            <a:r>
              <a:rPr lang="en-US"/>
              <a:t>Insert Icon here</a:t>
            </a:r>
            <a:endParaRPr lang="en-IN"/>
          </a:p>
        </p:txBody>
      </p:sp>
      <p:sp>
        <p:nvSpPr>
          <p:cNvPr id="8" name="Title 1">
            <a:extLst>
              <a:ext uri="{FF2B5EF4-FFF2-40B4-BE49-F238E27FC236}">
                <a16:creationId xmlns:a16="http://schemas.microsoft.com/office/drawing/2014/main" id="{44D90839-F5BF-9915-3E15-35E36DE98B1E}"/>
              </a:ext>
            </a:extLst>
          </p:cNvPr>
          <p:cNvSpPr>
            <a:spLocks noGrp="1"/>
          </p:cNvSpPr>
          <p:nvPr>
            <p:ph type="ctrTitle" hasCustomPrompt="1"/>
          </p:nvPr>
        </p:nvSpPr>
        <p:spPr>
          <a:xfrm>
            <a:off x="7224766" y="4681675"/>
            <a:ext cx="1863426" cy="276999"/>
          </a:xfrm>
          <a:prstGeom prst="rect">
            <a:avLst/>
          </a:prstGeom>
        </p:spPr>
        <p:txBody>
          <a:bodyPr vert="horz" wrap="square" lIns="0" tIns="0" rIns="0" bIns="0" rtlCol="0" anchor="t" anchorCtr="0">
            <a:spAutoFit/>
          </a:bodyPr>
          <a:lstStyle>
            <a:lvl1pPr algn="ctr">
              <a:lnSpc>
                <a:spcPct val="100000"/>
              </a:lnSpc>
              <a:defRPr lang="en-US" sz="2000" b="1" kern="1200" dirty="0">
                <a:solidFill>
                  <a:schemeClr val="bg1"/>
                </a:solidFill>
                <a:latin typeface="Barlow" panose="00000500000000000000" pitchFamily="2" charset="0"/>
                <a:ea typeface="Open Sans" pitchFamily="2" charset="0"/>
                <a:cs typeface="Open Sans" pitchFamily="2" charset="0"/>
              </a:defRPr>
            </a:lvl1pPr>
          </a:lstStyle>
          <a:p>
            <a:pPr marL="0" lvl="0" indent="0" algn="ctr" defTabSz="914400" rtl="0" eaLnBrk="1" latinLnBrk="0" hangingPunct="1">
              <a:lnSpc>
                <a:spcPct val="90000"/>
              </a:lnSpc>
              <a:spcBef>
                <a:spcPts val="1000"/>
              </a:spcBef>
              <a:buFont typeface="Arial" panose="020B0604020202020204" pitchFamily="34" charset="0"/>
              <a:buNone/>
            </a:pPr>
            <a:r>
              <a:rPr lang="en-GB"/>
              <a:t>Heading</a:t>
            </a:r>
            <a:endParaRPr lang="en-US"/>
          </a:p>
        </p:txBody>
      </p:sp>
      <p:sp>
        <p:nvSpPr>
          <p:cNvPr id="9" name="Text Placeholder 88">
            <a:extLst>
              <a:ext uri="{FF2B5EF4-FFF2-40B4-BE49-F238E27FC236}">
                <a16:creationId xmlns:a16="http://schemas.microsoft.com/office/drawing/2014/main" id="{483D2CC2-F18D-4036-A661-8DA661457BC7}"/>
              </a:ext>
            </a:extLst>
          </p:cNvPr>
          <p:cNvSpPr>
            <a:spLocks noGrp="1"/>
          </p:cNvSpPr>
          <p:nvPr>
            <p:ph type="body" sz="quarter" idx="31" hasCustomPrompt="1"/>
          </p:nvPr>
        </p:nvSpPr>
        <p:spPr>
          <a:xfrm>
            <a:off x="7222826" y="5125408"/>
            <a:ext cx="1863725" cy="290512"/>
          </a:xfrm>
        </p:spPr>
        <p:txBody>
          <a:bodyPr>
            <a:noAutofit/>
          </a:bodyPr>
          <a:lstStyle>
            <a:lvl1pPr marL="0" indent="0" algn="ctr">
              <a:buNone/>
              <a:defRPr sz="1400">
                <a:solidFill>
                  <a:schemeClr val="bg1"/>
                </a:solidFill>
              </a:defRPr>
            </a:lvl1pPr>
          </a:lstStyle>
          <a:p>
            <a:pPr lvl="0"/>
            <a:r>
              <a:rPr lang="en-US"/>
              <a:t>Description</a:t>
            </a:r>
            <a:endParaRPr lang="en-IN"/>
          </a:p>
        </p:txBody>
      </p:sp>
    </p:spTree>
    <p:extLst>
      <p:ext uri="{BB962C8B-B14F-4D97-AF65-F5344CB8AC3E}">
        <p14:creationId xmlns:p14="http://schemas.microsoft.com/office/powerpoint/2010/main" val="1252296840"/>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6_Image + Content">
    <p:bg>
      <p:bgPr>
        <a:gradFill>
          <a:gsLst>
            <a:gs pos="100000">
              <a:schemeClr val="tx2"/>
            </a:gs>
            <a:gs pos="0">
              <a:schemeClr val="accent1"/>
            </a:gs>
          </a:gsLst>
          <a:lin ang="5400000" scaled="1"/>
        </a:gra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7AE8C84-3C26-4742-1E75-3369D8085788}"/>
              </a:ext>
            </a:extLst>
          </p:cNvPr>
          <p:cNvSpPr>
            <a:spLocks noGrp="1"/>
          </p:cNvSpPr>
          <p:nvPr>
            <p:ph type="pic" sz="quarter" idx="10"/>
          </p:nvPr>
        </p:nvSpPr>
        <p:spPr>
          <a:xfrm>
            <a:off x="4469157" y="-1"/>
            <a:ext cx="7114233" cy="6868049"/>
          </a:xfrm>
          <a:custGeom>
            <a:avLst/>
            <a:gdLst>
              <a:gd name="connsiteX0" fmla="*/ 0 w 5858189"/>
              <a:gd name="connsiteY0" fmla="*/ 6858000 h 6858000"/>
              <a:gd name="connsiteX1" fmla="*/ 1464547 w 5858189"/>
              <a:gd name="connsiteY1" fmla="*/ 0 h 6858000"/>
              <a:gd name="connsiteX2" fmla="*/ 5858189 w 5858189"/>
              <a:gd name="connsiteY2" fmla="*/ 0 h 6858000"/>
              <a:gd name="connsiteX3" fmla="*/ 4393642 w 5858189"/>
              <a:gd name="connsiteY3" fmla="*/ 6858000 h 6858000"/>
              <a:gd name="connsiteX4" fmla="*/ 0 w 5858189"/>
              <a:gd name="connsiteY4" fmla="*/ 6858000 h 6858000"/>
              <a:gd name="connsiteX0" fmla="*/ 0 w 5858189"/>
              <a:gd name="connsiteY0" fmla="*/ 6858000 h 6858000"/>
              <a:gd name="connsiteX1" fmla="*/ 1786094 w 5858189"/>
              <a:gd name="connsiteY1" fmla="*/ 20097 h 6858000"/>
              <a:gd name="connsiteX2" fmla="*/ 5858189 w 5858189"/>
              <a:gd name="connsiteY2" fmla="*/ 0 h 6858000"/>
              <a:gd name="connsiteX3" fmla="*/ 4393642 w 5858189"/>
              <a:gd name="connsiteY3" fmla="*/ 6858000 h 6858000"/>
              <a:gd name="connsiteX4" fmla="*/ 0 w 5858189"/>
              <a:gd name="connsiteY4" fmla="*/ 6858000 h 6858000"/>
              <a:gd name="connsiteX0" fmla="*/ 0 w 6320414"/>
              <a:gd name="connsiteY0" fmla="*/ 6878097 h 6878097"/>
              <a:gd name="connsiteX1" fmla="*/ 2248319 w 6320414"/>
              <a:gd name="connsiteY1" fmla="*/ 20097 h 6878097"/>
              <a:gd name="connsiteX2" fmla="*/ 6320414 w 6320414"/>
              <a:gd name="connsiteY2" fmla="*/ 0 h 6878097"/>
              <a:gd name="connsiteX3" fmla="*/ 4855867 w 6320414"/>
              <a:gd name="connsiteY3" fmla="*/ 6858000 h 6878097"/>
              <a:gd name="connsiteX4" fmla="*/ 0 w 6320414"/>
              <a:gd name="connsiteY4" fmla="*/ 6878097 h 6878097"/>
              <a:gd name="connsiteX0" fmla="*/ 0 w 6320414"/>
              <a:gd name="connsiteY0" fmla="*/ 6878097 h 6878097"/>
              <a:gd name="connsiteX1" fmla="*/ 2248319 w 6320414"/>
              <a:gd name="connsiteY1" fmla="*/ 20097 h 6878097"/>
              <a:gd name="connsiteX2" fmla="*/ 6320414 w 6320414"/>
              <a:gd name="connsiteY2" fmla="*/ 0 h 6878097"/>
              <a:gd name="connsiteX3" fmla="*/ 4886012 w 6320414"/>
              <a:gd name="connsiteY3" fmla="*/ 6868048 h 6878097"/>
              <a:gd name="connsiteX4" fmla="*/ 0 w 6320414"/>
              <a:gd name="connsiteY4" fmla="*/ 6878097 h 6878097"/>
              <a:gd name="connsiteX0" fmla="*/ 0 w 7114233"/>
              <a:gd name="connsiteY0" fmla="*/ 6868049 h 6868049"/>
              <a:gd name="connsiteX1" fmla="*/ 2248319 w 7114233"/>
              <a:gd name="connsiteY1" fmla="*/ 10049 h 6868049"/>
              <a:gd name="connsiteX2" fmla="*/ 7114233 w 7114233"/>
              <a:gd name="connsiteY2" fmla="*/ 0 h 6868049"/>
              <a:gd name="connsiteX3" fmla="*/ 4886012 w 7114233"/>
              <a:gd name="connsiteY3" fmla="*/ 6858000 h 6868049"/>
              <a:gd name="connsiteX4" fmla="*/ 0 w 7114233"/>
              <a:gd name="connsiteY4" fmla="*/ 6868049 h 6868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4233" h="6868049">
                <a:moveTo>
                  <a:pt x="0" y="6868049"/>
                </a:moveTo>
                <a:lnTo>
                  <a:pt x="2248319" y="10049"/>
                </a:lnTo>
                <a:lnTo>
                  <a:pt x="7114233" y="0"/>
                </a:lnTo>
                <a:lnTo>
                  <a:pt x="4886012" y="6858000"/>
                </a:lnTo>
                <a:lnTo>
                  <a:pt x="0" y="6868049"/>
                </a:lnTo>
                <a:close/>
              </a:path>
            </a:pathLst>
          </a:custGeom>
          <a:solidFill>
            <a:schemeClr val="bg1">
              <a:alpha val="20000"/>
            </a:schemeClr>
          </a:solidFill>
        </p:spPr>
        <p:txBody>
          <a:bodyPr/>
          <a:lstStyle/>
          <a:p>
            <a:endParaRPr lang="en-IN"/>
          </a:p>
        </p:txBody>
      </p:sp>
      <p:sp>
        <p:nvSpPr>
          <p:cNvPr id="2" name="Title 1">
            <a:extLst>
              <a:ext uri="{FF2B5EF4-FFF2-40B4-BE49-F238E27FC236}">
                <a16:creationId xmlns:a16="http://schemas.microsoft.com/office/drawing/2014/main" id="{31763772-1BB6-9FCE-D196-8B0635F8212F}"/>
              </a:ext>
            </a:extLst>
          </p:cNvPr>
          <p:cNvSpPr>
            <a:spLocks noGrp="1"/>
          </p:cNvSpPr>
          <p:nvPr>
            <p:ph type="ctrTitle" hasCustomPrompt="1"/>
          </p:nvPr>
        </p:nvSpPr>
        <p:spPr>
          <a:xfrm>
            <a:off x="707679" y="1980905"/>
            <a:ext cx="4484082" cy="984885"/>
          </a:xfrm>
          <a:prstGeom prst="rect">
            <a:avLst/>
          </a:prstGeom>
        </p:spPr>
        <p:txBody>
          <a:bodyPr vert="horz" wrap="square" lIns="0" tIns="0" rIns="0" bIns="0" rtlCol="0" anchor="ctr" anchorCtr="0">
            <a:spAutoFit/>
          </a:bodyPr>
          <a:lstStyle>
            <a:lvl1pPr algn="l">
              <a:lnSpc>
                <a:spcPct val="100000"/>
              </a:lnSpc>
              <a:defRPr lang="en-US" sz="3200" dirty="0">
                <a:solidFill>
                  <a:schemeClr val="bg1"/>
                </a:solidFill>
              </a:defRPr>
            </a:lvl1pPr>
          </a:lstStyle>
          <a:p>
            <a:pPr lvl="0"/>
            <a:r>
              <a:rPr lang="en-GB"/>
              <a:t>Click to edit </a:t>
            </a:r>
            <a:br>
              <a:rPr lang="en-GB"/>
            </a:br>
            <a:r>
              <a:rPr lang="en-GB"/>
              <a:t>Master title style</a:t>
            </a:r>
            <a:endParaRPr lang="en-US"/>
          </a:p>
        </p:txBody>
      </p:sp>
      <p:sp>
        <p:nvSpPr>
          <p:cNvPr id="4" name="Subtitle 2">
            <a:extLst>
              <a:ext uri="{FF2B5EF4-FFF2-40B4-BE49-F238E27FC236}">
                <a16:creationId xmlns:a16="http://schemas.microsoft.com/office/drawing/2014/main" id="{0D4EDA2E-020E-68F1-5959-A4717FEFC88E}"/>
              </a:ext>
            </a:extLst>
          </p:cNvPr>
          <p:cNvSpPr>
            <a:spLocks noGrp="1"/>
          </p:cNvSpPr>
          <p:nvPr>
            <p:ph type="subTitle" idx="1"/>
          </p:nvPr>
        </p:nvSpPr>
        <p:spPr>
          <a:xfrm>
            <a:off x="707679" y="3688881"/>
            <a:ext cx="3569682" cy="648126"/>
          </a:xfrm>
        </p:spPr>
        <p:txBody>
          <a:bodyPr wrap="square">
            <a:spAutoFit/>
          </a:bodyPr>
          <a:lstStyle>
            <a:lvl1pPr marL="270000" indent="-270000" algn="l">
              <a:spcBef>
                <a:spcPts val="600"/>
              </a:spcBef>
              <a:buFont typeface="Arial" panose="020B0604020202020204" pitchFamily="34" charset="0"/>
              <a:buChar char="•"/>
              <a:defRPr sz="20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1397037775"/>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3_Image + Content">
    <p:spTree>
      <p:nvGrpSpPr>
        <p:cNvPr id="1" name=""/>
        <p:cNvGrpSpPr/>
        <p:nvPr/>
      </p:nvGrpSpPr>
      <p:grpSpPr>
        <a:xfrm>
          <a:off x="0" y="0"/>
          <a:ext cx="0" cy="0"/>
          <a:chOff x="0" y="0"/>
          <a:chExt cx="0" cy="0"/>
        </a:xfrm>
      </p:grpSpPr>
      <p:sp>
        <p:nvSpPr>
          <p:cNvPr id="50" name="Text Placeholder 48">
            <a:extLst>
              <a:ext uri="{FF2B5EF4-FFF2-40B4-BE49-F238E27FC236}">
                <a16:creationId xmlns:a16="http://schemas.microsoft.com/office/drawing/2014/main" id="{C734AFB7-B581-3529-B7EB-48FCDF40B44F}"/>
              </a:ext>
            </a:extLst>
          </p:cNvPr>
          <p:cNvSpPr>
            <a:spLocks noGrp="1"/>
          </p:cNvSpPr>
          <p:nvPr>
            <p:ph type="body" sz="quarter" idx="13" hasCustomPrompt="1"/>
          </p:nvPr>
        </p:nvSpPr>
        <p:spPr>
          <a:xfrm>
            <a:off x="2802996" y="5094168"/>
            <a:ext cx="5058303" cy="792162"/>
          </a:xfrm>
          <a:solidFill>
            <a:schemeClr val="tx2"/>
          </a:solidFill>
        </p:spPr>
        <p:txBody>
          <a:bodyPr lIns="182880" rIns="182880" anchor="ctr"/>
          <a:lstStyle>
            <a:lvl1pPr marL="0" indent="0" algn="r">
              <a:buNone/>
              <a:defRPr b="1">
                <a:solidFill>
                  <a:schemeClr val="bg1"/>
                </a:solidFill>
                <a:latin typeface="Barlow ExtraBold" panose="00000900000000000000" pitchFamily="2" charset="0"/>
                <a:ea typeface="Open Sans" pitchFamily="2" charset="0"/>
                <a:cs typeface="Open Sans" pitchFamily="2" charset="0"/>
              </a:defRPr>
            </a:lvl1pPr>
          </a:lstStyle>
          <a:p>
            <a:pPr lvl="0"/>
            <a:r>
              <a:rPr lang="en-US"/>
              <a:t>Insert Text</a:t>
            </a:r>
            <a:endParaRPr lang="en-IN"/>
          </a:p>
        </p:txBody>
      </p:sp>
      <p:sp>
        <p:nvSpPr>
          <p:cNvPr id="49" name="Text Placeholder 48">
            <a:extLst>
              <a:ext uri="{FF2B5EF4-FFF2-40B4-BE49-F238E27FC236}">
                <a16:creationId xmlns:a16="http://schemas.microsoft.com/office/drawing/2014/main" id="{F3326ED7-A903-6A67-0638-B7FF90EB0914}"/>
              </a:ext>
            </a:extLst>
          </p:cNvPr>
          <p:cNvSpPr>
            <a:spLocks noGrp="1"/>
          </p:cNvSpPr>
          <p:nvPr>
            <p:ph type="body" sz="quarter" idx="12" hasCustomPrompt="1"/>
          </p:nvPr>
        </p:nvSpPr>
        <p:spPr>
          <a:xfrm>
            <a:off x="2792413" y="4214813"/>
            <a:ext cx="3376612" cy="792162"/>
          </a:xfrm>
          <a:solidFill>
            <a:schemeClr val="tx2"/>
          </a:solidFill>
        </p:spPr>
        <p:txBody>
          <a:bodyPr lIns="182880" rIns="182880" anchor="ctr"/>
          <a:lstStyle>
            <a:lvl1pPr marL="0" indent="0" algn="r">
              <a:buNone/>
              <a:defRPr b="1">
                <a:solidFill>
                  <a:schemeClr val="bg1"/>
                </a:solidFill>
                <a:latin typeface="Barlow ExtraBold" panose="00000900000000000000" pitchFamily="2" charset="0"/>
                <a:ea typeface="Open Sans" pitchFamily="2" charset="0"/>
                <a:cs typeface="Open Sans" pitchFamily="2" charset="0"/>
              </a:defRPr>
            </a:lvl1pPr>
          </a:lstStyle>
          <a:p>
            <a:pPr lvl="0"/>
            <a:r>
              <a:rPr lang="en-US"/>
              <a:t>Insert Text</a:t>
            </a:r>
            <a:endParaRPr lang="en-IN"/>
          </a:p>
        </p:txBody>
      </p:sp>
      <p:pic>
        <p:nvPicPr>
          <p:cNvPr id="12" name="Picture 11">
            <a:extLst>
              <a:ext uri="{FF2B5EF4-FFF2-40B4-BE49-F238E27FC236}">
                <a16:creationId xmlns:a16="http://schemas.microsoft.com/office/drawing/2014/main" id="{41A03414-4F71-643D-9A35-F2220E3928A0}"/>
              </a:ext>
            </a:extLst>
          </p:cNvPr>
          <p:cNvPicPr>
            <a:picLocks noChangeAspect="1"/>
          </p:cNvPicPr>
          <p:nvPr userDrawn="1"/>
        </p:nvPicPr>
        <p:blipFill>
          <a:blip r:embed="rId2">
            <a:alphaModFix amt="49000"/>
            <a:extLst>
              <a:ext uri="{28A0092B-C50C-407E-A947-70E740481C1C}">
                <a14:useLocalDpi xmlns:a14="http://schemas.microsoft.com/office/drawing/2010/main"/>
              </a:ext>
            </a:extLst>
          </a:blip>
          <a:stretch>
            <a:fillRect/>
          </a:stretch>
        </p:blipFill>
        <p:spPr>
          <a:xfrm rot="1065417" flipH="1">
            <a:off x="4240470" y="-171291"/>
            <a:ext cx="1138782" cy="7518105"/>
          </a:xfrm>
          <a:prstGeom prst="rect">
            <a:avLst/>
          </a:prstGeom>
        </p:spPr>
      </p:pic>
      <p:cxnSp>
        <p:nvCxnSpPr>
          <p:cNvPr id="16" name="Straight Connector 15">
            <a:extLst>
              <a:ext uri="{FF2B5EF4-FFF2-40B4-BE49-F238E27FC236}">
                <a16:creationId xmlns:a16="http://schemas.microsoft.com/office/drawing/2014/main" id="{C223FFE5-2205-50B6-2299-2A987682DD7D}"/>
              </a:ext>
            </a:extLst>
          </p:cNvPr>
          <p:cNvCxnSpPr/>
          <p:nvPr userDrawn="1"/>
        </p:nvCxnSpPr>
        <p:spPr>
          <a:xfrm>
            <a:off x="8759295" y="1195253"/>
            <a:ext cx="323705"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30F463E-CCD1-B7E1-3B71-D978A28406FD}"/>
              </a:ext>
            </a:extLst>
          </p:cNvPr>
          <p:cNvCxnSpPr>
            <a:cxnSpLocks/>
          </p:cNvCxnSpPr>
          <p:nvPr userDrawn="1"/>
        </p:nvCxnSpPr>
        <p:spPr>
          <a:xfrm>
            <a:off x="9073621" y="1195253"/>
            <a:ext cx="31051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4" name="Picture Placeholder 42">
            <a:extLst>
              <a:ext uri="{FF2B5EF4-FFF2-40B4-BE49-F238E27FC236}">
                <a16:creationId xmlns:a16="http://schemas.microsoft.com/office/drawing/2014/main" id="{F86504EF-BFC7-9B0B-7F13-2DDC8689144D}"/>
              </a:ext>
            </a:extLst>
          </p:cNvPr>
          <p:cNvSpPr>
            <a:spLocks noGrp="1"/>
          </p:cNvSpPr>
          <p:nvPr>
            <p:ph type="pic" sz="quarter" idx="11"/>
          </p:nvPr>
        </p:nvSpPr>
        <p:spPr>
          <a:xfrm>
            <a:off x="0" y="0"/>
            <a:ext cx="5408613" cy="6866313"/>
          </a:xfrm>
          <a:custGeom>
            <a:avLst/>
            <a:gdLst>
              <a:gd name="connsiteX0" fmla="*/ 0 w 5408613"/>
              <a:gd name="connsiteY0" fmla="*/ 6858000 h 6858000"/>
              <a:gd name="connsiteX1" fmla="*/ 1352153 w 5408613"/>
              <a:gd name="connsiteY1" fmla="*/ 0 h 6858000"/>
              <a:gd name="connsiteX2" fmla="*/ 5408613 w 5408613"/>
              <a:gd name="connsiteY2" fmla="*/ 0 h 6858000"/>
              <a:gd name="connsiteX3" fmla="*/ 4056460 w 5408613"/>
              <a:gd name="connsiteY3" fmla="*/ 6858000 h 6858000"/>
              <a:gd name="connsiteX4" fmla="*/ 0 w 5408613"/>
              <a:gd name="connsiteY4" fmla="*/ 6858000 h 6858000"/>
              <a:gd name="connsiteX0" fmla="*/ 0 w 5408613"/>
              <a:gd name="connsiteY0" fmla="*/ 6858000 h 6858000"/>
              <a:gd name="connsiteX1" fmla="*/ 5491 w 5408613"/>
              <a:gd name="connsiteY1" fmla="*/ 0 h 6858000"/>
              <a:gd name="connsiteX2" fmla="*/ 5408613 w 5408613"/>
              <a:gd name="connsiteY2" fmla="*/ 0 h 6858000"/>
              <a:gd name="connsiteX3" fmla="*/ 4056460 w 5408613"/>
              <a:gd name="connsiteY3" fmla="*/ 6858000 h 6858000"/>
              <a:gd name="connsiteX4" fmla="*/ 0 w 5408613"/>
              <a:gd name="connsiteY4" fmla="*/ 6858000 h 6858000"/>
              <a:gd name="connsiteX0" fmla="*/ 0 w 5408613"/>
              <a:gd name="connsiteY0" fmla="*/ 6858000 h 6866313"/>
              <a:gd name="connsiteX1" fmla="*/ 5491 w 5408613"/>
              <a:gd name="connsiteY1" fmla="*/ 0 h 6866313"/>
              <a:gd name="connsiteX2" fmla="*/ 5408613 w 5408613"/>
              <a:gd name="connsiteY2" fmla="*/ 0 h 6866313"/>
              <a:gd name="connsiteX3" fmla="*/ 3216875 w 5408613"/>
              <a:gd name="connsiteY3" fmla="*/ 6866313 h 6866313"/>
              <a:gd name="connsiteX4" fmla="*/ 0 w 5408613"/>
              <a:gd name="connsiteY4" fmla="*/ 6858000 h 68663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8613" h="6866313">
                <a:moveTo>
                  <a:pt x="0" y="6858000"/>
                </a:moveTo>
                <a:cubicBezTo>
                  <a:pt x="1830" y="4572000"/>
                  <a:pt x="3661" y="2286000"/>
                  <a:pt x="5491" y="0"/>
                </a:cubicBezTo>
                <a:lnTo>
                  <a:pt x="5408613" y="0"/>
                </a:lnTo>
                <a:lnTo>
                  <a:pt x="3216875" y="6866313"/>
                </a:lnTo>
                <a:lnTo>
                  <a:pt x="0" y="6858000"/>
                </a:lnTo>
                <a:close/>
              </a:path>
            </a:pathLst>
          </a:custGeom>
          <a:effectLst>
            <a:outerShdw blurRad="50800" dist="38100" dir="2700000" algn="tl" rotWithShape="0">
              <a:prstClr val="black">
                <a:alpha val="40000"/>
              </a:prstClr>
            </a:outerShdw>
          </a:effectLst>
        </p:spPr>
        <p:txBody>
          <a:bodyPr/>
          <a:lstStyle/>
          <a:p>
            <a:endParaRPr lang="en-IN"/>
          </a:p>
        </p:txBody>
      </p:sp>
      <p:sp>
        <p:nvSpPr>
          <p:cNvPr id="54" name="Text Placeholder 37">
            <a:extLst>
              <a:ext uri="{FF2B5EF4-FFF2-40B4-BE49-F238E27FC236}">
                <a16:creationId xmlns:a16="http://schemas.microsoft.com/office/drawing/2014/main" id="{98976037-0E5F-034D-7CE2-A1BC24444D7C}"/>
              </a:ext>
            </a:extLst>
          </p:cNvPr>
          <p:cNvSpPr>
            <a:spLocks noGrp="1"/>
          </p:cNvSpPr>
          <p:nvPr>
            <p:ph type="body" sz="quarter" idx="21" hasCustomPrompt="1"/>
          </p:nvPr>
        </p:nvSpPr>
        <p:spPr>
          <a:xfrm>
            <a:off x="8633394" y="1316647"/>
            <a:ext cx="2902459" cy="469070"/>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6" name="Text Placeholder 37">
            <a:extLst>
              <a:ext uri="{FF2B5EF4-FFF2-40B4-BE49-F238E27FC236}">
                <a16:creationId xmlns:a16="http://schemas.microsoft.com/office/drawing/2014/main" id="{D888971C-B70A-072E-DF4A-D269998AE2BA}"/>
              </a:ext>
            </a:extLst>
          </p:cNvPr>
          <p:cNvSpPr>
            <a:spLocks noGrp="1"/>
          </p:cNvSpPr>
          <p:nvPr>
            <p:ph type="body" sz="quarter" idx="20" hasCustomPrompt="1"/>
          </p:nvPr>
        </p:nvSpPr>
        <p:spPr>
          <a:xfrm>
            <a:off x="8633396" y="803941"/>
            <a:ext cx="2902458" cy="285646"/>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Click to add text</a:t>
            </a:r>
            <a:endParaRPr lang="en-IN"/>
          </a:p>
        </p:txBody>
      </p:sp>
      <p:sp>
        <p:nvSpPr>
          <p:cNvPr id="97" name="Content Placeholder 51">
            <a:extLst>
              <a:ext uri="{FF2B5EF4-FFF2-40B4-BE49-F238E27FC236}">
                <a16:creationId xmlns:a16="http://schemas.microsoft.com/office/drawing/2014/main" id="{8E457D21-E349-1874-2B98-7061AEACC60E}"/>
              </a:ext>
            </a:extLst>
          </p:cNvPr>
          <p:cNvSpPr>
            <a:spLocks noGrp="1"/>
          </p:cNvSpPr>
          <p:nvPr>
            <p:ph sz="quarter" idx="14" hasCustomPrompt="1"/>
          </p:nvPr>
        </p:nvSpPr>
        <p:spPr>
          <a:xfrm>
            <a:off x="8763694" y="303959"/>
            <a:ext cx="467451" cy="467451"/>
          </a:xfrm>
          <a:noFill/>
        </p:spPr>
        <p:txBody>
          <a:bodyPr anchor="ctr">
            <a:noAutofit/>
          </a:bodyPr>
          <a:lstStyle>
            <a:lvl1pPr marL="0" indent="0" algn="ctr">
              <a:buNone/>
              <a:defRPr sz="700" b="1">
                <a:solidFill>
                  <a:schemeClr val="tx2"/>
                </a:solidFill>
              </a:defRPr>
            </a:lvl1pPr>
          </a:lstStyle>
          <a:p>
            <a:pPr lvl="0"/>
            <a:r>
              <a:rPr lang="en-US"/>
              <a:t>Insert Icon Here</a:t>
            </a:r>
            <a:endParaRPr lang="en-IN"/>
          </a:p>
        </p:txBody>
      </p:sp>
      <p:cxnSp>
        <p:nvCxnSpPr>
          <p:cNvPr id="103" name="Straight Connector 102">
            <a:extLst>
              <a:ext uri="{FF2B5EF4-FFF2-40B4-BE49-F238E27FC236}">
                <a16:creationId xmlns:a16="http://schemas.microsoft.com/office/drawing/2014/main" id="{EFE67893-4E6D-CAA6-D921-D97B29CA14C6}"/>
              </a:ext>
            </a:extLst>
          </p:cNvPr>
          <p:cNvCxnSpPr/>
          <p:nvPr userDrawn="1"/>
        </p:nvCxnSpPr>
        <p:spPr>
          <a:xfrm>
            <a:off x="7774400" y="3280818"/>
            <a:ext cx="323705"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848EFCE4-3350-C777-9AB0-2BE4740EE3F5}"/>
              </a:ext>
            </a:extLst>
          </p:cNvPr>
          <p:cNvCxnSpPr>
            <a:cxnSpLocks/>
          </p:cNvCxnSpPr>
          <p:nvPr userDrawn="1"/>
        </p:nvCxnSpPr>
        <p:spPr>
          <a:xfrm>
            <a:off x="8088726" y="3280818"/>
            <a:ext cx="4103274"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5" name="Text Placeholder 37">
            <a:extLst>
              <a:ext uri="{FF2B5EF4-FFF2-40B4-BE49-F238E27FC236}">
                <a16:creationId xmlns:a16="http://schemas.microsoft.com/office/drawing/2014/main" id="{88182724-374F-9051-FD51-3A35FFDE6F0C}"/>
              </a:ext>
            </a:extLst>
          </p:cNvPr>
          <p:cNvSpPr>
            <a:spLocks noGrp="1"/>
          </p:cNvSpPr>
          <p:nvPr>
            <p:ph type="body" sz="quarter" idx="22" hasCustomPrompt="1"/>
          </p:nvPr>
        </p:nvSpPr>
        <p:spPr>
          <a:xfrm>
            <a:off x="7648499" y="3402212"/>
            <a:ext cx="3887354" cy="469070"/>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06" name="Text Placeholder 37">
            <a:extLst>
              <a:ext uri="{FF2B5EF4-FFF2-40B4-BE49-F238E27FC236}">
                <a16:creationId xmlns:a16="http://schemas.microsoft.com/office/drawing/2014/main" id="{5C43D540-A593-5E80-A23E-1B552236A280}"/>
              </a:ext>
            </a:extLst>
          </p:cNvPr>
          <p:cNvSpPr>
            <a:spLocks noGrp="1"/>
          </p:cNvSpPr>
          <p:nvPr>
            <p:ph type="body" sz="quarter" idx="23" hasCustomPrompt="1"/>
          </p:nvPr>
        </p:nvSpPr>
        <p:spPr>
          <a:xfrm>
            <a:off x="7648500" y="2889506"/>
            <a:ext cx="3887353" cy="285646"/>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Click to add text</a:t>
            </a:r>
            <a:endParaRPr lang="en-IN"/>
          </a:p>
        </p:txBody>
      </p:sp>
      <p:sp>
        <p:nvSpPr>
          <p:cNvPr id="107" name="Content Placeholder 51">
            <a:extLst>
              <a:ext uri="{FF2B5EF4-FFF2-40B4-BE49-F238E27FC236}">
                <a16:creationId xmlns:a16="http://schemas.microsoft.com/office/drawing/2014/main" id="{D49E74EE-8BC2-B565-7BC1-81B81B3977DB}"/>
              </a:ext>
            </a:extLst>
          </p:cNvPr>
          <p:cNvSpPr>
            <a:spLocks noGrp="1"/>
          </p:cNvSpPr>
          <p:nvPr>
            <p:ph sz="quarter" idx="24" hasCustomPrompt="1"/>
          </p:nvPr>
        </p:nvSpPr>
        <p:spPr>
          <a:xfrm>
            <a:off x="7778799" y="2389524"/>
            <a:ext cx="467451" cy="467451"/>
          </a:xfrm>
          <a:noFill/>
        </p:spPr>
        <p:txBody>
          <a:bodyPr anchor="ctr">
            <a:noAutofit/>
          </a:bodyPr>
          <a:lstStyle>
            <a:lvl1pPr marL="0" indent="0" algn="ctr">
              <a:buNone/>
              <a:defRPr sz="700" b="1">
                <a:solidFill>
                  <a:schemeClr val="tx2"/>
                </a:solidFill>
              </a:defRPr>
            </a:lvl1pPr>
          </a:lstStyle>
          <a:p>
            <a:pPr lvl="0"/>
            <a:r>
              <a:rPr lang="en-US"/>
              <a:t>Insert Icon Here</a:t>
            </a:r>
            <a:endParaRPr lang="en-IN"/>
          </a:p>
        </p:txBody>
      </p:sp>
      <p:cxnSp>
        <p:nvCxnSpPr>
          <p:cNvPr id="114" name="Straight Connector 113">
            <a:extLst>
              <a:ext uri="{FF2B5EF4-FFF2-40B4-BE49-F238E27FC236}">
                <a16:creationId xmlns:a16="http://schemas.microsoft.com/office/drawing/2014/main" id="{F4194E6A-BCE5-9821-D670-4B656F6E0BB7}"/>
              </a:ext>
            </a:extLst>
          </p:cNvPr>
          <p:cNvCxnSpPr/>
          <p:nvPr userDrawn="1"/>
        </p:nvCxnSpPr>
        <p:spPr>
          <a:xfrm>
            <a:off x="8759295" y="5370844"/>
            <a:ext cx="323705"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4C133F6C-9B15-F3F7-DE55-C9045873C3E2}"/>
              </a:ext>
            </a:extLst>
          </p:cNvPr>
          <p:cNvCxnSpPr>
            <a:cxnSpLocks/>
          </p:cNvCxnSpPr>
          <p:nvPr userDrawn="1"/>
        </p:nvCxnSpPr>
        <p:spPr>
          <a:xfrm>
            <a:off x="9073621" y="5370844"/>
            <a:ext cx="31051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16" name="Text Placeholder 37">
            <a:extLst>
              <a:ext uri="{FF2B5EF4-FFF2-40B4-BE49-F238E27FC236}">
                <a16:creationId xmlns:a16="http://schemas.microsoft.com/office/drawing/2014/main" id="{8C7F83C8-B74B-6E6D-F81D-3F808356EE2E}"/>
              </a:ext>
            </a:extLst>
          </p:cNvPr>
          <p:cNvSpPr>
            <a:spLocks noGrp="1"/>
          </p:cNvSpPr>
          <p:nvPr>
            <p:ph type="body" sz="quarter" idx="25" hasCustomPrompt="1"/>
          </p:nvPr>
        </p:nvSpPr>
        <p:spPr>
          <a:xfrm>
            <a:off x="8633394" y="5492238"/>
            <a:ext cx="2902459" cy="469070"/>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17" name="Text Placeholder 37">
            <a:extLst>
              <a:ext uri="{FF2B5EF4-FFF2-40B4-BE49-F238E27FC236}">
                <a16:creationId xmlns:a16="http://schemas.microsoft.com/office/drawing/2014/main" id="{9DE693B2-DD8F-2828-8EAB-10DF780CB39E}"/>
              </a:ext>
            </a:extLst>
          </p:cNvPr>
          <p:cNvSpPr>
            <a:spLocks noGrp="1"/>
          </p:cNvSpPr>
          <p:nvPr>
            <p:ph type="body" sz="quarter" idx="26" hasCustomPrompt="1"/>
          </p:nvPr>
        </p:nvSpPr>
        <p:spPr>
          <a:xfrm>
            <a:off x="8633396" y="4979532"/>
            <a:ext cx="2902458" cy="285646"/>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Click to add text</a:t>
            </a:r>
            <a:endParaRPr lang="en-IN"/>
          </a:p>
        </p:txBody>
      </p:sp>
      <p:sp>
        <p:nvSpPr>
          <p:cNvPr id="118" name="Content Placeholder 51">
            <a:extLst>
              <a:ext uri="{FF2B5EF4-FFF2-40B4-BE49-F238E27FC236}">
                <a16:creationId xmlns:a16="http://schemas.microsoft.com/office/drawing/2014/main" id="{92F61B63-2DDB-71BD-5A0A-837AED51FA6B}"/>
              </a:ext>
            </a:extLst>
          </p:cNvPr>
          <p:cNvSpPr>
            <a:spLocks noGrp="1"/>
          </p:cNvSpPr>
          <p:nvPr>
            <p:ph sz="quarter" idx="27" hasCustomPrompt="1"/>
          </p:nvPr>
        </p:nvSpPr>
        <p:spPr>
          <a:xfrm>
            <a:off x="8763694" y="4479550"/>
            <a:ext cx="467451" cy="467451"/>
          </a:xfrm>
          <a:noFill/>
        </p:spPr>
        <p:txBody>
          <a:bodyPr anchor="ctr">
            <a:noAutofit/>
          </a:bodyPr>
          <a:lstStyle>
            <a:lvl1pPr marL="0" indent="0" algn="ctr">
              <a:buNone/>
              <a:defRPr sz="700" b="1">
                <a:solidFill>
                  <a:schemeClr val="tx2"/>
                </a:solidFill>
              </a:defRPr>
            </a:lvl1pPr>
          </a:lstStyle>
          <a:p>
            <a:pPr lvl="0"/>
            <a:r>
              <a:rPr lang="en-US"/>
              <a:t>Insert Icon Here</a:t>
            </a:r>
            <a:endParaRPr lang="en-IN"/>
          </a:p>
        </p:txBody>
      </p:sp>
    </p:spTree>
    <p:extLst>
      <p:ext uri="{BB962C8B-B14F-4D97-AF65-F5344CB8AC3E}">
        <p14:creationId xmlns:p14="http://schemas.microsoft.com/office/powerpoint/2010/main" val="2785457210"/>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7_Image + Content">
    <p:spTree>
      <p:nvGrpSpPr>
        <p:cNvPr id="1" name=""/>
        <p:cNvGrpSpPr/>
        <p:nvPr/>
      </p:nvGrpSpPr>
      <p:grpSpPr>
        <a:xfrm>
          <a:off x="0" y="0"/>
          <a:ext cx="0" cy="0"/>
          <a:chOff x="0" y="0"/>
          <a:chExt cx="0" cy="0"/>
        </a:xfrm>
      </p:grpSpPr>
      <p:sp>
        <p:nvSpPr>
          <p:cNvPr id="50" name="Text Placeholder 48">
            <a:extLst>
              <a:ext uri="{FF2B5EF4-FFF2-40B4-BE49-F238E27FC236}">
                <a16:creationId xmlns:a16="http://schemas.microsoft.com/office/drawing/2014/main" id="{C734AFB7-B581-3529-B7EB-48FCDF40B44F}"/>
              </a:ext>
            </a:extLst>
          </p:cNvPr>
          <p:cNvSpPr>
            <a:spLocks noGrp="1"/>
          </p:cNvSpPr>
          <p:nvPr>
            <p:ph type="body" sz="quarter" idx="13" hasCustomPrompt="1"/>
          </p:nvPr>
        </p:nvSpPr>
        <p:spPr>
          <a:xfrm>
            <a:off x="2802996" y="5493558"/>
            <a:ext cx="5058303" cy="792162"/>
          </a:xfrm>
          <a:solidFill>
            <a:schemeClr val="tx2"/>
          </a:solidFill>
        </p:spPr>
        <p:txBody>
          <a:bodyPr lIns="182880" rIns="182880" anchor="ctr"/>
          <a:lstStyle>
            <a:lvl1pPr marL="0" indent="0" algn="r">
              <a:buNone/>
              <a:defRPr b="1">
                <a:solidFill>
                  <a:schemeClr val="bg1"/>
                </a:solidFill>
                <a:latin typeface="Barlow ExtraBold" panose="00000900000000000000" pitchFamily="2" charset="0"/>
                <a:ea typeface="Open Sans" pitchFamily="2" charset="0"/>
                <a:cs typeface="Open Sans" pitchFamily="2" charset="0"/>
              </a:defRPr>
            </a:lvl1pPr>
          </a:lstStyle>
          <a:p>
            <a:pPr lvl="0"/>
            <a:r>
              <a:rPr lang="en-US"/>
              <a:t>Insert Text</a:t>
            </a:r>
            <a:endParaRPr lang="en-IN"/>
          </a:p>
        </p:txBody>
      </p:sp>
      <p:sp>
        <p:nvSpPr>
          <p:cNvPr id="49" name="Text Placeholder 48">
            <a:extLst>
              <a:ext uri="{FF2B5EF4-FFF2-40B4-BE49-F238E27FC236}">
                <a16:creationId xmlns:a16="http://schemas.microsoft.com/office/drawing/2014/main" id="{F3326ED7-A903-6A67-0638-B7FF90EB0914}"/>
              </a:ext>
            </a:extLst>
          </p:cNvPr>
          <p:cNvSpPr>
            <a:spLocks noGrp="1"/>
          </p:cNvSpPr>
          <p:nvPr>
            <p:ph type="body" sz="quarter" idx="12" hasCustomPrompt="1"/>
          </p:nvPr>
        </p:nvSpPr>
        <p:spPr>
          <a:xfrm>
            <a:off x="2792413" y="4614203"/>
            <a:ext cx="3376612" cy="792162"/>
          </a:xfrm>
          <a:solidFill>
            <a:schemeClr val="tx2"/>
          </a:solidFill>
        </p:spPr>
        <p:txBody>
          <a:bodyPr lIns="182880" rIns="182880" anchor="ctr"/>
          <a:lstStyle>
            <a:lvl1pPr marL="0" indent="0" algn="r">
              <a:buNone/>
              <a:defRPr b="1">
                <a:solidFill>
                  <a:schemeClr val="bg1"/>
                </a:solidFill>
                <a:latin typeface="Barlow ExtraBold" panose="00000900000000000000" pitchFamily="2" charset="0"/>
                <a:ea typeface="Open Sans" pitchFamily="2" charset="0"/>
                <a:cs typeface="Open Sans" pitchFamily="2" charset="0"/>
              </a:defRPr>
            </a:lvl1pPr>
          </a:lstStyle>
          <a:p>
            <a:pPr lvl="0"/>
            <a:r>
              <a:rPr lang="en-US"/>
              <a:t>Insert Text</a:t>
            </a:r>
            <a:endParaRPr lang="en-IN"/>
          </a:p>
        </p:txBody>
      </p:sp>
      <p:pic>
        <p:nvPicPr>
          <p:cNvPr id="12" name="Picture 11">
            <a:extLst>
              <a:ext uri="{FF2B5EF4-FFF2-40B4-BE49-F238E27FC236}">
                <a16:creationId xmlns:a16="http://schemas.microsoft.com/office/drawing/2014/main" id="{41A03414-4F71-643D-9A35-F2220E3928A0}"/>
              </a:ext>
            </a:extLst>
          </p:cNvPr>
          <p:cNvPicPr>
            <a:picLocks noChangeAspect="1"/>
          </p:cNvPicPr>
          <p:nvPr userDrawn="1"/>
        </p:nvPicPr>
        <p:blipFill>
          <a:blip r:embed="rId2">
            <a:alphaModFix amt="49000"/>
            <a:extLst>
              <a:ext uri="{28A0092B-C50C-407E-A947-70E740481C1C}">
                <a14:useLocalDpi xmlns:a14="http://schemas.microsoft.com/office/drawing/2010/main"/>
              </a:ext>
            </a:extLst>
          </a:blip>
          <a:stretch>
            <a:fillRect/>
          </a:stretch>
        </p:blipFill>
        <p:spPr>
          <a:xfrm rot="1065417" flipH="1">
            <a:off x="4240470" y="-171291"/>
            <a:ext cx="1138782" cy="7518105"/>
          </a:xfrm>
          <a:prstGeom prst="rect">
            <a:avLst/>
          </a:prstGeom>
        </p:spPr>
      </p:pic>
      <p:sp>
        <p:nvSpPr>
          <p:cNvPr id="44" name="Picture Placeholder 42">
            <a:extLst>
              <a:ext uri="{FF2B5EF4-FFF2-40B4-BE49-F238E27FC236}">
                <a16:creationId xmlns:a16="http://schemas.microsoft.com/office/drawing/2014/main" id="{F86504EF-BFC7-9B0B-7F13-2DDC8689144D}"/>
              </a:ext>
            </a:extLst>
          </p:cNvPr>
          <p:cNvSpPr>
            <a:spLocks noGrp="1"/>
          </p:cNvSpPr>
          <p:nvPr>
            <p:ph type="pic" sz="quarter" idx="11"/>
          </p:nvPr>
        </p:nvSpPr>
        <p:spPr>
          <a:xfrm>
            <a:off x="0" y="0"/>
            <a:ext cx="5408613" cy="6866313"/>
          </a:xfrm>
          <a:custGeom>
            <a:avLst/>
            <a:gdLst>
              <a:gd name="connsiteX0" fmla="*/ 0 w 5408613"/>
              <a:gd name="connsiteY0" fmla="*/ 6858000 h 6858000"/>
              <a:gd name="connsiteX1" fmla="*/ 1352153 w 5408613"/>
              <a:gd name="connsiteY1" fmla="*/ 0 h 6858000"/>
              <a:gd name="connsiteX2" fmla="*/ 5408613 w 5408613"/>
              <a:gd name="connsiteY2" fmla="*/ 0 h 6858000"/>
              <a:gd name="connsiteX3" fmla="*/ 4056460 w 5408613"/>
              <a:gd name="connsiteY3" fmla="*/ 6858000 h 6858000"/>
              <a:gd name="connsiteX4" fmla="*/ 0 w 5408613"/>
              <a:gd name="connsiteY4" fmla="*/ 6858000 h 6858000"/>
              <a:gd name="connsiteX0" fmla="*/ 0 w 5408613"/>
              <a:gd name="connsiteY0" fmla="*/ 6858000 h 6858000"/>
              <a:gd name="connsiteX1" fmla="*/ 5491 w 5408613"/>
              <a:gd name="connsiteY1" fmla="*/ 0 h 6858000"/>
              <a:gd name="connsiteX2" fmla="*/ 5408613 w 5408613"/>
              <a:gd name="connsiteY2" fmla="*/ 0 h 6858000"/>
              <a:gd name="connsiteX3" fmla="*/ 4056460 w 5408613"/>
              <a:gd name="connsiteY3" fmla="*/ 6858000 h 6858000"/>
              <a:gd name="connsiteX4" fmla="*/ 0 w 5408613"/>
              <a:gd name="connsiteY4" fmla="*/ 6858000 h 6858000"/>
              <a:gd name="connsiteX0" fmla="*/ 0 w 5408613"/>
              <a:gd name="connsiteY0" fmla="*/ 6858000 h 6866313"/>
              <a:gd name="connsiteX1" fmla="*/ 5491 w 5408613"/>
              <a:gd name="connsiteY1" fmla="*/ 0 h 6866313"/>
              <a:gd name="connsiteX2" fmla="*/ 5408613 w 5408613"/>
              <a:gd name="connsiteY2" fmla="*/ 0 h 6866313"/>
              <a:gd name="connsiteX3" fmla="*/ 3216875 w 5408613"/>
              <a:gd name="connsiteY3" fmla="*/ 6866313 h 6866313"/>
              <a:gd name="connsiteX4" fmla="*/ 0 w 5408613"/>
              <a:gd name="connsiteY4" fmla="*/ 6858000 h 68663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8613" h="6866313">
                <a:moveTo>
                  <a:pt x="0" y="6858000"/>
                </a:moveTo>
                <a:cubicBezTo>
                  <a:pt x="1830" y="4572000"/>
                  <a:pt x="3661" y="2286000"/>
                  <a:pt x="5491" y="0"/>
                </a:cubicBezTo>
                <a:lnTo>
                  <a:pt x="5408613" y="0"/>
                </a:lnTo>
                <a:lnTo>
                  <a:pt x="3216875" y="6866313"/>
                </a:lnTo>
                <a:lnTo>
                  <a:pt x="0" y="6858000"/>
                </a:lnTo>
                <a:close/>
              </a:path>
            </a:pathLst>
          </a:custGeom>
          <a:effectLst>
            <a:outerShdw blurRad="50800" dist="38100" dir="2700000" algn="tl" rotWithShape="0">
              <a:prstClr val="black">
                <a:alpha val="40000"/>
              </a:prstClr>
            </a:outerShdw>
          </a:effectLst>
        </p:spPr>
        <p:txBody>
          <a:bodyPr/>
          <a:lstStyle/>
          <a:p>
            <a:endParaRPr lang="en-IN"/>
          </a:p>
        </p:txBody>
      </p:sp>
      <p:sp>
        <p:nvSpPr>
          <p:cNvPr id="54" name="Text Placeholder 37">
            <a:extLst>
              <a:ext uri="{FF2B5EF4-FFF2-40B4-BE49-F238E27FC236}">
                <a16:creationId xmlns:a16="http://schemas.microsoft.com/office/drawing/2014/main" id="{98976037-0E5F-034D-7CE2-A1BC24444D7C}"/>
              </a:ext>
            </a:extLst>
          </p:cNvPr>
          <p:cNvSpPr>
            <a:spLocks noGrp="1"/>
          </p:cNvSpPr>
          <p:nvPr>
            <p:ph type="body" sz="quarter" idx="21" hasCustomPrompt="1"/>
          </p:nvPr>
        </p:nvSpPr>
        <p:spPr>
          <a:xfrm>
            <a:off x="6816726" y="2229619"/>
            <a:ext cx="4702611" cy="284687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6" name="Text Placeholder 37">
            <a:extLst>
              <a:ext uri="{FF2B5EF4-FFF2-40B4-BE49-F238E27FC236}">
                <a16:creationId xmlns:a16="http://schemas.microsoft.com/office/drawing/2014/main" id="{D888971C-B70A-072E-DF4A-D269998AE2BA}"/>
              </a:ext>
            </a:extLst>
          </p:cNvPr>
          <p:cNvSpPr>
            <a:spLocks noGrp="1"/>
          </p:cNvSpPr>
          <p:nvPr>
            <p:ph type="body" sz="quarter" idx="20" hasCustomPrompt="1"/>
          </p:nvPr>
        </p:nvSpPr>
        <p:spPr>
          <a:xfrm>
            <a:off x="6816726" y="782055"/>
            <a:ext cx="4702611" cy="1334419"/>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Click to add text</a:t>
            </a:r>
            <a:endParaRPr lang="en-IN"/>
          </a:p>
        </p:txBody>
      </p:sp>
    </p:spTree>
    <p:extLst>
      <p:ext uri="{BB962C8B-B14F-4D97-AF65-F5344CB8AC3E}">
        <p14:creationId xmlns:p14="http://schemas.microsoft.com/office/powerpoint/2010/main" val="960559626"/>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1_List">
    <p:spTree>
      <p:nvGrpSpPr>
        <p:cNvPr id="1" name=""/>
        <p:cNvGrpSpPr/>
        <p:nvPr/>
      </p:nvGrpSpPr>
      <p:grpSpPr>
        <a:xfrm>
          <a:off x="0" y="0"/>
          <a:ext cx="0" cy="0"/>
          <a:chOff x="0" y="0"/>
          <a:chExt cx="0" cy="0"/>
        </a:xfrm>
      </p:grpSpPr>
      <p:sp>
        <p:nvSpPr>
          <p:cNvPr id="9" name="Picture Placeholder 76">
            <a:extLst>
              <a:ext uri="{FF2B5EF4-FFF2-40B4-BE49-F238E27FC236}">
                <a16:creationId xmlns:a16="http://schemas.microsoft.com/office/drawing/2014/main" id="{00B0AF21-F1B5-6741-D232-B58803B006E0}"/>
              </a:ext>
            </a:extLst>
          </p:cNvPr>
          <p:cNvSpPr>
            <a:spLocks noGrp="1"/>
          </p:cNvSpPr>
          <p:nvPr>
            <p:ph type="pic" sz="quarter" idx="13"/>
          </p:nvPr>
        </p:nvSpPr>
        <p:spPr>
          <a:xfrm>
            <a:off x="0" y="0"/>
            <a:ext cx="6295968" cy="6489229"/>
          </a:xfrm>
          <a:custGeom>
            <a:avLst/>
            <a:gdLst>
              <a:gd name="connsiteX0" fmla="*/ 0 w 6245225"/>
              <a:gd name="connsiteY0" fmla="*/ 0 h 6469063"/>
              <a:gd name="connsiteX1" fmla="*/ 3122613 w 6245225"/>
              <a:gd name="connsiteY1" fmla="*/ 0 h 6469063"/>
              <a:gd name="connsiteX2" fmla="*/ 6245226 w 6245225"/>
              <a:gd name="connsiteY2" fmla="*/ 3234532 h 6469063"/>
              <a:gd name="connsiteX3" fmla="*/ 3122613 w 6245225"/>
              <a:gd name="connsiteY3" fmla="*/ 6469064 h 6469063"/>
              <a:gd name="connsiteX4" fmla="*/ 0 w 6245225"/>
              <a:gd name="connsiteY4" fmla="*/ 6469063 h 6469063"/>
              <a:gd name="connsiteX5" fmla="*/ 0 w 6245225"/>
              <a:gd name="connsiteY5" fmla="*/ 0 h 6469063"/>
              <a:gd name="connsiteX0" fmla="*/ 0 w 6391825"/>
              <a:gd name="connsiteY0" fmla="*/ 16933 h 6485997"/>
              <a:gd name="connsiteX1" fmla="*/ 4832880 w 6391825"/>
              <a:gd name="connsiteY1" fmla="*/ 0 h 6485997"/>
              <a:gd name="connsiteX2" fmla="*/ 6245226 w 6391825"/>
              <a:gd name="connsiteY2" fmla="*/ 3251465 h 6485997"/>
              <a:gd name="connsiteX3" fmla="*/ 3122613 w 6391825"/>
              <a:gd name="connsiteY3" fmla="*/ 6485997 h 6485997"/>
              <a:gd name="connsiteX4" fmla="*/ 0 w 6391825"/>
              <a:gd name="connsiteY4" fmla="*/ 6485996 h 6485997"/>
              <a:gd name="connsiteX5" fmla="*/ 0 w 6391825"/>
              <a:gd name="connsiteY5" fmla="*/ 16933 h 6485997"/>
              <a:gd name="connsiteX0" fmla="*/ 0 w 6424168"/>
              <a:gd name="connsiteY0" fmla="*/ 16933 h 6485997"/>
              <a:gd name="connsiteX1" fmla="*/ 4832880 w 6424168"/>
              <a:gd name="connsiteY1" fmla="*/ 0 h 6485997"/>
              <a:gd name="connsiteX2" fmla="*/ 6245226 w 6424168"/>
              <a:gd name="connsiteY2" fmla="*/ 3251465 h 6485997"/>
              <a:gd name="connsiteX3" fmla="*/ 2682346 w 6424168"/>
              <a:gd name="connsiteY3" fmla="*/ 6485997 h 6485997"/>
              <a:gd name="connsiteX4" fmla="*/ 0 w 6424168"/>
              <a:gd name="connsiteY4" fmla="*/ 6485996 h 6485997"/>
              <a:gd name="connsiteX5" fmla="*/ 0 w 6424168"/>
              <a:gd name="connsiteY5" fmla="*/ 16933 h 6485997"/>
              <a:gd name="connsiteX0" fmla="*/ 0 w 6169168"/>
              <a:gd name="connsiteY0" fmla="*/ 16933 h 6485997"/>
              <a:gd name="connsiteX1" fmla="*/ 4832880 w 6169168"/>
              <a:gd name="connsiteY1" fmla="*/ 0 h 6485997"/>
              <a:gd name="connsiteX2" fmla="*/ 5889626 w 6169168"/>
              <a:gd name="connsiteY2" fmla="*/ 4318265 h 6485997"/>
              <a:gd name="connsiteX3" fmla="*/ 2682346 w 6169168"/>
              <a:gd name="connsiteY3" fmla="*/ 6485997 h 6485997"/>
              <a:gd name="connsiteX4" fmla="*/ 0 w 6169168"/>
              <a:gd name="connsiteY4" fmla="*/ 6485996 h 6485997"/>
              <a:gd name="connsiteX5" fmla="*/ 0 w 6169168"/>
              <a:gd name="connsiteY5" fmla="*/ 16933 h 6485997"/>
              <a:gd name="connsiteX0" fmla="*/ 0 w 6132723"/>
              <a:gd name="connsiteY0" fmla="*/ 16933 h 6485997"/>
              <a:gd name="connsiteX1" fmla="*/ 4832880 w 6132723"/>
              <a:gd name="connsiteY1" fmla="*/ 0 h 6485997"/>
              <a:gd name="connsiteX2" fmla="*/ 5889626 w 6132723"/>
              <a:gd name="connsiteY2" fmla="*/ 4318265 h 6485997"/>
              <a:gd name="connsiteX3" fmla="*/ 2682346 w 6132723"/>
              <a:gd name="connsiteY3" fmla="*/ 6485997 h 6485997"/>
              <a:gd name="connsiteX4" fmla="*/ 0 w 6132723"/>
              <a:gd name="connsiteY4" fmla="*/ 6485996 h 6485997"/>
              <a:gd name="connsiteX5" fmla="*/ 0 w 6132723"/>
              <a:gd name="connsiteY5" fmla="*/ 16933 h 6485997"/>
              <a:gd name="connsiteX0" fmla="*/ 0 w 6321497"/>
              <a:gd name="connsiteY0" fmla="*/ 16933 h 6485997"/>
              <a:gd name="connsiteX1" fmla="*/ 4832880 w 6321497"/>
              <a:gd name="connsiteY1" fmla="*/ 0 h 6485997"/>
              <a:gd name="connsiteX2" fmla="*/ 6160559 w 6321497"/>
              <a:gd name="connsiteY2" fmla="*/ 4199732 h 6485997"/>
              <a:gd name="connsiteX3" fmla="*/ 2682346 w 6321497"/>
              <a:gd name="connsiteY3" fmla="*/ 6485997 h 6485997"/>
              <a:gd name="connsiteX4" fmla="*/ 0 w 6321497"/>
              <a:gd name="connsiteY4" fmla="*/ 6485996 h 6485997"/>
              <a:gd name="connsiteX5" fmla="*/ 0 w 6321497"/>
              <a:gd name="connsiteY5" fmla="*/ 16933 h 6485997"/>
              <a:gd name="connsiteX0" fmla="*/ 0 w 6374144"/>
              <a:gd name="connsiteY0" fmla="*/ 16933 h 6485997"/>
              <a:gd name="connsiteX1" fmla="*/ 4832880 w 6374144"/>
              <a:gd name="connsiteY1" fmla="*/ 0 h 6485997"/>
              <a:gd name="connsiteX2" fmla="*/ 6160559 w 6374144"/>
              <a:gd name="connsiteY2" fmla="*/ 4199732 h 6485997"/>
              <a:gd name="connsiteX3" fmla="*/ 2682346 w 6374144"/>
              <a:gd name="connsiteY3" fmla="*/ 6485997 h 6485997"/>
              <a:gd name="connsiteX4" fmla="*/ 0 w 6374144"/>
              <a:gd name="connsiteY4" fmla="*/ 6485996 h 6485997"/>
              <a:gd name="connsiteX5" fmla="*/ 0 w 6374144"/>
              <a:gd name="connsiteY5" fmla="*/ 16933 h 6485997"/>
              <a:gd name="connsiteX0" fmla="*/ 0 w 6374144"/>
              <a:gd name="connsiteY0" fmla="*/ 0 h 7569730"/>
              <a:gd name="connsiteX1" fmla="*/ 4832880 w 6374144"/>
              <a:gd name="connsiteY1" fmla="*/ 1083733 h 7569730"/>
              <a:gd name="connsiteX2" fmla="*/ 6160559 w 6374144"/>
              <a:gd name="connsiteY2" fmla="*/ 5283465 h 7569730"/>
              <a:gd name="connsiteX3" fmla="*/ 2682346 w 6374144"/>
              <a:gd name="connsiteY3" fmla="*/ 7569730 h 7569730"/>
              <a:gd name="connsiteX4" fmla="*/ 0 w 6374144"/>
              <a:gd name="connsiteY4" fmla="*/ 7569729 h 7569730"/>
              <a:gd name="connsiteX5" fmla="*/ 0 w 6374144"/>
              <a:gd name="connsiteY5" fmla="*/ 0 h 7569730"/>
              <a:gd name="connsiteX0" fmla="*/ 0 w 6297316"/>
              <a:gd name="connsiteY0" fmla="*/ 84667 h 7654397"/>
              <a:gd name="connsiteX1" fmla="*/ 4612747 w 6297316"/>
              <a:gd name="connsiteY1" fmla="*/ 0 h 7654397"/>
              <a:gd name="connsiteX2" fmla="*/ 6160559 w 6297316"/>
              <a:gd name="connsiteY2" fmla="*/ 5368132 h 7654397"/>
              <a:gd name="connsiteX3" fmla="*/ 2682346 w 6297316"/>
              <a:gd name="connsiteY3" fmla="*/ 7654397 h 7654397"/>
              <a:gd name="connsiteX4" fmla="*/ 0 w 6297316"/>
              <a:gd name="connsiteY4" fmla="*/ 7654396 h 7654397"/>
              <a:gd name="connsiteX5" fmla="*/ 0 w 6297316"/>
              <a:gd name="connsiteY5" fmla="*/ 84667 h 7654397"/>
              <a:gd name="connsiteX0" fmla="*/ 0 w 6326070"/>
              <a:gd name="connsiteY0" fmla="*/ 84667 h 7654397"/>
              <a:gd name="connsiteX1" fmla="*/ 4612747 w 6326070"/>
              <a:gd name="connsiteY1" fmla="*/ 0 h 7654397"/>
              <a:gd name="connsiteX2" fmla="*/ 6160559 w 6326070"/>
              <a:gd name="connsiteY2" fmla="*/ 5368132 h 7654397"/>
              <a:gd name="connsiteX3" fmla="*/ 2682346 w 6326070"/>
              <a:gd name="connsiteY3" fmla="*/ 7654397 h 7654397"/>
              <a:gd name="connsiteX4" fmla="*/ 0 w 6326070"/>
              <a:gd name="connsiteY4" fmla="*/ 7654396 h 7654397"/>
              <a:gd name="connsiteX5" fmla="*/ 0 w 6326070"/>
              <a:gd name="connsiteY5" fmla="*/ 84667 h 7654397"/>
              <a:gd name="connsiteX0" fmla="*/ 0 w 6444076"/>
              <a:gd name="connsiteY0" fmla="*/ 0 h 7569730"/>
              <a:gd name="connsiteX1" fmla="*/ 4951414 w 6444076"/>
              <a:gd name="connsiteY1" fmla="*/ 1117599 h 7569730"/>
              <a:gd name="connsiteX2" fmla="*/ 6160559 w 6444076"/>
              <a:gd name="connsiteY2" fmla="*/ 5283465 h 7569730"/>
              <a:gd name="connsiteX3" fmla="*/ 2682346 w 6444076"/>
              <a:gd name="connsiteY3" fmla="*/ 7569730 h 7569730"/>
              <a:gd name="connsiteX4" fmla="*/ 0 w 6444076"/>
              <a:gd name="connsiteY4" fmla="*/ 7569729 h 7569730"/>
              <a:gd name="connsiteX5" fmla="*/ 0 w 6444076"/>
              <a:gd name="connsiteY5" fmla="*/ 0 h 7569730"/>
              <a:gd name="connsiteX0" fmla="*/ 0 w 6444076"/>
              <a:gd name="connsiteY0" fmla="*/ 1 h 6452131"/>
              <a:gd name="connsiteX1" fmla="*/ 4951414 w 6444076"/>
              <a:gd name="connsiteY1" fmla="*/ 0 h 6452131"/>
              <a:gd name="connsiteX2" fmla="*/ 6160559 w 6444076"/>
              <a:gd name="connsiteY2" fmla="*/ 4165866 h 6452131"/>
              <a:gd name="connsiteX3" fmla="*/ 2682346 w 6444076"/>
              <a:gd name="connsiteY3" fmla="*/ 6452131 h 6452131"/>
              <a:gd name="connsiteX4" fmla="*/ 0 w 6444076"/>
              <a:gd name="connsiteY4" fmla="*/ 6452130 h 6452131"/>
              <a:gd name="connsiteX5" fmla="*/ 0 w 6444076"/>
              <a:gd name="connsiteY5" fmla="*/ 1 h 6452131"/>
              <a:gd name="connsiteX0" fmla="*/ 0 w 6347339"/>
              <a:gd name="connsiteY0" fmla="*/ 1 h 6452131"/>
              <a:gd name="connsiteX1" fmla="*/ 4951414 w 6347339"/>
              <a:gd name="connsiteY1" fmla="*/ 0 h 6452131"/>
              <a:gd name="connsiteX2" fmla="*/ 6008159 w 6347339"/>
              <a:gd name="connsiteY2" fmla="*/ 4182799 h 6452131"/>
              <a:gd name="connsiteX3" fmla="*/ 2682346 w 6347339"/>
              <a:gd name="connsiteY3" fmla="*/ 6452131 h 6452131"/>
              <a:gd name="connsiteX4" fmla="*/ 0 w 6347339"/>
              <a:gd name="connsiteY4" fmla="*/ 6452130 h 6452131"/>
              <a:gd name="connsiteX5" fmla="*/ 0 w 6347339"/>
              <a:gd name="connsiteY5" fmla="*/ 1 h 6452131"/>
              <a:gd name="connsiteX0" fmla="*/ 0 w 6368712"/>
              <a:gd name="connsiteY0" fmla="*/ 1 h 6452131"/>
              <a:gd name="connsiteX1" fmla="*/ 4951414 w 6368712"/>
              <a:gd name="connsiteY1" fmla="*/ 0 h 6452131"/>
              <a:gd name="connsiteX2" fmla="*/ 6008159 w 6368712"/>
              <a:gd name="connsiteY2" fmla="*/ 4182799 h 6452131"/>
              <a:gd name="connsiteX3" fmla="*/ 2682346 w 6368712"/>
              <a:gd name="connsiteY3" fmla="*/ 6452131 h 6452131"/>
              <a:gd name="connsiteX4" fmla="*/ 0 w 6368712"/>
              <a:gd name="connsiteY4" fmla="*/ 6452130 h 6452131"/>
              <a:gd name="connsiteX5" fmla="*/ 0 w 6368712"/>
              <a:gd name="connsiteY5" fmla="*/ 1 h 6452131"/>
              <a:gd name="connsiteX0" fmla="*/ 0 w 6290901"/>
              <a:gd name="connsiteY0" fmla="*/ 1 h 6452131"/>
              <a:gd name="connsiteX1" fmla="*/ 4951414 w 6290901"/>
              <a:gd name="connsiteY1" fmla="*/ 0 h 6452131"/>
              <a:gd name="connsiteX2" fmla="*/ 6008159 w 6290901"/>
              <a:gd name="connsiteY2" fmla="*/ 4182799 h 6452131"/>
              <a:gd name="connsiteX3" fmla="*/ 2682346 w 6290901"/>
              <a:gd name="connsiteY3" fmla="*/ 6452131 h 6452131"/>
              <a:gd name="connsiteX4" fmla="*/ 0 w 6290901"/>
              <a:gd name="connsiteY4" fmla="*/ 6452130 h 6452131"/>
              <a:gd name="connsiteX5" fmla="*/ 0 w 6290901"/>
              <a:gd name="connsiteY5" fmla="*/ 1 h 6452131"/>
              <a:gd name="connsiteX0" fmla="*/ 0 w 6243018"/>
              <a:gd name="connsiteY0" fmla="*/ 1 h 6452131"/>
              <a:gd name="connsiteX1" fmla="*/ 4951414 w 6243018"/>
              <a:gd name="connsiteY1" fmla="*/ 0 h 6452131"/>
              <a:gd name="connsiteX2" fmla="*/ 6008159 w 6243018"/>
              <a:gd name="connsiteY2" fmla="*/ 4182799 h 6452131"/>
              <a:gd name="connsiteX3" fmla="*/ 2682346 w 6243018"/>
              <a:gd name="connsiteY3" fmla="*/ 6452131 h 6452131"/>
              <a:gd name="connsiteX4" fmla="*/ 0 w 6243018"/>
              <a:gd name="connsiteY4" fmla="*/ 6452130 h 6452131"/>
              <a:gd name="connsiteX5" fmla="*/ 0 w 6243018"/>
              <a:gd name="connsiteY5" fmla="*/ 1 h 6452131"/>
              <a:gd name="connsiteX0" fmla="*/ 0 w 6275519"/>
              <a:gd name="connsiteY0" fmla="*/ 1 h 6452131"/>
              <a:gd name="connsiteX1" fmla="*/ 4951414 w 6275519"/>
              <a:gd name="connsiteY1" fmla="*/ 0 h 6452131"/>
              <a:gd name="connsiteX2" fmla="*/ 6058959 w 6275519"/>
              <a:gd name="connsiteY2" fmla="*/ 4115066 h 6452131"/>
              <a:gd name="connsiteX3" fmla="*/ 2682346 w 6275519"/>
              <a:gd name="connsiteY3" fmla="*/ 6452131 h 6452131"/>
              <a:gd name="connsiteX4" fmla="*/ 0 w 6275519"/>
              <a:gd name="connsiteY4" fmla="*/ 6452130 h 6452131"/>
              <a:gd name="connsiteX5" fmla="*/ 0 w 6275519"/>
              <a:gd name="connsiteY5" fmla="*/ 1 h 6452131"/>
              <a:gd name="connsiteX0" fmla="*/ 0 w 6312252"/>
              <a:gd name="connsiteY0" fmla="*/ 1 h 6452131"/>
              <a:gd name="connsiteX1" fmla="*/ 4951414 w 6312252"/>
              <a:gd name="connsiteY1" fmla="*/ 0 h 6452131"/>
              <a:gd name="connsiteX2" fmla="*/ 6058959 w 6312252"/>
              <a:gd name="connsiteY2" fmla="*/ 4115066 h 6452131"/>
              <a:gd name="connsiteX3" fmla="*/ 2682346 w 6312252"/>
              <a:gd name="connsiteY3" fmla="*/ 6452131 h 6452131"/>
              <a:gd name="connsiteX4" fmla="*/ 0 w 6312252"/>
              <a:gd name="connsiteY4" fmla="*/ 6452130 h 6452131"/>
              <a:gd name="connsiteX5" fmla="*/ 0 w 6312252"/>
              <a:gd name="connsiteY5" fmla="*/ 1 h 6452131"/>
              <a:gd name="connsiteX0" fmla="*/ 0 w 6236971"/>
              <a:gd name="connsiteY0" fmla="*/ 1 h 6452131"/>
              <a:gd name="connsiteX1" fmla="*/ 4951414 w 6236971"/>
              <a:gd name="connsiteY1" fmla="*/ 0 h 6452131"/>
              <a:gd name="connsiteX2" fmla="*/ 5940426 w 6236971"/>
              <a:gd name="connsiteY2" fmla="*/ 4250532 h 6452131"/>
              <a:gd name="connsiteX3" fmla="*/ 2682346 w 6236971"/>
              <a:gd name="connsiteY3" fmla="*/ 6452131 h 6452131"/>
              <a:gd name="connsiteX4" fmla="*/ 0 w 6236971"/>
              <a:gd name="connsiteY4" fmla="*/ 6452130 h 6452131"/>
              <a:gd name="connsiteX5" fmla="*/ 0 w 6236971"/>
              <a:gd name="connsiteY5" fmla="*/ 1 h 6452131"/>
              <a:gd name="connsiteX0" fmla="*/ 0 w 6229846"/>
              <a:gd name="connsiteY0" fmla="*/ 1 h 6452131"/>
              <a:gd name="connsiteX1" fmla="*/ 4951414 w 6229846"/>
              <a:gd name="connsiteY1" fmla="*/ 0 h 6452131"/>
              <a:gd name="connsiteX2" fmla="*/ 5940426 w 6229846"/>
              <a:gd name="connsiteY2" fmla="*/ 4250532 h 6452131"/>
              <a:gd name="connsiteX3" fmla="*/ 2682346 w 6229846"/>
              <a:gd name="connsiteY3" fmla="*/ 6452131 h 6452131"/>
              <a:gd name="connsiteX4" fmla="*/ 0 w 6229846"/>
              <a:gd name="connsiteY4" fmla="*/ 6452130 h 6452131"/>
              <a:gd name="connsiteX5" fmla="*/ 0 w 6229846"/>
              <a:gd name="connsiteY5" fmla="*/ 1 h 6452131"/>
              <a:gd name="connsiteX0" fmla="*/ 0 w 6208551"/>
              <a:gd name="connsiteY0" fmla="*/ 1 h 6452131"/>
              <a:gd name="connsiteX1" fmla="*/ 4951414 w 6208551"/>
              <a:gd name="connsiteY1" fmla="*/ 0 h 6452131"/>
              <a:gd name="connsiteX2" fmla="*/ 5940426 w 6208551"/>
              <a:gd name="connsiteY2" fmla="*/ 4250532 h 6452131"/>
              <a:gd name="connsiteX3" fmla="*/ 2682346 w 6208551"/>
              <a:gd name="connsiteY3" fmla="*/ 6452131 h 6452131"/>
              <a:gd name="connsiteX4" fmla="*/ 0 w 6208551"/>
              <a:gd name="connsiteY4" fmla="*/ 6452130 h 6452131"/>
              <a:gd name="connsiteX5" fmla="*/ 0 w 6208551"/>
              <a:gd name="connsiteY5" fmla="*/ 1 h 6452131"/>
              <a:gd name="connsiteX0" fmla="*/ 0 w 6213966"/>
              <a:gd name="connsiteY0" fmla="*/ 1 h 6452131"/>
              <a:gd name="connsiteX1" fmla="*/ 4951414 w 6213966"/>
              <a:gd name="connsiteY1" fmla="*/ 0 h 6452131"/>
              <a:gd name="connsiteX2" fmla="*/ 5940426 w 6213966"/>
              <a:gd name="connsiteY2" fmla="*/ 4250532 h 6452131"/>
              <a:gd name="connsiteX3" fmla="*/ 2682346 w 6213966"/>
              <a:gd name="connsiteY3" fmla="*/ 6452131 h 6452131"/>
              <a:gd name="connsiteX4" fmla="*/ 0 w 6213966"/>
              <a:gd name="connsiteY4" fmla="*/ 6452130 h 6452131"/>
              <a:gd name="connsiteX5" fmla="*/ 0 w 6213966"/>
              <a:gd name="connsiteY5" fmla="*/ 1 h 6452131"/>
              <a:gd name="connsiteX0" fmla="*/ 0 w 6321194"/>
              <a:gd name="connsiteY0" fmla="*/ 1 h 6452131"/>
              <a:gd name="connsiteX1" fmla="*/ 4951414 w 6321194"/>
              <a:gd name="connsiteY1" fmla="*/ 0 h 6452131"/>
              <a:gd name="connsiteX2" fmla="*/ 6109759 w 6321194"/>
              <a:gd name="connsiteY2" fmla="*/ 4098132 h 6452131"/>
              <a:gd name="connsiteX3" fmla="*/ 2682346 w 6321194"/>
              <a:gd name="connsiteY3" fmla="*/ 6452131 h 6452131"/>
              <a:gd name="connsiteX4" fmla="*/ 0 w 6321194"/>
              <a:gd name="connsiteY4" fmla="*/ 6452130 h 6452131"/>
              <a:gd name="connsiteX5" fmla="*/ 0 w 6321194"/>
              <a:gd name="connsiteY5" fmla="*/ 1 h 6452131"/>
              <a:gd name="connsiteX0" fmla="*/ 0 w 6266005"/>
              <a:gd name="connsiteY0" fmla="*/ 1 h 6452131"/>
              <a:gd name="connsiteX1" fmla="*/ 4951414 w 6266005"/>
              <a:gd name="connsiteY1" fmla="*/ 0 h 6452131"/>
              <a:gd name="connsiteX2" fmla="*/ 6025092 w 6266005"/>
              <a:gd name="connsiteY2" fmla="*/ 4216665 h 6452131"/>
              <a:gd name="connsiteX3" fmla="*/ 2682346 w 6266005"/>
              <a:gd name="connsiteY3" fmla="*/ 6452131 h 6452131"/>
              <a:gd name="connsiteX4" fmla="*/ 0 w 6266005"/>
              <a:gd name="connsiteY4" fmla="*/ 6452130 h 6452131"/>
              <a:gd name="connsiteX5" fmla="*/ 0 w 6266005"/>
              <a:gd name="connsiteY5" fmla="*/ 1 h 6452131"/>
              <a:gd name="connsiteX0" fmla="*/ 0 w 6266005"/>
              <a:gd name="connsiteY0" fmla="*/ 0 h 6472450"/>
              <a:gd name="connsiteX1" fmla="*/ 4951414 w 6266005"/>
              <a:gd name="connsiteY1" fmla="*/ 20319 h 6472450"/>
              <a:gd name="connsiteX2" fmla="*/ 6025092 w 6266005"/>
              <a:gd name="connsiteY2" fmla="*/ 4236984 h 6472450"/>
              <a:gd name="connsiteX3" fmla="*/ 2682346 w 6266005"/>
              <a:gd name="connsiteY3" fmla="*/ 6472450 h 6472450"/>
              <a:gd name="connsiteX4" fmla="*/ 0 w 6266005"/>
              <a:gd name="connsiteY4" fmla="*/ 6472449 h 6472450"/>
              <a:gd name="connsiteX5" fmla="*/ 0 w 6266005"/>
              <a:gd name="connsiteY5" fmla="*/ 0 h 6472450"/>
              <a:gd name="connsiteX0" fmla="*/ 0 w 6321305"/>
              <a:gd name="connsiteY0" fmla="*/ 10161 h 6482611"/>
              <a:gd name="connsiteX1" fmla="*/ 4961574 w 6321305"/>
              <a:gd name="connsiteY1" fmla="*/ 0 h 6482611"/>
              <a:gd name="connsiteX2" fmla="*/ 6025092 w 6321305"/>
              <a:gd name="connsiteY2" fmla="*/ 4247145 h 6482611"/>
              <a:gd name="connsiteX3" fmla="*/ 2682346 w 6321305"/>
              <a:gd name="connsiteY3" fmla="*/ 6482611 h 6482611"/>
              <a:gd name="connsiteX4" fmla="*/ 0 w 6321305"/>
              <a:gd name="connsiteY4" fmla="*/ 6482610 h 6482611"/>
              <a:gd name="connsiteX5" fmla="*/ 0 w 6321305"/>
              <a:gd name="connsiteY5" fmla="*/ 10161 h 6482611"/>
              <a:gd name="connsiteX0" fmla="*/ 0 w 6281673"/>
              <a:gd name="connsiteY0" fmla="*/ 10161 h 6482611"/>
              <a:gd name="connsiteX1" fmla="*/ 4961574 w 6281673"/>
              <a:gd name="connsiteY1" fmla="*/ 0 h 6482611"/>
              <a:gd name="connsiteX2" fmla="*/ 6025092 w 6281673"/>
              <a:gd name="connsiteY2" fmla="*/ 4247145 h 6482611"/>
              <a:gd name="connsiteX3" fmla="*/ 2682346 w 6281673"/>
              <a:gd name="connsiteY3" fmla="*/ 6482611 h 6482611"/>
              <a:gd name="connsiteX4" fmla="*/ 0 w 6281673"/>
              <a:gd name="connsiteY4" fmla="*/ 6482610 h 6482611"/>
              <a:gd name="connsiteX5" fmla="*/ 0 w 6281673"/>
              <a:gd name="connsiteY5" fmla="*/ 10161 h 6482611"/>
              <a:gd name="connsiteX0" fmla="*/ 0 w 6263095"/>
              <a:gd name="connsiteY0" fmla="*/ 10161 h 6482610"/>
              <a:gd name="connsiteX1" fmla="*/ 4961574 w 6263095"/>
              <a:gd name="connsiteY1" fmla="*/ 0 h 6482610"/>
              <a:gd name="connsiteX2" fmla="*/ 6025092 w 6263095"/>
              <a:gd name="connsiteY2" fmla="*/ 4247145 h 6482610"/>
              <a:gd name="connsiteX3" fmla="*/ 2936346 w 6263095"/>
              <a:gd name="connsiteY3" fmla="*/ 6472451 h 6482610"/>
              <a:gd name="connsiteX4" fmla="*/ 0 w 6263095"/>
              <a:gd name="connsiteY4" fmla="*/ 6482610 h 6482610"/>
              <a:gd name="connsiteX5" fmla="*/ 0 w 6263095"/>
              <a:gd name="connsiteY5" fmla="*/ 10161 h 6482610"/>
              <a:gd name="connsiteX0" fmla="*/ 0 w 6263095"/>
              <a:gd name="connsiteY0" fmla="*/ 10161 h 6482610"/>
              <a:gd name="connsiteX1" fmla="*/ 4961574 w 6263095"/>
              <a:gd name="connsiteY1" fmla="*/ 0 h 6482610"/>
              <a:gd name="connsiteX2" fmla="*/ 6025092 w 6263095"/>
              <a:gd name="connsiteY2" fmla="*/ 4247145 h 6482610"/>
              <a:gd name="connsiteX3" fmla="*/ 2936346 w 6263095"/>
              <a:gd name="connsiteY3" fmla="*/ 6472451 h 6482610"/>
              <a:gd name="connsiteX4" fmla="*/ 0 w 6263095"/>
              <a:gd name="connsiteY4" fmla="*/ 6482610 h 6482610"/>
              <a:gd name="connsiteX5" fmla="*/ 0 w 6263095"/>
              <a:gd name="connsiteY5" fmla="*/ 10161 h 6482610"/>
              <a:gd name="connsiteX0" fmla="*/ 0 w 6289855"/>
              <a:gd name="connsiteY0" fmla="*/ 10161 h 6482610"/>
              <a:gd name="connsiteX1" fmla="*/ 4961574 w 6289855"/>
              <a:gd name="connsiteY1" fmla="*/ 0 h 6482610"/>
              <a:gd name="connsiteX2" fmla="*/ 6025092 w 6289855"/>
              <a:gd name="connsiteY2" fmla="*/ 4247145 h 6482610"/>
              <a:gd name="connsiteX3" fmla="*/ 2936346 w 6289855"/>
              <a:gd name="connsiteY3" fmla="*/ 6472451 h 6482610"/>
              <a:gd name="connsiteX4" fmla="*/ 0 w 6289855"/>
              <a:gd name="connsiteY4" fmla="*/ 6482610 h 6482610"/>
              <a:gd name="connsiteX5" fmla="*/ 0 w 6289855"/>
              <a:gd name="connsiteY5" fmla="*/ 10161 h 6482610"/>
              <a:gd name="connsiteX0" fmla="*/ 0 w 6276060"/>
              <a:gd name="connsiteY0" fmla="*/ 10161 h 6482610"/>
              <a:gd name="connsiteX1" fmla="*/ 4961574 w 6276060"/>
              <a:gd name="connsiteY1" fmla="*/ 0 h 6482610"/>
              <a:gd name="connsiteX2" fmla="*/ 6004772 w 6276060"/>
              <a:gd name="connsiteY2" fmla="*/ 4206505 h 6482610"/>
              <a:gd name="connsiteX3" fmla="*/ 2936346 w 6276060"/>
              <a:gd name="connsiteY3" fmla="*/ 6472451 h 6482610"/>
              <a:gd name="connsiteX4" fmla="*/ 0 w 6276060"/>
              <a:gd name="connsiteY4" fmla="*/ 6482610 h 6482610"/>
              <a:gd name="connsiteX5" fmla="*/ 0 w 6276060"/>
              <a:gd name="connsiteY5" fmla="*/ 10161 h 6482610"/>
              <a:gd name="connsiteX0" fmla="*/ 0 w 6303818"/>
              <a:gd name="connsiteY0" fmla="*/ 10161 h 6482610"/>
              <a:gd name="connsiteX1" fmla="*/ 4961574 w 6303818"/>
              <a:gd name="connsiteY1" fmla="*/ 0 h 6482610"/>
              <a:gd name="connsiteX2" fmla="*/ 6045412 w 6303818"/>
              <a:gd name="connsiteY2" fmla="*/ 4216665 h 6482610"/>
              <a:gd name="connsiteX3" fmla="*/ 2936346 w 6303818"/>
              <a:gd name="connsiteY3" fmla="*/ 6472451 h 6482610"/>
              <a:gd name="connsiteX4" fmla="*/ 0 w 6303818"/>
              <a:gd name="connsiteY4" fmla="*/ 6482610 h 6482610"/>
              <a:gd name="connsiteX5" fmla="*/ 0 w 6303818"/>
              <a:gd name="connsiteY5" fmla="*/ 10161 h 6482610"/>
              <a:gd name="connsiteX0" fmla="*/ 0 w 6317252"/>
              <a:gd name="connsiteY0" fmla="*/ 10161 h 6482610"/>
              <a:gd name="connsiteX1" fmla="*/ 4961574 w 6317252"/>
              <a:gd name="connsiteY1" fmla="*/ 0 h 6482610"/>
              <a:gd name="connsiteX2" fmla="*/ 6045412 w 6317252"/>
              <a:gd name="connsiteY2" fmla="*/ 4216665 h 6482610"/>
              <a:gd name="connsiteX3" fmla="*/ 2936346 w 6317252"/>
              <a:gd name="connsiteY3" fmla="*/ 6472451 h 6482610"/>
              <a:gd name="connsiteX4" fmla="*/ 0 w 6317252"/>
              <a:gd name="connsiteY4" fmla="*/ 6482610 h 6482610"/>
              <a:gd name="connsiteX5" fmla="*/ 0 w 6317252"/>
              <a:gd name="connsiteY5" fmla="*/ 10161 h 6482610"/>
              <a:gd name="connsiteX0" fmla="*/ 0 w 6303818"/>
              <a:gd name="connsiteY0" fmla="*/ 10161 h 6482610"/>
              <a:gd name="connsiteX1" fmla="*/ 4961574 w 6303818"/>
              <a:gd name="connsiteY1" fmla="*/ 0 h 6482610"/>
              <a:gd name="connsiteX2" fmla="*/ 6045412 w 6303818"/>
              <a:gd name="connsiteY2" fmla="*/ 4216665 h 6482610"/>
              <a:gd name="connsiteX3" fmla="*/ 2936346 w 6303818"/>
              <a:gd name="connsiteY3" fmla="*/ 6472451 h 6482610"/>
              <a:gd name="connsiteX4" fmla="*/ 0 w 6303818"/>
              <a:gd name="connsiteY4" fmla="*/ 6482610 h 6482610"/>
              <a:gd name="connsiteX5" fmla="*/ 0 w 6303818"/>
              <a:gd name="connsiteY5" fmla="*/ 10161 h 6482610"/>
              <a:gd name="connsiteX0" fmla="*/ 0 w 6317252"/>
              <a:gd name="connsiteY0" fmla="*/ 10161 h 6482610"/>
              <a:gd name="connsiteX1" fmla="*/ 4961574 w 6317252"/>
              <a:gd name="connsiteY1" fmla="*/ 0 h 6482610"/>
              <a:gd name="connsiteX2" fmla="*/ 6045412 w 6317252"/>
              <a:gd name="connsiteY2" fmla="*/ 4216665 h 6482610"/>
              <a:gd name="connsiteX3" fmla="*/ 2936346 w 6317252"/>
              <a:gd name="connsiteY3" fmla="*/ 6472451 h 6482610"/>
              <a:gd name="connsiteX4" fmla="*/ 0 w 6317252"/>
              <a:gd name="connsiteY4" fmla="*/ 6482610 h 6482610"/>
              <a:gd name="connsiteX5" fmla="*/ 0 w 6317252"/>
              <a:gd name="connsiteY5" fmla="*/ 10161 h 6482610"/>
              <a:gd name="connsiteX0" fmla="*/ 0 w 6299936"/>
              <a:gd name="connsiteY0" fmla="*/ 10161 h 6482610"/>
              <a:gd name="connsiteX1" fmla="*/ 4961574 w 6299936"/>
              <a:gd name="connsiteY1" fmla="*/ 0 h 6482610"/>
              <a:gd name="connsiteX2" fmla="*/ 6020245 w 6299936"/>
              <a:gd name="connsiteY2" fmla="*/ 4216665 h 6482610"/>
              <a:gd name="connsiteX3" fmla="*/ 2936346 w 6299936"/>
              <a:gd name="connsiteY3" fmla="*/ 6472451 h 6482610"/>
              <a:gd name="connsiteX4" fmla="*/ 0 w 6299936"/>
              <a:gd name="connsiteY4" fmla="*/ 6482610 h 6482610"/>
              <a:gd name="connsiteX5" fmla="*/ 0 w 6299936"/>
              <a:gd name="connsiteY5" fmla="*/ 10161 h 6482610"/>
              <a:gd name="connsiteX0" fmla="*/ 0 w 6267165"/>
              <a:gd name="connsiteY0" fmla="*/ 10161 h 6489229"/>
              <a:gd name="connsiteX1" fmla="*/ 4961574 w 6267165"/>
              <a:gd name="connsiteY1" fmla="*/ 0 h 6489229"/>
              <a:gd name="connsiteX2" fmla="*/ 6020245 w 6267165"/>
              <a:gd name="connsiteY2" fmla="*/ 4216665 h 6489229"/>
              <a:gd name="connsiteX3" fmla="*/ 2835678 w 6267165"/>
              <a:gd name="connsiteY3" fmla="*/ 6489229 h 6489229"/>
              <a:gd name="connsiteX4" fmla="*/ 0 w 6267165"/>
              <a:gd name="connsiteY4" fmla="*/ 6482610 h 6489229"/>
              <a:gd name="connsiteX5" fmla="*/ 0 w 6267165"/>
              <a:gd name="connsiteY5" fmla="*/ 10161 h 6489229"/>
              <a:gd name="connsiteX0" fmla="*/ 0 w 6295968"/>
              <a:gd name="connsiteY0" fmla="*/ 10161 h 6489229"/>
              <a:gd name="connsiteX1" fmla="*/ 4961574 w 6295968"/>
              <a:gd name="connsiteY1" fmla="*/ 0 h 6489229"/>
              <a:gd name="connsiteX2" fmla="*/ 6062190 w 6295968"/>
              <a:gd name="connsiteY2" fmla="*/ 4107608 h 6489229"/>
              <a:gd name="connsiteX3" fmla="*/ 2835678 w 6295968"/>
              <a:gd name="connsiteY3" fmla="*/ 6489229 h 6489229"/>
              <a:gd name="connsiteX4" fmla="*/ 0 w 6295968"/>
              <a:gd name="connsiteY4" fmla="*/ 6482610 h 6489229"/>
              <a:gd name="connsiteX5" fmla="*/ 0 w 6295968"/>
              <a:gd name="connsiteY5" fmla="*/ 10161 h 6489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95968" h="6489229">
                <a:moveTo>
                  <a:pt x="0" y="10161"/>
                </a:moveTo>
                <a:lnTo>
                  <a:pt x="4961574" y="0"/>
                </a:lnTo>
                <a:cubicBezTo>
                  <a:pt x="6577772" y="1459654"/>
                  <a:pt x="6416506" y="3026070"/>
                  <a:pt x="6062190" y="4107608"/>
                </a:cubicBezTo>
                <a:cubicBezTo>
                  <a:pt x="5707874" y="5189146"/>
                  <a:pt x="4550090" y="6306349"/>
                  <a:pt x="2835678" y="6489229"/>
                </a:cubicBezTo>
                <a:lnTo>
                  <a:pt x="0" y="6482610"/>
                </a:lnTo>
                <a:lnTo>
                  <a:pt x="0" y="10161"/>
                </a:lnTo>
                <a:close/>
              </a:path>
            </a:pathLst>
          </a:custGeom>
        </p:spPr>
        <p:txBody>
          <a:bodyPr/>
          <a:lstStyle/>
          <a:p>
            <a:endParaRPr lang="en-IN"/>
          </a:p>
        </p:txBody>
      </p:sp>
      <p:sp>
        <p:nvSpPr>
          <p:cNvPr id="6" name="Title 1">
            <a:extLst>
              <a:ext uri="{FF2B5EF4-FFF2-40B4-BE49-F238E27FC236}">
                <a16:creationId xmlns:a16="http://schemas.microsoft.com/office/drawing/2014/main" id="{7B6A8123-506A-0865-AB94-A2207641AC8C}"/>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7" name="Rectangle 6">
            <a:extLst>
              <a:ext uri="{FF2B5EF4-FFF2-40B4-BE49-F238E27FC236}">
                <a16:creationId xmlns:a16="http://schemas.microsoft.com/office/drawing/2014/main" id="{D60AFFB5-3AED-8612-37BC-EAB3C6E0800F}"/>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4BBCE8C8-8FF1-ABEF-884F-7F80F4D743E4}"/>
              </a:ext>
            </a:extLst>
          </p:cNvPr>
          <p:cNvSpPr/>
          <p:nvPr userDrawn="1"/>
        </p:nvSpPr>
        <p:spPr>
          <a:xfrm>
            <a:off x="2133600" y="1548789"/>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3279B870-F6B4-628E-51FC-C98DD95C444D}"/>
              </a:ext>
            </a:extLst>
          </p:cNvPr>
          <p:cNvSpPr/>
          <p:nvPr userDrawn="1"/>
        </p:nvSpPr>
        <p:spPr>
          <a:xfrm>
            <a:off x="2133600" y="2496552"/>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4F6F51E1-0D27-5751-5AE0-EEA5852C34FE}"/>
              </a:ext>
            </a:extLst>
          </p:cNvPr>
          <p:cNvSpPr/>
          <p:nvPr userDrawn="1"/>
        </p:nvSpPr>
        <p:spPr>
          <a:xfrm>
            <a:off x="2133600" y="3444315"/>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922D180F-CDD9-9E6F-F4DC-1D36559C7FE7}"/>
              </a:ext>
            </a:extLst>
          </p:cNvPr>
          <p:cNvSpPr/>
          <p:nvPr userDrawn="1"/>
        </p:nvSpPr>
        <p:spPr>
          <a:xfrm>
            <a:off x="2133600" y="4392077"/>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B78E1E1B-6B22-2275-1DEC-E2497CE4C981}"/>
              </a:ext>
            </a:extLst>
          </p:cNvPr>
          <p:cNvSpPr/>
          <p:nvPr userDrawn="1"/>
        </p:nvSpPr>
        <p:spPr>
          <a:xfrm>
            <a:off x="2133600" y="5360440"/>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Content Placeholder 50">
            <a:extLst>
              <a:ext uri="{FF2B5EF4-FFF2-40B4-BE49-F238E27FC236}">
                <a16:creationId xmlns:a16="http://schemas.microsoft.com/office/drawing/2014/main" id="{FDCAE5CE-F9E8-D464-306C-C73CA8A9B1B5}"/>
              </a:ext>
            </a:extLst>
          </p:cNvPr>
          <p:cNvSpPr>
            <a:spLocks noGrp="1"/>
          </p:cNvSpPr>
          <p:nvPr>
            <p:ph sz="quarter" idx="14" hasCustomPrompt="1"/>
          </p:nvPr>
        </p:nvSpPr>
        <p:spPr>
          <a:xfrm>
            <a:off x="4536599" y="1480628"/>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a:t>01</a:t>
            </a:r>
            <a:endParaRPr lang="en-IN"/>
          </a:p>
        </p:txBody>
      </p:sp>
      <p:sp>
        <p:nvSpPr>
          <p:cNvPr id="79" name="Content Placeholder 50">
            <a:extLst>
              <a:ext uri="{FF2B5EF4-FFF2-40B4-BE49-F238E27FC236}">
                <a16:creationId xmlns:a16="http://schemas.microsoft.com/office/drawing/2014/main" id="{A97061D2-4941-91EE-E837-F1043807B992}"/>
              </a:ext>
            </a:extLst>
          </p:cNvPr>
          <p:cNvSpPr>
            <a:spLocks noGrp="1"/>
          </p:cNvSpPr>
          <p:nvPr>
            <p:ph sz="quarter" idx="15" hasCustomPrompt="1"/>
          </p:nvPr>
        </p:nvSpPr>
        <p:spPr>
          <a:xfrm>
            <a:off x="4544561" y="2428670"/>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a:t>02</a:t>
            </a:r>
            <a:endParaRPr lang="en-IN"/>
          </a:p>
        </p:txBody>
      </p:sp>
      <p:sp>
        <p:nvSpPr>
          <p:cNvPr id="80" name="Content Placeholder 50">
            <a:extLst>
              <a:ext uri="{FF2B5EF4-FFF2-40B4-BE49-F238E27FC236}">
                <a16:creationId xmlns:a16="http://schemas.microsoft.com/office/drawing/2014/main" id="{32BFEA47-006D-C0B3-955B-EA46F126A4B5}"/>
              </a:ext>
            </a:extLst>
          </p:cNvPr>
          <p:cNvSpPr>
            <a:spLocks noGrp="1"/>
          </p:cNvSpPr>
          <p:nvPr>
            <p:ph sz="quarter" idx="16" hasCustomPrompt="1"/>
          </p:nvPr>
        </p:nvSpPr>
        <p:spPr>
          <a:xfrm>
            <a:off x="4511669" y="3378453"/>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a:t>03</a:t>
            </a:r>
            <a:endParaRPr lang="en-IN"/>
          </a:p>
        </p:txBody>
      </p:sp>
      <p:sp>
        <p:nvSpPr>
          <p:cNvPr id="81" name="Content Placeholder 50">
            <a:extLst>
              <a:ext uri="{FF2B5EF4-FFF2-40B4-BE49-F238E27FC236}">
                <a16:creationId xmlns:a16="http://schemas.microsoft.com/office/drawing/2014/main" id="{FEE7EDF9-F39F-9CE3-B606-01ED62D0220C}"/>
              </a:ext>
            </a:extLst>
          </p:cNvPr>
          <p:cNvSpPr>
            <a:spLocks noGrp="1"/>
          </p:cNvSpPr>
          <p:nvPr>
            <p:ph sz="quarter" idx="17" hasCustomPrompt="1"/>
          </p:nvPr>
        </p:nvSpPr>
        <p:spPr>
          <a:xfrm>
            <a:off x="4530481" y="4341722"/>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a:t>04</a:t>
            </a:r>
            <a:endParaRPr lang="en-IN"/>
          </a:p>
        </p:txBody>
      </p:sp>
      <p:sp>
        <p:nvSpPr>
          <p:cNvPr id="82" name="Content Placeholder 50">
            <a:extLst>
              <a:ext uri="{FF2B5EF4-FFF2-40B4-BE49-F238E27FC236}">
                <a16:creationId xmlns:a16="http://schemas.microsoft.com/office/drawing/2014/main" id="{F5A9671E-0D3D-4BAC-C7FF-F65B784C1823}"/>
              </a:ext>
            </a:extLst>
          </p:cNvPr>
          <p:cNvSpPr>
            <a:spLocks noGrp="1"/>
          </p:cNvSpPr>
          <p:nvPr>
            <p:ph sz="quarter" idx="18" hasCustomPrompt="1"/>
          </p:nvPr>
        </p:nvSpPr>
        <p:spPr>
          <a:xfrm>
            <a:off x="4530480" y="5274877"/>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a:t>05</a:t>
            </a:r>
            <a:endParaRPr lang="en-IN"/>
          </a:p>
        </p:txBody>
      </p:sp>
      <p:sp>
        <p:nvSpPr>
          <p:cNvPr id="83" name="Text Placeholder 37">
            <a:extLst>
              <a:ext uri="{FF2B5EF4-FFF2-40B4-BE49-F238E27FC236}">
                <a16:creationId xmlns:a16="http://schemas.microsoft.com/office/drawing/2014/main" id="{BC19F703-56FB-2261-A61F-F258FEF22B05}"/>
              </a:ext>
            </a:extLst>
          </p:cNvPr>
          <p:cNvSpPr>
            <a:spLocks noGrp="1"/>
          </p:cNvSpPr>
          <p:nvPr>
            <p:ph type="body" sz="quarter" idx="21" hasCustomPrompt="1"/>
          </p:nvPr>
        </p:nvSpPr>
        <p:spPr>
          <a:xfrm>
            <a:off x="5500426" y="1691896"/>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84" name="Text Placeholder 37">
            <a:extLst>
              <a:ext uri="{FF2B5EF4-FFF2-40B4-BE49-F238E27FC236}">
                <a16:creationId xmlns:a16="http://schemas.microsoft.com/office/drawing/2014/main" id="{298392FB-6B4D-EA43-EAC9-9078A913EC52}"/>
              </a:ext>
            </a:extLst>
          </p:cNvPr>
          <p:cNvSpPr>
            <a:spLocks noGrp="1"/>
          </p:cNvSpPr>
          <p:nvPr>
            <p:ph type="body" sz="quarter" idx="22" hasCustomPrompt="1"/>
          </p:nvPr>
        </p:nvSpPr>
        <p:spPr>
          <a:xfrm>
            <a:off x="5500425" y="2664887"/>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6" name="Text Placeholder 37">
            <a:extLst>
              <a:ext uri="{FF2B5EF4-FFF2-40B4-BE49-F238E27FC236}">
                <a16:creationId xmlns:a16="http://schemas.microsoft.com/office/drawing/2014/main" id="{8F55CB87-18A7-DC73-05FF-DD116AE8E48B}"/>
              </a:ext>
            </a:extLst>
          </p:cNvPr>
          <p:cNvSpPr>
            <a:spLocks noGrp="1"/>
          </p:cNvSpPr>
          <p:nvPr>
            <p:ph type="body" sz="quarter" idx="23" hasCustomPrompt="1"/>
          </p:nvPr>
        </p:nvSpPr>
        <p:spPr>
          <a:xfrm>
            <a:off x="5500426" y="3590697"/>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7" name="Text Placeholder 37">
            <a:extLst>
              <a:ext uri="{FF2B5EF4-FFF2-40B4-BE49-F238E27FC236}">
                <a16:creationId xmlns:a16="http://schemas.microsoft.com/office/drawing/2014/main" id="{9AC48981-1831-177D-E35E-A52CECE6685E}"/>
              </a:ext>
            </a:extLst>
          </p:cNvPr>
          <p:cNvSpPr>
            <a:spLocks noGrp="1"/>
          </p:cNvSpPr>
          <p:nvPr>
            <p:ph type="body" sz="quarter" idx="24" hasCustomPrompt="1"/>
          </p:nvPr>
        </p:nvSpPr>
        <p:spPr>
          <a:xfrm>
            <a:off x="5500425" y="4563688"/>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20" name="Text Placeholder 37">
            <a:extLst>
              <a:ext uri="{FF2B5EF4-FFF2-40B4-BE49-F238E27FC236}">
                <a16:creationId xmlns:a16="http://schemas.microsoft.com/office/drawing/2014/main" id="{4AAE85F7-BC33-0D17-39C6-A0BB171F5C63}"/>
              </a:ext>
            </a:extLst>
          </p:cNvPr>
          <p:cNvSpPr>
            <a:spLocks noGrp="1"/>
          </p:cNvSpPr>
          <p:nvPr>
            <p:ph type="body" sz="quarter" idx="25" hasCustomPrompt="1"/>
          </p:nvPr>
        </p:nvSpPr>
        <p:spPr>
          <a:xfrm>
            <a:off x="5500425" y="5508033"/>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85" name="Text Placeholder 37">
            <a:extLst>
              <a:ext uri="{FF2B5EF4-FFF2-40B4-BE49-F238E27FC236}">
                <a16:creationId xmlns:a16="http://schemas.microsoft.com/office/drawing/2014/main" id="{DB4417A2-59BE-E1EA-191B-F8A6C4EE8E38}"/>
              </a:ext>
            </a:extLst>
          </p:cNvPr>
          <p:cNvSpPr>
            <a:spLocks noGrp="1"/>
          </p:cNvSpPr>
          <p:nvPr>
            <p:ph type="body" sz="quarter" idx="20" hasCustomPrompt="1"/>
          </p:nvPr>
        </p:nvSpPr>
        <p:spPr>
          <a:xfrm>
            <a:off x="2812026" y="1703976"/>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Heading 1</a:t>
            </a:r>
            <a:endParaRPr lang="en-IN"/>
          </a:p>
        </p:txBody>
      </p:sp>
      <p:sp>
        <p:nvSpPr>
          <p:cNvPr id="22" name="Text Placeholder 37">
            <a:extLst>
              <a:ext uri="{FF2B5EF4-FFF2-40B4-BE49-F238E27FC236}">
                <a16:creationId xmlns:a16="http://schemas.microsoft.com/office/drawing/2014/main" id="{F9B33DDC-B06D-9DE9-0E02-B12036AE88A3}"/>
              </a:ext>
            </a:extLst>
          </p:cNvPr>
          <p:cNvSpPr>
            <a:spLocks noGrp="1"/>
          </p:cNvSpPr>
          <p:nvPr>
            <p:ph type="body" sz="quarter" idx="26" hasCustomPrompt="1"/>
          </p:nvPr>
        </p:nvSpPr>
        <p:spPr>
          <a:xfrm>
            <a:off x="2812025" y="2671195"/>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Heading 2</a:t>
            </a:r>
            <a:endParaRPr lang="en-IN"/>
          </a:p>
        </p:txBody>
      </p:sp>
      <p:sp>
        <p:nvSpPr>
          <p:cNvPr id="23" name="Text Placeholder 37">
            <a:extLst>
              <a:ext uri="{FF2B5EF4-FFF2-40B4-BE49-F238E27FC236}">
                <a16:creationId xmlns:a16="http://schemas.microsoft.com/office/drawing/2014/main" id="{E631A40E-2E83-ABBE-2268-0292550C3DCC}"/>
              </a:ext>
            </a:extLst>
          </p:cNvPr>
          <p:cNvSpPr>
            <a:spLocks noGrp="1"/>
          </p:cNvSpPr>
          <p:nvPr>
            <p:ph type="body" sz="quarter" idx="27" hasCustomPrompt="1"/>
          </p:nvPr>
        </p:nvSpPr>
        <p:spPr>
          <a:xfrm>
            <a:off x="2804550" y="3608549"/>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Heading 3</a:t>
            </a:r>
            <a:endParaRPr lang="en-IN"/>
          </a:p>
        </p:txBody>
      </p:sp>
      <p:sp>
        <p:nvSpPr>
          <p:cNvPr id="24" name="Text Placeholder 37">
            <a:extLst>
              <a:ext uri="{FF2B5EF4-FFF2-40B4-BE49-F238E27FC236}">
                <a16:creationId xmlns:a16="http://schemas.microsoft.com/office/drawing/2014/main" id="{245D9F7D-BC32-4224-3B60-1D70794453B3}"/>
              </a:ext>
            </a:extLst>
          </p:cNvPr>
          <p:cNvSpPr>
            <a:spLocks noGrp="1"/>
          </p:cNvSpPr>
          <p:nvPr>
            <p:ph type="body" sz="quarter" idx="28" hasCustomPrompt="1"/>
          </p:nvPr>
        </p:nvSpPr>
        <p:spPr>
          <a:xfrm>
            <a:off x="2804549" y="4575768"/>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Heading 4</a:t>
            </a:r>
            <a:endParaRPr lang="en-IN"/>
          </a:p>
        </p:txBody>
      </p:sp>
      <p:sp>
        <p:nvSpPr>
          <p:cNvPr id="25" name="Text Placeholder 37">
            <a:extLst>
              <a:ext uri="{FF2B5EF4-FFF2-40B4-BE49-F238E27FC236}">
                <a16:creationId xmlns:a16="http://schemas.microsoft.com/office/drawing/2014/main" id="{D514F02C-D35E-BF40-1C7B-5C8037A0DEBD}"/>
              </a:ext>
            </a:extLst>
          </p:cNvPr>
          <p:cNvSpPr>
            <a:spLocks noGrp="1"/>
          </p:cNvSpPr>
          <p:nvPr>
            <p:ph type="body" sz="quarter" idx="29" hasCustomPrompt="1"/>
          </p:nvPr>
        </p:nvSpPr>
        <p:spPr>
          <a:xfrm>
            <a:off x="2812025" y="5514073"/>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Heading 5</a:t>
            </a:r>
            <a:endParaRPr lang="en-IN"/>
          </a:p>
        </p:txBody>
      </p:sp>
      <p:sp>
        <p:nvSpPr>
          <p:cNvPr id="88" name="Content Placeholder 78">
            <a:extLst>
              <a:ext uri="{FF2B5EF4-FFF2-40B4-BE49-F238E27FC236}">
                <a16:creationId xmlns:a16="http://schemas.microsoft.com/office/drawing/2014/main" id="{EDA7EE76-DC14-3403-AADB-553132E2EF20}"/>
              </a:ext>
            </a:extLst>
          </p:cNvPr>
          <p:cNvSpPr>
            <a:spLocks noGrp="1"/>
          </p:cNvSpPr>
          <p:nvPr>
            <p:ph sz="quarter" idx="30" hasCustomPrompt="1"/>
          </p:nvPr>
        </p:nvSpPr>
        <p:spPr>
          <a:xfrm>
            <a:off x="2241083" y="1639759"/>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a:t>Icon</a:t>
            </a:r>
            <a:endParaRPr lang="en-IN"/>
          </a:p>
        </p:txBody>
      </p:sp>
      <p:sp>
        <p:nvSpPr>
          <p:cNvPr id="89" name="Content Placeholder 78">
            <a:extLst>
              <a:ext uri="{FF2B5EF4-FFF2-40B4-BE49-F238E27FC236}">
                <a16:creationId xmlns:a16="http://schemas.microsoft.com/office/drawing/2014/main" id="{7B0E5D52-75D1-A6B9-AF3E-B1FF53A23079}"/>
              </a:ext>
            </a:extLst>
          </p:cNvPr>
          <p:cNvSpPr>
            <a:spLocks noGrp="1"/>
          </p:cNvSpPr>
          <p:nvPr>
            <p:ph sz="quarter" idx="31" hasCustomPrompt="1"/>
          </p:nvPr>
        </p:nvSpPr>
        <p:spPr>
          <a:xfrm>
            <a:off x="2241083" y="2590425"/>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a:t>Icon</a:t>
            </a:r>
            <a:endParaRPr lang="en-IN"/>
          </a:p>
        </p:txBody>
      </p:sp>
      <p:sp>
        <p:nvSpPr>
          <p:cNvPr id="26" name="Content Placeholder 78">
            <a:extLst>
              <a:ext uri="{FF2B5EF4-FFF2-40B4-BE49-F238E27FC236}">
                <a16:creationId xmlns:a16="http://schemas.microsoft.com/office/drawing/2014/main" id="{F607488F-018D-7346-4C74-5BC24BD9E5BD}"/>
              </a:ext>
            </a:extLst>
          </p:cNvPr>
          <p:cNvSpPr>
            <a:spLocks noGrp="1"/>
          </p:cNvSpPr>
          <p:nvPr>
            <p:ph sz="quarter" idx="32" hasCustomPrompt="1"/>
          </p:nvPr>
        </p:nvSpPr>
        <p:spPr>
          <a:xfrm>
            <a:off x="2241083" y="3545041"/>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a:t>Icon</a:t>
            </a:r>
            <a:endParaRPr lang="en-IN"/>
          </a:p>
        </p:txBody>
      </p:sp>
      <p:sp>
        <p:nvSpPr>
          <p:cNvPr id="27" name="Content Placeholder 78">
            <a:extLst>
              <a:ext uri="{FF2B5EF4-FFF2-40B4-BE49-F238E27FC236}">
                <a16:creationId xmlns:a16="http://schemas.microsoft.com/office/drawing/2014/main" id="{EA33B7F1-7263-8A3A-206E-03E63D199724}"/>
              </a:ext>
            </a:extLst>
          </p:cNvPr>
          <p:cNvSpPr>
            <a:spLocks noGrp="1"/>
          </p:cNvSpPr>
          <p:nvPr>
            <p:ph sz="quarter" idx="33" hasCustomPrompt="1"/>
          </p:nvPr>
        </p:nvSpPr>
        <p:spPr>
          <a:xfrm>
            <a:off x="2241083" y="4495707"/>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a:t>Icon</a:t>
            </a:r>
            <a:endParaRPr lang="en-IN"/>
          </a:p>
        </p:txBody>
      </p:sp>
      <p:sp>
        <p:nvSpPr>
          <p:cNvPr id="28" name="Content Placeholder 78">
            <a:extLst>
              <a:ext uri="{FF2B5EF4-FFF2-40B4-BE49-F238E27FC236}">
                <a16:creationId xmlns:a16="http://schemas.microsoft.com/office/drawing/2014/main" id="{1737F89D-F7DA-88FE-E212-BCFD996D78C3}"/>
              </a:ext>
            </a:extLst>
          </p:cNvPr>
          <p:cNvSpPr>
            <a:spLocks noGrp="1"/>
          </p:cNvSpPr>
          <p:nvPr>
            <p:ph sz="quarter" idx="34" hasCustomPrompt="1"/>
          </p:nvPr>
        </p:nvSpPr>
        <p:spPr>
          <a:xfrm>
            <a:off x="2241083" y="5441875"/>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a:t>Icon</a:t>
            </a:r>
            <a:endParaRPr lang="en-IN"/>
          </a:p>
        </p:txBody>
      </p:sp>
    </p:spTree>
    <p:extLst>
      <p:ext uri="{BB962C8B-B14F-4D97-AF65-F5344CB8AC3E}">
        <p14:creationId xmlns:p14="http://schemas.microsoft.com/office/powerpoint/2010/main" val="2412352762"/>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4_Lis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B6A8123-506A-0865-AB94-A2207641AC8C}"/>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7" name="Rectangle 6">
            <a:extLst>
              <a:ext uri="{FF2B5EF4-FFF2-40B4-BE49-F238E27FC236}">
                <a16:creationId xmlns:a16="http://schemas.microsoft.com/office/drawing/2014/main" id="{D60AFFB5-3AED-8612-37BC-EAB3C6E0800F}"/>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14099C0D-7685-DD1C-B40E-C72356B36E8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217604" y="-66299"/>
            <a:ext cx="1974396" cy="2815474"/>
          </a:xfrm>
          <a:prstGeom prst="rect">
            <a:avLst/>
          </a:prstGeom>
        </p:spPr>
      </p:pic>
    </p:spTree>
    <p:extLst>
      <p:ext uri="{BB962C8B-B14F-4D97-AF65-F5344CB8AC3E}">
        <p14:creationId xmlns:p14="http://schemas.microsoft.com/office/powerpoint/2010/main" val="3796025374"/>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3_List">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4BBCE8C8-8FF1-ABEF-884F-7F80F4D743E4}"/>
              </a:ext>
            </a:extLst>
          </p:cNvPr>
          <p:cNvSpPr/>
          <p:nvPr userDrawn="1"/>
        </p:nvSpPr>
        <p:spPr>
          <a:xfrm>
            <a:off x="2133600" y="1548789"/>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3279B870-F6B4-628E-51FC-C98DD95C444D}"/>
              </a:ext>
            </a:extLst>
          </p:cNvPr>
          <p:cNvSpPr/>
          <p:nvPr userDrawn="1"/>
        </p:nvSpPr>
        <p:spPr>
          <a:xfrm>
            <a:off x="2133600" y="2496552"/>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4F6F51E1-0D27-5751-5AE0-EEA5852C34FE}"/>
              </a:ext>
            </a:extLst>
          </p:cNvPr>
          <p:cNvSpPr/>
          <p:nvPr userDrawn="1"/>
        </p:nvSpPr>
        <p:spPr>
          <a:xfrm>
            <a:off x="2133600" y="3444315"/>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922D180F-CDD9-9E6F-F4DC-1D36559C7FE7}"/>
              </a:ext>
            </a:extLst>
          </p:cNvPr>
          <p:cNvSpPr/>
          <p:nvPr userDrawn="1"/>
        </p:nvSpPr>
        <p:spPr>
          <a:xfrm>
            <a:off x="2133600" y="4392077"/>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B78E1E1B-6B22-2275-1DEC-E2497CE4C981}"/>
              </a:ext>
            </a:extLst>
          </p:cNvPr>
          <p:cNvSpPr/>
          <p:nvPr userDrawn="1"/>
        </p:nvSpPr>
        <p:spPr>
          <a:xfrm>
            <a:off x="2133600" y="5360440"/>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Content Placeholder 50">
            <a:extLst>
              <a:ext uri="{FF2B5EF4-FFF2-40B4-BE49-F238E27FC236}">
                <a16:creationId xmlns:a16="http://schemas.microsoft.com/office/drawing/2014/main" id="{FDCAE5CE-F9E8-D464-306C-C73CA8A9B1B5}"/>
              </a:ext>
            </a:extLst>
          </p:cNvPr>
          <p:cNvSpPr>
            <a:spLocks noGrp="1"/>
          </p:cNvSpPr>
          <p:nvPr>
            <p:ph sz="quarter" idx="14" hasCustomPrompt="1"/>
          </p:nvPr>
        </p:nvSpPr>
        <p:spPr>
          <a:xfrm>
            <a:off x="4536599" y="1480628"/>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a:t>01</a:t>
            </a:r>
            <a:endParaRPr lang="en-IN"/>
          </a:p>
        </p:txBody>
      </p:sp>
      <p:sp>
        <p:nvSpPr>
          <p:cNvPr id="79" name="Content Placeholder 50">
            <a:extLst>
              <a:ext uri="{FF2B5EF4-FFF2-40B4-BE49-F238E27FC236}">
                <a16:creationId xmlns:a16="http://schemas.microsoft.com/office/drawing/2014/main" id="{A97061D2-4941-91EE-E837-F1043807B992}"/>
              </a:ext>
            </a:extLst>
          </p:cNvPr>
          <p:cNvSpPr>
            <a:spLocks noGrp="1"/>
          </p:cNvSpPr>
          <p:nvPr>
            <p:ph sz="quarter" idx="15" hasCustomPrompt="1"/>
          </p:nvPr>
        </p:nvSpPr>
        <p:spPr>
          <a:xfrm>
            <a:off x="4544561" y="2428670"/>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a:t>02</a:t>
            </a:r>
            <a:endParaRPr lang="en-IN"/>
          </a:p>
        </p:txBody>
      </p:sp>
      <p:sp>
        <p:nvSpPr>
          <p:cNvPr id="80" name="Content Placeholder 50">
            <a:extLst>
              <a:ext uri="{FF2B5EF4-FFF2-40B4-BE49-F238E27FC236}">
                <a16:creationId xmlns:a16="http://schemas.microsoft.com/office/drawing/2014/main" id="{32BFEA47-006D-C0B3-955B-EA46F126A4B5}"/>
              </a:ext>
            </a:extLst>
          </p:cNvPr>
          <p:cNvSpPr>
            <a:spLocks noGrp="1"/>
          </p:cNvSpPr>
          <p:nvPr>
            <p:ph sz="quarter" idx="16" hasCustomPrompt="1"/>
          </p:nvPr>
        </p:nvSpPr>
        <p:spPr>
          <a:xfrm>
            <a:off x="4511669" y="3378453"/>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a:t>03</a:t>
            </a:r>
            <a:endParaRPr lang="en-IN"/>
          </a:p>
        </p:txBody>
      </p:sp>
      <p:sp>
        <p:nvSpPr>
          <p:cNvPr id="81" name="Content Placeholder 50">
            <a:extLst>
              <a:ext uri="{FF2B5EF4-FFF2-40B4-BE49-F238E27FC236}">
                <a16:creationId xmlns:a16="http://schemas.microsoft.com/office/drawing/2014/main" id="{FEE7EDF9-F39F-9CE3-B606-01ED62D0220C}"/>
              </a:ext>
            </a:extLst>
          </p:cNvPr>
          <p:cNvSpPr>
            <a:spLocks noGrp="1"/>
          </p:cNvSpPr>
          <p:nvPr>
            <p:ph sz="quarter" idx="17" hasCustomPrompt="1"/>
          </p:nvPr>
        </p:nvSpPr>
        <p:spPr>
          <a:xfrm>
            <a:off x="4530481" y="4341722"/>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a:t>04</a:t>
            </a:r>
            <a:endParaRPr lang="en-IN"/>
          </a:p>
        </p:txBody>
      </p:sp>
      <p:sp>
        <p:nvSpPr>
          <p:cNvPr id="82" name="Content Placeholder 50">
            <a:extLst>
              <a:ext uri="{FF2B5EF4-FFF2-40B4-BE49-F238E27FC236}">
                <a16:creationId xmlns:a16="http://schemas.microsoft.com/office/drawing/2014/main" id="{F5A9671E-0D3D-4BAC-C7FF-F65B784C1823}"/>
              </a:ext>
            </a:extLst>
          </p:cNvPr>
          <p:cNvSpPr>
            <a:spLocks noGrp="1"/>
          </p:cNvSpPr>
          <p:nvPr>
            <p:ph sz="quarter" idx="18" hasCustomPrompt="1"/>
          </p:nvPr>
        </p:nvSpPr>
        <p:spPr>
          <a:xfrm>
            <a:off x="4530480" y="5274877"/>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a:t>05</a:t>
            </a:r>
            <a:endParaRPr lang="en-IN"/>
          </a:p>
        </p:txBody>
      </p:sp>
      <p:sp>
        <p:nvSpPr>
          <p:cNvPr id="83" name="Text Placeholder 37">
            <a:extLst>
              <a:ext uri="{FF2B5EF4-FFF2-40B4-BE49-F238E27FC236}">
                <a16:creationId xmlns:a16="http://schemas.microsoft.com/office/drawing/2014/main" id="{BC19F703-56FB-2261-A61F-F258FEF22B05}"/>
              </a:ext>
            </a:extLst>
          </p:cNvPr>
          <p:cNvSpPr>
            <a:spLocks noGrp="1"/>
          </p:cNvSpPr>
          <p:nvPr>
            <p:ph type="body" sz="quarter" idx="21" hasCustomPrompt="1"/>
          </p:nvPr>
        </p:nvSpPr>
        <p:spPr>
          <a:xfrm>
            <a:off x="5500426" y="1691896"/>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84" name="Text Placeholder 37">
            <a:extLst>
              <a:ext uri="{FF2B5EF4-FFF2-40B4-BE49-F238E27FC236}">
                <a16:creationId xmlns:a16="http://schemas.microsoft.com/office/drawing/2014/main" id="{298392FB-6B4D-EA43-EAC9-9078A913EC52}"/>
              </a:ext>
            </a:extLst>
          </p:cNvPr>
          <p:cNvSpPr>
            <a:spLocks noGrp="1"/>
          </p:cNvSpPr>
          <p:nvPr>
            <p:ph type="body" sz="quarter" idx="22" hasCustomPrompt="1"/>
          </p:nvPr>
        </p:nvSpPr>
        <p:spPr>
          <a:xfrm>
            <a:off x="5500425" y="2664887"/>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6" name="Text Placeholder 37">
            <a:extLst>
              <a:ext uri="{FF2B5EF4-FFF2-40B4-BE49-F238E27FC236}">
                <a16:creationId xmlns:a16="http://schemas.microsoft.com/office/drawing/2014/main" id="{8F55CB87-18A7-DC73-05FF-DD116AE8E48B}"/>
              </a:ext>
            </a:extLst>
          </p:cNvPr>
          <p:cNvSpPr>
            <a:spLocks noGrp="1"/>
          </p:cNvSpPr>
          <p:nvPr>
            <p:ph type="body" sz="quarter" idx="23" hasCustomPrompt="1"/>
          </p:nvPr>
        </p:nvSpPr>
        <p:spPr>
          <a:xfrm>
            <a:off x="5500426" y="3590697"/>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7" name="Text Placeholder 37">
            <a:extLst>
              <a:ext uri="{FF2B5EF4-FFF2-40B4-BE49-F238E27FC236}">
                <a16:creationId xmlns:a16="http://schemas.microsoft.com/office/drawing/2014/main" id="{9AC48981-1831-177D-E35E-A52CECE6685E}"/>
              </a:ext>
            </a:extLst>
          </p:cNvPr>
          <p:cNvSpPr>
            <a:spLocks noGrp="1"/>
          </p:cNvSpPr>
          <p:nvPr>
            <p:ph type="body" sz="quarter" idx="24" hasCustomPrompt="1"/>
          </p:nvPr>
        </p:nvSpPr>
        <p:spPr>
          <a:xfrm>
            <a:off x="5500425" y="4563688"/>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20" name="Text Placeholder 37">
            <a:extLst>
              <a:ext uri="{FF2B5EF4-FFF2-40B4-BE49-F238E27FC236}">
                <a16:creationId xmlns:a16="http://schemas.microsoft.com/office/drawing/2014/main" id="{4AAE85F7-BC33-0D17-39C6-A0BB171F5C63}"/>
              </a:ext>
            </a:extLst>
          </p:cNvPr>
          <p:cNvSpPr>
            <a:spLocks noGrp="1"/>
          </p:cNvSpPr>
          <p:nvPr>
            <p:ph type="body" sz="quarter" idx="25" hasCustomPrompt="1"/>
          </p:nvPr>
        </p:nvSpPr>
        <p:spPr>
          <a:xfrm>
            <a:off x="5500425" y="5508033"/>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85" name="Text Placeholder 37">
            <a:extLst>
              <a:ext uri="{FF2B5EF4-FFF2-40B4-BE49-F238E27FC236}">
                <a16:creationId xmlns:a16="http://schemas.microsoft.com/office/drawing/2014/main" id="{DB4417A2-59BE-E1EA-191B-F8A6C4EE8E38}"/>
              </a:ext>
            </a:extLst>
          </p:cNvPr>
          <p:cNvSpPr>
            <a:spLocks noGrp="1"/>
          </p:cNvSpPr>
          <p:nvPr>
            <p:ph type="body" sz="quarter" idx="20" hasCustomPrompt="1"/>
          </p:nvPr>
        </p:nvSpPr>
        <p:spPr>
          <a:xfrm>
            <a:off x="2812026" y="1703976"/>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Heading 1</a:t>
            </a:r>
            <a:endParaRPr lang="en-IN"/>
          </a:p>
        </p:txBody>
      </p:sp>
      <p:sp>
        <p:nvSpPr>
          <p:cNvPr id="22" name="Text Placeholder 37">
            <a:extLst>
              <a:ext uri="{FF2B5EF4-FFF2-40B4-BE49-F238E27FC236}">
                <a16:creationId xmlns:a16="http://schemas.microsoft.com/office/drawing/2014/main" id="{F9B33DDC-B06D-9DE9-0E02-B12036AE88A3}"/>
              </a:ext>
            </a:extLst>
          </p:cNvPr>
          <p:cNvSpPr>
            <a:spLocks noGrp="1"/>
          </p:cNvSpPr>
          <p:nvPr>
            <p:ph type="body" sz="quarter" idx="26" hasCustomPrompt="1"/>
          </p:nvPr>
        </p:nvSpPr>
        <p:spPr>
          <a:xfrm>
            <a:off x="2812025" y="2671195"/>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Heading 2</a:t>
            </a:r>
            <a:endParaRPr lang="en-IN"/>
          </a:p>
        </p:txBody>
      </p:sp>
      <p:sp>
        <p:nvSpPr>
          <p:cNvPr id="23" name="Text Placeholder 37">
            <a:extLst>
              <a:ext uri="{FF2B5EF4-FFF2-40B4-BE49-F238E27FC236}">
                <a16:creationId xmlns:a16="http://schemas.microsoft.com/office/drawing/2014/main" id="{E631A40E-2E83-ABBE-2268-0292550C3DCC}"/>
              </a:ext>
            </a:extLst>
          </p:cNvPr>
          <p:cNvSpPr>
            <a:spLocks noGrp="1"/>
          </p:cNvSpPr>
          <p:nvPr>
            <p:ph type="body" sz="quarter" idx="27" hasCustomPrompt="1"/>
          </p:nvPr>
        </p:nvSpPr>
        <p:spPr>
          <a:xfrm>
            <a:off x="2804550" y="3608549"/>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Heading 3</a:t>
            </a:r>
            <a:endParaRPr lang="en-IN"/>
          </a:p>
        </p:txBody>
      </p:sp>
      <p:sp>
        <p:nvSpPr>
          <p:cNvPr id="24" name="Text Placeholder 37">
            <a:extLst>
              <a:ext uri="{FF2B5EF4-FFF2-40B4-BE49-F238E27FC236}">
                <a16:creationId xmlns:a16="http://schemas.microsoft.com/office/drawing/2014/main" id="{245D9F7D-BC32-4224-3B60-1D70794453B3}"/>
              </a:ext>
            </a:extLst>
          </p:cNvPr>
          <p:cNvSpPr>
            <a:spLocks noGrp="1"/>
          </p:cNvSpPr>
          <p:nvPr>
            <p:ph type="body" sz="quarter" idx="28" hasCustomPrompt="1"/>
          </p:nvPr>
        </p:nvSpPr>
        <p:spPr>
          <a:xfrm>
            <a:off x="2804549" y="4575768"/>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Heading 4</a:t>
            </a:r>
            <a:endParaRPr lang="en-IN"/>
          </a:p>
        </p:txBody>
      </p:sp>
      <p:sp>
        <p:nvSpPr>
          <p:cNvPr id="25" name="Text Placeholder 37">
            <a:extLst>
              <a:ext uri="{FF2B5EF4-FFF2-40B4-BE49-F238E27FC236}">
                <a16:creationId xmlns:a16="http://schemas.microsoft.com/office/drawing/2014/main" id="{D514F02C-D35E-BF40-1C7B-5C8037A0DEBD}"/>
              </a:ext>
            </a:extLst>
          </p:cNvPr>
          <p:cNvSpPr>
            <a:spLocks noGrp="1"/>
          </p:cNvSpPr>
          <p:nvPr>
            <p:ph type="body" sz="quarter" idx="29" hasCustomPrompt="1"/>
          </p:nvPr>
        </p:nvSpPr>
        <p:spPr>
          <a:xfrm>
            <a:off x="2812025" y="5514073"/>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Heading 5</a:t>
            </a:r>
            <a:endParaRPr lang="en-IN"/>
          </a:p>
        </p:txBody>
      </p:sp>
      <p:sp>
        <p:nvSpPr>
          <p:cNvPr id="88" name="Content Placeholder 78">
            <a:extLst>
              <a:ext uri="{FF2B5EF4-FFF2-40B4-BE49-F238E27FC236}">
                <a16:creationId xmlns:a16="http://schemas.microsoft.com/office/drawing/2014/main" id="{EDA7EE76-DC14-3403-AADB-553132E2EF20}"/>
              </a:ext>
            </a:extLst>
          </p:cNvPr>
          <p:cNvSpPr>
            <a:spLocks noGrp="1"/>
          </p:cNvSpPr>
          <p:nvPr>
            <p:ph sz="quarter" idx="30" hasCustomPrompt="1"/>
          </p:nvPr>
        </p:nvSpPr>
        <p:spPr>
          <a:xfrm>
            <a:off x="2241083" y="1639759"/>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a:t>Icon</a:t>
            </a:r>
            <a:endParaRPr lang="en-IN"/>
          </a:p>
        </p:txBody>
      </p:sp>
      <p:sp>
        <p:nvSpPr>
          <p:cNvPr id="89" name="Content Placeholder 78">
            <a:extLst>
              <a:ext uri="{FF2B5EF4-FFF2-40B4-BE49-F238E27FC236}">
                <a16:creationId xmlns:a16="http://schemas.microsoft.com/office/drawing/2014/main" id="{7B0E5D52-75D1-A6B9-AF3E-B1FF53A23079}"/>
              </a:ext>
            </a:extLst>
          </p:cNvPr>
          <p:cNvSpPr>
            <a:spLocks noGrp="1"/>
          </p:cNvSpPr>
          <p:nvPr>
            <p:ph sz="quarter" idx="31" hasCustomPrompt="1"/>
          </p:nvPr>
        </p:nvSpPr>
        <p:spPr>
          <a:xfrm>
            <a:off x="2241083" y="2590425"/>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a:t>Icon</a:t>
            </a:r>
            <a:endParaRPr lang="en-IN"/>
          </a:p>
        </p:txBody>
      </p:sp>
      <p:sp>
        <p:nvSpPr>
          <p:cNvPr id="26" name="Content Placeholder 78">
            <a:extLst>
              <a:ext uri="{FF2B5EF4-FFF2-40B4-BE49-F238E27FC236}">
                <a16:creationId xmlns:a16="http://schemas.microsoft.com/office/drawing/2014/main" id="{F607488F-018D-7346-4C74-5BC24BD9E5BD}"/>
              </a:ext>
            </a:extLst>
          </p:cNvPr>
          <p:cNvSpPr>
            <a:spLocks noGrp="1"/>
          </p:cNvSpPr>
          <p:nvPr>
            <p:ph sz="quarter" idx="32" hasCustomPrompt="1"/>
          </p:nvPr>
        </p:nvSpPr>
        <p:spPr>
          <a:xfrm>
            <a:off x="2241083" y="3545041"/>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a:t>Icon</a:t>
            </a:r>
            <a:endParaRPr lang="en-IN"/>
          </a:p>
        </p:txBody>
      </p:sp>
      <p:sp>
        <p:nvSpPr>
          <p:cNvPr id="27" name="Content Placeholder 78">
            <a:extLst>
              <a:ext uri="{FF2B5EF4-FFF2-40B4-BE49-F238E27FC236}">
                <a16:creationId xmlns:a16="http://schemas.microsoft.com/office/drawing/2014/main" id="{EA33B7F1-7263-8A3A-206E-03E63D199724}"/>
              </a:ext>
            </a:extLst>
          </p:cNvPr>
          <p:cNvSpPr>
            <a:spLocks noGrp="1"/>
          </p:cNvSpPr>
          <p:nvPr>
            <p:ph sz="quarter" idx="33" hasCustomPrompt="1"/>
          </p:nvPr>
        </p:nvSpPr>
        <p:spPr>
          <a:xfrm>
            <a:off x="2241083" y="4495707"/>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a:t>Icon</a:t>
            </a:r>
            <a:endParaRPr lang="en-IN"/>
          </a:p>
        </p:txBody>
      </p:sp>
      <p:sp>
        <p:nvSpPr>
          <p:cNvPr id="28" name="Content Placeholder 78">
            <a:extLst>
              <a:ext uri="{FF2B5EF4-FFF2-40B4-BE49-F238E27FC236}">
                <a16:creationId xmlns:a16="http://schemas.microsoft.com/office/drawing/2014/main" id="{1737F89D-F7DA-88FE-E212-BCFD996D78C3}"/>
              </a:ext>
            </a:extLst>
          </p:cNvPr>
          <p:cNvSpPr>
            <a:spLocks noGrp="1"/>
          </p:cNvSpPr>
          <p:nvPr>
            <p:ph sz="quarter" idx="34" hasCustomPrompt="1"/>
          </p:nvPr>
        </p:nvSpPr>
        <p:spPr>
          <a:xfrm>
            <a:off x="2241083" y="5441875"/>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a:t>Icon</a:t>
            </a:r>
            <a:endParaRPr lang="en-IN"/>
          </a:p>
        </p:txBody>
      </p:sp>
    </p:spTree>
    <p:extLst>
      <p:ext uri="{BB962C8B-B14F-4D97-AF65-F5344CB8AC3E}">
        <p14:creationId xmlns:p14="http://schemas.microsoft.com/office/powerpoint/2010/main" val="1556204752"/>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2_List">
    <p:spTree>
      <p:nvGrpSpPr>
        <p:cNvPr id="1" name=""/>
        <p:cNvGrpSpPr/>
        <p:nvPr/>
      </p:nvGrpSpPr>
      <p:grpSpPr>
        <a:xfrm>
          <a:off x="0" y="0"/>
          <a:ext cx="0" cy="0"/>
          <a:chOff x="0" y="0"/>
          <a:chExt cx="0" cy="0"/>
        </a:xfrm>
      </p:grpSpPr>
      <p:sp>
        <p:nvSpPr>
          <p:cNvPr id="9" name="Picture Placeholder 76">
            <a:extLst>
              <a:ext uri="{FF2B5EF4-FFF2-40B4-BE49-F238E27FC236}">
                <a16:creationId xmlns:a16="http://schemas.microsoft.com/office/drawing/2014/main" id="{00B0AF21-F1B5-6741-D232-B58803B006E0}"/>
              </a:ext>
            </a:extLst>
          </p:cNvPr>
          <p:cNvSpPr>
            <a:spLocks noGrp="1"/>
          </p:cNvSpPr>
          <p:nvPr>
            <p:ph type="pic" sz="quarter" idx="13"/>
          </p:nvPr>
        </p:nvSpPr>
        <p:spPr>
          <a:xfrm>
            <a:off x="0" y="0"/>
            <a:ext cx="6295968" cy="6489229"/>
          </a:xfrm>
          <a:custGeom>
            <a:avLst/>
            <a:gdLst>
              <a:gd name="connsiteX0" fmla="*/ 0 w 6245225"/>
              <a:gd name="connsiteY0" fmla="*/ 0 h 6469063"/>
              <a:gd name="connsiteX1" fmla="*/ 3122613 w 6245225"/>
              <a:gd name="connsiteY1" fmla="*/ 0 h 6469063"/>
              <a:gd name="connsiteX2" fmla="*/ 6245226 w 6245225"/>
              <a:gd name="connsiteY2" fmla="*/ 3234532 h 6469063"/>
              <a:gd name="connsiteX3" fmla="*/ 3122613 w 6245225"/>
              <a:gd name="connsiteY3" fmla="*/ 6469064 h 6469063"/>
              <a:gd name="connsiteX4" fmla="*/ 0 w 6245225"/>
              <a:gd name="connsiteY4" fmla="*/ 6469063 h 6469063"/>
              <a:gd name="connsiteX5" fmla="*/ 0 w 6245225"/>
              <a:gd name="connsiteY5" fmla="*/ 0 h 6469063"/>
              <a:gd name="connsiteX0" fmla="*/ 0 w 6391825"/>
              <a:gd name="connsiteY0" fmla="*/ 16933 h 6485997"/>
              <a:gd name="connsiteX1" fmla="*/ 4832880 w 6391825"/>
              <a:gd name="connsiteY1" fmla="*/ 0 h 6485997"/>
              <a:gd name="connsiteX2" fmla="*/ 6245226 w 6391825"/>
              <a:gd name="connsiteY2" fmla="*/ 3251465 h 6485997"/>
              <a:gd name="connsiteX3" fmla="*/ 3122613 w 6391825"/>
              <a:gd name="connsiteY3" fmla="*/ 6485997 h 6485997"/>
              <a:gd name="connsiteX4" fmla="*/ 0 w 6391825"/>
              <a:gd name="connsiteY4" fmla="*/ 6485996 h 6485997"/>
              <a:gd name="connsiteX5" fmla="*/ 0 w 6391825"/>
              <a:gd name="connsiteY5" fmla="*/ 16933 h 6485997"/>
              <a:gd name="connsiteX0" fmla="*/ 0 w 6424168"/>
              <a:gd name="connsiteY0" fmla="*/ 16933 h 6485997"/>
              <a:gd name="connsiteX1" fmla="*/ 4832880 w 6424168"/>
              <a:gd name="connsiteY1" fmla="*/ 0 h 6485997"/>
              <a:gd name="connsiteX2" fmla="*/ 6245226 w 6424168"/>
              <a:gd name="connsiteY2" fmla="*/ 3251465 h 6485997"/>
              <a:gd name="connsiteX3" fmla="*/ 2682346 w 6424168"/>
              <a:gd name="connsiteY3" fmla="*/ 6485997 h 6485997"/>
              <a:gd name="connsiteX4" fmla="*/ 0 w 6424168"/>
              <a:gd name="connsiteY4" fmla="*/ 6485996 h 6485997"/>
              <a:gd name="connsiteX5" fmla="*/ 0 w 6424168"/>
              <a:gd name="connsiteY5" fmla="*/ 16933 h 6485997"/>
              <a:gd name="connsiteX0" fmla="*/ 0 w 6169168"/>
              <a:gd name="connsiteY0" fmla="*/ 16933 h 6485997"/>
              <a:gd name="connsiteX1" fmla="*/ 4832880 w 6169168"/>
              <a:gd name="connsiteY1" fmla="*/ 0 h 6485997"/>
              <a:gd name="connsiteX2" fmla="*/ 5889626 w 6169168"/>
              <a:gd name="connsiteY2" fmla="*/ 4318265 h 6485997"/>
              <a:gd name="connsiteX3" fmla="*/ 2682346 w 6169168"/>
              <a:gd name="connsiteY3" fmla="*/ 6485997 h 6485997"/>
              <a:gd name="connsiteX4" fmla="*/ 0 w 6169168"/>
              <a:gd name="connsiteY4" fmla="*/ 6485996 h 6485997"/>
              <a:gd name="connsiteX5" fmla="*/ 0 w 6169168"/>
              <a:gd name="connsiteY5" fmla="*/ 16933 h 6485997"/>
              <a:gd name="connsiteX0" fmla="*/ 0 w 6132723"/>
              <a:gd name="connsiteY0" fmla="*/ 16933 h 6485997"/>
              <a:gd name="connsiteX1" fmla="*/ 4832880 w 6132723"/>
              <a:gd name="connsiteY1" fmla="*/ 0 h 6485997"/>
              <a:gd name="connsiteX2" fmla="*/ 5889626 w 6132723"/>
              <a:gd name="connsiteY2" fmla="*/ 4318265 h 6485997"/>
              <a:gd name="connsiteX3" fmla="*/ 2682346 w 6132723"/>
              <a:gd name="connsiteY3" fmla="*/ 6485997 h 6485997"/>
              <a:gd name="connsiteX4" fmla="*/ 0 w 6132723"/>
              <a:gd name="connsiteY4" fmla="*/ 6485996 h 6485997"/>
              <a:gd name="connsiteX5" fmla="*/ 0 w 6132723"/>
              <a:gd name="connsiteY5" fmla="*/ 16933 h 6485997"/>
              <a:gd name="connsiteX0" fmla="*/ 0 w 6321497"/>
              <a:gd name="connsiteY0" fmla="*/ 16933 h 6485997"/>
              <a:gd name="connsiteX1" fmla="*/ 4832880 w 6321497"/>
              <a:gd name="connsiteY1" fmla="*/ 0 h 6485997"/>
              <a:gd name="connsiteX2" fmla="*/ 6160559 w 6321497"/>
              <a:gd name="connsiteY2" fmla="*/ 4199732 h 6485997"/>
              <a:gd name="connsiteX3" fmla="*/ 2682346 w 6321497"/>
              <a:gd name="connsiteY3" fmla="*/ 6485997 h 6485997"/>
              <a:gd name="connsiteX4" fmla="*/ 0 w 6321497"/>
              <a:gd name="connsiteY4" fmla="*/ 6485996 h 6485997"/>
              <a:gd name="connsiteX5" fmla="*/ 0 w 6321497"/>
              <a:gd name="connsiteY5" fmla="*/ 16933 h 6485997"/>
              <a:gd name="connsiteX0" fmla="*/ 0 w 6374144"/>
              <a:gd name="connsiteY0" fmla="*/ 16933 h 6485997"/>
              <a:gd name="connsiteX1" fmla="*/ 4832880 w 6374144"/>
              <a:gd name="connsiteY1" fmla="*/ 0 h 6485997"/>
              <a:gd name="connsiteX2" fmla="*/ 6160559 w 6374144"/>
              <a:gd name="connsiteY2" fmla="*/ 4199732 h 6485997"/>
              <a:gd name="connsiteX3" fmla="*/ 2682346 w 6374144"/>
              <a:gd name="connsiteY3" fmla="*/ 6485997 h 6485997"/>
              <a:gd name="connsiteX4" fmla="*/ 0 w 6374144"/>
              <a:gd name="connsiteY4" fmla="*/ 6485996 h 6485997"/>
              <a:gd name="connsiteX5" fmla="*/ 0 w 6374144"/>
              <a:gd name="connsiteY5" fmla="*/ 16933 h 6485997"/>
              <a:gd name="connsiteX0" fmla="*/ 0 w 6374144"/>
              <a:gd name="connsiteY0" fmla="*/ 0 h 7569730"/>
              <a:gd name="connsiteX1" fmla="*/ 4832880 w 6374144"/>
              <a:gd name="connsiteY1" fmla="*/ 1083733 h 7569730"/>
              <a:gd name="connsiteX2" fmla="*/ 6160559 w 6374144"/>
              <a:gd name="connsiteY2" fmla="*/ 5283465 h 7569730"/>
              <a:gd name="connsiteX3" fmla="*/ 2682346 w 6374144"/>
              <a:gd name="connsiteY3" fmla="*/ 7569730 h 7569730"/>
              <a:gd name="connsiteX4" fmla="*/ 0 w 6374144"/>
              <a:gd name="connsiteY4" fmla="*/ 7569729 h 7569730"/>
              <a:gd name="connsiteX5" fmla="*/ 0 w 6374144"/>
              <a:gd name="connsiteY5" fmla="*/ 0 h 7569730"/>
              <a:gd name="connsiteX0" fmla="*/ 0 w 6297316"/>
              <a:gd name="connsiteY0" fmla="*/ 84667 h 7654397"/>
              <a:gd name="connsiteX1" fmla="*/ 4612747 w 6297316"/>
              <a:gd name="connsiteY1" fmla="*/ 0 h 7654397"/>
              <a:gd name="connsiteX2" fmla="*/ 6160559 w 6297316"/>
              <a:gd name="connsiteY2" fmla="*/ 5368132 h 7654397"/>
              <a:gd name="connsiteX3" fmla="*/ 2682346 w 6297316"/>
              <a:gd name="connsiteY3" fmla="*/ 7654397 h 7654397"/>
              <a:gd name="connsiteX4" fmla="*/ 0 w 6297316"/>
              <a:gd name="connsiteY4" fmla="*/ 7654396 h 7654397"/>
              <a:gd name="connsiteX5" fmla="*/ 0 w 6297316"/>
              <a:gd name="connsiteY5" fmla="*/ 84667 h 7654397"/>
              <a:gd name="connsiteX0" fmla="*/ 0 w 6326070"/>
              <a:gd name="connsiteY0" fmla="*/ 84667 h 7654397"/>
              <a:gd name="connsiteX1" fmla="*/ 4612747 w 6326070"/>
              <a:gd name="connsiteY1" fmla="*/ 0 h 7654397"/>
              <a:gd name="connsiteX2" fmla="*/ 6160559 w 6326070"/>
              <a:gd name="connsiteY2" fmla="*/ 5368132 h 7654397"/>
              <a:gd name="connsiteX3" fmla="*/ 2682346 w 6326070"/>
              <a:gd name="connsiteY3" fmla="*/ 7654397 h 7654397"/>
              <a:gd name="connsiteX4" fmla="*/ 0 w 6326070"/>
              <a:gd name="connsiteY4" fmla="*/ 7654396 h 7654397"/>
              <a:gd name="connsiteX5" fmla="*/ 0 w 6326070"/>
              <a:gd name="connsiteY5" fmla="*/ 84667 h 7654397"/>
              <a:gd name="connsiteX0" fmla="*/ 0 w 6444076"/>
              <a:gd name="connsiteY0" fmla="*/ 0 h 7569730"/>
              <a:gd name="connsiteX1" fmla="*/ 4951414 w 6444076"/>
              <a:gd name="connsiteY1" fmla="*/ 1117599 h 7569730"/>
              <a:gd name="connsiteX2" fmla="*/ 6160559 w 6444076"/>
              <a:gd name="connsiteY2" fmla="*/ 5283465 h 7569730"/>
              <a:gd name="connsiteX3" fmla="*/ 2682346 w 6444076"/>
              <a:gd name="connsiteY3" fmla="*/ 7569730 h 7569730"/>
              <a:gd name="connsiteX4" fmla="*/ 0 w 6444076"/>
              <a:gd name="connsiteY4" fmla="*/ 7569729 h 7569730"/>
              <a:gd name="connsiteX5" fmla="*/ 0 w 6444076"/>
              <a:gd name="connsiteY5" fmla="*/ 0 h 7569730"/>
              <a:gd name="connsiteX0" fmla="*/ 0 w 6444076"/>
              <a:gd name="connsiteY0" fmla="*/ 1 h 6452131"/>
              <a:gd name="connsiteX1" fmla="*/ 4951414 w 6444076"/>
              <a:gd name="connsiteY1" fmla="*/ 0 h 6452131"/>
              <a:gd name="connsiteX2" fmla="*/ 6160559 w 6444076"/>
              <a:gd name="connsiteY2" fmla="*/ 4165866 h 6452131"/>
              <a:gd name="connsiteX3" fmla="*/ 2682346 w 6444076"/>
              <a:gd name="connsiteY3" fmla="*/ 6452131 h 6452131"/>
              <a:gd name="connsiteX4" fmla="*/ 0 w 6444076"/>
              <a:gd name="connsiteY4" fmla="*/ 6452130 h 6452131"/>
              <a:gd name="connsiteX5" fmla="*/ 0 w 6444076"/>
              <a:gd name="connsiteY5" fmla="*/ 1 h 6452131"/>
              <a:gd name="connsiteX0" fmla="*/ 0 w 6347339"/>
              <a:gd name="connsiteY0" fmla="*/ 1 h 6452131"/>
              <a:gd name="connsiteX1" fmla="*/ 4951414 w 6347339"/>
              <a:gd name="connsiteY1" fmla="*/ 0 h 6452131"/>
              <a:gd name="connsiteX2" fmla="*/ 6008159 w 6347339"/>
              <a:gd name="connsiteY2" fmla="*/ 4182799 h 6452131"/>
              <a:gd name="connsiteX3" fmla="*/ 2682346 w 6347339"/>
              <a:gd name="connsiteY3" fmla="*/ 6452131 h 6452131"/>
              <a:gd name="connsiteX4" fmla="*/ 0 w 6347339"/>
              <a:gd name="connsiteY4" fmla="*/ 6452130 h 6452131"/>
              <a:gd name="connsiteX5" fmla="*/ 0 w 6347339"/>
              <a:gd name="connsiteY5" fmla="*/ 1 h 6452131"/>
              <a:gd name="connsiteX0" fmla="*/ 0 w 6368712"/>
              <a:gd name="connsiteY0" fmla="*/ 1 h 6452131"/>
              <a:gd name="connsiteX1" fmla="*/ 4951414 w 6368712"/>
              <a:gd name="connsiteY1" fmla="*/ 0 h 6452131"/>
              <a:gd name="connsiteX2" fmla="*/ 6008159 w 6368712"/>
              <a:gd name="connsiteY2" fmla="*/ 4182799 h 6452131"/>
              <a:gd name="connsiteX3" fmla="*/ 2682346 w 6368712"/>
              <a:gd name="connsiteY3" fmla="*/ 6452131 h 6452131"/>
              <a:gd name="connsiteX4" fmla="*/ 0 w 6368712"/>
              <a:gd name="connsiteY4" fmla="*/ 6452130 h 6452131"/>
              <a:gd name="connsiteX5" fmla="*/ 0 w 6368712"/>
              <a:gd name="connsiteY5" fmla="*/ 1 h 6452131"/>
              <a:gd name="connsiteX0" fmla="*/ 0 w 6290901"/>
              <a:gd name="connsiteY0" fmla="*/ 1 h 6452131"/>
              <a:gd name="connsiteX1" fmla="*/ 4951414 w 6290901"/>
              <a:gd name="connsiteY1" fmla="*/ 0 h 6452131"/>
              <a:gd name="connsiteX2" fmla="*/ 6008159 w 6290901"/>
              <a:gd name="connsiteY2" fmla="*/ 4182799 h 6452131"/>
              <a:gd name="connsiteX3" fmla="*/ 2682346 w 6290901"/>
              <a:gd name="connsiteY3" fmla="*/ 6452131 h 6452131"/>
              <a:gd name="connsiteX4" fmla="*/ 0 w 6290901"/>
              <a:gd name="connsiteY4" fmla="*/ 6452130 h 6452131"/>
              <a:gd name="connsiteX5" fmla="*/ 0 w 6290901"/>
              <a:gd name="connsiteY5" fmla="*/ 1 h 6452131"/>
              <a:gd name="connsiteX0" fmla="*/ 0 w 6243018"/>
              <a:gd name="connsiteY0" fmla="*/ 1 h 6452131"/>
              <a:gd name="connsiteX1" fmla="*/ 4951414 w 6243018"/>
              <a:gd name="connsiteY1" fmla="*/ 0 h 6452131"/>
              <a:gd name="connsiteX2" fmla="*/ 6008159 w 6243018"/>
              <a:gd name="connsiteY2" fmla="*/ 4182799 h 6452131"/>
              <a:gd name="connsiteX3" fmla="*/ 2682346 w 6243018"/>
              <a:gd name="connsiteY3" fmla="*/ 6452131 h 6452131"/>
              <a:gd name="connsiteX4" fmla="*/ 0 w 6243018"/>
              <a:gd name="connsiteY4" fmla="*/ 6452130 h 6452131"/>
              <a:gd name="connsiteX5" fmla="*/ 0 w 6243018"/>
              <a:gd name="connsiteY5" fmla="*/ 1 h 6452131"/>
              <a:gd name="connsiteX0" fmla="*/ 0 w 6275519"/>
              <a:gd name="connsiteY0" fmla="*/ 1 h 6452131"/>
              <a:gd name="connsiteX1" fmla="*/ 4951414 w 6275519"/>
              <a:gd name="connsiteY1" fmla="*/ 0 h 6452131"/>
              <a:gd name="connsiteX2" fmla="*/ 6058959 w 6275519"/>
              <a:gd name="connsiteY2" fmla="*/ 4115066 h 6452131"/>
              <a:gd name="connsiteX3" fmla="*/ 2682346 w 6275519"/>
              <a:gd name="connsiteY3" fmla="*/ 6452131 h 6452131"/>
              <a:gd name="connsiteX4" fmla="*/ 0 w 6275519"/>
              <a:gd name="connsiteY4" fmla="*/ 6452130 h 6452131"/>
              <a:gd name="connsiteX5" fmla="*/ 0 w 6275519"/>
              <a:gd name="connsiteY5" fmla="*/ 1 h 6452131"/>
              <a:gd name="connsiteX0" fmla="*/ 0 w 6312252"/>
              <a:gd name="connsiteY0" fmla="*/ 1 h 6452131"/>
              <a:gd name="connsiteX1" fmla="*/ 4951414 w 6312252"/>
              <a:gd name="connsiteY1" fmla="*/ 0 h 6452131"/>
              <a:gd name="connsiteX2" fmla="*/ 6058959 w 6312252"/>
              <a:gd name="connsiteY2" fmla="*/ 4115066 h 6452131"/>
              <a:gd name="connsiteX3" fmla="*/ 2682346 w 6312252"/>
              <a:gd name="connsiteY3" fmla="*/ 6452131 h 6452131"/>
              <a:gd name="connsiteX4" fmla="*/ 0 w 6312252"/>
              <a:gd name="connsiteY4" fmla="*/ 6452130 h 6452131"/>
              <a:gd name="connsiteX5" fmla="*/ 0 w 6312252"/>
              <a:gd name="connsiteY5" fmla="*/ 1 h 6452131"/>
              <a:gd name="connsiteX0" fmla="*/ 0 w 6236971"/>
              <a:gd name="connsiteY0" fmla="*/ 1 h 6452131"/>
              <a:gd name="connsiteX1" fmla="*/ 4951414 w 6236971"/>
              <a:gd name="connsiteY1" fmla="*/ 0 h 6452131"/>
              <a:gd name="connsiteX2" fmla="*/ 5940426 w 6236971"/>
              <a:gd name="connsiteY2" fmla="*/ 4250532 h 6452131"/>
              <a:gd name="connsiteX3" fmla="*/ 2682346 w 6236971"/>
              <a:gd name="connsiteY3" fmla="*/ 6452131 h 6452131"/>
              <a:gd name="connsiteX4" fmla="*/ 0 w 6236971"/>
              <a:gd name="connsiteY4" fmla="*/ 6452130 h 6452131"/>
              <a:gd name="connsiteX5" fmla="*/ 0 w 6236971"/>
              <a:gd name="connsiteY5" fmla="*/ 1 h 6452131"/>
              <a:gd name="connsiteX0" fmla="*/ 0 w 6229846"/>
              <a:gd name="connsiteY0" fmla="*/ 1 h 6452131"/>
              <a:gd name="connsiteX1" fmla="*/ 4951414 w 6229846"/>
              <a:gd name="connsiteY1" fmla="*/ 0 h 6452131"/>
              <a:gd name="connsiteX2" fmla="*/ 5940426 w 6229846"/>
              <a:gd name="connsiteY2" fmla="*/ 4250532 h 6452131"/>
              <a:gd name="connsiteX3" fmla="*/ 2682346 w 6229846"/>
              <a:gd name="connsiteY3" fmla="*/ 6452131 h 6452131"/>
              <a:gd name="connsiteX4" fmla="*/ 0 w 6229846"/>
              <a:gd name="connsiteY4" fmla="*/ 6452130 h 6452131"/>
              <a:gd name="connsiteX5" fmla="*/ 0 w 6229846"/>
              <a:gd name="connsiteY5" fmla="*/ 1 h 6452131"/>
              <a:gd name="connsiteX0" fmla="*/ 0 w 6208551"/>
              <a:gd name="connsiteY0" fmla="*/ 1 h 6452131"/>
              <a:gd name="connsiteX1" fmla="*/ 4951414 w 6208551"/>
              <a:gd name="connsiteY1" fmla="*/ 0 h 6452131"/>
              <a:gd name="connsiteX2" fmla="*/ 5940426 w 6208551"/>
              <a:gd name="connsiteY2" fmla="*/ 4250532 h 6452131"/>
              <a:gd name="connsiteX3" fmla="*/ 2682346 w 6208551"/>
              <a:gd name="connsiteY3" fmla="*/ 6452131 h 6452131"/>
              <a:gd name="connsiteX4" fmla="*/ 0 w 6208551"/>
              <a:gd name="connsiteY4" fmla="*/ 6452130 h 6452131"/>
              <a:gd name="connsiteX5" fmla="*/ 0 w 6208551"/>
              <a:gd name="connsiteY5" fmla="*/ 1 h 6452131"/>
              <a:gd name="connsiteX0" fmla="*/ 0 w 6213966"/>
              <a:gd name="connsiteY0" fmla="*/ 1 h 6452131"/>
              <a:gd name="connsiteX1" fmla="*/ 4951414 w 6213966"/>
              <a:gd name="connsiteY1" fmla="*/ 0 h 6452131"/>
              <a:gd name="connsiteX2" fmla="*/ 5940426 w 6213966"/>
              <a:gd name="connsiteY2" fmla="*/ 4250532 h 6452131"/>
              <a:gd name="connsiteX3" fmla="*/ 2682346 w 6213966"/>
              <a:gd name="connsiteY3" fmla="*/ 6452131 h 6452131"/>
              <a:gd name="connsiteX4" fmla="*/ 0 w 6213966"/>
              <a:gd name="connsiteY4" fmla="*/ 6452130 h 6452131"/>
              <a:gd name="connsiteX5" fmla="*/ 0 w 6213966"/>
              <a:gd name="connsiteY5" fmla="*/ 1 h 6452131"/>
              <a:gd name="connsiteX0" fmla="*/ 0 w 6321194"/>
              <a:gd name="connsiteY0" fmla="*/ 1 h 6452131"/>
              <a:gd name="connsiteX1" fmla="*/ 4951414 w 6321194"/>
              <a:gd name="connsiteY1" fmla="*/ 0 h 6452131"/>
              <a:gd name="connsiteX2" fmla="*/ 6109759 w 6321194"/>
              <a:gd name="connsiteY2" fmla="*/ 4098132 h 6452131"/>
              <a:gd name="connsiteX3" fmla="*/ 2682346 w 6321194"/>
              <a:gd name="connsiteY3" fmla="*/ 6452131 h 6452131"/>
              <a:gd name="connsiteX4" fmla="*/ 0 w 6321194"/>
              <a:gd name="connsiteY4" fmla="*/ 6452130 h 6452131"/>
              <a:gd name="connsiteX5" fmla="*/ 0 w 6321194"/>
              <a:gd name="connsiteY5" fmla="*/ 1 h 6452131"/>
              <a:gd name="connsiteX0" fmla="*/ 0 w 6266005"/>
              <a:gd name="connsiteY0" fmla="*/ 1 h 6452131"/>
              <a:gd name="connsiteX1" fmla="*/ 4951414 w 6266005"/>
              <a:gd name="connsiteY1" fmla="*/ 0 h 6452131"/>
              <a:gd name="connsiteX2" fmla="*/ 6025092 w 6266005"/>
              <a:gd name="connsiteY2" fmla="*/ 4216665 h 6452131"/>
              <a:gd name="connsiteX3" fmla="*/ 2682346 w 6266005"/>
              <a:gd name="connsiteY3" fmla="*/ 6452131 h 6452131"/>
              <a:gd name="connsiteX4" fmla="*/ 0 w 6266005"/>
              <a:gd name="connsiteY4" fmla="*/ 6452130 h 6452131"/>
              <a:gd name="connsiteX5" fmla="*/ 0 w 6266005"/>
              <a:gd name="connsiteY5" fmla="*/ 1 h 6452131"/>
              <a:gd name="connsiteX0" fmla="*/ 0 w 6266005"/>
              <a:gd name="connsiteY0" fmla="*/ 0 h 6472450"/>
              <a:gd name="connsiteX1" fmla="*/ 4951414 w 6266005"/>
              <a:gd name="connsiteY1" fmla="*/ 20319 h 6472450"/>
              <a:gd name="connsiteX2" fmla="*/ 6025092 w 6266005"/>
              <a:gd name="connsiteY2" fmla="*/ 4236984 h 6472450"/>
              <a:gd name="connsiteX3" fmla="*/ 2682346 w 6266005"/>
              <a:gd name="connsiteY3" fmla="*/ 6472450 h 6472450"/>
              <a:gd name="connsiteX4" fmla="*/ 0 w 6266005"/>
              <a:gd name="connsiteY4" fmla="*/ 6472449 h 6472450"/>
              <a:gd name="connsiteX5" fmla="*/ 0 w 6266005"/>
              <a:gd name="connsiteY5" fmla="*/ 0 h 6472450"/>
              <a:gd name="connsiteX0" fmla="*/ 0 w 6321305"/>
              <a:gd name="connsiteY0" fmla="*/ 10161 h 6482611"/>
              <a:gd name="connsiteX1" fmla="*/ 4961574 w 6321305"/>
              <a:gd name="connsiteY1" fmla="*/ 0 h 6482611"/>
              <a:gd name="connsiteX2" fmla="*/ 6025092 w 6321305"/>
              <a:gd name="connsiteY2" fmla="*/ 4247145 h 6482611"/>
              <a:gd name="connsiteX3" fmla="*/ 2682346 w 6321305"/>
              <a:gd name="connsiteY3" fmla="*/ 6482611 h 6482611"/>
              <a:gd name="connsiteX4" fmla="*/ 0 w 6321305"/>
              <a:gd name="connsiteY4" fmla="*/ 6482610 h 6482611"/>
              <a:gd name="connsiteX5" fmla="*/ 0 w 6321305"/>
              <a:gd name="connsiteY5" fmla="*/ 10161 h 6482611"/>
              <a:gd name="connsiteX0" fmla="*/ 0 w 6281673"/>
              <a:gd name="connsiteY0" fmla="*/ 10161 h 6482611"/>
              <a:gd name="connsiteX1" fmla="*/ 4961574 w 6281673"/>
              <a:gd name="connsiteY1" fmla="*/ 0 h 6482611"/>
              <a:gd name="connsiteX2" fmla="*/ 6025092 w 6281673"/>
              <a:gd name="connsiteY2" fmla="*/ 4247145 h 6482611"/>
              <a:gd name="connsiteX3" fmla="*/ 2682346 w 6281673"/>
              <a:gd name="connsiteY3" fmla="*/ 6482611 h 6482611"/>
              <a:gd name="connsiteX4" fmla="*/ 0 w 6281673"/>
              <a:gd name="connsiteY4" fmla="*/ 6482610 h 6482611"/>
              <a:gd name="connsiteX5" fmla="*/ 0 w 6281673"/>
              <a:gd name="connsiteY5" fmla="*/ 10161 h 6482611"/>
              <a:gd name="connsiteX0" fmla="*/ 0 w 6263095"/>
              <a:gd name="connsiteY0" fmla="*/ 10161 h 6482610"/>
              <a:gd name="connsiteX1" fmla="*/ 4961574 w 6263095"/>
              <a:gd name="connsiteY1" fmla="*/ 0 h 6482610"/>
              <a:gd name="connsiteX2" fmla="*/ 6025092 w 6263095"/>
              <a:gd name="connsiteY2" fmla="*/ 4247145 h 6482610"/>
              <a:gd name="connsiteX3" fmla="*/ 2936346 w 6263095"/>
              <a:gd name="connsiteY3" fmla="*/ 6472451 h 6482610"/>
              <a:gd name="connsiteX4" fmla="*/ 0 w 6263095"/>
              <a:gd name="connsiteY4" fmla="*/ 6482610 h 6482610"/>
              <a:gd name="connsiteX5" fmla="*/ 0 w 6263095"/>
              <a:gd name="connsiteY5" fmla="*/ 10161 h 6482610"/>
              <a:gd name="connsiteX0" fmla="*/ 0 w 6263095"/>
              <a:gd name="connsiteY0" fmla="*/ 10161 h 6482610"/>
              <a:gd name="connsiteX1" fmla="*/ 4961574 w 6263095"/>
              <a:gd name="connsiteY1" fmla="*/ 0 h 6482610"/>
              <a:gd name="connsiteX2" fmla="*/ 6025092 w 6263095"/>
              <a:gd name="connsiteY2" fmla="*/ 4247145 h 6482610"/>
              <a:gd name="connsiteX3" fmla="*/ 2936346 w 6263095"/>
              <a:gd name="connsiteY3" fmla="*/ 6472451 h 6482610"/>
              <a:gd name="connsiteX4" fmla="*/ 0 w 6263095"/>
              <a:gd name="connsiteY4" fmla="*/ 6482610 h 6482610"/>
              <a:gd name="connsiteX5" fmla="*/ 0 w 6263095"/>
              <a:gd name="connsiteY5" fmla="*/ 10161 h 6482610"/>
              <a:gd name="connsiteX0" fmla="*/ 0 w 6289855"/>
              <a:gd name="connsiteY0" fmla="*/ 10161 h 6482610"/>
              <a:gd name="connsiteX1" fmla="*/ 4961574 w 6289855"/>
              <a:gd name="connsiteY1" fmla="*/ 0 h 6482610"/>
              <a:gd name="connsiteX2" fmla="*/ 6025092 w 6289855"/>
              <a:gd name="connsiteY2" fmla="*/ 4247145 h 6482610"/>
              <a:gd name="connsiteX3" fmla="*/ 2936346 w 6289855"/>
              <a:gd name="connsiteY3" fmla="*/ 6472451 h 6482610"/>
              <a:gd name="connsiteX4" fmla="*/ 0 w 6289855"/>
              <a:gd name="connsiteY4" fmla="*/ 6482610 h 6482610"/>
              <a:gd name="connsiteX5" fmla="*/ 0 w 6289855"/>
              <a:gd name="connsiteY5" fmla="*/ 10161 h 6482610"/>
              <a:gd name="connsiteX0" fmla="*/ 0 w 6276060"/>
              <a:gd name="connsiteY0" fmla="*/ 10161 h 6482610"/>
              <a:gd name="connsiteX1" fmla="*/ 4961574 w 6276060"/>
              <a:gd name="connsiteY1" fmla="*/ 0 h 6482610"/>
              <a:gd name="connsiteX2" fmla="*/ 6004772 w 6276060"/>
              <a:gd name="connsiteY2" fmla="*/ 4206505 h 6482610"/>
              <a:gd name="connsiteX3" fmla="*/ 2936346 w 6276060"/>
              <a:gd name="connsiteY3" fmla="*/ 6472451 h 6482610"/>
              <a:gd name="connsiteX4" fmla="*/ 0 w 6276060"/>
              <a:gd name="connsiteY4" fmla="*/ 6482610 h 6482610"/>
              <a:gd name="connsiteX5" fmla="*/ 0 w 6276060"/>
              <a:gd name="connsiteY5" fmla="*/ 10161 h 6482610"/>
              <a:gd name="connsiteX0" fmla="*/ 0 w 6303818"/>
              <a:gd name="connsiteY0" fmla="*/ 10161 h 6482610"/>
              <a:gd name="connsiteX1" fmla="*/ 4961574 w 6303818"/>
              <a:gd name="connsiteY1" fmla="*/ 0 h 6482610"/>
              <a:gd name="connsiteX2" fmla="*/ 6045412 w 6303818"/>
              <a:gd name="connsiteY2" fmla="*/ 4216665 h 6482610"/>
              <a:gd name="connsiteX3" fmla="*/ 2936346 w 6303818"/>
              <a:gd name="connsiteY3" fmla="*/ 6472451 h 6482610"/>
              <a:gd name="connsiteX4" fmla="*/ 0 w 6303818"/>
              <a:gd name="connsiteY4" fmla="*/ 6482610 h 6482610"/>
              <a:gd name="connsiteX5" fmla="*/ 0 w 6303818"/>
              <a:gd name="connsiteY5" fmla="*/ 10161 h 6482610"/>
              <a:gd name="connsiteX0" fmla="*/ 0 w 6317252"/>
              <a:gd name="connsiteY0" fmla="*/ 10161 h 6482610"/>
              <a:gd name="connsiteX1" fmla="*/ 4961574 w 6317252"/>
              <a:gd name="connsiteY1" fmla="*/ 0 h 6482610"/>
              <a:gd name="connsiteX2" fmla="*/ 6045412 w 6317252"/>
              <a:gd name="connsiteY2" fmla="*/ 4216665 h 6482610"/>
              <a:gd name="connsiteX3" fmla="*/ 2936346 w 6317252"/>
              <a:gd name="connsiteY3" fmla="*/ 6472451 h 6482610"/>
              <a:gd name="connsiteX4" fmla="*/ 0 w 6317252"/>
              <a:gd name="connsiteY4" fmla="*/ 6482610 h 6482610"/>
              <a:gd name="connsiteX5" fmla="*/ 0 w 6317252"/>
              <a:gd name="connsiteY5" fmla="*/ 10161 h 6482610"/>
              <a:gd name="connsiteX0" fmla="*/ 0 w 6303818"/>
              <a:gd name="connsiteY0" fmla="*/ 10161 h 6482610"/>
              <a:gd name="connsiteX1" fmla="*/ 4961574 w 6303818"/>
              <a:gd name="connsiteY1" fmla="*/ 0 h 6482610"/>
              <a:gd name="connsiteX2" fmla="*/ 6045412 w 6303818"/>
              <a:gd name="connsiteY2" fmla="*/ 4216665 h 6482610"/>
              <a:gd name="connsiteX3" fmla="*/ 2936346 w 6303818"/>
              <a:gd name="connsiteY3" fmla="*/ 6472451 h 6482610"/>
              <a:gd name="connsiteX4" fmla="*/ 0 w 6303818"/>
              <a:gd name="connsiteY4" fmla="*/ 6482610 h 6482610"/>
              <a:gd name="connsiteX5" fmla="*/ 0 w 6303818"/>
              <a:gd name="connsiteY5" fmla="*/ 10161 h 6482610"/>
              <a:gd name="connsiteX0" fmla="*/ 0 w 6317252"/>
              <a:gd name="connsiteY0" fmla="*/ 10161 h 6482610"/>
              <a:gd name="connsiteX1" fmla="*/ 4961574 w 6317252"/>
              <a:gd name="connsiteY1" fmla="*/ 0 h 6482610"/>
              <a:gd name="connsiteX2" fmla="*/ 6045412 w 6317252"/>
              <a:gd name="connsiteY2" fmla="*/ 4216665 h 6482610"/>
              <a:gd name="connsiteX3" fmla="*/ 2936346 w 6317252"/>
              <a:gd name="connsiteY3" fmla="*/ 6472451 h 6482610"/>
              <a:gd name="connsiteX4" fmla="*/ 0 w 6317252"/>
              <a:gd name="connsiteY4" fmla="*/ 6482610 h 6482610"/>
              <a:gd name="connsiteX5" fmla="*/ 0 w 6317252"/>
              <a:gd name="connsiteY5" fmla="*/ 10161 h 6482610"/>
              <a:gd name="connsiteX0" fmla="*/ 0 w 6299936"/>
              <a:gd name="connsiteY0" fmla="*/ 10161 h 6482610"/>
              <a:gd name="connsiteX1" fmla="*/ 4961574 w 6299936"/>
              <a:gd name="connsiteY1" fmla="*/ 0 h 6482610"/>
              <a:gd name="connsiteX2" fmla="*/ 6020245 w 6299936"/>
              <a:gd name="connsiteY2" fmla="*/ 4216665 h 6482610"/>
              <a:gd name="connsiteX3" fmla="*/ 2936346 w 6299936"/>
              <a:gd name="connsiteY3" fmla="*/ 6472451 h 6482610"/>
              <a:gd name="connsiteX4" fmla="*/ 0 w 6299936"/>
              <a:gd name="connsiteY4" fmla="*/ 6482610 h 6482610"/>
              <a:gd name="connsiteX5" fmla="*/ 0 w 6299936"/>
              <a:gd name="connsiteY5" fmla="*/ 10161 h 6482610"/>
              <a:gd name="connsiteX0" fmla="*/ 0 w 6267165"/>
              <a:gd name="connsiteY0" fmla="*/ 10161 h 6489229"/>
              <a:gd name="connsiteX1" fmla="*/ 4961574 w 6267165"/>
              <a:gd name="connsiteY1" fmla="*/ 0 h 6489229"/>
              <a:gd name="connsiteX2" fmla="*/ 6020245 w 6267165"/>
              <a:gd name="connsiteY2" fmla="*/ 4216665 h 6489229"/>
              <a:gd name="connsiteX3" fmla="*/ 2835678 w 6267165"/>
              <a:gd name="connsiteY3" fmla="*/ 6489229 h 6489229"/>
              <a:gd name="connsiteX4" fmla="*/ 0 w 6267165"/>
              <a:gd name="connsiteY4" fmla="*/ 6482610 h 6489229"/>
              <a:gd name="connsiteX5" fmla="*/ 0 w 6267165"/>
              <a:gd name="connsiteY5" fmla="*/ 10161 h 6489229"/>
              <a:gd name="connsiteX0" fmla="*/ 0 w 6295968"/>
              <a:gd name="connsiteY0" fmla="*/ 10161 h 6489229"/>
              <a:gd name="connsiteX1" fmla="*/ 4961574 w 6295968"/>
              <a:gd name="connsiteY1" fmla="*/ 0 h 6489229"/>
              <a:gd name="connsiteX2" fmla="*/ 6062190 w 6295968"/>
              <a:gd name="connsiteY2" fmla="*/ 4107608 h 6489229"/>
              <a:gd name="connsiteX3" fmla="*/ 2835678 w 6295968"/>
              <a:gd name="connsiteY3" fmla="*/ 6489229 h 6489229"/>
              <a:gd name="connsiteX4" fmla="*/ 0 w 6295968"/>
              <a:gd name="connsiteY4" fmla="*/ 6482610 h 6489229"/>
              <a:gd name="connsiteX5" fmla="*/ 0 w 6295968"/>
              <a:gd name="connsiteY5" fmla="*/ 10161 h 6489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95968" h="6489229">
                <a:moveTo>
                  <a:pt x="0" y="10161"/>
                </a:moveTo>
                <a:lnTo>
                  <a:pt x="4961574" y="0"/>
                </a:lnTo>
                <a:cubicBezTo>
                  <a:pt x="6577772" y="1459654"/>
                  <a:pt x="6416506" y="3026070"/>
                  <a:pt x="6062190" y="4107608"/>
                </a:cubicBezTo>
                <a:cubicBezTo>
                  <a:pt x="5707874" y="5189146"/>
                  <a:pt x="4550090" y="6306349"/>
                  <a:pt x="2835678" y="6489229"/>
                </a:cubicBezTo>
                <a:lnTo>
                  <a:pt x="0" y="6482610"/>
                </a:lnTo>
                <a:lnTo>
                  <a:pt x="0" y="10161"/>
                </a:lnTo>
                <a:close/>
              </a:path>
            </a:pathLst>
          </a:custGeom>
        </p:spPr>
        <p:txBody>
          <a:bodyPr/>
          <a:lstStyle/>
          <a:p>
            <a:endParaRPr lang="en-IN"/>
          </a:p>
        </p:txBody>
      </p:sp>
      <p:sp>
        <p:nvSpPr>
          <p:cNvPr id="6" name="Title 1">
            <a:extLst>
              <a:ext uri="{FF2B5EF4-FFF2-40B4-BE49-F238E27FC236}">
                <a16:creationId xmlns:a16="http://schemas.microsoft.com/office/drawing/2014/main" id="{7B6A8123-506A-0865-AB94-A2207641AC8C}"/>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7" name="Rectangle 6">
            <a:extLst>
              <a:ext uri="{FF2B5EF4-FFF2-40B4-BE49-F238E27FC236}">
                <a16:creationId xmlns:a16="http://schemas.microsoft.com/office/drawing/2014/main" id="{D60AFFB5-3AED-8612-37BC-EAB3C6E0800F}"/>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4BBCE8C8-8FF1-ABEF-884F-7F80F4D743E4}"/>
              </a:ext>
            </a:extLst>
          </p:cNvPr>
          <p:cNvSpPr/>
          <p:nvPr userDrawn="1"/>
        </p:nvSpPr>
        <p:spPr>
          <a:xfrm>
            <a:off x="2133600" y="1958697"/>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3279B870-F6B4-628E-51FC-C98DD95C444D}"/>
              </a:ext>
            </a:extLst>
          </p:cNvPr>
          <p:cNvSpPr/>
          <p:nvPr userDrawn="1"/>
        </p:nvSpPr>
        <p:spPr>
          <a:xfrm>
            <a:off x="2133600" y="2906460"/>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4F6F51E1-0D27-5751-5AE0-EEA5852C34FE}"/>
              </a:ext>
            </a:extLst>
          </p:cNvPr>
          <p:cNvSpPr/>
          <p:nvPr userDrawn="1"/>
        </p:nvSpPr>
        <p:spPr>
          <a:xfrm>
            <a:off x="2133600" y="3854223"/>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922D180F-CDD9-9E6F-F4DC-1D36559C7FE7}"/>
              </a:ext>
            </a:extLst>
          </p:cNvPr>
          <p:cNvSpPr/>
          <p:nvPr userDrawn="1"/>
        </p:nvSpPr>
        <p:spPr>
          <a:xfrm>
            <a:off x="2133600" y="4801985"/>
            <a:ext cx="9710400" cy="646478"/>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Content Placeholder 50">
            <a:extLst>
              <a:ext uri="{FF2B5EF4-FFF2-40B4-BE49-F238E27FC236}">
                <a16:creationId xmlns:a16="http://schemas.microsoft.com/office/drawing/2014/main" id="{FDCAE5CE-F9E8-D464-306C-C73CA8A9B1B5}"/>
              </a:ext>
            </a:extLst>
          </p:cNvPr>
          <p:cNvSpPr>
            <a:spLocks noGrp="1"/>
          </p:cNvSpPr>
          <p:nvPr>
            <p:ph sz="quarter" idx="14" hasCustomPrompt="1"/>
          </p:nvPr>
        </p:nvSpPr>
        <p:spPr>
          <a:xfrm>
            <a:off x="4536599" y="1890536"/>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a:t>01</a:t>
            </a:r>
            <a:endParaRPr lang="en-IN"/>
          </a:p>
        </p:txBody>
      </p:sp>
      <p:sp>
        <p:nvSpPr>
          <p:cNvPr id="79" name="Content Placeholder 50">
            <a:extLst>
              <a:ext uri="{FF2B5EF4-FFF2-40B4-BE49-F238E27FC236}">
                <a16:creationId xmlns:a16="http://schemas.microsoft.com/office/drawing/2014/main" id="{A97061D2-4941-91EE-E837-F1043807B992}"/>
              </a:ext>
            </a:extLst>
          </p:cNvPr>
          <p:cNvSpPr>
            <a:spLocks noGrp="1"/>
          </p:cNvSpPr>
          <p:nvPr>
            <p:ph sz="quarter" idx="15" hasCustomPrompt="1"/>
          </p:nvPr>
        </p:nvSpPr>
        <p:spPr>
          <a:xfrm>
            <a:off x="4544561" y="2838578"/>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a:t>02</a:t>
            </a:r>
            <a:endParaRPr lang="en-IN"/>
          </a:p>
        </p:txBody>
      </p:sp>
      <p:sp>
        <p:nvSpPr>
          <p:cNvPr id="80" name="Content Placeholder 50">
            <a:extLst>
              <a:ext uri="{FF2B5EF4-FFF2-40B4-BE49-F238E27FC236}">
                <a16:creationId xmlns:a16="http://schemas.microsoft.com/office/drawing/2014/main" id="{32BFEA47-006D-C0B3-955B-EA46F126A4B5}"/>
              </a:ext>
            </a:extLst>
          </p:cNvPr>
          <p:cNvSpPr>
            <a:spLocks noGrp="1"/>
          </p:cNvSpPr>
          <p:nvPr>
            <p:ph sz="quarter" idx="16" hasCustomPrompt="1"/>
          </p:nvPr>
        </p:nvSpPr>
        <p:spPr>
          <a:xfrm>
            <a:off x="4511669" y="3788361"/>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a:t>03</a:t>
            </a:r>
            <a:endParaRPr lang="en-IN"/>
          </a:p>
        </p:txBody>
      </p:sp>
      <p:sp>
        <p:nvSpPr>
          <p:cNvPr id="81" name="Content Placeholder 50">
            <a:extLst>
              <a:ext uri="{FF2B5EF4-FFF2-40B4-BE49-F238E27FC236}">
                <a16:creationId xmlns:a16="http://schemas.microsoft.com/office/drawing/2014/main" id="{FEE7EDF9-F39F-9CE3-B606-01ED62D0220C}"/>
              </a:ext>
            </a:extLst>
          </p:cNvPr>
          <p:cNvSpPr>
            <a:spLocks noGrp="1"/>
          </p:cNvSpPr>
          <p:nvPr>
            <p:ph sz="quarter" idx="17" hasCustomPrompt="1"/>
          </p:nvPr>
        </p:nvSpPr>
        <p:spPr>
          <a:xfrm>
            <a:off x="4530481" y="4751630"/>
            <a:ext cx="776121" cy="776121"/>
          </a:xfrm>
          <a:prstGeom prst="ellipse">
            <a:avLst/>
          </a:prstGeom>
          <a:solidFill>
            <a:schemeClr val="bg2"/>
          </a:solidFill>
          <a:effectLst>
            <a:outerShdw blurRad="50800" dist="38100" dir="2700000" algn="tl" rotWithShape="0">
              <a:prstClr val="black">
                <a:alpha val="40000"/>
              </a:prstClr>
            </a:outerShdw>
          </a:effectLst>
        </p:spPr>
        <p:txBody>
          <a:bodyPr vert="horz" lIns="0" tIns="91440" rIns="0" bIns="91440" rtlCol="0">
            <a:noAutofit/>
          </a:bodyPr>
          <a:lstStyle>
            <a:lvl1pPr>
              <a:defRPr lang="en-IN" b="1" dirty="0">
                <a:solidFill>
                  <a:schemeClr val="tx2"/>
                </a:solidFill>
                <a:latin typeface="Barlow" panose="00000500000000000000" pitchFamily="2" charset="0"/>
              </a:defRPr>
            </a:lvl1pPr>
          </a:lstStyle>
          <a:p>
            <a:pPr marL="0" lvl="0" indent="0" algn="ctr">
              <a:buNone/>
            </a:pPr>
            <a:r>
              <a:rPr lang="en-US"/>
              <a:t>04</a:t>
            </a:r>
            <a:endParaRPr lang="en-IN"/>
          </a:p>
        </p:txBody>
      </p:sp>
      <p:sp>
        <p:nvSpPr>
          <p:cNvPr id="83" name="Text Placeholder 37">
            <a:extLst>
              <a:ext uri="{FF2B5EF4-FFF2-40B4-BE49-F238E27FC236}">
                <a16:creationId xmlns:a16="http://schemas.microsoft.com/office/drawing/2014/main" id="{BC19F703-56FB-2261-A61F-F258FEF22B05}"/>
              </a:ext>
            </a:extLst>
          </p:cNvPr>
          <p:cNvSpPr>
            <a:spLocks noGrp="1"/>
          </p:cNvSpPr>
          <p:nvPr>
            <p:ph type="body" sz="quarter" idx="21" hasCustomPrompt="1"/>
          </p:nvPr>
        </p:nvSpPr>
        <p:spPr>
          <a:xfrm>
            <a:off x="5500426" y="2101804"/>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84" name="Text Placeholder 37">
            <a:extLst>
              <a:ext uri="{FF2B5EF4-FFF2-40B4-BE49-F238E27FC236}">
                <a16:creationId xmlns:a16="http://schemas.microsoft.com/office/drawing/2014/main" id="{298392FB-6B4D-EA43-EAC9-9078A913EC52}"/>
              </a:ext>
            </a:extLst>
          </p:cNvPr>
          <p:cNvSpPr>
            <a:spLocks noGrp="1"/>
          </p:cNvSpPr>
          <p:nvPr>
            <p:ph type="body" sz="quarter" idx="22" hasCustomPrompt="1"/>
          </p:nvPr>
        </p:nvSpPr>
        <p:spPr>
          <a:xfrm>
            <a:off x="5500425" y="3074795"/>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6" name="Text Placeholder 37">
            <a:extLst>
              <a:ext uri="{FF2B5EF4-FFF2-40B4-BE49-F238E27FC236}">
                <a16:creationId xmlns:a16="http://schemas.microsoft.com/office/drawing/2014/main" id="{8F55CB87-18A7-DC73-05FF-DD116AE8E48B}"/>
              </a:ext>
            </a:extLst>
          </p:cNvPr>
          <p:cNvSpPr>
            <a:spLocks noGrp="1"/>
          </p:cNvSpPr>
          <p:nvPr>
            <p:ph type="body" sz="quarter" idx="23" hasCustomPrompt="1"/>
          </p:nvPr>
        </p:nvSpPr>
        <p:spPr>
          <a:xfrm>
            <a:off x="5500426" y="4000605"/>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7" name="Text Placeholder 37">
            <a:extLst>
              <a:ext uri="{FF2B5EF4-FFF2-40B4-BE49-F238E27FC236}">
                <a16:creationId xmlns:a16="http://schemas.microsoft.com/office/drawing/2014/main" id="{9AC48981-1831-177D-E35E-A52CECE6685E}"/>
              </a:ext>
            </a:extLst>
          </p:cNvPr>
          <p:cNvSpPr>
            <a:spLocks noGrp="1"/>
          </p:cNvSpPr>
          <p:nvPr>
            <p:ph type="body" sz="quarter" idx="24" hasCustomPrompt="1"/>
          </p:nvPr>
        </p:nvSpPr>
        <p:spPr>
          <a:xfrm>
            <a:off x="5500425" y="4973596"/>
            <a:ext cx="6021049" cy="309808"/>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85" name="Text Placeholder 37">
            <a:extLst>
              <a:ext uri="{FF2B5EF4-FFF2-40B4-BE49-F238E27FC236}">
                <a16:creationId xmlns:a16="http://schemas.microsoft.com/office/drawing/2014/main" id="{DB4417A2-59BE-E1EA-191B-F8A6C4EE8E38}"/>
              </a:ext>
            </a:extLst>
          </p:cNvPr>
          <p:cNvSpPr>
            <a:spLocks noGrp="1"/>
          </p:cNvSpPr>
          <p:nvPr>
            <p:ph type="body" sz="quarter" idx="20" hasCustomPrompt="1"/>
          </p:nvPr>
        </p:nvSpPr>
        <p:spPr>
          <a:xfrm>
            <a:off x="2812026" y="2113884"/>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Heading 1</a:t>
            </a:r>
            <a:endParaRPr lang="en-IN"/>
          </a:p>
        </p:txBody>
      </p:sp>
      <p:sp>
        <p:nvSpPr>
          <p:cNvPr id="22" name="Text Placeholder 37">
            <a:extLst>
              <a:ext uri="{FF2B5EF4-FFF2-40B4-BE49-F238E27FC236}">
                <a16:creationId xmlns:a16="http://schemas.microsoft.com/office/drawing/2014/main" id="{F9B33DDC-B06D-9DE9-0E02-B12036AE88A3}"/>
              </a:ext>
            </a:extLst>
          </p:cNvPr>
          <p:cNvSpPr>
            <a:spLocks noGrp="1"/>
          </p:cNvSpPr>
          <p:nvPr>
            <p:ph type="body" sz="quarter" idx="26" hasCustomPrompt="1"/>
          </p:nvPr>
        </p:nvSpPr>
        <p:spPr>
          <a:xfrm>
            <a:off x="2812025" y="3081103"/>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Heading 2</a:t>
            </a:r>
            <a:endParaRPr lang="en-IN"/>
          </a:p>
        </p:txBody>
      </p:sp>
      <p:sp>
        <p:nvSpPr>
          <p:cNvPr id="23" name="Text Placeholder 37">
            <a:extLst>
              <a:ext uri="{FF2B5EF4-FFF2-40B4-BE49-F238E27FC236}">
                <a16:creationId xmlns:a16="http://schemas.microsoft.com/office/drawing/2014/main" id="{E631A40E-2E83-ABBE-2268-0292550C3DCC}"/>
              </a:ext>
            </a:extLst>
          </p:cNvPr>
          <p:cNvSpPr>
            <a:spLocks noGrp="1"/>
          </p:cNvSpPr>
          <p:nvPr>
            <p:ph type="body" sz="quarter" idx="27" hasCustomPrompt="1"/>
          </p:nvPr>
        </p:nvSpPr>
        <p:spPr>
          <a:xfrm>
            <a:off x="2804550" y="4018457"/>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Heading 3</a:t>
            </a:r>
            <a:endParaRPr lang="en-IN"/>
          </a:p>
        </p:txBody>
      </p:sp>
      <p:sp>
        <p:nvSpPr>
          <p:cNvPr id="24" name="Text Placeholder 37">
            <a:extLst>
              <a:ext uri="{FF2B5EF4-FFF2-40B4-BE49-F238E27FC236}">
                <a16:creationId xmlns:a16="http://schemas.microsoft.com/office/drawing/2014/main" id="{245D9F7D-BC32-4224-3B60-1D70794453B3}"/>
              </a:ext>
            </a:extLst>
          </p:cNvPr>
          <p:cNvSpPr>
            <a:spLocks noGrp="1"/>
          </p:cNvSpPr>
          <p:nvPr>
            <p:ph type="body" sz="quarter" idx="28" hasCustomPrompt="1"/>
          </p:nvPr>
        </p:nvSpPr>
        <p:spPr>
          <a:xfrm>
            <a:off x="2804549" y="4985676"/>
            <a:ext cx="1536867" cy="297728"/>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Heading 4</a:t>
            </a:r>
            <a:endParaRPr lang="en-IN"/>
          </a:p>
        </p:txBody>
      </p:sp>
      <p:sp>
        <p:nvSpPr>
          <p:cNvPr id="88" name="Content Placeholder 78">
            <a:extLst>
              <a:ext uri="{FF2B5EF4-FFF2-40B4-BE49-F238E27FC236}">
                <a16:creationId xmlns:a16="http://schemas.microsoft.com/office/drawing/2014/main" id="{EDA7EE76-DC14-3403-AADB-553132E2EF20}"/>
              </a:ext>
            </a:extLst>
          </p:cNvPr>
          <p:cNvSpPr>
            <a:spLocks noGrp="1"/>
          </p:cNvSpPr>
          <p:nvPr>
            <p:ph sz="quarter" idx="30" hasCustomPrompt="1"/>
          </p:nvPr>
        </p:nvSpPr>
        <p:spPr>
          <a:xfrm>
            <a:off x="2241083" y="2049667"/>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a:t>Icon</a:t>
            </a:r>
            <a:endParaRPr lang="en-IN"/>
          </a:p>
        </p:txBody>
      </p:sp>
      <p:sp>
        <p:nvSpPr>
          <p:cNvPr id="89" name="Content Placeholder 78">
            <a:extLst>
              <a:ext uri="{FF2B5EF4-FFF2-40B4-BE49-F238E27FC236}">
                <a16:creationId xmlns:a16="http://schemas.microsoft.com/office/drawing/2014/main" id="{7B0E5D52-75D1-A6B9-AF3E-B1FF53A23079}"/>
              </a:ext>
            </a:extLst>
          </p:cNvPr>
          <p:cNvSpPr>
            <a:spLocks noGrp="1"/>
          </p:cNvSpPr>
          <p:nvPr>
            <p:ph sz="quarter" idx="31" hasCustomPrompt="1"/>
          </p:nvPr>
        </p:nvSpPr>
        <p:spPr>
          <a:xfrm>
            <a:off x="2241083" y="3000333"/>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a:t>Icon</a:t>
            </a:r>
            <a:endParaRPr lang="en-IN"/>
          </a:p>
        </p:txBody>
      </p:sp>
      <p:sp>
        <p:nvSpPr>
          <p:cNvPr id="26" name="Content Placeholder 78">
            <a:extLst>
              <a:ext uri="{FF2B5EF4-FFF2-40B4-BE49-F238E27FC236}">
                <a16:creationId xmlns:a16="http://schemas.microsoft.com/office/drawing/2014/main" id="{F607488F-018D-7346-4C74-5BC24BD9E5BD}"/>
              </a:ext>
            </a:extLst>
          </p:cNvPr>
          <p:cNvSpPr>
            <a:spLocks noGrp="1"/>
          </p:cNvSpPr>
          <p:nvPr>
            <p:ph sz="quarter" idx="32" hasCustomPrompt="1"/>
          </p:nvPr>
        </p:nvSpPr>
        <p:spPr>
          <a:xfrm>
            <a:off x="2241083" y="3954949"/>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a:t>Icon</a:t>
            </a:r>
            <a:endParaRPr lang="en-IN"/>
          </a:p>
        </p:txBody>
      </p:sp>
      <p:sp>
        <p:nvSpPr>
          <p:cNvPr id="27" name="Content Placeholder 78">
            <a:extLst>
              <a:ext uri="{FF2B5EF4-FFF2-40B4-BE49-F238E27FC236}">
                <a16:creationId xmlns:a16="http://schemas.microsoft.com/office/drawing/2014/main" id="{EA33B7F1-7263-8A3A-206E-03E63D199724}"/>
              </a:ext>
            </a:extLst>
          </p:cNvPr>
          <p:cNvSpPr>
            <a:spLocks noGrp="1"/>
          </p:cNvSpPr>
          <p:nvPr>
            <p:ph sz="quarter" idx="33" hasCustomPrompt="1"/>
          </p:nvPr>
        </p:nvSpPr>
        <p:spPr>
          <a:xfrm>
            <a:off x="2241083" y="4905615"/>
            <a:ext cx="458418" cy="442123"/>
          </a:xfrm>
          <a:prstGeom prst="ellipse">
            <a:avLst/>
          </a:prstGeom>
          <a:solidFill>
            <a:schemeClr val="tx2"/>
          </a:solidFill>
        </p:spPr>
        <p:txBody>
          <a:bodyPr lIns="0" rIns="0" anchor="ctr">
            <a:noAutofit/>
          </a:bodyPr>
          <a:lstStyle>
            <a:lvl1pPr marL="0" indent="0" algn="ctr">
              <a:buNone/>
              <a:defRPr sz="900" b="1">
                <a:solidFill>
                  <a:schemeClr val="bg1"/>
                </a:solidFill>
              </a:defRPr>
            </a:lvl1pPr>
          </a:lstStyle>
          <a:p>
            <a:pPr lvl="0"/>
            <a:r>
              <a:rPr lang="en-US"/>
              <a:t>Icon</a:t>
            </a:r>
            <a:endParaRPr lang="en-IN"/>
          </a:p>
        </p:txBody>
      </p:sp>
    </p:spTree>
    <p:extLst>
      <p:ext uri="{BB962C8B-B14F-4D97-AF65-F5344CB8AC3E}">
        <p14:creationId xmlns:p14="http://schemas.microsoft.com/office/powerpoint/2010/main" val="814862218"/>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1_Objective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FEFD0C3-9018-32A5-E7A1-5CA1E3CD9FC5}"/>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7" name="Rectangle 6">
            <a:extLst>
              <a:ext uri="{FF2B5EF4-FFF2-40B4-BE49-F238E27FC236}">
                <a16:creationId xmlns:a16="http://schemas.microsoft.com/office/drawing/2014/main" id="{46307A03-750A-7422-8C8B-F4FCFF4D22ED}"/>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71EEE1AB-0FB0-4BE4-0920-C095C792A366}"/>
              </a:ext>
            </a:extLst>
          </p:cNvPr>
          <p:cNvSpPr/>
          <p:nvPr userDrawn="1"/>
        </p:nvSpPr>
        <p:spPr>
          <a:xfrm>
            <a:off x="4063908" y="3314102"/>
            <a:ext cx="3872616" cy="808305"/>
          </a:xfrm>
          <a:prstGeom prst="roundRect">
            <a:avLst>
              <a:gd name="adj" fmla="val 50000"/>
            </a:avLst>
          </a:prstGeom>
          <a:solidFill>
            <a:schemeClr val="tx2"/>
          </a:solidFill>
          <a:effectLst/>
        </p:spPr>
        <p:txBody>
          <a:bodyPr wrap="square" lIns="1440000" tIns="0" rIns="0" bIns="0" anchor="ctr" anchorCtr="0">
            <a:noAutofit/>
          </a:bodyPr>
          <a:lstStyle/>
          <a:p>
            <a:endParaRPr lang="en-US" sz="2000" b="1">
              <a:solidFill>
                <a:schemeClr val="bg1"/>
              </a:solidFill>
              <a:latin typeface="Segoe UI" panose="020B0502040204020203" pitchFamily="34" charset="0"/>
              <a:cs typeface="Segoe UI" panose="020B0502040204020203" pitchFamily="34" charset="0"/>
            </a:endParaRPr>
          </a:p>
        </p:txBody>
      </p:sp>
      <p:sp>
        <p:nvSpPr>
          <p:cNvPr id="18" name="Rectangle: Rounded Corners 17">
            <a:extLst>
              <a:ext uri="{FF2B5EF4-FFF2-40B4-BE49-F238E27FC236}">
                <a16:creationId xmlns:a16="http://schemas.microsoft.com/office/drawing/2014/main" id="{0CF8D045-EC67-3A42-DF00-773E470DE925}"/>
              </a:ext>
            </a:extLst>
          </p:cNvPr>
          <p:cNvSpPr/>
          <p:nvPr userDrawn="1"/>
        </p:nvSpPr>
        <p:spPr>
          <a:xfrm>
            <a:off x="3319858" y="5089531"/>
            <a:ext cx="4630341" cy="808305"/>
          </a:xfrm>
          <a:prstGeom prst="roundRect">
            <a:avLst>
              <a:gd name="adj" fmla="val 50000"/>
            </a:avLst>
          </a:prstGeom>
          <a:solidFill>
            <a:schemeClr val="accent1"/>
          </a:solidFill>
          <a:effectLst/>
        </p:spPr>
        <p:txBody>
          <a:bodyPr wrap="square" lIns="1440000" tIns="0" rIns="0" bIns="0" anchor="ctr" anchorCtr="0">
            <a:noAutofit/>
          </a:bodyPr>
          <a:lstStyle/>
          <a:p>
            <a:endParaRPr lang="en-US" sz="2000" b="1">
              <a:solidFill>
                <a:schemeClr val="bg1"/>
              </a:solidFill>
              <a:latin typeface="Segoe UI" panose="020B0502040204020203" pitchFamily="34" charset="0"/>
              <a:cs typeface="Segoe UI" panose="020B0502040204020203" pitchFamily="34" charset="0"/>
            </a:endParaRPr>
          </a:p>
        </p:txBody>
      </p:sp>
      <p:sp>
        <p:nvSpPr>
          <p:cNvPr id="19" name="Rectangle: Rounded Corners 18">
            <a:extLst>
              <a:ext uri="{FF2B5EF4-FFF2-40B4-BE49-F238E27FC236}">
                <a16:creationId xmlns:a16="http://schemas.microsoft.com/office/drawing/2014/main" id="{D4EC984A-88CB-374B-254E-79EDBD342641}"/>
              </a:ext>
            </a:extLst>
          </p:cNvPr>
          <p:cNvSpPr/>
          <p:nvPr userDrawn="1"/>
        </p:nvSpPr>
        <p:spPr>
          <a:xfrm>
            <a:off x="3319858" y="1536102"/>
            <a:ext cx="4630341" cy="808305"/>
          </a:xfrm>
          <a:prstGeom prst="roundRect">
            <a:avLst>
              <a:gd name="adj" fmla="val 50000"/>
            </a:avLst>
          </a:prstGeom>
          <a:solidFill>
            <a:schemeClr val="accent2"/>
          </a:solidFill>
          <a:effectLst/>
        </p:spPr>
        <p:txBody>
          <a:bodyPr wrap="square" lIns="1440000" tIns="0" rIns="0" bIns="0" anchor="ctr" anchorCtr="0">
            <a:noAutofit/>
          </a:bodyPr>
          <a:lstStyle/>
          <a:p>
            <a:endParaRPr lang="en-US" sz="2000" b="1">
              <a:solidFill>
                <a:schemeClr val="bg1"/>
              </a:solidFill>
              <a:latin typeface="Segoe UI" panose="020B0502040204020203" pitchFamily="34" charset="0"/>
              <a:cs typeface="Segoe UI" panose="020B0502040204020203" pitchFamily="34" charset="0"/>
            </a:endParaRPr>
          </a:p>
        </p:txBody>
      </p:sp>
      <p:sp>
        <p:nvSpPr>
          <p:cNvPr id="20" name="Oval 19">
            <a:extLst>
              <a:ext uri="{FF2B5EF4-FFF2-40B4-BE49-F238E27FC236}">
                <a16:creationId xmlns:a16="http://schemas.microsoft.com/office/drawing/2014/main" id="{0D39F2EB-70C5-C952-B5F4-5AC6B7BD34EE}"/>
              </a:ext>
            </a:extLst>
          </p:cNvPr>
          <p:cNvSpPr>
            <a:spLocks noChangeArrowheads="1"/>
          </p:cNvSpPr>
          <p:nvPr userDrawn="1"/>
        </p:nvSpPr>
        <p:spPr bwMode="auto">
          <a:xfrm>
            <a:off x="3122973" y="1256124"/>
            <a:ext cx="1583409" cy="1583409"/>
          </a:xfrm>
          <a:prstGeom prst="ellipse">
            <a:avLst/>
          </a:prstGeom>
          <a:solidFill>
            <a:schemeClr val="bg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1" name="Oval 20">
            <a:extLst>
              <a:ext uri="{FF2B5EF4-FFF2-40B4-BE49-F238E27FC236}">
                <a16:creationId xmlns:a16="http://schemas.microsoft.com/office/drawing/2014/main" id="{3DA05484-BAFF-578C-162D-ACC73CD4FC22}"/>
              </a:ext>
            </a:extLst>
          </p:cNvPr>
          <p:cNvSpPr>
            <a:spLocks noChangeArrowheads="1"/>
          </p:cNvSpPr>
          <p:nvPr userDrawn="1"/>
        </p:nvSpPr>
        <p:spPr bwMode="auto">
          <a:xfrm>
            <a:off x="3852041" y="2923714"/>
            <a:ext cx="1583409" cy="1583409"/>
          </a:xfrm>
          <a:prstGeom prst="ellipse">
            <a:avLst/>
          </a:prstGeom>
          <a:solidFill>
            <a:schemeClr val="bg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2" name="Oval 21">
            <a:extLst>
              <a:ext uri="{FF2B5EF4-FFF2-40B4-BE49-F238E27FC236}">
                <a16:creationId xmlns:a16="http://schemas.microsoft.com/office/drawing/2014/main" id="{8CE99E17-476C-F159-EDFD-9218E84F8310}"/>
              </a:ext>
            </a:extLst>
          </p:cNvPr>
          <p:cNvSpPr>
            <a:spLocks noChangeArrowheads="1"/>
          </p:cNvSpPr>
          <p:nvPr userDrawn="1"/>
        </p:nvSpPr>
        <p:spPr bwMode="auto">
          <a:xfrm>
            <a:off x="3115053" y="4794814"/>
            <a:ext cx="1580659" cy="1583409"/>
          </a:xfrm>
          <a:prstGeom prst="ellipse">
            <a:avLst/>
          </a:prstGeom>
          <a:solidFill>
            <a:schemeClr val="bg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3" name="Oval 22">
            <a:extLst>
              <a:ext uri="{FF2B5EF4-FFF2-40B4-BE49-F238E27FC236}">
                <a16:creationId xmlns:a16="http://schemas.microsoft.com/office/drawing/2014/main" id="{2BE51A22-90F6-2E68-DEF6-39D3DC8EFC87}"/>
              </a:ext>
            </a:extLst>
          </p:cNvPr>
          <p:cNvSpPr>
            <a:spLocks noChangeArrowheads="1"/>
          </p:cNvSpPr>
          <p:nvPr userDrawn="1"/>
        </p:nvSpPr>
        <p:spPr bwMode="auto">
          <a:xfrm>
            <a:off x="546100" y="2133366"/>
            <a:ext cx="3166175" cy="3166176"/>
          </a:xfrm>
          <a:prstGeom prst="ellipse">
            <a:avLst/>
          </a:prstGeom>
          <a:solidFill>
            <a:schemeClr val="accent1"/>
          </a:solidFill>
          <a:ln w="15875" cap="flat">
            <a:noFill/>
            <a:prstDash val="solid"/>
            <a:miter lim="800000"/>
            <a:headEnd/>
            <a:tailEnd/>
          </a:ln>
          <a:effectLst>
            <a:outerShdw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4" name="Oval 23">
            <a:extLst>
              <a:ext uri="{FF2B5EF4-FFF2-40B4-BE49-F238E27FC236}">
                <a16:creationId xmlns:a16="http://schemas.microsoft.com/office/drawing/2014/main" id="{A7FE4D61-5471-89BE-6360-3E15DAD22A8F}"/>
              </a:ext>
            </a:extLst>
          </p:cNvPr>
          <p:cNvSpPr>
            <a:spLocks noChangeArrowheads="1"/>
          </p:cNvSpPr>
          <p:nvPr userDrawn="1"/>
        </p:nvSpPr>
        <p:spPr bwMode="auto">
          <a:xfrm>
            <a:off x="806334" y="2391534"/>
            <a:ext cx="2645708" cy="2649839"/>
          </a:xfrm>
          <a:prstGeom prst="ellipse">
            <a:avLst/>
          </a:prstGeom>
          <a:solidFill>
            <a:schemeClr val="tx2"/>
          </a:solidFill>
          <a:ln w="38100" cap="flat">
            <a:noFill/>
            <a:prstDash val="solid"/>
            <a:miter lim="800000"/>
            <a:headEnd/>
            <a:tailEnd/>
          </a:ln>
          <a:effectLst>
            <a:outerShdw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5" name="Oval 24">
            <a:extLst>
              <a:ext uri="{FF2B5EF4-FFF2-40B4-BE49-F238E27FC236}">
                <a16:creationId xmlns:a16="http://schemas.microsoft.com/office/drawing/2014/main" id="{39BFFB99-D941-1CF4-DC56-89A2F4BCB43E}"/>
              </a:ext>
            </a:extLst>
          </p:cNvPr>
          <p:cNvSpPr>
            <a:spLocks noChangeArrowheads="1"/>
          </p:cNvSpPr>
          <p:nvPr userDrawn="1"/>
        </p:nvSpPr>
        <p:spPr bwMode="auto">
          <a:xfrm>
            <a:off x="1064502" y="2651767"/>
            <a:ext cx="2129371" cy="2129372"/>
          </a:xfrm>
          <a:prstGeom prst="ellipse">
            <a:avLst/>
          </a:prstGeom>
          <a:solidFill>
            <a:schemeClr val="accent2"/>
          </a:solidFill>
          <a:ln w="38100" cap="flat">
            <a:noFill/>
            <a:prstDash val="solid"/>
            <a:miter lim="800000"/>
            <a:headEnd/>
            <a:tailEnd/>
          </a:ln>
          <a:effectLst>
            <a:outerShdw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6" name="Oval 25">
            <a:extLst>
              <a:ext uri="{FF2B5EF4-FFF2-40B4-BE49-F238E27FC236}">
                <a16:creationId xmlns:a16="http://schemas.microsoft.com/office/drawing/2014/main" id="{E7F1134B-5CC6-4514-273E-8DC8F06AC2A5}"/>
              </a:ext>
            </a:extLst>
          </p:cNvPr>
          <p:cNvSpPr>
            <a:spLocks noChangeArrowheads="1"/>
          </p:cNvSpPr>
          <p:nvPr userDrawn="1"/>
        </p:nvSpPr>
        <p:spPr bwMode="auto">
          <a:xfrm>
            <a:off x="1328865" y="2916132"/>
            <a:ext cx="1600643" cy="1600644"/>
          </a:xfrm>
          <a:prstGeom prst="ellipse">
            <a:avLst/>
          </a:prstGeom>
          <a:solidFill>
            <a:sysClr val="window" lastClr="FFFFFF"/>
          </a:solidFill>
          <a:ln w="15875" cap="flat">
            <a:noFill/>
            <a:prstDash val="solid"/>
            <a:miter lim="800000"/>
            <a:headEnd/>
            <a:tailEnd/>
          </a:ln>
          <a:effectLst>
            <a:outerShdw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7" name="Oval 26">
            <a:extLst>
              <a:ext uri="{FF2B5EF4-FFF2-40B4-BE49-F238E27FC236}">
                <a16:creationId xmlns:a16="http://schemas.microsoft.com/office/drawing/2014/main" id="{B8C34AD5-83F2-B428-A926-370252CE99CB}"/>
              </a:ext>
            </a:extLst>
          </p:cNvPr>
          <p:cNvSpPr>
            <a:spLocks noChangeArrowheads="1"/>
          </p:cNvSpPr>
          <p:nvPr userDrawn="1"/>
        </p:nvSpPr>
        <p:spPr bwMode="auto">
          <a:xfrm>
            <a:off x="3319859" y="1348534"/>
            <a:ext cx="1189639" cy="1189639"/>
          </a:xfrm>
          <a:prstGeom prst="ellipse">
            <a:avLst/>
          </a:prstGeom>
          <a:solidFill>
            <a:schemeClr val="accent2"/>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8" name="Oval 27">
            <a:extLst>
              <a:ext uri="{FF2B5EF4-FFF2-40B4-BE49-F238E27FC236}">
                <a16:creationId xmlns:a16="http://schemas.microsoft.com/office/drawing/2014/main" id="{ECE97C07-6EF1-199D-6943-60B285D74707}"/>
              </a:ext>
            </a:extLst>
          </p:cNvPr>
          <p:cNvSpPr>
            <a:spLocks noChangeArrowheads="1"/>
          </p:cNvSpPr>
          <p:nvPr userDrawn="1"/>
        </p:nvSpPr>
        <p:spPr bwMode="auto">
          <a:xfrm>
            <a:off x="4048927" y="3120600"/>
            <a:ext cx="1189639" cy="1189639"/>
          </a:xfrm>
          <a:prstGeom prst="ellipse">
            <a:avLst/>
          </a:prstGeom>
          <a:solidFill>
            <a:schemeClr val="tx2"/>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9" name="Oval 28">
            <a:extLst>
              <a:ext uri="{FF2B5EF4-FFF2-40B4-BE49-F238E27FC236}">
                <a16:creationId xmlns:a16="http://schemas.microsoft.com/office/drawing/2014/main" id="{F026070F-C3BE-EC57-0093-991CA0A0FAD2}"/>
              </a:ext>
            </a:extLst>
          </p:cNvPr>
          <p:cNvSpPr>
            <a:spLocks noChangeArrowheads="1"/>
          </p:cNvSpPr>
          <p:nvPr userDrawn="1"/>
        </p:nvSpPr>
        <p:spPr bwMode="auto">
          <a:xfrm>
            <a:off x="3311597" y="4973295"/>
            <a:ext cx="1187573" cy="1189639"/>
          </a:xfrm>
          <a:prstGeom prst="ellipse">
            <a:avLst/>
          </a:prstGeom>
          <a:solidFill>
            <a:schemeClr val="accent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0" name="Freeform 22">
            <a:extLst>
              <a:ext uri="{FF2B5EF4-FFF2-40B4-BE49-F238E27FC236}">
                <a16:creationId xmlns:a16="http://schemas.microsoft.com/office/drawing/2014/main" id="{54B75B26-9BDF-BD1F-BB21-DCDA8B1A6B67}"/>
              </a:ext>
            </a:extLst>
          </p:cNvPr>
          <p:cNvSpPr>
            <a:spLocks/>
          </p:cNvSpPr>
          <p:nvPr userDrawn="1"/>
        </p:nvSpPr>
        <p:spPr bwMode="auto">
          <a:xfrm>
            <a:off x="2762216" y="2255222"/>
            <a:ext cx="828203" cy="826138"/>
          </a:xfrm>
          <a:custGeom>
            <a:avLst/>
            <a:gdLst>
              <a:gd name="T0" fmla="*/ 0 w 401"/>
              <a:gd name="T1" fmla="*/ 310 h 400"/>
              <a:gd name="T2" fmla="*/ 313 w 401"/>
              <a:gd name="T3" fmla="*/ 0 h 400"/>
              <a:gd name="T4" fmla="*/ 391 w 401"/>
              <a:gd name="T5" fmla="*/ 5 h 400"/>
              <a:gd name="T6" fmla="*/ 401 w 401"/>
              <a:gd name="T7" fmla="*/ 90 h 400"/>
              <a:gd name="T8" fmla="*/ 90 w 401"/>
              <a:gd name="T9" fmla="*/ 400 h 400"/>
              <a:gd name="T10" fmla="*/ 24 w 401"/>
              <a:gd name="T11" fmla="*/ 377 h 400"/>
              <a:gd name="T12" fmla="*/ 0 w 401"/>
              <a:gd name="T13" fmla="*/ 310 h 400"/>
            </a:gdLst>
            <a:ahLst/>
            <a:cxnLst>
              <a:cxn ang="0">
                <a:pos x="T0" y="T1"/>
              </a:cxn>
              <a:cxn ang="0">
                <a:pos x="T2" y="T3"/>
              </a:cxn>
              <a:cxn ang="0">
                <a:pos x="T4" y="T5"/>
              </a:cxn>
              <a:cxn ang="0">
                <a:pos x="T6" y="T7"/>
              </a:cxn>
              <a:cxn ang="0">
                <a:pos x="T8" y="T9"/>
              </a:cxn>
              <a:cxn ang="0">
                <a:pos x="T10" y="T11"/>
              </a:cxn>
              <a:cxn ang="0">
                <a:pos x="T12" y="T13"/>
              </a:cxn>
            </a:cxnLst>
            <a:rect l="0" t="0" r="r" b="b"/>
            <a:pathLst>
              <a:path w="401" h="400">
                <a:moveTo>
                  <a:pt x="0" y="310"/>
                </a:moveTo>
                <a:lnTo>
                  <a:pt x="313" y="0"/>
                </a:lnTo>
                <a:lnTo>
                  <a:pt x="391" y="5"/>
                </a:lnTo>
                <a:lnTo>
                  <a:pt x="401" y="90"/>
                </a:lnTo>
                <a:lnTo>
                  <a:pt x="90" y="400"/>
                </a:lnTo>
                <a:lnTo>
                  <a:pt x="24" y="377"/>
                </a:lnTo>
                <a:lnTo>
                  <a:pt x="0" y="310"/>
                </a:lnTo>
                <a:close/>
              </a:path>
            </a:pathLst>
          </a:custGeom>
          <a:solidFill>
            <a:schemeClr val="accent2"/>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1" name="Freeform 23">
            <a:extLst>
              <a:ext uri="{FF2B5EF4-FFF2-40B4-BE49-F238E27FC236}">
                <a16:creationId xmlns:a16="http://schemas.microsoft.com/office/drawing/2014/main" id="{B4EC27A8-EBD4-5713-65E5-AE7B0C60CA46}"/>
              </a:ext>
            </a:extLst>
          </p:cNvPr>
          <p:cNvSpPr>
            <a:spLocks/>
          </p:cNvSpPr>
          <p:nvPr userDrawn="1"/>
        </p:nvSpPr>
        <p:spPr bwMode="auto">
          <a:xfrm>
            <a:off x="3315728" y="3587369"/>
            <a:ext cx="811680" cy="258169"/>
          </a:xfrm>
          <a:custGeom>
            <a:avLst/>
            <a:gdLst>
              <a:gd name="T0" fmla="*/ 38 w 393"/>
              <a:gd name="T1" fmla="*/ 0 h 125"/>
              <a:gd name="T2" fmla="*/ 362 w 393"/>
              <a:gd name="T3" fmla="*/ 0 h 125"/>
              <a:gd name="T4" fmla="*/ 393 w 393"/>
              <a:gd name="T5" fmla="*/ 35 h 125"/>
              <a:gd name="T6" fmla="*/ 362 w 393"/>
              <a:gd name="T7" fmla="*/ 125 h 125"/>
              <a:gd name="T8" fmla="*/ 40 w 393"/>
              <a:gd name="T9" fmla="*/ 125 h 125"/>
              <a:gd name="T10" fmla="*/ 0 w 393"/>
              <a:gd name="T11" fmla="*/ 38 h 125"/>
              <a:gd name="T12" fmla="*/ 38 w 393"/>
              <a:gd name="T13" fmla="*/ 0 h 125"/>
            </a:gdLst>
            <a:ahLst/>
            <a:cxnLst>
              <a:cxn ang="0">
                <a:pos x="T0" y="T1"/>
              </a:cxn>
              <a:cxn ang="0">
                <a:pos x="T2" y="T3"/>
              </a:cxn>
              <a:cxn ang="0">
                <a:pos x="T4" y="T5"/>
              </a:cxn>
              <a:cxn ang="0">
                <a:pos x="T6" y="T7"/>
              </a:cxn>
              <a:cxn ang="0">
                <a:pos x="T8" y="T9"/>
              </a:cxn>
              <a:cxn ang="0">
                <a:pos x="T10" y="T11"/>
              </a:cxn>
              <a:cxn ang="0">
                <a:pos x="T12" y="T13"/>
              </a:cxn>
            </a:cxnLst>
            <a:rect l="0" t="0" r="r" b="b"/>
            <a:pathLst>
              <a:path w="393" h="125">
                <a:moveTo>
                  <a:pt x="38" y="0"/>
                </a:moveTo>
                <a:lnTo>
                  <a:pt x="362" y="0"/>
                </a:lnTo>
                <a:lnTo>
                  <a:pt x="393" y="35"/>
                </a:lnTo>
                <a:lnTo>
                  <a:pt x="362" y="125"/>
                </a:lnTo>
                <a:lnTo>
                  <a:pt x="40" y="125"/>
                </a:lnTo>
                <a:lnTo>
                  <a:pt x="0" y="38"/>
                </a:lnTo>
                <a:lnTo>
                  <a:pt x="38" y="0"/>
                </a:lnTo>
                <a:close/>
              </a:path>
            </a:pathLst>
          </a:custGeom>
          <a:solidFill>
            <a:schemeClr val="tx2"/>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2" name="Freeform 24">
            <a:extLst>
              <a:ext uri="{FF2B5EF4-FFF2-40B4-BE49-F238E27FC236}">
                <a16:creationId xmlns:a16="http://schemas.microsoft.com/office/drawing/2014/main" id="{3A9D2B57-3025-B3F7-6D86-8D2E7D2F654A}"/>
              </a:ext>
            </a:extLst>
          </p:cNvPr>
          <p:cNvSpPr>
            <a:spLocks/>
          </p:cNvSpPr>
          <p:nvPr userDrawn="1"/>
        </p:nvSpPr>
        <p:spPr bwMode="auto">
          <a:xfrm>
            <a:off x="3086475" y="4684068"/>
            <a:ext cx="620008" cy="559681"/>
          </a:xfrm>
          <a:custGeom>
            <a:avLst/>
            <a:gdLst>
              <a:gd name="T0" fmla="*/ 99 w 251"/>
              <a:gd name="T1" fmla="*/ 0 h 239"/>
              <a:gd name="T2" fmla="*/ 246 w 251"/>
              <a:gd name="T3" fmla="*/ 147 h 239"/>
              <a:gd name="T4" fmla="*/ 251 w 251"/>
              <a:gd name="T5" fmla="*/ 222 h 239"/>
              <a:gd name="T6" fmla="*/ 151 w 251"/>
              <a:gd name="T7" fmla="*/ 239 h 239"/>
              <a:gd name="T8" fmla="*/ 0 w 251"/>
              <a:gd name="T9" fmla="*/ 85 h 239"/>
              <a:gd name="T10" fmla="*/ 12 w 251"/>
              <a:gd name="T11" fmla="*/ 42 h 239"/>
              <a:gd name="T12" fmla="*/ 99 w 251"/>
              <a:gd name="T13" fmla="*/ 0 h 239"/>
            </a:gdLst>
            <a:ahLst/>
            <a:cxnLst>
              <a:cxn ang="0">
                <a:pos x="T0" y="T1"/>
              </a:cxn>
              <a:cxn ang="0">
                <a:pos x="T2" y="T3"/>
              </a:cxn>
              <a:cxn ang="0">
                <a:pos x="T4" y="T5"/>
              </a:cxn>
              <a:cxn ang="0">
                <a:pos x="T6" y="T7"/>
              </a:cxn>
              <a:cxn ang="0">
                <a:pos x="T8" y="T9"/>
              </a:cxn>
              <a:cxn ang="0">
                <a:pos x="T10" y="T11"/>
              </a:cxn>
              <a:cxn ang="0">
                <a:pos x="T12" y="T13"/>
              </a:cxn>
            </a:cxnLst>
            <a:rect l="0" t="0" r="r" b="b"/>
            <a:pathLst>
              <a:path w="251" h="239">
                <a:moveTo>
                  <a:pt x="99" y="0"/>
                </a:moveTo>
                <a:lnTo>
                  <a:pt x="246" y="147"/>
                </a:lnTo>
                <a:lnTo>
                  <a:pt x="251" y="222"/>
                </a:lnTo>
                <a:lnTo>
                  <a:pt x="151" y="239"/>
                </a:lnTo>
                <a:lnTo>
                  <a:pt x="0" y="85"/>
                </a:lnTo>
                <a:lnTo>
                  <a:pt x="12" y="42"/>
                </a:lnTo>
                <a:lnTo>
                  <a:pt x="99" y="0"/>
                </a:lnTo>
                <a:close/>
              </a:path>
            </a:pathLst>
          </a:custGeom>
          <a:solidFill>
            <a:schemeClr val="accent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3" name="Oval 18">
            <a:extLst>
              <a:ext uri="{FF2B5EF4-FFF2-40B4-BE49-F238E27FC236}">
                <a16:creationId xmlns:a16="http://schemas.microsoft.com/office/drawing/2014/main" id="{11F77542-95EE-97FF-1D04-E03B4E7599AD}"/>
              </a:ext>
            </a:extLst>
          </p:cNvPr>
          <p:cNvSpPr>
            <a:spLocks noChangeArrowheads="1"/>
          </p:cNvSpPr>
          <p:nvPr userDrawn="1"/>
        </p:nvSpPr>
        <p:spPr bwMode="auto">
          <a:xfrm>
            <a:off x="3503987" y="1532662"/>
            <a:ext cx="821384" cy="821383"/>
          </a:xfrm>
          <a:prstGeom prst="ellipse">
            <a:avLst/>
          </a:prstGeom>
          <a:solidFill>
            <a:sysClr val="window" lastClr="FFFFFF"/>
          </a:solidFill>
          <a:ln w="15875" cap="flat">
            <a:noFill/>
            <a:prstDash val="solid"/>
            <a:miter lim="800000"/>
            <a:headEnd/>
            <a:tailEnd/>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4" name="Oval 18">
            <a:extLst>
              <a:ext uri="{FF2B5EF4-FFF2-40B4-BE49-F238E27FC236}">
                <a16:creationId xmlns:a16="http://schemas.microsoft.com/office/drawing/2014/main" id="{33010B02-6EE5-4E47-3118-C9EBAFCADA43}"/>
              </a:ext>
            </a:extLst>
          </p:cNvPr>
          <p:cNvSpPr>
            <a:spLocks noChangeArrowheads="1"/>
          </p:cNvSpPr>
          <p:nvPr userDrawn="1"/>
        </p:nvSpPr>
        <p:spPr bwMode="auto">
          <a:xfrm>
            <a:off x="4233055" y="3304728"/>
            <a:ext cx="821384" cy="821383"/>
          </a:xfrm>
          <a:prstGeom prst="ellipse">
            <a:avLst/>
          </a:prstGeom>
          <a:solidFill>
            <a:sysClr val="window" lastClr="FFFFFF"/>
          </a:solidFill>
          <a:ln w="15875" cap="flat">
            <a:noFill/>
            <a:prstDash val="solid"/>
            <a:miter lim="800000"/>
            <a:headEnd/>
            <a:tailEnd/>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5" name="Oval 18">
            <a:extLst>
              <a:ext uri="{FF2B5EF4-FFF2-40B4-BE49-F238E27FC236}">
                <a16:creationId xmlns:a16="http://schemas.microsoft.com/office/drawing/2014/main" id="{F3D5716C-1FC1-A63A-0E71-A110CD002AAE}"/>
              </a:ext>
            </a:extLst>
          </p:cNvPr>
          <p:cNvSpPr>
            <a:spLocks noChangeArrowheads="1"/>
          </p:cNvSpPr>
          <p:nvPr userDrawn="1"/>
        </p:nvSpPr>
        <p:spPr bwMode="auto">
          <a:xfrm>
            <a:off x="3494692" y="5178689"/>
            <a:ext cx="821384" cy="821383"/>
          </a:xfrm>
          <a:prstGeom prst="ellipse">
            <a:avLst/>
          </a:prstGeom>
          <a:solidFill>
            <a:sysClr val="window" lastClr="FFFFFF"/>
          </a:solidFill>
          <a:ln w="15875" cap="flat">
            <a:noFill/>
            <a:prstDash val="solid"/>
            <a:miter lim="800000"/>
            <a:headEnd/>
            <a:tailEnd/>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6" name="Freeform 55">
            <a:extLst>
              <a:ext uri="{FF2B5EF4-FFF2-40B4-BE49-F238E27FC236}">
                <a16:creationId xmlns:a16="http://schemas.microsoft.com/office/drawing/2014/main" id="{6D85A67C-7A56-DE2B-22A3-ED2B40C80C8F}"/>
              </a:ext>
            </a:extLst>
          </p:cNvPr>
          <p:cNvSpPr>
            <a:spLocks noEditPoints="1"/>
          </p:cNvSpPr>
          <p:nvPr userDrawn="1"/>
        </p:nvSpPr>
        <p:spPr bwMode="auto">
          <a:xfrm>
            <a:off x="7355515" y="1745733"/>
            <a:ext cx="387340" cy="389043"/>
          </a:xfrm>
          <a:custGeom>
            <a:avLst/>
            <a:gdLst>
              <a:gd name="T0" fmla="*/ 48 w 96"/>
              <a:gd name="T1" fmla="*/ 0 h 96"/>
              <a:gd name="T2" fmla="*/ 0 w 96"/>
              <a:gd name="T3" fmla="*/ 48 h 96"/>
              <a:gd name="T4" fmla="*/ 48 w 96"/>
              <a:gd name="T5" fmla="*/ 96 h 96"/>
              <a:gd name="T6" fmla="*/ 96 w 96"/>
              <a:gd name="T7" fmla="*/ 48 h 96"/>
              <a:gd name="T8" fmla="*/ 48 w 96"/>
              <a:gd name="T9" fmla="*/ 0 h 96"/>
              <a:gd name="T10" fmla="*/ 75 w 96"/>
              <a:gd name="T11" fmla="*/ 50 h 96"/>
              <a:gd name="T12" fmla="*/ 39 w 96"/>
              <a:gd name="T13" fmla="*/ 80 h 96"/>
              <a:gd name="T14" fmla="*/ 38 w 96"/>
              <a:gd name="T15" fmla="*/ 80 h 96"/>
              <a:gd name="T16" fmla="*/ 37 w 96"/>
              <a:gd name="T17" fmla="*/ 80 h 96"/>
              <a:gd name="T18" fmla="*/ 36 w 96"/>
              <a:gd name="T19" fmla="*/ 78 h 96"/>
              <a:gd name="T20" fmla="*/ 36 w 96"/>
              <a:gd name="T21" fmla="*/ 62 h 96"/>
              <a:gd name="T22" fmla="*/ 37 w 96"/>
              <a:gd name="T23" fmla="*/ 60 h 96"/>
              <a:gd name="T24" fmla="*/ 53 w 96"/>
              <a:gd name="T25" fmla="*/ 48 h 96"/>
              <a:gd name="T26" fmla="*/ 37 w 96"/>
              <a:gd name="T27" fmla="*/ 36 h 96"/>
              <a:gd name="T28" fmla="*/ 36 w 96"/>
              <a:gd name="T29" fmla="*/ 34 h 96"/>
              <a:gd name="T30" fmla="*/ 36 w 96"/>
              <a:gd name="T31" fmla="*/ 18 h 96"/>
              <a:gd name="T32" fmla="*/ 37 w 96"/>
              <a:gd name="T33" fmla="*/ 16 h 96"/>
              <a:gd name="T34" fmla="*/ 39 w 96"/>
              <a:gd name="T35" fmla="*/ 16 h 96"/>
              <a:gd name="T36" fmla="*/ 75 w 96"/>
              <a:gd name="T37" fmla="*/ 46 h 96"/>
              <a:gd name="T38" fmla="*/ 76 w 96"/>
              <a:gd name="T39" fmla="*/ 48 h 96"/>
              <a:gd name="T40" fmla="*/ 75 w 96"/>
              <a:gd name="T41" fmla="*/ 5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 h="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p>
        </p:txBody>
      </p:sp>
      <p:sp>
        <p:nvSpPr>
          <p:cNvPr id="37" name="Freeform 55">
            <a:extLst>
              <a:ext uri="{FF2B5EF4-FFF2-40B4-BE49-F238E27FC236}">
                <a16:creationId xmlns:a16="http://schemas.microsoft.com/office/drawing/2014/main" id="{271FD54B-823D-1391-2FD1-60C75B0D6A71}"/>
              </a:ext>
            </a:extLst>
          </p:cNvPr>
          <p:cNvSpPr>
            <a:spLocks noEditPoints="1"/>
          </p:cNvSpPr>
          <p:nvPr userDrawn="1"/>
        </p:nvSpPr>
        <p:spPr bwMode="auto">
          <a:xfrm>
            <a:off x="7355515" y="3523733"/>
            <a:ext cx="387340" cy="389043"/>
          </a:xfrm>
          <a:custGeom>
            <a:avLst/>
            <a:gdLst>
              <a:gd name="T0" fmla="*/ 48 w 96"/>
              <a:gd name="T1" fmla="*/ 0 h 96"/>
              <a:gd name="T2" fmla="*/ 0 w 96"/>
              <a:gd name="T3" fmla="*/ 48 h 96"/>
              <a:gd name="T4" fmla="*/ 48 w 96"/>
              <a:gd name="T5" fmla="*/ 96 h 96"/>
              <a:gd name="T6" fmla="*/ 96 w 96"/>
              <a:gd name="T7" fmla="*/ 48 h 96"/>
              <a:gd name="T8" fmla="*/ 48 w 96"/>
              <a:gd name="T9" fmla="*/ 0 h 96"/>
              <a:gd name="T10" fmla="*/ 75 w 96"/>
              <a:gd name="T11" fmla="*/ 50 h 96"/>
              <a:gd name="T12" fmla="*/ 39 w 96"/>
              <a:gd name="T13" fmla="*/ 80 h 96"/>
              <a:gd name="T14" fmla="*/ 38 w 96"/>
              <a:gd name="T15" fmla="*/ 80 h 96"/>
              <a:gd name="T16" fmla="*/ 37 w 96"/>
              <a:gd name="T17" fmla="*/ 80 h 96"/>
              <a:gd name="T18" fmla="*/ 36 w 96"/>
              <a:gd name="T19" fmla="*/ 78 h 96"/>
              <a:gd name="T20" fmla="*/ 36 w 96"/>
              <a:gd name="T21" fmla="*/ 62 h 96"/>
              <a:gd name="T22" fmla="*/ 37 w 96"/>
              <a:gd name="T23" fmla="*/ 60 h 96"/>
              <a:gd name="T24" fmla="*/ 53 w 96"/>
              <a:gd name="T25" fmla="*/ 48 h 96"/>
              <a:gd name="T26" fmla="*/ 37 w 96"/>
              <a:gd name="T27" fmla="*/ 36 h 96"/>
              <a:gd name="T28" fmla="*/ 36 w 96"/>
              <a:gd name="T29" fmla="*/ 34 h 96"/>
              <a:gd name="T30" fmla="*/ 36 w 96"/>
              <a:gd name="T31" fmla="*/ 18 h 96"/>
              <a:gd name="T32" fmla="*/ 37 w 96"/>
              <a:gd name="T33" fmla="*/ 16 h 96"/>
              <a:gd name="T34" fmla="*/ 39 w 96"/>
              <a:gd name="T35" fmla="*/ 16 h 96"/>
              <a:gd name="T36" fmla="*/ 75 w 96"/>
              <a:gd name="T37" fmla="*/ 46 h 96"/>
              <a:gd name="T38" fmla="*/ 76 w 96"/>
              <a:gd name="T39" fmla="*/ 48 h 96"/>
              <a:gd name="T40" fmla="*/ 75 w 96"/>
              <a:gd name="T41" fmla="*/ 5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 h="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p>
        </p:txBody>
      </p:sp>
      <p:sp>
        <p:nvSpPr>
          <p:cNvPr id="38" name="Freeform 55">
            <a:extLst>
              <a:ext uri="{FF2B5EF4-FFF2-40B4-BE49-F238E27FC236}">
                <a16:creationId xmlns:a16="http://schemas.microsoft.com/office/drawing/2014/main" id="{1F0FBAA0-C49C-F9A3-DB93-FACD5F8C8063}"/>
              </a:ext>
            </a:extLst>
          </p:cNvPr>
          <p:cNvSpPr>
            <a:spLocks noEditPoints="1"/>
          </p:cNvSpPr>
          <p:nvPr userDrawn="1"/>
        </p:nvSpPr>
        <p:spPr bwMode="auto">
          <a:xfrm>
            <a:off x="7355515" y="5299162"/>
            <a:ext cx="387340" cy="389043"/>
          </a:xfrm>
          <a:custGeom>
            <a:avLst/>
            <a:gdLst>
              <a:gd name="T0" fmla="*/ 48 w 96"/>
              <a:gd name="T1" fmla="*/ 0 h 96"/>
              <a:gd name="T2" fmla="*/ 0 w 96"/>
              <a:gd name="T3" fmla="*/ 48 h 96"/>
              <a:gd name="T4" fmla="*/ 48 w 96"/>
              <a:gd name="T5" fmla="*/ 96 h 96"/>
              <a:gd name="T6" fmla="*/ 96 w 96"/>
              <a:gd name="T7" fmla="*/ 48 h 96"/>
              <a:gd name="T8" fmla="*/ 48 w 96"/>
              <a:gd name="T9" fmla="*/ 0 h 96"/>
              <a:gd name="T10" fmla="*/ 75 w 96"/>
              <a:gd name="T11" fmla="*/ 50 h 96"/>
              <a:gd name="T12" fmla="*/ 39 w 96"/>
              <a:gd name="T13" fmla="*/ 80 h 96"/>
              <a:gd name="T14" fmla="*/ 38 w 96"/>
              <a:gd name="T15" fmla="*/ 80 h 96"/>
              <a:gd name="T16" fmla="*/ 37 w 96"/>
              <a:gd name="T17" fmla="*/ 80 h 96"/>
              <a:gd name="T18" fmla="*/ 36 w 96"/>
              <a:gd name="T19" fmla="*/ 78 h 96"/>
              <a:gd name="T20" fmla="*/ 36 w 96"/>
              <a:gd name="T21" fmla="*/ 62 h 96"/>
              <a:gd name="T22" fmla="*/ 37 w 96"/>
              <a:gd name="T23" fmla="*/ 60 h 96"/>
              <a:gd name="T24" fmla="*/ 53 w 96"/>
              <a:gd name="T25" fmla="*/ 48 h 96"/>
              <a:gd name="T26" fmla="*/ 37 w 96"/>
              <a:gd name="T27" fmla="*/ 36 h 96"/>
              <a:gd name="T28" fmla="*/ 36 w 96"/>
              <a:gd name="T29" fmla="*/ 34 h 96"/>
              <a:gd name="T30" fmla="*/ 36 w 96"/>
              <a:gd name="T31" fmla="*/ 18 h 96"/>
              <a:gd name="T32" fmla="*/ 37 w 96"/>
              <a:gd name="T33" fmla="*/ 16 h 96"/>
              <a:gd name="T34" fmla="*/ 39 w 96"/>
              <a:gd name="T35" fmla="*/ 16 h 96"/>
              <a:gd name="T36" fmla="*/ 75 w 96"/>
              <a:gd name="T37" fmla="*/ 46 h 96"/>
              <a:gd name="T38" fmla="*/ 76 w 96"/>
              <a:gd name="T39" fmla="*/ 48 h 96"/>
              <a:gd name="T40" fmla="*/ 75 w 96"/>
              <a:gd name="T41" fmla="*/ 5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 h="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p>
        </p:txBody>
      </p:sp>
      <p:cxnSp>
        <p:nvCxnSpPr>
          <p:cNvPr id="42" name="Straight Connector 41">
            <a:extLst>
              <a:ext uri="{FF2B5EF4-FFF2-40B4-BE49-F238E27FC236}">
                <a16:creationId xmlns:a16="http://schemas.microsoft.com/office/drawing/2014/main" id="{43469BD5-DD37-4B4A-A76F-41DBCCB5DF20}"/>
              </a:ext>
            </a:extLst>
          </p:cNvPr>
          <p:cNvCxnSpPr>
            <a:cxnSpLocks/>
          </p:cNvCxnSpPr>
          <p:nvPr userDrawn="1"/>
        </p:nvCxnSpPr>
        <p:spPr>
          <a:xfrm>
            <a:off x="8229600" y="2806682"/>
            <a:ext cx="3962399" cy="0"/>
          </a:xfrm>
          <a:prstGeom prst="line">
            <a:avLst/>
          </a:prstGeom>
          <a:ln w="19050">
            <a:solidFill>
              <a:schemeClr val="tx1">
                <a:lumMod val="20000"/>
                <a:lumOff val="8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5D531E9-1A0A-DBC7-18BB-ABC9BEBC389B}"/>
              </a:ext>
            </a:extLst>
          </p:cNvPr>
          <p:cNvCxnSpPr>
            <a:cxnSpLocks/>
          </p:cNvCxnSpPr>
          <p:nvPr userDrawn="1"/>
        </p:nvCxnSpPr>
        <p:spPr>
          <a:xfrm>
            <a:off x="8229600" y="4618217"/>
            <a:ext cx="3962399" cy="0"/>
          </a:xfrm>
          <a:prstGeom prst="line">
            <a:avLst/>
          </a:prstGeom>
          <a:ln w="19050">
            <a:solidFill>
              <a:schemeClr val="tx1">
                <a:lumMod val="20000"/>
                <a:lumOff val="80000"/>
              </a:schemeClr>
            </a:solidFill>
            <a:prstDash val="solid"/>
          </a:ln>
        </p:spPr>
        <p:style>
          <a:lnRef idx="1">
            <a:schemeClr val="accent1"/>
          </a:lnRef>
          <a:fillRef idx="0">
            <a:schemeClr val="accent1"/>
          </a:fillRef>
          <a:effectRef idx="0">
            <a:schemeClr val="accent1"/>
          </a:effectRef>
          <a:fontRef idx="minor">
            <a:schemeClr val="tx1"/>
          </a:fontRef>
        </p:style>
      </p:cxnSp>
      <p:sp>
        <p:nvSpPr>
          <p:cNvPr id="50" name="Content Placeholder 48">
            <a:extLst>
              <a:ext uri="{FF2B5EF4-FFF2-40B4-BE49-F238E27FC236}">
                <a16:creationId xmlns:a16="http://schemas.microsoft.com/office/drawing/2014/main" id="{FF5A177C-03B8-06A2-809E-D1AB7CE7C0C0}"/>
              </a:ext>
            </a:extLst>
          </p:cNvPr>
          <p:cNvSpPr>
            <a:spLocks noGrp="1"/>
          </p:cNvSpPr>
          <p:nvPr>
            <p:ph sz="quarter" idx="13" hasCustomPrompt="1"/>
          </p:nvPr>
        </p:nvSpPr>
        <p:spPr>
          <a:xfrm>
            <a:off x="1695450" y="3282983"/>
            <a:ext cx="866775" cy="866775"/>
          </a:xfrm>
          <a:prstGeom prst="ellipse">
            <a:avLst/>
          </a:prstGeom>
          <a:noFill/>
        </p:spPr>
        <p:txBody>
          <a:bodyPr anchor="ctr">
            <a:noAutofit/>
          </a:bodyPr>
          <a:lstStyle>
            <a:lvl1pPr marL="0" indent="0" algn="ctr">
              <a:buNone/>
              <a:defRPr sz="1200" b="0">
                <a:solidFill>
                  <a:schemeClr val="tx1"/>
                </a:solidFill>
              </a:defRPr>
            </a:lvl1pPr>
          </a:lstStyle>
          <a:p>
            <a:pPr lvl="0"/>
            <a:r>
              <a:rPr lang="en-US"/>
              <a:t>Insert Icon here</a:t>
            </a:r>
            <a:endParaRPr lang="en-IN"/>
          </a:p>
        </p:txBody>
      </p:sp>
      <p:sp>
        <p:nvSpPr>
          <p:cNvPr id="52" name="Content Placeholder 48">
            <a:extLst>
              <a:ext uri="{FF2B5EF4-FFF2-40B4-BE49-F238E27FC236}">
                <a16:creationId xmlns:a16="http://schemas.microsoft.com/office/drawing/2014/main" id="{05F77255-05C0-9A74-DD40-A5916AAD5B0C}"/>
              </a:ext>
            </a:extLst>
          </p:cNvPr>
          <p:cNvSpPr>
            <a:spLocks noGrp="1"/>
          </p:cNvSpPr>
          <p:nvPr>
            <p:ph sz="quarter" idx="14" hasCustomPrompt="1"/>
          </p:nvPr>
        </p:nvSpPr>
        <p:spPr>
          <a:xfrm>
            <a:off x="3591617" y="1628048"/>
            <a:ext cx="646119" cy="646119"/>
          </a:xfrm>
          <a:prstGeom prst="ellipse">
            <a:avLst/>
          </a:prstGeom>
          <a:noFill/>
        </p:spPr>
        <p:txBody>
          <a:bodyPr lIns="0" rIns="0" anchor="ctr">
            <a:noAutofit/>
          </a:bodyPr>
          <a:lstStyle>
            <a:lvl1pPr marL="0" indent="0" algn="ctr">
              <a:buNone/>
              <a:defRPr sz="1050" b="0">
                <a:solidFill>
                  <a:schemeClr val="tx1"/>
                </a:solidFill>
              </a:defRPr>
            </a:lvl1pPr>
          </a:lstStyle>
          <a:p>
            <a:pPr lvl="0"/>
            <a:r>
              <a:rPr lang="en-US"/>
              <a:t>Insert Icon here</a:t>
            </a:r>
            <a:endParaRPr lang="en-IN"/>
          </a:p>
        </p:txBody>
      </p:sp>
      <p:sp>
        <p:nvSpPr>
          <p:cNvPr id="53" name="Content Placeholder 48">
            <a:extLst>
              <a:ext uri="{FF2B5EF4-FFF2-40B4-BE49-F238E27FC236}">
                <a16:creationId xmlns:a16="http://schemas.microsoft.com/office/drawing/2014/main" id="{77F5205B-9112-EE4B-620A-91B4E4B97C98}"/>
              </a:ext>
            </a:extLst>
          </p:cNvPr>
          <p:cNvSpPr>
            <a:spLocks noGrp="1"/>
          </p:cNvSpPr>
          <p:nvPr>
            <p:ph sz="quarter" idx="15" hasCustomPrompt="1"/>
          </p:nvPr>
        </p:nvSpPr>
        <p:spPr>
          <a:xfrm>
            <a:off x="4316692" y="3384869"/>
            <a:ext cx="646119" cy="646119"/>
          </a:xfrm>
          <a:prstGeom prst="ellipse">
            <a:avLst/>
          </a:prstGeom>
          <a:noFill/>
        </p:spPr>
        <p:txBody>
          <a:bodyPr lIns="0" rIns="0" anchor="ctr">
            <a:noAutofit/>
          </a:bodyPr>
          <a:lstStyle>
            <a:lvl1pPr marL="0" indent="0" algn="ctr">
              <a:buNone/>
              <a:defRPr sz="1050" b="0">
                <a:solidFill>
                  <a:schemeClr val="tx1"/>
                </a:solidFill>
              </a:defRPr>
            </a:lvl1pPr>
          </a:lstStyle>
          <a:p>
            <a:pPr lvl="0"/>
            <a:r>
              <a:rPr lang="en-US"/>
              <a:t>Insert Icon here</a:t>
            </a:r>
            <a:endParaRPr lang="en-IN"/>
          </a:p>
        </p:txBody>
      </p:sp>
      <p:sp>
        <p:nvSpPr>
          <p:cNvPr id="54" name="Content Placeholder 48">
            <a:extLst>
              <a:ext uri="{FF2B5EF4-FFF2-40B4-BE49-F238E27FC236}">
                <a16:creationId xmlns:a16="http://schemas.microsoft.com/office/drawing/2014/main" id="{3858EDFE-7F0B-98AF-BF6E-4F3225FE588A}"/>
              </a:ext>
            </a:extLst>
          </p:cNvPr>
          <p:cNvSpPr>
            <a:spLocks noGrp="1"/>
          </p:cNvSpPr>
          <p:nvPr>
            <p:ph sz="quarter" idx="16" hasCustomPrompt="1"/>
          </p:nvPr>
        </p:nvSpPr>
        <p:spPr>
          <a:xfrm>
            <a:off x="3582495" y="5267687"/>
            <a:ext cx="646119" cy="646119"/>
          </a:xfrm>
          <a:prstGeom prst="ellipse">
            <a:avLst/>
          </a:prstGeom>
          <a:noFill/>
        </p:spPr>
        <p:txBody>
          <a:bodyPr lIns="0" rIns="0" anchor="ctr">
            <a:noAutofit/>
          </a:bodyPr>
          <a:lstStyle>
            <a:lvl1pPr marL="0" indent="0" algn="ctr">
              <a:buNone/>
              <a:defRPr sz="1050" b="0">
                <a:solidFill>
                  <a:schemeClr val="tx1"/>
                </a:solidFill>
              </a:defRPr>
            </a:lvl1pPr>
          </a:lstStyle>
          <a:p>
            <a:pPr lvl="0"/>
            <a:r>
              <a:rPr lang="en-US"/>
              <a:t>Insert Icon here</a:t>
            </a:r>
            <a:endParaRPr lang="en-IN"/>
          </a:p>
        </p:txBody>
      </p:sp>
      <p:sp>
        <p:nvSpPr>
          <p:cNvPr id="58" name="Text Placeholder 37">
            <a:extLst>
              <a:ext uri="{FF2B5EF4-FFF2-40B4-BE49-F238E27FC236}">
                <a16:creationId xmlns:a16="http://schemas.microsoft.com/office/drawing/2014/main" id="{B593B476-5837-8062-5891-DAC6F0B8ADB9}"/>
              </a:ext>
            </a:extLst>
          </p:cNvPr>
          <p:cNvSpPr>
            <a:spLocks noGrp="1"/>
          </p:cNvSpPr>
          <p:nvPr>
            <p:ph type="body" sz="quarter" idx="17" hasCustomPrompt="1"/>
          </p:nvPr>
        </p:nvSpPr>
        <p:spPr>
          <a:xfrm>
            <a:off x="4779296" y="1760224"/>
            <a:ext cx="2321778" cy="373142"/>
          </a:xfrm>
        </p:spPr>
        <p:txBody>
          <a:bodyPr>
            <a:normAutofit/>
          </a:bodyPr>
          <a:lstStyle>
            <a:lvl1pPr marL="0" indent="0">
              <a:buNone/>
              <a:defRPr sz="1800" b="1">
                <a:solidFill>
                  <a:schemeClr val="bg1"/>
                </a:solidFill>
                <a:latin typeface="Barlow" panose="00000500000000000000" pitchFamily="2" charset="0"/>
              </a:defRPr>
            </a:lvl1pPr>
          </a:lstStyle>
          <a:p>
            <a:pPr lvl="0"/>
            <a:r>
              <a:rPr lang="en-US"/>
              <a:t>Click to add text</a:t>
            </a:r>
            <a:endParaRPr lang="en-IN"/>
          </a:p>
        </p:txBody>
      </p:sp>
      <p:sp>
        <p:nvSpPr>
          <p:cNvPr id="60" name="Text Placeholder 37">
            <a:extLst>
              <a:ext uri="{FF2B5EF4-FFF2-40B4-BE49-F238E27FC236}">
                <a16:creationId xmlns:a16="http://schemas.microsoft.com/office/drawing/2014/main" id="{3F5D3575-335B-A44B-13A3-674D27F0BFCF}"/>
              </a:ext>
            </a:extLst>
          </p:cNvPr>
          <p:cNvSpPr>
            <a:spLocks noGrp="1"/>
          </p:cNvSpPr>
          <p:nvPr>
            <p:ph type="body" sz="quarter" idx="19" hasCustomPrompt="1"/>
          </p:nvPr>
        </p:nvSpPr>
        <p:spPr>
          <a:xfrm>
            <a:off x="5506682" y="3564546"/>
            <a:ext cx="2321778" cy="373142"/>
          </a:xfrm>
        </p:spPr>
        <p:txBody>
          <a:bodyPr>
            <a:normAutofit/>
          </a:bodyPr>
          <a:lstStyle>
            <a:lvl1pPr marL="0" indent="0">
              <a:buNone/>
              <a:defRPr sz="1800" b="1">
                <a:solidFill>
                  <a:schemeClr val="bg1"/>
                </a:solidFill>
                <a:latin typeface="Barlow" panose="00000500000000000000" pitchFamily="2" charset="0"/>
              </a:defRPr>
            </a:lvl1pPr>
          </a:lstStyle>
          <a:p>
            <a:pPr lvl="0"/>
            <a:r>
              <a:rPr lang="en-US"/>
              <a:t>Click to add text</a:t>
            </a:r>
            <a:endParaRPr lang="en-IN"/>
          </a:p>
        </p:txBody>
      </p:sp>
      <p:sp>
        <p:nvSpPr>
          <p:cNvPr id="62" name="Text Placeholder 37">
            <a:extLst>
              <a:ext uri="{FF2B5EF4-FFF2-40B4-BE49-F238E27FC236}">
                <a16:creationId xmlns:a16="http://schemas.microsoft.com/office/drawing/2014/main" id="{B1D4934E-1083-3A67-D325-D1F4D254CC8D}"/>
              </a:ext>
            </a:extLst>
          </p:cNvPr>
          <p:cNvSpPr>
            <a:spLocks noGrp="1"/>
          </p:cNvSpPr>
          <p:nvPr>
            <p:ph type="body" sz="quarter" idx="20" hasCustomPrompt="1"/>
          </p:nvPr>
        </p:nvSpPr>
        <p:spPr>
          <a:xfrm>
            <a:off x="4779296" y="5353719"/>
            <a:ext cx="2321778" cy="373142"/>
          </a:xfrm>
        </p:spPr>
        <p:txBody>
          <a:bodyPr>
            <a:normAutofit/>
          </a:bodyPr>
          <a:lstStyle>
            <a:lvl1pPr marL="0" indent="0">
              <a:buNone/>
              <a:defRPr sz="1800" b="1">
                <a:solidFill>
                  <a:schemeClr val="bg1"/>
                </a:solidFill>
                <a:latin typeface="Barlow" panose="00000500000000000000" pitchFamily="2" charset="0"/>
              </a:defRPr>
            </a:lvl1pPr>
          </a:lstStyle>
          <a:p>
            <a:pPr lvl="0"/>
            <a:r>
              <a:rPr lang="en-US"/>
              <a:t>Click to add text</a:t>
            </a:r>
            <a:endParaRPr lang="en-IN"/>
          </a:p>
        </p:txBody>
      </p:sp>
      <p:sp>
        <p:nvSpPr>
          <p:cNvPr id="63" name="Text Placeholder 37">
            <a:extLst>
              <a:ext uri="{FF2B5EF4-FFF2-40B4-BE49-F238E27FC236}">
                <a16:creationId xmlns:a16="http://schemas.microsoft.com/office/drawing/2014/main" id="{936A35AC-9CB7-807A-A8F9-16D71A589A95}"/>
              </a:ext>
            </a:extLst>
          </p:cNvPr>
          <p:cNvSpPr>
            <a:spLocks noGrp="1"/>
          </p:cNvSpPr>
          <p:nvPr>
            <p:ph type="body" sz="quarter" idx="18" hasCustomPrompt="1"/>
          </p:nvPr>
        </p:nvSpPr>
        <p:spPr>
          <a:xfrm>
            <a:off x="8195944" y="1571162"/>
            <a:ext cx="3648056" cy="68406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65" name="Text Placeholder 37">
            <a:extLst>
              <a:ext uri="{FF2B5EF4-FFF2-40B4-BE49-F238E27FC236}">
                <a16:creationId xmlns:a16="http://schemas.microsoft.com/office/drawing/2014/main" id="{5F6B095A-1098-0FC1-A1C5-34223CB04D6D}"/>
              </a:ext>
            </a:extLst>
          </p:cNvPr>
          <p:cNvSpPr>
            <a:spLocks noGrp="1"/>
          </p:cNvSpPr>
          <p:nvPr>
            <p:ph type="body" sz="quarter" idx="21" hasCustomPrompt="1"/>
          </p:nvPr>
        </p:nvSpPr>
        <p:spPr>
          <a:xfrm>
            <a:off x="8195944" y="3373388"/>
            <a:ext cx="3648056" cy="68406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67" name="Text Placeholder 37">
            <a:extLst>
              <a:ext uri="{FF2B5EF4-FFF2-40B4-BE49-F238E27FC236}">
                <a16:creationId xmlns:a16="http://schemas.microsoft.com/office/drawing/2014/main" id="{F6A5C0E3-76BF-4BA6-E071-47CE251478C4}"/>
              </a:ext>
            </a:extLst>
          </p:cNvPr>
          <p:cNvSpPr>
            <a:spLocks noGrp="1"/>
          </p:cNvSpPr>
          <p:nvPr>
            <p:ph type="body" sz="quarter" idx="22" hasCustomPrompt="1"/>
          </p:nvPr>
        </p:nvSpPr>
        <p:spPr>
          <a:xfrm>
            <a:off x="8195944" y="5198260"/>
            <a:ext cx="3648056" cy="684060"/>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Tree>
    <p:extLst>
      <p:ext uri="{BB962C8B-B14F-4D97-AF65-F5344CB8AC3E}">
        <p14:creationId xmlns:p14="http://schemas.microsoft.com/office/powerpoint/2010/main" val="1402341219"/>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4_Objective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FEFD0C3-9018-32A5-E7A1-5CA1E3CD9FC5}"/>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7" name="Rectangle 6">
            <a:extLst>
              <a:ext uri="{FF2B5EF4-FFF2-40B4-BE49-F238E27FC236}">
                <a16:creationId xmlns:a16="http://schemas.microsoft.com/office/drawing/2014/main" id="{46307A03-750A-7422-8C8B-F4FCFF4D22ED}"/>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71EEE1AB-0FB0-4BE4-0920-C095C792A366}"/>
              </a:ext>
            </a:extLst>
          </p:cNvPr>
          <p:cNvSpPr/>
          <p:nvPr userDrawn="1"/>
        </p:nvSpPr>
        <p:spPr>
          <a:xfrm>
            <a:off x="4063907" y="3314102"/>
            <a:ext cx="7291447" cy="808305"/>
          </a:xfrm>
          <a:prstGeom prst="roundRect">
            <a:avLst>
              <a:gd name="adj" fmla="val 50000"/>
            </a:avLst>
          </a:prstGeom>
          <a:solidFill>
            <a:schemeClr val="tx2"/>
          </a:solidFill>
          <a:effectLst/>
        </p:spPr>
        <p:txBody>
          <a:bodyPr wrap="square" lIns="1440000" tIns="0" rIns="0" bIns="0" anchor="ctr" anchorCtr="0">
            <a:noAutofit/>
          </a:bodyPr>
          <a:lstStyle/>
          <a:p>
            <a:endParaRPr lang="en-US" sz="2000" b="1">
              <a:solidFill>
                <a:schemeClr val="bg1"/>
              </a:solidFill>
              <a:latin typeface="Segoe UI" panose="020B0502040204020203" pitchFamily="34" charset="0"/>
              <a:cs typeface="Segoe UI" panose="020B0502040204020203" pitchFamily="34" charset="0"/>
            </a:endParaRPr>
          </a:p>
        </p:txBody>
      </p:sp>
      <p:sp>
        <p:nvSpPr>
          <p:cNvPr id="18" name="Rectangle: Rounded Corners 17">
            <a:extLst>
              <a:ext uri="{FF2B5EF4-FFF2-40B4-BE49-F238E27FC236}">
                <a16:creationId xmlns:a16="http://schemas.microsoft.com/office/drawing/2014/main" id="{0CF8D045-EC67-3A42-DF00-773E470DE925}"/>
              </a:ext>
            </a:extLst>
          </p:cNvPr>
          <p:cNvSpPr/>
          <p:nvPr userDrawn="1"/>
        </p:nvSpPr>
        <p:spPr>
          <a:xfrm>
            <a:off x="3319858" y="5089531"/>
            <a:ext cx="8035496" cy="808305"/>
          </a:xfrm>
          <a:prstGeom prst="roundRect">
            <a:avLst>
              <a:gd name="adj" fmla="val 50000"/>
            </a:avLst>
          </a:prstGeom>
          <a:solidFill>
            <a:schemeClr val="accent1"/>
          </a:solidFill>
          <a:effectLst/>
        </p:spPr>
        <p:txBody>
          <a:bodyPr wrap="square" lIns="1440000" tIns="0" rIns="0" bIns="0" anchor="ctr" anchorCtr="0">
            <a:noAutofit/>
          </a:bodyPr>
          <a:lstStyle/>
          <a:p>
            <a:endParaRPr lang="en-US" sz="2000" b="1">
              <a:solidFill>
                <a:schemeClr val="bg1"/>
              </a:solidFill>
              <a:latin typeface="Segoe UI" panose="020B0502040204020203" pitchFamily="34" charset="0"/>
              <a:cs typeface="Segoe UI" panose="020B0502040204020203" pitchFamily="34" charset="0"/>
            </a:endParaRPr>
          </a:p>
        </p:txBody>
      </p:sp>
      <p:sp>
        <p:nvSpPr>
          <p:cNvPr id="19" name="Rectangle: Rounded Corners 18">
            <a:extLst>
              <a:ext uri="{FF2B5EF4-FFF2-40B4-BE49-F238E27FC236}">
                <a16:creationId xmlns:a16="http://schemas.microsoft.com/office/drawing/2014/main" id="{D4EC984A-88CB-374B-254E-79EDBD342641}"/>
              </a:ext>
            </a:extLst>
          </p:cNvPr>
          <p:cNvSpPr/>
          <p:nvPr userDrawn="1"/>
        </p:nvSpPr>
        <p:spPr>
          <a:xfrm>
            <a:off x="3319858" y="1536102"/>
            <a:ext cx="8035497" cy="808305"/>
          </a:xfrm>
          <a:prstGeom prst="roundRect">
            <a:avLst>
              <a:gd name="adj" fmla="val 50000"/>
            </a:avLst>
          </a:prstGeom>
          <a:solidFill>
            <a:schemeClr val="accent2"/>
          </a:solidFill>
          <a:effectLst/>
        </p:spPr>
        <p:txBody>
          <a:bodyPr wrap="square" lIns="1440000" tIns="0" rIns="0" bIns="0" anchor="ctr" anchorCtr="0">
            <a:noAutofit/>
          </a:bodyPr>
          <a:lstStyle/>
          <a:p>
            <a:endParaRPr lang="en-US" sz="2000" b="1">
              <a:solidFill>
                <a:schemeClr val="bg1"/>
              </a:solidFill>
              <a:latin typeface="Segoe UI" panose="020B0502040204020203" pitchFamily="34" charset="0"/>
              <a:cs typeface="Segoe UI" panose="020B0502040204020203" pitchFamily="34" charset="0"/>
            </a:endParaRPr>
          </a:p>
        </p:txBody>
      </p:sp>
      <p:sp>
        <p:nvSpPr>
          <p:cNvPr id="20" name="Oval 19">
            <a:extLst>
              <a:ext uri="{FF2B5EF4-FFF2-40B4-BE49-F238E27FC236}">
                <a16:creationId xmlns:a16="http://schemas.microsoft.com/office/drawing/2014/main" id="{0D39F2EB-70C5-C952-B5F4-5AC6B7BD34EE}"/>
              </a:ext>
            </a:extLst>
          </p:cNvPr>
          <p:cNvSpPr>
            <a:spLocks noChangeArrowheads="1"/>
          </p:cNvSpPr>
          <p:nvPr userDrawn="1"/>
        </p:nvSpPr>
        <p:spPr bwMode="auto">
          <a:xfrm>
            <a:off x="3122973" y="1174236"/>
            <a:ext cx="1583409" cy="1583409"/>
          </a:xfrm>
          <a:prstGeom prst="ellipse">
            <a:avLst/>
          </a:prstGeom>
          <a:solidFill>
            <a:schemeClr val="bg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1" name="Oval 20">
            <a:extLst>
              <a:ext uri="{FF2B5EF4-FFF2-40B4-BE49-F238E27FC236}">
                <a16:creationId xmlns:a16="http://schemas.microsoft.com/office/drawing/2014/main" id="{3DA05484-BAFF-578C-162D-ACC73CD4FC22}"/>
              </a:ext>
            </a:extLst>
          </p:cNvPr>
          <p:cNvSpPr>
            <a:spLocks noChangeArrowheads="1"/>
          </p:cNvSpPr>
          <p:nvPr userDrawn="1"/>
        </p:nvSpPr>
        <p:spPr bwMode="auto">
          <a:xfrm>
            <a:off x="3852041" y="2923714"/>
            <a:ext cx="1583409" cy="1583409"/>
          </a:xfrm>
          <a:prstGeom prst="ellipse">
            <a:avLst/>
          </a:prstGeom>
          <a:solidFill>
            <a:schemeClr val="bg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2" name="Oval 21">
            <a:extLst>
              <a:ext uri="{FF2B5EF4-FFF2-40B4-BE49-F238E27FC236}">
                <a16:creationId xmlns:a16="http://schemas.microsoft.com/office/drawing/2014/main" id="{8CE99E17-476C-F159-EDFD-9218E84F8310}"/>
              </a:ext>
            </a:extLst>
          </p:cNvPr>
          <p:cNvSpPr>
            <a:spLocks noChangeArrowheads="1"/>
          </p:cNvSpPr>
          <p:nvPr userDrawn="1"/>
        </p:nvSpPr>
        <p:spPr bwMode="auto">
          <a:xfrm>
            <a:off x="3115053" y="4767518"/>
            <a:ext cx="1580659" cy="1583409"/>
          </a:xfrm>
          <a:prstGeom prst="ellipse">
            <a:avLst/>
          </a:prstGeom>
          <a:solidFill>
            <a:schemeClr val="bg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3" name="Oval 22">
            <a:extLst>
              <a:ext uri="{FF2B5EF4-FFF2-40B4-BE49-F238E27FC236}">
                <a16:creationId xmlns:a16="http://schemas.microsoft.com/office/drawing/2014/main" id="{2BE51A22-90F6-2E68-DEF6-39D3DC8EFC87}"/>
              </a:ext>
            </a:extLst>
          </p:cNvPr>
          <p:cNvSpPr>
            <a:spLocks noChangeArrowheads="1"/>
          </p:cNvSpPr>
          <p:nvPr userDrawn="1"/>
        </p:nvSpPr>
        <p:spPr bwMode="auto">
          <a:xfrm>
            <a:off x="546100" y="2133366"/>
            <a:ext cx="3166175" cy="3166176"/>
          </a:xfrm>
          <a:prstGeom prst="ellipse">
            <a:avLst/>
          </a:prstGeom>
          <a:solidFill>
            <a:schemeClr val="accent1"/>
          </a:solidFill>
          <a:ln w="15875" cap="flat">
            <a:noFill/>
            <a:prstDash val="solid"/>
            <a:miter lim="800000"/>
            <a:headEnd/>
            <a:tailEnd/>
          </a:ln>
          <a:effectLst>
            <a:outerShdw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4" name="Oval 23">
            <a:extLst>
              <a:ext uri="{FF2B5EF4-FFF2-40B4-BE49-F238E27FC236}">
                <a16:creationId xmlns:a16="http://schemas.microsoft.com/office/drawing/2014/main" id="{A7FE4D61-5471-89BE-6360-3E15DAD22A8F}"/>
              </a:ext>
            </a:extLst>
          </p:cNvPr>
          <p:cNvSpPr>
            <a:spLocks noChangeArrowheads="1"/>
          </p:cNvSpPr>
          <p:nvPr userDrawn="1"/>
        </p:nvSpPr>
        <p:spPr bwMode="auto">
          <a:xfrm>
            <a:off x="806334" y="2391534"/>
            <a:ext cx="2645708" cy="2649839"/>
          </a:xfrm>
          <a:prstGeom prst="ellipse">
            <a:avLst/>
          </a:prstGeom>
          <a:solidFill>
            <a:schemeClr val="tx2"/>
          </a:solidFill>
          <a:ln w="38100" cap="flat">
            <a:noFill/>
            <a:prstDash val="solid"/>
            <a:miter lim="800000"/>
            <a:headEnd/>
            <a:tailEnd/>
          </a:ln>
          <a:effectLst>
            <a:outerShdw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5" name="Oval 24">
            <a:extLst>
              <a:ext uri="{FF2B5EF4-FFF2-40B4-BE49-F238E27FC236}">
                <a16:creationId xmlns:a16="http://schemas.microsoft.com/office/drawing/2014/main" id="{39BFFB99-D941-1CF4-DC56-89A2F4BCB43E}"/>
              </a:ext>
            </a:extLst>
          </p:cNvPr>
          <p:cNvSpPr>
            <a:spLocks noChangeArrowheads="1"/>
          </p:cNvSpPr>
          <p:nvPr userDrawn="1"/>
        </p:nvSpPr>
        <p:spPr bwMode="auto">
          <a:xfrm>
            <a:off x="1064502" y="2651767"/>
            <a:ext cx="2129371" cy="2129372"/>
          </a:xfrm>
          <a:prstGeom prst="ellipse">
            <a:avLst/>
          </a:prstGeom>
          <a:solidFill>
            <a:schemeClr val="accent2"/>
          </a:solidFill>
          <a:ln w="38100" cap="flat">
            <a:noFill/>
            <a:prstDash val="solid"/>
            <a:miter lim="800000"/>
            <a:headEnd/>
            <a:tailEnd/>
          </a:ln>
          <a:effectLst>
            <a:outerShdw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6" name="Oval 25">
            <a:extLst>
              <a:ext uri="{FF2B5EF4-FFF2-40B4-BE49-F238E27FC236}">
                <a16:creationId xmlns:a16="http://schemas.microsoft.com/office/drawing/2014/main" id="{E7F1134B-5CC6-4514-273E-8DC8F06AC2A5}"/>
              </a:ext>
            </a:extLst>
          </p:cNvPr>
          <p:cNvSpPr>
            <a:spLocks noChangeArrowheads="1"/>
          </p:cNvSpPr>
          <p:nvPr userDrawn="1"/>
        </p:nvSpPr>
        <p:spPr bwMode="auto">
          <a:xfrm>
            <a:off x="1328865" y="2916132"/>
            <a:ext cx="1600643" cy="1600644"/>
          </a:xfrm>
          <a:prstGeom prst="ellipse">
            <a:avLst/>
          </a:prstGeom>
          <a:solidFill>
            <a:sysClr val="window" lastClr="FFFFFF"/>
          </a:solidFill>
          <a:ln w="15875" cap="flat">
            <a:noFill/>
            <a:prstDash val="solid"/>
            <a:miter lim="800000"/>
            <a:headEnd/>
            <a:tailEnd/>
          </a:ln>
          <a:effectLst>
            <a:outerShdw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7" name="Oval 26">
            <a:extLst>
              <a:ext uri="{FF2B5EF4-FFF2-40B4-BE49-F238E27FC236}">
                <a16:creationId xmlns:a16="http://schemas.microsoft.com/office/drawing/2014/main" id="{B8C34AD5-83F2-B428-A926-370252CE99CB}"/>
              </a:ext>
            </a:extLst>
          </p:cNvPr>
          <p:cNvSpPr>
            <a:spLocks noChangeArrowheads="1"/>
          </p:cNvSpPr>
          <p:nvPr userDrawn="1"/>
        </p:nvSpPr>
        <p:spPr bwMode="auto">
          <a:xfrm>
            <a:off x="3319859" y="1348534"/>
            <a:ext cx="1189639" cy="1189639"/>
          </a:xfrm>
          <a:prstGeom prst="ellipse">
            <a:avLst/>
          </a:prstGeom>
          <a:solidFill>
            <a:schemeClr val="accent2"/>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8" name="Oval 27">
            <a:extLst>
              <a:ext uri="{FF2B5EF4-FFF2-40B4-BE49-F238E27FC236}">
                <a16:creationId xmlns:a16="http://schemas.microsoft.com/office/drawing/2014/main" id="{ECE97C07-6EF1-199D-6943-60B285D74707}"/>
              </a:ext>
            </a:extLst>
          </p:cNvPr>
          <p:cNvSpPr>
            <a:spLocks noChangeArrowheads="1"/>
          </p:cNvSpPr>
          <p:nvPr userDrawn="1"/>
        </p:nvSpPr>
        <p:spPr bwMode="auto">
          <a:xfrm>
            <a:off x="4048927" y="3120600"/>
            <a:ext cx="1189639" cy="1189639"/>
          </a:xfrm>
          <a:prstGeom prst="ellipse">
            <a:avLst/>
          </a:prstGeom>
          <a:solidFill>
            <a:schemeClr val="tx2"/>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9" name="Oval 28">
            <a:extLst>
              <a:ext uri="{FF2B5EF4-FFF2-40B4-BE49-F238E27FC236}">
                <a16:creationId xmlns:a16="http://schemas.microsoft.com/office/drawing/2014/main" id="{F026070F-C3BE-EC57-0093-991CA0A0FAD2}"/>
              </a:ext>
            </a:extLst>
          </p:cNvPr>
          <p:cNvSpPr>
            <a:spLocks noChangeArrowheads="1"/>
          </p:cNvSpPr>
          <p:nvPr userDrawn="1"/>
        </p:nvSpPr>
        <p:spPr bwMode="auto">
          <a:xfrm>
            <a:off x="3311597" y="4973295"/>
            <a:ext cx="1187573" cy="1189639"/>
          </a:xfrm>
          <a:prstGeom prst="ellipse">
            <a:avLst/>
          </a:prstGeom>
          <a:solidFill>
            <a:schemeClr val="accent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0" name="Freeform 22">
            <a:extLst>
              <a:ext uri="{FF2B5EF4-FFF2-40B4-BE49-F238E27FC236}">
                <a16:creationId xmlns:a16="http://schemas.microsoft.com/office/drawing/2014/main" id="{54B75B26-9BDF-BD1F-BB21-DCDA8B1A6B67}"/>
              </a:ext>
            </a:extLst>
          </p:cNvPr>
          <p:cNvSpPr>
            <a:spLocks/>
          </p:cNvSpPr>
          <p:nvPr userDrawn="1"/>
        </p:nvSpPr>
        <p:spPr bwMode="auto">
          <a:xfrm>
            <a:off x="2762216" y="2255222"/>
            <a:ext cx="828203" cy="826138"/>
          </a:xfrm>
          <a:custGeom>
            <a:avLst/>
            <a:gdLst>
              <a:gd name="T0" fmla="*/ 0 w 401"/>
              <a:gd name="T1" fmla="*/ 310 h 400"/>
              <a:gd name="T2" fmla="*/ 313 w 401"/>
              <a:gd name="T3" fmla="*/ 0 h 400"/>
              <a:gd name="T4" fmla="*/ 391 w 401"/>
              <a:gd name="T5" fmla="*/ 5 h 400"/>
              <a:gd name="T6" fmla="*/ 401 w 401"/>
              <a:gd name="T7" fmla="*/ 90 h 400"/>
              <a:gd name="T8" fmla="*/ 90 w 401"/>
              <a:gd name="T9" fmla="*/ 400 h 400"/>
              <a:gd name="T10" fmla="*/ 24 w 401"/>
              <a:gd name="T11" fmla="*/ 377 h 400"/>
              <a:gd name="T12" fmla="*/ 0 w 401"/>
              <a:gd name="T13" fmla="*/ 310 h 400"/>
            </a:gdLst>
            <a:ahLst/>
            <a:cxnLst>
              <a:cxn ang="0">
                <a:pos x="T0" y="T1"/>
              </a:cxn>
              <a:cxn ang="0">
                <a:pos x="T2" y="T3"/>
              </a:cxn>
              <a:cxn ang="0">
                <a:pos x="T4" y="T5"/>
              </a:cxn>
              <a:cxn ang="0">
                <a:pos x="T6" y="T7"/>
              </a:cxn>
              <a:cxn ang="0">
                <a:pos x="T8" y="T9"/>
              </a:cxn>
              <a:cxn ang="0">
                <a:pos x="T10" y="T11"/>
              </a:cxn>
              <a:cxn ang="0">
                <a:pos x="T12" y="T13"/>
              </a:cxn>
            </a:cxnLst>
            <a:rect l="0" t="0" r="r" b="b"/>
            <a:pathLst>
              <a:path w="401" h="400">
                <a:moveTo>
                  <a:pt x="0" y="310"/>
                </a:moveTo>
                <a:lnTo>
                  <a:pt x="313" y="0"/>
                </a:lnTo>
                <a:lnTo>
                  <a:pt x="391" y="5"/>
                </a:lnTo>
                <a:lnTo>
                  <a:pt x="401" y="90"/>
                </a:lnTo>
                <a:lnTo>
                  <a:pt x="90" y="400"/>
                </a:lnTo>
                <a:lnTo>
                  <a:pt x="24" y="377"/>
                </a:lnTo>
                <a:lnTo>
                  <a:pt x="0" y="310"/>
                </a:lnTo>
                <a:close/>
              </a:path>
            </a:pathLst>
          </a:custGeom>
          <a:solidFill>
            <a:schemeClr val="accent2"/>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1" name="Freeform 23">
            <a:extLst>
              <a:ext uri="{FF2B5EF4-FFF2-40B4-BE49-F238E27FC236}">
                <a16:creationId xmlns:a16="http://schemas.microsoft.com/office/drawing/2014/main" id="{B4EC27A8-EBD4-5713-65E5-AE7B0C60CA46}"/>
              </a:ext>
            </a:extLst>
          </p:cNvPr>
          <p:cNvSpPr>
            <a:spLocks/>
          </p:cNvSpPr>
          <p:nvPr userDrawn="1"/>
        </p:nvSpPr>
        <p:spPr bwMode="auto">
          <a:xfrm>
            <a:off x="3315728" y="3587369"/>
            <a:ext cx="811680" cy="258169"/>
          </a:xfrm>
          <a:custGeom>
            <a:avLst/>
            <a:gdLst>
              <a:gd name="T0" fmla="*/ 38 w 393"/>
              <a:gd name="T1" fmla="*/ 0 h 125"/>
              <a:gd name="T2" fmla="*/ 362 w 393"/>
              <a:gd name="T3" fmla="*/ 0 h 125"/>
              <a:gd name="T4" fmla="*/ 393 w 393"/>
              <a:gd name="T5" fmla="*/ 35 h 125"/>
              <a:gd name="T6" fmla="*/ 362 w 393"/>
              <a:gd name="T7" fmla="*/ 125 h 125"/>
              <a:gd name="T8" fmla="*/ 40 w 393"/>
              <a:gd name="T9" fmla="*/ 125 h 125"/>
              <a:gd name="T10" fmla="*/ 0 w 393"/>
              <a:gd name="T11" fmla="*/ 38 h 125"/>
              <a:gd name="T12" fmla="*/ 38 w 393"/>
              <a:gd name="T13" fmla="*/ 0 h 125"/>
            </a:gdLst>
            <a:ahLst/>
            <a:cxnLst>
              <a:cxn ang="0">
                <a:pos x="T0" y="T1"/>
              </a:cxn>
              <a:cxn ang="0">
                <a:pos x="T2" y="T3"/>
              </a:cxn>
              <a:cxn ang="0">
                <a:pos x="T4" y="T5"/>
              </a:cxn>
              <a:cxn ang="0">
                <a:pos x="T6" y="T7"/>
              </a:cxn>
              <a:cxn ang="0">
                <a:pos x="T8" y="T9"/>
              </a:cxn>
              <a:cxn ang="0">
                <a:pos x="T10" y="T11"/>
              </a:cxn>
              <a:cxn ang="0">
                <a:pos x="T12" y="T13"/>
              </a:cxn>
            </a:cxnLst>
            <a:rect l="0" t="0" r="r" b="b"/>
            <a:pathLst>
              <a:path w="393" h="125">
                <a:moveTo>
                  <a:pt x="38" y="0"/>
                </a:moveTo>
                <a:lnTo>
                  <a:pt x="362" y="0"/>
                </a:lnTo>
                <a:lnTo>
                  <a:pt x="393" y="35"/>
                </a:lnTo>
                <a:lnTo>
                  <a:pt x="362" y="125"/>
                </a:lnTo>
                <a:lnTo>
                  <a:pt x="40" y="125"/>
                </a:lnTo>
                <a:lnTo>
                  <a:pt x="0" y="38"/>
                </a:lnTo>
                <a:lnTo>
                  <a:pt x="38" y="0"/>
                </a:lnTo>
                <a:close/>
              </a:path>
            </a:pathLst>
          </a:custGeom>
          <a:solidFill>
            <a:schemeClr val="tx2"/>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2" name="Freeform 24">
            <a:extLst>
              <a:ext uri="{FF2B5EF4-FFF2-40B4-BE49-F238E27FC236}">
                <a16:creationId xmlns:a16="http://schemas.microsoft.com/office/drawing/2014/main" id="{3A9D2B57-3025-B3F7-6D86-8D2E7D2F654A}"/>
              </a:ext>
            </a:extLst>
          </p:cNvPr>
          <p:cNvSpPr>
            <a:spLocks/>
          </p:cNvSpPr>
          <p:nvPr userDrawn="1"/>
        </p:nvSpPr>
        <p:spPr bwMode="auto">
          <a:xfrm>
            <a:off x="3086475" y="4684068"/>
            <a:ext cx="620008" cy="559681"/>
          </a:xfrm>
          <a:custGeom>
            <a:avLst/>
            <a:gdLst>
              <a:gd name="T0" fmla="*/ 99 w 251"/>
              <a:gd name="T1" fmla="*/ 0 h 239"/>
              <a:gd name="T2" fmla="*/ 246 w 251"/>
              <a:gd name="T3" fmla="*/ 147 h 239"/>
              <a:gd name="T4" fmla="*/ 251 w 251"/>
              <a:gd name="T5" fmla="*/ 222 h 239"/>
              <a:gd name="T6" fmla="*/ 151 w 251"/>
              <a:gd name="T7" fmla="*/ 239 h 239"/>
              <a:gd name="T8" fmla="*/ 0 w 251"/>
              <a:gd name="T9" fmla="*/ 85 h 239"/>
              <a:gd name="T10" fmla="*/ 12 w 251"/>
              <a:gd name="T11" fmla="*/ 42 h 239"/>
              <a:gd name="T12" fmla="*/ 99 w 251"/>
              <a:gd name="T13" fmla="*/ 0 h 239"/>
            </a:gdLst>
            <a:ahLst/>
            <a:cxnLst>
              <a:cxn ang="0">
                <a:pos x="T0" y="T1"/>
              </a:cxn>
              <a:cxn ang="0">
                <a:pos x="T2" y="T3"/>
              </a:cxn>
              <a:cxn ang="0">
                <a:pos x="T4" y="T5"/>
              </a:cxn>
              <a:cxn ang="0">
                <a:pos x="T6" y="T7"/>
              </a:cxn>
              <a:cxn ang="0">
                <a:pos x="T8" y="T9"/>
              </a:cxn>
              <a:cxn ang="0">
                <a:pos x="T10" y="T11"/>
              </a:cxn>
              <a:cxn ang="0">
                <a:pos x="T12" y="T13"/>
              </a:cxn>
            </a:cxnLst>
            <a:rect l="0" t="0" r="r" b="b"/>
            <a:pathLst>
              <a:path w="251" h="239">
                <a:moveTo>
                  <a:pt x="99" y="0"/>
                </a:moveTo>
                <a:lnTo>
                  <a:pt x="246" y="147"/>
                </a:lnTo>
                <a:lnTo>
                  <a:pt x="251" y="222"/>
                </a:lnTo>
                <a:lnTo>
                  <a:pt x="151" y="239"/>
                </a:lnTo>
                <a:lnTo>
                  <a:pt x="0" y="85"/>
                </a:lnTo>
                <a:lnTo>
                  <a:pt x="12" y="42"/>
                </a:lnTo>
                <a:lnTo>
                  <a:pt x="99" y="0"/>
                </a:lnTo>
                <a:close/>
              </a:path>
            </a:pathLst>
          </a:custGeom>
          <a:solidFill>
            <a:schemeClr val="accent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3" name="Oval 18">
            <a:extLst>
              <a:ext uri="{FF2B5EF4-FFF2-40B4-BE49-F238E27FC236}">
                <a16:creationId xmlns:a16="http://schemas.microsoft.com/office/drawing/2014/main" id="{11F77542-95EE-97FF-1D04-E03B4E7599AD}"/>
              </a:ext>
            </a:extLst>
          </p:cNvPr>
          <p:cNvSpPr>
            <a:spLocks noChangeArrowheads="1"/>
          </p:cNvSpPr>
          <p:nvPr userDrawn="1"/>
        </p:nvSpPr>
        <p:spPr bwMode="auto">
          <a:xfrm>
            <a:off x="3503987" y="1532662"/>
            <a:ext cx="821384" cy="821383"/>
          </a:xfrm>
          <a:prstGeom prst="ellipse">
            <a:avLst/>
          </a:prstGeom>
          <a:solidFill>
            <a:sysClr val="window" lastClr="FFFFFF"/>
          </a:solidFill>
          <a:ln w="15875" cap="flat">
            <a:noFill/>
            <a:prstDash val="solid"/>
            <a:miter lim="800000"/>
            <a:headEnd/>
            <a:tailEnd/>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4" name="Oval 18">
            <a:extLst>
              <a:ext uri="{FF2B5EF4-FFF2-40B4-BE49-F238E27FC236}">
                <a16:creationId xmlns:a16="http://schemas.microsoft.com/office/drawing/2014/main" id="{33010B02-6EE5-4E47-3118-C9EBAFCADA43}"/>
              </a:ext>
            </a:extLst>
          </p:cNvPr>
          <p:cNvSpPr>
            <a:spLocks noChangeArrowheads="1"/>
          </p:cNvSpPr>
          <p:nvPr userDrawn="1"/>
        </p:nvSpPr>
        <p:spPr bwMode="auto">
          <a:xfrm>
            <a:off x="4233055" y="3304728"/>
            <a:ext cx="821384" cy="821383"/>
          </a:xfrm>
          <a:prstGeom prst="ellipse">
            <a:avLst/>
          </a:prstGeom>
          <a:solidFill>
            <a:sysClr val="window" lastClr="FFFFFF"/>
          </a:solidFill>
          <a:ln w="15875" cap="flat">
            <a:noFill/>
            <a:prstDash val="solid"/>
            <a:miter lim="800000"/>
            <a:headEnd/>
            <a:tailEnd/>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5" name="Oval 18">
            <a:extLst>
              <a:ext uri="{FF2B5EF4-FFF2-40B4-BE49-F238E27FC236}">
                <a16:creationId xmlns:a16="http://schemas.microsoft.com/office/drawing/2014/main" id="{F3D5716C-1FC1-A63A-0E71-A110CD002AAE}"/>
              </a:ext>
            </a:extLst>
          </p:cNvPr>
          <p:cNvSpPr>
            <a:spLocks noChangeArrowheads="1"/>
          </p:cNvSpPr>
          <p:nvPr userDrawn="1"/>
        </p:nvSpPr>
        <p:spPr bwMode="auto">
          <a:xfrm>
            <a:off x="3494692" y="5178689"/>
            <a:ext cx="821384" cy="821383"/>
          </a:xfrm>
          <a:prstGeom prst="ellipse">
            <a:avLst/>
          </a:prstGeom>
          <a:solidFill>
            <a:sysClr val="window" lastClr="FFFFFF"/>
          </a:solidFill>
          <a:ln w="15875" cap="flat">
            <a:noFill/>
            <a:prstDash val="solid"/>
            <a:miter lim="800000"/>
            <a:headEnd/>
            <a:tailEnd/>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6" name="Freeform 55">
            <a:extLst>
              <a:ext uri="{FF2B5EF4-FFF2-40B4-BE49-F238E27FC236}">
                <a16:creationId xmlns:a16="http://schemas.microsoft.com/office/drawing/2014/main" id="{6D85A67C-7A56-DE2B-22A3-ED2B40C80C8F}"/>
              </a:ext>
            </a:extLst>
          </p:cNvPr>
          <p:cNvSpPr>
            <a:spLocks noEditPoints="1"/>
          </p:cNvSpPr>
          <p:nvPr userDrawn="1"/>
        </p:nvSpPr>
        <p:spPr bwMode="auto">
          <a:xfrm>
            <a:off x="10789182" y="1745733"/>
            <a:ext cx="387340" cy="389043"/>
          </a:xfrm>
          <a:custGeom>
            <a:avLst/>
            <a:gdLst>
              <a:gd name="T0" fmla="*/ 48 w 96"/>
              <a:gd name="T1" fmla="*/ 0 h 96"/>
              <a:gd name="T2" fmla="*/ 0 w 96"/>
              <a:gd name="T3" fmla="*/ 48 h 96"/>
              <a:gd name="T4" fmla="*/ 48 w 96"/>
              <a:gd name="T5" fmla="*/ 96 h 96"/>
              <a:gd name="T6" fmla="*/ 96 w 96"/>
              <a:gd name="T7" fmla="*/ 48 h 96"/>
              <a:gd name="T8" fmla="*/ 48 w 96"/>
              <a:gd name="T9" fmla="*/ 0 h 96"/>
              <a:gd name="T10" fmla="*/ 75 w 96"/>
              <a:gd name="T11" fmla="*/ 50 h 96"/>
              <a:gd name="T12" fmla="*/ 39 w 96"/>
              <a:gd name="T13" fmla="*/ 80 h 96"/>
              <a:gd name="T14" fmla="*/ 38 w 96"/>
              <a:gd name="T15" fmla="*/ 80 h 96"/>
              <a:gd name="T16" fmla="*/ 37 w 96"/>
              <a:gd name="T17" fmla="*/ 80 h 96"/>
              <a:gd name="T18" fmla="*/ 36 w 96"/>
              <a:gd name="T19" fmla="*/ 78 h 96"/>
              <a:gd name="T20" fmla="*/ 36 w 96"/>
              <a:gd name="T21" fmla="*/ 62 h 96"/>
              <a:gd name="T22" fmla="*/ 37 w 96"/>
              <a:gd name="T23" fmla="*/ 60 h 96"/>
              <a:gd name="T24" fmla="*/ 53 w 96"/>
              <a:gd name="T25" fmla="*/ 48 h 96"/>
              <a:gd name="T26" fmla="*/ 37 w 96"/>
              <a:gd name="T27" fmla="*/ 36 h 96"/>
              <a:gd name="T28" fmla="*/ 36 w 96"/>
              <a:gd name="T29" fmla="*/ 34 h 96"/>
              <a:gd name="T30" fmla="*/ 36 w 96"/>
              <a:gd name="T31" fmla="*/ 18 h 96"/>
              <a:gd name="T32" fmla="*/ 37 w 96"/>
              <a:gd name="T33" fmla="*/ 16 h 96"/>
              <a:gd name="T34" fmla="*/ 39 w 96"/>
              <a:gd name="T35" fmla="*/ 16 h 96"/>
              <a:gd name="T36" fmla="*/ 75 w 96"/>
              <a:gd name="T37" fmla="*/ 46 h 96"/>
              <a:gd name="T38" fmla="*/ 76 w 96"/>
              <a:gd name="T39" fmla="*/ 48 h 96"/>
              <a:gd name="T40" fmla="*/ 75 w 96"/>
              <a:gd name="T41" fmla="*/ 5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 h="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p>
        </p:txBody>
      </p:sp>
      <p:sp>
        <p:nvSpPr>
          <p:cNvPr id="37" name="Freeform 55">
            <a:extLst>
              <a:ext uri="{FF2B5EF4-FFF2-40B4-BE49-F238E27FC236}">
                <a16:creationId xmlns:a16="http://schemas.microsoft.com/office/drawing/2014/main" id="{271FD54B-823D-1391-2FD1-60C75B0D6A71}"/>
              </a:ext>
            </a:extLst>
          </p:cNvPr>
          <p:cNvSpPr>
            <a:spLocks noEditPoints="1"/>
          </p:cNvSpPr>
          <p:nvPr userDrawn="1"/>
        </p:nvSpPr>
        <p:spPr bwMode="auto">
          <a:xfrm>
            <a:off x="10835834" y="3523733"/>
            <a:ext cx="387340" cy="389043"/>
          </a:xfrm>
          <a:custGeom>
            <a:avLst/>
            <a:gdLst>
              <a:gd name="T0" fmla="*/ 48 w 96"/>
              <a:gd name="T1" fmla="*/ 0 h 96"/>
              <a:gd name="T2" fmla="*/ 0 w 96"/>
              <a:gd name="T3" fmla="*/ 48 h 96"/>
              <a:gd name="T4" fmla="*/ 48 w 96"/>
              <a:gd name="T5" fmla="*/ 96 h 96"/>
              <a:gd name="T6" fmla="*/ 96 w 96"/>
              <a:gd name="T7" fmla="*/ 48 h 96"/>
              <a:gd name="T8" fmla="*/ 48 w 96"/>
              <a:gd name="T9" fmla="*/ 0 h 96"/>
              <a:gd name="T10" fmla="*/ 75 w 96"/>
              <a:gd name="T11" fmla="*/ 50 h 96"/>
              <a:gd name="T12" fmla="*/ 39 w 96"/>
              <a:gd name="T13" fmla="*/ 80 h 96"/>
              <a:gd name="T14" fmla="*/ 38 w 96"/>
              <a:gd name="T15" fmla="*/ 80 h 96"/>
              <a:gd name="T16" fmla="*/ 37 w 96"/>
              <a:gd name="T17" fmla="*/ 80 h 96"/>
              <a:gd name="T18" fmla="*/ 36 w 96"/>
              <a:gd name="T19" fmla="*/ 78 h 96"/>
              <a:gd name="T20" fmla="*/ 36 w 96"/>
              <a:gd name="T21" fmla="*/ 62 h 96"/>
              <a:gd name="T22" fmla="*/ 37 w 96"/>
              <a:gd name="T23" fmla="*/ 60 h 96"/>
              <a:gd name="T24" fmla="*/ 53 w 96"/>
              <a:gd name="T25" fmla="*/ 48 h 96"/>
              <a:gd name="T26" fmla="*/ 37 w 96"/>
              <a:gd name="T27" fmla="*/ 36 h 96"/>
              <a:gd name="T28" fmla="*/ 36 w 96"/>
              <a:gd name="T29" fmla="*/ 34 h 96"/>
              <a:gd name="T30" fmla="*/ 36 w 96"/>
              <a:gd name="T31" fmla="*/ 18 h 96"/>
              <a:gd name="T32" fmla="*/ 37 w 96"/>
              <a:gd name="T33" fmla="*/ 16 h 96"/>
              <a:gd name="T34" fmla="*/ 39 w 96"/>
              <a:gd name="T35" fmla="*/ 16 h 96"/>
              <a:gd name="T36" fmla="*/ 75 w 96"/>
              <a:gd name="T37" fmla="*/ 46 h 96"/>
              <a:gd name="T38" fmla="*/ 76 w 96"/>
              <a:gd name="T39" fmla="*/ 48 h 96"/>
              <a:gd name="T40" fmla="*/ 75 w 96"/>
              <a:gd name="T41" fmla="*/ 5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 h="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p>
        </p:txBody>
      </p:sp>
      <p:sp>
        <p:nvSpPr>
          <p:cNvPr id="38" name="Freeform 55">
            <a:extLst>
              <a:ext uri="{FF2B5EF4-FFF2-40B4-BE49-F238E27FC236}">
                <a16:creationId xmlns:a16="http://schemas.microsoft.com/office/drawing/2014/main" id="{1F0FBAA0-C49C-F9A3-DB93-FACD5F8C8063}"/>
              </a:ext>
            </a:extLst>
          </p:cNvPr>
          <p:cNvSpPr>
            <a:spLocks noEditPoints="1"/>
          </p:cNvSpPr>
          <p:nvPr userDrawn="1"/>
        </p:nvSpPr>
        <p:spPr bwMode="auto">
          <a:xfrm>
            <a:off x="10807846" y="5299162"/>
            <a:ext cx="387340" cy="389043"/>
          </a:xfrm>
          <a:custGeom>
            <a:avLst/>
            <a:gdLst>
              <a:gd name="T0" fmla="*/ 48 w 96"/>
              <a:gd name="T1" fmla="*/ 0 h 96"/>
              <a:gd name="T2" fmla="*/ 0 w 96"/>
              <a:gd name="T3" fmla="*/ 48 h 96"/>
              <a:gd name="T4" fmla="*/ 48 w 96"/>
              <a:gd name="T5" fmla="*/ 96 h 96"/>
              <a:gd name="T6" fmla="*/ 96 w 96"/>
              <a:gd name="T7" fmla="*/ 48 h 96"/>
              <a:gd name="T8" fmla="*/ 48 w 96"/>
              <a:gd name="T9" fmla="*/ 0 h 96"/>
              <a:gd name="T10" fmla="*/ 75 w 96"/>
              <a:gd name="T11" fmla="*/ 50 h 96"/>
              <a:gd name="T12" fmla="*/ 39 w 96"/>
              <a:gd name="T13" fmla="*/ 80 h 96"/>
              <a:gd name="T14" fmla="*/ 38 w 96"/>
              <a:gd name="T15" fmla="*/ 80 h 96"/>
              <a:gd name="T16" fmla="*/ 37 w 96"/>
              <a:gd name="T17" fmla="*/ 80 h 96"/>
              <a:gd name="T18" fmla="*/ 36 w 96"/>
              <a:gd name="T19" fmla="*/ 78 h 96"/>
              <a:gd name="T20" fmla="*/ 36 w 96"/>
              <a:gd name="T21" fmla="*/ 62 h 96"/>
              <a:gd name="T22" fmla="*/ 37 w 96"/>
              <a:gd name="T23" fmla="*/ 60 h 96"/>
              <a:gd name="T24" fmla="*/ 53 w 96"/>
              <a:gd name="T25" fmla="*/ 48 h 96"/>
              <a:gd name="T26" fmla="*/ 37 w 96"/>
              <a:gd name="T27" fmla="*/ 36 h 96"/>
              <a:gd name="T28" fmla="*/ 36 w 96"/>
              <a:gd name="T29" fmla="*/ 34 h 96"/>
              <a:gd name="T30" fmla="*/ 36 w 96"/>
              <a:gd name="T31" fmla="*/ 18 h 96"/>
              <a:gd name="T32" fmla="*/ 37 w 96"/>
              <a:gd name="T33" fmla="*/ 16 h 96"/>
              <a:gd name="T34" fmla="*/ 39 w 96"/>
              <a:gd name="T35" fmla="*/ 16 h 96"/>
              <a:gd name="T36" fmla="*/ 75 w 96"/>
              <a:gd name="T37" fmla="*/ 46 h 96"/>
              <a:gd name="T38" fmla="*/ 76 w 96"/>
              <a:gd name="T39" fmla="*/ 48 h 96"/>
              <a:gd name="T40" fmla="*/ 75 w 96"/>
              <a:gd name="T41" fmla="*/ 5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 h="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p>
        </p:txBody>
      </p:sp>
      <p:sp>
        <p:nvSpPr>
          <p:cNvPr id="50" name="Content Placeholder 48">
            <a:extLst>
              <a:ext uri="{FF2B5EF4-FFF2-40B4-BE49-F238E27FC236}">
                <a16:creationId xmlns:a16="http://schemas.microsoft.com/office/drawing/2014/main" id="{FF5A177C-03B8-06A2-809E-D1AB7CE7C0C0}"/>
              </a:ext>
            </a:extLst>
          </p:cNvPr>
          <p:cNvSpPr>
            <a:spLocks noGrp="1"/>
          </p:cNvSpPr>
          <p:nvPr>
            <p:ph sz="quarter" idx="13" hasCustomPrompt="1"/>
          </p:nvPr>
        </p:nvSpPr>
        <p:spPr>
          <a:xfrm>
            <a:off x="1695450" y="3282983"/>
            <a:ext cx="866775" cy="866775"/>
          </a:xfrm>
          <a:prstGeom prst="ellipse">
            <a:avLst/>
          </a:prstGeom>
          <a:noFill/>
        </p:spPr>
        <p:txBody>
          <a:bodyPr anchor="ctr">
            <a:noAutofit/>
          </a:bodyPr>
          <a:lstStyle>
            <a:lvl1pPr marL="0" indent="0" algn="ctr">
              <a:buNone/>
              <a:defRPr sz="1200" b="0">
                <a:solidFill>
                  <a:schemeClr val="tx1"/>
                </a:solidFill>
              </a:defRPr>
            </a:lvl1pPr>
          </a:lstStyle>
          <a:p>
            <a:pPr lvl="0"/>
            <a:r>
              <a:rPr lang="en-US"/>
              <a:t>Insert Icon here</a:t>
            </a:r>
            <a:endParaRPr lang="en-IN"/>
          </a:p>
        </p:txBody>
      </p:sp>
      <p:sp>
        <p:nvSpPr>
          <p:cNvPr id="52" name="Content Placeholder 48">
            <a:extLst>
              <a:ext uri="{FF2B5EF4-FFF2-40B4-BE49-F238E27FC236}">
                <a16:creationId xmlns:a16="http://schemas.microsoft.com/office/drawing/2014/main" id="{05F77255-05C0-9A74-DD40-A5916AAD5B0C}"/>
              </a:ext>
            </a:extLst>
          </p:cNvPr>
          <p:cNvSpPr>
            <a:spLocks noGrp="1"/>
          </p:cNvSpPr>
          <p:nvPr>
            <p:ph sz="quarter" idx="14" hasCustomPrompt="1"/>
          </p:nvPr>
        </p:nvSpPr>
        <p:spPr>
          <a:xfrm>
            <a:off x="3591617" y="1628048"/>
            <a:ext cx="646119" cy="646119"/>
          </a:xfrm>
          <a:prstGeom prst="ellipse">
            <a:avLst/>
          </a:prstGeom>
          <a:noFill/>
        </p:spPr>
        <p:txBody>
          <a:bodyPr lIns="0" rIns="0" anchor="ctr">
            <a:noAutofit/>
          </a:bodyPr>
          <a:lstStyle>
            <a:lvl1pPr marL="0" indent="0" algn="ctr">
              <a:buNone/>
              <a:defRPr sz="1050" b="0">
                <a:solidFill>
                  <a:schemeClr val="tx1"/>
                </a:solidFill>
              </a:defRPr>
            </a:lvl1pPr>
          </a:lstStyle>
          <a:p>
            <a:pPr lvl="0"/>
            <a:r>
              <a:rPr lang="en-US"/>
              <a:t>Insert Icon here</a:t>
            </a:r>
            <a:endParaRPr lang="en-IN"/>
          </a:p>
        </p:txBody>
      </p:sp>
      <p:sp>
        <p:nvSpPr>
          <p:cNvPr id="53" name="Content Placeholder 48">
            <a:extLst>
              <a:ext uri="{FF2B5EF4-FFF2-40B4-BE49-F238E27FC236}">
                <a16:creationId xmlns:a16="http://schemas.microsoft.com/office/drawing/2014/main" id="{77F5205B-9112-EE4B-620A-91B4E4B97C98}"/>
              </a:ext>
            </a:extLst>
          </p:cNvPr>
          <p:cNvSpPr>
            <a:spLocks noGrp="1"/>
          </p:cNvSpPr>
          <p:nvPr>
            <p:ph sz="quarter" idx="15" hasCustomPrompt="1"/>
          </p:nvPr>
        </p:nvSpPr>
        <p:spPr>
          <a:xfrm>
            <a:off x="4316692" y="3384869"/>
            <a:ext cx="646119" cy="646119"/>
          </a:xfrm>
          <a:prstGeom prst="ellipse">
            <a:avLst/>
          </a:prstGeom>
          <a:noFill/>
        </p:spPr>
        <p:txBody>
          <a:bodyPr lIns="0" rIns="0" anchor="ctr">
            <a:noAutofit/>
          </a:bodyPr>
          <a:lstStyle>
            <a:lvl1pPr marL="0" indent="0" algn="ctr">
              <a:buNone/>
              <a:defRPr sz="1050" b="0">
                <a:solidFill>
                  <a:schemeClr val="tx1"/>
                </a:solidFill>
              </a:defRPr>
            </a:lvl1pPr>
          </a:lstStyle>
          <a:p>
            <a:pPr lvl="0"/>
            <a:r>
              <a:rPr lang="en-US"/>
              <a:t>Insert Icon here</a:t>
            </a:r>
            <a:endParaRPr lang="en-IN"/>
          </a:p>
        </p:txBody>
      </p:sp>
      <p:sp>
        <p:nvSpPr>
          <p:cNvPr id="54" name="Content Placeholder 48">
            <a:extLst>
              <a:ext uri="{FF2B5EF4-FFF2-40B4-BE49-F238E27FC236}">
                <a16:creationId xmlns:a16="http://schemas.microsoft.com/office/drawing/2014/main" id="{3858EDFE-7F0B-98AF-BF6E-4F3225FE588A}"/>
              </a:ext>
            </a:extLst>
          </p:cNvPr>
          <p:cNvSpPr>
            <a:spLocks noGrp="1"/>
          </p:cNvSpPr>
          <p:nvPr>
            <p:ph sz="quarter" idx="16" hasCustomPrompt="1"/>
          </p:nvPr>
        </p:nvSpPr>
        <p:spPr>
          <a:xfrm>
            <a:off x="3582495" y="5267687"/>
            <a:ext cx="646119" cy="646119"/>
          </a:xfrm>
          <a:prstGeom prst="ellipse">
            <a:avLst/>
          </a:prstGeom>
          <a:noFill/>
        </p:spPr>
        <p:txBody>
          <a:bodyPr lIns="0" rIns="0" anchor="ctr">
            <a:noAutofit/>
          </a:bodyPr>
          <a:lstStyle>
            <a:lvl1pPr marL="0" indent="0" algn="ctr">
              <a:buNone/>
              <a:defRPr sz="1050" b="0">
                <a:solidFill>
                  <a:schemeClr val="tx1"/>
                </a:solidFill>
              </a:defRPr>
            </a:lvl1pPr>
          </a:lstStyle>
          <a:p>
            <a:pPr lvl="0"/>
            <a:r>
              <a:rPr lang="en-US"/>
              <a:t>Insert Icon here</a:t>
            </a:r>
            <a:endParaRPr lang="en-IN"/>
          </a:p>
        </p:txBody>
      </p:sp>
      <p:sp>
        <p:nvSpPr>
          <p:cNvPr id="58" name="Text Placeholder 37">
            <a:extLst>
              <a:ext uri="{FF2B5EF4-FFF2-40B4-BE49-F238E27FC236}">
                <a16:creationId xmlns:a16="http://schemas.microsoft.com/office/drawing/2014/main" id="{B593B476-5837-8062-5891-DAC6F0B8ADB9}"/>
              </a:ext>
            </a:extLst>
          </p:cNvPr>
          <p:cNvSpPr>
            <a:spLocks noGrp="1"/>
          </p:cNvSpPr>
          <p:nvPr>
            <p:ph type="body" sz="quarter" idx="17" hasCustomPrompt="1"/>
          </p:nvPr>
        </p:nvSpPr>
        <p:spPr>
          <a:xfrm>
            <a:off x="4779296" y="1760224"/>
            <a:ext cx="2321778" cy="373142"/>
          </a:xfrm>
        </p:spPr>
        <p:txBody>
          <a:bodyPr>
            <a:normAutofit/>
          </a:bodyPr>
          <a:lstStyle>
            <a:lvl1pPr marL="0" indent="0">
              <a:buNone/>
              <a:defRPr sz="1800" b="1">
                <a:solidFill>
                  <a:schemeClr val="bg1"/>
                </a:solidFill>
                <a:latin typeface="Barlow" panose="00000500000000000000" pitchFamily="2" charset="0"/>
              </a:defRPr>
            </a:lvl1pPr>
          </a:lstStyle>
          <a:p>
            <a:pPr lvl="0"/>
            <a:r>
              <a:rPr lang="en-US"/>
              <a:t>Click to add text</a:t>
            </a:r>
            <a:endParaRPr lang="en-IN"/>
          </a:p>
        </p:txBody>
      </p:sp>
      <p:sp>
        <p:nvSpPr>
          <p:cNvPr id="60" name="Text Placeholder 37">
            <a:extLst>
              <a:ext uri="{FF2B5EF4-FFF2-40B4-BE49-F238E27FC236}">
                <a16:creationId xmlns:a16="http://schemas.microsoft.com/office/drawing/2014/main" id="{3F5D3575-335B-A44B-13A3-674D27F0BFCF}"/>
              </a:ext>
            </a:extLst>
          </p:cNvPr>
          <p:cNvSpPr>
            <a:spLocks noGrp="1"/>
          </p:cNvSpPr>
          <p:nvPr>
            <p:ph type="body" sz="quarter" idx="19" hasCustomPrompt="1"/>
          </p:nvPr>
        </p:nvSpPr>
        <p:spPr>
          <a:xfrm>
            <a:off x="5506682" y="3564546"/>
            <a:ext cx="2321778" cy="373142"/>
          </a:xfrm>
        </p:spPr>
        <p:txBody>
          <a:bodyPr>
            <a:normAutofit/>
          </a:bodyPr>
          <a:lstStyle>
            <a:lvl1pPr marL="0" indent="0">
              <a:buNone/>
              <a:defRPr sz="1800" b="1">
                <a:solidFill>
                  <a:schemeClr val="bg1"/>
                </a:solidFill>
                <a:latin typeface="Barlow" panose="00000500000000000000" pitchFamily="2" charset="0"/>
              </a:defRPr>
            </a:lvl1pPr>
          </a:lstStyle>
          <a:p>
            <a:pPr lvl="0"/>
            <a:r>
              <a:rPr lang="en-US"/>
              <a:t>Click to add text</a:t>
            </a:r>
            <a:endParaRPr lang="en-IN"/>
          </a:p>
        </p:txBody>
      </p:sp>
      <p:sp>
        <p:nvSpPr>
          <p:cNvPr id="62" name="Text Placeholder 37">
            <a:extLst>
              <a:ext uri="{FF2B5EF4-FFF2-40B4-BE49-F238E27FC236}">
                <a16:creationId xmlns:a16="http://schemas.microsoft.com/office/drawing/2014/main" id="{B1D4934E-1083-3A67-D325-D1F4D254CC8D}"/>
              </a:ext>
            </a:extLst>
          </p:cNvPr>
          <p:cNvSpPr>
            <a:spLocks noGrp="1"/>
          </p:cNvSpPr>
          <p:nvPr>
            <p:ph type="body" sz="quarter" idx="20" hasCustomPrompt="1"/>
          </p:nvPr>
        </p:nvSpPr>
        <p:spPr>
          <a:xfrm>
            <a:off x="4779296" y="5353719"/>
            <a:ext cx="2321778" cy="373142"/>
          </a:xfrm>
        </p:spPr>
        <p:txBody>
          <a:bodyPr>
            <a:normAutofit/>
          </a:bodyPr>
          <a:lstStyle>
            <a:lvl1pPr marL="0" indent="0">
              <a:buNone/>
              <a:defRPr sz="1800" b="1">
                <a:solidFill>
                  <a:schemeClr val="bg1"/>
                </a:solidFill>
                <a:latin typeface="Barlow" panose="00000500000000000000" pitchFamily="2" charset="0"/>
              </a:defRPr>
            </a:lvl1pPr>
          </a:lstStyle>
          <a:p>
            <a:pPr lvl="0"/>
            <a:r>
              <a:rPr lang="en-US"/>
              <a:t>Click to add text</a:t>
            </a:r>
            <a:endParaRPr lang="en-IN"/>
          </a:p>
        </p:txBody>
      </p:sp>
    </p:spTree>
    <p:extLst>
      <p:ext uri="{BB962C8B-B14F-4D97-AF65-F5344CB8AC3E}">
        <p14:creationId xmlns:p14="http://schemas.microsoft.com/office/powerpoint/2010/main" val="815021807"/>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2_Objective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5B70706-665F-D233-927E-7E77D2E88119}"/>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7" name="Rectangle 6">
            <a:extLst>
              <a:ext uri="{FF2B5EF4-FFF2-40B4-BE49-F238E27FC236}">
                <a16:creationId xmlns:a16="http://schemas.microsoft.com/office/drawing/2014/main" id="{01C507B7-A66D-F0AD-7032-3DC6DCBA8BCA}"/>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72491EB-A06E-9980-2FDB-4D51DF8F522E}"/>
              </a:ext>
            </a:extLst>
          </p:cNvPr>
          <p:cNvSpPr/>
          <p:nvPr userDrawn="1"/>
        </p:nvSpPr>
        <p:spPr>
          <a:xfrm>
            <a:off x="1670127" y="3161760"/>
            <a:ext cx="921774" cy="9217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ircle: Hollow 12">
            <a:extLst>
              <a:ext uri="{FF2B5EF4-FFF2-40B4-BE49-F238E27FC236}">
                <a16:creationId xmlns:a16="http://schemas.microsoft.com/office/drawing/2014/main" id="{28C64CAD-DDF0-5A97-A7CA-7E4B4EE036FC}"/>
              </a:ext>
            </a:extLst>
          </p:cNvPr>
          <p:cNvSpPr/>
          <p:nvPr userDrawn="1"/>
        </p:nvSpPr>
        <p:spPr>
          <a:xfrm>
            <a:off x="983098" y="2474731"/>
            <a:ext cx="2295832" cy="2295832"/>
          </a:xfrm>
          <a:prstGeom prst="donut">
            <a:avLst>
              <a:gd name="adj" fmla="val 104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ircle: Hollow 13">
            <a:extLst>
              <a:ext uri="{FF2B5EF4-FFF2-40B4-BE49-F238E27FC236}">
                <a16:creationId xmlns:a16="http://schemas.microsoft.com/office/drawing/2014/main" id="{82C2629D-D253-6650-BDF7-34936B0CCC64}"/>
              </a:ext>
            </a:extLst>
          </p:cNvPr>
          <p:cNvSpPr/>
          <p:nvPr userDrawn="1"/>
        </p:nvSpPr>
        <p:spPr>
          <a:xfrm>
            <a:off x="1325491" y="2817124"/>
            <a:ext cx="1611046" cy="1611046"/>
          </a:xfrm>
          <a:prstGeom prst="donut">
            <a:avLst>
              <a:gd name="adj" fmla="val 12789"/>
            </a:avLst>
          </a:prstGeom>
          <a:solidFill>
            <a:schemeClr val="tx2"/>
          </a:solidFill>
          <a:ln>
            <a:noFill/>
          </a:ln>
          <a:effectLst>
            <a:outerShdw blurRad="1524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D6D6733-293C-169D-1343-B7AA221AFDA0}"/>
              </a:ext>
            </a:extLst>
          </p:cNvPr>
          <p:cNvSpPr/>
          <p:nvPr userDrawn="1"/>
        </p:nvSpPr>
        <p:spPr>
          <a:xfrm>
            <a:off x="4241244" y="1474242"/>
            <a:ext cx="853762" cy="853762"/>
          </a:xfrm>
          <a:prstGeom prst="ellipse">
            <a:avLst/>
          </a:prstGeom>
          <a:solidFill>
            <a:schemeClr val="accent1"/>
          </a:solidFill>
          <a:ln>
            <a:noFill/>
          </a:ln>
          <a:effectLst>
            <a:outerShdw blurRad="1524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9FDE78F-686F-FE71-67A0-4CAAE2054F7A}"/>
              </a:ext>
            </a:extLst>
          </p:cNvPr>
          <p:cNvSpPr/>
          <p:nvPr userDrawn="1"/>
        </p:nvSpPr>
        <p:spPr>
          <a:xfrm>
            <a:off x="4241244" y="3195766"/>
            <a:ext cx="853762" cy="853762"/>
          </a:xfrm>
          <a:prstGeom prst="ellipse">
            <a:avLst/>
          </a:prstGeom>
          <a:solidFill>
            <a:schemeClr val="tx2"/>
          </a:solidFill>
          <a:ln>
            <a:noFill/>
          </a:ln>
          <a:effectLst>
            <a:outerShdw blurRad="1524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CD3A2BD4-7029-0ADC-6E6C-557C9E2ED926}"/>
              </a:ext>
            </a:extLst>
          </p:cNvPr>
          <p:cNvSpPr/>
          <p:nvPr userDrawn="1"/>
        </p:nvSpPr>
        <p:spPr>
          <a:xfrm>
            <a:off x="4241244" y="4917290"/>
            <a:ext cx="853762" cy="853762"/>
          </a:xfrm>
          <a:prstGeom prst="ellipse">
            <a:avLst/>
          </a:prstGeom>
          <a:solidFill>
            <a:schemeClr val="accent2"/>
          </a:solidFill>
          <a:ln>
            <a:noFill/>
          </a:ln>
          <a:effectLst>
            <a:outerShdw blurRad="1524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E40917F2-D105-B262-24B4-612AB9BA4C7C}"/>
              </a:ext>
            </a:extLst>
          </p:cNvPr>
          <p:cNvCxnSpPr>
            <a:cxnSpLocks/>
            <a:stCxn id="13" idx="7"/>
            <a:endCxn id="16" idx="2"/>
          </p:cNvCxnSpPr>
          <p:nvPr userDrawn="1"/>
        </p:nvCxnSpPr>
        <p:spPr>
          <a:xfrm flipV="1">
            <a:off x="2942713" y="1901123"/>
            <a:ext cx="1298531" cy="909825"/>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5F856E4-94A5-2A18-E908-01D719F37849}"/>
              </a:ext>
            </a:extLst>
          </p:cNvPr>
          <p:cNvCxnSpPr>
            <a:cxnSpLocks/>
            <a:stCxn id="14" idx="6"/>
            <a:endCxn id="17" idx="2"/>
          </p:cNvCxnSpPr>
          <p:nvPr userDrawn="1"/>
        </p:nvCxnSpPr>
        <p:spPr>
          <a:xfrm>
            <a:off x="2936537" y="3622647"/>
            <a:ext cx="1304707"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4257B5D-566B-DEB5-AAC3-8744847BD2E9}"/>
              </a:ext>
            </a:extLst>
          </p:cNvPr>
          <p:cNvCxnSpPr>
            <a:cxnSpLocks/>
            <a:stCxn id="12" idx="5"/>
            <a:endCxn id="18" idx="2"/>
          </p:cNvCxnSpPr>
          <p:nvPr userDrawn="1"/>
        </p:nvCxnSpPr>
        <p:spPr>
          <a:xfrm>
            <a:off x="2456910" y="3948543"/>
            <a:ext cx="1784334" cy="1395628"/>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68E07A1E-7547-E365-0AFF-0AB1AD229B6D}"/>
              </a:ext>
            </a:extLst>
          </p:cNvPr>
          <p:cNvGrpSpPr/>
          <p:nvPr userDrawn="1"/>
        </p:nvGrpSpPr>
        <p:grpSpPr>
          <a:xfrm>
            <a:off x="5341666" y="2761885"/>
            <a:ext cx="6334396" cy="1721524"/>
            <a:chOff x="4668125" y="3006439"/>
            <a:chExt cx="7007937" cy="1721524"/>
          </a:xfrm>
        </p:grpSpPr>
        <p:cxnSp>
          <p:nvCxnSpPr>
            <p:cNvPr id="26" name="Straight Connector 25">
              <a:extLst>
                <a:ext uri="{FF2B5EF4-FFF2-40B4-BE49-F238E27FC236}">
                  <a16:creationId xmlns:a16="http://schemas.microsoft.com/office/drawing/2014/main" id="{276C1A8B-EFE3-2BC1-84CD-C1E37827BA76}"/>
                </a:ext>
              </a:extLst>
            </p:cNvPr>
            <p:cNvCxnSpPr/>
            <p:nvPr/>
          </p:nvCxnSpPr>
          <p:spPr>
            <a:xfrm>
              <a:off x="4668125" y="3006439"/>
              <a:ext cx="7007937" cy="0"/>
            </a:xfrm>
            <a:prstGeom prst="line">
              <a:avLst/>
            </a:prstGeom>
            <a:ln w="19050">
              <a:solidFill>
                <a:schemeClr val="tx1">
                  <a:lumMod val="20000"/>
                  <a:lumOff val="8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F3AF28A-61CA-C34B-46C9-1EC1A93462D7}"/>
                </a:ext>
              </a:extLst>
            </p:cNvPr>
            <p:cNvCxnSpPr/>
            <p:nvPr/>
          </p:nvCxnSpPr>
          <p:spPr>
            <a:xfrm>
              <a:off x="4668125" y="4727963"/>
              <a:ext cx="7007937" cy="0"/>
            </a:xfrm>
            <a:prstGeom prst="line">
              <a:avLst/>
            </a:prstGeom>
            <a:ln w="19050">
              <a:solidFill>
                <a:schemeClr val="tx1">
                  <a:lumMod val="20000"/>
                  <a:lumOff val="8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31" name="Title 1">
            <a:extLst>
              <a:ext uri="{FF2B5EF4-FFF2-40B4-BE49-F238E27FC236}">
                <a16:creationId xmlns:a16="http://schemas.microsoft.com/office/drawing/2014/main" id="{E0F5C361-A437-A52A-FA93-EC7C046758C6}"/>
              </a:ext>
            </a:extLst>
          </p:cNvPr>
          <p:cNvSpPr txBox="1">
            <a:spLocks/>
          </p:cNvSpPr>
          <p:nvPr userDrawn="1"/>
        </p:nvSpPr>
        <p:spPr>
          <a:xfrm>
            <a:off x="8948107" y="1181122"/>
            <a:ext cx="2727955" cy="1440000"/>
          </a:xfrm>
          <a:prstGeom prst="rect">
            <a:avLst/>
          </a:prstGeom>
          <a:solidFill>
            <a:schemeClr val="accent1"/>
          </a:solidFill>
        </p:spPr>
        <p:txBody>
          <a:bodyPr vert="horz" wrap="square" lIns="108000" tIns="108000" rIns="108000" bIns="10800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00000"/>
              </a:lnSpc>
            </a:pPr>
            <a:endParaRPr lang="en-US" sz="1400">
              <a:solidFill>
                <a:schemeClr val="bg2"/>
              </a:solidFill>
              <a:latin typeface="Segoe UI" panose="020B0502040204020203" pitchFamily="34" charset="0"/>
              <a:ea typeface="Segoe UI Black" panose="020B0A02040204020203" pitchFamily="34" charset="0"/>
              <a:cs typeface="Segoe UI" panose="020B0502040204020203" pitchFamily="34" charset="0"/>
            </a:endParaRPr>
          </a:p>
        </p:txBody>
      </p:sp>
      <p:sp>
        <p:nvSpPr>
          <p:cNvPr id="32" name="Title 1">
            <a:extLst>
              <a:ext uri="{FF2B5EF4-FFF2-40B4-BE49-F238E27FC236}">
                <a16:creationId xmlns:a16="http://schemas.microsoft.com/office/drawing/2014/main" id="{721DE227-155D-2984-CAF6-C85A1B2220DE}"/>
              </a:ext>
            </a:extLst>
          </p:cNvPr>
          <p:cNvSpPr txBox="1">
            <a:spLocks/>
          </p:cNvSpPr>
          <p:nvPr userDrawn="1"/>
        </p:nvSpPr>
        <p:spPr>
          <a:xfrm>
            <a:off x="8948107" y="2902646"/>
            <a:ext cx="2727955" cy="1439998"/>
          </a:xfrm>
          <a:prstGeom prst="rect">
            <a:avLst/>
          </a:prstGeom>
          <a:solidFill>
            <a:schemeClr val="tx2"/>
          </a:solidFill>
        </p:spPr>
        <p:txBody>
          <a:bodyPr vert="horz" wrap="square" lIns="108000" tIns="108000" rIns="108000" bIns="10800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00000"/>
              </a:lnSpc>
            </a:pPr>
            <a:endParaRPr lang="en-US" sz="1400">
              <a:solidFill>
                <a:srgbClr val="00144F"/>
              </a:solidFill>
              <a:latin typeface="Segoe UI" panose="020B0502040204020203" pitchFamily="34" charset="0"/>
              <a:ea typeface="Segoe UI Black" panose="020B0A02040204020203" pitchFamily="34" charset="0"/>
              <a:cs typeface="Segoe UI" panose="020B0502040204020203" pitchFamily="34" charset="0"/>
            </a:endParaRPr>
          </a:p>
        </p:txBody>
      </p:sp>
      <p:sp>
        <p:nvSpPr>
          <p:cNvPr id="33" name="Title 1">
            <a:extLst>
              <a:ext uri="{FF2B5EF4-FFF2-40B4-BE49-F238E27FC236}">
                <a16:creationId xmlns:a16="http://schemas.microsoft.com/office/drawing/2014/main" id="{E4867A67-1B64-CC00-33FE-3D5F826A4DD3}"/>
              </a:ext>
            </a:extLst>
          </p:cNvPr>
          <p:cNvSpPr txBox="1">
            <a:spLocks/>
          </p:cNvSpPr>
          <p:nvPr userDrawn="1"/>
        </p:nvSpPr>
        <p:spPr>
          <a:xfrm>
            <a:off x="8948107" y="4624170"/>
            <a:ext cx="2727955" cy="1439997"/>
          </a:xfrm>
          <a:prstGeom prst="rect">
            <a:avLst/>
          </a:prstGeom>
          <a:solidFill>
            <a:schemeClr val="accent2"/>
          </a:solidFill>
        </p:spPr>
        <p:txBody>
          <a:bodyPr vert="horz" wrap="square" lIns="108000" tIns="108000" rIns="108000" bIns="10800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00000"/>
              </a:lnSpc>
            </a:pPr>
            <a:endParaRPr lang="en-US" sz="1400">
              <a:solidFill>
                <a:srgbClr val="00144F"/>
              </a:solidFill>
              <a:latin typeface="Segoe UI" panose="020B0502040204020203" pitchFamily="34" charset="0"/>
              <a:ea typeface="Segoe UI Black" panose="020B0A02040204020203" pitchFamily="34" charset="0"/>
              <a:cs typeface="Segoe UI" panose="020B0502040204020203" pitchFamily="34" charset="0"/>
            </a:endParaRPr>
          </a:p>
        </p:txBody>
      </p:sp>
      <p:sp>
        <p:nvSpPr>
          <p:cNvPr id="147" name="Content Placeholder 48">
            <a:extLst>
              <a:ext uri="{FF2B5EF4-FFF2-40B4-BE49-F238E27FC236}">
                <a16:creationId xmlns:a16="http://schemas.microsoft.com/office/drawing/2014/main" id="{C4263C6C-B123-303E-D5A8-DDB6BFEF38D0}"/>
              </a:ext>
            </a:extLst>
          </p:cNvPr>
          <p:cNvSpPr>
            <a:spLocks noGrp="1"/>
          </p:cNvSpPr>
          <p:nvPr>
            <p:ph sz="quarter" idx="13" hasCustomPrompt="1"/>
          </p:nvPr>
        </p:nvSpPr>
        <p:spPr>
          <a:xfrm>
            <a:off x="1791624" y="3289230"/>
            <a:ext cx="683166" cy="683166"/>
          </a:xfrm>
          <a:prstGeom prst="ellipse">
            <a:avLst/>
          </a:prstGeom>
          <a:noFill/>
        </p:spPr>
        <p:txBody>
          <a:bodyPr anchor="ctr">
            <a:noAutofit/>
          </a:bodyPr>
          <a:lstStyle>
            <a:lvl1pPr marL="0" indent="0" algn="ctr">
              <a:buNone/>
              <a:defRPr sz="1100" b="0">
                <a:solidFill>
                  <a:schemeClr val="tx1"/>
                </a:solidFill>
              </a:defRPr>
            </a:lvl1pPr>
          </a:lstStyle>
          <a:p>
            <a:pPr lvl="0"/>
            <a:r>
              <a:rPr lang="en-US"/>
              <a:t>Icon</a:t>
            </a:r>
            <a:endParaRPr lang="en-IN"/>
          </a:p>
        </p:txBody>
      </p:sp>
      <p:sp>
        <p:nvSpPr>
          <p:cNvPr id="150" name="Content Placeholder 50">
            <a:extLst>
              <a:ext uri="{FF2B5EF4-FFF2-40B4-BE49-F238E27FC236}">
                <a16:creationId xmlns:a16="http://schemas.microsoft.com/office/drawing/2014/main" id="{E8827325-34B0-0964-CD9C-2E5FE604F49C}"/>
              </a:ext>
            </a:extLst>
          </p:cNvPr>
          <p:cNvSpPr>
            <a:spLocks noGrp="1"/>
          </p:cNvSpPr>
          <p:nvPr>
            <p:ph sz="quarter" idx="14" hasCustomPrompt="1"/>
          </p:nvPr>
        </p:nvSpPr>
        <p:spPr>
          <a:xfrm>
            <a:off x="4355457" y="1590666"/>
            <a:ext cx="629962" cy="629962"/>
          </a:xfrm>
          <a:prstGeom prst="ellipse">
            <a:avLst/>
          </a:prstGeom>
          <a:solidFill>
            <a:schemeClr val="bg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01</a:t>
            </a:r>
            <a:endParaRPr lang="en-IN"/>
          </a:p>
        </p:txBody>
      </p:sp>
      <p:sp>
        <p:nvSpPr>
          <p:cNvPr id="152" name="Content Placeholder 50">
            <a:extLst>
              <a:ext uri="{FF2B5EF4-FFF2-40B4-BE49-F238E27FC236}">
                <a16:creationId xmlns:a16="http://schemas.microsoft.com/office/drawing/2014/main" id="{7E0F1F70-D974-03EE-826E-9C32F8F4B6C8}"/>
              </a:ext>
            </a:extLst>
          </p:cNvPr>
          <p:cNvSpPr>
            <a:spLocks noGrp="1"/>
          </p:cNvSpPr>
          <p:nvPr>
            <p:ph sz="quarter" idx="15" hasCustomPrompt="1"/>
          </p:nvPr>
        </p:nvSpPr>
        <p:spPr>
          <a:xfrm>
            <a:off x="4349802" y="3307167"/>
            <a:ext cx="629962" cy="629962"/>
          </a:xfrm>
          <a:prstGeom prst="ellipse">
            <a:avLst/>
          </a:prstGeom>
          <a:solidFill>
            <a:schemeClr val="bg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02</a:t>
            </a:r>
            <a:endParaRPr lang="en-IN"/>
          </a:p>
        </p:txBody>
      </p:sp>
      <p:sp>
        <p:nvSpPr>
          <p:cNvPr id="154" name="Content Placeholder 50">
            <a:extLst>
              <a:ext uri="{FF2B5EF4-FFF2-40B4-BE49-F238E27FC236}">
                <a16:creationId xmlns:a16="http://schemas.microsoft.com/office/drawing/2014/main" id="{FCCF1862-E649-649A-6E50-0154871E9516}"/>
              </a:ext>
            </a:extLst>
          </p:cNvPr>
          <p:cNvSpPr>
            <a:spLocks noGrp="1"/>
          </p:cNvSpPr>
          <p:nvPr>
            <p:ph sz="quarter" idx="16" hasCustomPrompt="1"/>
          </p:nvPr>
        </p:nvSpPr>
        <p:spPr>
          <a:xfrm>
            <a:off x="4349802" y="5033195"/>
            <a:ext cx="629962" cy="629962"/>
          </a:xfrm>
          <a:prstGeom prst="ellipse">
            <a:avLst/>
          </a:prstGeom>
          <a:solidFill>
            <a:schemeClr val="bg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03</a:t>
            </a:r>
            <a:endParaRPr lang="en-IN"/>
          </a:p>
        </p:txBody>
      </p:sp>
      <p:sp>
        <p:nvSpPr>
          <p:cNvPr id="155" name="Text Placeholder 37">
            <a:extLst>
              <a:ext uri="{FF2B5EF4-FFF2-40B4-BE49-F238E27FC236}">
                <a16:creationId xmlns:a16="http://schemas.microsoft.com/office/drawing/2014/main" id="{F0498DDA-7E44-3523-F943-CDA41C134E24}"/>
              </a:ext>
            </a:extLst>
          </p:cNvPr>
          <p:cNvSpPr>
            <a:spLocks noGrp="1"/>
          </p:cNvSpPr>
          <p:nvPr>
            <p:ph type="body" sz="quarter" idx="18" hasCustomPrompt="1"/>
          </p:nvPr>
        </p:nvSpPr>
        <p:spPr>
          <a:xfrm>
            <a:off x="5220205" y="1461114"/>
            <a:ext cx="3304363" cy="877521"/>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56" name="Text Placeholder 37">
            <a:extLst>
              <a:ext uri="{FF2B5EF4-FFF2-40B4-BE49-F238E27FC236}">
                <a16:creationId xmlns:a16="http://schemas.microsoft.com/office/drawing/2014/main" id="{340B35E3-575F-DDA8-EC88-43C1DBAB5331}"/>
              </a:ext>
            </a:extLst>
          </p:cNvPr>
          <p:cNvSpPr>
            <a:spLocks noGrp="1"/>
          </p:cNvSpPr>
          <p:nvPr>
            <p:ph type="body" sz="quarter" idx="19" hasCustomPrompt="1"/>
          </p:nvPr>
        </p:nvSpPr>
        <p:spPr>
          <a:xfrm>
            <a:off x="5222482" y="3187031"/>
            <a:ext cx="3304363" cy="877521"/>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57" name="Text Placeholder 37">
            <a:extLst>
              <a:ext uri="{FF2B5EF4-FFF2-40B4-BE49-F238E27FC236}">
                <a16:creationId xmlns:a16="http://schemas.microsoft.com/office/drawing/2014/main" id="{5AB6CBB4-FBB8-E26F-589D-63C8ADF1076C}"/>
              </a:ext>
            </a:extLst>
          </p:cNvPr>
          <p:cNvSpPr>
            <a:spLocks noGrp="1"/>
          </p:cNvSpPr>
          <p:nvPr>
            <p:ph type="body" sz="quarter" idx="20" hasCustomPrompt="1"/>
          </p:nvPr>
        </p:nvSpPr>
        <p:spPr>
          <a:xfrm>
            <a:off x="5220204" y="4904162"/>
            <a:ext cx="3304363" cy="877521"/>
          </a:xfrm>
        </p:spPr>
        <p:txBody>
          <a:bodyPr>
            <a:normAutofit/>
          </a:bodyPr>
          <a:lstStyle>
            <a:lvl1pPr marL="0" indent="0">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59" name="Text Placeholder 37">
            <a:extLst>
              <a:ext uri="{FF2B5EF4-FFF2-40B4-BE49-F238E27FC236}">
                <a16:creationId xmlns:a16="http://schemas.microsoft.com/office/drawing/2014/main" id="{2FE499D0-899F-94C0-8F9F-AD0805A0B64F}"/>
              </a:ext>
            </a:extLst>
          </p:cNvPr>
          <p:cNvSpPr>
            <a:spLocks noGrp="1"/>
          </p:cNvSpPr>
          <p:nvPr>
            <p:ph type="body" sz="quarter" idx="21" hasCustomPrompt="1"/>
          </p:nvPr>
        </p:nvSpPr>
        <p:spPr>
          <a:xfrm>
            <a:off x="8948107" y="1847629"/>
            <a:ext cx="2556321" cy="674630"/>
          </a:xfrm>
        </p:spPr>
        <p:txBody>
          <a:bodyPr>
            <a:normAutofit/>
          </a:bodyPr>
          <a:lstStyle>
            <a:lvl1pPr marL="0" indent="0">
              <a:buNone/>
              <a:defRPr sz="1400" b="0">
                <a:solidFill>
                  <a:schemeClr val="bg2"/>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61" name="Text Placeholder 37">
            <a:extLst>
              <a:ext uri="{FF2B5EF4-FFF2-40B4-BE49-F238E27FC236}">
                <a16:creationId xmlns:a16="http://schemas.microsoft.com/office/drawing/2014/main" id="{5095DA80-723D-46D7-0C63-E8B5C98AE5D0}"/>
              </a:ext>
            </a:extLst>
          </p:cNvPr>
          <p:cNvSpPr>
            <a:spLocks noGrp="1"/>
          </p:cNvSpPr>
          <p:nvPr>
            <p:ph type="body" sz="quarter" idx="22" hasCustomPrompt="1"/>
          </p:nvPr>
        </p:nvSpPr>
        <p:spPr>
          <a:xfrm>
            <a:off x="8948106" y="3531362"/>
            <a:ext cx="2556321" cy="674630"/>
          </a:xfrm>
        </p:spPr>
        <p:txBody>
          <a:bodyPr>
            <a:normAutofit/>
          </a:bodyPr>
          <a:lstStyle>
            <a:lvl1pPr marL="0" indent="0">
              <a:buNone/>
              <a:defRPr sz="1400" b="0">
                <a:solidFill>
                  <a:schemeClr val="bg2"/>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63" name="Text Placeholder 37">
            <a:extLst>
              <a:ext uri="{FF2B5EF4-FFF2-40B4-BE49-F238E27FC236}">
                <a16:creationId xmlns:a16="http://schemas.microsoft.com/office/drawing/2014/main" id="{5BFDC6FA-396A-E049-22C1-CF9E942A8E2E}"/>
              </a:ext>
            </a:extLst>
          </p:cNvPr>
          <p:cNvSpPr>
            <a:spLocks noGrp="1"/>
          </p:cNvSpPr>
          <p:nvPr>
            <p:ph type="body" sz="quarter" idx="23" hasCustomPrompt="1"/>
          </p:nvPr>
        </p:nvSpPr>
        <p:spPr>
          <a:xfrm>
            <a:off x="8948105" y="5314934"/>
            <a:ext cx="2556321" cy="674630"/>
          </a:xfrm>
        </p:spPr>
        <p:txBody>
          <a:bodyPr>
            <a:normAutofit/>
          </a:bodyPr>
          <a:lstStyle>
            <a:lvl1pPr marL="0" indent="0">
              <a:buNone/>
              <a:defRPr sz="1400" b="0">
                <a:solidFill>
                  <a:schemeClr val="bg2"/>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65" name="Content Placeholder 78">
            <a:extLst>
              <a:ext uri="{FF2B5EF4-FFF2-40B4-BE49-F238E27FC236}">
                <a16:creationId xmlns:a16="http://schemas.microsoft.com/office/drawing/2014/main" id="{A9FF4C4C-89EC-6F7C-2D3E-763926983887}"/>
              </a:ext>
            </a:extLst>
          </p:cNvPr>
          <p:cNvSpPr>
            <a:spLocks noGrp="1"/>
          </p:cNvSpPr>
          <p:nvPr>
            <p:ph sz="quarter" idx="30" hasCustomPrompt="1"/>
          </p:nvPr>
        </p:nvSpPr>
        <p:spPr>
          <a:xfrm>
            <a:off x="9058332" y="1318259"/>
            <a:ext cx="458418" cy="442123"/>
          </a:xfrm>
          <a:prstGeom prst="rect">
            <a:avLst/>
          </a:prstGeom>
          <a:noFill/>
        </p:spPr>
        <p:txBody>
          <a:bodyPr lIns="0" rIns="0" anchor="ctr">
            <a:noAutofit/>
          </a:bodyPr>
          <a:lstStyle>
            <a:lvl1pPr marL="0" indent="0" algn="ctr">
              <a:buNone/>
              <a:defRPr sz="900" b="1">
                <a:solidFill>
                  <a:schemeClr val="bg2"/>
                </a:solidFill>
              </a:defRPr>
            </a:lvl1pPr>
          </a:lstStyle>
          <a:p>
            <a:pPr lvl="0"/>
            <a:r>
              <a:rPr lang="en-US"/>
              <a:t>Icon</a:t>
            </a:r>
            <a:endParaRPr lang="en-IN"/>
          </a:p>
        </p:txBody>
      </p:sp>
      <p:sp>
        <p:nvSpPr>
          <p:cNvPr id="167" name="Content Placeholder 78">
            <a:extLst>
              <a:ext uri="{FF2B5EF4-FFF2-40B4-BE49-F238E27FC236}">
                <a16:creationId xmlns:a16="http://schemas.microsoft.com/office/drawing/2014/main" id="{5B546DF5-E573-5EDF-7934-9FFB73E74FC4}"/>
              </a:ext>
            </a:extLst>
          </p:cNvPr>
          <p:cNvSpPr>
            <a:spLocks noGrp="1"/>
          </p:cNvSpPr>
          <p:nvPr>
            <p:ph sz="quarter" idx="31" hasCustomPrompt="1"/>
          </p:nvPr>
        </p:nvSpPr>
        <p:spPr>
          <a:xfrm>
            <a:off x="9058332" y="2992816"/>
            <a:ext cx="458418" cy="442123"/>
          </a:xfrm>
          <a:prstGeom prst="rect">
            <a:avLst/>
          </a:prstGeom>
          <a:noFill/>
        </p:spPr>
        <p:txBody>
          <a:bodyPr lIns="0" rIns="0" anchor="ctr">
            <a:noAutofit/>
          </a:bodyPr>
          <a:lstStyle>
            <a:lvl1pPr marL="0" indent="0" algn="ctr">
              <a:buNone/>
              <a:defRPr sz="900" b="1">
                <a:solidFill>
                  <a:schemeClr val="bg2"/>
                </a:solidFill>
              </a:defRPr>
            </a:lvl1pPr>
          </a:lstStyle>
          <a:p>
            <a:pPr lvl="0"/>
            <a:r>
              <a:rPr lang="en-US"/>
              <a:t>Icon</a:t>
            </a:r>
            <a:endParaRPr lang="en-IN"/>
          </a:p>
        </p:txBody>
      </p:sp>
      <p:sp>
        <p:nvSpPr>
          <p:cNvPr id="169" name="Content Placeholder 78">
            <a:extLst>
              <a:ext uri="{FF2B5EF4-FFF2-40B4-BE49-F238E27FC236}">
                <a16:creationId xmlns:a16="http://schemas.microsoft.com/office/drawing/2014/main" id="{FF88B4C8-1997-E4B8-340A-22ECD454DC0B}"/>
              </a:ext>
            </a:extLst>
          </p:cNvPr>
          <p:cNvSpPr>
            <a:spLocks noGrp="1"/>
          </p:cNvSpPr>
          <p:nvPr>
            <p:ph sz="quarter" idx="32" hasCustomPrompt="1"/>
          </p:nvPr>
        </p:nvSpPr>
        <p:spPr>
          <a:xfrm>
            <a:off x="9058332" y="4770563"/>
            <a:ext cx="458418" cy="442123"/>
          </a:xfrm>
          <a:prstGeom prst="rect">
            <a:avLst/>
          </a:prstGeom>
          <a:noFill/>
        </p:spPr>
        <p:txBody>
          <a:bodyPr lIns="0" rIns="0" anchor="ctr">
            <a:noAutofit/>
          </a:bodyPr>
          <a:lstStyle>
            <a:lvl1pPr marL="0" indent="0" algn="ctr">
              <a:buNone/>
              <a:defRPr sz="900" b="1">
                <a:solidFill>
                  <a:schemeClr val="bg2"/>
                </a:solidFill>
              </a:defRPr>
            </a:lvl1pPr>
          </a:lstStyle>
          <a:p>
            <a:pPr lvl="0"/>
            <a:r>
              <a:rPr lang="en-US"/>
              <a:t>Icon</a:t>
            </a:r>
            <a:endParaRPr lang="en-IN"/>
          </a:p>
        </p:txBody>
      </p:sp>
    </p:spTree>
    <p:extLst>
      <p:ext uri="{BB962C8B-B14F-4D97-AF65-F5344CB8AC3E}">
        <p14:creationId xmlns:p14="http://schemas.microsoft.com/office/powerpoint/2010/main" val="2310578269"/>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3_Objectives">
    <p:spTree>
      <p:nvGrpSpPr>
        <p:cNvPr id="1" name=""/>
        <p:cNvGrpSpPr/>
        <p:nvPr/>
      </p:nvGrpSpPr>
      <p:grpSpPr>
        <a:xfrm>
          <a:off x="0" y="0"/>
          <a:ext cx="0" cy="0"/>
          <a:chOff x="0" y="0"/>
          <a:chExt cx="0" cy="0"/>
        </a:xfrm>
      </p:grpSpPr>
      <p:sp>
        <p:nvSpPr>
          <p:cNvPr id="61" name="Freeform: Shape 60">
            <a:extLst>
              <a:ext uri="{FF2B5EF4-FFF2-40B4-BE49-F238E27FC236}">
                <a16:creationId xmlns:a16="http://schemas.microsoft.com/office/drawing/2014/main" id="{EF464E36-3D58-E289-8BB4-A3980CFE8361}"/>
              </a:ext>
            </a:extLst>
          </p:cNvPr>
          <p:cNvSpPr/>
          <p:nvPr userDrawn="1"/>
        </p:nvSpPr>
        <p:spPr>
          <a:xfrm>
            <a:off x="703512" y="1539576"/>
            <a:ext cx="2345826" cy="2649945"/>
          </a:xfrm>
          <a:custGeom>
            <a:avLst/>
            <a:gdLst>
              <a:gd name="connsiteX0" fmla="*/ 1172913 w 2345826"/>
              <a:gd name="connsiteY0" fmla="*/ 0 h 2649945"/>
              <a:gd name="connsiteX1" fmla="*/ 2345826 w 2345826"/>
              <a:gd name="connsiteY1" fmla="*/ 1172913 h 2649945"/>
              <a:gd name="connsiteX2" fmla="*/ 1521702 w 2345826"/>
              <a:gd name="connsiteY2" fmla="*/ 2293094 h 2649945"/>
              <a:gd name="connsiteX3" fmla="*/ 1520205 w 2345826"/>
              <a:gd name="connsiteY3" fmla="*/ 2293479 h 2649945"/>
              <a:gd name="connsiteX4" fmla="*/ 1172914 w 2345826"/>
              <a:gd name="connsiteY4" fmla="*/ 2649945 h 2649945"/>
              <a:gd name="connsiteX5" fmla="*/ 825623 w 2345826"/>
              <a:gd name="connsiteY5" fmla="*/ 2293480 h 2649945"/>
              <a:gd name="connsiteX6" fmla="*/ 824125 w 2345826"/>
              <a:gd name="connsiteY6" fmla="*/ 2293094 h 2649945"/>
              <a:gd name="connsiteX7" fmla="*/ 0 w 2345826"/>
              <a:gd name="connsiteY7" fmla="*/ 1172913 h 2649945"/>
              <a:gd name="connsiteX8" fmla="*/ 1172913 w 2345826"/>
              <a:gd name="connsiteY8" fmla="*/ 0 h 2649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5826" h="2649945">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Shape 61">
            <a:extLst>
              <a:ext uri="{FF2B5EF4-FFF2-40B4-BE49-F238E27FC236}">
                <a16:creationId xmlns:a16="http://schemas.microsoft.com/office/drawing/2014/main" id="{AD398410-E365-6F19-18A5-49537316D865}"/>
              </a:ext>
            </a:extLst>
          </p:cNvPr>
          <p:cNvSpPr/>
          <p:nvPr userDrawn="1"/>
        </p:nvSpPr>
        <p:spPr>
          <a:xfrm>
            <a:off x="3516562" y="1539576"/>
            <a:ext cx="2345826" cy="2649945"/>
          </a:xfrm>
          <a:custGeom>
            <a:avLst/>
            <a:gdLst>
              <a:gd name="connsiteX0" fmla="*/ 1172913 w 2345826"/>
              <a:gd name="connsiteY0" fmla="*/ 0 h 2649945"/>
              <a:gd name="connsiteX1" fmla="*/ 2345826 w 2345826"/>
              <a:gd name="connsiteY1" fmla="*/ 1172913 h 2649945"/>
              <a:gd name="connsiteX2" fmla="*/ 1521702 w 2345826"/>
              <a:gd name="connsiteY2" fmla="*/ 2293094 h 2649945"/>
              <a:gd name="connsiteX3" fmla="*/ 1520205 w 2345826"/>
              <a:gd name="connsiteY3" fmla="*/ 2293479 h 2649945"/>
              <a:gd name="connsiteX4" fmla="*/ 1172914 w 2345826"/>
              <a:gd name="connsiteY4" fmla="*/ 2649945 h 2649945"/>
              <a:gd name="connsiteX5" fmla="*/ 825623 w 2345826"/>
              <a:gd name="connsiteY5" fmla="*/ 2293480 h 2649945"/>
              <a:gd name="connsiteX6" fmla="*/ 824125 w 2345826"/>
              <a:gd name="connsiteY6" fmla="*/ 2293094 h 2649945"/>
              <a:gd name="connsiteX7" fmla="*/ 0 w 2345826"/>
              <a:gd name="connsiteY7" fmla="*/ 1172913 h 2649945"/>
              <a:gd name="connsiteX8" fmla="*/ 1172913 w 2345826"/>
              <a:gd name="connsiteY8" fmla="*/ 0 h 2649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5826" h="2649945">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3" name="Freeform: Shape 62">
            <a:extLst>
              <a:ext uri="{FF2B5EF4-FFF2-40B4-BE49-F238E27FC236}">
                <a16:creationId xmlns:a16="http://schemas.microsoft.com/office/drawing/2014/main" id="{CC473D90-11D2-B60E-C89A-F8F597AB7353}"/>
              </a:ext>
            </a:extLst>
          </p:cNvPr>
          <p:cNvSpPr/>
          <p:nvPr userDrawn="1"/>
        </p:nvSpPr>
        <p:spPr>
          <a:xfrm>
            <a:off x="6329612" y="1539576"/>
            <a:ext cx="2345826" cy="2649945"/>
          </a:xfrm>
          <a:custGeom>
            <a:avLst/>
            <a:gdLst>
              <a:gd name="connsiteX0" fmla="*/ 1172913 w 2345826"/>
              <a:gd name="connsiteY0" fmla="*/ 0 h 2649945"/>
              <a:gd name="connsiteX1" fmla="*/ 2345826 w 2345826"/>
              <a:gd name="connsiteY1" fmla="*/ 1172913 h 2649945"/>
              <a:gd name="connsiteX2" fmla="*/ 1521702 w 2345826"/>
              <a:gd name="connsiteY2" fmla="*/ 2293094 h 2649945"/>
              <a:gd name="connsiteX3" fmla="*/ 1520205 w 2345826"/>
              <a:gd name="connsiteY3" fmla="*/ 2293479 h 2649945"/>
              <a:gd name="connsiteX4" fmla="*/ 1172914 w 2345826"/>
              <a:gd name="connsiteY4" fmla="*/ 2649945 h 2649945"/>
              <a:gd name="connsiteX5" fmla="*/ 825623 w 2345826"/>
              <a:gd name="connsiteY5" fmla="*/ 2293480 h 2649945"/>
              <a:gd name="connsiteX6" fmla="*/ 824125 w 2345826"/>
              <a:gd name="connsiteY6" fmla="*/ 2293094 h 2649945"/>
              <a:gd name="connsiteX7" fmla="*/ 0 w 2345826"/>
              <a:gd name="connsiteY7" fmla="*/ 1172913 h 2649945"/>
              <a:gd name="connsiteX8" fmla="*/ 1172913 w 2345826"/>
              <a:gd name="connsiteY8" fmla="*/ 0 h 2649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5826" h="2649945">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4" name="Freeform: Shape 63">
            <a:extLst>
              <a:ext uri="{FF2B5EF4-FFF2-40B4-BE49-F238E27FC236}">
                <a16:creationId xmlns:a16="http://schemas.microsoft.com/office/drawing/2014/main" id="{2955A60B-5C68-2796-76D9-9896E459AE46}"/>
              </a:ext>
            </a:extLst>
          </p:cNvPr>
          <p:cNvSpPr/>
          <p:nvPr userDrawn="1"/>
        </p:nvSpPr>
        <p:spPr>
          <a:xfrm>
            <a:off x="9142662" y="1539576"/>
            <a:ext cx="2345826" cy="2649945"/>
          </a:xfrm>
          <a:custGeom>
            <a:avLst/>
            <a:gdLst>
              <a:gd name="connsiteX0" fmla="*/ 1172913 w 2345826"/>
              <a:gd name="connsiteY0" fmla="*/ 0 h 2649945"/>
              <a:gd name="connsiteX1" fmla="*/ 2345826 w 2345826"/>
              <a:gd name="connsiteY1" fmla="*/ 1172913 h 2649945"/>
              <a:gd name="connsiteX2" fmla="*/ 1521701 w 2345826"/>
              <a:gd name="connsiteY2" fmla="*/ 2293094 h 2649945"/>
              <a:gd name="connsiteX3" fmla="*/ 1520205 w 2345826"/>
              <a:gd name="connsiteY3" fmla="*/ 2293479 h 2649945"/>
              <a:gd name="connsiteX4" fmla="*/ 1172914 w 2345826"/>
              <a:gd name="connsiteY4" fmla="*/ 2649945 h 2649945"/>
              <a:gd name="connsiteX5" fmla="*/ 825623 w 2345826"/>
              <a:gd name="connsiteY5" fmla="*/ 2293480 h 2649945"/>
              <a:gd name="connsiteX6" fmla="*/ 824125 w 2345826"/>
              <a:gd name="connsiteY6" fmla="*/ 2293094 h 2649945"/>
              <a:gd name="connsiteX7" fmla="*/ 0 w 2345826"/>
              <a:gd name="connsiteY7" fmla="*/ 1172913 h 2649945"/>
              <a:gd name="connsiteX8" fmla="*/ 1172913 w 2345826"/>
              <a:gd name="connsiteY8" fmla="*/ 0 h 2649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5826" h="2649945">
                <a:moveTo>
                  <a:pt x="1172913" y="0"/>
                </a:moveTo>
                <a:cubicBezTo>
                  <a:pt x="1820695" y="0"/>
                  <a:pt x="2345826" y="525131"/>
                  <a:pt x="2345826" y="1172913"/>
                </a:cubicBezTo>
                <a:cubicBezTo>
                  <a:pt x="2345826" y="1699236"/>
                  <a:pt x="1999157" y="2144590"/>
                  <a:pt x="1521701"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Title 1">
            <a:extLst>
              <a:ext uri="{FF2B5EF4-FFF2-40B4-BE49-F238E27FC236}">
                <a16:creationId xmlns:a16="http://schemas.microsoft.com/office/drawing/2014/main" id="{4CD54FF0-DEF8-BE93-EDF5-3C288B911428}"/>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7" name="Rectangle 6">
            <a:extLst>
              <a:ext uri="{FF2B5EF4-FFF2-40B4-BE49-F238E27FC236}">
                <a16:creationId xmlns:a16="http://schemas.microsoft.com/office/drawing/2014/main" id="{146F0990-3B8E-D6A5-89E4-A147C65EE9F1}"/>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Content Placeholder 50">
            <a:extLst>
              <a:ext uri="{FF2B5EF4-FFF2-40B4-BE49-F238E27FC236}">
                <a16:creationId xmlns:a16="http://schemas.microsoft.com/office/drawing/2014/main" id="{A934CBA5-1275-47B8-79BD-1F97697E3559}"/>
              </a:ext>
            </a:extLst>
          </p:cNvPr>
          <p:cNvSpPr>
            <a:spLocks noGrp="1"/>
          </p:cNvSpPr>
          <p:nvPr>
            <p:ph sz="quarter" idx="19" hasCustomPrompt="1"/>
          </p:nvPr>
        </p:nvSpPr>
        <p:spPr>
          <a:xfrm>
            <a:off x="3885203" y="1911373"/>
            <a:ext cx="1602232" cy="1602232"/>
          </a:xfrm>
          <a:prstGeom prst="ellipse">
            <a:avLst/>
          </a:prstGeom>
          <a:solidFill>
            <a:schemeClr val="tx2"/>
          </a:solidFill>
        </p:spPr>
        <p:txBody>
          <a:bodyPr tIns="91440" bIns="91440" anchor="ctr">
            <a:noAutofit/>
          </a:bodyPr>
          <a:lstStyle>
            <a:lvl1pPr marL="0" indent="0" algn="ctr">
              <a:buNone/>
              <a:defRPr sz="1800" b="1">
                <a:solidFill>
                  <a:schemeClr val="bg2"/>
                </a:solidFill>
                <a:latin typeface="Barlow" panose="00000500000000000000" pitchFamily="2" charset="0"/>
              </a:defRPr>
            </a:lvl1pPr>
          </a:lstStyle>
          <a:p>
            <a:pPr lvl="0"/>
            <a:r>
              <a:rPr lang="en-US"/>
              <a:t>Insert Icon Here</a:t>
            </a:r>
            <a:endParaRPr lang="en-IN"/>
          </a:p>
        </p:txBody>
      </p:sp>
      <p:sp>
        <p:nvSpPr>
          <p:cNvPr id="78" name="Content Placeholder 50">
            <a:extLst>
              <a:ext uri="{FF2B5EF4-FFF2-40B4-BE49-F238E27FC236}">
                <a16:creationId xmlns:a16="http://schemas.microsoft.com/office/drawing/2014/main" id="{9F787AD2-DBB6-7DA1-B325-AE95FC699DF7}"/>
              </a:ext>
            </a:extLst>
          </p:cNvPr>
          <p:cNvSpPr>
            <a:spLocks noGrp="1"/>
          </p:cNvSpPr>
          <p:nvPr>
            <p:ph sz="quarter" idx="20" hasCustomPrompt="1"/>
          </p:nvPr>
        </p:nvSpPr>
        <p:spPr>
          <a:xfrm>
            <a:off x="3782988" y="1960672"/>
            <a:ext cx="561545" cy="561545"/>
          </a:xfrm>
          <a:prstGeom prst="ellipse">
            <a:avLst/>
          </a:prstGeom>
          <a:solidFill>
            <a:schemeClr val="accent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01</a:t>
            </a:r>
            <a:endParaRPr lang="en-IN"/>
          </a:p>
        </p:txBody>
      </p:sp>
      <p:sp>
        <p:nvSpPr>
          <p:cNvPr id="79" name="Content Placeholder 50">
            <a:extLst>
              <a:ext uri="{FF2B5EF4-FFF2-40B4-BE49-F238E27FC236}">
                <a16:creationId xmlns:a16="http://schemas.microsoft.com/office/drawing/2014/main" id="{308A84F9-3130-7762-7F4E-A849EAB4F551}"/>
              </a:ext>
            </a:extLst>
          </p:cNvPr>
          <p:cNvSpPr>
            <a:spLocks noGrp="1"/>
          </p:cNvSpPr>
          <p:nvPr>
            <p:ph sz="quarter" idx="18" hasCustomPrompt="1"/>
          </p:nvPr>
        </p:nvSpPr>
        <p:spPr>
          <a:xfrm>
            <a:off x="1075309" y="1911373"/>
            <a:ext cx="1602232" cy="1602232"/>
          </a:xfrm>
          <a:prstGeom prst="ellipse">
            <a:avLst/>
          </a:prstGeom>
          <a:solidFill>
            <a:schemeClr val="tx2"/>
          </a:solidFill>
        </p:spPr>
        <p:txBody>
          <a:bodyPr tIns="91440" bIns="91440" anchor="ctr">
            <a:noAutofit/>
          </a:bodyPr>
          <a:lstStyle>
            <a:lvl1pPr marL="0" indent="0" algn="ctr">
              <a:buNone/>
              <a:defRPr sz="1800" b="1">
                <a:solidFill>
                  <a:schemeClr val="bg2"/>
                </a:solidFill>
                <a:latin typeface="Barlow" panose="00000500000000000000" pitchFamily="2" charset="0"/>
              </a:defRPr>
            </a:lvl1pPr>
          </a:lstStyle>
          <a:p>
            <a:pPr lvl="0"/>
            <a:r>
              <a:rPr lang="en-US"/>
              <a:t>Insert Icon Here</a:t>
            </a:r>
            <a:endParaRPr lang="en-IN"/>
          </a:p>
        </p:txBody>
      </p:sp>
      <p:sp>
        <p:nvSpPr>
          <p:cNvPr id="80" name="Content Placeholder 50">
            <a:extLst>
              <a:ext uri="{FF2B5EF4-FFF2-40B4-BE49-F238E27FC236}">
                <a16:creationId xmlns:a16="http://schemas.microsoft.com/office/drawing/2014/main" id="{7A614E02-7FDC-9EB0-DAAF-AB9D0A033435}"/>
              </a:ext>
            </a:extLst>
          </p:cNvPr>
          <p:cNvSpPr>
            <a:spLocks noGrp="1"/>
          </p:cNvSpPr>
          <p:nvPr>
            <p:ph sz="quarter" idx="14" hasCustomPrompt="1"/>
          </p:nvPr>
        </p:nvSpPr>
        <p:spPr>
          <a:xfrm>
            <a:off x="973094" y="1960672"/>
            <a:ext cx="561545" cy="561545"/>
          </a:xfrm>
          <a:prstGeom prst="ellipse">
            <a:avLst/>
          </a:prstGeom>
          <a:solidFill>
            <a:schemeClr val="accent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01</a:t>
            </a:r>
            <a:endParaRPr lang="en-IN"/>
          </a:p>
        </p:txBody>
      </p:sp>
      <p:sp>
        <p:nvSpPr>
          <p:cNvPr id="83" name="Content Placeholder 50">
            <a:extLst>
              <a:ext uri="{FF2B5EF4-FFF2-40B4-BE49-F238E27FC236}">
                <a16:creationId xmlns:a16="http://schemas.microsoft.com/office/drawing/2014/main" id="{8B057DCB-73A2-773E-1E1A-B95C1C709519}"/>
              </a:ext>
            </a:extLst>
          </p:cNvPr>
          <p:cNvSpPr>
            <a:spLocks noGrp="1"/>
          </p:cNvSpPr>
          <p:nvPr>
            <p:ph sz="quarter" idx="21" hasCustomPrompt="1"/>
          </p:nvPr>
        </p:nvSpPr>
        <p:spPr>
          <a:xfrm>
            <a:off x="6704306" y="1920087"/>
            <a:ext cx="1602232" cy="1602232"/>
          </a:xfrm>
          <a:prstGeom prst="ellipse">
            <a:avLst/>
          </a:prstGeom>
          <a:solidFill>
            <a:schemeClr val="tx2"/>
          </a:solidFill>
        </p:spPr>
        <p:txBody>
          <a:bodyPr tIns="91440" bIns="91440" anchor="ctr">
            <a:noAutofit/>
          </a:bodyPr>
          <a:lstStyle>
            <a:lvl1pPr marL="0" indent="0" algn="ctr">
              <a:buNone/>
              <a:defRPr sz="1800" b="1">
                <a:solidFill>
                  <a:schemeClr val="bg2"/>
                </a:solidFill>
                <a:latin typeface="Barlow" panose="00000500000000000000" pitchFamily="2" charset="0"/>
              </a:defRPr>
            </a:lvl1pPr>
          </a:lstStyle>
          <a:p>
            <a:pPr lvl="0"/>
            <a:r>
              <a:rPr lang="en-US"/>
              <a:t>Insert Icon Here</a:t>
            </a:r>
            <a:endParaRPr lang="en-IN"/>
          </a:p>
        </p:txBody>
      </p:sp>
      <p:sp>
        <p:nvSpPr>
          <p:cNvPr id="84" name="Content Placeholder 50">
            <a:extLst>
              <a:ext uri="{FF2B5EF4-FFF2-40B4-BE49-F238E27FC236}">
                <a16:creationId xmlns:a16="http://schemas.microsoft.com/office/drawing/2014/main" id="{34BFB755-45DF-82D0-6F5A-122A81A7D5C8}"/>
              </a:ext>
            </a:extLst>
          </p:cNvPr>
          <p:cNvSpPr>
            <a:spLocks noGrp="1"/>
          </p:cNvSpPr>
          <p:nvPr>
            <p:ph sz="quarter" idx="22" hasCustomPrompt="1"/>
          </p:nvPr>
        </p:nvSpPr>
        <p:spPr>
          <a:xfrm>
            <a:off x="6602091" y="1969386"/>
            <a:ext cx="561545" cy="561545"/>
          </a:xfrm>
          <a:prstGeom prst="ellipse">
            <a:avLst/>
          </a:prstGeom>
          <a:solidFill>
            <a:schemeClr val="accent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01</a:t>
            </a:r>
            <a:endParaRPr lang="en-IN"/>
          </a:p>
        </p:txBody>
      </p:sp>
      <p:sp>
        <p:nvSpPr>
          <p:cNvPr id="87" name="Content Placeholder 50">
            <a:extLst>
              <a:ext uri="{FF2B5EF4-FFF2-40B4-BE49-F238E27FC236}">
                <a16:creationId xmlns:a16="http://schemas.microsoft.com/office/drawing/2014/main" id="{EF565687-58F5-DE5B-196A-90B3E2D4140D}"/>
              </a:ext>
            </a:extLst>
          </p:cNvPr>
          <p:cNvSpPr>
            <a:spLocks noGrp="1"/>
          </p:cNvSpPr>
          <p:nvPr>
            <p:ph sz="quarter" idx="23" hasCustomPrompt="1"/>
          </p:nvPr>
        </p:nvSpPr>
        <p:spPr>
          <a:xfrm>
            <a:off x="9514460" y="1902641"/>
            <a:ext cx="1602232" cy="1602232"/>
          </a:xfrm>
          <a:prstGeom prst="ellipse">
            <a:avLst/>
          </a:prstGeom>
          <a:solidFill>
            <a:schemeClr val="tx2"/>
          </a:solidFill>
        </p:spPr>
        <p:txBody>
          <a:bodyPr tIns="91440" bIns="91440" anchor="ctr">
            <a:noAutofit/>
          </a:bodyPr>
          <a:lstStyle>
            <a:lvl1pPr marL="0" indent="0" algn="ctr">
              <a:buNone/>
              <a:defRPr sz="1800" b="1">
                <a:solidFill>
                  <a:schemeClr val="bg2"/>
                </a:solidFill>
                <a:latin typeface="Barlow" panose="00000500000000000000" pitchFamily="2" charset="0"/>
              </a:defRPr>
            </a:lvl1pPr>
          </a:lstStyle>
          <a:p>
            <a:pPr lvl="0"/>
            <a:r>
              <a:rPr lang="en-US"/>
              <a:t>Insert Icon Here</a:t>
            </a:r>
            <a:endParaRPr lang="en-IN"/>
          </a:p>
        </p:txBody>
      </p:sp>
      <p:sp>
        <p:nvSpPr>
          <p:cNvPr id="88" name="Content Placeholder 50">
            <a:extLst>
              <a:ext uri="{FF2B5EF4-FFF2-40B4-BE49-F238E27FC236}">
                <a16:creationId xmlns:a16="http://schemas.microsoft.com/office/drawing/2014/main" id="{40D3559D-C107-E78F-6CA3-BCD630758B40}"/>
              </a:ext>
            </a:extLst>
          </p:cNvPr>
          <p:cNvSpPr>
            <a:spLocks noGrp="1"/>
          </p:cNvSpPr>
          <p:nvPr>
            <p:ph sz="quarter" idx="24" hasCustomPrompt="1"/>
          </p:nvPr>
        </p:nvSpPr>
        <p:spPr>
          <a:xfrm>
            <a:off x="9412245" y="1951940"/>
            <a:ext cx="561545" cy="561545"/>
          </a:xfrm>
          <a:prstGeom prst="ellipse">
            <a:avLst/>
          </a:prstGeom>
          <a:solidFill>
            <a:schemeClr val="accent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01</a:t>
            </a:r>
            <a:endParaRPr lang="en-IN"/>
          </a:p>
        </p:txBody>
      </p:sp>
      <p:sp>
        <p:nvSpPr>
          <p:cNvPr id="91" name="Text Placeholder 37">
            <a:extLst>
              <a:ext uri="{FF2B5EF4-FFF2-40B4-BE49-F238E27FC236}">
                <a16:creationId xmlns:a16="http://schemas.microsoft.com/office/drawing/2014/main" id="{F29A4B6A-6930-5284-6604-ECCA46CCB6BA}"/>
              </a:ext>
            </a:extLst>
          </p:cNvPr>
          <p:cNvSpPr>
            <a:spLocks noGrp="1"/>
          </p:cNvSpPr>
          <p:nvPr>
            <p:ph type="body" sz="quarter" idx="25" hasCustomPrompt="1"/>
          </p:nvPr>
        </p:nvSpPr>
        <p:spPr>
          <a:xfrm>
            <a:off x="585355" y="4402172"/>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a:t>Click to add text</a:t>
            </a:r>
            <a:endParaRPr lang="en-IN"/>
          </a:p>
        </p:txBody>
      </p:sp>
      <p:sp>
        <p:nvSpPr>
          <p:cNvPr id="92" name="Text Placeholder 37">
            <a:extLst>
              <a:ext uri="{FF2B5EF4-FFF2-40B4-BE49-F238E27FC236}">
                <a16:creationId xmlns:a16="http://schemas.microsoft.com/office/drawing/2014/main" id="{E01784C6-C40B-9FF2-9B79-BF4AAB93DDB0}"/>
              </a:ext>
            </a:extLst>
          </p:cNvPr>
          <p:cNvSpPr>
            <a:spLocks noGrp="1"/>
          </p:cNvSpPr>
          <p:nvPr>
            <p:ph type="body" sz="quarter" idx="26" hasCustomPrompt="1"/>
          </p:nvPr>
        </p:nvSpPr>
        <p:spPr>
          <a:xfrm>
            <a:off x="585355" y="5004638"/>
            <a:ext cx="2563091" cy="928537"/>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6" name="Text Placeholder 37">
            <a:extLst>
              <a:ext uri="{FF2B5EF4-FFF2-40B4-BE49-F238E27FC236}">
                <a16:creationId xmlns:a16="http://schemas.microsoft.com/office/drawing/2014/main" id="{97C8140E-8A63-7FB1-567D-7B1CD6484449}"/>
              </a:ext>
            </a:extLst>
          </p:cNvPr>
          <p:cNvSpPr>
            <a:spLocks noGrp="1"/>
          </p:cNvSpPr>
          <p:nvPr>
            <p:ph type="body" sz="quarter" idx="27" hasCustomPrompt="1"/>
          </p:nvPr>
        </p:nvSpPr>
        <p:spPr>
          <a:xfrm>
            <a:off x="3412720" y="4402172"/>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a:t>Click to add text</a:t>
            </a:r>
            <a:endParaRPr lang="en-IN"/>
          </a:p>
        </p:txBody>
      </p:sp>
      <p:sp>
        <p:nvSpPr>
          <p:cNvPr id="97" name="Text Placeholder 37">
            <a:extLst>
              <a:ext uri="{FF2B5EF4-FFF2-40B4-BE49-F238E27FC236}">
                <a16:creationId xmlns:a16="http://schemas.microsoft.com/office/drawing/2014/main" id="{21F1BD80-AE7E-A1A5-A53E-2CEB3E481406}"/>
              </a:ext>
            </a:extLst>
          </p:cNvPr>
          <p:cNvSpPr>
            <a:spLocks noGrp="1"/>
          </p:cNvSpPr>
          <p:nvPr>
            <p:ph type="body" sz="quarter" idx="28" hasCustomPrompt="1"/>
          </p:nvPr>
        </p:nvSpPr>
        <p:spPr>
          <a:xfrm>
            <a:off x="3412720" y="5004638"/>
            <a:ext cx="2563091" cy="928537"/>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8" name="Text Placeholder 37">
            <a:extLst>
              <a:ext uri="{FF2B5EF4-FFF2-40B4-BE49-F238E27FC236}">
                <a16:creationId xmlns:a16="http://schemas.microsoft.com/office/drawing/2014/main" id="{EA8E4E55-A1E9-8934-99AC-44BA4642ACC5}"/>
              </a:ext>
            </a:extLst>
          </p:cNvPr>
          <p:cNvSpPr>
            <a:spLocks noGrp="1"/>
          </p:cNvSpPr>
          <p:nvPr>
            <p:ph type="body" sz="quarter" idx="29" hasCustomPrompt="1"/>
          </p:nvPr>
        </p:nvSpPr>
        <p:spPr>
          <a:xfrm>
            <a:off x="6240085" y="4397370"/>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a:t>Click to add text</a:t>
            </a:r>
            <a:endParaRPr lang="en-IN"/>
          </a:p>
        </p:txBody>
      </p:sp>
      <p:sp>
        <p:nvSpPr>
          <p:cNvPr id="99" name="Text Placeholder 37">
            <a:extLst>
              <a:ext uri="{FF2B5EF4-FFF2-40B4-BE49-F238E27FC236}">
                <a16:creationId xmlns:a16="http://schemas.microsoft.com/office/drawing/2014/main" id="{DB31ED58-3AF7-CC66-6C12-C258A5C0F7A7}"/>
              </a:ext>
            </a:extLst>
          </p:cNvPr>
          <p:cNvSpPr>
            <a:spLocks noGrp="1"/>
          </p:cNvSpPr>
          <p:nvPr>
            <p:ph type="body" sz="quarter" idx="30" hasCustomPrompt="1"/>
          </p:nvPr>
        </p:nvSpPr>
        <p:spPr>
          <a:xfrm>
            <a:off x="6240085" y="4999836"/>
            <a:ext cx="2563091" cy="928537"/>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00" name="Text Placeholder 37">
            <a:extLst>
              <a:ext uri="{FF2B5EF4-FFF2-40B4-BE49-F238E27FC236}">
                <a16:creationId xmlns:a16="http://schemas.microsoft.com/office/drawing/2014/main" id="{AD22421A-7B7E-546F-41BF-0B095C5FAD02}"/>
              </a:ext>
            </a:extLst>
          </p:cNvPr>
          <p:cNvSpPr>
            <a:spLocks noGrp="1"/>
          </p:cNvSpPr>
          <p:nvPr>
            <p:ph type="body" sz="quarter" idx="31" hasCustomPrompt="1"/>
          </p:nvPr>
        </p:nvSpPr>
        <p:spPr>
          <a:xfrm>
            <a:off x="9067450" y="4397370"/>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a:t>Click to add text</a:t>
            </a:r>
            <a:endParaRPr lang="en-IN"/>
          </a:p>
        </p:txBody>
      </p:sp>
      <p:sp>
        <p:nvSpPr>
          <p:cNvPr id="101" name="Text Placeholder 37">
            <a:extLst>
              <a:ext uri="{FF2B5EF4-FFF2-40B4-BE49-F238E27FC236}">
                <a16:creationId xmlns:a16="http://schemas.microsoft.com/office/drawing/2014/main" id="{72E9D0E6-3143-70EE-C2D7-10D8026F6E5B}"/>
              </a:ext>
            </a:extLst>
          </p:cNvPr>
          <p:cNvSpPr>
            <a:spLocks noGrp="1"/>
          </p:cNvSpPr>
          <p:nvPr>
            <p:ph type="body" sz="quarter" idx="32" hasCustomPrompt="1"/>
          </p:nvPr>
        </p:nvSpPr>
        <p:spPr>
          <a:xfrm>
            <a:off x="9067450" y="4999836"/>
            <a:ext cx="2563091" cy="928537"/>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Tree>
    <p:extLst>
      <p:ext uri="{BB962C8B-B14F-4D97-AF65-F5344CB8AC3E}">
        <p14:creationId xmlns:p14="http://schemas.microsoft.com/office/powerpoint/2010/main" val="3590300710"/>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5_Objectives">
    <p:spTree>
      <p:nvGrpSpPr>
        <p:cNvPr id="1" name=""/>
        <p:cNvGrpSpPr/>
        <p:nvPr/>
      </p:nvGrpSpPr>
      <p:grpSpPr>
        <a:xfrm>
          <a:off x="0" y="0"/>
          <a:ext cx="0" cy="0"/>
          <a:chOff x="0" y="0"/>
          <a:chExt cx="0" cy="0"/>
        </a:xfrm>
      </p:grpSpPr>
      <p:sp>
        <p:nvSpPr>
          <p:cNvPr id="61" name="Freeform: Shape 60">
            <a:extLst>
              <a:ext uri="{FF2B5EF4-FFF2-40B4-BE49-F238E27FC236}">
                <a16:creationId xmlns:a16="http://schemas.microsoft.com/office/drawing/2014/main" id="{EF464E36-3D58-E289-8BB4-A3980CFE8361}"/>
              </a:ext>
            </a:extLst>
          </p:cNvPr>
          <p:cNvSpPr/>
          <p:nvPr userDrawn="1"/>
        </p:nvSpPr>
        <p:spPr>
          <a:xfrm>
            <a:off x="703512" y="2463501"/>
            <a:ext cx="2345826" cy="2649945"/>
          </a:xfrm>
          <a:custGeom>
            <a:avLst/>
            <a:gdLst>
              <a:gd name="connsiteX0" fmla="*/ 1172913 w 2345826"/>
              <a:gd name="connsiteY0" fmla="*/ 0 h 2649945"/>
              <a:gd name="connsiteX1" fmla="*/ 2345826 w 2345826"/>
              <a:gd name="connsiteY1" fmla="*/ 1172913 h 2649945"/>
              <a:gd name="connsiteX2" fmla="*/ 1521702 w 2345826"/>
              <a:gd name="connsiteY2" fmla="*/ 2293094 h 2649945"/>
              <a:gd name="connsiteX3" fmla="*/ 1520205 w 2345826"/>
              <a:gd name="connsiteY3" fmla="*/ 2293479 h 2649945"/>
              <a:gd name="connsiteX4" fmla="*/ 1172914 w 2345826"/>
              <a:gd name="connsiteY4" fmla="*/ 2649945 h 2649945"/>
              <a:gd name="connsiteX5" fmla="*/ 825623 w 2345826"/>
              <a:gd name="connsiteY5" fmla="*/ 2293480 h 2649945"/>
              <a:gd name="connsiteX6" fmla="*/ 824125 w 2345826"/>
              <a:gd name="connsiteY6" fmla="*/ 2293094 h 2649945"/>
              <a:gd name="connsiteX7" fmla="*/ 0 w 2345826"/>
              <a:gd name="connsiteY7" fmla="*/ 1172913 h 2649945"/>
              <a:gd name="connsiteX8" fmla="*/ 1172913 w 2345826"/>
              <a:gd name="connsiteY8" fmla="*/ 0 h 2649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5826" h="2649945">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Shape 61">
            <a:extLst>
              <a:ext uri="{FF2B5EF4-FFF2-40B4-BE49-F238E27FC236}">
                <a16:creationId xmlns:a16="http://schemas.microsoft.com/office/drawing/2014/main" id="{AD398410-E365-6F19-18A5-49537316D865}"/>
              </a:ext>
            </a:extLst>
          </p:cNvPr>
          <p:cNvSpPr/>
          <p:nvPr userDrawn="1"/>
        </p:nvSpPr>
        <p:spPr>
          <a:xfrm>
            <a:off x="3516562" y="2463501"/>
            <a:ext cx="2345826" cy="2649945"/>
          </a:xfrm>
          <a:custGeom>
            <a:avLst/>
            <a:gdLst>
              <a:gd name="connsiteX0" fmla="*/ 1172913 w 2345826"/>
              <a:gd name="connsiteY0" fmla="*/ 0 h 2649945"/>
              <a:gd name="connsiteX1" fmla="*/ 2345826 w 2345826"/>
              <a:gd name="connsiteY1" fmla="*/ 1172913 h 2649945"/>
              <a:gd name="connsiteX2" fmla="*/ 1521702 w 2345826"/>
              <a:gd name="connsiteY2" fmla="*/ 2293094 h 2649945"/>
              <a:gd name="connsiteX3" fmla="*/ 1520205 w 2345826"/>
              <a:gd name="connsiteY3" fmla="*/ 2293479 h 2649945"/>
              <a:gd name="connsiteX4" fmla="*/ 1172914 w 2345826"/>
              <a:gd name="connsiteY4" fmla="*/ 2649945 h 2649945"/>
              <a:gd name="connsiteX5" fmla="*/ 825623 w 2345826"/>
              <a:gd name="connsiteY5" fmla="*/ 2293480 h 2649945"/>
              <a:gd name="connsiteX6" fmla="*/ 824125 w 2345826"/>
              <a:gd name="connsiteY6" fmla="*/ 2293094 h 2649945"/>
              <a:gd name="connsiteX7" fmla="*/ 0 w 2345826"/>
              <a:gd name="connsiteY7" fmla="*/ 1172913 h 2649945"/>
              <a:gd name="connsiteX8" fmla="*/ 1172913 w 2345826"/>
              <a:gd name="connsiteY8" fmla="*/ 0 h 2649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5826" h="2649945">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3" name="Freeform: Shape 62">
            <a:extLst>
              <a:ext uri="{FF2B5EF4-FFF2-40B4-BE49-F238E27FC236}">
                <a16:creationId xmlns:a16="http://schemas.microsoft.com/office/drawing/2014/main" id="{CC473D90-11D2-B60E-C89A-F8F597AB7353}"/>
              </a:ext>
            </a:extLst>
          </p:cNvPr>
          <p:cNvSpPr/>
          <p:nvPr userDrawn="1"/>
        </p:nvSpPr>
        <p:spPr>
          <a:xfrm>
            <a:off x="6329612" y="2463501"/>
            <a:ext cx="2345826" cy="2649945"/>
          </a:xfrm>
          <a:custGeom>
            <a:avLst/>
            <a:gdLst>
              <a:gd name="connsiteX0" fmla="*/ 1172913 w 2345826"/>
              <a:gd name="connsiteY0" fmla="*/ 0 h 2649945"/>
              <a:gd name="connsiteX1" fmla="*/ 2345826 w 2345826"/>
              <a:gd name="connsiteY1" fmla="*/ 1172913 h 2649945"/>
              <a:gd name="connsiteX2" fmla="*/ 1521702 w 2345826"/>
              <a:gd name="connsiteY2" fmla="*/ 2293094 h 2649945"/>
              <a:gd name="connsiteX3" fmla="*/ 1520205 w 2345826"/>
              <a:gd name="connsiteY3" fmla="*/ 2293479 h 2649945"/>
              <a:gd name="connsiteX4" fmla="*/ 1172914 w 2345826"/>
              <a:gd name="connsiteY4" fmla="*/ 2649945 h 2649945"/>
              <a:gd name="connsiteX5" fmla="*/ 825623 w 2345826"/>
              <a:gd name="connsiteY5" fmla="*/ 2293480 h 2649945"/>
              <a:gd name="connsiteX6" fmla="*/ 824125 w 2345826"/>
              <a:gd name="connsiteY6" fmla="*/ 2293094 h 2649945"/>
              <a:gd name="connsiteX7" fmla="*/ 0 w 2345826"/>
              <a:gd name="connsiteY7" fmla="*/ 1172913 h 2649945"/>
              <a:gd name="connsiteX8" fmla="*/ 1172913 w 2345826"/>
              <a:gd name="connsiteY8" fmla="*/ 0 h 2649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5826" h="2649945">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4" name="Freeform: Shape 63">
            <a:extLst>
              <a:ext uri="{FF2B5EF4-FFF2-40B4-BE49-F238E27FC236}">
                <a16:creationId xmlns:a16="http://schemas.microsoft.com/office/drawing/2014/main" id="{2955A60B-5C68-2796-76D9-9896E459AE46}"/>
              </a:ext>
            </a:extLst>
          </p:cNvPr>
          <p:cNvSpPr/>
          <p:nvPr userDrawn="1"/>
        </p:nvSpPr>
        <p:spPr>
          <a:xfrm>
            <a:off x="9142662" y="2463501"/>
            <a:ext cx="2345826" cy="2649945"/>
          </a:xfrm>
          <a:custGeom>
            <a:avLst/>
            <a:gdLst>
              <a:gd name="connsiteX0" fmla="*/ 1172913 w 2345826"/>
              <a:gd name="connsiteY0" fmla="*/ 0 h 2649945"/>
              <a:gd name="connsiteX1" fmla="*/ 2345826 w 2345826"/>
              <a:gd name="connsiteY1" fmla="*/ 1172913 h 2649945"/>
              <a:gd name="connsiteX2" fmla="*/ 1521701 w 2345826"/>
              <a:gd name="connsiteY2" fmla="*/ 2293094 h 2649945"/>
              <a:gd name="connsiteX3" fmla="*/ 1520205 w 2345826"/>
              <a:gd name="connsiteY3" fmla="*/ 2293479 h 2649945"/>
              <a:gd name="connsiteX4" fmla="*/ 1172914 w 2345826"/>
              <a:gd name="connsiteY4" fmla="*/ 2649945 h 2649945"/>
              <a:gd name="connsiteX5" fmla="*/ 825623 w 2345826"/>
              <a:gd name="connsiteY5" fmla="*/ 2293480 h 2649945"/>
              <a:gd name="connsiteX6" fmla="*/ 824125 w 2345826"/>
              <a:gd name="connsiteY6" fmla="*/ 2293094 h 2649945"/>
              <a:gd name="connsiteX7" fmla="*/ 0 w 2345826"/>
              <a:gd name="connsiteY7" fmla="*/ 1172913 h 2649945"/>
              <a:gd name="connsiteX8" fmla="*/ 1172913 w 2345826"/>
              <a:gd name="connsiteY8" fmla="*/ 0 h 2649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5826" h="2649945">
                <a:moveTo>
                  <a:pt x="1172913" y="0"/>
                </a:moveTo>
                <a:cubicBezTo>
                  <a:pt x="1820695" y="0"/>
                  <a:pt x="2345826" y="525131"/>
                  <a:pt x="2345826" y="1172913"/>
                </a:cubicBezTo>
                <a:cubicBezTo>
                  <a:pt x="2345826" y="1699236"/>
                  <a:pt x="1999157" y="2144590"/>
                  <a:pt x="1521701"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Content Placeholder 50">
            <a:extLst>
              <a:ext uri="{FF2B5EF4-FFF2-40B4-BE49-F238E27FC236}">
                <a16:creationId xmlns:a16="http://schemas.microsoft.com/office/drawing/2014/main" id="{A934CBA5-1275-47B8-79BD-1F97697E3559}"/>
              </a:ext>
            </a:extLst>
          </p:cNvPr>
          <p:cNvSpPr>
            <a:spLocks noGrp="1"/>
          </p:cNvSpPr>
          <p:nvPr>
            <p:ph sz="quarter" idx="19" hasCustomPrompt="1"/>
          </p:nvPr>
        </p:nvSpPr>
        <p:spPr>
          <a:xfrm>
            <a:off x="3885203" y="2835298"/>
            <a:ext cx="1602232" cy="1602232"/>
          </a:xfrm>
          <a:prstGeom prst="ellipse">
            <a:avLst/>
          </a:prstGeom>
          <a:solidFill>
            <a:schemeClr val="tx2"/>
          </a:solidFill>
        </p:spPr>
        <p:txBody>
          <a:bodyPr tIns="91440" bIns="91440" anchor="ctr">
            <a:noAutofit/>
          </a:bodyPr>
          <a:lstStyle>
            <a:lvl1pPr marL="0" indent="0" algn="ctr">
              <a:buNone/>
              <a:defRPr sz="1800" b="1">
                <a:solidFill>
                  <a:schemeClr val="bg2"/>
                </a:solidFill>
                <a:latin typeface="Barlow" panose="00000500000000000000" pitchFamily="2" charset="0"/>
              </a:defRPr>
            </a:lvl1pPr>
          </a:lstStyle>
          <a:p>
            <a:pPr lvl="0"/>
            <a:r>
              <a:rPr lang="en-US"/>
              <a:t>Insert Icon Here</a:t>
            </a:r>
            <a:endParaRPr lang="en-IN"/>
          </a:p>
        </p:txBody>
      </p:sp>
      <p:sp>
        <p:nvSpPr>
          <p:cNvPr id="78" name="Content Placeholder 50">
            <a:extLst>
              <a:ext uri="{FF2B5EF4-FFF2-40B4-BE49-F238E27FC236}">
                <a16:creationId xmlns:a16="http://schemas.microsoft.com/office/drawing/2014/main" id="{9F787AD2-DBB6-7DA1-B325-AE95FC699DF7}"/>
              </a:ext>
            </a:extLst>
          </p:cNvPr>
          <p:cNvSpPr>
            <a:spLocks noGrp="1"/>
          </p:cNvSpPr>
          <p:nvPr>
            <p:ph sz="quarter" idx="20" hasCustomPrompt="1"/>
          </p:nvPr>
        </p:nvSpPr>
        <p:spPr>
          <a:xfrm>
            <a:off x="3782988" y="2884597"/>
            <a:ext cx="561545" cy="561545"/>
          </a:xfrm>
          <a:prstGeom prst="ellipse">
            <a:avLst/>
          </a:prstGeom>
          <a:solidFill>
            <a:schemeClr val="accent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01</a:t>
            </a:r>
            <a:endParaRPr lang="en-IN"/>
          </a:p>
        </p:txBody>
      </p:sp>
      <p:sp>
        <p:nvSpPr>
          <p:cNvPr id="79" name="Content Placeholder 50">
            <a:extLst>
              <a:ext uri="{FF2B5EF4-FFF2-40B4-BE49-F238E27FC236}">
                <a16:creationId xmlns:a16="http://schemas.microsoft.com/office/drawing/2014/main" id="{308A84F9-3130-7762-7F4E-A849EAB4F551}"/>
              </a:ext>
            </a:extLst>
          </p:cNvPr>
          <p:cNvSpPr>
            <a:spLocks noGrp="1"/>
          </p:cNvSpPr>
          <p:nvPr>
            <p:ph sz="quarter" idx="18" hasCustomPrompt="1"/>
          </p:nvPr>
        </p:nvSpPr>
        <p:spPr>
          <a:xfrm>
            <a:off x="1075309" y="2835298"/>
            <a:ext cx="1602232" cy="1602232"/>
          </a:xfrm>
          <a:prstGeom prst="ellipse">
            <a:avLst/>
          </a:prstGeom>
          <a:solidFill>
            <a:schemeClr val="tx2"/>
          </a:solidFill>
        </p:spPr>
        <p:txBody>
          <a:bodyPr tIns="91440" bIns="91440" anchor="ctr">
            <a:noAutofit/>
          </a:bodyPr>
          <a:lstStyle>
            <a:lvl1pPr marL="0" indent="0" algn="ctr">
              <a:buNone/>
              <a:defRPr sz="1800" b="1">
                <a:solidFill>
                  <a:schemeClr val="bg2"/>
                </a:solidFill>
                <a:latin typeface="Barlow" panose="00000500000000000000" pitchFamily="2" charset="0"/>
              </a:defRPr>
            </a:lvl1pPr>
          </a:lstStyle>
          <a:p>
            <a:pPr lvl="0"/>
            <a:r>
              <a:rPr lang="en-US"/>
              <a:t>Insert Icon Here</a:t>
            </a:r>
            <a:endParaRPr lang="en-IN"/>
          </a:p>
        </p:txBody>
      </p:sp>
      <p:sp>
        <p:nvSpPr>
          <p:cNvPr id="80" name="Content Placeholder 50">
            <a:extLst>
              <a:ext uri="{FF2B5EF4-FFF2-40B4-BE49-F238E27FC236}">
                <a16:creationId xmlns:a16="http://schemas.microsoft.com/office/drawing/2014/main" id="{7A614E02-7FDC-9EB0-DAAF-AB9D0A033435}"/>
              </a:ext>
            </a:extLst>
          </p:cNvPr>
          <p:cNvSpPr>
            <a:spLocks noGrp="1"/>
          </p:cNvSpPr>
          <p:nvPr>
            <p:ph sz="quarter" idx="14" hasCustomPrompt="1"/>
          </p:nvPr>
        </p:nvSpPr>
        <p:spPr>
          <a:xfrm>
            <a:off x="973094" y="2884597"/>
            <a:ext cx="561545" cy="561545"/>
          </a:xfrm>
          <a:prstGeom prst="ellipse">
            <a:avLst/>
          </a:prstGeom>
          <a:solidFill>
            <a:schemeClr val="accent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01</a:t>
            </a:r>
            <a:endParaRPr lang="en-IN"/>
          </a:p>
        </p:txBody>
      </p:sp>
      <p:sp>
        <p:nvSpPr>
          <p:cNvPr id="83" name="Content Placeholder 50">
            <a:extLst>
              <a:ext uri="{FF2B5EF4-FFF2-40B4-BE49-F238E27FC236}">
                <a16:creationId xmlns:a16="http://schemas.microsoft.com/office/drawing/2014/main" id="{8B057DCB-73A2-773E-1E1A-B95C1C709519}"/>
              </a:ext>
            </a:extLst>
          </p:cNvPr>
          <p:cNvSpPr>
            <a:spLocks noGrp="1"/>
          </p:cNvSpPr>
          <p:nvPr>
            <p:ph sz="quarter" idx="21" hasCustomPrompt="1"/>
          </p:nvPr>
        </p:nvSpPr>
        <p:spPr>
          <a:xfrm>
            <a:off x="6704306" y="2844012"/>
            <a:ext cx="1602232" cy="1602232"/>
          </a:xfrm>
          <a:prstGeom prst="ellipse">
            <a:avLst/>
          </a:prstGeom>
          <a:solidFill>
            <a:schemeClr val="tx2"/>
          </a:solidFill>
        </p:spPr>
        <p:txBody>
          <a:bodyPr tIns="91440" bIns="91440" anchor="ctr">
            <a:noAutofit/>
          </a:bodyPr>
          <a:lstStyle>
            <a:lvl1pPr marL="0" indent="0" algn="ctr">
              <a:buNone/>
              <a:defRPr sz="1800" b="1">
                <a:solidFill>
                  <a:schemeClr val="bg2"/>
                </a:solidFill>
                <a:latin typeface="Barlow" panose="00000500000000000000" pitchFamily="2" charset="0"/>
              </a:defRPr>
            </a:lvl1pPr>
          </a:lstStyle>
          <a:p>
            <a:pPr lvl="0"/>
            <a:r>
              <a:rPr lang="en-US"/>
              <a:t>Insert Icon Here</a:t>
            </a:r>
            <a:endParaRPr lang="en-IN"/>
          </a:p>
        </p:txBody>
      </p:sp>
      <p:sp>
        <p:nvSpPr>
          <p:cNvPr id="84" name="Content Placeholder 50">
            <a:extLst>
              <a:ext uri="{FF2B5EF4-FFF2-40B4-BE49-F238E27FC236}">
                <a16:creationId xmlns:a16="http://schemas.microsoft.com/office/drawing/2014/main" id="{34BFB755-45DF-82D0-6F5A-122A81A7D5C8}"/>
              </a:ext>
            </a:extLst>
          </p:cNvPr>
          <p:cNvSpPr>
            <a:spLocks noGrp="1"/>
          </p:cNvSpPr>
          <p:nvPr>
            <p:ph sz="quarter" idx="22" hasCustomPrompt="1"/>
          </p:nvPr>
        </p:nvSpPr>
        <p:spPr>
          <a:xfrm>
            <a:off x="6602091" y="2893311"/>
            <a:ext cx="561545" cy="561545"/>
          </a:xfrm>
          <a:prstGeom prst="ellipse">
            <a:avLst/>
          </a:prstGeom>
          <a:solidFill>
            <a:schemeClr val="accent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01</a:t>
            </a:r>
            <a:endParaRPr lang="en-IN"/>
          </a:p>
        </p:txBody>
      </p:sp>
      <p:sp>
        <p:nvSpPr>
          <p:cNvPr id="87" name="Content Placeholder 50">
            <a:extLst>
              <a:ext uri="{FF2B5EF4-FFF2-40B4-BE49-F238E27FC236}">
                <a16:creationId xmlns:a16="http://schemas.microsoft.com/office/drawing/2014/main" id="{EF565687-58F5-DE5B-196A-90B3E2D4140D}"/>
              </a:ext>
            </a:extLst>
          </p:cNvPr>
          <p:cNvSpPr>
            <a:spLocks noGrp="1"/>
          </p:cNvSpPr>
          <p:nvPr>
            <p:ph sz="quarter" idx="23" hasCustomPrompt="1"/>
          </p:nvPr>
        </p:nvSpPr>
        <p:spPr>
          <a:xfrm>
            <a:off x="9514460" y="2826566"/>
            <a:ext cx="1602232" cy="1602232"/>
          </a:xfrm>
          <a:prstGeom prst="ellipse">
            <a:avLst/>
          </a:prstGeom>
          <a:solidFill>
            <a:schemeClr val="tx2"/>
          </a:solidFill>
        </p:spPr>
        <p:txBody>
          <a:bodyPr tIns="91440" bIns="91440" anchor="ctr">
            <a:noAutofit/>
          </a:bodyPr>
          <a:lstStyle>
            <a:lvl1pPr marL="0" indent="0" algn="ctr">
              <a:buNone/>
              <a:defRPr sz="1800" b="1">
                <a:solidFill>
                  <a:schemeClr val="bg2"/>
                </a:solidFill>
                <a:latin typeface="Barlow" panose="00000500000000000000" pitchFamily="2" charset="0"/>
              </a:defRPr>
            </a:lvl1pPr>
          </a:lstStyle>
          <a:p>
            <a:pPr lvl="0"/>
            <a:r>
              <a:rPr lang="en-US"/>
              <a:t>Insert Icon Here</a:t>
            </a:r>
            <a:endParaRPr lang="en-IN"/>
          </a:p>
        </p:txBody>
      </p:sp>
      <p:sp>
        <p:nvSpPr>
          <p:cNvPr id="88" name="Content Placeholder 50">
            <a:extLst>
              <a:ext uri="{FF2B5EF4-FFF2-40B4-BE49-F238E27FC236}">
                <a16:creationId xmlns:a16="http://schemas.microsoft.com/office/drawing/2014/main" id="{40D3559D-C107-E78F-6CA3-BCD630758B40}"/>
              </a:ext>
            </a:extLst>
          </p:cNvPr>
          <p:cNvSpPr>
            <a:spLocks noGrp="1"/>
          </p:cNvSpPr>
          <p:nvPr>
            <p:ph sz="quarter" idx="24" hasCustomPrompt="1"/>
          </p:nvPr>
        </p:nvSpPr>
        <p:spPr>
          <a:xfrm>
            <a:off x="9412245" y="2875865"/>
            <a:ext cx="561545" cy="561545"/>
          </a:xfrm>
          <a:prstGeom prst="ellipse">
            <a:avLst/>
          </a:prstGeom>
          <a:solidFill>
            <a:schemeClr val="accent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01</a:t>
            </a:r>
            <a:endParaRPr lang="en-IN"/>
          </a:p>
        </p:txBody>
      </p:sp>
      <p:sp>
        <p:nvSpPr>
          <p:cNvPr id="91" name="Text Placeholder 37">
            <a:extLst>
              <a:ext uri="{FF2B5EF4-FFF2-40B4-BE49-F238E27FC236}">
                <a16:creationId xmlns:a16="http://schemas.microsoft.com/office/drawing/2014/main" id="{F29A4B6A-6930-5284-6604-ECCA46CCB6BA}"/>
              </a:ext>
            </a:extLst>
          </p:cNvPr>
          <p:cNvSpPr>
            <a:spLocks noGrp="1"/>
          </p:cNvSpPr>
          <p:nvPr>
            <p:ph type="body" sz="quarter" idx="25" hasCustomPrompt="1"/>
          </p:nvPr>
        </p:nvSpPr>
        <p:spPr>
          <a:xfrm>
            <a:off x="585355" y="5326097"/>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a:t>Click to add text</a:t>
            </a:r>
            <a:endParaRPr lang="en-IN"/>
          </a:p>
        </p:txBody>
      </p:sp>
      <p:sp>
        <p:nvSpPr>
          <p:cNvPr id="96" name="Text Placeholder 37">
            <a:extLst>
              <a:ext uri="{FF2B5EF4-FFF2-40B4-BE49-F238E27FC236}">
                <a16:creationId xmlns:a16="http://schemas.microsoft.com/office/drawing/2014/main" id="{97C8140E-8A63-7FB1-567D-7B1CD6484449}"/>
              </a:ext>
            </a:extLst>
          </p:cNvPr>
          <p:cNvSpPr>
            <a:spLocks noGrp="1"/>
          </p:cNvSpPr>
          <p:nvPr>
            <p:ph type="body" sz="quarter" idx="27" hasCustomPrompt="1"/>
          </p:nvPr>
        </p:nvSpPr>
        <p:spPr>
          <a:xfrm>
            <a:off x="3412720" y="5326097"/>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a:t>Click to add text</a:t>
            </a:r>
            <a:endParaRPr lang="en-IN"/>
          </a:p>
        </p:txBody>
      </p:sp>
      <p:sp>
        <p:nvSpPr>
          <p:cNvPr id="98" name="Text Placeholder 37">
            <a:extLst>
              <a:ext uri="{FF2B5EF4-FFF2-40B4-BE49-F238E27FC236}">
                <a16:creationId xmlns:a16="http://schemas.microsoft.com/office/drawing/2014/main" id="{EA8E4E55-A1E9-8934-99AC-44BA4642ACC5}"/>
              </a:ext>
            </a:extLst>
          </p:cNvPr>
          <p:cNvSpPr>
            <a:spLocks noGrp="1"/>
          </p:cNvSpPr>
          <p:nvPr>
            <p:ph type="body" sz="quarter" idx="29" hasCustomPrompt="1"/>
          </p:nvPr>
        </p:nvSpPr>
        <p:spPr>
          <a:xfrm>
            <a:off x="6240085" y="5321295"/>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a:t>Click to add text</a:t>
            </a:r>
            <a:endParaRPr lang="en-IN"/>
          </a:p>
        </p:txBody>
      </p:sp>
      <p:sp>
        <p:nvSpPr>
          <p:cNvPr id="100" name="Text Placeholder 37">
            <a:extLst>
              <a:ext uri="{FF2B5EF4-FFF2-40B4-BE49-F238E27FC236}">
                <a16:creationId xmlns:a16="http://schemas.microsoft.com/office/drawing/2014/main" id="{AD22421A-7B7E-546F-41BF-0B095C5FAD02}"/>
              </a:ext>
            </a:extLst>
          </p:cNvPr>
          <p:cNvSpPr>
            <a:spLocks noGrp="1"/>
          </p:cNvSpPr>
          <p:nvPr>
            <p:ph type="body" sz="quarter" idx="31" hasCustomPrompt="1"/>
          </p:nvPr>
        </p:nvSpPr>
        <p:spPr>
          <a:xfrm>
            <a:off x="9067450" y="5321295"/>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a:t>Click to add text</a:t>
            </a:r>
            <a:endParaRPr lang="en-IN"/>
          </a:p>
        </p:txBody>
      </p:sp>
      <p:sp>
        <p:nvSpPr>
          <p:cNvPr id="2" name="Title 1">
            <a:extLst>
              <a:ext uri="{FF2B5EF4-FFF2-40B4-BE49-F238E27FC236}">
                <a16:creationId xmlns:a16="http://schemas.microsoft.com/office/drawing/2014/main" id="{C70F0129-1E78-00AA-6C32-D62668C5D65D}"/>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3" name="Rectangle 2">
            <a:extLst>
              <a:ext uri="{FF2B5EF4-FFF2-40B4-BE49-F238E27FC236}">
                <a16:creationId xmlns:a16="http://schemas.microsoft.com/office/drawing/2014/main" id="{E99410F8-9AF4-4EFC-B402-7AA87BFDC94F}"/>
              </a:ext>
            </a:extLst>
          </p:cNvPr>
          <p:cNvSpPr/>
          <p:nvPr userDrawn="1"/>
        </p:nvSpPr>
        <p:spPr>
          <a:xfrm>
            <a:off x="359998" y="1488586"/>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ubtitle 2">
            <a:extLst>
              <a:ext uri="{FF2B5EF4-FFF2-40B4-BE49-F238E27FC236}">
                <a16:creationId xmlns:a16="http://schemas.microsoft.com/office/drawing/2014/main" id="{0F85C12F-D032-CE0C-6CAF-2C49CB7B448F}"/>
              </a:ext>
            </a:extLst>
          </p:cNvPr>
          <p:cNvSpPr>
            <a:spLocks noGrp="1"/>
          </p:cNvSpPr>
          <p:nvPr>
            <p:ph type="subTitle" idx="1"/>
          </p:nvPr>
        </p:nvSpPr>
        <p:spPr>
          <a:xfrm>
            <a:off x="285135" y="854284"/>
            <a:ext cx="11558865" cy="461665"/>
          </a:xfrm>
        </p:spPr>
        <p:txBody>
          <a:bodyPr wrap="square">
            <a:spAutoFit/>
          </a:bodyPr>
          <a:lstStyle>
            <a:lvl1pPr marL="0" indent="0" algn="l">
              <a:lnSpc>
                <a:spcPct val="100000"/>
              </a:lnSpc>
              <a:spcBef>
                <a:spcPts val="0"/>
              </a:spcBef>
              <a:buNone/>
              <a:defRPr lang="en-US" sz="2400" b="1" kern="1200" dirty="0">
                <a:solidFill>
                  <a:schemeClr val="accent1"/>
                </a:solidFill>
                <a:latin typeface="Barlow Medium" panose="00000600000000000000"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109661814"/>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6_Objectives">
    <p:spTree>
      <p:nvGrpSpPr>
        <p:cNvPr id="1" name=""/>
        <p:cNvGrpSpPr/>
        <p:nvPr/>
      </p:nvGrpSpPr>
      <p:grpSpPr>
        <a:xfrm>
          <a:off x="0" y="0"/>
          <a:ext cx="0" cy="0"/>
          <a:chOff x="0" y="0"/>
          <a:chExt cx="0" cy="0"/>
        </a:xfrm>
      </p:grpSpPr>
      <p:sp>
        <p:nvSpPr>
          <p:cNvPr id="61" name="Freeform: Shape 60">
            <a:extLst>
              <a:ext uri="{FF2B5EF4-FFF2-40B4-BE49-F238E27FC236}">
                <a16:creationId xmlns:a16="http://schemas.microsoft.com/office/drawing/2014/main" id="{EF464E36-3D58-E289-8BB4-A3980CFE8361}"/>
              </a:ext>
            </a:extLst>
          </p:cNvPr>
          <p:cNvSpPr/>
          <p:nvPr userDrawn="1"/>
        </p:nvSpPr>
        <p:spPr>
          <a:xfrm>
            <a:off x="809275" y="1387177"/>
            <a:ext cx="2077788" cy="2347158"/>
          </a:xfrm>
          <a:custGeom>
            <a:avLst/>
            <a:gdLst>
              <a:gd name="connsiteX0" fmla="*/ 1172913 w 2345826"/>
              <a:gd name="connsiteY0" fmla="*/ 0 h 2649945"/>
              <a:gd name="connsiteX1" fmla="*/ 2345826 w 2345826"/>
              <a:gd name="connsiteY1" fmla="*/ 1172913 h 2649945"/>
              <a:gd name="connsiteX2" fmla="*/ 1521702 w 2345826"/>
              <a:gd name="connsiteY2" fmla="*/ 2293094 h 2649945"/>
              <a:gd name="connsiteX3" fmla="*/ 1520205 w 2345826"/>
              <a:gd name="connsiteY3" fmla="*/ 2293479 h 2649945"/>
              <a:gd name="connsiteX4" fmla="*/ 1172914 w 2345826"/>
              <a:gd name="connsiteY4" fmla="*/ 2649945 h 2649945"/>
              <a:gd name="connsiteX5" fmla="*/ 825623 w 2345826"/>
              <a:gd name="connsiteY5" fmla="*/ 2293480 h 2649945"/>
              <a:gd name="connsiteX6" fmla="*/ 824125 w 2345826"/>
              <a:gd name="connsiteY6" fmla="*/ 2293094 h 2649945"/>
              <a:gd name="connsiteX7" fmla="*/ 0 w 2345826"/>
              <a:gd name="connsiteY7" fmla="*/ 1172913 h 2649945"/>
              <a:gd name="connsiteX8" fmla="*/ 1172913 w 2345826"/>
              <a:gd name="connsiteY8" fmla="*/ 0 h 2649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5826" h="2649945">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Shape 61">
            <a:extLst>
              <a:ext uri="{FF2B5EF4-FFF2-40B4-BE49-F238E27FC236}">
                <a16:creationId xmlns:a16="http://schemas.microsoft.com/office/drawing/2014/main" id="{AD398410-E365-6F19-18A5-49537316D865}"/>
              </a:ext>
            </a:extLst>
          </p:cNvPr>
          <p:cNvSpPr/>
          <p:nvPr userDrawn="1"/>
        </p:nvSpPr>
        <p:spPr>
          <a:xfrm>
            <a:off x="3655371" y="1404574"/>
            <a:ext cx="2077788" cy="2347158"/>
          </a:xfrm>
          <a:custGeom>
            <a:avLst/>
            <a:gdLst>
              <a:gd name="connsiteX0" fmla="*/ 1172913 w 2345826"/>
              <a:gd name="connsiteY0" fmla="*/ 0 h 2649945"/>
              <a:gd name="connsiteX1" fmla="*/ 2345826 w 2345826"/>
              <a:gd name="connsiteY1" fmla="*/ 1172913 h 2649945"/>
              <a:gd name="connsiteX2" fmla="*/ 1521702 w 2345826"/>
              <a:gd name="connsiteY2" fmla="*/ 2293094 h 2649945"/>
              <a:gd name="connsiteX3" fmla="*/ 1520205 w 2345826"/>
              <a:gd name="connsiteY3" fmla="*/ 2293479 h 2649945"/>
              <a:gd name="connsiteX4" fmla="*/ 1172914 w 2345826"/>
              <a:gd name="connsiteY4" fmla="*/ 2649945 h 2649945"/>
              <a:gd name="connsiteX5" fmla="*/ 825623 w 2345826"/>
              <a:gd name="connsiteY5" fmla="*/ 2293480 h 2649945"/>
              <a:gd name="connsiteX6" fmla="*/ 824125 w 2345826"/>
              <a:gd name="connsiteY6" fmla="*/ 2293094 h 2649945"/>
              <a:gd name="connsiteX7" fmla="*/ 0 w 2345826"/>
              <a:gd name="connsiteY7" fmla="*/ 1172913 h 2649945"/>
              <a:gd name="connsiteX8" fmla="*/ 1172913 w 2345826"/>
              <a:gd name="connsiteY8" fmla="*/ 0 h 2649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5826" h="2649945">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3" name="Freeform: Shape 62">
            <a:extLst>
              <a:ext uri="{FF2B5EF4-FFF2-40B4-BE49-F238E27FC236}">
                <a16:creationId xmlns:a16="http://schemas.microsoft.com/office/drawing/2014/main" id="{CC473D90-11D2-B60E-C89A-F8F597AB7353}"/>
              </a:ext>
            </a:extLst>
          </p:cNvPr>
          <p:cNvSpPr/>
          <p:nvPr userDrawn="1"/>
        </p:nvSpPr>
        <p:spPr>
          <a:xfrm>
            <a:off x="6414875" y="1387177"/>
            <a:ext cx="2077788" cy="2347158"/>
          </a:xfrm>
          <a:custGeom>
            <a:avLst/>
            <a:gdLst>
              <a:gd name="connsiteX0" fmla="*/ 1172913 w 2345826"/>
              <a:gd name="connsiteY0" fmla="*/ 0 h 2649945"/>
              <a:gd name="connsiteX1" fmla="*/ 2345826 w 2345826"/>
              <a:gd name="connsiteY1" fmla="*/ 1172913 h 2649945"/>
              <a:gd name="connsiteX2" fmla="*/ 1521702 w 2345826"/>
              <a:gd name="connsiteY2" fmla="*/ 2293094 h 2649945"/>
              <a:gd name="connsiteX3" fmla="*/ 1520205 w 2345826"/>
              <a:gd name="connsiteY3" fmla="*/ 2293479 h 2649945"/>
              <a:gd name="connsiteX4" fmla="*/ 1172914 w 2345826"/>
              <a:gd name="connsiteY4" fmla="*/ 2649945 h 2649945"/>
              <a:gd name="connsiteX5" fmla="*/ 825623 w 2345826"/>
              <a:gd name="connsiteY5" fmla="*/ 2293480 h 2649945"/>
              <a:gd name="connsiteX6" fmla="*/ 824125 w 2345826"/>
              <a:gd name="connsiteY6" fmla="*/ 2293094 h 2649945"/>
              <a:gd name="connsiteX7" fmla="*/ 0 w 2345826"/>
              <a:gd name="connsiteY7" fmla="*/ 1172913 h 2649945"/>
              <a:gd name="connsiteX8" fmla="*/ 1172913 w 2345826"/>
              <a:gd name="connsiteY8" fmla="*/ 0 h 2649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5826" h="2649945">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4" name="Freeform: Shape 63">
            <a:extLst>
              <a:ext uri="{FF2B5EF4-FFF2-40B4-BE49-F238E27FC236}">
                <a16:creationId xmlns:a16="http://schemas.microsoft.com/office/drawing/2014/main" id="{2955A60B-5C68-2796-76D9-9896E459AE46}"/>
              </a:ext>
            </a:extLst>
          </p:cNvPr>
          <p:cNvSpPr/>
          <p:nvPr userDrawn="1"/>
        </p:nvSpPr>
        <p:spPr>
          <a:xfrm>
            <a:off x="9260971" y="1387177"/>
            <a:ext cx="2077788" cy="2347158"/>
          </a:xfrm>
          <a:custGeom>
            <a:avLst/>
            <a:gdLst>
              <a:gd name="connsiteX0" fmla="*/ 1172913 w 2345826"/>
              <a:gd name="connsiteY0" fmla="*/ 0 h 2649945"/>
              <a:gd name="connsiteX1" fmla="*/ 2345826 w 2345826"/>
              <a:gd name="connsiteY1" fmla="*/ 1172913 h 2649945"/>
              <a:gd name="connsiteX2" fmla="*/ 1521701 w 2345826"/>
              <a:gd name="connsiteY2" fmla="*/ 2293094 h 2649945"/>
              <a:gd name="connsiteX3" fmla="*/ 1520205 w 2345826"/>
              <a:gd name="connsiteY3" fmla="*/ 2293479 h 2649945"/>
              <a:gd name="connsiteX4" fmla="*/ 1172914 w 2345826"/>
              <a:gd name="connsiteY4" fmla="*/ 2649945 h 2649945"/>
              <a:gd name="connsiteX5" fmla="*/ 825623 w 2345826"/>
              <a:gd name="connsiteY5" fmla="*/ 2293480 h 2649945"/>
              <a:gd name="connsiteX6" fmla="*/ 824125 w 2345826"/>
              <a:gd name="connsiteY6" fmla="*/ 2293094 h 2649945"/>
              <a:gd name="connsiteX7" fmla="*/ 0 w 2345826"/>
              <a:gd name="connsiteY7" fmla="*/ 1172913 h 2649945"/>
              <a:gd name="connsiteX8" fmla="*/ 1172913 w 2345826"/>
              <a:gd name="connsiteY8" fmla="*/ 0 h 2649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5826" h="2649945">
                <a:moveTo>
                  <a:pt x="1172913" y="0"/>
                </a:moveTo>
                <a:cubicBezTo>
                  <a:pt x="1820695" y="0"/>
                  <a:pt x="2345826" y="525131"/>
                  <a:pt x="2345826" y="1172913"/>
                </a:cubicBezTo>
                <a:cubicBezTo>
                  <a:pt x="2345826" y="1699236"/>
                  <a:pt x="1999157" y="2144590"/>
                  <a:pt x="1521701"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Title 1">
            <a:extLst>
              <a:ext uri="{FF2B5EF4-FFF2-40B4-BE49-F238E27FC236}">
                <a16:creationId xmlns:a16="http://schemas.microsoft.com/office/drawing/2014/main" id="{4CD54FF0-DEF8-BE93-EDF5-3C288B911428}"/>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7" name="Rectangle 6">
            <a:extLst>
              <a:ext uri="{FF2B5EF4-FFF2-40B4-BE49-F238E27FC236}">
                <a16:creationId xmlns:a16="http://schemas.microsoft.com/office/drawing/2014/main" id="{146F0990-3B8E-D6A5-89E4-A147C65EE9F1}"/>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Content Placeholder 50">
            <a:extLst>
              <a:ext uri="{FF2B5EF4-FFF2-40B4-BE49-F238E27FC236}">
                <a16:creationId xmlns:a16="http://schemas.microsoft.com/office/drawing/2014/main" id="{A934CBA5-1275-47B8-79BD-1F97697E3559}"/>
              </a:ext>
            </a:extLst>
          </p:cNvPr>
          <p:cNvSpPr>
            <a:spLocks noGrp="1"/>
          </p:cNvSpPr>
          <p:nvPr>
            <p:ph sz="quarter" idx="19" hasCustomPrompt="1"/>
          </p:nvPr>
        </p:nvSpPr>
        <p:spPr>
          <a:xfrm>
            <a:off x="3984686" y="1726520"/>
            <a:ext cx="1419158" cy="1419158"/>
          </a:xfrm>
          <a:prstGeom prst="ellipse">
            <a:avLst/>
          </a:prstGeom>
          <a:solidFill>
            <a:schemeClr val="tx2"/>
          </a:solidFill>
        </p:spPr>
        <p:txBody>
          <a:bodyPr tIns="91440" bIns="91440" anchor="ctr">
            <a:noAutofit/>
          </a:bodyPr>
          <a:lstStyle>
            <a:lvl1pPr marL="0" indent="0" algn="ctr">
              <a:buNone/>
              <a:defRPr sz="1800" b="1">
                <a:solidFill>
                  <a:schemeClr val="bg2"/>
                </a:solidFill>
                <a:latin typeface="Barlow" panose="00000500000000000000" pitchFamily="2" charset="0"/>
              </a:defRPr>
            </a:lvl1pPr>
          </a:lstStyle>
          <a:p>
            <a:pPr lvl="0"/>
            <a:r>
              <a:rPr lang="en-US"/>
              <a:t>Insert Icon Here</a:t>
            </a:r>
            <a:endParaRPr lang="en-IN"/>
          </a:p>
        </p:txBody>
      </p:sp>
      <p:sp>
        <p:nvSpPr>
          <p:cNvPr id="78" name="Content Placeholder 50">
            <a:extLst>
              <a:ext uri="{FF2B5EF4-FFF2-40B4-BE49-F238E27FC236}">
                <a16:creationId xmlns:a16="http://schemas.microsoft.com/office/drawing/2014/main" id="{9F787AD2-DBB6-7DA1-B325-AE95FC699DF7}"/>
              </a:ext>
            </a:extLst>
          </p:cNvPr>
          <p:cNvSpPr>
            <a:spLocks noGrp="1"/>
          </p:cNvSpPr>
          <p:nvPr>
            <p:ph sz="quarter" idx="20" hasCustomPrompt="1"/>
          </p:nvPr>
        </p:nvSpPr>
        <p:spPr>
          <a:xfrm>
            <a:off x="3921798" y="1825670"/>
            <a:ext cx="497382" cy="497382"/>
          </a:xfrm>
          <a:prstGeom prst="ellipse">
            <a:avLst/>
          </a:prstGeom>
          <a:solidFill>
            <a:schemeClr val="accent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01</a:t>
            </a:r>
            <a:endParaRPr lang="en-IN"/>
          </a:p>
        </p:txBody>
      </p:sp>
      <p:sp>
        <p:nvSpPr>
          <p:cNvPr id="79" name="Content Placeholder 50">
            <a:extLst>
              <a:ext uri="{FF2B5EF4-FFF2-40B4-BE49-F238E27FC236}">
                <a16:creationId xmlns:a16="http://schemas.microsoft.com/office/drawing/2014/main" id="{308A84F9-3130-7762-7F4E-A849EAB4F551}"/>
              </a:ext>
            </a:extLst>
          </p:cNvPr>
          <p:cNvSpPr>
            <a:spLocks noGrp="1"/>
          </p:cNvSpPr>
          <p:nvPr>
            <p:ph sz="quarter" idx="18" hasCustomPrompt="1"/>
          </p:nvPr>
        </p:nvSpPr>
        <p:spPr>
          <a:xfrm>
            <a:off x="1133088" y="1706697"/>
            <a:ext cx="1419158" cy="1419158"/>
          </a:xfrm>
          <a:prstGeom prst="ellipse">
            <a:avLst/>
          </a:prstGeom>
          <a:solidFill>
            <a:schemeClr val="tx2"/>
          </a:solidFill>
        </p:spPr>
        <p:txBody>
          <a:bodyPr tIns="91440" bIns="91440" anchor="ctr">
            <a:noAutofit/>
          </a:bodyPr>
          <a:lstStyle>
            <a:lvl1pPr marL="0" indent="0" algn="ctr">
              <a:buNone/>
              <a:defRPr sz="1800" b="1">
                <a:solidFill>
                  <a:schemeClr val="bg2"/>
                </a:solidFill>
                <a:latin typeface="Barlow" panose="00000500000000000000" pitchFamily="2" charset="0"/>
              </a:defRPr>
            </a:lvl1pPr>
          </a:lstStyle>
          <a:p>
            <a:pPr lvl="0"/>
            <a:r>
              <a:rPr lang="en-US"/>
              <a:t>Insert Icon Here</a:t>
            </a:r>
            <a:endParaRPr lang="en-IN"/>
          </a:p>
        </p:txBody>
      </p:sp>
      <p:sp>
        <p:nvSpPr>
          <p:cNvPr id="80" name="Content Placeholder 50">
            <a:extLst>
              <a:ext uri="{FF2B5EF4-FFF2-40B4-BE49-F238E27FC236}">
                <a16:creationId xmlns:a16="http://schemas.microsoft.com/office/drawing/2014/main" id="{7A614E02-7FDC-9EB0-DAAF-AB9D0A033435}"/>
              </a:ext>
            </a:extLst>
          </p:cNvPr>
          <p:cNvSpPr>
            <a:spLocks noGrp="1"/>
          </p:cNvSpPr>
          <p:nvPr>
            <p:ph sz="quarter" idx="14" hasCustomPrompt="1"/>
          </p:nvPr>
        </p:nvSpPr>
        <p:spPr>
          <a:xfrm>
            <a:off x="1078858" y="1808273"/>
            <a:ext cx="497382" cy="497382"/>
          </a:xfrm>
          <a:prstGeom prst="ellipse">
            <a:avLst/>
          </a:prstGeom>
          <a:solidFill>
            <a:schemeClr val="accent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01</a:t>
            </a:r>
            <a:endParaRPr lang="en-IN"/>
          </a:p>
        </p:txBody>
      </p:sp>
      <p:sp>
        <p:nvSpPr>
          <p:cNvPr id="83" name="Content Placeholder 50">
            <a:extLst>
              <a:ext uri="{FF2B5EF4-FFF2-40B4-BE49-F238E27FC236}">
                <a16:creationId xmlns:a16="http://schemas.microsoft.com/office/drawing/2014/main" id="{8B057DCB-73A2-773E-1E1A-B95C1C709519}"/>
              </a:ext>
            </a:extLst>
          </p:cNvPr>
          <p:cNvSpPr>
            <a:spLocks noGrp="1"/>
          </p:cNvSpPr>
          <p:nvPr>
            <p:ph sz="quarter" idx="21" hasCustomPrompt="1"/>
          </p:nvPr>
        </p:nvSpPr>
        <p:spPr>
          <a:xfrm>
            <a:off x="6744190" y="1706697"/>
            <a:ext cx="1419158" cy="1419158"/>
          </a:xfrm>
          <a:prstGeom prst="ellipse">
            <a:avLst/>
          </a:prstGeom>
          <a:solidFill>
            <a:schemeClr val="tx2"/>
          </a:solidFill>
        </p:spPr>
        <p:txBody>
          <a:bodyPr tIns="91440" bIns="91440" anchor="ctr">
            <a:noAutofit/>
          </a:bodyPr>
          <a:lstStyle>
            <a:lvl1pPr marL="0" indent="0" algn="ctr">
              <a:buNone/>
              <a:defRPr sz="1800" b="1">
                <a:solidFill>
                  <a:schemeClr val="bg2"/>
                </a:solidFill>
                <a:latin typeface="Barlow" panose="00000500000000000000" pitchFamily="2" charset="0"/>
              </a:defRPr>
            </a:lvl1pPr>
          </a:lstStyle>
          <a:p>
            <a:pPr lvl="0"/>
            <a:r>
              <a:rPr lang="en-US"/>
              <a:t>Insert Icon Here</a:t>
            </a:r>
            <a:endParaRPr lang="en-IN"/>
          </a:p>
        </p:txBody>
      </p:sp>
      <p:sp>
        <p:nvSpPr>
          <p:cNvPr id="84" name="Content Placeholder 50">
            <a:extLst>
              <a:ext uri="{FF2B5EF4-FFF2-40B4-BE49-F238E27FC236}">
                <a16:creationId xmlns:a16="http://schemas.microsoft.com/office/drawing/2014/main" id="{34BFB755-45DF-82D0-6F5A-122A81A7D5C8}"/>
              </a:ext>
            </a:extLst>
          </p:cNvPr>
          <p:cNvSpPr>
            <a:spLocks noGrp="1"/>
          </p:cNvSpPr>
          <p:nvPr>
            <p:ph sz="quarter" idx="22" hasCustomPrompt="1"/>
          </p:nvPr>
        </p:nvSpPr>
        <p:spPr>
          <a:xfrm>
            <a:off x="6687355" y="1816987"/>
            <a:ext cx="497382" cy="497382"/>
          </a:xfrm>
          <a:prstGeom prst="ellipse">
            <a:avLst/>
          </a:prstGeom>
          <a:solidFill>
            <a:schemeClr val="accent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01</a:t>
            </a:r>
            <a:endParaRPr lang="en-IN"/>
          </a:p>
        </p:txBody>
      </p:sp>
      <p:sp>
        <p:nvSpPr>
          <p:cNvPr id="87" name="Content Placeholder 50">
            <a:extLst>
              <a:ext uri="{FF2B5EF4-FFF2-40B4-BE49-F238E27FC236}">
                <a16:creationId xmlns:a16="http://schemas.microsoft.com/office/drawing/2014/main" id="{EF565687-58F5-DE5B-196A-90B3E2D4140D}"/>
              </a:ext>
            </a:extLst>
          </p:cNvPr>
          <p:cNvSpPr>
            <a:spLocks noGrp="1"/>
          </p:cNvSpPr>
          <p:nvPr>
            <p:ph sz="quarter" idx="23" hasCustomPrompt="1"/>
          </p:nvPr>
        </p:nvSpPr>
        <p:spPr>
          <a:xfrm>
            <a:off x="9587942" y="1706697"/>
            <a:ext cx="1419158" cy="1419158"/>
          </a:xfrm>
          <a:prstGeom prst="ellipse">
            <a:avLst/>
          </a:prstGeom>
          <a:solidFill>
            <a:schemeClr val="tx2"/>
          </a:solidFill>
        </p:spPr>
        <p:txBody>
          <a:bodyPr tIns="91440" bIns="91440" anchor="ctr">
            <a:noAutofit/>
          </a:bodyPr>
          <a:lstStyle>
            <a:lvl1pPr marL="0" indent="0" algn="ctr">
              <a:buNone/>
              <a:defRPr sz="1800" b="1">
                <a:solidFill>
                  <a:schemeClr val="bg2"/>
                </a:solidFill>
                <a:latin typeface="Barlow" panose="00000500000000000000" pitchFamily="2" charset="0"/>
              </a:defRPr>
            </a:lvl1pPr>
          </a:lstStyle>
          <a:p>
            <a:pPr lvl="0"/>
            <a:r>
              <a:rPr lang="en-US"/>
              <a:t>Insert Icon Here</a:t>
            </a:r>
            <a:endParaRPr lang="en-IN"/>
          </a:p>
        </p:txBody>
      </p:sp>
      <p:sp>
        <p:nvSpPr>
          <p:cNvPr id="88" name="Content Placeholder 50">
            <a:extLst>
              <a:ext uri="{FF2B5EF4-FFF2-40B4-BE49-F238E27FC236}">
                <a16:creationId xmlns:a16="http://schemas.microsoft.com/office/drawing/2014/main" id="{40D3559D-C107-E78F-6CA3-BCD630758B40}"/>
              </a:ext>
            </a:extLst>
          </p:cNvPr>
          <p:cNvSpPr>
            <a:spLocks noGrp="1"/>
          </p:cNvSpPr>
          <p:nvPr>
            <p:ph sz="quarter" idx="24" hasCustomPrompt="1"/>
          </p:nvPr>
        </p:nvSpPr>
        <p:spPr>
          <a:xfrm>
            <a:off x="9530555" y="1799541"/>
            <a:ext cx="497382" cy="497382"/>
          </a:xfrm>
          <a:prstGeom prst="ellipse">
            <a:avLst/>
          </a:prstGeom>
          <a:solidFill>
            <a:schemeClr val="accent1"/>
          </a:solid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01</a:t>
            </a:r>
            <a:endParaRPr lang="en-IN"/>
          </a:p>
        </p:txBody>
      </p:sp>
      <p:sp>
        <p:nvSpPr>
          <p:cNvPr id="91" name="Text Placeholder 37">
            <a:extLst>
              <a:ext uri="{FF2B5EF4-FFF2-40B4-BE49-F238E27FC236}">
                <a16:creationId xmlns:a16="http://schemas.microsoft.com/office/drawing/2014/main" id="{F29A4B6A-6930-5284-6604-ECCA46CCB6BA}"/>
              </a:ext>
            </a:extLst>
          </p:cNvPr>
          <p:cNvSpPr>
            <a:spLocks noGrp="1"/>
          </p:cNvSpPr>
          <p:nvPr>
            <p:ph type="body" sz="quarter" idx="25" hasCustomPrompt="1"/>
          </p:nvPr>
        </p:nvSpPr>
        <p:spPr>
          <a:xfrm>
            <a:off x="585355" y="4106897"/>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a:t>Click to add text</a:t>
            </a:r>
            <a:endParaRPr lang="en-IN"/>
          </a:p>
        </p:txBody>
      </p:sp>
      <p:sp>
        <p:nvSpPr>
          <p:cNvPr id="92" name="Text Placeholder 37">
            <a:extLst>
              <a:ext uri="{FF2B5EF4-FFF2-40B4-BE49-F238E27FC236}">
                <a16:creationId xmlns:a16="http://schemas.microsoft.com/office/drawing/2014/main" id="{E01784C6-C40B-9FF2-9B79-BF4AAB93DDB0}"/>
              </a:ext>
            </a:extLst>
          </p:cNvPr>
          <p:cNvSpPr>
            <a:spLocks noGrp="1"/>
          </p:cNvSpPr>
          <p:nvPr>
            <p:ph type="body" sz="quarter" idx="26" hasCustomPrompt="1"/>
          </p:nvPr>
        </p:nvSpPr>
        <p:spPr>
          <a:xfrm>
            <a:off x="585355" y="4709363"/>
            <a:ext cx="2563091" cy="928537"/>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6" name="Text Placeholder 37">
            <a:extLst>
              <a:ext uri="{FF2B5EF4-FFF2-40B4-BE49-F238E27FC236}">
                <a16:creationId xmlns:a16="http://schemas.microsoft.com/office/drawing/2014/main" id="{97C8140E-8A63-7FB1-567D-7B1CD6484449}"/>
              </a:ext>
            </a:extLst>
          </p:cNvPr>
          <p:cNvSpPr>
            <a:spLocks noGrp="1"/>
          </p:cNvSpPr>
          <p:nvPr>
            <p:ph type="body" sz="quarter" idx="27" hasCustomPrompt="1"/>
          </p:nvPr>
        </p:nvSpPr>
        <p:spPr>
          <a:xfrm>
            <a:off x="3412720" y="4106897"/>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a:t>Click to add text</a:t>
            </a:r>
            <a:endParaRPr lang="en-IN"/>
          </a:p>
        </p:txBody>
      </p:sp>
      <p:sp>
        <p:nvSpPr>
          <p:cNvPr id="97" name="Text Placeholder 37">
            <a:extLst>
              <a:ext uri="{FF2B5EF4-FFF2-40B4-BE49-F238E27FC236}">
                <a16:creationId xmlns:a16="http://schemas.microsoft.com/office/drawing/2014/main" id="{21F1BD80-AE7E-A1A5-A53E-2CEB3E481406}"/>
              </a:ext>
            </a:extLst>
          </p:cNvPr>
          <p:cNvSpPr>
            <a:spLocks noGrp="1"/>
          </p:cNvSpPr>
          <p:nvPr>
            <p:ph type="body" sz="quarter" idx="28" hasCustomPrompt="1"/>
          </p:nvPr>
        </p:nvSpPr>
        <p:spPr>
          <a:xfrm>
            <a:off x="3412720" y="4709363"/>
            <a:ext cx="2563091" cy="928537"/>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8" name="Text Placeholder 37">
            <a:extLst>
              <a:ext uri="{FF2B5EF4-FFF2-40B4-BE49-F238E27FC236}">
                <a16:creationId xmlns:a16="http://schemas.microsoft.com/office/drawing/2014/main" id="{EA8E4E55-A1E9-8934-99AC-44BA4642ACC5}"/>
              </a:ext>
            </a:extLst>
          </p:cNvPr>
          <p:cNvSpPr>
            <a:spLocks noGrp="1"/>
          </p:cNvSpPr>
          <p:nvPr>
            <p:ph type="body" sz="quarter" idx="29" hasCustomPrompt="1"/>
          </p:nvPr>
        </p:nvSpPr>
        <p:spPr>
          <a:xfrm>
            <a:off x="6240085" y="4102095"/>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a:t>Click to add text</a:t>
            </a:r>
            <a:endParaRPr lang="en-IN"/>
          </a:p>
        </p:txBody>
      </p:sp>
      <p:sp>
        <p:nvSpPr>
          <p:cNvPr id="99" name="Text Placeholder 37">
            <a:extLst>
              <a:ext uri="{FF2B5EF4-FFF2-40B4-BE49-F238E27FC236}">
                <a16:creationId xmlns:a16="http://schemas.microsoft.com/office/drawing/2014/main" id="{DB31ED58-3AF7-CC66-6C12-C258A5C0F7A7}"/>
              </a:ext>
            </a:extLst>
          </p:cNvPr>
          <p:cNvSpPr>
            <a:spLocks noGrp="1"/>
          </p:cNvSpPr>
          <p:nvPr>
            <p:ph type="body" sz="quarter" idx="30" hasCustomPrompt="1"/>
          </p:nvPr>
        </p:nvSpPr>
        <p:spPr>
          <a:xfrm>
            <a:off x="6240085" y="4704561"/>
            <a:ext cx="2563091" cy="928537"/>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00" name="Text Placeholder 37">
            <a:extLst>
              <a:ext uri="{FF2B5EF4-FFF2-40B4-BE49-F238E27FC236}">
                <a16:creationId xmlns:a16="http://schemas.microsoft.com/office/drawing/2014/main" id="{AD22421A-7B7E-546F-41BF-0B095C5FAD02}"/>
              </a:ext>
            </a:extLst>
          </p:cNvPr>
          <p:cNvSpPr>
            <a:spLocks noGrp="1"/>
          </p:cNvSpPr>
          <p:nvPr>
            <p:ph type="body" sz="quarter" idx="31" hasCustomPrompt="1"/>
          </p:nvPr>
        </p:nvSpPr>
        <p:spPr>
          <a:xfrm>
            <a:off x="9067450" y="4102095"/>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a:t>Click to add text</a:t>
            </a:r>
            <a:endParaRPr lang="en-IN"/>
          </a:p>
        </p:txBody>
      </p:sp>
      <p:sp>
        <p:nvSpPr>
          <p:cNvPr id="101" name="Text Placeholder 37">
            <a:extLst>
              <a:ext uri="{FF2B5EF4-FFF2-40B4-BE49-F238E27FC236}">
                <a16:creationId xmlns:a16="http://schemas.microsoft.com/office/drawing/2014/main" id="{72E9D0E6-3143-70EE-C2D7-10D8026F6E5B}"/>
              </a:ext>
            </a:extLst>
          </p:cNvPr>
          <p:cNvSpPr>
            <a:spLocks noGrp="1"/>
          </p:cNvSpPr>
          <p:nvPr>
            <p:ph type="body" sz="quarter" idx="32" hasCustomPrompt="1"/>
          </p:nvPr>
        </p:nvSpPr>
        <p:spPr>
          <a:xfrm>
            <a:off x="9067450" y="4704561"/>
            <a:ext cx="2563091" cy="928537"/>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Tree>
    <p:extLst>
      <p:ext uri="{BB962C8B-B14F-4D97-AF65-F5344CB8AC3E}">
        <p14:creationId xmlns:p14="http://schemas.microsoft.com/office/powerpoint/2010/main" val="4215984235"/>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7_Objective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CD54FF0-DEF8-BE93-EDF5-3C288B911428}"/>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7" name="Rectangle 6">
            <a:extLst>
              <a:ext uri="{FF2B5EF4-FFF2-40B4-BE49-F238E27FC236}">
                <a16:creationId xmlns:a16="http://schemas.microsoft.com/office/drawing/2014/main" id="{146F0990-3B8E-D6A5-89E4-A147C65EE9F1}"/>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Text Placeholder 37">
            <a:extLst>
              <a:ext uri="{FF2B5EF4-FFF2-40B4-BE49-F238E27FC236}">
                <a16:creationId xmlns:a16="http://schemas.microsoft.com/office/drawing/2014/main" id="{F29A4B6A-6930-5284-6604-ECCA46CCB6BA}"/>
              </a:ext>
            </a:extLst>
          </p:cNvPr>
          <p:cNvSpPr>
            <a:spLocks noGrp="1"/>
          </p:cNvSpPr>
          <p:nvPr>
            <p:ph type="body" sz="quarter" idx="25" hasCustomPrompt="1"/>
          </p:nvPr>
        </p:nvSpPr>
        <p:spPr>
          <a:xfrm>
            <a:off x="585355" y="3497297"/>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a:t>Click to add text</a:t>
            </a:r>
            <a:endParaRPr lang="en-IN"/>
          </a:p>
        </p:txBody>
      </p:sp>
      <p:sp>
        <p:nvSpPr>
          <p:cNvPr id="92" name="Text Placeholder 37">
            <a:extLst>
              <a:ext uri="{FF2B5EF4-FFF2-40B4-BE49-F238E27FC236}">
                <a16:creationId xmlns:a16="http://schemas.microsoft.com/office/drawing/2014/main" id="{E01784C6-C40B-9FF2-9B79-BF4AAB93DDB0}"/>
              </a:ext>
            </a:extLst>
          </p:cNvPr>
          <p:cNvSpPr>
            <a:spLocks noGrp="1"/>
          </p:cNvSpPr>
          <p:nvPr>
            <p:ph type="body" sz="quarter" idx="26" hasCustomPrompt="1"/>
          </p:nvPr>
        </p:nvSpPr>
        <p:spPr>
          <a:xfrm>
            <a:off x="585355" y="4099763"/>
            <a:ext cx="2563091" cy="928537"/>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6" name="Text Placeholder 37">
            <a:extLst>
              <a:ext uri="{FF2B5EF4-FFF2-40B4-BE49-F238E27FC236}">
                <a16:creationId xmlns:a16="http://schemas.microsoft.com/office/drawing/2014/main" id="{97C8140E-8A63-7FB1-567D-7B1CD6484449}"/>
              </a:ext>
            </a:extLst>
          </p:cNvPr>
          <p:cNvSpPr>
            <a:spLocks noGrp="1"/>
          </p:cNvSpPr>
          <p:nvPr>
            <p:ph type="body" sz="quarter" idx="27" hasCustomPrompt="1"/>
          </p:nvPr>
        </p:nvSpPr>
        <p:spPr>
          <a:xfrm>
            <a:off x="3412720" y="3497297"/>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a:t>Click to add text</a:t>
            </a:r>
            <a:endParaRPr lang="en-IN"/>
          </a:p>
        </p:txBody>
      </p:sp>
      <p:sp>
        <p:nvSpPr>
          <p:cNvPr id="97" name="Text Placeholder 37">
            <a:extLst>
              <a:ext uri="{FF2B5EF4-FFF2-40B4-BE49-F238E27FC236}">
                <a16:creationId xmlns:a16="http://schemas.microsoft.com/office/drawing/2014/main" id="{21F1BD80-AE7E-A1A5-A53E-2CEB3E481406}"/>
              </a:ext>
            </a:extLst>
          </p:cNvPr>
          <p:cNvSpPr>
            <a:spLocks noGrp="1"/>
          </p:cNvSpPr>
          <p:nvPr>
            <p:ph type="body" sz="quarter" idx="28" hasCustomPrompt="1"/>
          </p:nvPr>
        </p:nvSpPr>
        <p:spPr>
          <a:xfrm>
            <a:off x="3412720" y="4099763"/>
            <a:ext cx="2563091" cy="928537"/>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8" name="Text Placeholder 37">
            <a:extLst>
              <a:ext uri="{FF2B5EF4-FFF2-40B4-BE49-F238E27FC236}">
                <a16:creationId xmlns:a16="http://schemas.microsoft.com/office/drawing/2014/main" id="{EA8E4E55-A1E9-8934-99AC-44BA4642ACC5}"/>
              </a:ext>
            </a:extLst>
          </p:cNvPr>
          <p:cNvSpPr>
            <a:spLocks noGrp="1"/>
          </p:cNvSpPr>
          <p:nvPr>
            <p:ph type="body" sz="quarter" idx="29" hasCustomPrompt="1"/>
          </p:nvPr>
        </p:nvSpPr>
        <p:spPr>
          <a:xfrm>
            <a:off x="6240085" y="3492495"/>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a:t>Click to add text</a:t>
            </a:r>
            <a:endParaRPr lang="en-IN"/>
          </a:p>
        </p:txBody>
      </p:sp>
      <p:sp>
        <p:nvSpPr>
          <p:cNvPr id="99" name="Text Placeholder 37">
            <a:extLst>
              <a:ext uri="{FF2B5EF4-FFF2-40B4-BE49-F238E27FC236}">
                <a16:creationId xmlns:a16="http://schemas.microsoft.com/office/drawing/2014/main" id="{DB31ED58-3AF7-CC66-6C12-C258A5C0F7A7}"/>
              </a:ext>
            </a:extLst>
          </p:cNvPr>
          <p:cNvSpPr>
            <a:spLocks noGrp="1"/>
          </p:cNvSpPr>
          <p:nvPr>
            <p:ph type="body" sz="quarter" idx="30" hasCustomPrompt="1"/>
          </p:nvPr>
        </p:nvSpPr>
        <p:spPr>
          <a:xfrm>
            <a:off x="6240085" y="4094961"/>
            <a:ext cx="2563091" cy="928537"/>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00" name="Text Placeholder 37">
            <a:extLst>
              <a:ext uri="{FF2B5EF4-FFF2-40B4-BE49-F238E27FC236}">
                <a16:creationId xmlns:a16="http://schemas.microsoft.com/office/drawing/2014/main" id="{AD22421A-7B7E-546F-41BF-0B095C5FAD02}"/>
              </a:ext>
            </a:extLst>
          </p:cNvPr>
          <p:cNvSpPr>
            <a:spLocks noGrp="1"/>
          </p:cNvSpPr>
          <p:nvPr>
            <p:ph type="body" sz="quarter" idx="31" hasCustomPrompt="1"/>
          </p:nvPr>
        </p:nvSpPr>
        <p:spPr>
          <a:xfrm>
            <a:off x="9067450" y="3492495"/>
            <a:ext cx="2563091" cy="395417"/>
          </a:xfrm>
        </p:spPr>
        <p:txBody>
          <a:bodyPr>
            <a:normAutofit/>
          </a:bodyPr>
          <a:lstStyle>
            <a:lvl1pPr marL="0" indent="0" algn="ctr">
              <a:buNone/>
              <a:defRPr sz="1800" b="1">
                <a:solidFill>
                  <a:schemeClr val="tx1"/>
                </a:solidFill>
                <a:latin typeface="Barlow" panose="00000500000000000000" pitchFamily="2" charset="0"/>
              </a:defRPr>
            </a:lvl1pPr>
          </a:lstStyle>
          <a:p>
            <a:pPr lvl="0"/>
            <a:r>
              <a:rPr lang="en-US"/>
              <a:t>Click to add text</a:t>
            </a:r>
            <a:endParaRPr lang="en-IN"/>
          </a:p>
        </p:txBody>
      </p:sp>
      <p:sp>
        <p:nvSpPr>
          <p:cNvPr id="101" name="Text Placeholder 37">
            <a:extLst>
              <a:ext uri="{FF2B5EF4-FFF2-40B4-BE49-F238E27FC236}">
                <a16:creationId xmlns:a16="http://schemas.microsoft.com/office/drawing/2014/main" id="{72E9D0E6-3143-70EE-C2D7-10D8026F6E5B}"/>
              </a:ext>
            </a:extLst>
          </p:cNvPr>
          <p:cNvSpPr>
            <a:spLocks noGrp="1"/>
          </p:cNvSpPr>
          <p:nvPr>
            <p:ph type="body" sz="quarter" idx="32" hasCustomPrompt="1"/>
          </p:nvPr>
        </p:nvSpPr>
        <p:spPr>
          <a:xfrm>
            <a:off x="9067450" y="4094961"/>
            <a:ext cx="2563091" cy="928537"/>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Tree>
    <p:extLst>
      <p:ext uri="{BB962C8B-B14F-4D97-AF65-F5344CB8AC3E}">
        <p14:creationId xmlns:p14="http://schemas.microsoft.com/office/powerpoint/2010/main" val="2351574107"/>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Match the followin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B6A8123-506A-0865-AB94-A2207641AC8C}"/>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7" name="Rectangle 6">
            <a:extLst>
              <a:ext uri="{FF2B5EF4-FFF2-40B4-BE49-F238E27FC236}">
                <a16:creationId xmlns:a16="http://schemas.microsoft.com/office/drawing/2014/main" id="{D60AFFB5-3AED-8612-37BC-EAB3C6E0800F}"/>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Content Placeholder 50">
            <a:extLst>
              <a:ext uri="{FF2B5EF4-FFF2-40B4-BE49-F238E27FC236}">
                <a16:creationId xmlns:a16="http://schemas.microsoft.com/office/drawing/2014/main" id="{FDCAE5CE-F9E8-D464-306C-C73CA8A9B1B5}"/>
              </a:ext>
            </a:extLst>
          </p:cNvPr>
          <p:cNvSpPr>
            <a:spLocks noGrp="1"/>
          </p:cNvSpPr>
          <p:nvPr>
            <p:ph sz="quarter" idx="14" hasCustomPrompt="1"/>
          </p:nvPr>
        </p:nvSpPr>
        <p:spPr>
          <a:xfrm>
            <a:off x="1576999" y="1419668"/>
            <a:ext cx="1937402" cy="776121"/>
          </a:xfrm>
          <a:prstGeom prst="rect">
            <a:avLst/>
          </a:prstGeom>
          <a:solidFill>
            <a:schemeClr val="bg2"/>
          </a:solidFill>
          <a:effectLst>
            <a:outerShdw blurRad="50800" dist="38100" dir="2700000" algn="tl" rotWithShape="0">
              <a:prstClr val="black">
                <a:alpha val="40000"/>
              </a:prstClr>
            </a:outerShdw>
          </a:effectLst>
        </p:spPr>
        <p:txBody>
          <a:bodyPr vert="horz" lIns="0" tIns="91440" rIns="0" bIns="91440" rtlCol="0" anchor="ctr">
            <a:noAutofit/>
          </a:bodyPr>
          <a:lstStyle>
            <a:lvl1pPr>
              <a:defRPr lang="en-IN" sz="1800" b="0" dirty="0">
                <a:solidFill>
                  <a:schemeClr val="tx2"/>
                </a:solidFill>
                <a:latin typeface="Barlow" panose="00000500000000000000" pitchFamily="2" charset="0"/>
              </a:defRPr>
            </a:lvl1pPr>
          </a:lstStyle>
          <a:p>
            <a:pPr marL="0" lvl="0" indent="0" algn="ctr">
              <a:buNone/>
            </a:pPr>
            <a:r>
              <a:rPr lang="en-US"/>
              <a:t>Insert logo here</a:t>
            </a:r>
            <a:endParaRPr lang="en-IN"/>
          </a:p>
        </p:txBody>
      </p:sp>
      <p:sp>
        <p:nvSpPr>
          <p:cNvPr id="79" name="Content Placeholder 50">
            <a:extLst>
              <a:ext uri="{FF2B5EF4-FFF2-40B4-BE49-F238E27FC236}">
                <a16:creationId xmlns:a16="http://schemas.microsoft.com/office/drawing/2014/main" id="{A97061D2-4941-91EE-E837-F1043807B992}"/>
              </a:ext>
            </a:extLst>
          </p:cNvPr>
          <p:cNvSpPr>
            <a:spLocks noGrp="1"/>
          </p:cNvSpPr>
          <p:nvPr>
            <p:ph sz="quarter" idx="15" hasCustomPrompt="1"/>
          </p:nvPr>
        </p:nvSpPr>
        <p:spPr>
          <a:xfrm>
            <a:off x="1584961" y="2367710"/>
            <a:ext cx="1937402" cy="776121"/>
          </a:xfrm>
          <a:prstGeom prst="rect">
            <a:avLst/>
          </a:prstGeom>
          <a:solidFill>
            <a:schemeClr val="bg2"/>
          </a:solidFill>
          <a:effectLst>
            <a:outerShdw blurRad="50800" dist="38100" dir="2700000" algn="tl" rotWithShape="0">
              <a:prstClr val="black">
                <a:alpha val="40000"/>
              </a:prstClr>
            </a:outerShdw>
          </a:effectLst>
        </p:spPr>
        <p:txBody>
          <a:bodyPr vert="horz" lIns="0" tIns="91440" rIns="0" bIns="91440" rtlCol="0" anchor="ctr">
            <a:noAutofit/>
          </a:bodyPr>
          <a:lstStyle>
            <a:lvl1pPr>
              <a:defRPr lang="en-US" sz="1800" b="0" kern="1200" dirty="0" smtClean="0">
                <a:solidFill>
                  <a:schemeClr val="tx2"/>
                </a:solidFill>
                <a:latin typeface="Barlow" panose="00000500000000000000" pitchFamily="2" charset="0"/>
                <a:ea typeface="Open Sans" pitchFamily="2" charset="0"/>
                <a:cs typeface="Open Sans" pitchFamily="2" charset="0"/>
              </a:defRPr>
            </a:lvl1pPr>
          </a:lstStyle>
          <a:p>
            <a:pPr marL="0" lvl="0" indent="0" algn="ctr">
              <a:buNone/>
            </a:pPr>
            <a:r>
              <a:rPr lang="en-US"/>
              <a:t>Insert logo here</a:t>
            </a:r>
          </a:p>
        </p:txBody>
      </p:sp>
      <p:sp>
        <p:nvSpPr>
          <p:cNvPr id="80" name="Content Placeholder 50">
            <a:extLst>
              <a:ext uri="{FF2B5EF4-FFF2-40B4-BE49-F238E27FC236}">
                <a16:creationId xmlns:a16="http://schemas.microsoft.com/office/drawing/2014/main" id="{32BFEA47-006D-C0B3-955B-EA46F126A4B5}"/>
              </a:ext>
            </a:extLst>
          </p:cNvPr>
          <p:cNvSpPr>
            <a:spLocks noGrp="1"/>
          </p:cNvSpPr>
          <p:nvPr>
            <p:ph sz="quarter" idx="16" hasCustomPrompt="1"/>
          </p:nvPr>
        </p:nvSpPr>
        <p:spPr>
          <a:xfrm>
            <a:off x="1552069" y="3317493"/>
            <a:ext cx="1937402" cy="776121"/>
          </a:xfrm>
          <a:prstGeom prst="rect">
            <a:avLst/>
          </a:prstGeom>
          <a:solidFill>
            <a:schemeClr val="bg2"/>
          </a:solidFill>
          <a:effectLst>
            <a:outerShdw blurRad="50800" dist="38100" dir="2700000" algn="tl" rotWithShape="0">
              <a:prstClr val="black">
                <a:alpha val="40000"/>
              </a:prstClr>
            </a:outerShdw>
          </a:effectLst>
        </p:spPr>
        <p:txBody>
          <a:bodyPr vert="horz" lIns="0" tIns="91440" rIns="0" bIns="91440" rtlCol="0" anchor="ctr">
            <a:noAutofit/>
          </a:bodyPr>
          <a:lstStyle>
            <a:lvl1pPr>
              <a:defRPr lang="en-IN" sz="1800" b="0" dirty="0">
                <a:solidFill>
                  <a:schemeClr val="tx2"/>
                </a:solidFill>
                <a:latin typeface="Barlow" panose="00000500000000000000" pitchFamily="2" charset="0"/>
              </a:defRPr>
            </a:lvl1pPr>
          </a:lstStyle>
          <a:p>
            <a:pPr marL="0" lvl="0" indent="0" algn="ctr">
              <a:buNone/>
            </a:pPr>
            <a:r>
              <a:rPr lang="en-US"/>
              <a:t>Insert logo here</a:t>
            </a:r>
          </a:p>
        </p:txBody>
      </p:sp>
      <p:sp>
        <p:nvSpPr>
          <p:cNvPr id="81" name="Content Placeholder 50">
            <a:extLst>
              <a:ext uri="{FF2B5EF4-FFF2-40B4-BE49-F238E27FC236}">
                <a16:creationId xmlns:a16="http://schemas.microsoft.com/office/drawing/2014/main" id="{FEE7EDF9-F39F-9CE3-B606-01ED62D0220C}"/>
              </a:ext>
            </a:extLst>
          </p:cNvPr>
          <p:cNvSpPr>
            <a:spLocks noGrp="1"/>
          </p:cNvSpPr>
          <p:nvPr>
            <p:ph sz="quarter" idx="17" hasCustomPrompt="1"/>
          </p:nvPr>
        </p:nvSpPr>
        <p:spPr>
          <a:xfrm>
            <a:off x="1570881" y="4280762"/>
            <a:ext cx="1937402" cy="776121"/>
          </a:xfrm>
          <a:prstGeom prst="rect">
            <a:avLst/>
          </a:prstGeom>
          <a:solidFill>
            <a:schemeClr val="bg2"/>
          </a:solidFill>
          <a:effectLst>
            <a:outerShdw blurRad="50800" dist="38100" dir="2700000" algn="tl" rotWithShape="0">
              <a:prstClr val="black">
                <a:alpha val="40000"/>
              </a:prstClr>
            </a:outerShdw>
          </a:effectLst>
        </p:spPr>
        <p:txBody>
          <a:bodyPr vert="horz" lIns="0" tIns="91440" rIns="0" bIns="91440" rtlCol="0" anchor="ctr">
            <a:noAutofit/>
          </a:bodyPr>
          <a:lstStyle>
            <a:lvl1pPr>
              <a:defRPr lang="en-IN" sz="1800" b="0" dirty="0">
                <a:solidFill>
                  <a:schemeClr val="tx2"/>
                </a:solidFill>
                <a:latin typeface="Barlow" panose="00000500000000000000" pitchFamily="2" charset="0"/>
              </a:defRPr>
            </a:lvl1pPr>
          </a:lstStyle>
          <a:p>
            <a:pPr marL="0" lvl="0" indent="0" algn="ctr">
              <a:buNone/>
            </a:pPr>
            <a:r>
              <a:rPr lang="en-US"/>
              <a:t>Insert logo here</a:t>
            </a:r>
          </a:p>
        </p:txBody>
      </p:sp>
      <p:sp>
        <p:nvSpPr>
          <p:cNvPr id="82" name="Content Placeholder 50">
            <a:extLst>
              <a:ext uri="{FF2B5EF4-FFF2-40B4-BE49-F238E27FC236}">
                <a16:creationId xmlns:a16="http://schemas.microsoft.com/office/drawing/2014/main" id="{F5A9671E-0D3D-4BAC-C7FF-F65B784C1823}"/>
              </a:ext>
            </a:extLst>
          </p:cNvPr>
          <p:cNvSpPr>
            <a:spLocks noGrp="1"/>
          </p:cNvSpPr>
          <p:nvPr>
            <p:ph sz="quarter" idx="18" hasCustomPrompt="1"/>
          </p:nvPr>
        </p:nvSpPr>
        <p:spPr>
          <a:xfrm>
            <a:off x="1570880" y="5213917"/>
            <a:ext cx="1937402" cy="776121"/>
          </a:xfrm>
          <a:prstGeom prst="rect">
            <a:avLst/>
          </a:prstGeom>
          <a:solidFill>
            <a:schemeClr val="bg2"/>
          </a:solidFill>
          <a:effectLst>
            <a:outerShdw blurRad="50800" dist="38100" dir="2700000" algn="tl" rotWithShape="0">
              <a:prstClr val="black">
                <a:alpha val="40000"/>
              </a:prstClr>
            </a:outerShdw>
          </a:effectLst>
        </p:spPr>
        <p:txBody>
          <a:bodyPr vert="horz" lIns="0" tIns="91440" rIns="0" bIns="91440" rtlCol="0" anchor="ctr">
            <a:noAutofit/>
          </a:bodyPr>
          <a:lstStyle>
            <a:lvl1pPr>
              <a:defRPr lang="en-IN" sz="1800" b="0" dirty="0">
                <a:solidFill>
                  <a:schemeClr val="tx2"/>
                </a:solidFill>
                <a:latin typeface="Barlow" panose="00000500000000000000" pitchFamily="2" charset="0"/>
              </a:defRPr>
            </a:lvl1pPr>
          </a:lstStyle>
          <a:p>
            <a:pPr marL="0" lvl="0" indent="0" algn="ctr">
              <a:buNone/>
            </a:pPr>
            <a:r>
              <a:rPr lang="en-US"/>
              <a:t>Insert logo here</a:t>
            </a:r>
          </a:p>
        </p:txBody>
      </p:sp>
      <p:sp>
        <p:nvSpPr>
          <p:cNvPr id="83" name="Text Placeholder 37">
            <a:extLst>
              <a:ext uri="{FF2B5EF4-FFF2-40B4-BE49-F238E27FC236}">
                <a16:creationId xmlns:a16="http://schemas.microsoft.com/office/drawing/2014/main" id="{BC19F703-56FB-2261-A61F-F258FEF22B05}"/>
              </a:ext>
            </a:extLst>
          </p:cNvPr>
          <p:cNvSpPr>
            <a:spLocks noGrp="1"/>
          </p:cNvSpPr>
          <p:nvPr>
            <p:ph type="body" sz="quarter" idx="21" hasCustomPrompt="1"/>
          </p:nvPr>
        </p:nvSpPr>
        <p:spPr>
          <a:xfrm>
            <a:off x="5033062" y="1496254"/>
            <a:ext cx="5716215" cy="626616"/>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84" name="Text Placeholder 37">
            <a:extLst>
              <a:ext uri="{FF2B5EF4-FFF2-40B4-BE49-F238E27FC236}">
                <a16:creationId xmlns:a16="http://schemas.microsoft.com/office/drawing/2014/main" id="{298392FB-6B4D-EA43-EAC9-9078A913EC52}"/>
              </a:ext>
            </a:extLst>
          </p:cNvPr>
          <p:cNvSpPr>
            <a:spLocks noGrp="1"/>
          </p:cNvSpPr>
          <p:nvPr>
            <p:ph type="body" sz="quarter" idx="22" hasCustomPrompt="1"/>
          </p:nvPr>
        </p:nvSpPr>
        <p:spPr>
          <a:xfrm>
            <a:off x="5033063" y="2425184"/>
            <a:ext cx="5716215" cy="626616"/>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6" name="Text Placeholder 37">
            <a:extLst>
              <a:ext uri="{FF2B5EF4-FFF2-40B4-BE49-F238E27FC236}">
                <a16:creationId xmlns:a16="http://schemas.microsoft.com/office/drawing/2014/main" id="{8F55CB87-18A7-DC73-05FF-DD116AE8E48B}"/>
              </a:ext>
            </a:extLst>
          </p:cNvPr>
          <p:cNvSpPr>
            <a:spLocks noGrp="1"/>
          </p:cNvSpPr>
          <p:nvPr>
            <p:ph type="body" sz="quarter" idx="23" hasCustomPrompt="1"/>
          </p:nvPr>
        </p:nvSpPr>
        <p:spPr>
          <a:xfrm>
            <a:off x="5033064" y="3389572"/>
            <a:ext cx="5716215" cy="626616"/>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7" name="Text Placeholder 37">
            <a:extLst>
              <a:ext uri="{FF2B5EF4-FFF2-40B4-BE49-F238E27FC236}">
                <a16:creationId xmlns:a16="http://schemas.microsoft.com/office/drawing/2014/main" id="{9AC48981-1831-177D-E35E-A52CECE6685E}"/>
              </a:ext>
            </a:extLst>
          </p:cNvPr>
          <p:cNvSpPr>
            <a:spLocks noGrp="1"/>
          </p:cNvSpPr>
          <p:nvPr>
            <p:ph type="body" sz="quarter" idx="24" hasCustomPrompt="1"/>
          </p:nvPr>
        </p:nvSpPr>
        <p:spPr>
          <a:xfrm>
            <a:off x="5033065" y="4353960"/>
            <a:ext cx="5716215" cy="626616"/>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20" name="Text Placeholder 37">
            <a:extLst>
              <a:ext uri="{FF2B5EF4-FFF2-40B4-BE49-F238E27FC236}">
                <a16:creationId xmlns:a16="http://schemas.microsoft.com/office/drawing/2014/main" id="{4AAE85F7-BC33-0D17-39C6-A0BB171F5C63}"/>
              </a:ext>
            </a:extLst>
          </p:cNvPr>
          <p:cNvSpPr>
            <a:spLocks noGrp="1"/>
          </p:cNvSpPr>
          <p:nvPr>
            <p:ph type="body" sz="quarter" idx="25" hasCustomPrompt="1"/>
          </p:nvPr>
        </p:nvSpPr>
        <p:spPr>
          <a:xfrm>
            <a:off x="5033065" y="5288669"/>
            <a:ext cx="5716215" cy="626616"/>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Tree>
    <p:extLst>
      <p:ext uri="{BB962C8B-B14F-4D97-AF65-F5344CB8AC3E}">
        <p14:creationId xmlns:p14="http://schemas.microsoft.com/office/powerpoint/2010/main" val="3485489370"/>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Pros &amp; Cons">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D3206B09-0FAE-29ED-6A63-44AF836CBF54}"/>
              </a:ext>
            </a:extLst>
          </p:cNvPr>
          <p:cNvSpPr/>
          <p:nvPr userDrawn="1"/>
        </p:nvSpPr>
        <p:spPr>
          <a:xfrm>
            <a:off x="705717" y="570936"/>
            <a:ext cx="5230886" cy="1642106"/>
          </a:xfrm>
          <a:custGeom>
            <a:avLst/>
            <a:gdLst>
              <a:gd name="connsiteX0" fmla="*/ 464716 w 4183448"/>
              <a:gd name="connsiteY0" fmla="*/ 0 h 1313289"/>
              <a:gd name="connsiteX1" fmla="*/ 3718732 w 4183448"/>
              <a:gd name="connsiteY1" fmla="*/ 0 h 1313289"/>
              <a:gd name="connsiteX2" fmla="*/ 4183448 w 4183448"/>
              <a:gd name="connsiteY2" fmla="*/ 464716 h 1313289"/>
              <a:gd name="connsiteX3" fmla="*/ 3812389 w 4183448"/>
              <a:gd name="connsiteY3" fmla="*/ 919991 h 1313289"/>
              <a:gd name="connsiteX4" fmla="*/ 3784323 w 4183448"/>
              <a:gd name="connsiteY4" fmla="*/ 922820 h 1313289"/>
              <a:gd name="connsiteX5" fmla="*/ 3784323 w 4183448"/>
              <a:gd name="connsiteY5" fmla="*/ 1313289 h 1313289"/>
              <a:gd name="connsiteX6" fmla="*/ 3370070 w 4183448"/>
              <a:gd name="connsiteY6" fmla="*/ 929432 h 1313289"/>
              <a:gd name="connsiteX7" fmla="*/ 464716 w 4183448"/>
              <a:gd name="connsiteY7" fmla="*/ 929432 h 1313289"/>
              <a:gd name="connsiteX8" fmla="*/ 0 w 4183448"/>
              <a:gd name="connsiteY8" fmla="*/ 464716 h 1313289"/>
              <a:gd name="connsiteX9" fmla="*/ 464716 w 4183448"/>
              <a:gd name="connsiteY9" fmla="*/ 0 h 13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83448" h="1313289">
                <a:moveTo>
                  <a:pt x="464716" y="0"/>
                </a:moveTo>
                <a:lnTo>
                  <a:pt x="3718732" y="0"/>
                </a:lnTo>
                <a:cubicBezTo>
                  <a:pt x="3975388" y="0"/>
                  <a:pt x="4183448" y="208060"/>
                  <a:pt x="4183448" y="464716"/>
                </a:cubicBezTo>
                <a:cubicBezTo>
                  <a:pt x="4183448" y="689290"/>
                  <a:pt x="4024152" y="876658"/>
                  <a:pt x="3812389" y="919991"/>
                </a:cubicBezTo>
                <a:lnTo>
                  <a:pt x="3784323" y="922820"/>
                </a:lnTo>
                <a:lnTo>
                  <a:pt x="3784323" y="1313289"/>
                </a:lnTo>
                <a:lnTo>
                  <a:pt x="3370070" y="929432"/>
                </a:lnTo>
                <a:lnTo>
                  <a:pt x="464716" y="929432"/>
                </a:lnTo>
                <a:cubicBezTo>
                  <a:pt x="208060" y="929432"/>
                  <a:pt x="0" y="721372"/>
                  <a:pt x="0" y="464716"/>
                </a:cubicBezTo>
                <a:cubicBezTo>
                  <a:pt x="0" y="208060"/>
                  <a:pt x="208060" y="0"/>
                  <a:pt x="46471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8" name="Freeform: Shape 7">
            <a:extLst>
              <a:ext uri="{FF2B5EF4-FFF2-40B4-BE49-F238E27FC236}">
                <a16:creationId xmlns:a16="http://schemas.microsoft.com/office/drawing/2014/main" id="{0AD7EFDE-4AFF-5C66-B3EA-8DD6442FF60F}"/>
              </a:ext>
            </a:extLst>
          </p:cNvPr>
          <p:cNvSpPr/>
          <p:nvPr userDrawn="1"/>
        </p:nvSpPr>
        <p:spPr>
          <a:xfrm>
            <a:off x="6095999" y="796701"/>
            <a:ext cx="4979587" cy="1582256"/>
          </a:xfrm>
          <a:custGeom>
            <a:avLst/>
            <a:gdLst>
              <a:gd name="connsiteX0" fmla="*/ 464716 w 4183448"/>
              <a:gd name="connsiteY0" fmla="*/ 0 h 1329284"/>
              <a:gd name="connsiteX1" fmla="*/ 3718732 w 4183448"/>
              <a:gd name="connsiteY1" fmla="*/ 0 h 1329284"/>
              <a:gd name="connsiteX2" fmla="*/ 4183448 w 4183448"/>
              <a:gd name="connsiteY2" fmla="*/ 464716 h 1329284"/>
              <a:gd name="connsiteX3" fmla="*/ 3718732 w 4183448"/>
              <a:gd name="connsiteY3" fmla="*/ 929432 h 1329284"/>
              <a:gd name="connsiteX4" fmla="*/ 858958 w 4183448"/>
              <a:gd name="connsiteY4" fmla="*/ 929432 h 1329284"/>
              <a:gd name="connsiteX5" fmla="*/ 427445 w 4183448"/>
              <a:gd name="connsiteY5" fmla="*/ 1329284 h 1329284"/>
              <a:gd name="connsiteX6" fmla="*/ 427445 w 4183448"/>
              <a:gd name="connsiteY6" fmla="*/ 929432 h 1329284"/>
              <a:gd name="connsiteX7" fmla="*/ 464716 w 4183448"/>
              <a:gd name="connsiteY7" fmla="*/ 929432 h 1329284"/>
              <a:gd name="connsiteX8" fmla="*/ 0 w 4183448"/>
              <a:gd name="connsiteY8" fmla="*/ 464716 h 1329284"/>
              <a:gd name="connsiteX9" fmla="*/ 464716 w 4183448"/>
              <a:gd name="connsiteY9" fmla="*/ 0 h 1329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83448" h="1329284">
                <a:moveTo>
                  <a:pt x="464716" y="0"/>
                </a:moveTo>
                <a:lnTo>
                  <a:pt x="3718732" y="0"/>
                </a:lnTo>
                <a:cubicBezTo>
                  <a:pt x="3975388" y="0"/>
                  <a:pt x="4183448" y="208060"/>
                  <a:pt x="4183448" y="464716"/>
                </a:cubicBezTo>
                <a:cubicBezTo>
                  <a:pt x="4183448" y="721372"/>
                  <a:pt x="3975388" y="929432"/>
                  <a:pt x="3718732" y="929432"/>
                </a:cubicBezTo>
                <a:lnTo>
                  <a:pt x="858958" y="929432"/>
                </a:lnTo>
                <a:lnTo>
                  <a:pt x="427445" y="1329284"/>
                </a:lnTo>
                <a:lnTo>
                  <a:pt x="427445" y="929432"/>
                </a:lnTo>
                <a:lnTo>
                  <a:pt x="464716" y="929432"/>
                </a:lnTo>
                <a:cubicBezTo>
                  <a:pt x="208060" y="929432"/>
                  <a:pt x="0" y="721372"/>
                  <a:pt x="0" y="464716"/>
                </a:cubicBezTo>
                <a:cubicBezTo>
                  <a:pt x="0" y="208060"/>
                  <a:pt x="208060" y="0"/>
                  <a:pt x="464716"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12" name="Arrow: Pentagon 11">
            <a:extLst>
              <a:ext uri="{FF2B5EF4-FFF2-40B4-BE49-F238E27FC236}">
                <a16:creationId xmlns:a16="http://schemas.microsoft.com/office/drawing/2014/main" id="{E49AFB17-3E79-DDDD-BCFF-861BB2D9FEDF}"/>
              </a:ext>
            </a:extLst>
          </p:cNvPr>
          <p:cNvSpPr/>
          <p:nvPr userDrawn="1"/>
        </p:nvSpPr>
        <p:spPr>
          <a:xfrm>
            <a:off x="6884662" y="4958948"/>
            <a:ext cx="4770090" cy="935671"/>
          </a:xfrm>
          <a:prstGeom prst="homePlate">
            <a:avLst>
              <a:gd name="adj" fmla="val 4451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13" name="Group 12">
            <a:extLst>
              <a:ext uri="{FF2B5EF4-FFF2-40B4-BE49-F238E27FC236}">
                <a16:creationId xmlns:a16="http://schemas.microsoft.com/office/drawing/2014/main" id="{9823413E-9ADB-BD26-6B2C-76FE2FC71CE7}"/>
              </a:ext>
            </a:extLst>
          </p:cNvPr>
          <p:cNvGrpSpPr/>
          <p:nvPr userDrawn="1"/>
        </p:nvGrpSpPr>
        <p:grpSpPr>
          <a:xfrm>
            <a:off x="940561" y="2162360"/>
            <a:ext cx="4049937" cy="2542738"/>
            <a:chOff x="940561" y="1812131"/>
            <a:chExt cx="4049937" cy="2542738"/>
          </a:xfrm>
        </p:grpSpPr>
        <p:sp>
          <p:nvSpPr>
            <p:cNvPr id="14" name="Rectangle: Rounded Corners 13">
              <a:extLst>
                <a:ext uri="{FF2B5EF4-FFF2-40B4-BE49-F238E27FC236}">
                  <a16:creationId xmlns:a16="http://schemas.microsoft.com/office/drawing/2014/main" id="{D16E1A27-F279-431D-900D-55A76135A9B2}"/>
                </a:ext>
              </a:extLst>
            </p:cNvPr>
            <p:cNvSpPr/>
            <p:nvPr userDrawn="1"/>
          </p:nvSpPr>
          <p:spPr>
            <a:xfrm>
              <a:off x="940561" y="1812131"/>
              <a:ext cx="4049937" cy="739740"/>
            </a:xfrm>
            <a:prstGeom prst="roundRect">
              <a:avLst>
                <a:gd name="adj" fmla="val 50000"/>
              </a:avLst>
            </a:prstGeom>
            <a:solidFill>
              <a:schemeClr val="bg1"/>
            </a:solidFill>
            <a:ln>
              <a:noFill/>
            </a:ln>
            <a:effectLst>
              <a:outerShdw blurRad="127000" dist="38100" algn="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rIns="216000" rtlCol="0" anchor="ctr"/>
            <a:lstStyle/>
            <a:p>
              <a:pPr algn="ctr"/>
              <a:endParaRPr lang="en-ID" sz="1400"/>
            </a:p>
          </p:txBody>
        </p:sp>
        <p:sp>
          <p:nvSpPr>
            <p:cNvPr id="15" name="Rectangle: Rounded Corners 14">
              <a:extLst>
                <a:ext uri="{FF2B5EF4-FFF2-40B4-BE49-F238E27FC236}">
                  <a16:creationId xmlns:a16="http://schemas.microsoft.com/office/drawing/2014/main" id="{87AAC1C1-DFDB-FD87-756A-ED1F3BB8DBB9}"/>
                </a:ext>
              </a:extLst>
            </p:cNvPr>
            <p:cNvSpPr/>
            <p:nvPr/>
          </p:nvSpPr>
          <p:spPr>
            <a:xfrm>
              <a:off x="940561" y="2713630"/>
              <a:ext cx="4049937" cy="739740"/>
            </a:xfrm>
            <a:prstGeom prst="roundRect">
              <a:avLst>
                <a:gd name="adj" fmla="val 50000"/>
              </a:avLst>
            </a:prstGeom>
            <a:solidFill>
              <a:schemeClr val="bg1"/>
            </a:solidFill>
            <a:ln>
              <a:noFill/>
            </a:ln>
            <a:effectLst>
              <a:outerShdw blurRad="127000" dist="38100" algn="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rIns="216000" rtlCol="0" anchor="ctr"/>
            <a:lstStyle/>
            <a:p>
              <a:pPr algn="ctr"/>
              <a:endParaRPr lang="en-ID" sz="1400"/>
            </a:p>
          </p:txBody>
        </p:sp>
        <p:sp>
          <p:nvSpPr>
            <p:cNvPr id="16" name="Rectangle: Rounded Corners 15">
              <a:extLst>
                <a:ext uri="{FF2B5EF4-FFF2-40B4-BE49-F238E27FC236}">
                  <a16:creationId xmlns:a16="http://schemas.microsoft.com/office/drawing/2014/main" id="{245C8E87-08EB-7D7D-47F1-E6CBF63FAD36}"/>
                </a:ext>
              </a:extLst>
            </p:cNvPr>
            <p:cNvSpPr/>
            <p:nvPr/>
          </p:nvSpPr>
          <p:spPr>
            <a:xfrm>
              <a:off x="940561" y="3615129"/>
              <a:ext cx="4049937" cy="739740"/>
            </a:xfrm>
            <a:prstGeom prst="roundRect">
              <a:avLst>
                <a:gd name="adj" fmla="val 50000"/>
              </a:avLst>
            </a:prstGeom>
            <a:solidFill>
              <a:schemeClr val="bg1"/>
            </a:solidFill>
            <a:ln>
              <a:noFill/>
            </a:ln>
            <a:effectLst>
              <a:outerShdw blurRad="127000" dist="38100" algn="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rIns="216000" rtlCol="0" anchor="ctr"/>
            <a:lstStyle/>
            <a:p>
              <a:pPr algn="ctr"/>
              <a:endParaRPr lang="da-DK" sz="1400" b="0" i="0">
                <a:solidFill>
                  <a:srgbClr val="000000"/>
                </a:solidFill>
                <a:effectLst/>
                <a:latin typeface="Open Sans" pitchFamily="2" charset="0"/>
              </a:endParaRPr>
            </a:p>
          </p:txBody>
        </p:sp>
      </p:grpSp>
      <p:grpSp>
        <p:nvGrpSpPr>
          <p:cNvPr id="17" name="Group 16">
            <a:extLst>
              <a:ext uri="{FF2B5EF4-FFF2-40B4-BE49-F238E27FC236}">
                <a16:creationId xmlns:a16="http://schemas.microsoft.com/office/drawing/2014/main" id="{EDE858D0-C642-1337-995A-6E7BDE240A83}"/>
              </a:ext>
            </a:extLst>
          </p:cNvPr>
          <p:cNvGrpSpPr/>
          <p:nvPr userDrawn="1"/>
        </p:nvGrpSpPr>
        <p:grpSpPr>
          <a:xfrm>
            <a:off x="7204565" y="2162360"/>
            <a:ext cx="4049937" cy="2542738"/>
            <a:chOff x="7204565" y="2322318"/>
            <a:chExt cx="4049937" cy="2542738"/>
          </a:xfrm>
        </p:grpSpPr>
        <p:sp>
          <p:nvSpPr>
            <p:cNvPr id="18" name="Rectangle: Rounded Corners 17">
              <a:extLst>
                <a:ext uri="{FF2B5EF4-FFF2-40B4-BE49-F238E27FC236}">
                  <a16:creationId xmlns:a16="http://schemas.microsoft.com/office/drawing/2014/main" id="{DB1EE182-C645-726A-4D6D-ABD6EEE6A238}"/>
                </a:ext>
              </a:extLst>
            </p:cNvPr>
            <p:cNvSpPr/>
            <p:nvPr/>
          </p:nvSpPr>
          <p:spPr>
            <a:xfrm>
              <a:off x="7204565" y="2322318"/>
              <a:ext cx="4049937" cy="739740"/>
            </a:xfrm>
            <a:prstGeom prst="roundRect">
              <a:avLst>
                <a:gd name="adj" fmla="val 50000"/>
              </a:avLst>
            </a:prstGeom>
            <a:solidFill>
              <a:schemeClr val="bg1"/>
            </a:solidFill>
            <a:ln>
              <a:noFill/>
            </a:ln>
            <a:effectLst>
              <a:outerShdw blurRad="127000" dist="38100" algn="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rIns="21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400" b="0" i="0" u="none" strike="noStrike" kern="1200" cap="none" spc="0" normalizeH="0" baseline="0" noProof="0">
                <a:ln>
                  <a:noFill/>
                </a:ln>
                <a:solidFill>
                  <a:prstClr val="white"/>
                </a:solidFill>
                <a:effectLst/>
                <a:uLnTx/>
                <a:uFillTx/>
                <a:latin typeface="Segoe UI Light"/>
                <a:ea typeface="+mn-ea"/>
                <a:cs typeface="+mn-cs"/>
              </a:endParaRPr>
            </a:p>
          </p:txBody>
        </p:sp>
        <p:sp>
          <p:nvSpPr>
            <p:cNvPr id="19" name="Rectangle: Rounded Corners 18">
              <a:extLst>
                <a:ext uri="{FF2B5EF4-FFF2-40B4-BE49-F238E27FC236}">
                  <a16:creationId xmlns:a16="http://schemas.microsoft.com/office/drawing/2014/main" id="{3BA1541E-79E5-CC46-6D53-906C6A57C481}"/>
                </a:ext>
              </a:extLst>
            </p:cNvPr>
            <p:cNvSpPr/>
            <p:nvPr/>
          </p:nvSpPr>
          <p:spPr>
            <a:xfrm>
              <a:off x="7204565" y="3223817"/>
              <a:ext cx="4049937" cy="739740"/>
            </a:xfrm>
            <a:prstGeom prst="roundRect">
              <a:avLst>
                <a:gd name="adj" fmla="val 50000"/>
              </a:avLst>
            </a:prstGeom>
            <a:solidFill>
              <a:schemeClr val="bg1"/>
            </a:solidFill>
            <a:ln>
              <a:noFill/>
            </a:ln>
            <a:effectLst>
              <a:outerShdw blurRad="127000" dist="38100" algn="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rIns="21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400" b="0" i="0" u="none" strike="noStrike" kern="1200" cap="none" spc="0" normalizeH="0" baseline="0" noProof="0">
                <a:ln>
                  <a:noFill/>
                </a:ln>
                <a:solidFill>
                  <a:prstClr val="white"/>
                </a:solidFill>
                <a:effectLst/>
                <a:uLnTx/>
                <a:uFillTx/>
                <a:latin typeface="Segoe UI Light"/>
                <a:ea typeface="+mn-ea"/>
                <a:cs typeface="+mn-cs"/>
              </a:endParaRPr>
            </a:p>
          </p:txBody>
        </p:sp>
        <p:sp>
          <p:nvSpPr>
            <p:cNvPr id="20" name="Rectangle: Rounded Corners 19">
              <a:extLst>
                <a:ext uri="{FF2B5EF4-FFF2-40B4-BE49-F238E27FC236}">
                  <a16:creationId xmlns:a16="http://schemas.microsoft.com/office/drawing/2014/main" id="{E2445EDE-4CC0-9BE9-5BA1-166B6999F127}"/>
                </a:ext>
              </a:extLst>
            </p:cNvPr>
            <p:cNvSpPr/>
            <p:nvPr/>
          </p:nvSpPr>
          <p:spPr>
            <a:xfrm>
              <a:off x="7204565" y="4125316"/>
              <a:ext cx="4049937" cy="739740"/>
            </a:xfrm>
            <a:prstGeom prst="roundRect">
              <a:avLst>
                <a:gd name="adj" fmla="val 50000"/>
              </a:avLst>
            </a:prstGeom>
            <a:solidFill>
              <a:schemeClr val="bg1"/>
            </a:solidFill>
            <a:ln>
              <a:noFill/>
            </a:ln>
            <a:effectLst>
              <a:outerShdw blurRad="127000" dist="38100" algn="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rIns="21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400" b="0" i="0" u="none" strike="noStrike" kern="1200" cap="none" spc="0" normalizeH="0" baseline="0" noProof="0">
                <a:ln>
                  <a:noFill/>
                </a:ln>
                <a:solidFill>
                  <a:prstClr val="white"/>
                </a:solidFill>
                <a:effectLst/>
                <a:uLnTx/>
                <a:uFillTx/>
                <a:latin typeface="Segoe UI Light"/>
                <a:ea typeface="+mn-ea"/>
                <a:cs typeface="+mn-cs"/>
              </a:endParaRPr>
            </a:p>
          </p:txBody>
        </p:sp>
      </p:grpSp>
      <p:sp>
        <p:nvSpPr>
          <p:cNvPr id="21" name="TextBox 20">
            <a:extLst>
              <a:ext uri="{FF2B5EF4-FFF2-40B4-BE49-F238E27FC236}">
                <a16:creationId xmlns:a16="http://schemas.microsoft.com/office/drawing/2014/main" id="{9FED23E6-0F44-2B56-D842-C8F622C70E37}"/>
              </a:ext>
            </a:extLst>
          </p:cNvPr>
          <p:cNvSpPr txBox="1"/>
          <p:nvPr userDrawn="1"/>
        </p:nvSpPr>
        <p:spPr>
          <a:xfrm>
            <a:off x="2811854" y="818937"/>
            <a:ext cx="1136658" cy="646331"/>
          </a:xfrm>
          <a:prstGeom prst="rect">
            <a:avLst/>
          </a:prstGeom>
          <a:noFill/>
        </p:spPr>
        <p:txBody>
          <a:bodyPr wrap="none" rtlCol="0">
            <a:spAutoFit/>
          </a:bodyPr>
          <a:lstStyle/>
          <a:p>
            <a:r>
              <a:rPr lang="en-US" sz="3600" b="1">
                <a:solidFill>
                  <a:schemeClr val="bg1"/>
                </a:solidFill>
                <a:latin typeface="+mj-lt"/>
              </a:rPr>
              <a:t>Pros</a:t>
            </a:r>
            <a:endParaRPr lang="en-ID" sz="3600" b="1">
              <a:solidFill>
                <a:schemeClr val="bg1"/>
              </a:solidFill>
              <a:latin typeface="+mj-lt"/>
            </a:endParaRPr>
          </a:p>
        </p:txBody>
      </p:sp>
      <p:sp>
        <p:nvSpPr>
          <p:cNvPr id="22" name="TextBox 21">
            <a:extLst>
              <a:ext uri="{FF2B5EF4-FFF2-40B4-BE49-F238E27FC236}">
                <a16:creationId xmlns:a16="http://schemas.microsoft.com/office/drawing/2014/main" id="{3A9329AB-AD0A-7555-E0E9-DAABF0B24C7F}"/>
              </a:ext>
            </a:extLst>
          </p:cNvPr>
          <p:cNvSpPr txBox="1"/>
          <p:nvPr userDrawn="1"/>
        </p:nvSpPr>
        <p:spPr>
          <a:xfrm>
            <a:off x="8134146" y="992886"/>
            <a:ext cx="1237839" cy="646331"/>
          </a:xfrm>
          <a:prstGeom prst="rect">
            <a:avLst/>
          </a:prstGeom>
          <a:noFill/>
        </p:spPr>
        <p:txBody>
          <a:bodyPr wrap="none" rtlCol="0">
            <a:spAutoFit/>
          </a:bodyPr>
          <a:lstStyle/>
          <a:p>
            <a:r>
              <a:rPr lang="en-US" sz="3600" b="1">
                <a:solidFill>
                  <a:schemeClr val="bg1"/>
                </a:solidFill>
                <a:latin typeface="+mj-lt"/>
              </a:rPr>
              <a:t>Cons</a:t>
            </a:r>
            <a:endParaRPr lang="en-ID" sz="3600" b="1">
              <a:solidFill>
                <a:schemeClr val="bg1"/>
              </a:solidFill>
              <a:latin typeface="+mj-lt"/>
            </a:endParaRPr>
          </a:p>
        </p:txBody>
      </p:sp>
      <p:sp>
        <p:nvSpPr>
          <p:cNvPr id="23" name="Arrow: Pentagon 22">
            <a:extLst>
              <a:ext uri="{FF2B5EF4-FFF2-40B4-BE49-F238E27FC236}">
                <a16:creationId xmlns:a16="http://schemas.microsoft.com/office/drawing/2014/main" id="{E6886F20-8E1C-B3AA-80E5-80F24D9E83D8}"/>
              </a:ext>
            </a:extLst>
          </p:cNvPr>
          <p:cNvSpPr/>
          <p:nvPr userDrawn="1"/>
        </p:nvSpPr>
        <p:spPr>
          <a:xfrm rot="10800000">
            <a:off x="515938" y="4958947"/>
            <a:ext cx="4791401" cy="935671"/>
          </a:xfrm>
          <a:prstGeom prst="homePlate">
            <a:avLst>
              <a:gd name="adj" fmla="val 4451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27" name="Group 26">
            <a:extLst>
              <a:ext uri="{FF2B5EF4-FFF2-40B4-BE49-F238E27FC236}">
                <a16:creationId xmlns:a16="http://schemas.microsoft.com/office/drawing/2014/main" id="{40CC6F63-AAB5-FF15-F023-9A6A64887934}"/>
              </a:ext>
            </a:extLst>
          </p:cNvPr>
          <p:cNvGrpSpPr/>
          <p:nvPr userDrawn="1"/>
        </p:nvGrpSpPr>
        <p:grpSpPr>
          <a:xfrm>
            <a:off x="517952" y="2079340"/>
            <a:ext cx="839091" cy="839091"/>
            <a:chOff x="9277350" y="-850900"/>
            <a:chExt cx="1243118" cy="1243118"/>
          </a:xfrm>
        </p:grpSpPr>
        <p:sp>
          <p:nvSpPr>
            <p:cNvPr id="28" name="Oval 27">
              <a:extLst>
                <a:ext uri="{FF2B5EF4-FFF2-40B4-BE49-F238E27FC236}">
                  <a16:creationId xmlns:a16="http://schemas.microsoft.com/office/drawing/2014/main" id="{2435BAD9-43B0-E746-BA17-AFE8C390A5AA}"/>
                </a:ext>
              </a:extLst>
            </p:cNvPr>
            <p:cNvSpPr/>
            <p:nvPr/>
          </p:nvSpPr>
          <p:spPr>
            <a:xfrm>
              <a:off x="9277350" y="-850900"/>
              <a:ext cx="1243118" cy="1243118"/>
            </a:xfrm>
            <a:prstGeom prst="ellipse">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29" name="Group 28">
              <a:extLst>
                <a:ext uri="{FF2B5EF4-FFF2-40B4-BE49-F238E27FC236}">
                  <a16:creationId xmlns:a16="http://schemas.microsoft.com/office/drawing/2014/main" id="{C3BBD765-F4C0-2304-8D4D-6FB06326486D}"/>
                </a:ext>
              </a:extLst>
            </p:cNvPr>
            <p:cNvGrpSpPr/>
            <p:nvPr/>
          </p:nvGrpSpPr>
          <p:grpSpPr>
            <a:xfrm>
              <a:off x="9499624" y="-628626"/>
              <a:ext cx="798571" cy="798571"/>
              <a:chOff x="8559800" y="-698500"/>
              <a:chExt cx="558800" cy="558800"/>
            </a:xfrm>
          </p:grpSpPr>
          <p:sp>
            <p:nvSpPr>
              <p:cNvPr id="30" name="Oval 29">
                <a:extLst>
                  <a:ext uri="{FF2B5EF4-FFF2-40B4-BE49-F238E27FC236}">
                    <a16:creationId xmlns:a16="http://schemas.microsoft.com/office/drawing/2014/main" id="{A8EE5C71-3122-ED28-B0C2-7667C8C399FC}"/>
                  </a:ext>
                </a:extLst>
              </p:cNvPr>
              <p:cNvSpPr/>
              <p:nvPr/>
            </p:nvSpPr>
            <p:spPr>
              <a:xfrm>
                <a:off x="8559800" y="-698500"/>
                <a:ext cx="558800" cy="5588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1" name="Freeform 30">
                <a:extLst>
                  <a:ext uri="{FF2B5EF4-FFF2-40B4-BE49-F238E27FC236}">
                    <a16:creationId xmlns:a16="http://schemas.microsoft.com/office/drawing/2014/main" id="{0745507A-EBEB-80CE-59EB-11C25FDD50D7}"/>
                  </a:ext>
                </a:extLst>
              </p:cNvPr>
              <p:cNvSpPr>
                <a:spLocks/>
              </p:cNvSpPr>
              <p:nvPr/>
            </p:nvSpPr>
            <p:spPr bwMode="auto">
              <a:xfrm>
                <a:off x="8666162" y="-567532"/>
                <a:ext cx="346075" cy="296863"/>
              </a:xfrm>
              <a:custGeom>
                <a:avLst/>
                <a:gdLst>
                  <a:gd name="T0" fmla="*/ 185 w 218"/>
                  <a:gd name="T1" fmla="*/ 0 h 187"/>
                  <a:gd name="T2" fmla="*/ 66 w 218"/>
                  <a:gd name="T3" fmla="*/ 120 h 187"/>
                  <a:gd name="T4" fmla="*/ 33 w 218"/>
                  <a:gd name="T5" fmla="*/ 86 h 187"/>
                  <a:gd name="T6" fmla="*/ 0 w 218"/>
                  <a:gd name="T7" fmla="*/ 120 h 187"/>
                  <a:gd name="T8" fmla="*/ 66 w 218"/>
                  <a:gd name="T9" fmla="*/ 187 h 187"/>
                  <a:gd name="T10" fmla="*/ 218 w 218"/>
                  <a:gd name="T11" fmla="*/ 34 h 187"/>
                  <a:gd name="T12" fmla="*/ 185 w 218"/>
                  <a:gd name="T13" fmla="*/ 0 h 187"/>
                </a:gdLst>
                <a:ahLst/>
                <a:cxnLst>
                  <a:cxn ang="0">
                    <a:pos x="T0" y="T1"/>
                  </a:cxn>
                  <a:cxn ang="0">
                    <a:pos x="T2" y="T3"/>
                  </a:cxn>
                  <a:cxn ang="0">
                    <a:pos x="T4" y="T5"/>
                  </a:cxn>
                  <a:cxn ang="0">
                    <a:pos x="T6" y="T7"/>
                  </a:cxn>
                  <a:cxn ang="0">
                    <a:pos x="T8" y="T9"/>
                  </a:cxn>
                  <a:cxn ang="0">
                    <a:pos x="T10" y="T11"/>
                  </a:cxn>
                  <a:cxn ang="0">
                    <a:pos x="T12" y="T13"/>
                  </a:cxn>
                </a:cxnLst>
                <a:rect l="0" t="0" r="r" b="b"/>
                <a:pathLst>
                  <a:path w="218" h="187">
                    <a:moveTo>
                      <a:pt x="185" y="0"/>
                    </a:moveTo>
                    <a:lnTo>
                      <a:pt x="66" y="120"/>
                    </a:lnTo>
                    <a:lnTo>
                      <a:pt x="33" y="86"/>
                    </a:lnTo>
                    <a:lnTo>
                      <a:pt x="0" y="120"/>
                    </a:lnTo>
                    <a:lnTo>
                      <a:pt x="66" y="187"/>
                    </a:lnTo>
                    <a:lnTo>
                      <a:pt x="218" y="34"/>
                    </a:lnTo>
                    <a:lnTo>
                      <a:pt x="185" y="0"/>
                    </a:lnTo>
                    <a:close/>
                  </a:path>
                </a:pathLst>
              </a:custGeom>
              <a:noFill/>
              <a:ln w="15875"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grpSp>
      </p:grpSp>
      <p:grpSp>
        <p:nvGrpSpPr>
          <p:cNvPr id="32" name="Group 31">
            <a:extLst>
              <a:ext uri="{FF2B5EF4-FFF2-40B4-BE49-F238E27FC236}">
                <a16:creationId xmlns:a16="http://schemas.microsoft.com/office/drawing/2014/main" id="{4F45F94B-7617-8DD2-F06B-310D6EA0A192}"/>
              </a:ext>
            </a:extLst>
          </p:cNvPr>
          <p:cNvGrpSpPr/>
          <p:nvPr userDrawn="1"/>
        </p:nvGrpSpPr>
        <p:grpSpPr>
          <a:xfrm>
            <a:off x="517952" y="3001484"/>
            <a:ext cx="839091" cy="839091"/>
            <a:chOff x="9277350" y="-850900"/>
            <a:chExt cx="1243118" cy="1243118"/>
          </a:xfrm>
        </p:grpSpPr>
        <p:sp>
          <p:nvSpPr>
            <p:cNvPr id="33" name="Oval 32">
              <a:extLst>
                <a:ext uri="{FF2B5EF4-FFF2-40B4-BE49-F238E27FC236}">
                  <a16:creationId xmlns:a16="http://schemas.microsoft.com/office/drawing/2014/main" id="{B2C04B61-92A8-9F6D-4F7F-91C470AB1CE4}"/>
                </a:ext>
              </a:extLst>
            </p:cNvPr>
            <p:cNvSpPr/>
            <p:nvPr/>
          </p:nvSpPr>
          <p:spPr>
            <a:xfrm>
              <a:off x="9277350" y="-850900"/>
              <a:ext cx="1243118" cy="1243118"/>
            </a:xfrm>
            <a:prstGeom prst="ellipse">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34" name="Group 33">
              <a:extLst>
                <a:ext uri="{FF2B5EF4-FFF2-40B4-BE49-F238E27FC236}">
                  <a16:creationId xmlns:a16="http://schemas.microsoft.com/office/drawing/2014/main" id="{8A50A0D0-DBBA-E963-90CA-4473C1D535B5}"/>
                </a:ext>
              </a:extLst>
            </p:cNvPr>
            <p:cNvGrpSpPr/>
            <p:nvPr/>
          </p:nvGrpSpPr>
          <p:grpSpPr>
            <a:xfrm>
              <a:off x="9499624" y="-628626"/>
              <a:ext cx="798571" cy="798571"/>
              <a:chOff x="8559800" y="-698500"/>
              <a:chExt cx="558800" cy="558800"/>
            </a:xfrm>
          </p:grpSpPr>
          <p:sp>
            <p:nvSpPr>
              <p:cNvPr id="35" name="Oval 34">
                <a:extLst>
                  <a:ext uri="{FF2B5EF4-FFF2-40B4-BE49-F238E27FC236}">
                    <a16:creationId xmlns:a16="http://schemas.microsoft.com/office/drawing/2014/main" id="{29CAEDC6-CE39-2DAB-73B0-D2EEF7236BD3}"/>
                  </a:ext>
                </a:extLst>
              </p:cNvPr>
              <p:cNvSpPr/>
              <p:nvPr/>
            </p:nvSpPr>
            <p:spPr>
              <a:xfrm>
                <a:off x="8559800" y="-698500"/>
                <a:ext cx="558800" cy="5588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6" name="Freeform 30">
                <a:extLst>
                  <a:ext uri="{FF2B5EF4-FFF2-40B4-BE49-F238E27FC236}">
                    <a16:creationId xmlns:a16="http://schemas.microsoft.com/office/drawing/2014/main" id="{DA3683E8-AD3B-305D-B2F4-4DAA31B8B9A8}"/>
                  </a:ext>
                </a:extLst>
              </p:cNvPr>
              <p:cNvSpPr>
                <a:spLocks/>
              </p:cNvSpPr>
              <p:nvPr/>
            </p:nvSpPr>
            <p:spPr bwMode="auto">
              <a:xfrm>
                <a:off x="8666162" y="-567532"/>
                <a:ext cx="346075" cy="296863"/>
              </a:xfrm>
              <a:custGeom>
                <a:avLst/>
                <a:gdLst>
                  <a:gd name="T0" fmla="*/ 185 w 218"/>
                  <a:gd name="T1" fmla="*/ 0 h 187"/>
                  <a:gd name="T2" fmla="*/ 66 w 218"/>
                  <a:gd name="T3" fmla="*/ 120 h 187"/>
                  <a:gd name="T4" fmla="*/ 33 w 218"/>
                  <a:gd name="T5" fmla="*/ 86 h 187"/>
                  <a:gd name="T6" fmla="*/ 0 w 218"/>
                  <a:gd name="T7" fmla="*/ 120 h 187"/>
                  <a:gd name="T8" fmla="*/ 66 w 218"/>
                  <a:gd name="T9" fmla="*/ 187 h 187"/>
                  <a:gd name="T10" fmla="*/ 218 w 218"/>
                  <a:gd name="T11" fmla="*/ 34 h 187"/>
                  <a:gd name="T12" fmla="*/ 185 w 218"/>
                  <a:gd name="T13" fmla="*/ 0 h 187"/>
                </a:gdLst>
                <a:ahLst/>
                <a:cxnLst>
                  <a:cxn ang="0">
                    <a:pos x="T0" y="T1"/>
                  </a:cxn>
                  <a:cxn ang="0">
                    <a:pos x="T2" y="T3"/>
                  </a:cxn>
                  <a:cxn ang="0">
                    <a:pos x="T4" y="T5"/>
                  </a:cxn>
                  <a:cxn ang="0">
                    <a:pos x="T6" y="T7"/>
                  </a:cxn>
                  <a:cxn ang="0">
                    <a:pos x="T8" y="T9"/>
                  </a:cxn>
                  <a:cxn ang="0">
                    <a:pos x="T10" y="T11"/>
                  </a:cxn>
                  <a:cxn ang="0">
                    <a:pos x="T12" y="T13"/>
                  </a:cxn>
                </a:cxnLst>
                <a:rect l="0" t="0" r="r" b="b"/>
                <a:pathLst>
                  <a:path w="218" h="187">
                    <a:moveTo>
                      <a:pt x="185" y="0"/>
                    </a:moveTo>
                    <a:lnTo>
                      <a:pt x="66" y="120"/>
                    </a:lnTo>
                    <a:lnTo>
                      <a:pt x="33" y="86"/>
                    </a:lnTo>
                    <a:lnTo>
                      <a:pt x="0" y="120"/>
                    </a:lnTo>
                    <a:lnTo>
                      <a:pt x="66" y="187"/>
                    </a:lnTo>
                    <a:lnTo>
                      <a:pt x="218" y="34"/>
                    </a:lnTo>
                    <a:lnTo>
                      <a:pt x="185" y="0"/>
                    </a:lnTo>
                    <a:close/>
                  </a:path>
                </a:pathLst>
              </a:custGeom>
              <a:noFill/>
              <a:ln w="15875"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grpSp>
      </p:grpSp>
      <p:grpSp>
        <p:nvGrpSpPr>
          <p:cNvPr id="37" name="Group 36">
            <a:extLst>
              <a:ext uri="{FF2B5EF4-FFF2-40B4-BE49-F238E27FC236}">
                <a16:creationId xmlns:a16="http://schemas.microsoft.com/office/drawing/2014/main" id="{7E603E73-0312-BA61-86C3-45153E5CB10F}"/>
              </a:ext>
            </a:extLst>
          </p:cNvPr>
          <p:cNvGrpSpPr/>
          <p:nvPr userDrawn="1"/>
        </p:nvGrpSpPr>
        <p:grpSpPr>
          <a:xfrm>
            <a:off x="517952" y="3923628"/>
            <a:ext cx="839091" cy="839091"/>
            <a:chOff x="9277350" y="-850900"/>
            <a:chExt cx="1243118" cy="1243118"/>
          </a:xfrm>
        </p:grpSpPr>
        <p:sp>
          <p:nvSpPr>
            <p:cNvPr id="38" name="Oval 37">
              <a:extLst>
                <a:ext uri="{FF2B5EF4-FFF2-40B4-BE49-F238E27FC236}">
                  <a16:creationId xmlns:a16="http://schemas.microsoft.com/office/drawing/2014/main" id="{B8E4A87A-06CF-EEEA-E30B-7CD22FB20F7E}"/>
                </a:ext>
              </a:extLst>
            </p:cNvPr>
            <p:cNvSpPr/>
            <p:nvPr/>
          </p:nvSpPr>
          <p:spPr>
            <a:xfrm>
              <a:off x="9277350" y="-850900"/>
              <a:ext cx="1243118" cy="1243118"/>
            </a:xfrm>
            <a:prstGeom prst="ellipse">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39" name="Group 38">
              <a:extLst>
                <a:ext uri="{FF2B5EF4-FFF2-40B4-BE49-F238E27FC236}">
                  <a16:creationId xmlns:a16="http://schemas.microsoft.com/office/drawing/2014/main" id="{A951DBD0-2E79-AE6F-D16A-4A1A9B1425C0}"/>
                </a:ext>
              </a:extLst>
            </p:cNvPr>
            <p:cNvGrpSpPr/>
            <p:nvPr/>
          </p:nvGrpSpPr>
          <p:grpSpPr>
            <a:xfrm>
              <a:off x="9499624" y="-628626"/>
              <a:ext cx="798571" cy="798571"/>
              <a:chOff x="8559800" y="-698500"/>
              <a:chExt cx="558800" cy="558800"/>
            </a:xfrm>
          </p:grpSpPr>
          <p:sp>
            <p:nvSpPr>
              <p:cNvPr id="40" name="Oval 39">
                <a:extLst>
                  <a:ext uri="{FF2B5EF4-FFF2-40B4-BE49-F238E27FC236}">
                    <a16:creationId xmlns:a16="http://schemas.microsoft.com/office/drawing/2014/main" id="{309DF095-59FB-6B09-AFF6-3F2ADCBB380C}"/>
                  </a:ext>
                </a:extLst>
              </p:cNvPr>
              <p:cNvSpPr/>
              <p:nvPr/>
            </p:nvSpPr>
            <p:spPr>
              <a:xfrm>
                <a:off x="8559800" y="-698500"/>
                <a:ext cx="558800" cy="5588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1" name="Freeform 30">
                <a:extLst>
                  <a:ext uri="{FF2B5EF4-FFF2-40B4-BE49-F238E27FC236}">
                    <a16:creationId xmlns:a16="http://schemas.microsoft.com/office/drawing/2014/main" id="{3FF1F3E8-95F4-F16A-8BD2-31DA4B114745}"/>
                  </a:ext>
                </a:extLst>
              </p:cNvPr>
              <p:cNvSpPr>
                <a:spLocks/>
              </p:cNvSpPr>
              <p:nvPr/>
            </p:nvSpPr>
            <p:spPr bwMode="auto">
              <a:xfrm>
                <a:off x="8666162" y="-567532"/>
                <a:ext cx="346075" cy="296863"/>
              </a:xfrm>
              <a:custGeom>
                <a:avLst/>
                <a:gdLst>
                  <a:gd name="T0" fmla="*/ 185 w 218"/>
                  <a:gd name="T1" fmla="*/ 0 h 187"/>
                  <a:gd name="T2" fmla="*/ 66 w 218"/>
                  <a:gd name="T3" fmla="*/ 120 h 187"/>
                  <a:gd name="T4" fmla="*/ 33 w 218"/>
                  <a:gd name="T5" fmla="*/ 86 h 187"/>
                  <a:gd name="T6" fmla="*/ 0 w 218"/>
                  <a:gd name="T7" fmla="*/ 120 h 187"/>
                  <a:gd name="T8" fmla="*/ 66 w 218"/>
                  <a:gd name="T9" fmla="*/ 187 h 187"/>
                  <a:gd name="T10" fmla="*/ 218 w 218"/>
                  <a:gd name="T11" fmla="*/ 34 h 187"/>
                  <a:gd name="T12" fmla="*/ 185 w 218"/>
                  <a:gd name="T13" fmla="*/ 0 h 187"/>
                </a:gdLst>
                <a:ahLst/>
                <a:cxnLst>
                  <a:cxn ang="0">
                    <a:pos x="T0" y="T1"/>
                  </a:cxn>
                  <a:cxn ang="0">
                    <a:pos x="T2" y="T3"/>
                  </a:cxn>
                  <a:cxn ang="0">
                    <a:pos x="T4" y="T5"/>
                  </a:cxn>
                  <a:cxn ang="0">
                    <a:pos x="T6" y="T7"/>
                  </a:cxn>
                  <a:cxn ang="0">
                    <a:pos x="T8" y="T9"/>
                  </a:cxn>
                  <a:cxn ang="0">
                    <a:pos x="T10" y="T11"/>
                  </a:cxn>
                  <a:cxn ang="0">
                    <a:pos x="T12" y="T13"/>
                  </a:cxn>
                </a:cxnLst>
                <a:rect l="0" t="0" r="r" b="b"/>
                <a:pathLst>
                  <a:path w="218" h="187">
                    <a:moveTo>
                      <a:pt x="185" y="0"/>
                    </a:moveTo>
                    <a:lnTo>
                      <a:pt x="66" y="120"/>
                    </a:lnTo>
                    <a:lnTo>
                      <a:pt x="33" y="86"/>
                    </a:lnTo>
                    <a:lnTo>
                      <a:pt x="0" y="120"/>
                    </a:lnTo>
                    <a:lnTo>
                      <a:pt x="66" y="187"/>
                    </a:lnTo>
                    <a:lnTo>
                      <a:pt x="218" y="34"/>
                    </a:lnTo>
                    <a:lnTo>
                      <a:pt x="185" y="0"/>
                    </a:lnTo>
                    <a:close/>
                  </a:path>
                </a:pathLst>
              </a:custGeom>
              <a:noFill/>
              <a:ln w="15875"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grpSp>
      </p:grpSp>
      <p:grpSp>
        <p:nvGrpSpPr>
          <p:cNvPr id="42" name="Group 41">
            <a:extLst>
              <a:ext uri="{FF2B5EF4-FFF2-40B4-BE49-F238E27FC236}">
                <a16:creationId xmlns:a16="http://schemas.microsoft.com/office/drawing/2014/main" id="{EEE65412-5813-E15F-F78E-AAA45766AB55}"/>
              </a:ext>
            </a:extLst>
          </p:cNvPr>
          <p:cNvGrpSpPr/>
          <p:nvPr userDrawn="1"/>
        </p:nvGrpSpPr>
        <p:grpSpPr>
          <a:xfrm>
            <a:off x="4985717" y="764067"/>
            <a:ext cx="739740" cy="739740"/>
            <a:chOff x="4276786" y="1375502"/>
            <a:chExt cx="474283" cy="474283"/>
          </a:xfrm>
          <a:effectLst>
            <a:outerShdw blurRad="152400" dist="38100" algn="l" rotWithShape="0">
              <a:prstClr val="black">
                <a:alpha val="38000"/>
              </a:prstClr>
            </a:outerShdw>
          </a:effectLst>
        </p:grpSpPr>
        <p:sp>
          <p:nvSpPr>
            <p:cNvPr id="43" name="Oval 42">
              <a:extLst>
                <a:ext uri="{FF2B5EF4-FFF2-40B4-BE49-F238E27FC236}">
                  <a16:creationId xmlns:a16="http://schemas.microsoft.com/office/drawing/2014/main" id="{AA6DE401-E539-B810-9DFE-3A5F9EEC370B}"/>
                </a:ext>
              </a:extLst>
            </p:cNvPr>
            <p:cNvSpPr/>
            <p:nvPr/>
          </p:nvSpPr>
          <p:spPr>
            <a:xfrm>
              <a:off x="4276786" y="1375502"/>
              <a:ext cx="474283" cy="474283"/>
            </a:xfrm>
            <a:prstGeom prst="ellipse">
              <a:avLst/>
            </a:prstGeom>
            <a:solidFill>
              <a:schemeClr val="bg1"/>
            </a:solidFill>
            <a:ln>
              <a:noFill/>
            </a:ln>
            <a:effectLst>
              <a:outerShdw blurRad="127000" dist="635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a:extLst>
                <a:ext uri="{FF2B5EF4-FFF2-40B4-BE49-F238E27FC236}">
                  <a16:creationId xmlns:a16="http://schemas.microsoft.com/office/drawing/2014/main" id="{461F0600-A497-BD75-ACCC-CC99167DB925}"/>
                </a:ext>
              </a:extLst>
            </p:cNvPr>
            <p:cNvGrpSpPr/>
            <p:nvPr/>
          </p:nvGrpSpPr>
          <p:grpSpPr>
            <a:xfrm>
              <a:off x="4370921" y="1480133"/>
              <a:ext cx="286013" cy="265021"/>
              <a:chOff x="2982913" y="6350"/>
              <a:chExt cx="346075" cy="320675"/>
            </a:xfrm>
          </p:grpSpPr>
          <p:sp>
            <p:nvSpPr>
              <p:cNvPr id="45" name="Freeform 80">
                <a:extLst>
                  <a:ext uri="{FF2B5EF4-FFF2-40B4-BE49-F238E27FC236}">
                    <a16:creationId xmlns:a16="http://schemas.microsoft.com/office/drawing/2014/main" id="{6CBB4066-4E15-8C47-2108-14A4B61696CB}"/>
                  </a:ext>
                </a:extLst>
              </p:cNvPr>
              <p:cNvSpPr>
                <a:spLocks/>
              </p:cNvSpPr>
              <p:nvPr/>
            </p:nvSpPr>
            <p:spPr bwMode="auto">
              <a:xfrm>
                <a:off x="3059113" y="6350"/>
                <a:ext cx="269875" cy="304800"/>
              </a:xfrm>
              <a:custGeom>
                <a:avLst/>
                <a:gdLst>
                  <a:gd name="T0" fmla="*/ 58 w 72"/>
                  <a:gd name="T1" fmla="*/ 59 h 81"/>
                  <a:gd name="T2" fmla="*/ 58 w 72"/>
                  <a:gd name="T3" fmla="*/ 59 h 81"/>
                  <a:gd name="T4" fmla="*/ 64 w 72"/>
                  <a:gd name="T5" fmla="*/ 65 h 81"/>
                  <a:gd name="T6" fmla="*/ 58 w 72"/>
                  <a:gd name="T7" fmla="*/ 71 h 81"/>
                  <a:gd name="T8" fmla="*/ 54 w 72"/>
                  <a:gd name="T9" fmla="*/ 71 h 81"/>
                  <a:gd name="T10" fmla="*/ 60 w 72"/>
                  <a:gd name="T11" fmla="*/ 77 h 81"/>
                  <a:gd name="T12" fmla="*/ 54 w 72"/>
                  <a:gd name="T13" fmla="*/ 81 h 81"/>
                  <a:gd name="T14" fmla="*/ 28 w 72"/>
                  <a:gd name="T15" fmla="*/ 81 h 81"/>
                  <a:gd name="T16" fmla="*/ 0 w 72"/>
                  <a:gd name="T17" fmla="*/ 77 h 81"/>
                  <a:gd name="T18" fmla="*/ 0 w 72"/>
                  <a:gd name="T19" fmla="*/ 43 h 81"/>
                  <a:gd name="T20" fmla="*/ 26 w 72"/>
                  <a:gd name="T21" fmla="*/ 9 h 81"/>
                  <a:gd name="T22" fmla="*/ 38 w 72"/>
                  <a:gd name="T23" fmla="*/ 12 h 81"/>
                  <a:gd name="T24" fmla="*/ 34 w 72"/>
                  <a:gd name="T25" fmla="*/ 33 h 81"/>
                  <a:gd name="T26" fmla="*/ 66 w 72"/>
                  <a:gd name="T27" fmla="*/ 33 h 81"/>
                  <a:gd name="T28" fmla="*/ 72 w 72"/>
                  <a:gd name="T29" fmla="*/ 39 h 81"/>
                  <a:gd name="T30" fmla="*/ 66 w 72"/>
                  <a:gd name="T31" fmla="*/ 47 h 81"/>
                  <a:gd name="T32" fmla="*/ 62 w 72"/>
                  <a:gd name="T33" fmla="*/ 47 h 81"/>
                  <a:gd name="T34" fmla="*/ 68 w 72"/>
                  <a:gd name="T35" fmla="*/ 53 h 81"/>
                  <a:gd name="T36" fmla="*/ 62 w 72"/>
                  <a:gd name="T37" fmla="*/ 59 h 81"/>
                  <a:gd name="T38" fmla="*/ 58 w 72"/>
                  <a:gd name="T39" fmla="*/ 59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81">
                    <a:moveTo>
                      <a:pt x="58" y="59"/>
                    </a:moveTo>
                    <a:cubicBezTo>
                      <a:pt x="58" y="59"/>
                      <a:pt x="58" y="59"/>
                      <a:pt x="58" y="59"/>
                    </a:cubicBezTo>
                    <a:cubicBezTo>
                      <a:pt x="61" y="59"/>
                      <a:pt x="64" y="62"/>
                      <a:pt x="64" y="65"/>
                    </a:cubicBezTo>
                    <a:cubicBezTo>
                      <a:pt x="64" y="68"/>
                      <a:pt x="61" y="71"/>
                      <a:pt x="58" y="71"/>
                    </a:cubicBezTo>
                    <a:cubicBezTo>
                      <a:pt x="54" y="71"/>
                      <a:pt x="54" y="71"/>
                      <a:pt x="54" y="71"/>
                    </a:cubicBezTo>
                    <a:cubicBezTo>
                      <a:pt x="57" y="71"/>
                      <a:pt x="60" y="74"/>
                      <a:pt x="60" y="77"/>
                    </a:cubicBezTo>
                    <a:cubicBezTo>
                      <a:pt x="60" y="80"/>
                      <a:pt x="57" y="81"/>
                      <a:pt x="54" y="81"/>
                    </a:cubicBezTo>
                    <a:cubicBezTo>
                      <a:pt x="54" y="81"/>
                      <a:pt x="38" y="81"/>
                      <a:pt x="28" y="81"/>
                    </a:cubicBezTo>
                    <a:cubicBezTo>
                      <a:pt x="17" y="81"/>
                      <a:pt x="14" y="79"/>
                      <a:pt x="0" y="77"/>
                    </a:cubicBezTo>
                    <a:cubicBezTo>
                      <a:pt x="0" y="43"/>
                      <a:pt x="0" y="43"/>
                      <a:pt x="0" y="43"/>
                    </a:cubicBezTo>
                    <a:cubicBezTo>
                      <a:pt x="10" y="43"/>
                      <a:pt x="26" y="25"/>
                      <a:pt x="26" y="9"/>
                    </a:cubicBezTo>
                    <a:cubicBezTo>
                      <a:pt x="26" y="3"/>
                      <a:pt x="35" y="0"/>
                      <a:pt x="38" y="12"/>
                    </a:cubicBezTo>
                    <a:cubicBezTo>
                      <a:pt x="40" y="19"/>
                      <a:pt x="34" y="33"/>
                      <a:pt x="34" y="33"/>
                    </a:cubicBezTo>
                    <a:cubicBezTo>
                      <a:pt x="66" y="33"/>
                      <a:pt x="66" y="33"/>
                      <a:pt x="66" y="33"/>
                    </a:cubicBezTo>
                    <a:cubicBezTo>
                      <a:pt x="69" y="33"/>
                      <a:pt x="72" y="36"/>
                      <a:pt x="72" y="39"/>
                    </a:cubicBezTo>
                    <a:cubicBezTo>
                      <a:pt x="72" y="42"/>
                      <a:pt x="69" y="47"/>
                      <a:pt x="66" y="47"/>
                    </a:cubicBezTo>
                    <a:cubicBezTo>
                      <a:pt x="62" y="47"/>
                      <a:pt x="62" y="47"/>
                      <a:pt x="62" y="47"/>
                    </a:cubicBezTo>
                    <a:cubicBezTo>
                      <a:pt x="65" y="47"/>
                      <a:pt x="68" y="50"/>
                      <a:pt x="68" y="53"/>
                    </a:cubicBezTo>
                    <a:cubicBezTo>
                      <a:pt x="68" y="56"/>
                      <a:pt x="65" y="59"/>
                      <a:pt x="62" y="59"/>
                    </a:cubicBezTo>
                    <a:cubicBezTo>
                      <a:pt x="58" y="59"/>
                      <a:pt x="58" y="59"/>
                      <a:pt x="58" y="59"/>
                    </a:cubicBezTo>
                  </a:path>
                </a:pathLst>
              </a:custGeom>
              <a:solidFill>
                <a:srgbClr val="FFFFFF"/>
              </a:solidFill>
              <a:ln w="12700" cap="rnd">
                <a:solidFill>
                  <a:schemeClr val="accent2"/>
                </a:solidFill>
                <a:prstDash val="solid"/>
                <a:round/>
                <a:headEnd/>
                <a:tailEnd/>
              </a:ln>
            </p:spPr>
            <p:txBody>
              <a:bodyPr vert="horz" wrap="square" lIns="91440" tIns="45720" rIns="91440" bIns="45720" numCol="1" anchor="t" anchorCtr="0" compatLnSpc="1">
                <a:prstTxWarp prst="textNoShape">
                  <a:avLst/>
                </a:prstTxWarp>
              </a:bodyPr>
              <a:lstStyle/>
              <a:p>
                <a:endParaRPr lang="id-ID"/>
              </a:p>
            </p:txBody>
          </p:sp>
          <p:sp>
            <p:nvSpPr>
              <p:cNvPr id="46" name="Rectangle 81">
                <a:extLst>
                  <a:ext uri="{FF2B5EF4-FFF2-40B4-BE49-F238E27FC236}">
                    <a16:creationId xmlns:a16="http://schemas.microsoft.com/office/drawing/2014/main" id="{C390EA5A-40C5-0398-3B65-194D991A7AF5}"/>
                  </a:ext>
                </a:extLst>
              </p:cNvPr>
              <p:cNvSpPr>
                <a:spLocks noChangeArrowheads="1"/>
              </p:cNvSpPr>
              <p:nvPr/>
            </p:nvSpPr>
            <p:spPr bwMode="auto">
              <a:xfrm>
                <a:off x="2982913" y="146050"/>
                <a:ext cx="76200" cy="180975"/>
              </a:xfrm>
              <a:prstGeom prst="rect">
                <a:avLst/>
              </a:prstGeom>
              <a:solidFill>
                <a:srgbClr val="FFFFFF"/>
              </a:solidFill>
              <a:ln w="12700" cap="rnd">
                <a:solidFill>
                  <a:schemeClr val="accent2"/>
                </a:solidFill>
                <a:prstDash val="solid"/>
                <a:round/>
                <a:headEnd/>
                <a:tailEnd/>
              </a:ln>
            </p:spPr>
            <p:txBody>
              <a:bodyPr vert="horz" wrap="square" lIns="91440" tIns="45720" rIns="91440" bIns="45720" numCol="1" anchor="t" anchorCtr="0" compatLnSpc="1">
                <a:prstTxWarp prst="textNoShape">
                  <a:avLst/>
                </a:prstTxWarp>
              </a:bodyPr>
              <a:lstStyle/>
              <a:p>
                <a:endParaRPr lang="id-ID"/>
              </a:p>
            </p:txBody>
          </p:sp>
          <p:sp>
            <p:nvSpPr>
              <p:cNvPr id="47" name="Oval 82">
                <a:extLst>
                  <a:ext uri="{FF2B5EF4-FFF2-40B4-BE49-F238E27FC236}">
                    <a16:creationId xmlns:a16="http://schemas.microsoft.com/office/drawing/2014/main" id="{84C0452E-4A2D-A654-7937-9F7ACF5D3E76}"/>
                  </a:ext>
                </a:extLst>
              </p:cNvPr>
              <p:cNvSpPr>
                <a:spLocks noChangeArrowheads="1"/>
              </p:cNvSpPr>
              <p:nvPr/>
            </p:nvSpPr>
            <p:spPr bwMode="auto">
              <a:xfrm>
                <a:off x="3021013" y="288925"/>
                <a:ext cx="15875" cy="14288"/>
              </a:xfrm>
              <a:prstGeom prst="ellipse">
                <a:avLst/>
              </a:prstGeom>
              <a:solidFill>
                <a:schemeClr val="accent2"/>
              </a:solidFill>
              <a:ln w="9525">
                <a:solidFill>
                  <a:schemeClr val="accent2"/>
                </a:solidFill>
                <a:round/>
                <a:headEnd/>
                <a:tailEnd/>
              </a:ln>
            </p:spPr>
            <p:txBody>
              <a:bodyPr vert="horz" wrap="square" lIns="91440" tIns="45720" rIns="91440" bIns="45720" numCol="1" anchor="t" anchorCtr="0" compatLnSpc="1">
                <a:prstTxWarp prst="textNoShape">
                  <a:avLst/>
                </a:prstTxWarp>
              </a:bodyPr>
              <a:lstStyle/>
              <a:p>
                <a:endParaRPr lang="id-ID"/>
              </a:p>
            </p:txBody>
          </p:sp>
        </p:grpSp>
      </p:grpSp>
      <p:grpSp>
        <p:nvGrpSpPr>
          <p:cNvPr id="48" name="Group 47">
            <a:extLst>
              <a:ext uri="{FF2B5EF4-FFF2-40B4-BE49-F238E27FC236}">
                <a16:creationId xmlns:a16="http://schemas.microsoft.com/office/drawing/2014/main" id="{5CD7D976-6FE0-918D-A785-2A9D62EEB81A}"/>
              </a:ext>
            </a:extLst>
          </p:cNvPr>
          <p:cNvGrpSpPr/>
          <p:nvPr userDrawn="1"/>
        </p:nvGrpSpPr>
        <p:grpSpPr>
          <a:xfrm>
            <a:off x="6291402" y="970744"/>
            <a:ext cx="739740" cy="739740"/>
            <a:chOff x="7393577" y="1019186"/>
            <a:chExt cx="474283" cy="474283"/>
          </a:xfrm>
          <a:effectLst>
            <a:outerShdw blurRad="152400" dist="38100" algn="l" rotWithShape="0">
              <a:prstClr val="black">
                <a:alpha val="38000"/>
              </a:prstClr>
            </a:outerShdw>
          </a:effectLst>
        </p:grpSpPr>
        <p:sp>
          <p:nvSpPr>
            <p:cNvPr id="49" name="Oval 48">
              <a:extLst>
                <a:ext uri="{FF2B5EF4-FFF2-40B4-BE49-F238E27FC236}">
                  <a16:creationId xmlns:a16="http://schemas.microsoft.com/office/drawing/2014/main" id="{F9F8663B-4F1B-C233-BCA8-14CE90367E1D}"/>
                </a:ext>
              </a:extLst>
            </p:cNvPr>
            <p:cNvSpPr/>
            <p:nvPr/>
          </p:nvSpPr>
          <p:spPr>
            <a:xfrm>
              <a:off x="7393577" y="1019186"/>
              <a:ext cx="474283" cy="474283"/>
            </a:xfrm>
            <a:prstGeom prst="ellipse">
              <a:avLst/>
            </a:prstGeom>
            <a:solidFill>
              <a:schemeClr val="bg1"/>
            </a:solidFill>
            <a:ln>
              <a:noFill/>
            </a:ln>
            <a:effectLst>
              <a:outerShdw blurRad="127000" dist="635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0" name="Group 49">
              <a:extLst>
                <a:ext uri="{FF2B5EF4-FFF2-40B4-BE49-F238E27FC236}">
                  <a16:creationId xmlns:a16="http://schemas.microsoft.com/office/drawing/2014/main" id="{BD5C8B9D-65A3-EF00-2C7A-D2B553EFC000}"/>
                </a:ext>
              </a:extLst>
            </p:cNvPr>
            <p:cNvGrpSpPr/>
            <p:nvPr/>
          </p:nvGrpSpPr>
          <p:grpSpPr>
            <a:xfrm flipV="1">
              <a:off x="7487712" y="1123817"/>
              <a:ext cx="286013" cy="265021"/>
              <a:chOff x="2982913" y="6350"/>
              <a:chExt cx="346075" cy="320675"/>
            </a:xfrm>
          </p:grpSpPr>
          <p:sp>
            <p:nvSpPr>
              <p:cNvPr id="51" name="Freeform 80">
                <a:extLst>
                  <a:ext uri="{FF2B5EF4-FFF2-40B4-BE49-F238E27FC236}">
                    <a16:creationId xmlns:a16="http://schemas.microsoft.com/office/drawing/2014/main" id="{CFC261B7-FE2B-76C2-1F6B-9D62D61E5CC1}"/>
                  </a:ext>
                </a:extLst>
              </p:cNvPr>
              <p:cNvSpPr>
                <a:spLocks/>
              </p:cNvSpPr>
              <p:nvPr/>
            </p:nvSpPr>
            <p:spPr bwMode="auto">
              <a:xfrm>
                <a:off x="3059113" y="6350"/>
                <a:ext cx="269875" cy="304800"/>
              </a:xfrm>
              <a:custGeom>
                <a:avLst/>
                <a:gdLst>
                  <a:gd name="T0" fmla="*/ 58 w 72"/>
                  <a:gd name="T1" fmla="*/ 59 h 81"/>
                  <a:gd name="T2" fmla="*/ 58 w 72"/>
                  <a:gd name="T3" fmla="*/ 59 h 81"/>
                  <a:gd name="T4" fmla="*/ 64 w 72"/>
                  <a:gd name="T5" fmla="*/ 65 h 81"/>
                  <a:gd name="T6" fmla="*/ 58 w 72"/>
                  <a:gd name="T7" fmla="*/ 71 h 81"/>
                  <a:gd name="T8" fmla="*/ 54 w 72"/>
                  <a:gd name="T9" fmla="*/ 71 h 81"/>
                  <a:gd name="T10" fmla="*/ 60 w 72"/>
                  <a:gd name="T11" fmla="*/ 77 h 81"/>
                  <a:gd name="T12" fmla="*/ 54 w 72"/>
                  <a:gd name="T13" fmla="*/ 81 h 81"/>
                  <a:gd name="T14" fmla="*/ 28 w 72"/>
                  <a:gd name="T15" fmla="*/ 81 h 81"/>
                  <a:gd name="T16" fmla="*/ 0 w 72"/>
                  <a:gd name="T17" fmla="*/ 77 h 81"/>
                  <a:gd name="T18" fmla="*/ 0 w 72"/>
                  <a:gd name="T19" fmla="*/ 43 h 81"/>
                  <a:gd name="T20" fmla="*/ 26 w 72"/>
                  <a:gd name="T21" fmla="*/ 9 h 81"/>
                  <a:gd name="T22" fmla="*/ 38 w 72"/>
                  <a:gd name="T23" fmla="*/ 12 h 81"/>
                  <a:gd name="T24" fmla="*/ 34 w 72"/>
                  <a:gd name="T25" fmla="*/ 33 h 81"/>
                  <a:gd name="T26" fmla="*/ 66 w 72"/>
                  <a:gd name="T27" fmla="*/ 33 h 81"/>
                  <a:gd name="T28" fmla="*/ 72 w 72"/>
                  <a:gd name="T29" fmla="*/ 39 h 81"/>
                  <a:gd name="T30" fmla="*/ 66 w 72"/>
                  <a:gd name="T31" fmla="*/ 47 h 81"/>
                  <a:gd name="T32" fmla="*/ 62 w 72"/>
                  <a:gd name="T33" fmla="*/ 47 h 81"/>
                  <a:gd name="T34" fmla="*/ 68 w 72"/>
                  <a:gd name="T35" fmla="*/ 53 h 81"/>
                  <a:gd name="T36" fmla="*/ 62 w 72"/>
                  <a:gd name="T37" fmla="*/ 59 h 81"/>
                  <a:gd name="T38" fmla="*/ 58 w 72"/>
                  <a:gd name="T39" fmla="*/ 59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81">
                    <a:moveTo>
                      <a:pt x="58" y="59"/>
                    </a:moveTo>
                    <a:cubicBezTo>
                      <a:pt x="58" y="59"/>
                      <a:pt x="58" y="59"/>
                      <a:pt x="58" y="59"/>
                    </a:cubicBezTo>
                    <a:cubicBezTo>
                      <a:pt x="61" y="59"/>
                      <a:pt x="64" y="62"/>
                      <a:pt x="64" y="65"/>
                    </a:cubicBezTo>
                    <a:cubicBezTo>
                      <a:pt x="64" y="68"/>
                      <a:pt x="61" y="71"/>
                      <a:pt x="58" y="71"/>
                    </a:cubicBezTo>
                    <a:cubicBezTo>
                      <a:pt x="54" y="71"/>
                      <a:pt x="54" y="71"/>
                      <a:pt x="54" y="71"/>
                    </a:cubicBezTo>
                    <a:cubicBezTo>
                      <a:pt x="57" y="71"/>
                      <a:pt x="60" y="74"/>
                      <a:pt x="60" y="77"/>
                    </a:cubicBezTo>
                    <a:cubicBezTo>
                      <a:pt x="60" y="80"/>
                      <a:pt x="57" y="81"/>
                      <a:pt x="54" y="81"/>
                    </a:cubicBezTo>
                    <a:cubicBezTo>
                      <a:pt x="54" y="81"/>
                      <a:pt x="38" y="81"/>
                      <a:pt x="28" y="81"/>
                    </a:cubicBezTo>
                    <a:cubicBezTo>
                      <a:pt x="17" y="81"/>
                      <a:pt x="14" y="79"/>
                      <a:pt x="0" y="77"/>
                    </a:cubicBezTo>
                    <a:cubicBezTo>
                      <a:pt x="0" y="43"/>
                      <a:pt x="0" y="43"/>
                      <a:pt x="0" y="43"/>
                    </a:cubicBezTo>
                    <a:cubicBezTo>
                      <a:pt x="10" y="43"/>
                      <a:pt x="26" y="25"/>
                      <a:pt x="26" y="9"/>
                    </a:cubicBezTo>
                    <a:cubicBezTo>
                      <a:pt x="26" y="3"/>
                      <a:pt x="35" y="0"/>
                      <a:pt x="38" y="12"/>
                    </a:cubicBezTo>
                    <a:cubicBezTo>
                      <a:pt x="40" y="19"/>
                      <a:pt x="34" y="33"/>
                      <a:pt x="34" y="33"/>
                    </a:cubicBezTo>
                    <a:cubicBezTo>
                      <a:pt x="66" y="33"/>
                      <a:pt x="66" y="33"/>
                      <a:pt x="66" y="33"/>
                    </a:cubicBezTo>
                    <a:cubicBezTo>
                      <a:pt x="69" y="33"/>
                      <a:pt x="72" y="36"/>
                      <a:pt x="72" y="39"/>
                    </a:cubicBezTo>
                    <a:cubicBezTo>
                      <a:pt x="72" y="42"/>
                      <a:pt x="69" y="47"/>
                      <a:pt x="66" y="47"/>
                    </a:cubicBezTo>
                    <a:cubicBezTo>
                      <a:pt x="62" y="47"/>
                      <a:pt x="62" y="47"/>
                      <a:pt x="62" y="47"/>
                    </a:cubicBezTo>
                    <a:cubicBezTo>
                      <a:pt x="65" y="47"/>
                      <a:pt x="68" y="50"/>
                      <a:pt x="68" y="53"/>
                    </a:cubicBezTo>
                    <a:cubicBezTo>
                      <a:pt x="68" y="56"/>
                      <a:pt x="65" y="59"/>
                      <a:pt x="62" y="59"/>
                    </a:cubicBezTo>
                    <a:cubicBezTo>
                      <a:pt x="58" y="59"/>
                      <a:pt x="58" y="59"/>
                      <a:pt x="58" y="59"/>
                    </a:cubicBezTo>
                  </a:path>
                </a:pathLst>
              </a:cu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52" name="Rectangle 81">
                <a:extLst>
                  <a:ext uri="{FF2B5EF4-FFF2-40B4-BE49-F238E27FC236}">
                    <a16:creationId xmlns:a16="http://schemas.microsoft.com/office/drawing/2014/main" id="{AEF43173-D86A-C9FB-2DF4-109B65C3D5BA}"/>
                  </a:ext>
                </a:extLst>
              </p:cNvPr>
              <p:cNvSpPr>
                <a:spLocks noChangeArrowheads="1"/>
              </p:cNvSpPr>
              <p:nvPr/>
            </p:nvSpPr>
            <p:spPr bwMode="auto">
              <a:xfrm>
                <a:off x="2982913" y="146050"/>
                <a:ext cx="76200" cy="180975"/>
              </a:xfrm>
              <a:prstGeom prst="rect">
                <a:avLst/>
              </a:prstGeom>
              <a:solidFill>
                <a:srgbClr val="FFFFFF"/>
              </a:solidFill>
              <a:ln w="12700" cap="rnd">
                <a:solidFill>
                  <a:schemeClr val="tx2"/>
                </a:solidFill>
                <a:prstDash val="solid"/>
                <a:round/>
                <a:headEnd/>
                <a:tailEnd/>
              </a:ln>
            </p:spPr>
            <p:txBody>
              <a:bodyPr vert="horz" wrap="square" lIns="91440" tIns="45720" rIns="91440" bIns="45720" numCol="1" anchor="t" anchorCtr="0" compatLnSpc="1">
                <a:prstTxWarp prst="textNoShape">
                  <a:avLst/>
                </a:prstTxWarp>
              </a:bodyPr>
              <a:lstStyle/>
              <a:p>
                <a:endParaRPr lang="id-ID"/>
              </a:p>
            </p:txBody>
          </p:sp>
          <p:sp>
            <p:nvSpPr>
              <p:cNvPr id="53" name="Oval 82">
                <a:extLst>
                  <a:ext uri="{FF2B5EF4-FFF2-40B4-BE49-F238E27FC236}">
                    <a16:creationId xmlns:a16="http://schemas.microsoft.com/office/drawing/2014/main" id="{B378CFC9-ED8C-A232-42AA-606632DEDEEE}"/>
                  </a:ext>
                </a:extLst>
              </p:cNvPr>
              <p:cNvSpPr>
                <a:spLocks noChangeArrowheads="1"/>
              </p:cNvSpPr>
              <p:nvPr/>
            </p:nvSpPr>
            <p:spPr bwMode="auto">
              <a:xfrm>
                <a:off x="3021013" y="288925"/>
                <a:ext cx="15875" cy="14288"/>
              </a:xfrm>
              <a:prstGeom prst="ellipse">
                <a:avLst/>
              </a:prstGeom>
              <a:solidFill>
                <a:schemeClr val="tx2"/>
              </a:solidFill>
              <a:ln w="9525">
                <a:solidFill>
                  <a:schemeClr val="tx2"/>
                </a:solidFill>
                <a:round/>
                <a:headEnd/>
                <a:tailEnd/>
              </a:ln>
            </p:spPr>
            <p:txBody>
              <a:bodyPr vert="horz" wrap="square" lIns="91440" tIns="45720" rIns="91440" bIns="45720" numCol="1" anchor="t" anchorCtr="0" compatLnSpc="1">
                <a:prstTxWarp prst="textNoShape">
                  <a:avLst/>
                </a:prstTxWarp>
              </a:bodyPr>
              <a:lstStyle/>
              <a:p>
                <a:endParaRPr lang="id-ID"/>
              </a:p>
            </p:txBody>
          </p:sp>
        </p:grpSp>
      </p:grpSp>
      <p:grpSp>
        <p:nvGrpSpPr>
          <p:cNvPr id="54" name="Group 53">
            <a:extLst>
              <a:ext uri="{FF2B5EF4-FFF2-40B4-BE49-F238E27FC236}">
                <a16:creationId xmlns:a16="http://schemas.microsoft.com/office/drawing/2014/main" id="{500543A5-89ED-D8C9-705A-364F42660487}"/>
              </a:ext>
            </a:extLst>
          </p:cNvPr>
          <p:cNvGrpSpPr/>
          <p:nvPr userDrawn="1"/>
        </p:nvGrpSpPr>
        <p:grpSpPr>
          <a:xfrm>
            <a:off x="10859614" y="2079340"/>
            <a:ext cx="839091" cy="839091"/>
            <a:chOff x="10859614" y="2160620"/>
            <a:chExt cx="839091" cy="839091"/>
          </a:xfrm>
        </p:grpSpPr>
        <p:grpSp>
          <p:nvGrpSpPr>
            <p:cNvPr id="55" name="Group 54">
              <a:extLst>
                <a:ext uri="{FF2B5EF4-FFF2-40B4-BE49-F238E27FC236}">
                  <a16:creationId xmlns:a16="http://schemas.microsoft.com/office/drawing/2014/main" id="{3F2FEE1E-7BEB-9033-D451-9F6971DD1BB7}"/>
                </a:ext>
              </a:extLst>
            </p:cNvPr>
            <p:cNvGrpSpPr/>
            <p:nvPr/>
          </p:nvGrpSpPr>
          <p:grpSpPr>
            <a:xfrm>
              <a:off x="10859614" y="2160620"/>
              <a:ext cx="839091" cy="839091"/>
              <a:chOff x="9277350" y="-850900"/>
              <a:chExt cx="1243118" cy="1243118"/>
            </a:xfrm>
          </p:grpSpPr>
          <p:sp>
            <p:nvSpPr>
              <p:cNvPr id="59" name="Oval 58">
                <a:extLst>
                  <a:ext uri="{FF2B5EF4-FFF2-40B4-BE49-F238E27FC236}">
                    <a16:creationId xmlns:a16="http://schemas.microsoft.com/office/drawing/2014/main" id="{78E28EAB-4184-1BF2-E580-3565A23BF529}"/>
                  </a:ext>
                </a:extLst>
              </p:cNvPr>
              <p:cNvSpPr/>
              <p:nvPr/>
            </p:nvSpPr>
            <p:spPr>
              <a:xfrm>
                <a:off x="9277350" y="-850900"/>
                <a:ext cx="1243118" cy="1243118"/>
              </a:xfrm>
              <a:prstGeom prst="ellipse">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0" name="Oval 59">
                <a:extLst>
                  <a:ext uri="{FF2B5EF4-FFF2-40B4-BE49-F238E27FC236}">
                    <a16:creationId xmlns:a16="http://schemas.microsoft.com/office/drawing/2014/main" id="{5394AEF2-AFC6-0E5A-01EB-295403AAD778}"/>
                  </a:ext>
                </a:extLst>
              </p:cNvPr>
              <p:cNvSpPr/>
              <p:nvPr/>
            </p:nvSpPr>
            <p:spPr>
              <a:xfrm>
                <a:off x="9499625" y="-628625"/>
                <a:ext cx="798572" cy="79857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grpSp>
          <p:nvGrpSpPr>
            <p:cNvPr id="56" name="Group 55">
              <a:extLst>
                <a:ext uri="{FF2B5EF4-FFF2-40B4-BE49-F238E27FC236}">
                  <a16:creationId xmlns:a16="http://schemas.microsoft.com/office/drawing/2014/main" id="{A8F91B1B-A301-EEAC-9456-8EB1BA301673}"/>
                </a:ext>
              </a:extLst>
            </p:cNvPr>
            <p:cNvGrpSpPr/>
            <p:nvPr/>
          </p:nvGrpSpPr>
          <p:grpSpPr>
            <a:xfrm>
              <a:off x="11160063" y="2459977"/>
              <a:ext cx="238192" cy="240377"/>
              <a:chOff x="6300788" y="2890838"/>
              <a:chExt cx="346075" cy="349250"/>
            </a:xfrm>
          </p:grpSpPr>
          <p:sp>
            <p:nvSpPr>
              <p:cNvPr id="57" name="Line 25">
                <a:extLst>
                  <a:ext uri="{FF2B5EF4-FFF2-40B4-BE49-F238E27FC236}">
                    <a16:creationId xmlns:a16="http://schemas.microsoft.com/office/drawing/2014/main" id="{BD887979-A14C-636D-939F-75B9B2D091C7}"/>
                  </a:ext>
                </a:extLst>
              </p:cNvPr>
              <p:cNvSpPr>
                <a:spLocks noChangeShapeType="1"/>
              </p:cNvSpPr>
              <p:nvPr/>
            </p:nvSpPr>
            <p:spPr bwMode="auto">
              <a:xfrm>
                <a:off x="6300788" y="2890838"/>
                <a:ext cx="346075" cy="34925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58" name="Line 26">
                <a:extLst>
                  <a:ext uri="{FF2B5EF4-FFF2-40B4-BE49-F238E27FC236}">
                    <a16:creationId xmlns:a16="http://schemas.microsoft.com/office/drawing/2014/main" id="{B89AF3C4-F07A-DB5C-B6AD-742D8054B2FB}"/>
                  </a:ext>
                </a:extLst>
              </p:cNvPr>
              <p:cNvSpPr>
                <a:spLocks noChangeShapeType="1"/>
              </p:cNvSpPr>
              <p:nvPr/>
            </p:nvSpPr>
            <p:spPr bwMode="auto">
              <a:xfrm flipH="1">
                <a:off x="6300788" y="2890838"/>
                <a:ext cx="346075" cy="34925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grpSp>
      </p:grpSp>
      <p:grpSp>
        <p:nvGrpSpPr>
          <p:cNvPr id="61" name="Group 60">
            <a:extLst>
              <a:ext uri="{FF2B5EF4-FFF2-40B4-BE49-F238E27FC236}">
                <a16:creationId xmlns:a16="http://schemas.microsoft.com/office/drawing/2014/main" id="{EB85C774-236C-9B09-0BB2-20281C923E9A}"/>
              </a:ext>
            </a:extLst>
          </p:cNvPr>
          <p:cNvGrpSpPr/>
          <p:nvPr userDrawn="1"/>
        </p:nvGrpSpPr>
        <p:grpSpPr>
          <a:xfrm>
            <a:off x="10859614" y="3001484"/>
            <a:ext cx="839091" cy="839091"/>
            <a:chOff x="10859614" y="3082764"/>
            <a:chExt cx="839091" cy="839091"/>
          </a:xfrm>
        </p:grpSpPr>
        <p:grpSp>
          <p:nvGrpSpPr>
            <p:cNvPr id="62" name="Group 61">
              <a:extLst>
                <a:ext uri="{FF2B5EF4-FFF2-40B4-BE49-F238E27FC236}">
                  <a16:creationId xmlns:a16="http://schemas.microsoft.com/office/drawing/2014/main" id="{DBCFED0F-E668-5079-E1E4-C701F7C9A454}"/>
                </a:ext>
              </a:extLst>
            </p:cNvPr>
            <p:cNvGrpSpPr/>
            <p:nvPr/>
          </p:nvGrpSpPr>
          <p:grpSpPr>
            <a:xfrm>
              <a:off x="10859614" y="3082764"/>
              <a:ext cx="839091" cy="839091"/>
              <a:chOff x="9277350" y="-850900"/>
              <a:chExt cx="1243118" cy="1243118"/>
            </a:xfrm>
          </p:grpSpPr>
          <p:sp>
            <p:nvSpPr>
              <p:cNvPr id="66" name="Oval 65">
                <a:extLst>
                  <a:ext uri="{FF2B5EF4-FFF2-40B4-BE49-F238E27FC236}">
                    <a16:creationId xmlns:a16="http://schemas.microsoft.com/office/drawing/2014/main" id="{2197BB6C-AFD1-A620-BB16-A471D3F5A2B1}"/>
                  </a:ext>
                </a:extLst>
              </p:cNvPr>
              <p:cNvSpPr/>
              <p:nvPr/>
            </p:nvSpPr>
            <p:spPr>
              <a:xfrm>
                <a:off x="9277350" y="-850900"/>
                <a:ext cx="1243118" cy="1243118"/>
              </a:xfrm>
              <a:prstGeom prst="ellipse">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7" name="Oval 66">
                <a:extLst>
                  <a:ext uri="{FF2B5EF4-FFF2-40B4-BE49-F238E27FC236}">
                    <a16:creationId xmlns:a16="http://schemas.microsoft.com/office/drawing/2014/main" id="{701D753B-8D2C-C2BD-F26B-60AA476EEF7A}"/>
                  </a:ext>
                </a:extLst>
              </p:cNvPr>
              <p:cNvSpPr/>
              <p:nvPr/>
            </p:nvSpPr>
            <p:spPr>
              <a:xfrm>
                <a:off x="9499625" y="-628625"/>
                <a:ext cx="798572" cy="79857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grpSp>
          <p:nvGrpSpPr>
            <p:cNvPr id="63" name="Group 62">
              <a:extLst>
                <a:ext uri="{FF2B5EF4-FFF2-40B4-BE49-F238E27FC236}">
                  <a16:creationId xmlns:a16="http://schemas.microsoft.com/office/drawing/2014/main" id="{03F2B7C1-0134-BC78-694D-E25E8EEDA259}"/>
                </a:ext>
              </a:extLst>
            </p:cNvPr>
            <p:cNvGrpSpPr/>
            <p:nvPr/>
          </p:nvGrpSpPr>
          <p:grpSpPr>
            <a:xfrm>
              <a:off x="11160063" y="3382121"/>
              <a:ext cx="238192" cy="240377"/>
              <a:chOff x="6300788" y="2890838"/>
              <a:chExt cx="346075" cy="349250"/>
            </a:xfrm>
          </p:grpSpPr>
          <p:sp>
            <p:nvSpPr>
              <p:cNvPr id="64" name="Line 25">
                <a:extLst>
                  <a:ext uri="{FF2B5EF4-FFF2-40B4-BE49-F238E27FC236}">
                    <a16:creationId xmlns:a16="http://schemas.microsoft.com/office/drawing/2014/main" id="{6A8320ED-AF15-C122-7EE3-662F291F8DA0}"/>
                  </a:ext>
                </a:extLst>
              </p:cNvPr>
              <p:cNvSpPr>
                <a:spLocks noChangeShapeType="1"/>
              </p:cNvSpPr>
              <p:nvPr/>
            </p:nvSpPr>
            <p:spPr bwMode="auto">
              <a:xfrm>
                <a:off x="6300788" y="2890838"/>
                <a:ext cx="346075" cy="34925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65" name="Line 26">
                <a:extLst>
                  <a:ext uri="{FF2B5EF4-FFF2-40B4-BE49-F238E27FC236}">
                    <a16:creationId xmlns:a16="http://schemas.microsoft.com/office/drawing/2014/main" id="{1CC1F052-2005-6B11-E740-CD3B43AFA8C5}"/>
                  </a:ext>
                </a:extLst>
              </p:cNvPr>
              <p:cNvSpPr>
                <a:spLocks noChangeShapeType="1"/>
              </p:cNvSpPr>
              <p:nvPr/>
            </p:nvSpPr>
            <p:spPr bwMode="auto">
              <a:xfrm flipH="1">
                <a:off x="6300788" y="2890838"/>
                <a:ext cx="346075" cy="34925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grpSp>
      </p:grpSp>
      <p:grpSp>
        <p:nvGrpSpPr>
          <p:cNvPr id="68" name="Group 67">
            <a:extLst>
              <a:ext uri="{FF2B5EF4-FFF2-40B4-BE49-F238E27FC236}">
                <a16:creationId xmlns:a16="http://schemas.microsoft.com/office/drawing/2014/main" id="{5EFA14A7-CD3B-5BB5-EE44-0BD23A6D8227}"/>
              </a:ext>
            </a:extLst>
          </p:cNvPr>
          <p:cNvGrpSpPr/>
          <p:nvPr userDrawn="1"/>
        </p:nvGrpSpPr>
        <p:grpSpPr>
          <a:xfrm>
            <a:off x="10859614" y="3923628"/>
            <a:ext cx="839091" cy="839091"/>
            <a:chOff x="10859614" y="4004908"/>
            <a:chExt cx="839091" cy="839091"/>
          </a:xfrm>
        </p:grpSpPr>
        <p:grpSp>
          <p:nvGrpSpPr>
            <p:cNvPr id="69" name="Group 68">
              <a:extLst>
                <a:ext uri="{FF2B5EF4-FFF2-40B4-BE49-F238E27FC236}">
                  <a16:creationId xmlns:a16="http://schemas.microsoft.com/office/drawing/2014/main" id="{E12A8E47-FA4A-06D2-58F0-597DC3EB6B62}"/>
                </a:ext>
              </a:extLst>
            </p:cNvPr>
            <p:cNvGrpSpPr/>
            <p:nvPr/>
          </p:nvGrpSpPr>
          <p:grpSpPr>
            <a:xfrm>
              <a:off x="10859614" y="4004908"/>
              <a:ext cx="839091" cy="839091"/>
              <a:chOff x="9277350" y="-850900"/>
              <a:chExt cx="1243118" cy="1243118"/>
            </a:xfrm>
          </p:grpSpPr>
          <p:sp>
            <p:nvSpPr>
              <p:cNvPr id="73" name="Oval 72">
                <a:extLst>
                  <a:ext uri="{FF2B5EF4-FFF2-40B4-BE49-F238E27FC236}">
                    <a16:creationId xmlns:a16="http://schemas.microsoft.com/office/drawing/2014/main" id="{6AA496F6-FE96-8097-F281-E2DDFD202E5F}"/>
                  </a:ext>
                </a:extLst>
              </p:cNvPr>
              <p:cNvSpPr/>
              <p:nvPr/>
            </p:nvSpPr>
            <p:spPr>
              <a:xfrm>
                <a:off x="9277350" y="-850900"/>
                <a:ext cx="1243118" cy="1243118"/>
              </a:xfrm>
              <a:prstGeom prst="ellipse">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4" name="Oval 73">
                <a:extLst>
                  <a:ext uri="{FF2B5EF4-FFF2-40B4-BE49-F238E27FC236}">
                    <a16:creationId xmlns:a16="http://schemas.microsoft.com/office/drawing/2014/main" id="{F38AF911-91F4-0019-2ED6-4779E0FD9B57}"/>
                  </a:ext>
                </a:extLst>
              </p:cNvPr>
              <p:cNvSpPr/>
              <p:nvPr/>
            </p:nvSpPr>
            <p:spPr>
              <a:xfrm>
                <a:off x="9499625" y="-628625"/>
                <a:ext cx="798572" cy="79857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grpSp>
          <p:nvGrpSpPr>
            <p:cNvPr id="70" name="Group 69">
              <a:extLst>
                <a:ext uri="{FF2B5EF4-FFF2-40B4-BE49-F238E27FC236}">
                  <a16:creationId xmlns:a16="http://schemas.microsoft.com/office/drawing/2014/main" id="{CE22D747-87E0-B7B7-FA2C-C17129E99BB9}"/>
                </a:ext>
              </a:extLst>
            </p:cNvPr>
            <p:cNvGrpSpPr/>
            <p:nvPr/>
          </p:nvGrpSpPr>
          <p:grpSpPr>
            <a:xfrm>
              <a:off x="11160063" y="4304265"/>
              <a:ext cx="238192" cy="240377"/>
              <a:chOff x="6300788" y="2890838"/>
              <a:chExt cx="346075" cy="349250"/>
            </a:xfrm>
          </p:grpSpPr>
          <p:sp>
            <p:nvSpPr>
              <p:cNvPr id="71" name="Line 25">
                <a:extLst>
                  <a:ext uri="{FF2B5EF4-FFF2-40B4-BE49-F238E27FC236}">
                    <a16:creationId xmlns:a16="http://schemas.microsoft.com/office/drawing/2014/main" id="{9E893F8E-8615-C877-FC45-D19ECE4D79C7}"/>
                  </a:ext>
                </a:extLst>
              </p:cNvPr>
              <p:cNvSpPr>
                <a:spLocks noChangeShapeType="1"/>
              </p:cNvSpPr>
              <p:nvPr/>
            </p:nvSpPr>
            <p:spPr bwMode="auto">
              <a:xfrm>
                <a:off x="6300788" y="2890838"/>
                <a:ext cx="346075" cy="34925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72" name="Line 26">
                <a:extLst>
                  <a:ext uri="{FF2B5EF4-FFF2-40B4-BE49-F238E27FC236}">
                    <a16:creationId xmlns:a16="http://schemas.microsoft.com/office/drawing/2014/main" id="{0CF55917-15FB-0905-4EE0-6000F8CCEE57}"/>
                  </a:ext>
                </a:extLst>
              </p:cNvPr>
              <p:cNvSpPr>
                <a:spLocks noChangeShapeType="1"/>
              </p:cNvSpPr>
              <p:nvPr/>
            </p:nvSpPr>
            <p:spPr bwMode="auto">
              <a:xfrm flipH="1">
                <a:off x="6300788" y="2890838"/>
                <a:ext cx="346075" cy="34925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grpSp>
      </p:grpSp>
      <p:sp>
        <p:nvSpPr>
          <p:cNvPr id="76" name="Text Placeholder 37">
            <a:extLst>
              <a:ext uri="{FF2B5EF4-FFF2-40B4-BE49-F238E27FC236}">
                <a16:creationId xmlns:a16="http://schemas.microsoft.com/office/drawing/2014/main" id="{8A33C94B-2476-108C-DE18-C72D79414649}"/>
              </a:ext>
            </a:extLst>
          </p:cNvPr>
          <p:cNvSpPr>
            <a:spLocks noGrp="1"/>
          </p:cNvSpPr>
          <p:nvPr>
            <p:ph type="body" sz="quarter" idx="35" hasCustomPrompt="1"/>
          </p:nvPr>
        </p:nvSpPr>
        <p:spPr>
          <a:xfrm>
            <a:off x="1533873" y="2316786"/>
            <a:ext cx="3091269" cy="430887"/>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77" name="Text Placeholder 37">
            <a:extLst>
              <a:ext uri="{FF2B5EF4-FFF2-40B4-BE49-F238E27FC236}">
                <a16:creationId xmlns:a16="http://schemas.microsoft.com/office/drawing/2014/main" id="{2DA851CE-6AE7-8DAB-E5C7-6A44CBD80CA7}"/>
              </a:ext>
            </a:extLst>
          </p:cNvPr>
          <p:cNvSpPr>
            <a:spLocks noGrp="1"/>
          </p:cNvSpPr>
          <p:nvPr>
            <p:ph type="body" sz="quarter" idx="36" hasCustomPrompt="1"/>
          </p:nvPr>
        </p:nvSpPr>
        <p:spPr>
          <a:xfrm>
            <a:off x="1528974" y="3218285"/>
            <a:ext cx="3091269" cy="430887"/>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78" name="Text Placeholder 37">
            <a:extLst>
              <a:ext uri="{FF2B5EF4-FFF2-40B4-BE49-F238E27FC236}">
                <a16:creationId xmlns:a16="http://schemas.microsoft.com/office/drawing/2014/main" id="{DC43E33E-EF88-5000-198F-1040B29D9CF3}"/>
              </a:ext>
            </a:extLst>
          </p:cNvPr>
          <p:cNvSpPr>
            <a:spLocks noGrp="1"/>
          </p:cNvSpPr>
          <p:nvPr>
            <p:ph type="body" sz="quarter" idx="37" hasCustomPrompt="1"/>
          </p:nvPr>
        </p:nvSpPr>
        <p:spPr>
          <a:xfrm>
            <a:off x="1507076" y="4127729"/>
            <a:ext cx="3091269" cy="430887"/>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82" name="Text Placeholder 37">
            <a:extLst>
              <a:ext uri="{FF2B5EF4-FFF2-40B4-BE49-F238E27FC236}">
                <a16:creationId xmlns:a16="http://schemas.microsoft.com/office/drawing/2014/main" id="{EE2F7482-B7CB-1452-2BEA-B24D1E199B0A}"/>
              </a:ext>
            </a:extLst>
          </p:cNvPr>
          <p:cNvSpPr>
            <a:spLocks noGrp="1"/>
          </p:cNvSpPr>
          <p:nvPr>
            <p:ph type="body" sz="quarter" idx="38" hasCustomPrompt="1"/>
          </p:nvPr>
        </p:nvSpPr>
        <p:spPr>
          <a:xfrm>
            <a:off x="7576594" y="2323768"/>
            <a:ext cx="3091269" cy="430887"/>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83" name="Text Placeholder 37">
            <a:extLst>
              <a:ext uri="{FF2B5EF4-FFF2-40B4-BE49-F238E27FC236}">
                <a16:creationId xmlns:a16="http://schemas.microsoft.com/office/drawing/2014/main" id="{B19D3AA8-E0F1-83C2-C6B6-CF953D13CF7F}"/>
              </a:ext>
            </a:extLst>
          </p:cNvPr>
          <p:cNvSpPr>
            <a:spLocks noGrp="1"/>
          </p:cNvSpPr>
          <p:nvPr>
            <p:ph type="body" sz="quarter" idx="39" hasCustomPrompt="1"/>
          </p:nvPr>
        </p:nvSpPr>
        <p:spPr>
          <a:xfrm>
            <a:off x="7571695" y="3225267"/>
            <a:ext cx="3091269" cy="430887"/>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84" name="Text Placeholder 37">
            <a:extLst>
              <a:ext uri="{FF2B5EF4-FFF2-40B4-BE49-F238E27FC236}">
                <a16:creationId xmlns:a16="http://schemas.microsoft.com/office/drawing/2014/main" id="{D2439370-D730-FCAD-2602-2FA2DFDDABA0}"/>
              </a:ext>
            </a:extLst>
          </p:cNvPr>
          <p:cNvSpPr>
            <a:spLocks noGrp="1"/>
          </p:cNvSpPr>
          <p:nvPr>
            <p:ph type="body" sz="quarter" idx="40" hasCustomPrompt="1"/>
          </p:nvPr>
        </p:nvSpPr>
        <p:spPr>
          <a:xfrm>
            <a:off x="7549797" y="4134711"/>
            <a:ext cx="3091269" cy="430887"/>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85" name="Text Placeholder 37">
            <a:extLst>
              <a:ext uri="{FF2B5EF4-FFF2-40B4-BE49-F238E27FC236}">
                <a16:creationId xmlns:a16="http://schemas.microsoft.com/office/drawing/2014/main" id="{44BFB79C-4752-159C-5B44-13916544CB08}"/>
              </a:ext>
            </a:extLst>
          </p:cNvPr>
          <p:cNvSpPr>
            <a:spLocks noGrp="1"/>
          </p:cNvSpPr>
          <p:nvPr>
            <p:ph type="body" sz="quarter" idx="41" hasCustomPrompt="1"/>
          </p:nvPr>
        </p:nvSpPr>
        <p:spPr>
          <a:xfrm>
            <a:off x="1207012" y="5211338"/>
            <a:ext cx="3091269" cy="430887"/>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87" name="Text Placeholder 37">
            <a:extLst>
              <a:ext uri="{FF2B5EF4-FFF2-40B4-BE49-F238E27FC236}">
                <a16:creationId xmlns:a16="http://schemas.microsoft.com/office/drawing/2014/main" id="{FFFAF97C-D4A7-D558-920D-D73B8F3665FF}"/>
              </a:ext>
            </a:extLst>
          </p:cNvPr>
          <p:cNvSpPr>
            <a:spLocks noGrp="1"/>
          </p:cNvSpPr>
          <p:nvPr>
            <p:ph type="body" sz="quarter" idx="42" hasCustomPrompt="1"/>
          </p:nvPr>
        </p:nvSpPr>
        <p:spPr>
          <a:xfrm>
            <a:off x="7914995" y="5211339"/>
            <a:ext cx="3091269" cy="430887"/>
          </a:xfrm>
        </p:spPr>
        <p:txBody>
          <a:bodyPr>
            <a:normAutofit/>
          </a:bodyPr>
          <a:lstStyle>
            <a:lvl1pPr marL="0" indent="0" algn="r">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93" name="Picture Placeholder 91">
            <a:extLst>
              <a:ext uri="{FF2B5EF4-FFF2-40B4-BE49-F238E27FC236}">
                <a16:creationId xmlns:a16="http://schemas.microsoft.com/office/drawing/2014/main" id="{6CA68C4F-0B29-1B32-04B6-AE71882F397B}"/>
              </a:ext>
            </a:extLst>
          </p:cNvPr>
          <p:cNvSpPr>
            <a:spLocks noGrp="1"/>
          </p:cNvSpPr>
          <p:nvPr>
            <p:ph type="pic" sz="quarter" idx="44"/>
          </p:nvPr>
        </p:nvSpPr>
        <p:spPr>
          <a:xfrm>
            <a:off x="4016737" y="2063533"/>
            <a:ext cx="4111625" cy="3803650"/>
          </a:xfrm>
        </p:spPr>
        <p:txBody>
          <a:bodyPr/>
          <a:lstStyle/>
          <a:p>
            <a:endParaRPr lang="en-IN"/>
          </a:p>
        </p:txBody>
      </p:sp>
    </p:spTree>
    <p:extLst>
      <p:ext uri="{BB962C8B-B14F-4D97-AF65-F5344CB8AC3E}">
        <p14:creationId xmlns:p14="http://schemas.microsoft.com/office/powerpoint/2010/main" val="1020504225"/>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1_Miscellaneous">
    <p:spTree>
      <p:nvGrpSpPr>
        <p:cNvPr id="1" name=""/>
        <p:cNvGrpSpPr/>
        <p:nvPr/>
      </p:nvGrpSpPr>
      <p:grpSpPr>
        <a:xfrm>
          <a:off x="0" y="0"/>
          <a:ext cx="0" cy="0"/>
          <a:chOff x="0" y="0"/>
          <a:chExt cx="0" cy="0"/>
        </a:xfrm>
      </p:grpSpPr>
      <p:sp>
        <p:nvSpPr>
          <p:cNvPr id="72" name="Picture Placeholder 71">
            <a:extLst>
              <a:ext uri="{FF2B5EF4-FFF2-40B4-BE49-F238E27FC236}">
                <a16:creationId xmlns:a16="http://schemas.microsoft.com/office/drawing/2014/main" id="{349C073C-0843-4AD4-1024-53C7FF615665}"/>
              </a:ext>
            </a:extLst>
          </p:cNvPr>
          <p:cNvSpPr>
            <a:spLocks noGrp="1"/>
          </p:cNvSpPr>
          <p:nvPr>
            <p:ph type="pic" sz="quarter" idx="10"/>
          </p:nvPr>
        </p:nvSpPr>
        <p:spPr>
          <a:xfrm>
            <a:off x="0" y="-7067"/>
            <a:ext cx="12192000" cy="3743325"/>
          </a:xfrm>
        </p:spPr>
        <p:txBody>
          <a:bodyPr/>
          <a:lstStyle/>
          <a:p>
            <a:endParaRPr lang="en-IN"/>
          </a:p>
        </p:txBody>
      </p:sp>
      <p:sp>
        <p:nvSpPr>
          <p:cNvPr id="74" name="Rectangle 73">
            <a:extLst>
              <a:ext uri="{FF2B5EF4-FFF2-40B4-BE49-F238E27FC236}">
                <a16:creationId xmlns:a16="http://schemas.microsoft.com/office/drawing/2014/main" id="{0A175A4C-0A49-C6B7-3772-E31C4BF5E9EC}"/>
              </a:ext>
            </a:extLst>
          </p:cNvPr>
          <p:cNvSpPr/>
          <p:nvPr userDrawn="1"/>
        </p:nvSpPr>
        <p:spPr>
          <a:xfrm>
            <a:off x="0" y="0"/>
            <a:ext cx="12192000" cy="3750338"/>
          </a:xfrm>
          <a:prstGeom prst="rect">
            <a:avLst/>
          </a:prstGeom>
          <a:solidFill>
            <a:srgbClr val="BF2026">
              <a:alpha val="8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7" name="Text Placeholder 75">
            <a:extLst>
              <a:ext uri="{FF2B5EF4-FFF2-40B4-BE49-F238E27FC236}">
                <a16:creationId xmlns:a16="http://schemas.microsoft.com/office/drawing/2014/main" id="{1A2F1737-F8FA-04CD-DBB6-B1619BDE71CF}"/>
              </a:ext>
            </a:extLst>
          </p:cNvPr>
          <p:cNvSpPr>
            <a:spLocks noGrp="1"/>
          </p:cNvSpPr>
          <p:nvPr>
            <p:ph type="body" sz="quarter" idx="11" hasCustomPrompt="1"/>
          </p:nvPr>
        </p:nvSpPr>
        <p:spPr>
          <a:xfrm>
            <a:off x="1713144" y="435047"/>
            <a:ext cx="8760197" cy="552450"/>
          </a:xfrm>
        </p:spPr>
        <p:txBody>
          <a:bodyPr/>
          <a:lstStyle>
            <a:lvl1pPr marL="0" indent="0" algn="ctr">
              <a:buNone/>
              <a:defRPr lang="en-US" sz="4400" b="1" kern="1200" dirty="0" smtClean="0">
                <a:solidFill>
                  <a:schemeClr val="bg1"/>
                </a:solidFill>
                <a:latin typeface="Barlow Medium" panose="00000600000000000000" pitchFamily="2" charset="0"/>
                <a:ea typeface="+mj-ea"/>
                <a:cs typeface="+mj-cs"/>
              </a:defRPr>
            </a:lvl1pPr>
          </a:lstStyle>
          <a:p>
            <a:pPr lvl="0"/>
            <a:r>
              <a:rPr lang="en-US"/>
              <a:t>Click to edit Master title style</a:t>
            </a:r>
            <a:endParaRPr lang="en-IN"/>
          </a:p>
        </p:txBody>
      </p:sp>
      <p:sp>
        <p:nvSpPr>
          <p:cNvPr id="2" name="Donut 11">
            <a:extLst>
              <a:ext uri="{FF2B5EF4-FFF2-40B4-BE49-F238E27FC236}">
                <a16:creationId xmlns:a16="http://schemas.microsoft.com/office/drawing/2014/main" id="{8807947A-D206-6DC5-12C6-07ECFEC81955}"/>
              </a:ext>
            </a:extLst>
          </p:cNvPr>
          <p:cNvSpPr/>
          <p:nvPr userDrawn="1"/>
        </p:nvSpPr>
        <p:spPr>
          <a:xfrm>
            <a:off x="8530349" y="2029906"/>
            <a:ext cx="2487614" cy="2487612"/>
          </a:xfrm>
          <a:prstGeom prst="donut">
            <a:avLst>
              <a:gd name="adj" fmla="val 29153"/>
            </a:avLst>
          </a:prstGeom>
          <a:gradFill flip="none" rotWithShape="1">
            <a:gsLst>
              <a:gs pos="0">
                <a:schemeClr val="accent1"/>
              </a:gs>
              <a:gs pos="100000">
                <a:srgbClr val="C00000"/>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 name="Donut 10">
            <a:extLst>
              <a:ext uri="{FF2B5EF4-FFF2-40B4-BE49-F238E27FC236}">
                <a16:creationId xmlns:a16="http://schemas.microsoft.com/office/drawing/2014/main" id="{FBAFCF77-871C-E8FD-3A91-F4C566516C0E}"/>
              </a:ext>
            </a:extLst>
          </p:cNvPr>
          <p:cNvSpPr/>
          <p:nvPr/>
        </p:nvSpPr>
        <p:spPr>
          <a:xfrm>
            <a:off x="4586515" y="1366010"/>
            <a:ext cx="3018972" cy="3018970"/>
          </a:xfrm>
          <a:prstGeom prst="donut">
            <a:avLst>
              <a:gd name="adj" fmla="val 29153"/>
            </a:avLst>
          </a:prstGeom>
          <a:gradFill flip="none" rotWithShape="1">
            <a:gsLst>
              <a:gs pos="0">
                <a:schemeClr val="accent1"/>
              </a:gs>
              <a:gs pos="100000">
                <a:srgbClr val="C00000"/>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9" name="Donut 15">
            <a:extLst>
              <a:ext uri="{FF2B5EF4-FFF2-40B4-BE49-F238E27FC236}">
                <a16:creationId xmlns:a16="http://schemas.microsoft.com/office/drawing/2014/main" id="{A759063A-60A8-084E-9BF4-96A124989471}"/>
              </a:ext>
            </a:extLst>
          </p:cNvPr>
          <p:cNvSpPr/>
          <p:nvPr/>
        </p:nvSpPr>
        <p:spPr>
          <a:xfrm>
            <a:off x="1174038" y="2029906"/>
            <a:ext cx="2487614" cy="2487612"/>
          </a:xfrm>
          <a:prstGeom prst="donut">
            <a:avLst>
              <a:gd name="adj" fmla="val 29153"/>
            </a:avLst>
          </a:prstGeom>
          <a:gradFill flip="none" rotWithShape="1">
            <a:gsLst>
              <a:gs pos="0">
                <a:schemeClr val="accent1"/>
              </a:gs>
              <a:gs pos="100000">
                <a:srgbClr val="C00000"/>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Picture Placeholder 21">
            <a:extLst>
              <a:ext uri="{FF2B5EF4-FFF2-40B4-BE49-F238E27FC236}">
                <a16:creationId xmlns:a16="http://schemas.microsoft.com/office/drawing/2014/main" id="{0C8ACAB9-62EA-4E1C-34BD-C9658A5C0846}"/>
              </a:ext>
            </a:extLst>
          </p:cNvPr>
          <p:cNvSpPr>
            <a:spLocks noGrp="1"/>
          </p:cNvSpPr>
          <p:nvPr>
            <p:ph type="pic" sz="quarter" idx="29" hasCustomPrompt="1"/>
          </p:nvPr>
        </p:nvSpPr>
        <p:spPr>
          <a:xfrm>
            <a:off x="1612900" y="2468563"/>
            <a:ext cx="1612900" cy="1611312"/>
          </a:xfrm>
          <a:prstGeom prst="ellipse">
            <a:avLst/>
          </a:prstGeom>
        </p:spPr>
        <p:txBody>
          <a:bodyPr>
            <a:normAutofit/>
          </a:bodyPr>
          <a:lstStyle>
            <a:lvl1pPr marL="0" indent="0" algn="ctr">
              <a:buNone/>
              <a:defRPr sz="2000"/>
            </a:lvl1pPr>
          </a:lstStyle>
          <a:p>
            <a:r>
              <a:rPr lang="en-US"/>
              <a:t>Insert </a:t>
            </a:r>
            <a:r>
              <a:rPr lang="en-US" err="1"/>
              <a:t>PictureHere</a:t>
            </a:r>
            <a:endParaRPr lang="en-IN"/>
          </a:p>
        </p:txBody>
      </p:sp>
      <p:sp>
        <p:nvSpPr>
          <p:cNvPr id="24" name="Picture Placeholder 21">
            <a:extLst>
              <a:ext uri="{FF2B5EF4-FFF2-40B4-BE49-F238E27FC236}">
                <a16:creationId xmlns:a16="http://schemas.microsoft.com/office/drawing/2014/main" id="{D17A4BA4-8569-D0D3-E385-2F110EEDFA74}"/>
              </a:ext>
            </a:extLst>
          </p:cNvPr>
          <p:cNvSpPr>
            <a:spLocks noGrp="1"/>
          </p:cNvSpPr>
          <p:nvPr>
            <p:ph type="pic" sz="quarter" idx="30" hasCustomPrompt="1"/>
          </p:nvPr>
        </p:nvSpPr>
        <p:spPr>
          <a:xfrm>
            <a:off x="5067302" y="1846150"/>
            <a:ext cx="2057398" cy="2055372"/>
          </a:xfrm>
          <a:prstGeom prst="ellipse">
            <a:avLst/>
          </a:prstGeom>
        </p:spPr>
        <p:txBody>
          <a:bodyPr/>
          <a:lstStyle>
            <a:lvl1pPr marL="0" indent="0" algn="ctr">
              <a:buNone/>
              <a:defRPr/>
            </a:lvl1pPr>
          </a:lstStyle>
          <a:p>
            <a:r>
              <a:rPr lang="en-US"/>
              <a:t>Insert </a:t>
            </a:r>
            <a:r>
              <a:rPr lang="en-US" err="1"/>
              <a:t>PictureHere</a:t>
            </a:r>
            <a:endParaRPr lang="en-IN"/>
          </a:p>
        </p:txBody>
      </p:sp>
      <p:sp>
        <p:nvSpPr>
          <p:cNvPr id="28" name="Picture Placeholder 21">
            <a:extLst>
              <a:ext uri="{FF2B5EF4-FFF2-40B4-BE49-F238E27FC236}">
                <a16:creationId xmlns:a16="http://schemas.microsoft.com/office/drawing/2014/main" id="{A8523876-5134-0664-9B2D-1CD22827548F}"/>
              </a:ext>
            </a:extLst>
          </p:cNvPr>
          <p:cNvSpPr>
            <a:spLocks noGrp="1"/>
          </p:cNvSpPr>
          <p:nvPr>
            <p:ph type="pic" sz="quarter" idx="31" hasCustomPrompt="1"/>
          </p:nvPr>
        </p:nvSpPr>
        <p:spPr>
          <a:xfrm>
            <a:off x="8966200" y="2468264"/>
            <a:ext cx="1612900" cy="1611312"/>
          </a:xfrm>
          <a:prstGeom prst="ellipse">
            <a:avLst/>
          </a:prstGeom>
        </p:spPr>
        <p:txBody>
          <a:bodyPr>
            <a:normAutofit/>
          </a:bodyPr>
          <a:lstStyle>
            <a:lvl1pPr marL="0" indent="0" algn="ctr">
              <a:buNone/>
              <a:defRPr sz="2000"/>
            </a:lvl1pPr>
          </a:lstStyle>
          <a:p>
            <a:r>
              <a:rPr lang="en-US"/>
              <a:t>Insert </a:t>
            </a:r>
            <a:r>
              <a:rPr lang="en-US" err="1"/>
              <a:t>PictureHere</a:t>
            </a:r>
            <a:endParaRPr lang="en-IN"/>
          </a:p>
        </p:txBody>
      </p:sp>
      <p:sp>
        <p:nvSpPr>
          <p:cNvPr id="31" name="Text Placeholder 74">
            <a:extLst>
              <a:ext uri="{FF2B5EF4-FFF2-40B4-BE49-F238E27FC236}">
                <a16:creationId xmlns:a16="http://schemas.microsoft.com/office/drawing/2014/main" id="{1E2ACC88-6D22-53BF-A492-A4AC063C4E3E}"/>
              </a:ext>
            </a:extLst>
          </p:cNvPr>
          <p:cNvSpPr>
            <a:spLocks noGrp="1"/>
          </p:cNvSpPr>
          <p:nvPr>
            <p:ph type="body" sz="quarter" idx="32" hasCustomPrompt="1"/>
          </p:nvPr>
        </p:nvSpPr>
        <p:spPr>
          <a:xfrm>
            <a:off x="1174040" y="4629080"/>
            <a:ext cx="2325689" cy="317463"/>
          </a:xfrm>
        </p:spPr>
        <p:txBody>
          <a:bodyPr/>
          <a:lstStyle>
            <a:lvl1pPr marL="0" indent="0" algn="ctr">
              <a:buNone/>
              <a:defRPr sz="2000" b="1">
                <a:latin typeface="Barlow" panose="00000500000000000000" pitchFamily="2" charset="0"/>
              </a:defRPr>
            </a:lvl1pPr>
            <a:lvl2pPr>
              <a:defRPr sz="1800"/>
            </a:lvl2pPr>
            <a:lvl3pPr>
              <a:defRPr sz="1600"/>
            </a:lvl3pPr>
          </a:lstStyle>
          <a:p>
            <a:pPr lvl="0"/>
            <a:r>
              <a:rPr lang="en-US"/>
              <a:t>Subheading</a:t>
            </a:r>
          </a:p>
        </p:txBody>
      </p:sp>
      <p:sp>
        <p:nvSpPr>
          <p:cNvPr id="32" name="Text Placeholder 74">
            <a:extLst>
              <a:ext uri="{FF2B5EF4-FFF2-40B4-BE49-F238E27FC236}">
                <a16:creationId xmlns:a16="http://schemas.microsoft.com/office/drawing/2014/main" id="{430A4452-39A9-6D0D-1087-176A6BDB55FA}"/>
              </a:ext>
            </a:extLst>
          </p:cNvPr>
          <p:cNvSpPr>
            <a:spLocks noGrp="1"/>
          </p:cNvSpPr>
          <p:nvPr>
            <p:ph type="body" sz="quarter" idx="33" hasCustomPrompt="1"/>
          </p:nvPr>
        </p:nvSpPr>
        <p:spPr>
          <a:xfrm>
            <a:off x="1174039" y="5011087"/>
            <a:ext cx="2325689" cy="358261"/>
          </a:xfrm>
        </p:spPr>
        <p:txBody>
          <a:bodyPr>
            <a:normAutofit/>
          </a:bodyPr>
          <a:lstStyle>
            <a:lvl1pPr marL="0" indent="0" algn="ctr">
              <a:buNone/>
              <a:defRPr sz="1600" b="0">
                <a:latin typeface="Open Sans" pitchFamily="2" charset="0"/>
                <a:ea typeface="Open Sans" pitchFamily="2" charset="0"/>
                <a:cs typeface="Open Sans" pitchFamily="2" charset="0"/>
              </a:defRPr>
            </a:lvl1pPr>
            <a:lvl2pPr>
              <a:defRPr sz="1800"/>
            </a:lvl2pPr>
            <a:lvl3pPr>
              <a:defRPr sz="1600"/>
            </a:lvl3pPr>
          </a:lstStyle>
          <a:p>
            <a:pPr lvl="0"/>
            <a:r>
              <a:rPr lang="en-US"/>
              <a:t>Description</a:t>
            </a:r>
          </a:p>
        </p:txBody>
      </p:sp>
      <p:sp>
        <p:nvSpPr>
          <p:cNvPr id="34" name="Text Placeholder 74">
            <a:extLst>
              <a:ext uri="{FF2B5EF4-FFF2-40B4-BE49-F238E27FC236}">
                <a16:creationId xmlns:a16="http://schemas.microsoft.com/office/drawing/2014/main" id="{1527C951-E9F3-D7EE-838F-8B6FA375790A}"/>
              </a:ext>
            </a:extLst>
          </p:cNvPr>
          <p:cNvSpPr>
            <a:spLocks noGrp="1"/>
          </p:cNvSpPr>
          <p:nvPr>
            <p:ph type="body" sz="quarter" idx="34" hasCustomPrompt="1"/>
          </p:nvPr>
        </p:nvSpPr>
        <p:spPr>
          <a:xfrm>
            <a:off x="4933156" y="4629080"/>
            <a:ext cx="2325689" cy="317463"/>
          </a:xfrm>
        </p:spPr>
        <p:txBody>
          <a:bodyPr/>
          <a:lstStyle>
            <a:lvl1pPr marL="0" indent="0" algn="ctr">
              <a:buNone/>
              <a:defRPr sz="2000" b="1">
                <a:latin typeface="Barlow" panose="00000500000000000000" pitchFamily="2" charset="0"/>
              </a:defRPr>
            </a:lvl1pPr>
            <a:lvl2pPr>
              <a:defRPr sz="1800"/>
            </a:lvl2pPr>
            <a:lvl3pPr>
              <a:defRPr sz="1600"/>
            </a:lvl3pPr>
          </a:lstStyle>
          <a:p>
            <a:pPr lvl="0"/>
            <a:r>
              <a:rPr lang="en-US"/>
              <a:t>Subheading</a:t>
            </a:r>
          </a:p>
        </p:txBody>
      </p:sp>
      <p:sp>
        <p:nvSpPr>
          <p:cNvPr id="35" name="Text Placeholder 74">
            <a:extLst>
              <a:ext uri="{FF2B5EF4-FFF2-40B4-BE49-F238E27FC236}">
                <a16:creationId xmlns:a16="http://schemas.microsoft.com/office/drawing/2014/main" id="{7E31BD87-6D3D-7D22-A5A0-943C17AC9B98}"/>
              </a:ext>
            </a:extLst>
          </p:cNvPr>
          <p:cNvSpPr>
            <a:spLocks noGrp="1"/>
          </p:cNvSpPr>
          <p:nvPr>
            <p:ph type="body" sz="quarter" idx="35" hasCustomPrompt="1"/>
          </p:nvPr>
        </p:nvSpPr>
        <p:spPr>
          <a:xfrm>
            <a:off x="4933155" y="5011087"/>
            <a:ext cx="2325689" cy="358261"/>
          </a:xfrm>
        </p:spPr>
        <p:txBody>
          <a:bodyPr>
            <a:normAutofit/>
          </a:bodyPr>
          <a:lstStyle>
            <a:lvl1pPr marL="0" indent="0" algn="ctr">
              <a:buNone/>
              <a:defRPr sz="1600" b="0">
                <a:latin typeface="Open Sans" pitchFamily="2" charset="0"/>
                <a:ea typeface="Open Sans" pitchFamily="2" charset="0"/>
                <a:cs typeface="Open Sans" pitchFamily="2" charset="0"/>
              </a:defRPr>
            </a:lvl1pPr>
            <a:lvl2pPr>
              <a:defRPr sz="1800"/>
            </a:lvl2pPr>
            <a:lvl3pPr>
              <a:defRPr sz="1600"/>
            </a:lvl3pPr>
          </a:lstStyle>
          <a:p>
            <a:pPr lvl="0"/>
            <a:r>
              <a:rPr lang="en-US"/>
              <a:t>Description</a:t>
            </a:r>
          </a:p>
        </p:txBody>
      </p:sp>
      <p:sp>
        <p:nvSpPr>
          <p:cNvPr id="36" name="Text Placeholder 74">
            <a:extLst>
              <a:ext uri="{FF2B5EF4-FFF2-40B4-BE49-F238E27FC236}">
                <a16:creationId xmlns:a16="http://schemas.microsoft.com/office/drawing/2014/main" id="{C35174F9-D362-DC2E-55E9-9F2C663195BF}"/>
              </a:ext>
            </a:extLst>
          </p:cNvPr>
          <p:cNvSpPr>
            <a:spLocks noGrp="1"/>
          </p:cNvSpPr>
          <p:nvPr>
            <p:ph type="body" sz="quarter" idx="36" hasCustomPrompt="1"/>
          </p:nvPr>
        </p:nvSpPr>
        <p:spPr>
          <a:xfrm>
            <a:off x="8692272" y="4618524"/>
            <a:ext cx="2325689" cy="317463"/>
          </a:xfrm>
        </p:spPr>
        <p:txBody>
          <a:bodyPr/>
          <a:lstStyle>
            <a:lvl1pPr marL="0" indent="0" algn="ctr">
              <a:buNone/>
              <a:defRPr sz="2000" b="1">
                <a:latin typeface="Barlow" panose="00000500000000000000" pitchFamily="2" charset="0"/>
              </a:defRPr>
            </a:lvl1pPr>
            <a:lvl2pPr>
              <a:defRPr sz="1800"/>
            </a:lvl2pPr>
            <a:lvl3pPr>
              <a:defRPr sz="1600"/>
            </a:lvl3pPr>
          </a:lstStyle>
          <a:p>
            <a:pPr lvl="0"/>
            <a:r>
              <a:rPr lang="en-US"/>
              <a:t>Subheading</a:t>
            </a:r>
          </a:p>
        </p:txBody>
      </p:sp>
      <p:sp>
        <p:nvSpPr>
          <p:cNvPr id="37" name="Text Placeholder 74">
            <a:extLst>
              <a:ext uri="{FF2B5EF4-FFF2-40B4-BE49-F238E27FC236}">
                <a16:creationId xmlns:a16="http://schemas.microsoft.com/office/drawing/2014/main" id="{3A5C1FFD-4967-9795-B6DA-B674EB0A1380}"/>
              </a:ext>
            </a:extLst>
          </p:cNvPr>
          <p:cNvSpPr>
            <a:spLocks noGrp="1"/>
          </p:cNvSpPr>
          <p:nvPr>
            <p:ph type="body" sz="quarter" idx="37" hasCustomPrompt="1"/>
          </p:nvPr>
        </p:nvSpPr>
        <p:spPr>
          <a:xfrm>
            <a:off x="8692271" y="5000531"/>
            <a:ext cx="2325689" cy="358261"/>
          </a:xfrm>
        </p:spPr>
        <p:txBody>
          <a:bodyPr>
            <a:normAutofit/>
          </a:bodyPr>
          <a:lstStyle>
            <a:lvl1pPr marL="0" indent="0" algn="ctr">
              <a:buNone/>
              <a:defRPr sz="1600" b="0">
                <a:latin typeface="Open Sans" pitchFamily="2" charset="0"/>
                <a:ea typeface="Open Sans" pitchFamily="2" charset="0"/>
                <a:cs typeface="Open Sans" pitchFamily="2" charset="0"/>
              </a:defRPr>
            </a:lvl1pPr>
            <a:lvl2pPr>
              <a:defRPr sz="1800"/>
            </a:lvl2pPr>
            <a:lvl3pPr>
              <a:defRPr sz="1600"/>
            </a:lvl3pPr>
          </a:lstStyle>
          <a:p>
            <a:pPr lvl="0"/>
            <a:r>
              <a:rPr lang="en-US"/>
              <a:t>Description</a:t>
            </a:r>
          </a:p>
        </p:txBody>
      </p:sp>
    </p:spTree>
    <p:extLst>
      <p:ext uri="{BB962C8B-B14F-4D97-AF65-F5344CB8AC3E}">
        <p14:creationId xmlns:p14="http://schemas.microsoft.com/office/powerpoint/2010/main" val="3491457476"/>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2_Miscellaneous">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FFA8095C-6957-5EC7-4323-059976D64700}"/>
              </a:ext>
            </a:extLst>
          </p:cNvPr>
          <p:cNvSpPr/>
          <p:nvPr userDrawn="1"/>
        </p:nvSpPr>
        <p:spPr>
          <a:xfrm rot="10800000">
            <a:off x="-2" y="4127502"/>
            <a:ext cx="4569985" cy="2730498"/>
          </a:xfrm>
          <a:custGeom>
            <a:avLst/>
            <a:gdLst>
              <a:gd name="connsiteX0" fmla="*/ 13028 w 10839953"/>
              <a:gd name="connsiteY0" fmla="*/ 0 h 6476710"/>
              <a:gd name="connsiteX1" fmla="*/ 10839953 w 10839953"/>
              <a:gd name="connsiteY1" fmla="*/ 0 h 6476710"/>
              <a:gd name="connsiteX2" fmla="*/ 10839953 w 10839953"/>
              <a:gd name="connsiteY2" fmla="*/ 4207453 h 6476710"/>
              <a:gd name="connsiteX3" fmla="*/ 10799970 w 10839953"/>
              <a:gd name="connsiteY3" fmla="*/ 4258332 h 6476710"/>
              <a:gd name="connsiteX4" fmla="*/ 6096000 w 10839953"/>
              <a:gd name="connsiteY4" fmla="*/ 6476710 h 6476710"/>
              <a:gd name="connsiteX5" fmla="*/ 0 w 10839953"/>
              <a:gd name="connsiteY5" fmla="*/ 380710 h 6476710"/>
              <a:gd name="connsiteX6" fmla="*/ 7932 w 10839953"/>
              <a:gd name="connsiteY6" fmla="*/ 67011 h 6476710"/>
              <a:gd name="connsiteX7" fmla="*/ 13028 w 10839953"/>
              <a:gd name="connsiteY7" fmla="*/ 0 h 6476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39953" h="6476710">
                <a:moveTo>
                  <a:pt x="13028" y="0"/>
                </a:moveTo>
                <a:lnTo>
                  <a:pt x="10839953" y="0"/>
                </a:lnTo>
                <a:lnTo>
                  <a:pt x="10839953" y="4207453"/>
                </a:lnTo>
                <a:lnTo>
                  <a:pt x="10799970" y="4258332"/>
                </a:lnTo>
                <a:cubicBezTo>
                  <a:pt x="9681874" y="5613152"/>
                  <a:pt x="7989785" y="6476710"/>
                  <a:pt x="6096000" y="6476710"/>
                </a:cubicBezTo>
                <a:cubicBezTo>
                  <a:pt x="2729272" y="6476710"/>
                  <a:pt x="0" y="3747438"/>
                  <a:pt x="0" y="380710"/>
                </a:cubicBezTo>
                <a:cubicBezTo>
                  <a:pt x="0" y="275500"/>
                  <a:pt x="2665" y="170912"/>
                  <a:pt x="7932" y="67011"/>
                </a:cubicBezTo>
                <a:lnTo>
                  <a:pt x="13028" y="0"/>
                </a:lnTo>
                <a:close/>
              </a:path>
            </a:pathLst>
          </a:custGeom>
          <a:gradFill>
            <a:gsLst>
              <a:gs pos="100000">
                <a:schemeClr val="tx2"/>
              </a:gs>
              <a:gs pos="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Picture Placeholder 40">
            <a:extLst>
              <a:ext uri="{FF2B5EF4-FFF2-40B4-BE49-F238E27FC236}">
                <a16:creationId xmlns:a16="http://schemas.microsoft.com/office/drawing/2014/main" id="{544B5328-6D80-7784-4220-C79FFA1FB257}"/>
              </a:ext>
            </a:extLst>
          </p:cNvPr>
          <p:cNvSpPr>
            <a:spLocks noGrp="1"/>
          </p:cNvSpPr>
          <p:nvPr>
            <p:ph type="pic" sz="quarter" idx="13"/>
          </p:nvPr>
        </p:nvSpPr>
        <p:spPr>
          <a:xfrm>
            <a:off x="1352048" y="-5702531"/>
            <a:ext cx="12192003" cy="12181139"/>
          </a:xfrm>
          <a:prstGeom prst="ellipse">
            <a:avLst/>
          </a:prstGeom>
          <a:noFill/>
        </p:spPr>
        <p:txBody>
          <a:bodyPr/>
          <a:lstStyle/>
          <a:p>
            <a:endParaRPr lang="en-IN"/>
          </a:p>
        </p:txBody>
      </p:sp>
      <p:sp>
        <p:nvSpPr>
          <p:cNvPr id="7" name="Title 1">
            <a:extLst>
              <a:ext uri="{FF2B5EF4-FFF2-40B4-BE49-F238E27FC236}">
                <a16:creationId xmlns:a16="http://schemas.microsoft.com/office/drawing/2014/main" id="{34113597-7CC6-531A-4BC2-34526106D4BE}"/>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r">
              <a:lnSpc>
                <a:spcPct val="100000"/>
              </a:lnSpc>
              <a:defRPr lang="en-US" sz="3200" dirty="0">
                <a:solidFill>
                  <a:schemeClr val="tx2"/>
                </a:solidFill>
              </a:defRPr>
            </a:lvl1pPr>
          </a:lstStyle>
          <a:p>
            <a:pPr lvl="0"/>
            <a:r>
              <a:rPr lang="en-GB"/>
              <a:t>Click to edit Master title style</a:t>
            </a:r>
            <a:endParaRPr lang="en-US"/>
          </a:p>
        </p:txBody>
      </p:sp>
      <p:sp>
        <p:nvSpPr>
          <p:cNvPr id="8" name="Rectangle 7">
            <a:extLst>
              <a:ext uri="{FF2B5EF4-FFF2-40B4-BE49-F238E27FC236}">
                <a16:creationId xmlns:a16="http://schemas.microsoft.com/office/drawing/2014/main" id="{56594010-F5CA-064F-63B9-AD7D19D448F3}"/>
              </a:ext>
            </a:extLst>
          </p:cNvPr>
          <p:cNvSpPr/>
          <p:nvPr userDrawn="1"/>
        </p:nvSpPr>
        <p:spPr>
          <a:xfrm>
            <a:off x="6443806" y="1488586"/>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9" name="Subtitle 2">
            <a:extLst>
              <a:ext uri="{FF2B5EF4-FFF2-40B4-BE49-F238E27FC236}">
                <a16:creationId xmlns:a16="http://schemas.microsoft.com/office/drawing/2014/main" id="{652999CC-950D-AC73-6A70-B04E0684E979}"/>
              </a:ext>
            </a:extLst>
          </p:cNvPr>
          <p:cNvSpPr>
            <a:spLocks noGrp="1"/>
          </p:cNvSpPr>
          <p:nvPr>
            <p:ph type="subTitle" idx="1"/>
          </p:nvPr>
        </p:nvSpPr>
        <p:spPr>
          <a:xfrm>
            <a:off x="285135" y="854284"/>
            <a:ext cx="11634149" cy="461665"/>
          </a:xfrm>
        </p:spPr>
        <p:txBody>
          <a:bodyPr wrap="square">
            <a:spAutoFit/>
          </a:bodyPr>
          <a:lstStyle>
            <a:lvl1pPr marL="0" indent="0" algn="r">
              <a:lnSpc>
                <a:spcPct val="100000"/>
              </a:lnSpc>
              <a:spcBef>
                <a:spcPts val="0"/>
              </a:spcBef>
              <a:buNone/>
              <a:defRPr lang="en-US" sz="2400" b="1" kern="1200" dirty="0">
                <a:solidFill>
                  <a:schemeClr val="accent1"/>
                </a:solidFill>
                <a:latin typeface="Barlow Medium" panose="00000600000000000000"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0" name="Rectangle: Rounded Corners 9">
            <a:extLst>
              <a:ext uri="{FF2B5EF4-FFF2-40B4-BE49-F238E27FC236}">
                <a16:creationId xmlns:a16="http://schemas.microsoft.com/office/drawing/2014/main" id="{5F2AE350-55D2-E63B-EA1B-43EBFB64272E}"/>
              </a:ext>
            </a:extLst>
          </p:cNvPr>
          <p:cNvSpPr/>
          <p:nvPr userDrawn="1"/>
        </p:nvSpPr>
        <p:spPr>
          <a:xfrm>
            <a:off x="809624" y="2612114"/>
            <a:ext cx="2437078" cy="3255286"/>
          </a:xfrm>
          <a:prstGeom prst="roundRect">
            <a:avLst>
              <a:gd name="adj" fmla="val 6896"/>
            </a:avLst>
          </a:prstGeom>
          <a:solidFill>
            <a:schemeClr val="bg1"/>
          </a:solidFill>
          <a:ln>
            <a:noFill/>
          </a:ln>
          <a:effectLst>
            <a:outerShdw blurRad="127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 Placeholder 37">
            <a:extLst>
              <a:ext uri="{FF2B5EF4-FFF2-40B4-BE49-F238E27FC236}">
                <a16:creationId xmlns:a16="http://schemas.microsoft.com/office/drawing/2014/main" id="{80C30F35-38A6-A294-048E-40574A758355}"/>
              </a:ext>
            </a:extLst>
          </p:cNvPr>
          <p:cNvSpPr>
            <a:spLocks noGrp="1"/>
          </p:cNvSpPr>
          <p:nvPr>
            <p:ph type="body" sz="quarter" idx="21" hasCustomPrompt="1"/>
          </p:nvPr>
        </p:nvSpPr>
        <p:spPr>
          <a:xfrm>
            <a:off x="996448" y="4009351"/>
            <a:ext cx="1903413" cy="469070"/>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16" name="Text Placeholder 37">
            <a:extLst>
              <a:ext uri="{FF2B5EF4-FFF2-40B4-BE49-F238E27FC236}">
                <a16:creationId xmlns:a16="http://schemas.microsoft.com/office/drawing/2014/main" id="{A6663F84-DDCB-28F0-3D3A-1E0285D4BCE9}"/>
              </a:ext>
            </a:extLst>
          </p:cNvPr>
          <p:cNvSpPr>
            <a:spLocks noGrp="1"/>
          </p:cNvSpPr>
          <p:nvPr>
            <p:ph type="body" sz="quarter" idx="20" hasCustomPrompt="1"/>
          </p:nvPr>
        </p:nvSpPr>
        <p:spPr>
          <a:xfrm>
            <a:off x="996450" y="3609535"/>
            <a:ext cx="1903411" cy="276665"/>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Click to add text</a:t>
            </a:r>
            <a:endParaRPr lang="en-IN"/>
          </a:p>
        </p:txBody>
      </p:sp>
      <p:sp>
        <p:nvSpPr>
          <p:cNvPr id="46" name="Rectangle 45">
            <a:extLst>
              <a:ext uri="{FF2B5EF4-FFF2-40B4-BE49-F238E27FC236}">
                <a16:creationId xmlns:a16="http://schemas.microsoft.com/office/drawing/2014/main" id="{5C2D7219-2A03-C3ED-E812-F65D73ED200B}"/>
              </a:ext>
            </a:extLst>
          </p:cNvPr>
          <p:cNvSpPr/>
          <p:nvPr userDrawn="1"/>
        </p:nvSpPr>
        <p:spPr>
          <a:xfrm>
            <a:off x="2819400" y="3319334"/>
            <a:ext cx="434708" cy="51314"/>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Text Placeholder 42">
            <a:extLst>
              <a:ext uri="{FF2B5EF4-FFF2-40B4-BE49-F238E27FC236}">
                <a16:creationId xmlns:a16="http://schemas.microsoft.com/office/drawing/2014/main" id="{00481D02-35A5-98C7-1207-2E929E940BCD}"/>
              </a:ext>
            </a:extLst>
          </p:cNvPr>
          <p:cNvSpPr>
            <a:spLocks noGrp="1"/>
          </p:cNvSpPr>
          <p:nvPr>
            <p:ph type="body" sz="quarter" idx="14" hasCustomPrompt="1"/>
          </p:nvPr>
        </p:nvSpPr>
        <p:spPr>
          <a:xfrm>
            <a:off x="996448" y="2880386"/>
            <a:ext cx="1903413" cy="527050"/>
          </a:xfrm>
        </p:spPr>
        <p:txBody>
          <a:bodyPr>
            <a:noAutofit/>
          </a:bodyPr>
          <a:lstStyle>
            <a:lvl1pPr marL="0" indent="0">
              <a:buNone/>
              <a:defRPr sz="3600" b="1">
                <a:solidFill>
                  <a:schemeClr val="tx2"/>
                </a:solidFill>
                <a:latin typeface="Barlow" panose="00000500000000000000" pitchFamily="2" charset="0"/>
              </a:defRPr>
            </a:lvl1pPr>
          </a:lstStyle>
          <a:p>
            <a:pPr lvl="0"/>
            <a:r>
              <a:rPr lang="en-US"/>
              <a:t>01</a:t>
            </a:r>
            <a:endParaRPr lang="en-IN"/>
          </a:p>
        </p:txBody>
      </p:sp>
      <p:sp>
        <p:nvSpPr>
          <p:cNvPr id="23" name="Rectangle: Rounded Corners 22">
            <a:extLst>
              <a:ext uri="{FF2B5EF4-FFF2-40B4-BE49-F238E27FC236}">
                <a16:creationId xmlns:a16="http://schemas.microsoft.com/office/drawing/2014/main" id="{B04DAB1D-95A5-1478-5C72-5943009BE77E}"/>
              </a:ext>
            </a:extLst>
          </p:cNvPr>
          <p:cNvSpPr/>
          <p:nvPr userDrawn="1"/>
        </p:nvSpPr>
        <p:spPr>
          <a:xfrm>
            <a:off x="3514109" y="2612114"/>
            <a:ext cx="2437078" cy="3255286"/>
          </a:xfrm>
          <a:prstGeom prst="roundRect">
            <a:avLst>
              <a:gd name="adj" fmla="val 6896"/>
            </a:avLst>
          </a:prstGeom>
          <a:solidFill>
            <a:schemeClr val="bg1"/>
          </a:solidFill>
          <a:ln>
            <a:noFill/>
          </a:ln>
          <a:effectLst>
            <a:outerShdw blurRad="127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 Placeholder 37">
            <a:extLst>
              <a:ext uri="{FF2B5EF4-FFF2-40B4-BE49-F238E27FC236}">
                <a16:creationId xmlns:a16="http://schemas.microsoft.com/office/drawing/2014/main" id="{731C22EE-498C-F7CA-40B9-97C9E33D543E}"/>
              </a:ext>
            </a:extLst>
          </p:cNvPr>
          <p:cNvSpPr>
            <a:spLocks noGrp="1"/>
          </p:cNvSpPr>
          <p:nvPr>
            <p:ph type="body" sz="quarter" idx="22" hasCustomPrompt="1"/>
          </p:nvPr>
        </p:nvSpPr>
        <p:spPr>
          <a:xfrm>
            <a:off x="3700933" y="4009351"/>
            <a:ext cx="1903413" cy="469070"/>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25" name="Text Placeholder 37">
            <a:extLst>
              <a:ext uri="{FF2B5EF4-FFF2-40B4-BE49-F238E27FC236}">
                <a16:creationId xmlns:a16="http://schemas.microsoft.com/office/drawing/2014/main" id="{0718D317-E437-ACFE-36C8-9CBA300462F9}"/>
              </a:ext>
            </a:extLst>
          </p:cNvPr>
          <p:cNvSpPr>
            <a:spLocks noGrp="1"/>
          </p:cNvSpPr>
          <p:nvPr>
            <p:ph type="body" sz="quarter" idx="23" hasCustomPrompt="1"/>
          </p:nvPr>
        </p:nvSpPr>
        <p:spPr>
          <a:xfrm>
            <a:off x="3700935" y="3609535"/>
            <a:ext cx="1903411" cy="276665"/>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Click to add text</a:t>
            </a:r>
            <a:endParaRPr lang="en-IN"/>
          </a:p>
        </p:txBody>
      </p:sp>
      <p:sp>
        <p:nvSpPr>
          <p:cNvPr id="26" name="Rectangle 25">
            <a:extLst>
              <a:ext uri="{FF2B5EF4-FFF2-40B4-BE49-F238E27FC236}">
                <a16:creationId xmlns:a16="http://schemas.microsoft.com/office/drawing/2014/main" id="{EAF39272-ABFB-4973-E473-1D05B700C25F}"/>
              </a:ext>
            </a:extLst>
          </p:cNvPr>
          <p:cNvSpPr/>
          <p:nvPr userDrawn="1"/>
        </p:nvSpPr>
        <p:spPr>
          <a:xfrm>
            <a:off x="5523885" y="3319334"/>
            <a:ext cx="434708" cy="51314"/>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7" name="Text Placeholder 42">
            <a:extLst>
              <a:ext uri="{FF2B5EF4-FFF2-40B4-BE49-F238E27FC236}">
                <a16:creationId xmlns:a16="http://schemas.microsoft.com/office/drawing/2014/main" id="{32E8F836-8812-4FCB-8F5B-81429F7BBB38}"/>
              </a:ext>
            </a:extLst>
          </p:cNvPr>
          <p:cNvSpPr>
            <a:spLocks noGrp="1"/>
          </p:cNvSpPr>
          <p:nvPr>
            <p:ph type="body" sz="quarter" idx="24" hasCustomPrompt="1"/>
          </p:nvPr>
        </p:nvSpPr>
        <p:spPr>
          <a:xfrm>
            <a:off x="3700933" y="2880386"/>
            <a:ext cx="1903413" cy="527050"/>
          </a:xfrm>
        </p:spPr>
        <p:txBody>
          <a:bodyPr>
            <a:noAutofit/>
          </a:bodyPr>
          <a:lstStyle>
            <a:lvl1pPr marL="0" indent="0">
              <a:buNone/>
              <a:defRPr sz="3600" b="1">
                <a:solidFill>
                  <a:schemeClr val="tx2"/>
                </a:solidFill>
                <a:latin typeface="Barlow" panose="00000500000000000000" pitchFamily="2" charset="0"/>
              </a:defRPr>
            </a:lvl1pPr>
          </a:lstStyle>
          <a:p>
            <a:pPr lvl="0"/>
            <a:r>
              <a:rPr lang="en-US"/>
              <a:t>02</a:t>
            </a:r>
            <a:endParaRPr lang="en-IN"/>
          </a:p>
        </p:txBody>
      </p:sp>
      <p:sp>
        <p:nvSpPr>
          <p:cNvPr id="33" name="Rectangle: Rounded Corners 32">
            <a:extLst>
              <a:ext uri="{FF2B5EF4-FFF2-40B4-BE49-F238E27FC236}">
                <a16:creationId xmlns:a16="http://schemas.microsoft.com/office/drawing/2014/main" id="{CBA6AB4C-B704-E9F0-7263-0160C8EF066F}"/>
              </a:ext>
            </a:extLst>
          </p:cNvPr>
          <p:cNvSpPr/>
          <p:nvPr userDrawn="1"/>
        </p:nvSpPr>
        <p:spPr>
          <a:xfrm>
            <a:off x="6227000" y="2612114"/>
            <a:ext cx="2437078" cy="3255286"/>
          </a:xfrm>
          <a:prstGeom prst="roundRect">
            <a:avLst>
              <a:gd name="adj" fmla="val 6896"/>
            </a:avLst>
          </a:prstGeom>
          <a:solidFill>
            <a:schemeClr val="bg1"/>
          </a:solidFill>
          <a:ln>
            <a:noFill/>
          </a:ln>
          <a:effectLst>
            <a:outerShdw blurRad="127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 Placeholder 37">
            <a:extLst>
              <a:ext uri="{FF2B5EF4-FFF2-40B4-BE49-F238E27FC236}">
                <a16:creationId xmlns:a16="http://schemas.microsoft.com/office/drawing/2014/main" id="{3651C546-F9F0-9525-73EB-8F8316BDB8E4}"/>
              </a:ext>
            </a:extLst>
          </p:cNvPr>
          <p:cNvSpPr>
            <a:spLocks noGrp="1"/>
          </p:cNvSpPr>
          <p:nvPr>
            <p:ph type="body" sz="quarter" idx="25" hasCustomPrompt="1"/>
          </p:nvPr>
        </p:nvSpPr>
        <p:spPr>
          <a:xfrm>
            <a:off x="6413824" y="4009351"/>
            <a:ext cx="1903413" cy="469070"/>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35" name="Text Placeholder 37">
            <a:extLst>
              <a:ext uri="{FF2B5EF4-FFF2-40B4-BE49-F238E27FC236}">
                <a16:creationId xmlns:a16="http://schemas.microsoft.com/office/drawing/2014/main" id="{D5793BEF-2010-0581-2EC2-C1A21BBFDE6F}"/>
              </a:ext>
            </a:extLst>
          </p:cNvPr>
          <p:cNvSpPr>
            <a:spLocks noGrp="1"/>
          </p:cNvSpPr>
          <p:nvPr>
            <p:ph type="body" sz="quarter" idx="26" hasCustomPrompt="1"/>
          </p:nvPr>
        </p:nvSpPr>
        <p:spPr>
          <a:xfrm>
            <a:off x="6413826" y="3609535"/>
            <a:ext cx="1903411" cy="276665"/>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Click to add text</a:t>
            </a:r>
            <a:endParaRPr lang="en-IN"/>
          </a:p>
        </p:txBody>
      </p:sp>
      <p:sp>
        <p:nvSpPr>
          <p:cNvPr id="36" name="Rectangle 35">
            <a:extLst>
              <a:ext uri="{FF2B5EF4-FFF2-40B4-BE49-F238E27FC236}">
                <a16:creationId xmlns:a16="http://schemas.microsoft.com/office/drawing/2014/main" id="{C6F9B29B-C3EE-0CCC-9097-A191C0E982D4}"/>
              </a:ext>
            </a:extLst>
          </p:cNvPr>
          <p:cNvSpPr/>
          <p:nvPr userDrawn="1"/>
        </p:nvSpPr>
        <p:spPr>
          <a:xfrm>
            <a:off x="8236776" y="3319334"/>
            <a:ext cx="434708" cy="51314"/>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37" name="Text Placeholder 42">
            <a:extLst>
              <a:ext uri="{FF2B5EF4-FFF2-40B4-BE49-F238E27FC236}">
                <a16:creationId xmlns:a16="http://schemas.microsoft.com/office/drawing/2014/main" id="{D860BE52-9B54-15A9-89D7-F26AF4F22438}"/>
              </a:ext>
            </a:extLst>
          </p:cNvPr>
          <p:cNvSpPr>
            <a:spLocks noGrp="1"/>
          </p:cNvSpPr>
          <p:nvPr>
            <p:ph type="body" sz="quarter" idx="27" hasCustomPrompt="1"/>
          </p:nvPr>
        </p:nvSpPr>
        <p:spPr>
          <a:xfrm>
            <a:off x="6413824" y="2880386"/>
            <a:ext cx="1903413" cy="527050"/>
          </a:xfrm>
        </p:spPr>
        <p:txBody>
          <a:bodyPr>
            <a:noAutofit/>
          </a:bodyPr>
          <a:lstStyle>
            <a:lvl1pPr marL="0" indent="0">
              <a:buNone/>
              <a:defRPr sz="3600" b="1">
                <a:solidFill>
                  <a:schemeClr val="tx2"/>
                </a:solidFill>
                <a:latin typeface="Barlow" panose="00000500000000000000" pitchFamily="2" charset="0"/>
              </a:defRPr>
            </a:lvl1pPr>
          </a:lstStyle>
          <a:p>
            <a:pPr lvl="0"/>
            <a:r>
              <a:rPr lang="en-US"/>
              <a:t>03</a:t>
            </a:r>
            <a:endParaRPr lang="en-IN"/>
          </a:p>
        </p:txBody>
      </p:sp>
      <p:sp>
        <p:nvSpPr>
          <p:cNvPr id="44" name="Rectangle: Rounded Corners 43">
            <a:extLst>
              <a:ext uri="{FF2B5EF4-FFF2-40B4-BE49-F238E27FC236}">
                <a16:creationId xmlns:a16="http://schemas.microsoft.com/office/drawing/2014/main" id="{6954ADF8-1F77-DD9F-6418-8F48DB8B9F63}"/>
              </a:ext>
            </a:extLst>
          </p:cNvPr>
          <p:cNvSpPr/>
          <p:nvPr userDrawn="1"/>
        </p:nvSpPr>
        <p:spPr>
          <a:xfrm>
            <a:off x="8939891" y="2612114"/>
            <a:ext cx="2437078" cy="3255286"/>
          </a:xfrm>
          <a:prstGeom prst="roundRect">
            <a:avLst>
              <a:gd name="adj" fmla="val 6896"/>
            </a:avLst>
          </a:prstGeom>
          <a:solidFill>
            <a:schemeClr val="bg1"/>
          </a:solidFill>
          <a:ln>
            <a:noFill/>
          </a:ln>
          <a:effectLst>
            <a:outerShdw blurRad="127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 Placeholder 37">
            <a:extLst>
              <a:ext uri="{FF2B5EF4-FFF2-40B4-BE49-F238E27FC236}">
                <a16:creationId xmlns:a16="http://schemas.microsoft.com/office/drawing/2014/main" id="{ABF55AA2-4B78-5FFF-9CDF-4A0BC3F1B130}"/>
              </a:ext>
            </a:extLst>
          </p:cNvPr>
          <p:cNvSpPr>
            <a:spLocks noGrp="1"/>
          </p:cNvSpPr>
          <p:nvPr>
            <p:ph type="body" sz="quarter" idx="28" hasCustomPrompt="1"/>
          </p:nvPr>
        </p:nvSpPr>
        <p:spPr>
          <a:xfrm>
            <a:off x="9126715" y="4009351"/>
            <a:ext cx="1903413" cy="469070"/>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47" name="Text Placeholder 37">
            <a:extLst>
              <a:ext uri="{FF2B5EF4-FFF2-40B4-BE49-F238E27FC236}">
                <a16:creationId xmlns:a16="http://schemas.microsoft.com/office/drawing/2014/main" id="{553A0342-B173-027B-0A63-9D49698D7EB4}"/>
              </a:ext>
            </a:extLst>
          </p:cNvPr>
          <p:cNvSpPr>
            <a:spLocks noGrp="1"/>
          </p:cNvSpPr>
          <p:nvPr>
            <p:ph type="body" sz="quarter" idx="29" hasCustomPrompt="1"/>
          </p:nvPr>
        </p:nvSpPr>
        <p:spPr>
          <a:xfrm>
            <a:off x="9126717" y="3609535"/>
            <a:ext cx="1903411" cy="276665"/>
          </a:xfrm>
        </p:spPr>
        <p:txBody>
          <a:bodyPr>
            <a:normAutofit/>
          </a:bodyPr>
          <a:lstStyle>
            <a:lvl1pPr marL="0" indent="0" algn="l">
              <a:buNone/>
              <a:defRPr sz="1800" b="1">
                <a:solidFill>
                  <a:schemeClr val="tx1"/>
                </a:solidFill>
                <a:latin typeface="Barlow" panose="00000500000000000000" pitchFamily="2" charset="0"/>
              </a:defRPr>
            </a:lvl1pPr>
          </a:lstStyle>
          <a:p>
            <a:pPr lvl="0"/>
            <a:r>
              <a:rPr lang="en-US"/>
              <a:t>Click to add text</a:t>
            </a:r>
            <a:endParaRPr lang="en-IN"/>
          </a:p>
        </p:txBody>
      </p:sp>
      <p:sp>
        <p:nvSpPr>
          <p:cNvPr id="48" name="Rectangle 47">
            <a:extLst>
              <a:ext uri="{FF2B5EF4-FFF2-40B4-BE49-F238E27FC236}">
                <a16:creationId xmlns:a16="http://schemas.microsoft.com/office/drawing/2014/main" id="{E034B531-F2C6-B1D6-11A3-837CB9BEA982}"/>
              </a:ext>
            </a:extLst>
          </p:cNvPr>
          <p:cNvSpPr/>
          <p:nvPr userDrawn="1"/>
        </p:nvSpPr>
        <p:spPr>
          <a:xfrm>
            <a:off x="10949667" y="3319334"/>
            <a:ext cx="434708" cy="51314"/>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49" name="Text Placeholder 42">
            <a:extLst>
              <a:ext uri="{FF2B5EF4-FFF2-40B4-BE49-F238E27FC236}">
                <a16:creationId xmlns:a16="http://schemas.microsoft.com/office/drawing/2014/main" id="{ACEF462E-9001-EC24-1C02-AE2EE263F7E5}"/>
              </a:ext>
            </a:extLst>
          </p:cNvPr>
          <p:cNvSpPr>
            <a:spLocks noGrp="1"/>
          </p:cNvSpPr>
          <p:nvPr>
            <p:ph type="body" sz="quarter" idx="30" hasCustomPrompt="1"/>
          </p:nvPr>
        </p:nvSpPr>
        <p:spPr>
          <a:xfrm>
            <a:off x="9126715" y="2880386"/>
            <a:ext cx="1903413" cy="527050"/>
          </a:xfrm>
        </p:spPr>
        <p:txBody>
          <a:bodyPr>
            <a:noAutofit/>
          </a:bodyPr>
          <a:lstStyle>
            <a:lvl1pPr marL="0" indent="0">
              <a:buNone/>
              <a:defRPr sz="3600" b="1">
                <a:solidFill>
                  <a:schemeClr val="tx2"/>
                </a:solidFill>
                <a:latin typeface="Barlow" panose="00000500000000000000" pitchFamily="2" charset="0"/>
              </a:defRPr>
            </a:lvl1pPr>
          </a:lstStyle>
          <a:p>
            <a:pPr lvl="0"/>
            <a:r>
              <a:rPr lang="en-US"/>
              <a:t>04</a:t>
            </a:r>
            <a:endParaRPr lang="en-IN"/>
          </a:p>
        </p:txBody>
      </p:sp>
    </p:spTree>
    <p:extLst>
      <p:ext uri="{BB962C8B-B14F-4D97-AF65-F5344CB8AC3E}">
        <p14:creationId xmlns:p14="http://schemas.microsoft.com/office/powerpoint/2010/main" val="467352162"/>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3_Miscellaneous">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71E2354-AF0A-A7B4-7B78-365FAC8AEB1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67780" y="1408471"/>
            <a:ext cx="8256439" cy="5079644"/>
          </a:xfrm>
          <a:prstGeom prst="rect">
            <a:avLst/>
          </a:prstGeom>
        </p:spPr>
      </p:pic>
      <p:sp>
        <p:nvSpPr>
          <p:cNvPr id="8" name="Title 1">
            <a:extLst>
              <a:ext uri="{FF2B5EF4-FFF2-40B4-BE49-F238E27FC236}">
                <a16:creationId xmlns:a16="http://schemas.microsoft.com/office/drawing/2014/main" id="{8C48F4F6-BD8F-048E-5B8A-25193117E050}"/>
              </a:ext>
            </a:extLst>
          </p:cNvPr>
          <p:cNvSpPr>
            <a:spLocks noGrp="1"/>
          </p:cNvSpPr>
          <p:nvPr>
            <p:ph type="ctrTitle"/>
          </p:nvPr>
        </p:nvSpPr>
        <p:spPr>
          <a:xfrm>
            <a:off x="360000" y="338447"/>
            <a:ext cx="11484000" cy="492443"/>
          </a:xfrm>
          <a:prstGeom prst="rect">
            <a:avLst/>
          </a:prstGeom>
        </p:spPr>
        <p:txBody>
          <a:bodyPr vert="horz" lIns="0" tIns="0" rIns="0" bIns="0" rtlCol="0" anchor="t" anchorCtr="0">
            <a:spAutoFit/>
          </a:bodyPr>
          <a:lstStyle>
            <a:lvl1pPr algn="ctr">
              <a:lnSpc>
                <a:spcPct val="100000"/>
              </a:lnSpc>
              <a:defRPr lang="en-US" sz="3200" dirty="0">
                <a:solidFill>
                  <a:schemeClr val="tx2"/>
                </a:solidFill>
              </a:defRPr>
            </a:lvl1pPr>
          </a:lstStyle>
          <a:p>
            <a:pPr lvl="0"/>
            <a:r>
              <a:rPr lang="en-GB"/>
              <a:t>Click to edit Master title style</a:t>
            </a:r>
            <a:endParaRPr lang="en-US"/>
          </a:p>
        </p:txBody>
      </p:sp>
      <p:sp>
        <p:nvSpPr>
          <p:cNvPr id="19" name="Rectangle 18">
            <a:extLst>
              <a:ext uri="{FF2B5EF4-FFF2-40B4-BE49-F238E27FC236}">
                <a16:creationId xmlns:a16="http://schemas.microsoft.com/office/drawing/2014/main" id="{C930368F-58B1-272E-5A4E-082B39802E55}"/>
              </a:ext>
            </a:extLst>
          </p:cNvPr>
          <p:cNvSpPr/>
          <p:nvPr userDrawn="1"/>
        </p:nvSpPr>
        <p:spPr>
          <a:xfrm>
            <a:off x="0" y="2553432"/>
            <a:ext cx="3362449" cy="661084"/>
          </a:xfrm>
          <a:prstGeom prst="rect">
            <a:avLst/>
          </a:prstGeom>
          <a:gradFill flip="none" rotWithShape="1">
            <a:gsLst>
              <a:gs pos="0">
                <a:srgbClr val="FFFFFF"/>
              </a:gs>
              <a:gs pos="44000">
                <a:schemeClr val="bg1">
                  <a:lumMod val="95000"/>
                </a:schemeClr>
              </a:gs>
              <a:gs pos="100000">
                <a:schemeClr val="tx1">
                  <a:lumMod val="20000"/>
                  <a:lumOff val="8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76A7EC8-5ADE-B139-BEB4-EC8EA819AD39}"/>
              </a:ext>
            </a:extLst>
          </p:cNvPr>
          <p:cNvSpPr/>
          <p:nvPr userDrawn="1"/>
        </p:nvSpPr>
        <p:spPr>
          <a:xfrm rot="10800000">
            <a:off x="8759118" y="4234001"/>
            <a:ext cx="3432882" cy="677454"/>
          </a:xfrm>
          <a:prstGeom prst="rect">
            <a:avLst/>
          </a:prstGeom>
          <a:gradFill flip="none" rotWithShape="1">
            <a:gsLst>
              <a:gs pos="0">
                <a:srgbClr val="FFFFFF"/>
              </a:gs>
              <a:gs pos="44000">
                <a:schemeClr val="bg1">
                  <a:lumMod val="95000"/>
                </a:schemeClr>
              </a:gs>
              <a:gs pos="100000">
                <a:schemeClr val="tx1">
                  <a:lumMod val="20000"/>
                  <a:lumOff val="8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1" name="Rectangle 20">
            <a:extLst>
              <a:ext uri="{FF2B5EF4-FFF2-40B4-BE49-F238E27FC236}">
                <a16:creationId xmlns:a16="http://schemas.microsoft.com/office/drawing/2014/main" id="{ED3C8B1D-4FBA-2B1C-99E8-C7E23566E448}"/>
              </a:ext>
            </a:extLst>
          </p:cNvPr>
          <p:cNvSpPr/>
          <p:nvPr userDrawn="1"/>
        </p:nvSpPr>
        <p:spPr>
          <a:xfrm rot="10800000">
            <a:off x="8804520" y="2553433"/>
            <a:ext cx="3387479" cy="661084"/>
          </a:xfrm>
          <a:prstGeom prst="rect">
            <a:avLst/>
          </a:prstGeom>
          <a:gradFill flip="none" rotWithShape="1">
            <a:gsLst>
              <a:gs pos="0">
                <a:srgbClr val="FFFFFF"/>
              </a:gs>
              <a:gs pos="44000">
                <a:schemeClr val="bg1">
                  <a:lumMod val="95000"/>
                </a:schemeClr>
              </a:gs>
              <a:gs pos="100000">
                <a:schemeClr val="tx1">
                  <a:lumMod val="20000"/>
                  <a:lumOff val="8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2" name="Rectangle 21">
            <a:extLst>
              <a:ext uri="{FF2B5EF4-FFF2-40B4-BE49-F238E27FC236}">
                <a16:creationId xmlns:a16="http://schemas.microsoft.com/office/drawing/2014/main" id="{90433AE9-764B-21EF-207A-FBC2BB0883AD}"/>
              </a:ext>
            </a:extLst>
          </p:cNvPr>
          <p:cNvSpPr/>
          <p:nvPr userDrawn="1"/>
        </p:nvSpPr>
        <p:spPr>
          <a:xfrm>
            <a:off x="59839" y="4252314"/>
            <a:ext cx="3364562" cy="640826"/>
          </a:xfrm>
          <a:prstGeom prst="rect">
            <a:avLst/>
          </a:prstGeom>
          <a:gradFill flip="none" rotWithShape="1">
            <a:gsLst>
              <a:gs pos="0">
                <a:srgbClr val="FFFFFF"/>
              </a:gs>
              <a:gs pos="44000">
                <a:schemeClr val="bg1">
                  <a:lumMod val="95000"/>
                </a:schemeClr>
              </a:gs>
              <a:gs pos="100000">
                <a:schemeClr val="tx1">
                  <a:lumMod val="20000"/>
                  <a:lumOff val="8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3" name="Rectangle 22">
            <a:extLst>
              <a:ext uri="{FF2B5EF4-FFF2-40B4-BE49-F238E27FC236}">
                <a16:creationId xmlns:a16="http://schemas.microsoft.com/office/drawing/2014/main" id="{AEFED25F-C3A8-9E93-9C06-CE4DC73E4669}"/>
              </a:ext>
            </a:extLst>
          </p:cNvPr>
          <p:cNvSpPr/>
          <p:nvPr userDrawn="1"/>
        </p:nvSpPr>
        <p:spPr>
          <a:xfrm rot="10800000">
            <a:off x="3480993" y="2553432"/>
            <a:ext cx="1201145" cy="661084"/>
          </a:xfrm>
          <a:prstGeom prst="rect">
            <a:avLst/>
          </a:prstGeom>
          <a:gradFill flip="none" rotWithShape="1">
            <a:gsLst>
              <a:gs pos="41000">
                <a:schemeClr val="tx2"/>
              </a:gs>
              <a:gs pos="0">
                <a:schemeClr val="bg1"/>
              </a:gs>
              <a:gs pos="100000">
                <a:schemeClr val="tx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652440D5-82B9-7701-F35B-C55B0F0580CF}"/>
              </a:ext>
            </a:extLst>
          </p:cNvPr>
          <p:cNvSpPr/>
          <p:nvPr userDrawn="1"/>
        </p:nvSpPr>
        <p:spPr>
          <a:xfrm>
            <a:off x="7391962" y="4242185"/>
            <a:ext cx="1357596" cy="661084"/>
          </a:xfrm>
          <a:prstGeom prst="rect">
            <a:avLst/>
          </a:prstGeom>
          <a:gradFill flip="none" rotWithShape="1">
            <a:gsLst>
              <a:gs pos="100000">
                <a:schemeClr val="accent6"/>
              </a:gs>
              <a:gs pos="0">
                <a:schemeClr val="bg1"/>
              </a:gs>
              <a:gs pos="41000">
                <a:schemeClr val="accent6"/>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993E8914-9407-F23A-F644-A2A58C4E70F7}"/>
              </a:ext>
            </a:extLst>
          </p:cNvPr>
          <p:cNvSpPr/>
          <p:nvPr userDrawn="1"/>
        </p:nvSpPr>
        <p:spPr>
          <a:xfrm rot="10800000">
            <a:off x="3480993" y="4242185"/>
            <a:ext cx="1201145" cy="661084"/>
          </a:xfrm>
          <a:prstGeom prst="rect">
            <a:avLst/>
          </a:prstGeom>
          <a:gradFill flip="none" rotWithShape="1">
            <a:gsLst>
              <a:gs pos="45000">
                <a:schemeClr val="accent1"/>
              </a:gs>
              <a:gs pos="0">
                <a:schemeClr val="bg1"/>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2E3C5CD-E436-D613-8532-7F1C866813FC}"/>
              </a:ext>
            </a:extLst>
          </p:cNvPr>
          <p:cNvSpPr/>
          <p:nvPr userDrawn="1"/>
        </p:nvSpPr>
        <p:spPr>
          <a:xfrm>
            <a:off x="7391962" y="2553432"/>
            <a:ext cx="1357596" cy="661084"/>
          </a:xfrm>
          <a:prstGeom prst="rect">
            <a:avLst/>
          </a:prstGeom>
          <a:gradFill flip="none" rotWithShape="1">
            <a:gsLst>
              <a:gs pos="100000">
                <a:schemeClr val="accent2"/>
              </a:gs>
              <a:gs pos="37000">
                <a:schemeClr val="accent2"/>
              </a:gs>
              <a:gs pos="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Content Placeholder 78">
            <a:extLst>
              <a:ext uri="{FF2B5EF4-FFF2-40B4-BE49-F238E27FC236}">
                <a16:creationId xmlns:a16="http://schemas.microsoft.com/office/drawing/2014/main" id="{A94F6B01-0DFF-10F3-CAFB-D9F2DCA595D1}"/>
              </a:ext>
            </a:extLst>
          </p:cNvPr>
          <p:cNvSpPr>
            <a:spLocks noGrp="1"/>
          </p:cNvSpPr>
          <p:nvPr>
            <p:ph sz="quarter" idx="30" hasCustomPrompt="1"/>
          </p:nvPr>
        </p:nvSpPr>
        <p:spPr>
          <a:xfrm>
            <a:off x="3046841" y="2519594"/>
            <a:ext cx="705700" cy="680615"/>
          </a:xfrm>
          <a:prstGeom prst="ellipse">
            <a:avLst/>
          </a:prstGeom>
          <a:solidFill>
            <a:schemeClr val="tx2"/>
          </a:solidFill>
          <a:effectLst>
            <a:outerShdw blurRad="50800" dist="38100" dir="2700000" algn="tl" rotWithShape="0">
              <a:prstClr val="black">
                <a:alpha val="40000"/>
              </a:prstClr>
            </a:outerShdw>
          </a:effectLst>
        </p:spPr>
        <p:txBody>
          <a:bodyPr lIns="0" rIns="0" anchor="ctr">
            <a:noAutofit/>
          </a:bodyPr>
          <a:lstStyle>
            <a:lvl1pPr marL="0" indent="0" algn="ctr">
              <a:buNone/>
              <a:defRPr sz="900" b="1">
                <a:solidFill>
                  <a:schemeClr val="bg1"/>
                </a:solidFill>
              </a:defRPr>
            </a:lvl1pPr>
          </a:lstStyle>
          <a:p>
            <a:pPr lvl="0"/>
            <a:r>
              <a:rPr lang="en-US"/>
              <a:t>Icon</a:t>
            </a:r>
            <a:endParaRPr lang="en-IN"/>
          </a:p>
        </p:txBody>
      </p:sp>
      <p:sp>
        <p:nvSpPr>
          <p:cNvPr id="51" name="Content Placeholder 78">
            <a:extLst>
              <a:ext uri="{FF2B5EF4-FFF2-40B4-BE49-F238E27FC236}">
                <a16:creationId xmlns:a16="http://schemas.microsoft.com/office/drawing/2014/main" id="{D7453B05-EDC4-D383-327C-B7B4649EFBB8}"/>
              </a:ext>
            </a:extLst>
          </p:cNvPr>
          <p:cNvSpPr>
            <a:spLocks noGrp="1"/>
          </p:cNvSpPr>
          <p:nvPr>
            <p:ph sz="quarter" idx="31" hasCustomPrompt="1"/>
          </p:nvPr>
        </p:nvSpPr>
        <p:spPr>
          <a:xfrm>
            <a:off x="3064125" y="4241323"/>
            <a:ext cx="705700" cy="680615"/>
          </a:xfrm>
          <a:prstGeom prst="ellipse">
            <a:avLst/>
          </a:prstGeom>
          <a:solidFill>
            <a:schemeClr val="accent1"/>
          </a:solidFill>
          <a:effectLst>
            <a:outerShdw blurRad="50800" dist="38100" dir="2700000" algn="tl" rotWithShape="0">
              <a:prstClr val="black">
                <a:alpha val="40000"/>
              </a:prstClr>
            </a:outerShdw>
          </a:effectLst>
        </p:spPr>
        <p:txBody>
          <a:bodyPr vert="horz" lIns="0" tIns="45720" rIns="0" bIns="45720" rtlCol="0" anchor="ctr">
            <a:noAutofit/>
          </a:bodyPr>
          <a:lstStyle>
            <a:lvl1pPr>
              <a:defRPr lang="en-IN" sz="900" b="1" dirty="0">
                <a:solidFill>
                  <a:schemeClr val="bg1"/>
                </a:solidFill>
              </a:defRPr>
            </a:lvl1pPr>
          </a:lstStyle>
          <a:p>
            <a:pPr marL="0" lvl="0" indent="0" algn="ctr">
              <a:buNone/>
            </a:pPr>
            <a:r>
              <a:rPr lang="en-US"/>
              <a:t>Icon</a:t>
            </a:r>
            <a:endParaRPr lang="en-IN"/>
          </a:p>
        </p:txBody>
      </p:sp>
      <p:sp>
        <p:nvSpPr>
          <p:cNvPr id="52" name="Content Placeholder 78">
            <a:extLst>
              <a:ext uri="{FF2B5EF4-FFF2-40B4-BE49-F238E27FC236}">
                <a16:creationId xmlns:a16="http://schemas.microsoft.com/office/drawing/2014/main" id="{F3269EB5-AA83-CE3F-5F2F-4488474CF952}"/>
              </a:ext>
            </a:extLst>
          </p:cNvPr>
          <p:cNvSpPr>
            <a:spLocks noGrp="1"/>
          </p:cNvSpPr>
          <p:nvPr>
            <p:ph sz="quarter" idx="32" hasCustomPrompt="1"/>
          </p:nvPr>
        </p:nvSpPr>
        <p:spPr>
          <a:xfrm>
            <a:off x="8415668" y="2533901"/>
            <a:ext cx="705700" cy="680615"/>
          </a:xfrm>
          <a:prstGeom prst="ellipse">
            <a:avLst/>
          </a:prstGeom>
          <a:solidFill>
            <a:schemeClr val="accent2"/>
          </a:solidFill>
          <a:effectLst>
            <a:outerShdw blurRad="50800" dist="38100" dir="2700000" algn="tl" rotWithShape="0">
              <a:prstClr val="black">
                <a:alpha val="40000"/>
              </a:prstClr>
            </a:outerShdw>
          </a:effectLst>
        </p:spPr>
        <p:txBody>
          <a:bodyPr vert="horz" lIns="0" tIns="45720" rIns="0" bIns="45720" rtlCol="0" anchor="ctr">
            <a:noAutofit/>
          </a:bodyPr>
          <a:lstStyle>
            <a:lvl1pPr>
              <a:defRPr lang="en-IN" sz="900" b="1" dirty="0">
                <a:solidFill>
                  <a:schemeClr val="bg1"/>
                </a:solidFill>
              </a:defRPr>
            </a:lvl1pPr>
          </a:lstStyle>
          <a:p>
            <a:pPr marL="0" lvl="0" indent="0" algn="ctr">
              <a:buNone/>
            </a:pPr>
            <a:r>
              <a:rPr lang="en-US"/>
              <a:t>Icon</a:t>
            </a:r>
            <a:endParaRPr lang="en-IN"/>
          </a:p>
        </p:txBody>
      </p:sp>
      <p:sp>
        <p:nvSpPr>
          <p:cNvPr id="53" name="Content Placeholder 78">
            <a:extLst>
              <a:ext uri="{FF2B5EF4-FFF2-40B4-BE49-F238E27FC236}">
                <a16:creationId xmlns:a16="http://schemas.microsoft.com/office/drawing/2014/main" id="{20B369D4-5901-F195-C74C-4287BA419A1C}"/>
              </a:ext>
            </a:extLst>
          </p:cNvPr>
          <p:cNvSpPr>
            <a:spLocks noGrp="1"/>
          </p:cNvSpPr>
          <p:nvPr>
            <p:ph sz="quarter" idx="33" hasCustomPrompt="1"/>
          </p:nvPr>
        </p:nvSpPr>
        <p:spPr>
          <a:xfrm>
            <a:off x="8432952" y="4255630"/>
            <a:ext cx="705700" cy="680615"/>
          </a:xfrm>
          <a:prstGeom prst="ellipse">
            <a:avLst/>
          </a:prstGeom>
          <a:solidFill>
            <a:schemeClr val="accent6"/>
          </a:solidFill>
          <a:effectLst>
            <a:outerShdw blurRad="50800" dist="38100" dir="2700000" algn="tl" rotWithShape="0">
              <a:prstClr val="black">
                <a:alpha val="40000"/>
              </a:prstClr>
            </a:outerShdw>
          </a:effectLst>
        </p:spPr>
        <p:txBody>
          <a:bodyPr vert="horz" lIns="0" tIns="45720" rIns="0" bIns="45720" rtlCol="0" anchor="ctr">
            <a:noAutofit/>
          </a:bodyPr>
          <a:lstStyle>
            <a:lvl1pPr>
              <a:defRPr lang="en-IN" sz="900" b="1" dirty="0">
                <a:solidFill>
                  <a:schemeClr val="bg1"/>
                </a:solidFill>
              </a:defRPr>
            </a:lvl1pPr>
          </a:lstStyle>
          <a:p>
            <a:pPr marL="0" lvl="0" indent="0" algn="ctr">
              <a:buNone/>
            </a:pPr>
            <a:r>
              <a:rPr lang="en-US"/>
              <a:t>Icon</a:t>
            </a:r>
            <a:endParaRPr lang="en-IN"/>
          </a:p>
        </p:txBody>
      </p:sp>
      <p:sp>
        <p:nvSpPr>
          <p:cNvPr id="55" name="Text Placeholder 37">
            <a:extLst>
              <a:ext uri="{FF2B5EF4-FFF2-40B4-BE49-F238E27FC236}">
                <a16:creationId xmlns:a16="http://schemas.microsoft.com/office/drawing/2014/main" id="{E9BE3D7E-18AE-2411-ABC9-18C05E3CB92D}"/>
              </a:ext>
            </a:extLst>
          </p:cNvPr>
          <p:cNvSpPr>
            <a:spLocks noGrp="1"/>
          </p:cNvSpPr>
          <p:nvPr>
            <p:ph type="body" sz="quarter" idx="22" hasCustomPrompt="1"/>
          </p:nvPr>
        </p:nvSpPr>
        <p:spPr>
          <a:xfrm>
            <a:off x="9181476" y="4357281"/>
            <a:ext cx="2555960" cy="430887"/>
          </a:xfrm>
        </p:spPr>
        <p:txBody>
          <a:bodyPr vert="horz" lIns="91440" tIns="45720" rIns="91440" bIns="45720" rtlCol="0">
            <a:normAutofit/>
          </a:bodyPr>
          <a:lstStyle>
            <a:lvl1pPr>
              <a:defRPr lang="en-IN" sz="1400" b="0" dirty="0"/>
            </a:lvl1pPr>
          </a:lstStyle>
          <a:p>
            <a:pPr marL="0" lvl="0" indent="0">
              <a:buNone/>
            </a:pPr>
            <a:r>
              <a:rPr lang="en-US"/>
              <a:t>Click to add text</a:t>
            </a:r>
            <a:endParaRPr lang="en-IN"/>
          </a:p>
        </p:txBody>
      </p:sp>
      <p:sp>
        <p:nvSpPr>
          <p:cNvPr id="54" name="Text Placeholder 37">
            <a:extLst>
              <a:ext uri="{FF2B5EF4-FFF2-40B4-BE49-F238E27FC236}">
                <a16:creationId xmlns:a16="http://schemas.microsoft.com/office/drawing/2014/main" id="{2E9B732C-858C-43C2-E32B-C14DF365CBC6}"/>
              </a:ext>
            </a:extLst>
          </p:cNvPr>
          <p:cNvSpPr>
            <a:spLocks noGrp="1"/>
          </p:cNvSpPr>
          <p:nvPr>
            <p:ph type="body" sz="quarter" idx="21" hasCustomPrompt="1"/>
          </p:nvPr>
        </p:nvSpPr>
        <p:spPr>
          <a:xfrm>
            <a:off x="9181476" y="2668530"/>
            <a:ext cx="2555960" cy="430887"/>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60" name="Text Placeholder 37">
            <a:extLst>
              <a:ext uri="{FF2B5EF4-FFF2-40B4-BE49-F238E27FC236}">
                <a16:creationId xmlns:a16="http://schemas.microsoft.com/office/drawing/2014/main" id="{D28FBBC0-DF2B-8FA4-AF0C-647D9C680D28}"/>
              </a:ext>
            </a:extLst>
          </p:cNvPr>
          <p:cNvSpPr>
            <a:spLocks noGrp="1"/>
          </p:cNvSpPr>
          <p:nvPr>
            <p:ph type="body" sz="quarter" idx="34" hasCustomPrompt="1"/>
          </p:nvPr>
        </p:nvSpPr>
        <p:spPr>
          <a:xfrm>
            <a:off x="444561" y="4357284"/>
            <a:ext cx="2555960" cy="430887"/>
          </a:xfrm>
        </p:spPr>
        <p:txBody>
          <a:bodyPr vert="horz" lIns="91440" tIns="45720" rIns="91440" bIns="45720" rtlCol="0">
            <a:normAutofit/>
          </a:bodyPr>
          <a:lstStyle>
            <a:lvl1pPr>
              <a:defRPr lang="en-IN" sz="1400" b="0" dirty="0"/>
            </a:lvl1pPr>
          </a:lstStyle>
          <a:p>
            <a:pPr marL="0" lvl="0" indent="0" algn="r">
              <a:buNone/>
            </a:pPr>
            <a:r>
              <a:rPr lang="en-US"/>
              <a:t>Click to add text</a:t>
            </a:r>
            <a:endParaRPr lang="en-IN"/>
          </a:p>
        </p:txBody>
      </p:sp>
      <p:sp>
        <p:nvSpPr>
          <p:cNvPr id="61" name="Text Placeholder 37">
            <a:extLst>
              <a:ext uri="{FF2B5EF4-FFF2-40B4-BE49-F238E27FC236}">
                <a16:creationId xmlns:a16="http://schemas.microsoft.com/office/drawing/2014/main" id="{1D97E979-1E55-1572-0C72-D407C5494920}"/>
              </a:ext>
            </a:extLst>
          </p:cNvPr>
          <p:cNvSpPr>
            <a:spLocks noGrp="1"/>
          </p:cNvSpPr>
          <p:nvPr>
            <p:ph type="body" sz="quarter" idx="35" hasCustomPrompt="1"/>
          </p:nvPr>
        </p:nvSpPr>
        <p:spPr>
          <a:xfrm>
            <a:off x="444561" y="2668533"/>
            <a:ext cx="2555960" cy="430887"/>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31" name="Text Placeholder 42">
            <a:extLst>
              <a:ext uri="{FF2B5EF4-FFF2-40B4-BE49-F238E27FC236}">
                <a16:creationId xmlns:a16="http://schemas.microsoft.com/office/drawing/2014/main" id="{0873EA0D-BFD9-ED2D-F7F4-279E954E544F}"/>
              </a:ext>
            </a:extLst>
          </p:cNvPr>
          <p:cNvSpPr>
            <a:spLocks noGrp="1"/>
          </p:cNvSpPr>
          <p:nvPr>
            <p:ph type="body" sz="quarter" idx="14" hasCustomPrompt="1"/>
          </p:nvPr>
        </p:nvSpPr>
        <p:spPr>
          <a:xfrm>
            <a:off x="3794998" y="2620448"/>
            <a:ext cx="852788" cy="527050"/>
          </a:xfrm>
        </p:spPr>
        <p:txBody>
          <a:bodyPr>
            <a:noAutofit/>
          </a:bodyPr>
          <a:lstStyle>
            <a:lvl1pPr marL="0" indent="0">
              <a:buNone/>
              <a:defRPr sz="2800" b="1">
                <a:solidFill>
                  <a:schemeClr val="bg1"/>
                </a:solidFill>
                <a:latin typeface="Barlow" panose="00000500000000000000" pitchFamily="2" charset="0"/>
              </a:defRPr>
            </a:lvl1pPr>
          </a:lstStyle>
          <a:p>
            <a:pPr lvl="0"/>
            <a:r>
              <a:rPr lang="en-US"/>
              <a:t>X%</a:t>
            </a:r>
            <a:endParaRPr lang="en-IN"/>
          </a:p>
        </p:txBody>
      </p:sp>
      <p:sp>
        <p:nvSpPr>
          <p:cNvPr id="32" name="Text Placeholder 42">
            <a:extLst>
              <a:ext uri="{FF2B5EF4-FFF2-40B4-BE49-F238E27FC236}">
                <a16:creationId xmlns:a16="http://schemas.microsoft.com/office/drawing/2014/main" id="{7A76B38E-E5F3-7BD6-81A2-65316AC6BCEA}"/>
              </a:ext>
            </a:extLst>
          </p:cNvPr>
          <p:cNvSpPr>
            <a:spLocks noGrp="1"/>
          </p:cNvSpPr>
          <p:nvPr>
            <p:ph type="body" sz="quarter" idx="37" hasCustomPrompt="1"/>
          </p:nvPr>
        </p:nvSpPr>
        <p:spPr>
          <a:xfrm>
            <a:off x="3800003" y="4318105"/>
            <a:ext cx="852788" cy="527050"/>
          </a:xfrm>
        </p:spPr>
        <p:txBody>
          <a:bodyPr>
            <a:noAutofit/>
          </a:bodyPr>
          <a:lstStyle>
            <a:lvl1pPr marL="0" indent="0">
              <a:buNone/>
              <a:defRPr sz="2800" b="1">
                <a:solidFill>
                  <a:schemeClr val="bg1"/>
                </a:solidFill>
                <a:latin typeface="Barlow" panose="00000500000000000000" pitchFamily="2" charset="0"/>
              </a:defRPr>
            </a:lvl1pPr>
          </a:lstStyle>
          <a:p>
            <a:pPr lvl="0"/>
            <a:r>
              <a:rPr lang="en-US"/>
              <a:t>X%</a:t>
            </a:r>
            <a:endParaRPr lang="en-IN"/>
          </a:p>
        </p:txBody>
      </p:sp>
      <p:sp>
        <p:nvSpPr>
          <p:cNvPr id="33" name="Text Placeholder 42">
            <a:extLst>
              <a:ext uri="{FF2B5EF4-FFF2-40B4-BE49-F238E27FC236}">
                <a16:creationId xmlns:a16="http://schemas.microsoft.com/office/drawing/2014/main" id="{44D8A3A5-E2B7-865E-36CC-7A929E25C864}"/>
              </a:ext>
            </a:extLst>
          </p:cNvPr>
          <p:cNvSpPr>
            <a:spLocks noGrp="1"/>
          </p:cNvSpPr>
          <p:nvPr>
            <p:ph type="body" sz="quarter" idx="38" hasCustomPrompt="1"/>
          </p:nvPr>
        </p:nvSpPr>
        <p:spPr>
          <a:xfrm>
            <a:off x="7558752" y="4311785"/>
            <a:ext cx="852788" cy="527050"/>
          </a:xfrm>
        </p:spPr>
        <p:txBody>
          <a:bodyPr>
            <a:noAutofit/>
          </a:bodyPr>
          <a:lstStyle>
            <a:lvl1pPr marL="0" indent="0" algn="r">
              <a:buNone/>
              <a:defRPr sz="2800" b="1">
                <a:solidFill>
                  <a:schemeClr val="bg1"/>
                </a:solidFill>
                <a:latin typeface="Barlow" panose="00000500000000000000" pitchFamily="2" charset="0"/>
              </a:defRPr>
            </a:lvl1pPr>
          </a:lstStyle>
          <a:p>
            <a:pPr lvl="0"/>
            <a:r>
              <a:rPr lang="en-US"/>
              <a:t>X%</a:t>
            </a:r>
            <a:endParaRPr lang="en-IN"/>
          </a:p>
        </p:txBody>
      </p:sp>
      <p:sp>
        <p:nvSpPr>
          <p:cNvPr id="34" name="Text Placeholder 42">
            <a:extLst>
              <a:ext uri="{FF2B5EF4-FFF2-40B4-BE49-F238E27FC236}">
                <a16:creationId xmlns:a16="http://schemas.microsoft.com/office/drawing/2014/main" id="{0D0B0438-8767-9713-803A-F8F046DAB8D5}"/>
              </a:ext>
            </a:extLst>
          </p:cNvPr>
          <p:cNvSpPr>
            <a:spLocks noGrp="1"/>
          </p:cNvSpPr>
          <p:nvPr>
            <p:ph type="body" sz="quarter" idx="39" hasCustomPrompt="1"/>
          </p:nvPr>
        </p:nvSpPr>
        <p:spPr>
          <a:xfrm>
            <a:off x="7543796" y="2610683"/>
            <a:ext cx="852788" cy="527050"/>
          </a:xfrm>
        </p:spPr>
        <p:txBody>
          <a:bodyPr>
            <a:noAutofit/>
          </a:bodyPr>
          <a:lstStyle>
            <a:lvl1pPr marL="0" indent="0" algn="r">
              <a:buNone/>
              <a:defRPr sz="2800" b="1">
                <a:solidFill>
                  <a:schemeClr val="bg1"/>
                </a:solidFill>
                <a:latin typeface="Barlow" panose="00000500000000000000" pitchFamily="2" charset="0"/>
              </a:defRPr>
            </a:lvl1pPr>
          </a:lstStyle>
          <a:p>
            <a:pPr lvl="0"/>
            <a:r>
              <a:rPr lang="en-US"/>
              <a:t>X%</a:t>
            </a:r>
            <a:endParaRPr lang="en-IN"/>
          </a:p>
        </p:txBody>
      </p:sp>
      <p:sp>
        <p:nvSpPr>
          <p:cNvPr id="2" name="Chart Placeholder 9">
            <a:extLst>
              <a:ext uri="{FF2B5EF4-FFF2-40B4-BE49-F238E27FC236}">
                <a16:creationId xmlns:a16="http://schemas.microsoft.com/office/drawing/2014/main" id="{70C0CA77-21D9-ABEE-241B-9DD77AD75382}"/>
              </a:ext>
            </a:extLst>
          </p:cNvPr>
          <p:cNvSpPr>
            <a:spLocks noGrp="1"/>
          </p:cNvSpPr>
          <p:nvPr>
            <p:ph type="chart" sz="quarter" idx="10" hasCustomPrompt="1"/>
          </p:nvPr>
        </p:nvSpPr>
        <p:spPr>
          <a:xfrm>
            <a:off x="4566105" y="2178405"/>
            <a:ext cx="3087953" cy="3057093"/>
          </a:xfrm>
          <a:prstGeom prst="ellipse">
            <a:avLst/>
          </a:prstGeom>
        </p:spPr>
        <p:txBody>
          <a:bodyPr/>
          <a:lstStyle>
            <a:lvl1pPr marL="0" indent="0" algn="ctr">
              <a:buNone/>
              <a:defRPr/>
            </a:lvl1pPr>
          </a:lstStyle>
          <a:p>
            <a:r>
              <a:rPr lang="en-US"/>
              <a:t>Insert Donut Chart Here</a:t>
            </a:r>
            <a:endParaRPr lang="en-IN"/>
          </a:p>
        </p:txBody>
      </p:sp>
      <p:sp>
        <p:nvSpPr>
          <p:cNvPr id="3" name="Picture Placeholder 12">
            <a:extLst>
              <a:ext uri="{FF2B5EF4-FFF2-40B4-BE49-F238E27FC236}">
                <a16:creationId xmlns:a16="http://schemas.microsoft.com/office/drawing/2014/main" id="{A60AB499-0127-A01B-1F19-7EEDF3709434}"/>
              </a:ext>
            </a:extLst>
          </p:cNvPr>
          <p:cNvSpPr>
            <a:spLocks noGrp="1"/>
          </p:cNvSpPr>
          <p:nvPr>
            <p:ph type="pic" sz="quarter" idx="11"/>
          </p:nvPr>
        </p:nvSpPr>
        <p:spPr>
          <a:xfrm>
            <a:off x="4918662" y="2520431"/>
            <a:ext cx="2382838" cy="2382838"/>
          </a:xfrm>
          <a:prstGeom prst="ellipse">
            <a:avLst/>
          </a:prstGeom>
        </p:spPr>
        <p:txBody>
          <a:bodyPr/>
          <a:lstStyle/>
          <a:p>
            <a:endParaRPr lang="en-IN"/>
          </a:p>
        </p:txBody>
      </p:sp>
      <p:sp>
        <p:nvSpPr>
          <p:cNvPr id="4" name="Oval 3">
            <a:extLst>
              <a:ext uri="{FF2B5EF4-FFF2-40B4-BE49-F238E27FC236}">
                <a16:creationId xmlns:a16="http://schemas.microsoft.com/office/drawing/2014/main" id="{05F7835F-F066-559F-89EA-FEE8518F8C86}"/>
              </a:ext>
            </a:extLst>
          </p:cNvPr>
          <p:cNvSpPr/>
          <p:nvPr userDrawn="1"/>
        </p:nvSpPr>
        <p:spPr>
          <a:xfrm>
            <a:off x="5241098" y="2874208"/>
            <a:ext cx="1700870" cy="1700868"/>
          </a:xfrm>
          <a:prstGeom prst="ellipse">
            <a:avLst/>
          </a:prstGeom>
          <a:solidFill>
            <a:schemeClr val="tx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a:p>
        </p:txBody>
      </p:sp>
      <p:sp>
        <p:nvSpPr>
          <p:cNvPr id="5" name="Content Placeholder 41">
            <a:extLst>
              <a:ext uri="{FF2B5EF4-FFF2-40B4-BE49-F238E27FC236}">
                <a16:creationId xmlns:a16="http://schemas.microsoft.com/office/drawing/2014/main" id="{18A1EC3A-84A2-7F32-0B37-B38F8A4D1D21}"/>
              </a:ext>
            </a:extLst>
          </p:cNvPr>
          <p:cNvSpPr>
            <a:spLocks noGrp="1"/>
          </p:cNvSpPr>
          <p:nvPr>
            <p:ph sz="quarter" idx="12" hasCustomPrompt="1"/>
          </p:nvPr>
        </p:nvSpPr>
        <p:spPr>
          <a:xfrm>
            <a:off x="5788612" y="3385482"/>
            <a:ext cx="642937" cy="642938"/>
          </a:xfrm>
          <a:prstGeom prst="ellipse">
            <a:avLst/>
          </a:prstGeom>
        </p:spPr>
        <p:txBody>
          <a:bodyPr lIns="0" tIns="0" rIns="0" bIns="0">
            <a:noAutofit/>
          </a:bodyPr>
          <a:lstStyle>
            <a:lvl1pPr marL="0" indent="0" algn="ctr">
              <a:buNone/>
              <a:defRPr sz="1100">
                <a:solidFill>
                  <a:schemeClr val="bg1"/>
                </a:solidFill>
              </a:defRPr>
            </a:lvl1pPr>
          </a:lstStyle>
          <a:p>
            <a:pPr lvl="0"/>
            <a:r>
              <a:rPr lang="en-US"/>
              <a:t>Insert Icon here</a:t>
            </a:r>
            <a:endParaRPr lang="en-IN"/>
          </a:p>
        </p:txBody>
      </p:sp>
      <p:sp>
        <p:nvSpPr>
          <p:cNvPr id="6" name="Subtitle 2">
            <a:extLst>
              <a:ext uri="{FF2B5EF4-FFF2-40B4-BE49-F238E27FC236}">
                <a16:creationId xmlns:a16="http://schemas.microsoft.com/office/drawing/2014/main" id="{DB5D3155-CF87-68E6-ADB8-AEEABF604E7F}"/>
              </a:ext>
            </a:extLst>
          </p:cNvPr>
          <p:cNvSpPr>
            <a:spLocks noGrp="1"/>
          </p:cNvSpPr>
          <p:nvPr>
            <p:ph type="subTitle" idx="1"/>
          </p:nvPr>
        </p:nvSpPr>
        <p:spPr>
          <a:xfrm>
            <a:off x="360000" y="854284"/>
            <a:ext cx="11484000" cy="461665"/>
          </a:xfrm>
        </p:spPr>
        <p:txBody>
          <a:bodyPr wrap="square">
            <a:spAutoFit/>
          </a:bodyPr>
          <a:lstStyle>
            <a:lvl1pPr marL="0" indent="0" algn="ctr">
              <a:lnSpc>
                <a:spcPct val="100000"/>
              </a:lnSpc>
              <a:spcBef>
                <a:spcPts val="0"/>
              </a:spcBef>
              <a:buNone/>
              <a:defRPr lang="en-US" sz="2400" b="1" kern="1200" dirty="0">
                <a:solidFill>
                  <a:schemeClr val="accent1"/>
                </a:solidFill>
                <a:latin typeface="Barlow Medium" panose="00000600000000000000"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2040452870"/>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4_Miscellaneous">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46A82E0A-366F-D38D-9E03-3156F567B0D1}"/>
              </a:ext>
            </a:extLst>
          </p:cNvPr>
          <p:cNvSpPr/>
          <p:nvPr userDrawn="1"/>
        </p:nvSpPr>
        <p:spPr>
          <a:xfrm>
            <a:off x="6117716" y="2109011"/>
            <a:ext cx="3677724" cy="3677724"/>
          </a:xfrm>
          <a:prstGeom prst="ellipse">
            <a:avLst/>
          </a:prstGeom>
          <a:gradFill flip="none" rotWithShape="1">
            <a:gsLst>
              <a:gs pos="0">
                <a:schemeClr val="accent6">
                  <a:lumMod val="20000"/>
                  <a:lumOff val="80000"/>
                </a:schemeClr>
              </a:gs>
              <a:gs pos="100000">
                <a:schemeClr val="accent6">
                  <a:lumMod val="20000"/>
                  <a:lumOff val="8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8" name="Oval 7">
            <a:extLst>
              <a:ext uri="{FF2B5EF4-FFF2-40B4-BE49-F238E27FC236}">
                <a16:creationId xmlns:a16="http://schemas.microsoft.com/office/drawing/2014/main" id="{5A93BCEB-8EF0-4EA4-2F17-3B57D71653B2}"/>
              </a:ext>
            </a:extLst>
          </p:cNvPr>
          <p:cNvSpPr/>
          <p:nvPr userDrawn="1"/>
        </p:nvSpPr>
        <p:spPr>
          <a:xfrm>
            <a:off x="6995829" y="1763061"/>
            <a:ext cx="6939934" cy="6939932"/>
          </a:xfrm>
          <a:prstGeom prst="ellipse">
            <a:avLst/>
          </a:prstGeom>
          <a:gradFill flip="none" rotWithShape="1">
            <a:gsLst>
              <a:gs pos="0">
                <a:schemeClr val="tx2">
                  <a:lumMod val="20000"/>
                  <a:lumOff val="80000"/>
                </a:schemeClr>
              </a:gs>
              <a:gs pos="99000">
                <a:schemeClr val="tx2">
                  <a:lumMod val="20000"/>
                  <a:lumOff val="8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9" name="Oval 8">
            <a:extLst>
              <a:ext uri="{FF2B5EF4-FFF2-40B4-BE49-F238E27FC236}">
                <a16:creationId xmlns:a16="http://schemas.microsoft.com/office/drawing/2014/main" id="{5DBE6396-2F4D-A9C0-39B2-BB3D8F348AFD}"/>
              </a:ext>
            </a:extLst>
          </p:cNvPr>
          <p:cNvSpPr/>
          <p:nvPr userDrawn="1"/>
        </p:nvSpPr>
        <p:spPr>
          <a:xfrm>
            <a:off x="2558536" y="1849120"/>
            <a:ext cx="4510410" cy="4510408"/>
          </a:xfrm>
          <a:prstGeom prst="ellipse">
            <a:avLst/>
          </a:prstGeom>
          <a:gradFill flip="none" rotWithShape="1">
            <a:gsLst>
              <a:gs pos="0">
                <a:schemeClr val="accent2">
                  <a:lumMod val="20000"/>
                  <a:lumOff val="80000"/>
                </a:schemeClr>
              </a:gs>
              <a:gs pos="100000">
                <a:schemeClr val="accent2">
                  <a:lumMod val="20000"/>
                  <a:lumOff val="8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0" name="Oval 9">
            <a:extLst>
              <a:ext uri="{FF2B5EF4-FFF2-40B4-BE49-F238E27FC236}">
                <a16:creationId xmlns:a16="http://schemas.microsoft.com/office/drawing/2014/main" id="{8EAE7305-FDF5-B2BD-3C2F-5355ADACABDD}"/>
              </a:ext>
            </a:extLst>
          </p:cNvPr>
          <p:cNvSpPr/>
          <p:nvPr userDrawn="1"/>
        </p:nvSpPr>
        <p:spPr>
          <a:xfrm>
            <a:off x="4751220" y="-1407341"/>
            <a:ext cx="5536427" cy="5536427"/>
          </a:xfrm>
          <a:prstGeom prst="ellipse">
            <a:avLst/>
          </a:prstGeom>
          <a:gradFill flip="none" rotWithShape="1">
            <a:gsLst>
              <a:gs pos="0">
                <a:schemeClr val="accent1">
                  <a:lumMod val="20000"/>
                  <a:lumOff val="80000"/>
                </a:schemeClr>
              </a:gs>
              <a:gs pos="100000">
                <a:schemeClr val="accent1">
                  <a:lumMod val="20000"/>
                  <a:lumOff val="8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1" name="Oval 10">
            <a:extLst>
              <a:ext uri="{FF2B5EF4-FFF2-40B4-BE49-F238E27FC236}">
                <a16:creationId xmlns:a16="http://schemas.microsoft.com/office/drawing/2014/main" id="{1CEC6ADA-D43A-6D4D-3741-CF6332C7131A}"/>
              </a:ext>
            </a:extLst>
          </p:cNvPr>
          <p:cNvSpPr/>
          <p:nvPr userDrawn="1"/>
        </p:nvSpPr>
        <p:spPr>
          <a:xfrm>
            <a:off x="2917009" y="2207593"/>
            <a:ext cx="3793462" cy="3793460"/>
          </a:xfrm>
          <a:prstGeom prst="ellipse">
            <a:avLst/>
          </a:prstGeom>
          <a:gradFill flip="none" rotWithShape="1">
            <a:gsLst>
              <a:gs pos="0">
                <a:schemeClr val="accent2">
                  <a:lumMod val="60000"/>
                  <a:lumOff val="40000"/>
                </a:schemeClr>
              </a:gs>
              <a:gs pos="100000">
                <a:schemeClr val="accent2">
                  <a:lumMod val="60000"/>
                  <a:lumOff val="4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2" name="Oval 11">
            <a:extLst>
              <a:ext uri="{FF2B5EF4-FFF2-40B4-BE49-F238E27FC236}">
                <a16:creationId xmlns:a16="http://schemas.microsoft.com/office/drawing/2014/main" id="{DD765CE9-71E9-C70D-EF95-37475C27FA02}"/>
              </a:ext>
            </a:extLst>
          </p:cNvPr>
          <p:cNvSpPr/>
          <p:nvPr userDrawn="1"/>
        </p:nvSpPr>
        <p:spPr>
          <a:xfrm>
            <a:off x="5285099" y="-873462"/>
            <a:ext cx="4468669" cy="4468669"/>
          </a:xfrm>
          <a:prstGeom prst="ellipse">
            <a:avLst/>
          </a:prstGeom>
          <a:gradFill flip="none" rotWithShape="1">
            <a:gsLst>
              <a:gs pos="0">
                <a:schemeClr val="accent1">
                  <a:lumMod val="60000"/>
                  <a:lumOff val="40000"/>
                </a:schemeClr>
              </a:gs>
              <a:gs pos="100000">
                <a:schemeClr val="accent1">
                  <a:lumMod val="60000"/>
                  <a:lumOff val="4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3" name="Oval 12">
            <a:extLst>
              <a:ext uri="{FF2B5EF4-FFF2-40B4-BE49-F238E27FC236}">
                <a16:creationId xmlns:a16="http://schemas.microsoft.com/office/drawing/2014/main" id="{A61052DE-FE0B-D28C-08FD-8A8AC805D5E5}"/>
              </a:ext>
            </a:extLst>
          </p:cNvPr>
          <p:cNvSpPr/>
          <p:nvPr userDrawn="1"/>
        </p:nvSpPr>
        <p:spPr>
          <a:xfrm>
            <a:off x="7665049" y="2432280"/>
            <a:ext cx="5601495" cy="5601493"/>
          </a:xfrm>
          <a:prstGeom prst="ellipse">
            <a:avLst/>
          </a:prstGeom>
          <a:gradFill flip="none" rotWithShape="1">
            <a:gsLst>
              <a:gs pos="0">
                <a:schemeClr val="tx2">
                  <a:lumMod val="60000"/>
                  <a:lumOff val="40000"/>
                </a:schemeClr>
              </a:gs>
              <a:gs pos="99000">
                <a:schemeClr val="tx2">
                  <a:lumMod val="60000"/>
                  <a:lumOff val="4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4" name="Oval 13">
            <a:extLst>
              <a:ext uri="{FF2B5EF4-FFF2-40B4-BE49-F238E27FC236}">
                <a16:creationId xmlns:a16="http://schemas.microsoft.com/office/drawing/2014/main" id="{A3A2ECFF-9FE0-0D5A-59E2-694DDB13F760}"/>
              </a:ext>
            </a:extLst>
          </p:cNvPr>
          <p:cNvSpPr/>
          <p:nvPr userDrawn="1"/>
        </p:nvSpPr>
        <p:spPr>
          <a:xfrm>
            <a:off x="6472360" y="2463655"/>
            <a:ext cx="2968436" cy="2968436"/>
          </a:xfrm>
          <a:prstGeom prst="ellipse">
            <a:avLst/>
          </a:prstGeom>
          <a:gradFill flip="none" rotWithShape="1">
            <a:gsLst>
              <a:gs pos="0">
                <a:schemeClr val="accent6">
                  <a:lumMod val="60000"/>
                  <a:lumOff val="40000"/>
                </a:schemeClr>
              </a:gs>
              <a:gs pos="100000">
                <a:schemeClr val="accent6">
                  <a:lumMod val="60000"/>
                  <a:lumOff val="4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5" name="Oval 14">
            <a:extLst>
              <a:ext uri="{FF2B5EF4-FFF2-40B4-BE49-F238E27FC236}">
                <a16:creationId xmlns:a16="http://schemas.microsoft.com/office/drawing/2014/main" id="{ADC396D8-2770-C729-589B-677D0E0C1E19}"/>
              </a:ext>
            </a:extLst>
          </p:cNvPr>
          <p:cNvSpPr/>
          <p:nvPr userDrawn="1"/>
        </p:nvSpPr>
        <p:spPr>
          <a:xfrm>
            <a:off x="8334263" y="3101496"/>
            <a:ext cx="4263065" cy="4263063"/>
          </a:xfrm>
          <a:prstGeom prst="ellipse">
            <a:avLst/>
          </a:prstGeom>
          <a:gradFill flip="none" rotWithShape="1">
            <a:gsLst>
              <a:gs pos="0">
                <a:schemeClr val="tx2"/>
              </a:gs>
              <a:gs pos="99000">
                <a:schemeClr val="tx2">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6" name="Oval 15">
            <a:extLst>
              <a:ext uri="{FF2B5EF4-FFF2-40B4-BE49-F238E27FC236}">
                <a16:creationId xmlns:a16="http://schemas.microsoft.com/office/drawing/2014/main" id="{5E1615C8-CEEE-973E-6D4C-27029755A5CB}"/>
              </a:ext>
            </a:extLst>
          </p:cNvPr>
          <p:cNvSpPr/>
          <p:nvPr userDrawn="1"/>
        </p:nvSpPr>
        <p:spPr>
          <a:xfrm>
            <a:off x="9180642" y="3947873"/>
            <a:ext cx="2570308" cy="2570307"/>
          </a:xfrm>
          <a:prstGeom prst="ellipse">
            <a:avLst/>
          </a:prstGeom>
          <a:solidFill>
            <a:schemeClr val="bg1"/>
          </a:soli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4D1FE657-704D-EB26-D08D-8824E2735505}"/>
              </a:ext>
            </a:extLst>
          </p:cNvPr>
          <p:cNvSpPr/>
          <p:nvPr userDrawn="1"/>
        </p:nvSpPr>
        <p:spPr>
          <a:xfrm>
            <a:off x="3282813" y="2573397"/>
            <a:ext cx="3061854" cy="3061852"/>
          </a:xfrm>
          <a:prstGeom prst="ellipse">
            <a:avLst/>
          </a:prstGeom>
          <a:gradFill flip="none" rotWithShape="1">
            <a:gsLst>
              <a:gs pos="0">
                <a:schemeClr val="accent2"/>
              </a:gs>
              <a:gs pos="100000">
                <a:schemeClr val="accent2">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18" name="Oval 17">
            <a:extLst>
              <a:ext uri="{FF2B5EF4-FFF2-40B4-BE49-F238E27FC236}">
                <a16:creationId xmlns:a16="http://schemas.microsoft.com/office/drawing/2014/main" id="{4C01A876-24DE-24BC-9BCA-2D1F779E1E44}"/>
              </a:ext>
            </a:extLst>
          </p:cNvPr>
          <p:cNvSpPr/>
          <p:nvPr userDrawn="1"/>
        </p:nvSpPr>
        <p:spPr>
          <a:xfrm>
            <a:off x="3648615" y="2939199"/>
            <a:ext cx="2330248" cy="2330248"/>
          </a:xfrm>
          <a:prstGeom prst="ellipse">
            <a:avLst/>
          </a:prstGeom>
          <a:solidFill>
            <a:schemeClr val="bg1"/>
          </a:soli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D6BD700D-C45A-E2D5-EC26-AB4B848982CF}"/>
              </a:ext>
            </a:extLst>
          </p:cNvPr>
          <p:cNvSpPr/>
          <p:nvPr userDrawn="1"/>
        </p:nvSpPr>
        <p:spPr>
          <a:xfrm>
            <a:off x="5818974" y="-339586"/>
            <a:ext cx="3400918" cy="3400918"/>
          </a:xfrm>
          <a:prstGeom prst="ellipse">
            <a:avLst/>
          </a:prstGeom>
          <a:gradFill flip="none" rotWithShape="1">
            <a:gsLst>
              <a:gs pos="0">
                <a:schemeClr val="accent1"/>
              </a:gs>
              <a:gs pos="100000">
                <a:schemeClr val="accent1">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20" name="Oval 19">
            <a:extLst>
              <a:ext uri="{FF2B5EF4-FFF2-40B4-BE49-F238E27FC236}">
                <a16:creationId xmlns:a16="http://schemas.microsoft.com/office/drawing/2014/main" id="{D85E521D-9FCA-4313-E7BA-FD8AD7558D8E}"/>
              </a:ext>
            </a:extLst>
          </p:cNvPr>
          <p:cNvSpPr/>
          <p:nvPr userDrawn="1"/>
        </p:nvSpPr>
        <p:spPr>
          <a:xfrm>
            <a:off x="6494184" y="335623"/>
            <a:ext cx="2050498" cy="2050498"/>
          </a:xfrm>
          <a:prstGeom prst="ellipse">
            <a:avLst/>
          </a:prstGeom>
          <a:solidFill>
            <a:schemeClr val="bg1"/>
          </a:soli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AC19EFB1-8D31-FFDB-3884-5AD4F13E201C}"/>
              </a:ext>
            </a:extLst>
          </p:cNvPr>
          <p:cNvSpPr/>
          <p:nvPr userDrawn="1"/>
        </p:nvSpPr>
        <p:spPr>
          <a:xfrm>
            <a:off x="6827000" y="2818297"/>
            <a:ext cx="2259154" cy="2259154"/>
          </a:xfrm>
          <a:prstGeom prst="ellipse">
            <a:avLst/>
          </a:prstGeom>
          <a:gradFill flip="none" rotWithShape="1">
            <a:gsLst>
              <a:gs pos="0">
                <a:srgbClr val="FF878F"/>
              </a:gs>
              <a:gs pos="100000">
                <a:schemeClr val="accent6">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22" name="Oval 21">
            <a:extLst>
              <a:ext uri="{FF2B5EF4-FFF2-40B4-BE49-F238E27FC236}">
                <a16:creationId xmlns:a16="http://schemas.microsoft.com/office/drawing/2014/main" id="{31198032-B6E2-A22C-43EB-864199CA0DF0}"/>
              </a:ext>
            </a:extLst>
          </p:cNvPr>
          <p:cNvSpPr/>
          <p:nvPr userDrawn="1"/>
        </p:nvSpPr>
        <p:spPr>
          <a:xfrm>
            <a:off x="7275528" y="3266823"/>
            <a:ext cx="1362099" cy="1362099"/>
          </a:xfrm>
          <a:prstGeom prst="ellipse">
            <a:avLst/>
          </a:prstGeom>
          <a:solidFill>
            <a:schemeClr val="bg1"/>
          </a:soli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Content Placeholder 54">
            <a:extLst>
              <a:ext uri="{FF2B5EF4-FFF2-40B4-BE49-F238E27FC236}">
                <a16:creationId xmlns:a16="http://schemas.microsoft.com/office/drawing/2014/main" id="{7FAA4B9A-22DA-52BF-B451-534FE8AD77DA}"/>
              </a:ext>
            </a:extLst>
          </p:cNvPr>
          <p:cNvSpPr>
            <a:spLocks noGrp="1"/>
          </p:cNvSpPr>
          <p:nvPr>
            <p:ph sz="quarter" idx="10" hasCustomPrompt="1"/>
          </p:nvPr>
        </p:nvSpPr>
        <p:spPr>
          <a:xfrm>
            <a:off x="4114506" y="3411379"/>
            <a:ext cx="1385888" cy="1385888"/>
          </a:xfrm>
          <a:prstGeom prst="ellipse">
            <a:avLst/>
          </a:prstGeom>
        </p:spPr>
        <p:txBody>
          <a:bodyPr anchor="ctr">
            <a:noAutofit/>
          </a:bodyPr>
          <a:lstStyle>
            <a:lvl1pPr marL="0" indent="0" algn="ctr">
              <a:buNone/>
              <a:defRPr sz="2000" b="1"/>
            </a:lvl1pPr>
          </a:lstStyle>
          <a:p>
            <a:pPr lvl="0"/>
            <a:r>
              <a:rPr lang="en-US"/>
              <a:t>Insert Icon here</a:t>
            </a:r>
            <a:endParaRPr lang="en-IN"/>
          </a:p>
        </p:txBody>
      </p:sp>
      <p:sp>
        <p:nvSpPr>
          <p:cNvPr id="57" name="Content Placeholder 54">
            <a:extLst>
              <a:ext uri="{FF2B5EF4-FFF2-40B4-BE49-F238E27FC236}">
                <a16:creationId xmlns:a16="http://schemas.microsoft.com/office/drawing/2014/main" id="{6E8063FA-1D12-257C-02DD-46A0CFD10A73}"/>
              </a:ext>
            </a:extLst>
          </p:cNvPr>
          <p:cNvSpPr>
            <a:spLocks noGrp="1"/>
          </p:cNvSpPr>
          <p:nvPr>
            <p:ph sz="quarter" idx="11" hasCustomPrompt="1"/>
          </p:nvPr>
        </p:nvSpPr>
        <p:spPr>
          <a:xfrm>
            <a:off x="6823722" y="667928"/>
            <a:ext cx="1385888" cy="1385888"/>
          </a:xfrm>
          <a:prstGeom prst="ellipse">
            <a:avLst/>
          </a:prstGeom>
        </p:spPr>
        <p:txBody>
          <a:bodyPr anchor="ctr">
            <a:noAutofit/>
          </a:bodyPr>
          <a:lstStyle>
            <a:lvl1pPr marL="0" indent="0" algn="ctr">
              <a:buNone/>
              <a:defRPr sz="2000" b="1"/>
            </a:lvl1pPr>
          </a:lstStyle>
          <a:p>
            <a:pPr lvl="0"/>
            <a:r>
              <a:rPr lang="en-US"/>
              <a:t>Insert Icon here</a:t>
            </a:r>
            <a:endParaRPr lang="en-IN"/>
          </a:p>
        </p:txBody>
      </p:sp>
      <p:sp>
        <p:nvSpPr>
          <p:cNvPr id="58" name="Content Placeholder 54">
            <a:extLst>
              <a:ext uri="{FF2B5EF4-FFF2-40B4-BE49-F238E27FC236}">
                <a16:creationId xmlns:a16="http://schemas.microsoft.com/office/drawing/2014/main" id="{2D9F1E58-CD20-B86C-5582-D0FB39B2FF06}"/>
              </a:ext>
            </a:extLst>
          </p:cNvPr>
          <p:cNvSpPr>
            <a:spLocks noGrp="1"/>
          </p:cNvSpPr>
          <p:nvPr>
            <p:ph sz="quarter" idx="12" hasCustomPrompt="1"/>
          </p:nvPr>
        </p:nvSpPr>
        <p:spPr>
          <a:xfrm>
            <a:off x="7494147" y="3505538"/>
            <a:ext cx="865347" cy="865347"/>
          </a:xfrm>
          <a:prstGeom prst="ellipse">
            <a:avLst/>
          </a:prstGeom>
        </p:spPr>
        <p:txBody>
          <a:bodyPr lIns="0" tIns="0" rIns="0" bIns="0" anchor="ctr">
            <a:noAutofit/>
          </a:bodyPr>
          <a:lstStyle>
            <a:lvl1pPr marL="0" indent="0" algn="ctr">
              <a:buNone/>
              <a:defRPr sz="1200" b="1"/>
            </a:lvl1pPr>
          </a:lstStyle>
          <a:p>
            <a:pPr lvl="0"/>
            <a:r>
              <a:rPr lang="en-US"/>
              <a:t>Insert Icon here</a:t>
            </a:r>
            <a:endParaRPr lang="en-IN"/>
          </a:p>
        </p:txBody>
      </p:sp>
      <p:sp>
        <p:nvSpPr>
          <p:cNvPr id="60" name="Content Placeholder 54">
            <a:extLst>
              <a:ext uri="{FF2B5EF4-FFF2-40B4-BE49-F238E27FC236}">
                <a16:creationId xmlns:a16="http://schemas.microsoft.com/office/drawing/2014/main" id="{F9A0AE8F-ADD4-7121-8BB6-199B8090FD70}"/>
              </a:ext>
            </a:extLst>
          </p:cNvPr>
          <p:cNvSpPr>
            <a:spLocks noGrp="1"/>
          </p:cNvSpPr>
          <p:nvPr>
            <p:ph sz="quarter" idx="13" hasCustomPrompt="1"/>
          </p:nvPr>
        </p:nvSpPr>
        <p:spPr>
          <a:xfrm>
            <a:off x="9594869" y="4370434"/>
            <a:ext cx="1739570" cy="1739570"/>
          </a:xfrm>
          <a:prstGeom prst="ellipse">
            <a:avLst/>
          </a:prstGeom>
        </p:spPr>
        <p:txBody>
          <a:bodyPr anchor="ctr">
            <a:noAutofit/>
          </a:bodyPr>
          <a:lstStyle>
            <a:lvl1pPr marL="0" indent="0" algn="ctr">
              <a:buNone/>
              <a:defRPr sz="2000" b="1"/>
            </a:lvl1pPr>
          </a:lstStyle>
          <a:p>
            <a:pPr lvl="0"/>
            <a:r>
              <a:rPr lang="en-US"/>
              <a:t>Insert Icon here</a:t>
            </a:r>
            <a:endParaRPr lang="en-IN"/>
          </a:p>
        </p:txBody>
      </p:sp>
      <p:sp>
        <p:nvSpPr>
          <p:cNvPr id="61" name="Title 1">
            <a:extLst>
              <a:ext uri="{FF2B5EF4-FFF2-40B4-BE49-F238E27FC236}">
                <a16:creationId xmlns:a16="http://schemas.microsoft.com/office/drawing/2014/main" id="{1BCA664E-2695-16B9-1318-94C8BC645861}"/>
              </a:ext>
            </a:extLst>
          </p:cNvPr>
          <p:cNvSpPr>
            <a:spLocks noGrp="1"/>
          </p:cNvSpPr>
          <p:nvPr>
            <p:ph type="ctrTitle"/>
          </p:nvPr>
        </p:nvSpPr>
        <p:spPr>
          <a:xfrm>
            <a:off x="360000" y="308292"/>
            <a:ext cx="3308889" cy="984885"/>
          </a:xfrm>
          <a:prstGeom prst="rect">
            <a:avLst/>
          </a:prstGeom>
        </p:spPr>
        <p:txBody>
          <a:bodyPr vert="horz" wrap="square"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64" name="Text Placeholder 2">
            <a:extLst>
              <a:ext uri="{FF2B5EF4-FFF2-40B4-BE49-F238E27FC236}">
                <a16:creationId xmlns:a16="http://schemas.microsoft.com/office/drawing/2014/main" id="{5C8B1F7F-42F2-D71B-2D70-4D61A14022F7}"/>
              </a:ext>
            </a:extLst>
          </p:cNvPr>
          <p:cNvSpPr>
            <a:spLocks noGrp="1"/>
          </p:cNvSpPr>
          <p:nvPr>
            <p:ph idx="1" hasCustomPrompt="1"/>
          </p:nvPr>
        </p:nvSpPr>
        <p:spPr>
          <a:xfrm>
            <a:off x="360000" y="1478769"/>
            <a:ext cx="3305808" cy="625875"/>
          </a:xfrm>
          <a:prstGeom prst="rect">
            <a:avLst/>
          </a:prstGeom>
        </p:spPr>
        <p:txBody>
          <a:bodyPr vert="horz" lIns="91440" tIns="45720" rIns="91440" bIns="45720" rtlCol="0">
            <a:normAutofit/>
          </a:bodyPr>
          <a:lstStyle>
            <a:lvl1pPr marL="0" indent="0">
              <a:buNone/>
              <a:defRPr sz="1800"/>
            </a:lvl1pPr>
            <a:lvl2pPr marL="457200" indent="0">
              <a:buNone/>
              <a:defRPr sz="1600"/>
            </a:lvl2pPr>
            <a:lvl3pPr marL="914400" indent="0">
              <a:buNone/>
              <a:defRPr sz="1400"/>
            </a:lvl3pPr>
          </a:lstStyle>
          <a:p>
            <a:pPr lvl="0"/>
            <a:r>
              <a:rPr lang="en-US"/>
              <a:t>Click to edit Master text styles</a:t>
            </a:r>
          </a:p>
        </p:txBody>
      </p:sp>
    </p:spTree>
    <p:extLst>
      <p:ext uri="{BB962C8B-B14F-4D97-AF65-F5344CB8AC3E}">
        <p14:creationId xmlns:p14="http://schemas.microsoft.com/office/powerpoint/2010/main" val="3300788676"/>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5_Miscellaneous">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9AB29D1B-3100-FDFF-1D89-B5598794F7D9}"/>
              </a:ext>
            </a:extLst>
          </p:cNvPr>
          <p:cNvSpPr/>
          <p:nvPr userDrawn="1"/>
        </p:nvSpPr>
        <p:spPr>
          <a:xfrm>
            <a:off x="3861666" y="1194665"/>
            <a:ext cx="4468669" cy="4468669"/>
          </a:xfrm>
          <a:prstGeom prst="ellipse">
            <a:avLst/>
          </a:prstGeom>
          <a:gradFill flip="none" rotWithShape="1">
            <a:gsLst>
              <a:gs pos="0">
                <a:schemeClr val="accent1"/>
              </a:gs>
              <a:gs pos="100000">
                <a:schemeClr val="accent1">
                  <a:alpha val="4100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7" name="Oval 6">
            <a:extLst>
              <a:ext uri="{FF2B5EF4-FFF2-40B4-BE49-F238E27FC236}">
                <a16:creationId xmlns:a16="http://schemas.microsoft.com/office/drawing/2014/main" id="{F1F41CCD-6E8D-D80A-2BDE-938BE5AEC0F6}"/>
              </a:ext>
            </a:extLst>
          </p:cNvPr>
          <p:cNvSpPr/>
          <p:nvPr userDrawn="1"/>
        </p:nvSpPr>
        <p:spPr>
          <a:xfrm>
            <a:off x="4395541" y="1728541"/>
            <a:ext cx="3400918" cy="3400918"/>
          </a:xfrm>
          <a:prstGeom prst="ellipse">
            <a:avLst/>
          </a:prstGeom>
          <a:gradFill flip="none" rotWithShape="1">
            <a:gsLst>
              <a:gs pos="0">
                <a:schemeClr val="tx2">
                  <a:alpha val="60000"/>
                </a:schemeClr>
              </a:gs>
              <a:gs pos="100000">
                <a:schemeClr val="tx2">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8" name="Oval 7">
            <a:extLst>
              <a:ext uri="{FF2B5EF4-FFF2-40B4-BE49-F238E27FC236}">
                <a16:creationId xmlns:a16="http://schemas.microsoft.com/office/drawing/2014/main" id="{53B4C73F-B5EC-619E-28CB-013B961D2A30}"/>
              </a:ext>
            </a:extLst>
          </p:cNvPr>
          <p:cNvSpPr/>
          <p:nvPr userDrawn="1"/>
        </p:nvSpPr>
        <p:spPr>
          <a:xfrm>
            <a:off x="5070751" y="2403750"/>
            <a:ext cx="2050498" cy="2050498"/>
          </a:xfrm>
          <a:prstGeom prst="ellipse">
            <a:avLst/>
          </a:prstGeom>
          <a:solidFill>
            <a:schemeClr val="bg1"/>
          </a:soli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54">
            <a:extLst>
              <a:ext uri="{FF2B5EF4-FFF2-40B4-BE49-F238E27FC236}">
                <a16:creationId xmlns:a16="http://schemas.microsoft.com/office/drawing/2014/main" id="{B42EB341-D841-77FD-9CF0-74296D9D34EA}"/>
              </a:ext>
            </a:extLst>
          </p:cNvPr>
          <p:cNvSpPr>
            <a:spLocks noGrp="1"/>
          </p:cNvSpPr>
          <p:nvPr>
            <p:ph sz="quarter" idx="10" hasCustomPrompt="1"/>
          </p:nvPr>
        </p:nvSpPr>
        <p:spPr>
          <a:xfrm>
            <a:off x="5403056" y="2736055"/>
            <a:ext cx="1385888" cy="1385888"/>
          </a:xfrm>
          <a:prstGeom prst="ellipse">
            <a:avLst/>
          </a:prstGeom>
        </p:spPr>
        <p:txBody>
          <a:bodyPr anchor="ctr">
            <a:noAutofit/>
          </a:bodyPr>
          <a:lstStyle>
            <a:lvl1pPr marL="0" indent="0" algn="ctr">
              <a:buNone/>
              <a:defRPr sz="2000" b="1"/>
            </a:lvl1pPr>
          </a:lstStyle>
          <a:p>
            <a:pPr lvl="0"/>
            <a:r>
              <a:rPr lang="en-US"/>
              <a:t>Insert Icon here</a:t>
            </a:r>
            <a:endParaRPr lang="en-IN"/>
          </a:p>
        </p:txBody>
      </p:sp>
      <p:cxnSp>
        <p:nvCxnSpPr>
          <p:cNvPr id="16" name="Straight Connector 15">
            <a:extLst>
              <a:ext uri="{FF2B5EF4-FFF2-40B4-BE49-F238E27FC236}">
                <a16:creationId xmlns:a16="http://schemas.microsoft.com/office/drawing/2014/main" id="{CA707263-B317-64D8-66B9-FE79D9A89CC7}"/>
              </a:ext>
            </a:extLst>
          </p:cNvPr>
          <p:cNvCxnSpPr>
            <a:cxnSpLocks/>
            <a:stCxn id="39" idx="4"/>
          </p:cNvCxnSpPr>
          <p:nvPr userDrawn="1"/>
        </p:nvCxnSpPr>
        <p:spPr>
          <a:xfrm flipH="1">
            <a:off x="6096000" y="1962905"/>
            <a:ext cx="92" cy="44084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EA8B0D7-1FF7-67BE-E771-D2B7F9C23C6E}"/>
              </a:ext>
            </a:extLst>
          </p:cNvPr>
          <p:cNvCxnSpPr>
            <a:cxnSpLocks/>
            <a:endCxn id="24" idx="5"/>
          </p:cNvCxnSpPr>
          <p:nvPr userDrawn="1"/>
        </p:nvCxnSpPr>
        <p:spPr>
          <a:xfrm flipH="1" flipV="1">
            <a:off x="4432705" y="1749623"/>
            <a:ext cx="938334" cy="95441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02E075D-0B44-6983-D2D8-63045C4EBF4E}"/>
              </a:ext>
            </a:extLst>
          </p:cNvPr>
          <p:cNvCxnSpPr>
            <a:cxnSpLocks/>
            <a:endCxn id="33" idx="1"/>
          </p:cNvCxnSpPr>
          <p:nvPr userDrawn="1"/>
        </p:nvCxnSpPr>
        <p:spPr>
          <a:xfrm>
            <a:off x="6820961" y="4153960"/>
            <a:ext cx="1339668" cy="79845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DA7ACD1-75D9-5576-63A9-A0C398DA4ED6}"/>
              </a:ext>
            </a:extLst>
          </p:cNvPr>
          <p:cNvCxnSpPr>
            <a:cxnSpLocks/>
            <a:endCxn id="27" idx="6"/>
          </p:cNvCxnSpPr>
          <p:nvPr userDrawn="1"/>
        </p:nvCxnSpPr>
        <p:spPr>
          <a:xfrm flipH="1" flipV="1">
            <a:off x="3127210" y="3401390"/>
            <a:ext cx="1943541" cy="2760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26333ED-A4A2-6F8F-A188-225503AC5A0F}"/>
              </a:ext>
            </a:extLst>
          </p:cNvPr>
          <p:cNvCxnSpPr>
            <a:cxnSpLocks/>
            <a:stCxn id="36" idx="2"/>
          </p:cNvCxnSpPr>
          <p:nvPr userDrawn="1"/>
        </p:nvCxnSpPr>
        <p:spPr>
          <a:xfrm flipH="1">
            <a:off x="7121249" y="3420920"/>
            <a:ext cx="1455093" cy="807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06F82B0-83B5-B922-FC34-90E855AC884C}"/>
              </a:ext>
            </a:extLst>
          </p:cNvPr>
          <p:cNvCxnSpPr>
            <a:cxnSpLocks/>
            <a:stCxn id="30" idx="7"/>
          </p:cNvCxnSpPr>
          <p:nvPr userDrawn="1"/>
        </p:nvCxnSpPr>
        <p:spPr>
          <a:xfrm flipV="1">
            <a:off x="4432705" y="4153960"/>
            <a:ext cx="938334" cy="68184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Content Placeholder 22">
            <a:extLst>
              <a:ext uri="{FF2B5EF4-FFF2-40B4-BE49-F238E27FC236}">
                <a16:creationId xmlns:a16="http://schemas.microsoft.com/office/drawing/2014/main" id="{61541618-0146-A642-FB1F-5462695FF37D}"/>
              </a:ext>
            </a:extLst>
          </p:cNvPr>
          <p:cNvSpPr>
            <a:spLocks noGrp="1"/>
          </p:cNvSpPr>
          <p:nvPr>
            <p:ph sz="quarter" idx="12" hasCustomPrompt="1"/>
          </p:nvPr>
        </p:nvSpPr>
        <p:spPr>
          <a:xfrm>
            <a:off x="3634600" y="951519"/>
            <a:ext cx="935038" cy="935037"/>
          </a:xfrm>
          <a:prstGeom prst="ellipse">
            <a:avLst/>
          </a:prstGeom>
          <a:gradFill>
            <a:gsLst>
              <a:gs pos="0">
                <a:schemeClr val="tx2"/>
              </a:gs>
              <a:gs pos="100000">
                <a:schemeClr val="accent1"/>
              </a:gs>
            </a:gsLst>
            <a:path path="circle">
              <a:fillToRect l="100000" t="100000"/>
            </a:path>
          </a:gra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buNone/>
              <a:defRPr lang="en-IN" sz="1200" dirty="0">
                <a:solidFill>
                  <a:schemeClr val="lt1"/>
                </a:solidFill>
                <a:latin typeface="Open Sans" pitchFamily="2" charset="0"/>
                <a:ea typeface="Open Sans" pitchFamily="2" charset="0"/>
                <a:cs typeface="Open Sans" pitchFamily="2" charset="0"/>
              </a:defRPr>
            </a:lvl1pPr>
          </a:lstStyle>
          <a:p>
            <a:pPr marL="0" lvl="0" algn="ctr"/>
            <a:r>
              <a:rPr lang="en-US"/>
              <a:t>Insert Icon Here</a:t>
            </a:r>
            <a:endParaRPr lang="en-IN"/>
          </a:p>
        </p:txBody>
      </p:sp>
      <p:sp>
        <p:nvSpPr>
          <p:cNvPr id="27" name="Content Placeholder 22">
            <a:extLst>
              <a:ext uri="{FF2B5EF4-FFF2-40B4-BE49-F238E27FC236}">
                <a16:creationId xmlns:a16="http://schemas.microsoft.com/office/drawing/2014/main" id="{317A90FE-902F-0C78-5DD2-1E91A6BBEB69}"/>
              </a:ext>
            </a:extLst>
          </p:cNvPr>
          <p:cNvSpPr>
            <a:spLocks noGrp="1"/>
          </p:cNvSpPr>
          <p:nvPr>
            <p:ph sz="quarter" idx="13" hasCustomPrompt="1"/>
          </p:nvPr>
        </p:nvSpPr>
        <p:spPr>
          <a:xfrm>
            <a:off x="2192172" y="2933871"/>
            <a:ext cx="935038" cy="935037"/>
          </a:xfrm>
          <a:prstGeom prst="ellipse">
            <a:avLst/>
          </a:prstGeom>
          <a:gradFill>
            <a:gsLst>
              <a:gs pos="0">
                <a:schemeClr val="tx2"/>
              </a:gs>
              <a:gs pos="100000">
                <a:schemeClr val="accent1"/>
              </a:gs>
            </a:gsLst>
            <a:path path="circle">
              <a:fillToRect l="100000" t="100000"/>
            </a:path>
          </a:gra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buNone/>
              <a:defRPr lang="en-IN" sz="1200" dirty="0">
                <a:solidFill>
                  <a:schemeClr val="lt1"/>
                </a:solidFill>
                <a:latin typeface="Open Sans" pitchFamily="2" charset="0"/>
                <a:ea typeface="Open Sans" pitchFamily="2" charset="0"/>
                <a:cs typeface="Open Sans" pitchFamily="2" charset="0"/>
              </a:defRPr>
            </a:lvl1pPr>
          </a:lstStyle>
          <a:p>
            <a:pPr marL="0" lvl="0" algn="ctr"/>
            <a:r>
              <a:rPr lang="en-US"/>
              <a:t>Insert Icon Here</a:t>
            </a:r>
            <a:endParaRPr lang="en-IN"/>
          </a:p>
        </p:txBody>
      </p:sp>
      <p:sp>
        <p:nvSpPr>
          <p:cNvPr id="30" name="Content Placeholder 22">
            <a:extLst>
              <a:ext uri="{FF2B5EF4-FFF2-40B4-BE49-F238E27FC236}">
                <a16:creationId xmlns:a16="http://schemas.microsoft.com/office/drawing/2014/main" id="{2DEBE8D2-F6F4-2539-8FF4-B53738EEC9F0}"/>
              </a:ext>
            </a:extLst>
          </p:cNvPr>
          <p:cNvSpPr>
            <a:spLocks noGrp="1"/>
          </p:cNvSpPr>
          <p:nvPr>
            <p:ph sz="quarter" idx="14" hasCustomPrompt="1"/>
          </p:nvPr>
        </p:nvSpPr>
        <p:spPr>
          <a:xfrm>
            <a:off x="3634600" y="4698870"/>
            <a:ext cx="935038" cy="935037"/>
          </a:xfrm>
          <a:prstGeom prst="ellipse">
            <a:avLst/>
          </a:prstGeom>
          <a:gradFill>
            <a:gsLst>
              <a:gs pos="0">
                <a:schemeClr val="tx2"/>
              </a:gs>
              <a:gs pos="100000">
                <a:schemeClr val="accent1"/>
              </a:gs>
            </a:gsLst>
            <a:path path="circle">
              <a:fillToRect l="100000" t="100000"/>
            </a:path>
          </a:gra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buNone/>
              <a:defRPr lang="en-IN" sz="1200" dirty="0">
                <a:solidFill>
                  <a:schemeClr val="lt1"/>
                </a:solidFill>
                <a:latin typeface="Open Sans" pitchFamily="2" charset="0"/>
                <a:ea typeface="Open Sans" pitchFamily="2" charset="0"/>
                <a:cs typeface="Open Sans" pitchFamily="2" charset="0"/>
              </a:defRPr>
            </a:lvl1pPr>
          </a:lstStyle>
          <a:p>
            <a:pPr marL="0" lvl="0" algn="ctr"/>
            <a:r>
              <a:rPr lang="en-US"/>
              <a:t>Insert Icon Here</a:t>
            </a:r>
            <a:endParaRPr lang="en-IN"/>
          </a:p>
        </p:txBody>
      </p:sp>
      <p:sp>
        <p:nvSpPr>
          <p:cNvPr id="33" name="Content Placeholder 22">
            <a:extLst>
              <a:ext uri="{FF2B5EF4-FFF2-40B4-BE49-F238E27FC236}">
                <a16:creationId xmlns:a16="http://schemas.microsoft.com/office/drawing/2014/main" id="{D9CCAF3B-2C27-D9C4-6977-43EBFB97FE8C}"/>
              </a:ext>
            </a:extLst>
          </p:cNvPr>
          <p:cNvSpPr>
            <a:spLocks noGrp="1"/>
          </p:cNvSpPr>
          <p:nvPr>
            <p:ph sz="quarter" idx="15" hasCustomPrompt="1"/>
          </p:nvPr>
        </p:nvSpPr>
        <p:spPr>
          <a:xfrm>
            <a:off x="8023696" y="4815486"/>
            <a:ext cx="935038" cy="935037"/>
          </a:xfrm>
          <a:prstGeom prst="ellipse">
            <a:avLst/>
          </a:prstGeom>
          <a:gradFill>
            <a:gsLst>
              <a:gs pos="0">
                <a:schemeClr val="tx2"/>
              </a:gs>
              <a:gs pos="100000">
                <a:schemeClr val="accent1"/>
              </a:gs>
            </a:gsLst>
            <a:path path="circle">
              <a:fillToRect l="100000" t="100000"/>
            </a:path>
          </a:gra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buNone/>
              <a:defRPr lang="en-IN" sz="1200" dirty="0">
                <a:solidFill>
                  <a:schemeClr val="lt1"/>
                </a:solidFill>
                <a:latin typeface="Open Sans" pitchFamily="2" charset="0"/>
                <a:ea typeface="Open Sans" pitchFamily="2" charset="0"/>
                <a:cs typeface="Open Sans" pitchFamily="2" charset="0"/>
              </a:defRPr>
            </a:lvl1pPr>
          </a:lstStyle>
          <a:p>
            <a:pPr marL="0" lvl="0" algn="ctr"/>
            <a:r>
              <a:rPr lang="en-US"/>
              <a:t>Insert Icon Here</a:t>
            </a:r>
            <a:endParaRPr lang="en-IN"/>
          </a:p>
        </p:txBody>
      </p:sp>
      <p:sp>
        <p:nvSpPr>
          <p:cNvPr id="36" name="Content Placeholder 22">
            <a:extLst>
              <a:ext uri="{FF2B5EF4-FFF2-40B4-BE49-F238E27FC236}">
                <a16:creationId xmlns:a16="http://schemas.microsoft.com/office/drawing/2014/main" id="{376FA499-8E31-6135-9413-41C5FD8B2F09}"/>
              </a:ext>
            </a:extLst>
          </p:cNvPr>
          <p:cNvSpPr>
            <a:spLocks noGrp="1"/>
          </p:cNvSpPr>
          <p:nvPr>
            <p:ph sz="quarter" idx="16" hasCustomPrompt="1"/>
          </p:nvPr>
        </p:nvSpPr>
        <p:spPr>
          <a:xfrm>
            <a:off x="8576342" y="2953401"/>
            <a:ext cx="935038" cy="935037"/>
          </a:xfrm>
          <a:prstGeom prst="ellipse">
            <a:avLst/>
          </a:prstGeom>
          <a:gradFill>
            <a:gsLst>
              <a:gs pos="0">
                <a:schemeClr val="tx2"/>
              </a:gs>
              <a:gs pos="100000">
                <a:schemeClr val="accent1"/>
              </a:gs>
            </a:gsLst>
            <a:path path="circle">
              <a:fillToRect l="100000" t="100000"/>
            </a:path>
          </a:gra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buNone/>
              <a:defRPr lang="en-IN" sz="1200" dirty="0">
                <a:solidFill>
                  <a:schemeClr val="lt1"/>
                </a:solidFill>
                <a:latin typeface="Open Sans" pitchFamily="2" charset="0"/>
                <a:ea typeface="Open Sans" pitchFamily="2" charset="0"/>
                <a:cs typeface="Open Sans" pitchFamily="2" charset="0"/>
              </a:defRPr>
            </a:lvl1pPr>
          </a:lstStyle>
          <a:p>
            <a:pPr marL="0" lvl="0" algn="ctr"/>
            <a:r>
              <a:rPr lang="en-US"/>
              <a:t>Insert Icon Here</a:t>
            </a:r>
            <a:endParaRPr lang="en-IN"/>
          </a:p>
        </p:txBody>
      </p:sp>
      <p:sp>
        <p:nvSpPr>
          <p:cNvPr id="39" name="Content Placeholder 22">
            <a:extLst>
              <a:ext uri="{FF2B5EF4-FFF2-40B4-BE49-F238E27FC236}">
                <a16:creationId xmlns:a16="http://schemas.microsoft.com/office/drawing/2014/main" id="{960A24C7-566F-69EF-C2F7-57BC7593DAAE}"/>
              </a:ext>
            </a:extLst>
          </p:cNvPr>
          <p:cNvSpPr>
            <a:spLocks noGrp="1"/>
          </p:cNvSpPr>
          <p:nvPr>
            <p:ph sz="quarter" idx="17" hasCustomPrompt="1"/>
          </p:nvPr>
        </p:nvSpPr>
        <p:spPr>
          <a:xfrm>
            <a:off x="5628573" y="1027868"/>
            <a:ext cx="935038" cy="935037"/>
          </a:xfrm>
          <a:prstGeom prst="ellipse">
            <a:avLst/>
          </a:prstGeom>
          <a:gradFill>
            <a:gsLst>
              <a:gs pos="0">
                <a:schemeClr val="tx2"/>
              </a:gs>
              <a:gs pos="100000">
                <a:schemeClr val="accent1"/>
              </a:gs>
            </a:gsLst>
            <a:path path="circle">
              <a:fillToRect l="100000" t="100000"/>
            </a:path>
          </a:gra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buNone/>
              <a:defRPr lang="en-IN" sz="1200" dirty="0">
                <a:solidFill>
                  <a:schemeClr val="lt1"/>
                </a:solidFill>
                <a:latin typeface="Open Sans" pitchFamily="2" charset="0"/>
                <a:ea typeface="Open Sans" pitchFamily="2" charset="0"/>
                <a:cs typeface="Open Sans" pitchFamily="2" charset="0"/>
              </a:defRPr>
            </a:lvl1pPr>
          </a:lstStyle>
          <a:p>
            <a:pPr marL="0" lvl="0" algn="ctr"/>
            <a:r>
              <a:rPr lang="en-US"/>
              <a:t>Insert Icon Here</a:t>
            </a:r>
            <a:endParaRPr lang="en-IN"/>
          </a:p>
        </p:txBody>
      </p:sp>
      <p:sp>
        <p:nvSpPr>
          <p:cNvPr id="55" name="Text Placeholder 37">
            <a:extLst>
              <a:ext uri="{FF2B5EF4-FFF2-40B4-BE49-F238E27FC236}">
                <a16:creationId xmlns:a16="http://schemas.microsoft.com/office/drawing/2014/main" id="{1795E376-C4B8-2A1A-0CDA-E5E1F9F88A3E}"/>
              </a:ext>
            </a:extLst>
          </p:cNvPr>
          <p:cNvSpPr>
            <a:spLocks noGrp="1"/>
          </p:cNvSpPr>
          <p:nvPr>
            <p:ph type="body" sz="quarter" idx="35" hasCustomPrompt="1"/>
          </p:nvPr>
        </p:nvSpPr>
        <p:spPr>
          <a:xfrm>
            <a:off x="4547639" y="387983"/>
            <a:ext cx="3091269" cy="430887"/>
          </a:xfrm>
        </p:spPr>
        <p:txBody>
          <a:bodyPr>
            <a:normAutofit/>
          </a:bodyPr>
          <a:lstStyle>
            <a:lvl1pPr marL="0" indent="0" algn="ct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56" name="Text Placeholder 37">
            <a:extLst>
              <a:ext uri="{FF2B5EF4-FFF2-40B4-BE49-F238E27FC236}">
                <a16:creationId xmlns:a16="http://schemas.microsoft.com/office/drawing/2014/main" id="{78EF0209-3011-AD74-7CFF-30BADD1FF0C7}"/>
              </a:ext>
            </a:extLst>
          </p:cNvPr>
          <p:cNvSpPr>
            <a:spLocks noGrp="1"/>
          </p:cNvSpPr>
          <p:nvPr>
            <p:ph type="body" sz="quarter" idx="36" hasCustomPrompt="1"/>
          </p:nvPr>
        </p:nvSpPr>
        <p:spPr>
          <a:xfrm>
            <a:off x="286799" y="1201418"/>
            <a:ext cx="3091269" cy="430887"/>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58" name="Text Placeholder 37">
            <a:extLst>
              <a:ext uri="{FF2B5EF4-FFF2-40B4-BE49-F238E27FC236}">
                <a16:creationId xmlns:a16="http://schemas.microsoft.com/office/drawing/2014/main" id="{7BA15CA4-7C9B-552A-4973-F3CD2752DD3F}"/>
              </a:ext>
            </a:extLst>
          </p:cNvPr>
          <p:cNvSpPr>
            <a:spLocks noGrp="1"/>
          </p:cNvSpPr>
          <p:nvPr>
            <p:ph type="body" sz="quarter" idx="38" hasCustomPrompt="1"/>
          </p:nvPr>
        </p:nvSpPr>
        <p:spPr>
          <a:xfrm>
            <a:off x="306391" y="4998868"/>
            <a:ext cx="3091269" cy="430887"/>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59" name="Text Placeholder 37">
            <a:extLst>
              <a:ext uri="{FF2B5EF4-FFF2-40B4-BE49-F238E27FC236}">
                <a16:creationId xmlns:a16="http://schemas.microsoft.com/office/drawing/2014/main" id="{881BF827-230F-97BD-8E2B-A08E4A31B1A9}"/>
              </a:ext>
            </a:extLst>
          </p:cNvPr>
          <p:cNvSpPr>
            <a:spLocks noGrp="1"/>
          </p:cNvSpPr>
          <p:nvPr>
            <p:ph type="body" sz="quarter" idx="39" hasCustomPrompt="1"/>
          </p:nvPr>
        </p:nvSpPr>
        <p:spPr>
          <a:xfrm>
            <a:off x="9899999" y="2923967"/>
            <a:ext cx="2071868" cy="1064367"/>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60" name="Text Placeholder 37">
            <a:extLst>
              <a:ext uri="{FF2B5EF4-FFF2-40B4-BE49-F238E27FC236}">
                <a16:creationId xmlns:a16="http://schemas.microsoft.com/office/drawing/2014/main" id="{4DB91541-7FAB-1139-3097-507E5BE5628B}"/>
              </a:ext>
            </a:extLst>
          </p:cNvPr>
          <p:cNvSpPr>
            <a:spLocks noGrp="1"/>
          </p:cNvSpPr>
          <p:nvPr>
            <p:ph type="body" sz="quarter" idx="40" hasCustomPrompt="1"/>
          </p:nvPr>
        </p:nvSpPr>
        <p:spPr>
          <a:xfrm>
            <a:off x="9422153" y="5209405"/>
            <a:ext cx="2538192" cy="430887"/>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57" name="Text Placeholder 37">
            <a:extLst>
              <a:ext uri="{FF2B5EF4-FFF2-40B4-BE49-F238E27FC236}">
                <a16:creationId xmlns:a16="http://schemas.microsoft.com/office/drawing/2014/main" id="{BA7EBFC8-6767-553C-75DD-DAA70432B5FE}"/>
              </a:ext>
            </a:extLst>
          </p:cNvPr>
          <p:cNvSpPr>
            <a:spLocks noGrp="1"/>
          </p:cNvSpPr>
          <p:nvPr>
            <p:ph type="body" sz="quarter" idx="37" hasCustomPrompt="1"/>
          </p:nvPr>
        </p:nvSpPr>
        <p:spPr>
          <a:xfrm>
            <a:off x="286799" y="3053480"/>
            <a:ext cx="1659458" cy="934854"/>
          </a:xfrm>
        </p:spPr>
        <p:txBody>
          <a:bodyPr>
            <a:normAutofit/>
          </a:bodyPr>
          <a:lstStyle>
            <a:lvl1pPr marL="0" indent="0" algn="r">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44" name="Title 1">
            <a:extLst>
              <a:ext uri="{FF2B5EF4-FFF2-40B4-BE49-F238E27FC236}">
                <a16:creationId xmlns:a16="http://schemas.microsoft.com/office/drawing/2014/main" id="{ABF026D1-F50A-F1A4-51E4-940B64AEE935}"/>
              </a:ext>
            </a:extLst>
          </p:cNvPr>
          <p:cNvSpPr>
            <a:spLocks noGrp="1"/>
          </p:cNvSpPr>
          <p:nvPr>
            <p:ph type="ctrTitle"/>
          </p:nvPr>
        </p:nvSpPr>
        <p:spPr>
          <a:xfrm>
            <a:off x="8579440" y="308292"/>
            <a:ext cx="3308889" cy="984885"/>
          </a:xfrm>
          <a:prstGeom prst="rect">
            <a:avLst/>
          </a:prstGeom>
        </p:spPr>
        <p:txBody>
          <a:bodyPr vert="horz" wrap="square" lIns="0" tIns="0" rIns="0" bIns="0" rtlCol="0" anchor="t" anchorCtr="0">
            <a:spAutoFit/>
          </a:bodyPr>
          <a:lstStyle>
            <a:lvl1pPr algn="r">
              <a:lnSpc>
                <a:spcPct val="100000"/>
              </a:lnSpc>
              <a:defRPr lang="en-US" sz="3200" dirty="0">
                <a:solidFill>
                  <a:schemeClr val="tx2"/>
                </a:solidFill>
              </a:defRPr>
            </a:lvl1pPr>
          </a:lstStyle>
          <a:p>
            <a:pPr lvl="0"/>
            <a:r>
              <a:rPr lang="en-GB"/>
              <a:t>Click to edit Master title style</a:t>
            </a:r>
            <a:endParaRPr lang="en-US"/>
          </a:p>
        </p:txBody>
      </p:sp>
      <p:sp>
        <p:nvSpPr>
          <p:cNvPr id="45" name="Text Placeholder 2">
            <a:extLst>
              <a:ext uri="{FF2B5EF4-FFF2-40B4-BE49-F238E27FC236}">
                <a16:creationId xmlns:a16="http://schemas.microsoft.com/office/drawing/2014/main" id="{A449355D-0B72-495C-4C50-772E14348ACF}"/>
              </a:ext>
            </a:extLst>
          </p:cNvPr>
          <p:cNvSpPr>
            <a:spLocks noGrp="1"/>
          </p:cNvSpPr>
          <p:nvPr>
            <p:ph idx="1" hasCustomPrompt="1"/>
          </p:nvPr>
        </p:nvSpPr>
        <p:spPr>
          <a:xfrm>
            <a:off x="8579440" y="1478769"/>
            <a:ext cx="3305808" cy="625875"/>
          </a:xfrm>
          <a:prstGeom prst="rect">
            <a:avLst/>
          </a:prstGeom>
        </p:spPr>
        <p:txBody>
          <a:bodyPr vert="horz" lIns="91440" tIns="45720" rIns="91440" bIns="45720" rtlCol="0">
            <a:normAutofit/>
          </a:bodyPr>
          <a:lstStyle>
            <a:lvl1pPr marL="0" indent="0" algn="r">
              <a:buNone/>
              <a:defRPr sz="1800"/>
            </a:lvl1pPr>
            <a:lvl2pPr marL="457200" indent="0">
              <a:buNone/>
              <a:defRPr sz="1600"/>
            </a:lvl2pPr>
            <a:lvl3pPr marL="914400" indent="0">
              <a:buNone/>
              <a:defRPr sz="1400"/>
            </a:lvl3pPr>
          </a:lstStyle>
          <a:p>
            <a:pPr lvl="0"/>
            <a:r>
              <a:rPr lang="en-US"/>
              <a:t>Click to edit Master text styles</a:t>
            </a:r>
          </a:p>
        </p:txBody>
      </p:sp>
    </p:spTree>
    <p:extLst>
      <p:ext uri="{BB962C8B-B14F-4D97-AF65-F5344CB8AC3E}">
        <p14:creationId xmlns:p14="http://schemas.microsoft.com/office/powerpoint/2010/main" val="836446689"/>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6_Miscellaneous">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D477D28-ED7A-4840-4F81-B041928B01B2}"/>
              </a:ext>
            </a:extLst>
          </p:cNvPr>
          <p:cNvSpPr/>
          <p:nvPr userDrawn="1"/>
        </p:nvSpPr>
        <p:spPr>
          <a:xfrm>
            <a:off x="5923787" y="0"/>
            <a:ext cx="6268213" cy="5922604"/>
          </a:xfrm>
          <a:custGeom>
            <a:avLst/>
            <a:gdLst>
              <a:gd name="connsiteX0" fmla="*/ 10670 w 5613718"/>
              <a:gd name="connsiteY0" fmla="*/ 0 h 5304196"/>
              <a:gd name="connsiteX1" fmla="*/ 5613718 w 5613718"/>
              <a:gd name="connsiteY1" fmla="*/ 0 h 5304196"/>
              <a:gd name="connsiteX2" fmla="*/ 5613718 w 5613718"/>
              <a:gd name="connsiteY2" fmla="*/ 5263456 h 5304196"/>
              <a:gd name="connsiteX3" fmla="*/ 5352739 w 5613718"/>
              <a:gd name="connsiteY3" fmla="*/ 5291392 h 5304196"/>
              <a:gd name="connsiteX4" fmla="*/ 4992406 w 5613718"/>
              <a:gd name="connsiteY4" fmla="*/ 5304196 h 5304196"/>
              <a:gd name="connsiteX5" fmla="*/ 0 w 5613718"/>
              <a:gd name="connsiteY5" fmla="*/ 311788 h 5304196"/>
              <a:gd name="connsiteX6" fmla="*/ 6496 w 5613718"/>
              <a:gd name="connsiteY6" fmla="*/ 54879 h 5304196"/>
              <a:gd name="connsiteX7" fmla="*/ 10670 w 5613718"/>
              <a:gd name="connsiteY7" fmla="*/ 0 h 5304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13718" h="5304196">
                <a:moveTo>
                  <a:pt x="10670" y="0"/>
                </a:moveTo>
                <a:lnTo>
                  <a:pt x="5613718" y="0"/>
                </a:lnTo>
                <a:lnTo>
                  <a:pt x="5613718" y="5263456"/>
                </a:lnTo>
                <a:lnTo>
                  <a:pt x="5352739" y="5291392"/>
                </a:lnTo>
                <a:cubicBezTo>
                  <a:pt x="5233733" y="5299880"/>
                  <a:pt x="5113574" y="5304196"/>
                  <a:pt x="4992406" y="5304196"/>
                </a:cubicBezTo>
                <a:cubicBezTo>
                  <a:pt x="2235177" y="5304196"/>
                  <a:pt x="0" y="3069019"/>
                  <a:pt x="0" y="311788"/>
                </a:cubicBezTo>
                <a:cubicBezTo>
                  <a:pt x="0" y="225624"/>
                  <a:pt x="2183" y="139971"/>
                  <a:pt x="6496" y="54879"/>
                </a:cubicBezTo>
                <a:lnTo>
                  <a:pt x="10670" y="0"/>
                </a:lnTo>
                <a:close/>
              </a:path>
            </a:pathLst>
          </a:custGeom>
          <a:gradFill>
            <a:gsLst>
              <a:gs pos="100000">
                <a:schemeClr val="tx2"/>
              </a:gs>
              <a:gs pos="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66C8277E-8239-114A-8781-CA0ADCF4BEFC}"/>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8" name="Rectangle 7">
            <a:extLst>
              <a:ext uri="{FF2B5EF4-FFF2-40B4-BE49-F238E27FC236}">
                <a16:creationId xmlns:a16="http://schemas.microsoft.com/office/drawing/2014/main" id="{7110CDA0-3410-627F-B83A-6BA9A2AECBA4}"/>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icture Placeholder 14">
            <a:extLst>
              <a:ext uri="{FF2B5EF4-FFF2-40B4-BE49-F238E27FC236}">
                <a16:creationId xmlns:a16="http://schemas.microsoft.com/office/drawing/2014/main" id="{E7341681-14AF-C2EB-96C6-317682ABF980}"/>
              </a:ext>
            </a:extLst>
          </p:cNvPr>
          <p:cNvSpPr>
            <a:spLocks noGrp="1"/>
          </p:cNvSpPr>
          <p:nvPr>
            <p:ph type="pic" sz="quarter" idx="10"/>
          </p:nvPr>
        </p:nvSpPr>
        <p:spPr>
          <a:xfrm>
            <a:off x="0" y="1442806"/>
            <a:ext cx="12192000" cy="1438508"/>
          </a:xfrm>
          <a:solidFill>
            <a:srgbClr val="202021">
              <a:alpha val="50196"/>
            </a:srgbClr>
          </a:solidFill>
        </p:spPr>
        <p:txBody>
          <a:bodyPr/>
          <a:lstStyle/>
          <a:p>
            <a:endParaRPr lang="en-IN"/>
          </a:p>
        </p:txBody>
      </p:sp>
      <p:sp>
        <p:nvSpPr>
          <p:cNvPr id="19" name="Picture Placeholder 14">
            <a:extLst>
              <a:ext uri="{FF2B5EF4-FFF2-40B4-BE49-F238E27FC236}">
                <a16:creationId xmlns:a16="http://schemas.microsoft.com/office/drawing/2014/main" id="{CF1883A6-0E69-C101-8972-CFD45C1DBD79}"/>
              </a:ext>
            </a:extLst>
          </p:cNvPr>
          <p:cNvSpPr>
            <a:spLocks noGrp="1"/>
          </p:cNvSpPr>
          <p:nvPr>
            <p:ph type="pic" sz="quarter" idx="11"/>
          </p:nvPr>
        </p:nvSpPr>
        <p:spPr>
          <a:xfrm>
            <a:off x="0" y="3065994"/>
            <a:ext cx="12192000" cy="1438508"/>
          </a:xfrm>
          <a:solidFill>
            <a:srgbClr val="202021">
              <a:alpha val="50196"/>
            </a:srgbClr>
          </a:solidFill>
        </p:spPr>
        <p:txBody>
          <a:bodyPr vert="horz" lIns="91440" tIns="45720" rIns="91440" bIns="45720" rtlCol="0">
            <a:normAutofit/>
          </a:bodyPr>
          <a:lstStyle>
            <a:lvl1pPr>
              <a:defRPr lang="en-IN"/>
            </a:lvl1pPr>
          </a:lstStyle>
          <a:p>
            <a:pPr lvl="0"/>
            <a:endParaRPr lang="en-IN"/>
          </a:p>
        </p:txBody>
      </p:sp>
      <p:sp>
        <p:nvSpPr>
          <p:cNvPr id="20" name="Picture Placeholder 14">
            <a:extLst>
              <a:ext uri="{FF2B5EF4-FFF2-40B4-BE49-F238E27FC236}">
                <a16:creationId xmlns:a16="http://schemas.microsoft.com/office/drawing/2014/main" id="{9E2B9831-2E5D-D452-F490-1552C5EAEC9D}"/>
              </a:ext>
            </a:extLst>
          </p:cNvPr>
          <p:cNvSpPr>
            <a:spLocks noGrp="1"/>
          </p:cNvSpPr>
          <p:nvPr>
            <p:ph type="pic" sz="quarter" idx="12"/>
          </p:nvPr>
        </p:nvSpPr>
        <p:spPr>
          <a:xfrm>
            <a:off x="0" y="4688736"/>
            <a:ext cx="12192000" cy="1438508"/>
          </a:xfrm>
          <a:solidFill>
            <a:srgbClr val="202021">
              <a:alpha val="50196"/>
            </a:srgbClr>
          </a:solidFill>
        </p:spPr>
        <p:txBody>
          <a:bodyPr vert="horz" lIns="91440" tIns="45720" rIns="91440" bIns="45720" rtlCol="0">
            <a:normAutofit/>
          </a:bodyPr>
          <a:lstStyle>
            <a:lvl1pPr>
              <a:defRPr lang="en-IN"/>
            </a:lvl1pPr>
          </a:lstStyle>
          <a:p>
            <a:pPr lvl="0"/>
            <a:endParaRPr lang="en-IN"/>
          </a:p>
        </p:txBody>
      </p:sp>
      <p:cxnSp>
        <p:nvCxnSpPr>
          <p:cNvPr id="21" name="Straight Connector 20">
            <a:extLst>
              <a:ext uri="{FF2B5EF4-FFF2-40B4-BE49-F238E27FC236}">
                <a16:creationId xmlns:a16="http://schemas.microsoft.com/office/drawing/2014/main" id="{6C015BF2-B425-09E5-2374-7E73A45A4678}"/>
              </a:ext>
            </a:extLst>
          </p:cNvPr>
          <p:cNvCxnSpPr>
            <a:cxnSpLocks/>
          </p:cNvCxnSpPr>
          <p:nvPr userDrawn="1"/>
        </p:nvCxnSpPr>
        <p:spPr>
          <a:xfrm>
            <a:off x="1960951" y="3345095"/>
            <a:ext cx="0" cy="88030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21F76B3-4FCA-17C2-AFF6-7559C3624994}"/>
              </a:ext>
            </a:extLst>
          </p:cNvPr>
          <p:cNvCxnSpPr>
            <a:cxnSpLocks/>
          </p:cNvCxnSpPr>
          <p:nvPr userDrawn="1"/>
        </p:nvCxnSpPr>
        <p:spPr>
          <a:xfrm>
            <a:off x="1960951" y="1722355"/>
            <a:ext cx="0" cy="88030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0FF0D2C-BF8D-F4BA-7F8C-7DF0AA7E3505}"/>
              </a:ext>
            </a:extLst>
          </p:cNvPr>
          <p:cNvCxnSpPr>
            <a:cxnSpLocks/>
          </p:cNvCxnSpPr>
          <p:nvPr userDrawn="1"/>
        </p:nvCxnSpPr>
        <p:spPr>
          <a:xfrm>
            <a:off x="1960951" y="4967836"/>
            <a:ext cx="0" cy="88030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E4B9176-2062-3302-9CE4-DDDA50DB41D4}"/>
              </a:ext>
            </a:extLst>
          </p:cNvPr>
          <p:cNvCxnSpPr>
            <a:cxnSpLocks/>
          </p:cNvCxnSpPr>
          <p:nvPr userDrawn="1"/>
        </p:nvCxnSpPr>
        <p:spPr>
          <a:xfrm>
            <a:off x="7561651" y="3345095"/>
            <a:ext cx="0" cy="88030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D5966C7-0836-0C18-55F5-4D8F8D918D12}"/>
              </a:ext>
            </a:extLst>
          </p:cNvPr>
          <p:cNvCxnSpPr>
            <a:cxnSpLocks/>
          </p:cNvCxnSpPr>
          <p:nvPr userDrawn="1"/>
        </p:nvCxnSpPr>
        <p:spPr>
          <a:xfrm>
            <a:off x="7561651" y="1722355"/>
            <a:ext cx="0" cy="88030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E8A1AF6-AD83-E07C-772D-7D5EAD969458}"/>
              </a:ext>
            </a:extLst>
          </p:cNvPr>
          <p:cNvCxnSpPr>
            <a:cxnSpLocks/>
          </p:cNvCxnSpPr>
          <p:nvPr userDrawn="1"/>
        </p:nvCxnSpPr>
        <p:spPr>
          <a:xfrm>
            <a:off x="7561651" y="4967836"/>
            <a:ext cx="0" cy="88030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43" name="Text Placeholder 37">
            <a:extLst>
              <a:ext uri="{FF2B5EF4-FFF2-40B4-BE49-F238E27FC236}">
                <a16:creationId xmlns:a16="http://schemas.microsoft.com/office/drawing/2014/main" id="{E27C0E88-F35D-5B33-34A7-9005E191B326}"/>
              </a:ext>
            </a:extLst>
          </p:cNvPr>
          <p:cNvSpPr>
            <a:spLocks noGrp="1"/>
          </p:cNvSpPr>
          <p:nvPr>
            <p:ph type="body" sz="quarter" idx="13" hasCustomPrompt="1"/>
          </p:nvPr>
        </p:nvSpPr>
        <p:spPr>
          <a:xfrm>
            <a:off x="1000790" y="1597211"/>
            <a:ext cx="815382" cy="682625"/>
          </a:xfrm>
        </p:spPr>
        <p:txBody>
          <a:bodyPr>
            <a:noAutofit/>
          </a:bodyPr>
          <a:lstStyle>
            <a:lvl1pPr marL="0" indent="0">
              <a:buNone/>
              <a:defRPr sz="4400" b="1">
                <a:solidFill>
                  <a:schemeClr val="tx2"/>
                </a:solidFill>
                <a:latin typeface="Barlow" panose="00000500000000000000" pitchFamily="2" charset="0"/>
              </a:defRPr>
            </a:lvl1pPr>
          </a:lstStyle>
          <a:p>
            <a:pPr lvl="0"/>
            <a:r>
              <a:rPr lang="en-US"/>
              <a:t>01</a:t>
            </a:r>
            <a:endParaRPr lang="en-IN"/>
          </a:p>
        </p:txBody>
      </p:sp>
      <p:sp>
        <p:nvSpPr>
          <p:cNvPr id="44" name="Text Placeholder 37">
            <a:extLst>
              <a:ext uri="{FF2B5EF4-FFF2-40B4-BE49-F238E27FC236}">
                <a16:creationId xmlns:a16="http://schemas.microsoft.com/office/drawing/2014/main" id="{6F2ADA2E-65B1-0969-FE18-70F541650979}"/>
              </a:ext>
            </a:extLst>
          </p:cNvPr>
          <p:cNvSpPr>
            <a:spLocks noGrp="1"/>
          </p:cNvSpPr>
          <p:nvPr>
            <p:ph type="body" sz="quarter" idx="14" hasCustomPrompt="1"/>
          </p:nvPr>
        </p:nvSpPr>
        <p:spPr>
          <a:xfrm>
            <a:off x="1000790" y="3222169"/>
            <a:ext cx="815382" cy="682625"/>
          </a:xfrm>
        </p:spPr>
        <p:txBody>
          <a:bodyPr>
            <a:noAutofit/>
          </a:bodyPr>
          <a:lstStyle>
            <a:lvl1pPr marL="0" indent="0">
              <a:buNone/>
              <a:defRPr sz="4400" b="1">
                <a:solidFill>
                  <a:schemeClr val="tx2"/>
                </a:solidFill>
                <a:latin typeface="Barlow" panose="00000500000000000000" pitchFamily="2" charset="0"/>
              </a:defRPr>
            </a:lvl1pPr>
          </a:lstStyle>
          <a:p>
            <a:pPr lvl="0"/>
            <a:r>
              <a:rPr lang="en-US"/>
              <a:t>02</a:t>
            </a:r>
            <a:endParaRPr lang="en-IN"/>
          </a:p>
        </p:txBody>
      </p:sp>
      <p:sp>
        <p:nvSpPr>
          <p:cNvPr id="45" name="Text Placeholder 37">
            <a:extLst>
              <a:ext uri="{FF2B5EF4-FFF2-40B4-BE49-F238E27FC236}">
                <a16:creationId xmlns:a16="http://schemas.microsoft.com/office/drawing/2014/main" id="{4E478B55-8AE5-54FD-9EDD-DC1B16B054D1}"/>
              </a:ext>
            </a:extLst>
          </p:cNvPr>
          <p:cNvSpPr>
            <a:spLocks noGrp="1"/>
          </p:cNvSpPr>
          <p:nvPr>
            <p:ph type="body" sz="quarter" idx="15" hasCustomPrompt="1"/>
          </p:nvPr>
        </p:nvSpPr>
        <p:spPr>
          <a:xfrm>
            <a:off x="1000790" y="4840219"/>
            <a:ext cx="815382" cy="682625"/>
          </a:xfrm>
        </p:spPr>
        <p:txBody>
          <a:bodyPr>
            <a:noAutofit/>
          </a:bodyPr>
          <a:lstStyle>
            <a:lvl1pPr marL="0" indent="0">
              <a:buNone/>
              <a:defRPr sz="4400" b="1">
                <a:solidFill>
                  <a:schemeClr val="tx2"/>
                </a:solidFill>
                <a:latin typeface="Barlow" panose="00000500000000000000" pitchFamily="2" charset="0"/>
              </a:defRPr>
            </a:lvl1pPr>
          </a:lstStyle>
          <a:p>
            <a:pPr lvl="0"/>
            <a:r>
              <a:rPr lang="en-US"/>
              <a:t>03</a:t>
            </a:r>
            <a:endParaRPr lang="en-IN"/>
          </a:p>
        </p:txBody>
      </p:sp>
      <p:sp>
        <p:nvSpPr>
          <p:cNvPr id="50" name="Text Placeholder 37">
            <a:extLst>
              <a:ext uri="{FF2B5EF4-FFF2-40B4-BE49-F238E27FC236}">
                <a16:creationId xmlns:a16="http://schemas.microsoft.com/office/drawing/2014/main" id="{AE203940-9FDA-0607-ACCB-31F5E4DD46E2}"/>
              </a:ext>
            </a:extLst>
          </p:cNvPr>
          <p:cNvSpPr>
            <a:spLocks noGrp="1"/>
          </p:cNvSpPr>
          <p:nvPr>
            <p:ph type="body" sz="quarter" idx="16" hasCustomPrompt="1"/>
          </p:nvPr>
        </p:nvSpPr>
        <p:spPr>
          <a:xfrm>
            <a:off x="6564576" y="1597211"/>
            <a:ext cx="960159" cy="682625"/>
          </a:xfrm>
        </p:spPr>
        <p:txBody>
          <a:bodyPr>
            <a:noAutofit/>
          </a:bodyPr>
          <a:lstStyle>
            <a:lvl1pPr marL="0" indent="0">
              <a:buNone/>
              <a:defRPr sz="4400" b="1">
                <a:solidFill>
                  <a:schemeClr val="tx2"/>
                </a:solidFill>
                <a:latin typeface="Barlow" panose="00000500000000000000" pitchFamily="2" charset="0"/>
              </a:defRPr>
            </a:lvl1pPr>
          </a:lstStyle>
          <a:p>
            <a:pPr lvl="0"/>
            <a:r>
              <a:rPr lang="en-US"/>
              <a:t>04</a:t>
            </a:r>
            <a:endParaRPr lang="en-IN"/>
          </a:p>
        </p:txBody>
      </p:sp>
      <p:sp>
        <p:nvSpPr>
          <p:cNvPr id="51" name="Text Placeholder 37">
            <a:extLst>
              <a:ext uri="{FF2B5EF4-FFF2-40B4-BE49-F238E27FC236}">
                <a16:creationId xmlns:a16="http://schemas.microsoft.com/office/drawing/2014/main" id="{4D1B7AF3-285F-7554-6D78-9237C2C510CE}"/>
              </a:ext>
            </a:extLst>
          </p:cNvPr>
          <p:cNvSpPr>
            <a:spLocks noGrp="1"/>
          </p:cNvSpPr>
          <p:nvPr>
            <p:ph type="body" sz="quarter" idx="17" hasCustomPrompt="1"/>
          </p:nvPr>
        </p:nvSpPr>
        <p:spPr>
          <a:xfrm>
            <a:off x="6564577" y="3222169"/>
            <a:ext cx="815382" cy="682625"/>
          </a:xfrm>
        </p:spPr>
        <p:txBody>
          <a:bodyPr>
            <a:noAutofit/>
          </a:bodyPr>
          <a:lstStyle>
            <a:lvl1pPr marL="0" indent="0">
              <a:buNone/>
              <a:defRPr sz="4400" b="1">
                <a:solidFill>
                  <a:schemeClr val="tx2"/>
                </a:solidFill>
                <a:latin typeface="Barlow" panose="00000500000000000000" pitchFamily="2" charset="0"/>
              </a:defRPr>
            </a:lvl1pPr>
          </a:lstStyle>
          <a:p>
            <a:pPr lvl="0"/>
            <a:r>
              <a:rPr lang="en-US"/>
              <a:t>05</a:t>
            </a:r>
            <a:endParaRPr lang="en-IN"/>
          </a:p>
        </p:txBody>
      </p:sp>
      <p:sp>
        <p:nvSpPr>
          <p:cNvPr id="52" name="Text Placeholder 37">
            <a:extLst>
              <a:ext uri="{FF2B5EF4-FFF2-40B4-BE49-F238E27FC236}">
                <a16:creationId xmlns:a16="http://schemas.microsoft.com/office/drawing/2014/main" id="{639DF811-B1E3-A4B5-177F-29C797337AE3}"/>
              </a:ext>
            </a:extLst>
          </p:cNvPr>
          <p:cNvSpPr>
            <a:spLocks noGrp="1"/>
          </p:cNvSpPr>
          <p:nvPr>
            <p:ph type="body" sz="quarter" idx="18" hasCustomPrompt="1"/>
          </p:nvPr>
        </p:nvSpPr>
        <p:spPr>
          <a:xfrm>
            <a:off x="6564577" y="4840219"/>
            <a:ext cx="815382" cy="682625"/>
          </a:xfrm>
        </p:spPr>
        <p:txBody>
          <a:bodyPr>
            <a:noAutofit/>
          </a:bodyPr>
          <a:lstStyle>
            <a:lvl1pPr marL="0" indent="0">
              <a:buNone/>
              <a:defRPr sz="4400" b="1">
                <a:solidFill>
                  <a:schemeClr val="tx2"/>
                </a:solidFill>
                <a:latin typeface="Barlow" panose="00000500000000000000" pitchFamily="2" charset="0"/>
              </a:defRPr>
            </a:lvl1pPr>
          </a:lstStyle>
          <a:p>
            <a:pPr lvl="0"/>
            <a:r>
              <a:rPr lang="en-US"/>
              <a:t>06</a:t>
            </a:r>
            <a:endParaRPr lang="en-IN"/>
          </a:p>
        </p:txBody>
      </p:sp>
      <p:sp>
        <p:nvSpPr>
          <p:cNvPr id="53" name="Text Placeholder 37">
            <a:extLst>
              <a:ext uri="{FF2B5EF4-FFF2-40B4-BE49-F238E27FC236}">
                <a16:creationId xmlns:a16="http://schemas.microsoft.com/office/drawing/2014/main" id="{E2009E25-D454-3D6A-B2FB-A5BEA8C8B1D1}"/>
              </a:ext>
            </a:extLst>
          </p:cNvPr>
          <p:cNvSpPr>
            <a:spLocks noGrp="1"/>
          </p:cNvSpPr>
          <p:nvPr>
            <p:ph type="body" sz="quarter" idx="19" hasCustomPrompt="1"/>
          </p:nvPr>
        </p:nvSpPr>
        <p:spPr>
          <a:xfrm>
            <a:off x="2019487" y="1732897"/>
            <a:ext cx="4387417" cy="285646"/>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a:t>Click to add text</a:t>
            </a:r>
            <a:endParaRPr lang="en-IN"/>
          </a:p>
        </p:txBody>
      </p:sp>
      <p:sp>
        <p:nvSpPr>
          <p:cNvPr id="54" name="Text Placeholder 37">
            <a:extLst>
              <a:ext uri="{FF2B5EF4-FFF2-40B4-BE49-F238E27FC236}">
                <a16:creationId xmlns:a16="http://schemas.microsoft.com/office/drawing/2014/main" id="{DDC89FEC-2B23-1F2E-C215-B7ABAC24DCAC}"/>
              </a:ext>
            </a:extLst>
          </p:cNvPr>
          <p:cNvSpPr>
            <a:spLocks noGrp="1"/>
          </p:cNvSpPr>
          <p:nvPr>
            <p:ph type="body" sz="quarter" idx="20" hasCustomPrompt="1"/>
          </p:nvPr>
        </p:nvSpPr>
        <p:spPr>
          <a:xfrm>
            <a:off x="2019486" y="2018543"/>
            <a:ext cx="4387418" cy="469070"/>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27" name="Text Placeholder 37">
            <a:extLst>
              <a:ext uri="{FF2B5EF4-FFF2-40B4-BE49-F238E27FC236}">
                <a16:creationId xmlns:a16="http://schemas.microsoft.com/office/drawing/2014/main" id="{9BCEDB30-8046-1975-9762-0285FCEA242F}"/>
              </a:ext>
            </a:extLst>
          </p:cNvPr>
          <p:cNvSpPr>
            <a:spLocks noGrp="1"/>
          </p:cNvSpPr>
          <p:nvPr>
            <p:ph type="body" sz="quarter" idx="21" hasCustomPrompt="1"/>
          </p:nvPr>
        </p:nvSpPr>
        <p:spPr>
          <a:xfrm>
            <a:off x="2028484" y="3326476"/>
            <a:ext cx="4387417" cy="285646"/>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a:t>Click to add text</a:t>
            </a:r>
            <a:endParaRPr lang="en-IN"/>
          </a:p>
        </p:txBody>
      </p:sp>
      <p:sp>
        <p:nvSpPr>
          <p:cNvPr id="28" name="Text Placeholder 37">
            <a:extLst>
              <a:ext uri="{FF2B5EF4-FFF2-40B4-BE49-F238E27FC236}">
                <a16:creationId xmlns:a16="http://schemas.microsoft.com/office/drawing/2014/main" id="{0B94BF25-5ED1-CF47-FCE2-87C754FB6C02}"/>
              </a:ext>
            </a:extLst>
          </p:cNvPr>
          <p:cNvSpPr>
            <a:spLocks noGrp="1"/>
          </p:cNvSpPr>
          <p:nvPr>
            <p:ph type="body" sz="quarter" idx="22" hasCustomPrompt="1"/>
          </p:nvPr>
        </p:nvSpPr>
        <p:spPr>
          <a:xfrm>
            <a:off x="2028483" y="3612122"/>
            <a:ext cx="4387418" cy="469070"/>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29" name="Text Placeholder 37">
            <a:extLst>
              <a:ext uri="{FF2B5EF4-FFF2-40B4-BE49-F238E27FC236}">
                <a16:creationId xmlns:a16="http://schemas.microsoft.com/office/drawing/2014/main" id="{29352FF7-0A22-1ED2-6641-6971956F11B1}"/>
              </a:ext>
            </a:extLst>
          </p:cNvPr>
          <p:cNvSpPr>
            <a:spLocks noGrp="1"/>
          </p:cNvSpPr>
          <p:nvPr>
            <p:ph type="body" sz="quarter" idx="23" hasCustomPrompt="1"/>
          </p:nvPr>
        </p:nvSpPr>
        <p:spPr>
          <a:xfrm>
            <a:off x="2028484" y="4975664"/>
            <a:ext cx="4387417" cy="285646"/>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a:t>Click to add text</a:t>
            </a:r>
            <a:endParaRPr lang="en-IN"/>
          </a:p>
        </p:txBody>
      </p:sp>
      <p:sp>
        <p:nvSpPr>
          <p:cNvPr id="30" name="Text Placeholder 37">
            <a:extLst>
              <a:ext uri="{FF2B5EF4-FFF2-40B4-BE49-F238E27FC236}">
                <a16:creationId xmlns:a16="http://schemas.microsoft.com/office/drawing/2014/main" id="{F3E3F402-DCDE-5E07-3660-B19C26AF46B4}"/>
              </a:ext>
            </a:extLst>
          </p:cNvPr>
          <p:cNvSpPr>
            <a:spLocks noGrp="1"/>
          </p:cNvSpPr>
          <p:nvPr>
            <p:ph type="body" sz="quarter" idx="24" hasCustomPrompt="1"/>
          </p:nvPr>
        </p:nvSpPr>
        <p:spPr>
          <a:xfrm>
            <a:off x="2028483" y="5261310"/>
            <a:ext cx="4387418" cy="469070"/>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31" name="Text Placeholder 37">
            <a:extLst>
              <a:ext uri="{FF2B5EF4-FFF2-40B4-BE49-F238E27FC236}">
                <a16:creationId xmlns:a16="http://schemas.microsoft.com/office/drawing/2014/main" id="{B756811E-3D14-80D7-00DD-2943BEDD8D78}"/>
              </a:ext>
            </a:extLst>
          </p:cNvPr>
          <p:cNvSpPr>
            <a:spLocks noGrp="1"/>
          </p:cNvSpPr>
          <p:nvPr>
            <p:ph type="body" sz="quarter" idx="25" hasCustomPrompt="1"/>
          </p:nvPr>
        </p:nvSpPr>
        <p:spPr>
          <a:xfrm>
            <a:off x="7632409" y="1732897"/>
            <a:ext cx="4202594" cy="285646"/>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a:t>Click to add text</a:t>
            </a:r>
            <a:endParaRPr lang="en-IN"/>
          </a:p>
        </p:txBody>
      </p:sp>
      <p:sp>
        <p:nvSpPr>
          <p:cNvPr id="32" name="Text Placeholder 37">
            <a:extLst>
              <a:ext uri="{FF2B5EF4-FFF2-40B4-BE49-F238E27FC236}">
                <a16:creationId xmlns:a16="http://schemas.microsoft.com/office/drawing/2014/main" id="{4C176DB6-9E52-AC13-8326-77E01866A01D}"/>
              </a:ext>
            </a:extLst>
          </p:cNvPr>
          <p:cNvSpPr>
            <a:spLocks noGrp="1"/>
          </p:cNvSpPr>
          <p:nvPr>
            <p:ph type="body" sz="quarter" idx="26" hasCustomPrompt="1"/>
          </p:nvPr>
        </p:nvSpPr>
        <p:spPr>
          <a:xfrm>
            <a:off x="7632407" y="2018543"/>
            <a:ext cx="4202595" cy="469070"/>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33" name="Text Placeholder 37">
            <a:extLst>
              <a:ext uri="{FF2B5EF4-FFF2-40B4-BE49-F238E27FC236}">
                <a16:creationId xmlns:a16="http://schemas.microsoft.com/office/drawing/2014/main" id="{6AAB4500-56E6-6FC3-67AD-B3EF35A4758C}"/>
              </a:ext>
            </a:extLst>
          </p:cNvPr>
          <p:cNvSpPr>
            <a:spLocks noGrp="1"/>
          </p:cNvSpPr>
          <p:nvPr>
            <p:ph type="body" sz="quarter" idx="27" hasCustomPrompt="1"/>
          </p:nvPr>
        </p:nvSpPr>
        <p:spPr>
          <a:xfrm>
            <a:off x="7641406" y="3326476"/>
            <a:ext cx="4202594" cy="285646"/>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a:t>Click to add text</a:t>
            </a:r>
            <a:endParaRPr lang="en-IN"/>
          </a:p>
        </p:txBody>
      </p:sp>
      <p:sp>
        <p:nvSpPr>
          <p:cNvPr id="34" name="Text Placeholder 37">
            <a:extLst>
              <a:ext uri="{FF2B5EF4-FFF2-40B4-BE49-F238E27FC236}">
                <a16:creationId xmlns:a16="http://schemas.microsoft.com/office/drawing/2014/main" id="{CBCB15F1-A379-11E7-9E1A-9EFD9CB7513B}"/>
              </a:ext>
            </a:extLst>
          </p:cNvPr>
          <p:cNvSpPr>
            <a:spLocks noGrp="1"/>
          </p:cNvSpPr>
          <p:nvPr>
            <p:ph type="body" sz="quarter" idx="28" hasCustomPrompt="1"/>
          </p:nvPr>
        </p:nvSpPr>
        <p:spPr>
          <a:xfrm>
            <a:off x="7641404" y="3612122"/>
            <a:ext cx="4202595" cy="469070"/>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35" name="Text Placeholder 37">
            <a:extLst>
              <a:ext uri="{FF2B5EF4-FFF2-40B4-BE49-F238E27FC236}">
                <a16:creationId xmlns:a16="http://schemas.microsoft.com/office/drawing/2014/main" id="{6750B111-CC42-542C-63B4-43360E9974A6}"/>
              </a:ext>
            </a:extLst>
          </p:cNvPr>
          <p:cNvSpPr>
            <a:spLocks noGrp="1"/>
          </p:cNvSpPr>
          <p:nvPr>
            <p:ph type="body" sz="quarter" idx="29" hasCustomPrompt="1"/>
          </p:nvPr>
        </p:nvSpPr>
        <p:spPr>
          <a:xfrm>
            <a:off x="7641406" y="4975664"/>
            <a:ext cx="4202594" cy="285646"/>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a:t>Click to add text</a:t>
            </a:r>
            <a:endParaRPr lang="en-IN"/>
          </a:p>
        </p:txBody>
      </p:sp>
      <p:sp>
        <p:nvSpPr>
          <p:cNvPr id="36" name="Text Placeholder 37">
            <a:extLst>
              <a:ext uri="{FF2B5EF4-FFF2-40B4-BE49-F238E27FC236}">
                <a16:creationId xmlns:a16="http://schemas.microsoft.com/office/drawing/2014/main" id="{518A0E21-CB57-E540-E04A-96BE9941AA57}"/>
              </a:ext>
            </a:extLst>
          </p:cNvPr>
          <p:cNvSpPr>
            <a:spLocks noGrp="1"/>
          </p:cNvSpPr>
          <p:nvPr>
            <p:ph type="body" sz="quarter" idx="30" hasCustomPrompt="1"/>
          </p:nvPr>
        </p:nvSpPr>
        <p:spPr>
          <a:xfrm>
            <a:off x="7641404" y="5261310"/>
            <a:ext cx="4202595" cy="469070"/>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Tree>
    <p:extLst>
      <p:ext uri="{BB962C8B-B14F-4D97-AF65-F5344CB8AC3E}">
        <p14:creationId xmlns:p14="http://schemas.microsoft.com/office/powerpoint/2010/main" val="2212458626"/>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7_Miscellaneou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2415AAE-C838-C5C0-87FD-5588E4E4FC41}"/>
              </a:ext>
            </a:extLst>
          </p:cNvPr>
          <p:cNvSpPr/>
          <p:nvPr userDrawn="1"/>
        </p:nvSpPr>
        <p:spPr>
          <a:xfrm>
            <a:off x="0" y="0"/>
            <a:ext cx="6095999" cy="31763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F00F7B0D-9D94-DB3C-3EBD-A4C8B0C18626}"/>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7" name="Rectangle 6">
            <a:extLst>
              <a:ext uri="{FF2B5EF4-FFF2-40B4-BE49-F238E27FC236}">
                <a16:creationId xmlns:a16="http://schemas.microsoft.com/office/drawing/2014/main" id="{0CEA8634-4653-5EE0-DBA6-ACFA3DCC51F9}"/>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 Placeholder 2">
            <a:extLst>
              <a:ext uri="{FF2B5EF4-FFF2-40B4-BE49-F238E27FC236}">
                <a16:creationId xmlns:a16="http://schemas.microsoft.com/office/drawing/2014/main" id="{BEF00F5E-6C07-C761-CDDF-19E4C8AEBDC2}"/>
              </a:ext>
            </a:extLst>
          </p:cNvPr>
          <p:cNvSpPr>
            <a:spLocks noGrp="1"/>
          </p:cNvSpPr>
          <p:nvPr>
            <p:ph idx="1" hasCustomPrompt="1"/>
          </p:nvPr>
        </p:nvSpPr>
        <p:spPr>
          <a:xfrm>
            <a:off x="531266" y="1673100"/>
            <a:ext cx="4870073" cy="1059606"/>
          </a:xfrm>
          <a:prstGeom prst="rect">
            <a:avLst/>
          </a:prstGeom>
        </p:spPr>
        <p:txBody>
          <a:bodyPr vert="horz" lIns="91440" tIns="45720" rIns="91440" bIns="45720" rtlCol="0">
            <a:normAutofit/>
          </a:bodyPr>
          <a:lstStyle>
            <a:lvl1pPr marL="0" indent="0">
              <a:buNone/>
              <a:defRPr sz="1800"/>
            </a:lvl1pPr>
            <a:lvl2pPr marL="457200" indent="0">
              <a:buNone/>
              <a:defRPr sz="1600"/>
            </a:lvl2pPr>
            <a:lvl3pPr marL="914400" indent="0">
              <a:buNone/>
              <a:defRPr sz="1400"/>
            </a:lvl3pPr>
          </a:lstStyle>
          <a:p>
            <a:pPr lvl="0"/>
            <a:r>
              <a:rPr lang="en-US"/>
              <a:t>Click to edit Master text styles</a:t>
            </a:r>
          </a:p>
        </p:txBody>
      </p:sp>
      <p:sp>
        <p:nvSpPr>
          <p:cNvPr id="9" name="Rectangle 8">
            <a:extLst>
              <a:ext uri="{FF2B5EF4-FFF2-40B4-BE49-F238E27FC236}">
                <a16:creationId xmlns:a16="http://schemas.microsoft.com/office/drawing/2014/main" id="{B4E22741-9D2C-570F-ED76-1505015E44A2}"/>
              </a:ext>
            </a:extLst>
          </p:cNvPr>
          <p:cNvSpPr/>
          <p:nvPr userDrawn="1"/>
        </p:nvSpPr>
        <p:spPr>
          <a:xfrm>
            <a:off x="4591343" y="3553493"/>
            <a:ext cx="1168942" cy="79073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0" name="Rectangle 9">
            <a:extLst>
              <a:ext uri="{FF2B5EF4-FFF2-40B4-BE49-F238E27FC236}">
                <a16:creationId xmlns:a16="http://schemas.microsoft.com/office/drawing/2014/main" id="{03DD913D-23F9-79DF-7812-192EC27C04C0}"/>
              </a:ext>
            </a:extLst>
          </p:cNvPr>
          <p:cNvSpPr/>
          <p:nvPr userDrawn="1"/>
        </p:nvSpPr>
        <p:spPr>
          <a:xfrm>
            <a:off x="10333248" y="3553493"/>
            <a:ext cx="1168942" cy="79073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1" name="Rectangle 10">
            <a:extLst>
              <a:ext uri="{FF2B5EF4-FFF2-40B4-BE49-F238E27FC236}">
                <a16:creationId xmlns:a16="http://schemas.microsoft.com/office/drawing/2014/main" id="{81285636-1154-9D1E-211E-DDAF94DD0381}"/>
              </a:ext>
            </a:extLst>
          </p:cNvPr>
          <p:cNvSpPr/>
          <p:nvPr userDrawn="1"/>
        </p:nvSpPr>
        <p:spPr>
          <a:xfrm>
            <a:off x="10333248" y="801889"/>
            <a:ext cx="1168942" cy="79073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2" name="Rectangle 11">
            <a:extLst>
              <a:ext uri="{FF2B5EF4-FFF2-40B4-BE49-F238E27FC236}">
                <a16:creationId xmlns:a16="http://schemas.microsoft.com/office/drawing/2014/main" id="{67C3348F-55E6-9418-ACD1-C1BC0AD8F447}"/>
              </a:ext>
            </a:extLst>
          </p:cNvPr>
          <p:cNvSpPr/>
          <p:nvPr userDrawn="1"/>
        </p:nvSpPr>
        <p:spPr>
          <a:xfrm>
            <a:off x="6244390" y="926432"/>
            <a:ext cx="5431674" cy="224990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3" name="Rectangle 12">
            <a:extLst>
              <a:ext uri="{FF2B5EF4-FFF2-40B4-BE49-F238E27FC236}">
                <a16:creationId xmlns:a16="http://schemas.microsoft.com/office/drawing/2014/main" id="{9AC7E1C1-5CFD-A7CD-D27C-3101E83E905E}"/>
              </a:ext>
            </a:extLst>
          </p:cNvPr>
          <p:cNvSpPr/>
          <p:nvPr userDrawn="1"/>
        </p:nvSpPr>
        <p:spPr>
          <a:xfrm>
            <a:off x="6257843" y="3681664"/>
            <a:ext cx="5431674" cy="22499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4" name="Rectangle 13">
            <a:extLst>
              <a:ext uri="{FF2B5EF4-FFF2-40B4-BE49-F238E27FC236}">
                <a16:creationId xmlns:a16="http://schemas.microsoft.com/office/drawing/2014/main" id="{8D6A9663-6B28-7FE4-F1E9-1CD792770DA6}"/>
              </a:ext>
            </a:extLst>
          </p:cNvPr>
          <p:cNvSpPr/>
          <p:nvPr userDrawn="1"/>
        </p:nvSpPr>
        <p:spPr>
          <a:xfrm>
            <a:off x="515938" y="3681664"/>
            <a:ext cx="5431674" cy="22499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15" name="Straight Connector 14">
            <a:extLst>
              <a:ext uri="{FF2B5EF4-FFF2-40B4-BE49-F238E27FC236}">
                <a16:creationId xmlns:a16="http://schemas.microsoft.com/office/drawing/2014/main" id="{11B5C72A-5DD2-A49C-18A8-CD6BAB61F580}"/>
              </a:ext>
            </a:extLst>
          </p:cNvPr>
          <p:cNvCxnSpPr/>
          <p:nvPr userDrawn="1"/>
        </p:nvCxnSpPr>
        <p:spPr>
          <a:xfrm>
            <a:off x="502483" y="3429001"/>
            <a:ext cx="11173581" cy="0"/>
          </a:xfrm>
          <a:prstGeom prst="line">
            <a:avLst/>
          </a:prstGeom>
          <a:ln>
            <a:solidFill>
              <a:schemeClr val="bg1">
                <a:lumMod val="75000"/>
              </a:schemeClr>
            </a:solidFill>
            <a:prstDash val="lgDash"/>
            <a:round/>
          </a:ln>
        </p:spPr>
        <p:style>
          <a:lnRef idx="1">
            <a:schemeClr val="accent1"/>
          </a:lnRef>
          <a:fillRef idx="0">
            <a:schemeClr val="accent1"/>
          </a:fillRef>
          <a:effectRef idx="0">
            <a:schemeClr val="accent1"/>
          </a:effectRef>
          <a:fontRef idx="minor">
            <a:schemeClr val="tx1"/>
          </a:fontRef>
        </p:style>
      </p:cxnSp>
      <p:sp>
        <p:nvSpPr>
          <p:cNvPr id="16" name="Right Triangle 15">
            <a:extLst>
              <a:ext uri="{FF2B5EF4-FFF2-40B4-BE49-F238E27FC236}">
                <a16:creationId xmlns:a16="http://schemas.microsoft.com/office/drawing/2014/main" id="{4BBD0511-C8CE-FC9A-43EC-52E14E5DD11A}"/>
              </a:ext>
            </a:extLst>
          </p:cNvPr>
          <p:cNvSpPr/>
          <p:nvPr userDrawn="1"/>
        </p:nvSpPr>
        <p:spPr>
          <a:xfrm rot="10800000">
            <a:off x="10333248" y="801889"/>
            <a:ext cx="1356269" cy="1356269"/>
          </a:xfrm>
          <a:prstGeom prst="r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7" name="Right Triangle 16">
            <a:extLst>
              <a:ext uri="{FF2B5EF4-FFF2-40B4-BE49-F238E27FC236}">
                <a16:creationId xmlns:a16="http://schemas.microsoft.com/office/drawing/2014/main" id="{A160063B-6C34-67CA-4684-EC0313F26F17}"/>
              </a:ext>
            </a:extLst>
          </p:cNvPr>
          <p:cNvSpPr/>
          <p:nvPr userDrawn="1"/>
        </p:nvSpPr>
        <p:spPr>
          <a:xfrm rot="10800000">
            <a:off x="10333248" y="3553493"/>
            <a:ext cx="1356269" cy="1356269"/>
          </a:xfrm>
          <a:prstGeom prst="r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8" name="Right Triangle 17">
            <a:extLst>
              <a:ext uri="{FF2B5EF4-FFF2-40B4-BE49-F238E27FC236}">
                <a16:creationId xmlns:a16="http://schemas.microsoft.com/office/drawing/2014/main" id="{A8969F5B-E01F-D49F-C45D-1F76E94F308D}"/>
              </a:ext>
            </a:extLst>
          </p:cNvPr>
          <p:cNvSpPr/>
          <p:nvPr userDrawn="1"/>
        </p:nvSpPr>
        <p:spPr>
          <a:xfrm rot="10800000">
            <a:off x="4591343" y="3553493"/>
            <a:ext cx="1356269" cy="1356269"/>
          </a:xfrm>
          <a:prstGeom prst="r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0" name="Content Placeholder 50">
            <a:extLst>
              <a:ext uri="{FF2B5EF4-FFF2-40B4-BE49-F238E27FC236}">
                <a16:creationId xmlns:a16="http://schemas.microsoft.com/office/drawing/2014/main" id="{FFE1F0BF-FF5F-BF0B-7E0C-0C4A0F18A2C8}"/>
              </a:ext>
            </a:extLst>
          </p:cNvPr>
          <p:cNvSpPr>
            <a:spLocks noGrp="1"/>
          </p:cNvSpPr>
          <p:nvPr>
            <p:ph sz="quarter" idx="18" hasCustomPrompt="1"/>
          </p:nvPr>
        </p:nvSpPr>
        <p:spPr>
          <a:xfrm>
            <a:off x="948484" y="4117485"/>
            <a:ext cx="1356270" cy="1356270"/>
          </a:xfrm>
          <a:prstGeom prst="rect">
            <a:avLst/>
          </a:prstGeom>
          <a:ln>
            <a:no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800" b="0">
                <a:solidFill>
                  <a:schemeClr val="tx1"/>
                </a:solidFill>
                <a:latin typeface="Barlow" panose="00000500000000000000" pitchFamily="2" charset="0"/>
              </a:defRPr>
            </a:lvl1pPr>
          </a:lstStyle>
          <a:p>
            <a:pPr lvl="0"/>
            <a:r>
              <a:rPr lang="en-US"/>
              <a:t>Insert Icon Here</a:t>
            </a:r>
            <a:endParaRPr lang="en-IN"/>
          </a:p>
        </p:txBody>
      </p:sp>
      <p:sp>
        <p:nvSpPr>
          <p:cNvPr id="59" name="Text Placeholder 37">
            <a:extLst>
              <a:ext uri="{FF2B5EF4-FFF2-40B4-BE49-F238E27FC236}">
                <a16:creationId xmlns:a16="http://schemas.microsoft.com/office/drawing/2014/main" id="{0C361ADD-3BD3-2DE2-77C2-F896FA82275C}"/>
              </a:ext>
            </a:extLst>
          </p:cNvPr>
          <p:cNvSpPr>
            <a:spLocks noGrp="1"/>
          </p:cNvSpPr>
          <p:nvPr>
            <p:ph type="body" sz="quarter" idx="25" hasCustomPrompt="1"/>
          </p:nvPr>
        </p:nvSpPr>
        <p:spPr>
          <a:xfrm>
            <a:off x="2440863" y="4117484"/>
            <a:ext cx="2563091" cy="479405"/>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a:t>Click to add text</a:t>
            </a:r>
            <a:endParaRPr lang="en-IN"/>
          </a:p>
        </p:txBody>
      </p:sp>
      <p:sp>
        <p:nvSpPr>
          <p:cNvPr id="60" name="Text Placeholder 37">
            <a:extLst>
              <a:ext uri="{FF2B5EF4-FFF2-40B4-BE49-F238E27FC236}">
                <a16:creationId xmlns:a16="http://schemas.microsoft.com/office/drawing/2014/main" id="{D0D9D81C-0FED-3B8F-DAF5-A9796A785BF4}"/>
              </a:ext>
            </a:extLst>
          </p:cNvPr>
          <p:cNvSpPr>
            <a:spLocks noGrp="1"/>
          </p:cNvSpPr>
          <p:nvPr>
            <p:ph type="body" sz="quarter" idx="26" hasCustomPrompt="1"/>
          </p:nvPr>
        </p:nvSpPr>
        <p:spPr>
          <a:xfrm>
            <a:off x="2440863" y="4697448"/>
            <a:ext cx="2563091" cy="776308"/>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68" name="Content Placeholder 50">
            <a:extLst>
              <a:ext uri="{FF2B5EF4-FFF2-40B4-BE49-F238E27FC236}">
                <a16:creationId xmlns:a16="http://schemas.microsoft.com/office/drawing/2014/main" id="{F68A945F-C111-074D-63C2-F1FDEA11FC9A}"/>
              </a:ext>
            </a:extLst>
          </p:cNvPr>
          <p:cNvSpPr>
            <a:spLocks noGrp="1"/>
          </p:cNvSpPr>
          <p:nvPr>
            <p:ph sz="quarter" idx="27" hasCustomPrompt="1"/>
          </p:nvPr>
        </p:nvSpPr>
        <p:spPr>
          <a:xfrm>
            <a:off x="6699913" y="1398502"/>
            <a:ext cx="1356270" cy="1356270"/>
          </a:xfrm>
          <a:prstGeom prst="rect">
            <a:avLst/>
          </a:prstGeom>
          <a:ln>
            <a:no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800" b="0">
                <a:solidFill>
                  <a:schemeClr val="tx1"/>
                </a:solidFill>
                <a:latin typeface="Barlow" panose="00000500000000000000" pitchFamily="2" charset="0"/>
              </a:defRPr>
            </a:lvl1pPr>
          </a:lstStyle>
          <a:p>
            <a:pPr lvl="0"/>
            <a:r>
              <a:rPr lang="en-US"/>
              <a:t>Insert Icon Here</a:t>
            </a:r>
            <a:endParaRPr lang="en-IN"/>
          </a:p>
        </p:txBody>
      </p:sp>
      <p:sp>
        <p:nvSpPr>
          <p:cNvPr id="69" name="Text Placeholder 37">
            <a:extLst>
              <a:ext uri="{FF2B5EF4-FFF2-40B4-BE49-F238E27FC236}">
                <a16:creationId xmlns:a16="http://schemas.microsoft.com/office/drawing/2014/main" id="{8BF97183-C015-A284-B152-570AC5608346}"/>
              </a:ext>
            </a:extLst>
          </p:cNvPr>
          <p:cNvSpPr>
            <a:spLocks noGrp="1"/>
          </p:cNvSpPr>
          <p:nvPr>
            <p:ph type="body" sz="quarter" idx="28" hasCustomPrompt="1"/>
          </p:nvPr>
        </p:nvSpPr>
        <p:spPr>
          <a:xfrm>
            <a:off x="8192292" y="1398501"/>
            <a:ext cx="2563091" cy="479405"/>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a:t>Click to add text</a:t>
            </a:r>
            <a:endParaRPr lang="en-IN"/>
          </a:p>
        </p:txBody>
      </p:sp>
      <p:sp>
        <p:nvSpPr>
          <p:cNvPr id="70" name="Text Placeholder 37">
            <a:extLst>
              <a:ext uri="{FF2B5EF4-FFF2-40B4-BE49-F238E27FC236}">
                <a16:creationId xmlns:a16="http://schemas.microsoft.com/office/drawing/2014/main" id="{21F9DD26-3F06-822A-3118-CE4DA3092C60}"/>
              </a:ext>
            </a:extLst>
          </p:cNvPr>
          <p:cNvSpPr>
            <a:spLocks noGrp="1"/>
          </p:cNvSpPr>
          <p:nvPr>
            <p:ph type="body" sz="quarter" idx="29" hasCustomPrompt="1"/>
          </p:nvPr>
        </p:nvSpPr>
        <p:spPr>
          <a:xfrm>
            <a:off x="8192292" y="1978465"/>
            <a:ext cx="2563091" cy="776308"/>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74" name="Content Placeholder 50">
            <a:extLst>
              <a:ext uri="{FF2B5EF4-FFF2-40B4-BE49-F238E27FC236}">
                <a16:creationId xmlns:a16="http://schemas.microsoft.com/office/drawing/2014/main" id="{82DF2470-D149-0C09-06C2-BC271089E62D}"/>
              </a:ext>
            </a:extLst>
          </p:cNvPr>
          <p:cNvSpPr>
            <a:spLocks noGrp="1"/>
          </p:cNvSpPr>
          <p:nvPr>
            <p:ph sz="quarter" idx="30" hasCustomPrompt="1"/>
          </p:nvPr>
        </p:nvSpPr>
        <p:spPr>
          <a:xfrm>
            <a:off x="6677189" y="4101914"/>
            <a:ext cx="1356270" cy="1356270"/>
          </a:xfrm>
          <a:prstGeom prst="rect">
            <a:avLst/>
          </a:prstGeom>
          <a:ln>
            <a:no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800" b="0">
                <a:solidFill>
                  <a:schemeClr val="tx1"/>
                </a:solidFill>
                <a:latin typeface="Barlow" panose="00000500000000000000" pitchFamily="2" charset="0"/>
              </a:defRPr>
            </a:lvl1pPr>
          </a:lstStyle>
          <a:p>
            <a:pPr lvl="0"/>
            <a:r>
              <a:rPr lang="en-US"/>
              <a:t>Insert Icon Here</a:t>
            </a:r>
            <a:endParaRPr lang="en-IN"/>
          </a:p>
        </p:txBody>
      </p:sp>
      <p:sp>
        <p:nvSpPr>
          <p:cNvPr id="75" name="Text Placeholder 37">
            <a:extLst>
              <a:ext uri="{FF2B5EF4-FFF2-40B4-BE49-F238E27FC236}">
                <a16:creationId xmlns:a16="http://schemas.microsoft.com/office/drawing/2014/main" id="{AEF22835-1E7D-CE76-96C1-40FAC8EF0725}"/>
              </a:ext>
            </a:extLst>
          </p:cNvPr>
          <p:cNvSpPr>
            <a:spLocks noGrp="1"/>
          </p:cNvSpPr>
          <p:nvPr>
            <p:ph type="body" sz="quarter" idx="31" hasCustomPrompt="1"/>
          </p:nvPr>
        </p:nvSpPr>
        <p:spPr>
          <a:xfrm>
            <a:off x="8169568" y="4101913"/>
            <a:ext cx="2563091" cy="479405"/>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a:t>Click to add text</a:t>
            </a:r>
            <a:endParaRPr lang="en-IN"/>
          </a:p>
        </p:txBody>
      </p:sp>
      <p:sp>
        <p:nvSpPr>
          <p:cNvPr id="76" name="Text Placeholder 37">
            <a:extLst>
              <a:ext uri="{FF2B5EF4-FFF2-40B4-BE49-F238E27FC236}">
                <a16:creationId xmlns:a16="http://schemas.microsoft.com/office/drawing/2014/main" id="{326059B1-3B52-E7DE-37F7-451AD4603F02}"/>
              </a:ext>
            </a:extLst>
          </p:cNvPr>
          <p:cNvSpPr>
            <a:spLocks noGrp="1"/>
          </p:cNvSpPr>
          <p:nvPr>
            <p:ph type="body" sz="quarter" idx="32" hasCustomPrompt="1"/>
          </p:nvPr>
        </p:nvSpPr>
        <p:spPr>
          <a:xfrm>
            <a:off x="8169568" y="4681877"/>
            <a:ext cx="2563091" cy="776308"/>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79" name="Text Placeholder 37">
            <a:extLst>
              <a:ext uri="{FF2B5EF4-FFF2-40B4-BE49-F238E27FC236}">
                <a16:creationId xmlns:a16="http://schemas.microsoft.com/office/drawing/2014/main" id="{E5884938-EDA9-151E-0689-7405E2387741}"/>
              </a:ext>
            </a:extLst>
          </p:cNvPr>
          <p:cNvSpPr>
            <a:spLocks noGrp="1"/>
          </p:cNvSpPr>
          <p:nvPr>
            <p:ph type="body" sz="quarter" idx="33" hasCustomPrompt="1"/>
          </p:nvPr>
        </p:nvSpPr>
        <p:spPr>
          <a:xfrm>
            <a:off x="10948771" y="938188"/>
            <a:ext cx="652659" cy="479405"/>
          </a:xfrm>
        </p:spPr>
        <p:txBody>
          <a:bodyPr>
            <a:noAutofit/>
          </a:bodyPr>
          <a:lstStyle>
            <a:lvl1pPr marL="0" indent="0" algn="l">
              <a:buNone/>
              <a:defRPr lang="en-IN" sz="2800" b="1" kern="1200" dirty="0">
                <a:solidFill>
                  <a:schemeClr val="tx1"/>
                </a:solidFill>
                <a:latin typeface="Barlow" panose="00000500000000000000" pitchFamily="2" charset="0"/>
                <a:ea typeface="Open Sans" pitchFamily="2" charset="0"/>
                <a:cs typeface="Open Sans" pitchFamily="2" charset="0"/>
              </a:defRPr>
            </a:lvl1pPr>
          </a:lstStyle>
          <a:p>
            <a:pPr marL="0" lvl="0" indent="0" algn="ctr" defTabSz="914400" rtl="0" eaLnBrk="1" latinLnBrk="0" hangingPunct="1">
              <a:lnSpc>
                <a:spcPct val="90000"/>
              </a:lnSpc>
              <a:spcBef>
                <a:spcPts val="1000"/>
              </a:spcBef>
              <a:buFont typeface="Arial" panose="020B0604020202020204" pitchFamily="34" charset="0"/>
              <a:buNone/>
            </a:pPr>
            <a:r>
              <a:rPr lang="en-US"/>
              <a:t>01</a:t>
            </a:r>
            <a:endParaRPr lang="en-IN"/>
          </a:p>
        </p:txBody>
      </p:sp>
      <p:sp>
        <p:nvSpPr>
          <p:cNvPr id="81" name="Text Placeholder 37">
            <a:extLst>
              <a:ext uri="{FF2B5EF4-FFF2-40B4-BE49-F238E27FC236}">
                <a16:creationId xmlns:a16="http://schemas.microsoft.com/office/drawing/2014/main" id="{7A7E20B9-751E-AA4C-EDB8-E28B23757796}"/>
              </a:ext>
            </a:extLst>
          </p:cNvPr>
          <p:cNvSpPr>
            <a:spLocks noGrp="1"/>
          </p:cNvSpPr>
          <p:nvPr>
            <p:ph type="body" sz="quarter" idx="34" hasCustomPrompt="1"/>
          </p:nvPr>
        </p:nvSpPr>
        <p:spPr>
          <a:xfrm>
            <a:off x="5200965" y="3709156"/>
            <a:ext cx="652659" cy="479405"/>
          </a:xfrm>
        </p:spPr>
        <p:txBody>
          <a:bodyPr>
            <a:noAutofit/>
          </a:bodyPr>
          <a:lstStyle>
            <a:lvl1pPr marL="0" indent="0" algn="l">
              <a:buNone/>
              <a:defRPr lang="en-IN" sz="2800" b="1" kern="1200" dirty="0">
                <a:solidFill>
                  <a:schemeClr val="tx1"/>
                </a:solidFill>
                <a:latin typeface="Barlow" panose="00000500000000000000" pitchFamily="2" charset="0"/>
                <a:ea typeface="Open Sans" pitchFamily="2" charset="0"/>
                <a:cs typeface="Open Sans" pitchFamily="2" charset="0"/>
              </a:defRPr>
            </a:lvl1pPr>
          </a:lstStyle>
          <a:p>
            <a:pPr marL="0" lvl="0" indent="0" algn="ctr" defTabSz="914400" rtl="0" eaLnBrk="1" latinLnBrk="0" hangingPunct="1">
              <a:lnSpc>
                <a:spcPct val="90000"/>
              </a:lnSpc>
              <a:spcBef>
                <a:spcPts val="1000"/>
              </a:spcBef>
              <a:buFont typeface="Arial" panose="020B0604020202020204" pitchFamily="34" charset="0"/>
              <a:buNone/>
            </a:pPr>
            <a:r>
              <a:rPr lang="en-US"/>
              <a:t>02</a:t>
            </a:r>
            <a:endParaRPr lang="en-IN"/>
          </a:p>
        </p:txBody>
      </p:sp>
      <p:sp>
        <p:nvSpPr>
          <p:cNvPr id="83" name="Text Placeholder 37">
            <a:extLst>
              <a:ext uri="{FF2B5EF4-FFF2-40B4-BE49-F238E27FC236}">
                <a16:creationId xmlns:a16="http://schemas.microsoft.com/office/drawing/2014/main" id="{9E2091D9-552F-A9D3-D367-04188F7D25D5}"/>
              </a:ext>
            </a:extLst>
          </p:cNvPr>
          <p:cNvSpPr>
            <a:spLocks noGrp="1"/>
          </p:cNvSpPr>
          <p:nvPr>
            <p:ph type="body" sz="quarter" idx="35" hasCustomPrompt="1"/>
          </p:nvPr>
        </p:nvSpPr>
        <p:spPr>
          <a:xfrm>
            <a:off x="10954488" y="3703264"/>
            <a:ext cx="652659" cy="479405"/>
          </a:xfrm>
        </p:spPr>
        <p:txBody>
          <a:bodyPr>
            <a:noAutofit/>
          </a:bodyPr>
          <a:lstStyle>
            <a:lvl1pPr marL="0" indent="0" algn="l">
              <a:buNone/>
              <a:defRPr lang="en-IN" sz="2800" b="1" kern="1200" dirty="0">
                <a:solidFill>
                  <a:schemeClr val="tx1"/>
                </a:solidFill>
                <a:latin typeface="Barlow" panose="00000500000000000000" pitchFamily="2" charset="0"/>
                <a:ea typeface="Open Sans" pitchFamily="2" charset="0"/>
                <a:cs typeface="Open Sans" pitchFamily="2" charset="0"/>
              </a:defRPr>
            </a:lvl1pPr>
          </a:lstStyle>
          <a:p>
            <a:pPr marL="0" lvl="0" indent="0" algn="ctr" defTabSz="914400" rtl="0" eaLnBrk="1" latinLnBrk="0" hangingPunct="1">
              <a:lnSpc>
                <a:spcPct val="90000"/>
              </a:lnSpc>
              <a:spcBef>
                <a:spcPts val="1000"/>
              </a:spcBef>
              <a:buFont typeface="Arial" panose="020B0604020202020204" pitchFamily="34" charset="0"/>
              <a:buNone/>
            </a:pPr>
            <a:r>
              <a:rPr lang="en-US"/>
              <a:t>03</a:t>
            </a:r>
            <a:endParaRPr lang="en-IN"/>
          </a:p>
        </p:txBody>
      </p:sp>
    </p:spTree>
    <p:extLst>
      <p:ext uri="{BB962C8B-B14F-4D97-AF65-F5344CB8AC3E}">
        <p14:creationId xmlns:p14="http://schemas.microsoft.com/office/powerpoint/2010/main" val="255654951"/>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8_Miscellaneou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2415AAE-C838-C5C0-87FD-5588E4E4FC41}"/>
              </a:ext>
            </a:extLst>
          </p:cNvPr>
          <p:cNvSpPr/>
          <p:nvPr userDrawn="1"/>
        </p:nvSpPr>
        <p:spPr>
          <a:xfrm>
            <a:off x="0" y="1"/>
            <a:ext cx="6095999" cy="344469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F00F7B0D-9D94-DB3C-3EBD-A4C8B0C18626}"/>
              </a:ext>
            </a:extLst>
          </p:cNvPr>
          <p:cNvSpPr>
            <a:spLocks noGrp="1"/>
          </p:cNvSpPr>
          <p:nvPr>
            <p:ph type="ctrTitle"/>
          </p:nvPr>
        </p:nvSpPr>
        <p:spPr>
          <a:xfrm>
            <a:off x="360000" y="308292"/>
            <a:ext cx="11484000" cy="492443"/>
          </a:xfrm>
          <a:prstGeom prst="rect">
            <a:avLst/>
          </a:prstGeom>
        </p:spPr>
        <p:txBody>
          <a:bodyPr vert="horz"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
        <p:nvSpPr>
          <p:cNvPr id="7" name="Rectangle 6">
            <a:extLst>
              <a:ext uri="{FF2B5EF4-FFF2-40B4-BE49-F238E27FC236}">
                <a16:creationId xmlns:a16="http://schemas.microsoft.com/office/drawing/2014/main" id="{0CEA8634-4653-5EE0-DBA6-ACFA3DCC51F9}"/>
              </a:ext>
            </a:extLst>
          </p:cNvPr>
          <p:cNvSpPr/>
          <p:nvPr userDrawn="1"/>
        </p:nvSpPr>
        <p:spPr>
          <a:xfrm>
            <a:off x="359998" y="977410"/>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 Placeholder 2">
            <a:extLst>
              <a:ext uri="{FF2B5EF4-FFF2-40B4-BE49-F238E27FC236}">
                <a16:creationId xmlns:a16="http://schemas.microsoft.com/office/drawing/2014/main" id="{BEF00F5E-6C07-C761-CDDF-19E4C8AEBDC2}"/>
              </a:ext>
            </a:extLst>
          </p:cNvPr>
          <p:cNvSpPr>
            <a:spLocks noGrp="1"/>
          </p:cNvSpPr>
          <p:nvPr>
            <p:ph idx="1" hasCustomPrompt="1"/>
          </p:nvPr>
        </p:nvSpPr>
        <p:spPr>
          <a:xfrm>
            <a:off x="531266" y="1941453"/>
            <a:ext cx="4870073" cy="1059606"/>
          </a:xfrm>
          <a:prstGeom prst="rect">
            <a:avLst/>
          </a:prstGeom>
        </p:spPr>
        <p:txBody>
          <a:bodyPr vert="horz" lIns="91440" tIns="45720" rIns="91440" bIns="45720" rtlCol="0">
            <a:normAutofit/>
          </a:bodyPr>
          <a:lstStyle>
            <a:lvl1pPr marL="0" indent="0">
              <a:buNone/>
              <a:defRPr sz="1800"/>
            </a:lvl1pPr>
            <a:lvl2pPr marL="457200" indent="0">
              <a:buNone/>
              <a:defRPr sz="1600"/>
            </a:lvl2pPr>
            <a:lvl3pPr marL="914400" indent="0">
              <a:buNone/>
              <a:defRPr sz="1400"/>
            </a:lvl3pPr>
          </a:lstStyle>
          <a:p>
            <a:pPr lvl="0"/>
            <a:r>
              <a:rPr lang="en-US"/>
              <a:t>Click to edit Master text styles</a:t>
            </a:r>
          </a:p>
        </p:txBody>
      </p:sp>
      <p:sp>
        <p:nvSpPr>
          <p:cNvPr id="9" name="Rectangle 8">
            <a:extLst>
              <a:ext uri="{FF2B5EF4-FFF2-40B4-BE49-F238E27FC236}">
                <a16:creationId xmlns:a16="http://schemas.microsoft.com/office/drawing/2014/main" id="{B4E22741-9D2C-570F-ED76-1505015E44A2}"/>
              </a:ext>
            </a:extLst>
          </p:cNvPr>
          <p:cNvSpPr/>
          <p:nvPr userDrawn="1"/>
        </p:nvSpPr>
        <p:spPr>
          <a:xfrm>
            <a:off x="4591343" y="3821846"/>
            <a:ext cx="1168942" cy="79073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0" name="Rectangle 9">
            <a:extLst>
              <a:ext uri="{FF2B5EF4-FFF2-40B4-BE49-F238E27FC236}">
                <a16:creationId xmlns:a16="http://schemas.microsoft.com/office/drawing/2014/main" id="{03DD913D-23F9-79DF-7812-192EC27C04C0}"/>
              </a:ext>
            </a:extLst>
          </p:cNvPr>
          <p:cNvSpPr/>
          <p:nvPr userDrawn="1"/>
        </p:nvSpPr>
        <p:spPr>
          <a:xfrm>
            <a:off x="10333248" y="3821846"/>
            <a:ext cx="1168942" cy="79073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1" name="Rectangle 10">
            <a:extLst>
              <a:ext uri="{FF2B5EF4-FFF2-40B4-BE49-F238E27FC236}">
                <a16:creationId xmlns:a16="http://schemas.microsoft.com/office/drawing/2014/main" id="{81285636-1154-9D1E-211E-DDAF94DD0381}"/>
              </a:ext>
            </a:extLst>
          </p:cNvPr>
          <p:cNvSpPr/>
          <p:nvPr userDrawn="1"/>
        </p:nvSpPr>
        <p:spPr>
          <a:xfrm>
            <a:off x="10333248" y="1070242"/>
            <a:ext cx="1168942" cy="79073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2" name="Rectangle 11">
            <a:extLst>
              <a:ext uri="{FF2B5EF4-FFF2-40B4-BE49-F238E27FC236}">
                <a16:creationId xmlns:a16="http://schemas.microsoft.com/office/drawing/2014/main" id="{67C3348F-55E6-9418-ACD1-C1BC0AD8F447}"/>
              </a:ext>
            </a:extLst>
          </p:cNvPr>
          <p:cNvSpPr/>
          <p:nvPr userDrawn="1"/>
        </p:nvSpPr>
        <p:spPr>
          <a:xfrm>
            <a:off x="6244390" y="1194785"/>
            <a:ext cx="5431674" cy="224990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3" name="Rectangle 12">
            <a:extLst>
              <a:ext uri="{FF2B5EF4-FFF2-40B4-BE49-F238E27FC236}">
                <a16:creationId xmlns:a16="http://schemas.microsoft.com/office/drawing/2014/main" id="{9AC7E1C1-5CFD-A7CD-D27C-3101E83E905E}"/>
              </a:ext>
            </a:extLst>
          </p:cNvPr>
          <p:cNvSpPr/>
          <p:nvPr userDrawn="1"/>
        </p:nvSpPr>
        <p:spPr>
          <a:xfrm>
            <a:off x="6257843" y="3950017"/>
            <a:ext cx="5431674" cy="22499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4" name="Rectangle 13">
            <a:extLst>
              <a:ext uri="{FF2B5EF4-FFF2-40B4-BE49-F238E27FC236}">
                <a16:creationId xmlns:a16="http://schemas.microsoft.com/office/drawing/2014/main" id="{8D6A9663-6B28-7FE4-F1E9-1CD792770DA6}"/>
              </a:ext>
            </a:extLst>
          </p:cNvPr>
          <p:cNvSpPr/>
          <p:nvPr userDrawn="1"/>
        </p:nvSpPr>
        <p:spPr>
          <a:xfrm>
            <a:off x="515938" y="3950017"/>
            <a:ext cx="5431674" cy="22499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15" name="Straight Connector 14">
            <a:extLst>
              <a:ext uri="{FF2B5EF4-FFF2-40B4-BE49-F238E27FC236}">
                <a16:creationId xmlns:a16="http://schemas.microsoft.com/office/drawing/2014/main" id="{11B5C72A-5DD2-A49C-18A8-CD6BAB61F580}"/>
              </a:ext>
            </a:extLst>
          </p:cNvPr>
          <p:cNvCxnSpPr/>
          <p:nvPr userDrawn="1"/>
        </p:nvCxnSpPr>
        <p:spPr>
          <a:xfrm>
            <a:off x="502483" y="3697354"/>
            <a:ext cx="11173581" cy="0"/>
          </a:xfrm>
          <a:prstGeom prst="line">
            <a:avLst/>
          </a:prstGeom>
          <a:ln>
            <a:solidFill>
              <a:schemeClr val="bg1">
                <a:lumMod val="75000"/>
              </a:schemeClr>
            </a:solidFill>
            <a:prstDash val="lgDash"/>
            <a:round/>
          </a:ln>
        </p:spPr>
        <p:style>
          <a:lnRef idx="1">
            <a:schemeClr val="accent1"/>
          </a:lnRef>
          <a:fillRef idx="0">
            <a:schemeClr val="accent1"/>
          </a:fillRef>
          <a:effectRef idx="0">
            <a:schemeClr val="accent1"/>
          </a:effectRef>
          <a:fontRef idx="minor">
            <a:schemeClr val="tx1"/>
          </a:fontRef>
        </p:style>
      </p:cxnSp>
      <p:sp>
        <p:nvSpPr>
          <p:cNvPr id="16" name="Right Triangle 15">
            <a:extLst>
              <a:ext uri="{FF2B5EF4-FFF2-40B4-BE49-F238E27FC236}">
                <a16:creationId xmlns:a16="http://schemas.microsoft.com/office/drawing/2014/main" id="{4BBD0511-C8CE-FC9A-43EC-52E14E5DD11A}"/>
              </a:ext>
            </a:extLst>
          </p:cNvPr>
          <p:cNvSpPr/>
          <p:nvPr userDrawn="1"/>
        </p:nvSpPr>
        <p:spPr>
          <a:xfrm rot="10800000">
            <a:off x="10333248" y="1070242"/>
            <a:ext cx="1356269" cy="1356269"/>
          </a:xfrm>
          <a:prstGeom prst="r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7" name="Right Triangle 16">
            <a:extLst>
              <a:ext uri="{FF2B5EF4-FFF2-40B4-BE49-F238E27FC236}">
                <a16:creationId xmlns:a16="http://schemas.microsoft.com/office/drawing/2014/main" id="{A160063B-6C34-67CA-4684-EC0313F26F17}"/>
              </a:ext>
            </a:extLst>
          </p:cNvPr>
          <p:cNvSpPr/>
          <p:nvPr userDrawn="1"/>
        </p:nvSpPr>
        <p:spPr>
          <a:xfrm rot="10800000">
            <a:off x="10333248" y="3821846"/>
            <a:ext cx="1356269" cy="1356269"/>
          </a:xfrm>
          <a:prstGeom prst="r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8" name="Right Triangle 17">
            <a:extLst>
              <a:ext uri="{FF2B5EF4-FFF2-40B4-BE49-F238E27FC236}">
                <a16:creationId xmlns:a16="http://schemas.microsoft.com/office/drawing/2014/main" id="{A8969F5B-E01F-D49F-C45D-1F76E94F308D}"/>
              </a:ext>
            </a:extLst>
          </p:cNvPr>
          <p:cNvSpPr/>
          <p:nvPr userDrawn="1"/>
        </p:nvSpPr>
        <p:spPr>
          <a:xfrm rot="10800000">
            <a:off x="4591343" y="3821846"/>
            <a:ext cx="1356269" cy="1356269"/>
          </a:xfrm>
          <a:prstGeom prst="r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0" name="Content Placeholder 50">
            <a:extLst>
              <a:ext uri="{FF2B5EF4-FFF2-40B4-BE49-F238E27FC236}">
                <a16:creationId xmlns:a16="http://schemas.microsoft.com/office/drawing/2014/main" id="{FFE1F0BF-FF5F-BF0B-7E0C-0C4A0F18A2C8}"/>
              </a:ext>
            </a:extLst>
          </p:cNvPr>
          <p:cNvSpPr>
            <a:spLocks noGrp="1"/>
          </p:cNvSpPr>
          <p:nvPr>
            <p:ph sz="quarter" idx="18" hasCustomPrompt="1"/>
          </p:nvPr>
        </p:nvSpPr>
        <p:spPr>
          <a:xfrm>
            <a:off x="948484" y="4385838"/>
            <a:ext cx="1356270" cy="1356270"/>
          </a:xfrm>
          <a:prstGeom prst="rect">
            <a:avLst/>
          </a:prstGeom>
          <a:ln>
            <a:no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800" b="0">
                <a:solidFill>
                  <a:schemeClr val="tx1"/>
                </a:solidFill>
                <a:latin typeface="Barlow" panose="00000500000000000000" pitchFamily="2" charset="0"/>
              </a:defRPr>
            </a:lvl1pPr>
          </a:lstStyle>
          <a:p>
            <a:pPr lvl="0"/>
            <a:r>
              <a:rPr lang="en-US"/>
              <a:t>Insert Icon Here</a:t>
            </a:r>
            <a:endParaRPr lang="en-IN"/>
          </a:p>
        </p:txBody>
      </p:sp>
      <p:sp>
        <p:nvSpPr>
          <p:cNvPr id="59" name="Text Placeholder 37">
            <a:extLst>
              <a:ext uri="{FF2B5EF4-FFF2-40B4-BE49-F238E27FC236}">
                <a16:creationId xmlns:a16="http://schemas.microsoft.com/office/drawing/2014/main" id="{0C361ADD-3BD3-2DE2-77C2-F896FA82275C}"/>
              </a:ext>
            </a:extLst>
          </p:cNvPr>
          <p:cNvSpPr>
            <a:spLocks noGrp="1"/>
          </p:cNvSpPr>
          <p:nvPr>
            <p:ph type="body" sz="quarter" idx="25" hasCustomPrompt="1"/>
          </p:nvPr>
        </p:nvSpPr>
        <p:spPr>
          <a:xfrm>
            <a:off x="2440863" y="4385837"/>
            <a:ext cx="2563091" cy="479405"/>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a:t>Click to add text</a:t>
            </a:r>
            <a:endParaRPr lang="en-IN"/>
          </a:p>
        </p:txBody>
      </p:sp>
      <p:sp>
        <p:nvSpPr>
          <p:cNvPr id="60" name="Text Placeholder 37">
            <a:extLst>
              <a:ext uri="{FF2B5EF4-FFF2-40B4-BE49-F238E27FC236}">
                <a16:creationId xmlns:a16="http://schemas.microsoft.com/office/drawing/2014/main" id="{D0D9D81C-0FED-3B8F-DAF5-A9796A785BF4}"/>
              </a:ext>
            </a:extLst>
          </p:cNvPr>
          <p:cNvSpPr>
            <a:spLocks noGrp="1"/>
          </p:cNvSpPr>
          <p:nvPr>
            <p:ph type="body" sz="quarter" idx="26" hasCustomPrompt="1"/>
          </p:nvPr>
        </p:nvSpPr>
        <p:spPr>
          <a:xfrm>
            <a:off x="2440863" y="4965801"/>
            <a:ext cx="2563091" cy="776308"/>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68" name="Content Placeholder 50">
            <a:extLst>
              <a:ext uri="{FF2B5EF4-FFF2-40B4-BE49-F238E27FC236}">
                <a16:creationId xmlns:a16="http://schemas.microsoft.com/office/drawing/2014/main" id="{F68A945F-C111-074D-63C2-F1FDEA11FC9A}"/>
              </a:ext>
            </a:extLst>
          </p:cNvPr>
          <p:cNvSpPr>
            <a:spLocks noGrp="1"/>
          </p:cNvSpPr>
          <p:nvPr>
            <p:ph sz="quarter" idx="27" hasCustomPrompt="1"/>
          </p:nvPr>
        </p:nvSpPr>
        <p:spPr>
          <a:xfrm>
            <a:off x="6699913" y="1666855"/>
            <a:ext cx="1356270" cy="1356270"/>
          </a:xfrm>
          <a:prstGeom prst="rect">
            <a:avLst/>
          </a:prstGeom>
          <a:ln>
            <a:no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800" b="0">
                <a:solidFill>
                  <a:schemeClr val="tx1"/>
                </a:solidFill>
                <a:latin typeface="Barlow" panose="00000500000000000000" pitchFamily="2" charset="0"/>
              </a:defRPr>
            </a:lvl1pPr>
          </a:lstStyle>
          <a:p>
            <a:pPr lvl="0"/>
            <a:r>
              <a:rPr lang="en-US"/>
              <a:t>Insert Icon Here</a:t>
            </a:r>
            <a:endParaRPr lang="en-IN"/>
          </a:p>
        </p:txBody>
      </p:sp>
      <p:sp>
        <p:nvSpPr>
          <p:cNvPr id="69" name="Text Placeholder 37">
            <a:extLst>
              <a:ext uri="{FF2B5EF4-FFF2-40B4-BE49-F238E27FC236}">
                <a16:creationId xmlns:a16="http://schemas.microsoft.com/office/drawing/2014/main" id="{8BF97183-C015-A284-B152-570AC5608346}"/>
              </a:ext>
            </a:extLst>
          </p:cNvPr>
          <p:cNvSpPr>
            <a:spLocks noGrp="1"/>
          </p:cNvSpPr>
          <p:nvPr>
            <p:ph type="body" sz="quarter" idx="28" hasCustomPrompt="1"/>
          </p:nvPr>
        </p:nvSpPr>
        <p:spPr>
          <a:xfrm>
            <a:off x="8192292" y="1666854"/>
            <a:ext cx="2563091" cy="479405"/>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a:t>Click to add text</a:t>
            </a:r>
            <a:endParaRPr lang="en-IN"/>
          </a:p>
        </p:txBody>
      </p:sp>
      <p:sp>
        <p:nvSpPr>
          <p:cNvPr id="70" name="Text Placeholder 37">
            <a:extLst>
              <a:ext uri="{FF2B5EF4-FFF2-40B4-BE49-F238E27FC236}">
                <a16:creationId xmlns:a16="http://schemas.microsoft.com/office/drawing/2014/main" id="{21F9DD26-3F06-822A-3118-CE4DA3092C60}"/>
              </a:ext>
            </a:extLst>
          </p:cNvPr>
          <p:cNvSpPr>
            <a:spLocks noGrp="1"/>
          </p:cNvSpPr>
          <p:nvPr>
            <p:ph type="body" sz="quarter" idx="29" hasCustomPrompt="1"/>
          </p:nvPr>
        </p:nvSpPr>
        <p:spPr>
          <a:xfrm>
            <a:off x="8192292" y="2246818"/>
            <a:ext cx="2563091" cy="776308"/>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74" name="Content Placeholder 50">
            <a:extLst>
              <a:ext uri="{FF2B5EF4-FFF2-40B4-BE49-F238E27FC236}">
                <a16:creationId xmlns:a16="http://schemas.microsoft.com/office/drawing/2014/main" id="{82DF2470-D149-0C09-06C2-BC271089E62D}"/>
              </a:ext>
            </a:extLst>
          </p:cNvPr>
          <p:cNvSpPr>
            <a:spLocks noGrp="1"/>
          </p:cNvSpPr>
          <p:nvPr>
            <p:ph sz="quarter" idx="30" hasCustomPrompt="1"/>
          </p:nvPr>
        </p:nvSpPr>
        <p:spPr>
          <a:xfrm>
            <a:off x="6677189" y="4370267"/>
            <a:ext cx="1356270" cy="1356270"/>
          </a:xfrm>
          <a:prstGeom prst="rect">
            <a:avLst/>
          </a:prstGeom>
          <a:ln>
            <a:no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800" b="0">
                <a:solidFill>
                  <a:schemeClr val="tx1"/>
                </a:solidFill>
                <a:latin typeface="Barlow" panose="00000500000000000000" pitchFamily="2" charset="0"/>
              </a:defRPr>
            </a:lvl1pPr>
          </a:lstStyle>
          <a:p>
            <a:pPr lvl="0"/>
            <a:r>
              <a:rPr lang="en-US"/>
              <a:t>Insert Icon Here</a:t>
            </a:r>
            <a:endParaRPr lang="en-IN"/>
          </a:p>
        </p:txBody>
      </p:sp>
      <p:sp>
        <p:nvSpPr>
          <p:cNvPr id="75" name="Text Placeholder 37">
            <a:extLst>
              <a:ext uri="{FF2B5EF4-FFF2-40B4-BE49-F238E27FC236}">
                <a16:creationId xmlns:a16="http://schemas.microsoft.com/office/drawing/2014/main" id="{AEF22835-1E7D-CE76-96C1-40FAC8EF0725}"/>
              </a:ext>
            </a:extLst>
          </p:cNvPr>
          <p:cNvSpPr>
            <a:spLocks noGrp="1"/>
          </p:cNvSpPr>
          <p:nvPr>
            <p:ph type="body" sz="quarter" idx="31" hasCustomPrompt="1"/>
          </p:nvPr>
        </p:nvSpPr>
        <p:spPr>
          <a:xfrm>
            <a:off x="8169568" y="4370266"/>
            <a:ext cx="2563091" cy="479405"/>
          </a:xfrm>
        </p:spPr>
        <p:txBody>
          <a:bodyPr>
            <a:normAutofit/>
          </a:bodyPr>
          <a:lstStyle>
            <a:lvl1pPr marL="0" indent="0" algn="l">
              <a:buNone/>
              <a:defRPr sz="1800" b="1">
                <a:solidFill>
                  <a:schemeClr val="bg1"/>
                </a:solidFill>
                <a:latin typeface="Barlow" panose="00000500000000000000" pitchFamily="2" charset="0"/>
              </a:defRPr>
            </a:lvl1pPr>
          </a:lstStyle>
          <a:p>
            <a:pPr lvl="0"/>
            <a:r>
              <a:rPr lang="en-US"/>
              <a:t>Click to add text</a:t>
            </a:r>
            <a:endParaRPr lang="en-IN"/>
          </a:p>
        </p:txBody>
      </p:sp>
      <p:sp>
        <p:nvSpPr>
          <p:cNvPr id="76" name="Text Placeholder 37">
            <a:extLst>
              <a:ext uri="{FF2B5EF4-FFF2-40B4-BE49-F238E27FC236}">
                <a16:creationId xmlns:a16="http://schemas.microsoft.com/office/drawing/2014/main" id="{326059B1-3B52-E7DE-37F7-451AD4603F02}"/>
              </a:ext>
            </a:extLst>
          </p:cNvPr>
          <p:cNvSpPr>
            <a:spLocks noGrp="1"/>
          </p:cNvSpPr>
          <p:nvPr>
            <p:ph type="body" sz="quarter" idx="32" hasCustomPrompt="1"/>
          </p:nvPr>
        </p:nvSpPr>
        <p:spPr>
          <a:xfrm>
            <a:off x="8169568" y="4950230"/>
            <a:ext cx="2563091" cy="776308"/>
          </a:xfrm>
        </p:spPr>
        <p:txBody>
          <a:bodyPr>
            <a:normAutofit/>
          </a:bodyPr>
          <a:lstStyle>
            <a:lvl1pPr marL="0" indent="0" algn="l">
              <a:buNone/>
              <a:defRPr sz="1400" b="0">
                <a:solidFill>
                  <a:schemeClr val="bg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79" name="Text Placeholder 37">
            <a:extLst>
              <a:ext uri="{FF2B5EF4-FFF2-40B4-BE49-F238E27FC236}">
                <a16:creationId xmlns:a16="http://schemas.microsoft.com/office/drawing/2014/main" id="{E5884938-EDA9-151E-0689-7405E2387741}"/>
              </a:ext>
            </a:extLst>
          </p:cNvPr>
          <p:cNvSpPr>
            <a:spLocks noGrp="1"/>
          </p:cNvSpPr>
          <p:nvPr>
            <p:ph type="body" sz="quarter" idx="33" hasCustomPrompt="1"/>
          </p:nvPr>
        </p:nvSpPr>
        <p:spPr>
          <a:xfrm>
            <a:off x="10948771" y="1206541"/>
            <a:ext cx="652659" cy="479405"/>
          </a:xfrm>
        </p:spPr>
        <p:txBody>
          <a:bodyPr>
            <a:noAutofit/>
          </a:bodyPr>
          <a:lstStyle>
            <a:lvl1pPr marL="0" indent="0" algn="l">
              <a:buNone/>
              <a:defRPr lang="en-IN" sz="2800" b="1" kern="1200" dirty="0">
                <a:solidFill>
                  <a:schemeClr val="tx1"/>
                </a:solidFill>
                <a:latin typeface="Barlow" panose="00000500000000000000" pitchFamily="2" charset="0"/>
                <a:ea typeface="Open Sans" pitchFamily="2" charset="0"/>
                <a:cs typeface="Open Sans" pitchFamily="2" charset="0"/>
              </a:defRPr>
            </a:lvl1pPr>
          </a:lstStyle>
          <a:p>
            <a:pPr marL="0" lvl="0" indent="0" algn="ctr" defTabSz="914400" rtl="0" eaLnBrk="1" latinLnBrk="0" hangingPunct="1">
              <a:lnSpc>
                <a:spcPct val="90000"/>
              </a:lnSpc>
              <a:spcBef>
                <a:spcPts val="1000"/>
              </a:spcBef>
              <a:buFont typeface="Arial" panose="020B0604020202020204" pitchFamily="34" charset="0"/>
              <a:buNone/>
            </a:pPr>
            <a:r>
              <a:rPr lang="en-US"/>
              <a:t>01</a:t>
            </a:r>
            <a:endParaRPr lang="en-IN"/>
          </a:p>
        </p:txBody>
      </p:sp>
      <p:sp>
        <p:nvSpPr>
          <p:cNvPr id="81" name="Text Placeholder 37">
            <a:extLst>
              <a:ext uri="{FF2B5EF4-FFF2-40B4-BE49-F238E27FC236}">
                <a16:creationId xmlns:a16="http://schemas.microsoft.com/office/drawing/2014/main" id="{7A7E20B9-751E-AA4C-EDB8-E28B23757796}"/>
              </a:ext>
            </a:extLst>
          </p:cNvPr>
          <p:cNvSpPr>
            <a:spLocks noGrp="1"/>
          </p:cNvSpPr>
          <p:nvPr>
            <p:ph type="body" sz="quarter" idx="34" hasCustomPrompt="1"/>
          </p:nvPr>
        </p:nvSpPr>
        <p:spPr>
          <a:xfrm>
            <a:off x="5200965" y="3977509"/>
            <a:ext cx="652659" cy="479405"/>
          </a:xfrm>
        </p:spPr>
        <p:txBody>
          <a:bodyPr>
            <a:noAutofit/>
          </a:bodyPr>
          <a:lstStyle>
            <a:lvl1pPr marL="0" indent="0" algn="l">
              <a:buNone/>
              <a:defRPr lang="en-IN" sz="2800" b="1" kern="1200" dirty="0">
                <a:solidFill>
                  <a:schemeClr val="tx1"/>
                </a:solidFill>
                <a:latin typeface="Barlow" panose="00000500000000000000" pitchFamily="2" charset="0"/>
                <a:ea typeface="Open Sans" pitchFamily="2" charset="0"/>
                <a:cs typeface="Open Sans" pitchFamily="2" charset="0"/>
              </a:defRPr>
            </a:lvl1pPr>
          </a:lstStyle>
          <a:p>
            <a:pPr marL="0" lvl="0" indent="0" algn="ctr" defTabSz="914400" rtl="0" eaLnBrk="1" latinLnBrk="0" hangingPunct="1">
              <a:lnSpc>
                <a:spcPct val="90000"/>
              </a:lnSpc>
              <a:spcBef>
                <a:spcPts val="1000"/>
              </a:spcBef>
              <a:buFont typeface="Arial" panose="020B0604020202020204" pitchFamily="34" charset="0"/>
              <a:buNone/>
            </a:pPr>
            <a:r>
              <a:rPr lang="en-US"/>
              <a:t>02</a:t>
            </a:r>
            <a:endParaRPr lang="en-IN"/>
          </a:p>
        </p:txBody>
      </p:sp>
      <p:sp>
        <p:nvSpPr>
          <p:cNvPr id="83" name="Text Placeholder 37">
            <a:extLst>
              <a:ext uri="{FF2B5EF4-FFF2-40B4-BE49-F238E27FC236}">
                <a16:creationId xmlns:a16="http://schemas.microsoft.com/office/drawing/2014/main" id="{9E2091D9-552F-A9D3-D367-04188F7D25D5}"/>
              </a:ext>
            </a:extLst>
          </p:cNvPr>
          <p:cNvSpPr>
            <a:spLocks noGrp="1"/>
          </p:cNvSpPr>
          <p:nvPr>
            <p:ph type="body" sz="quarter" idx="35" hasCustomPrompt="1"/>
          </p:nvPr>
        </p:nvSpPr>
        <p:spPr>
          <a:xfrm>
            <a:off x="10954488" y="3971617"/>
            <a:ext cx="652659" cy="479405"/>
          </a:xfrm>
        </p:spPr>
        <p:txBody>
          <a:bodyPr>
            <a:noAutofit/>
          </a:bodyPr>
          <a:lstStyle>
            <a:lvl1pPr marL="0" indent="0" algn="l">
              <a:buNone/>
              <a:defRPr lang="en-IN" sz="2800" b="1" kern="1200" dirty="0">
                <a:solidFill>
                  <a:schemeClr val="tx1"/>
                </a:solidFill>
                <a:latin typeface="Barlow" panose="00000500000000000000" pitchFamily="2" charset="0"/>
                <a:ea typeface="Open Sans" pitchFamily="2" charset="0"/>
                <a:cs typeface="Open Sans" pitchFamily="2" charset="0"/>
              </a:defRPr>
            </a:lvl1pPr>
          </a:lstStyle>
          <a:p>
            <a:pPr marL="0" lvl="0" indent="0" algn="ctr" defTabSz="914400" rtl="0" eaLnBrk="1" latinLnBrk="0" hangingPunct="1">
              <a:lnSpc>
                <a:spcPct val="90000"/>
              </a:lnSpc>
              <a:spcBef>
                <a:spcPts val="1000"/>
              </a:spcBef>
              <a:buFont typeface="Arial" panose="020B0604020202020204" pitchFamily="34" charset="0"/>
              <a:buNone/>
            </a:pPr>
            <a:r>
              <a:rPr lang="en-US"/>
              <a:t>03</a:t>
            </a:r>
            <a:endParaRPr lang="en-IN"/>
          </a:p>
        </p:txBody>
      </p:sp>
    </p:spTree>
    <p:extLst>
      <p:ext uri="{BB962C8B-B14F-4D97-AF65-F5344CB8AC3E}">
        <p14:creationId xmlns:p14="http://schemas.microsoft.com/office/powerpoint/2010/main" val="2667661003"/>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9_Miscellaneou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264FE84E-A333-1157-AB6D-AAABC2B53E76}"/>
              </a:ext>
            </a:extLst>
          </p:cNvPr>
          <p:cNvSpPr>
            <a:spLocks noGrp="1"/>
          </p:cNvSpPr>
          <p:nvPr>
            <p:ph type="pic" sz="quarter" idx="13"/>
          </p:nvPr>
        </p:nvSpPr>
        <p:spPr>
          <a:xfrm>
            <a:off x="0" y="0"/>
            <a:ext cx="4986609" cy="6858000"/>
          </a:xfrm>
          <a:solidFill>
            <a:schemeClr val="tx2">
              <a:alpha val="75000"/>
            </a:schemeClr>
          </a:solidFill>
        </p:spPr>
        <p:txBody>
          <a:bodyPr/>
          <a:lstStyle/>
          <a:p>
            <a:endParaRPr lang="en-IN"/>
          </a:p>
        </p:txBody>
      </p:sp>
      <p:sp>
        <p:nvSpPr>
          <p:cNvPr id="6" name="Rectangle 5">
            <a:extLst>
              <a:ext uri="{FF2B5EF4-FFF2-40B4-BE49-F238E27FC236}">
                <a16:creationId xmlns:a16="http://schemas.microsoft.com/office/drawing/2014/main" id="{5D6D9364-0E65-7D7C-90D8-C8D8F4264563}"/>
              </a:ext>
            </a:extLst>
          </p:cNvPr>
          <p:cNvSpPr/>
          <p:nvPr userDrawn="1"/>
        </p:nvSpPr>
        <p:spPr>
          <a:xfrm>
            <a:off x="5383446" y="3308178"/>
            <a:ext cx="2142784" cy="28835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Rectangle 6">
            <a:extLst>
              <a:ext uri="{FF2B5EF4-FFF2-40B4-BE49-F238E27FC236}">
                <a16:creationId xmlns:a16="http://schemas.microsoft.com/office/drawing/2014/main" id="{AAAB73E3-0687-BF1F-B4EE-AA3BB7454C67}"/>
              </a:ext>
            </a:extLst>
          </p:cNvPr>
          <p:cNvSpPr/>
          <p:nvPr userDrawn="1"/>
        </p:nvSpPr>
        <p:spPr>
          <a:xfrm>
            <a:off x="7530687" y="2066180"/>
            <a:ext cx="2142784" cy="411494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Rectangle 7">
            <a:extLst>
              <a:ext uri="{FF2B5EF4-FFF2-40B4-BE49-F238E27FC236}">
                <a16:creationId xmlns:a16="http://schemas.microsoft.com/office/drawing/2014/main" id="{C5E6ECBF-3F3D-1D15-F367-253F34178F40}"/>
              </a:ext>
            </a:extLst>
          </p:cNvPr>
          <p:cNvSpPr/>
          <p:nvPr userDrawn="1"/>
        </p:nvSpPr>
        <p:spPr>
          <a:xfrm>
            <a:off x="9631142" y="1102414"/>
            <a:ext cx="2142784" cy="507871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41" name="Straight Connector 40">
            <a:extLst>
              <a:ext uri="{FF2B5EF4-FFF2-40B4-BE49-F238E27FC236}">
                <a16:creationId xmlns:a16="http://schemas.microsoft.com/office/drawing/2014/main" id="{12D7C107-1DFE-F6F1-198A-E85400F246D1}"/>
              </a:ext>
            </a:extLst>
          </p:cNvPr>
          <p:cNvCxnSpPr>
            <a:cxnSpLocks/>
          </p:cNvCxnSpPr>
          <p:nvPr userDrawn="1"/>
        </p:nvCxnSpPr>
        <p:spPr>
          <a:xfrm>
            <a:off x="7512611" y="5902975"/>
            <a:ext cx="147853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F24D0AB-7DE2-51C4-A9E2-8CDB73F27A9E}"/>
              </a:ext>
            </a:extLst>
          </p:cNvPr>
          <p:cNvCxnSpPr>
            <a:cxnSpLocks/>
          </p:cNvCxnSpPr>
          <p:nvPr userDrawn="1"/>
        </p:nvCxnSpPr>
        <p:spPr>
          <a:xfrm>
            <a:off x="9613551" y="5902975"/>
            <a:ext cx="147853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D217CAC-7641-1DFD-8873-38B4FCDE4EF9}"/>
              </a:ext>
            </a:extLst>
          </p:cNvPr>
          <p:cNvCxnSpPr>
            <a:cxnSpLocks/>
          </p:cNvCxnSpPr>
          <p:nvPr userDrawn="1"/>
        </p:nvCxnSpPr>
        <p:spPr>
          <a:xfrm>
            <a:off x="838200" y="5912310"/>
            <a:ext cx="5966637" cy="0"/>
          </a:xfrm>
          <a:prstGeom prst="line">
            <a:avLst/>
          </a:prstGeom>
          <a:ln>
            <a:solidFill>
              <a:schemeClr val="bg1"/>
            </a:solidFill>
            <a:headEnd type="oval"/>
          </a:ln>
        </p:spPr>
        <p:style>
          <a:lnRef idx="1">
            <a:schemeClr val="accent1"/>
          </a:lnRef>
          <a:fillRef idx="0">
            <a:schemeClr val="accent1"/>
          </a:fillRef>
          <a:effectRef idx="0">
            <a:schemeClr val="accent1"/>
          </a:effectRef>
          <a:fontRef idx="minor">
            <a:schemeClr val="tx1"/>
          </a:fontRef>
        </p:style>
      </p:cxnSp>
      <p:sp>
        <p:nvSpPr>
          <p:cNvPr id="45" name="Content Placeholder 50">
            <a:extLst>
              <a:ext uri="{FF2B5EF4-FFF2-40B4-BE49-F238E27FC236}">
                <a16:creationId xmlns:a16="http://schemas.microsoft.com/office/drawing/2014/main" id="{6401874C-D0BB-FE11-AB98-365DDD746107}"/>
              </a:ext>
            </a:extLst>
          </p:cNvPr>
          <p:cNvSpPr>
            <a:spLocks noGrp="1"/>
          </p:cNvSpPr>
          <p:nvPr>
            <p:ph sz="quarter" idx="18" hasCustomPrompt="1"/>
          </p:nvPr>
        </p:nvSpPr>
        <p:spPr>
          <a:xfrm>
            <a:off x="5537454" y="2672034"/>
            <a:ext cx="699793" cy="699793"/>
          </a:xfrm>
          <a:prstGeom prst="rect">
            <a:avLst/>
          </a:prstGeom>
          <a:solidFill>
            <a:schemeClr val="bg2"/>
          </a:solidFill>
          <a:ln w="152400">
            <a:solidFill>
              <a:schemeClr val="accent1">
                <a:alpha val="97000"/>
              </a:schemeClr>
            </a:solid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400" b="0">
                <a:solidFill>
                  <a:schemeClr val="tx1"/>
                </a:solidFill>
                <a:latin typeface="Barlow" panose="00000500000000000000" pitchFamily="2" charset="0"/>
              </a:defRPr>
            </a:lvl1pPr>
          </a:lstStyle>
          <a:p>
            <a:pPr lvl="0"/>
            <a:r>
              <a:rPr lang="en-US"/>
              <a:t>Insert Icon Here</a:t>
            </a:r>
            <a:endParaRPr lang="en-IN"/>
          </a:p>
        </p:txBody>
      </p:sp>
      <p:sp>
        <p:nvSpPr>
          <p:cNvPr id="48" name="Text Placeholder 37">
            <a:extLst>
              <a:ext uri="{FF2B5EF4-FFF2-40B4-BE49-F238E27FC236}">
                <a16:creationId xmlns:a16="http://schemas.microsoft.com/office/drawing/2014/main" id="{BF32448F-3FF1-DF11-681A-1932161941E6}"/>
              </a:ext>
            </a:extLst>
          </p:cNvPr>
          <p:cNvSpPr>
            <a:spLocks noGrp="1"/>
          </p:cNvSpPr>
          <p:nvPr>
            <p:ph type="body" sz="quarter" idx="25" hasCustomPrompt="1"/>
          </p:nvPr>
        </p:nvSpPr>
        <p:spPr>
          <a:xfrm>
            <a:off x="5420980" y="3669469"/>
            <a:ext cx="1976667" cy="395417"/>
          </a:xfrm>
        </p:spPr>
        <p:txBody>
          <a:bodyPr>
            <a:normAutofit/>
          </a:bodyPr>
          <a:lstStyle>
            <a:lvl1pPr marL="0" indent="0" algn="l">
              <a:buNone/>
              <a:defRPr sz="1800" b="1">
                <a:solidFill>
                  <a:schemeClr val="tx2"/>
                </a:solidFill>
                <a:latin typeface="Barlow" panose="00000500000000000000" pitchFamily="2" charset="0"/>
              </a:defRPr>
            </a:lvl1pPr>
          </a:lstStyle>
          <a:p>
            <a:pPr lvl="0"/>
            <a:r>
              <a:rPr lang="en-US"/>
              <a:t>Click to add text</a:t>
            </a:r>
            <a:endParaRPr lang="en-IN"/>
          </a:p>
        </p:txBody>
      </p:sp>
      <p:sp>
        <p:nvSpPr>
          <p:cNvPr id="49" name="Text Placeholder 37">
            <a:extLst>
              <a:ext uri="{FF2B5EF4-FFF2-40B4-BE49-F238E27FC236}">
                <a16:creationId xmlns:a16="http://schemas.microsoft.com/office/drawing/2014/main" id="{E52D8271-DA3B-E79C-A6CA-212D42AB1CCC}"/>
              </a:ext>
            </a:extLst>
          </p:cNvPr>
          <p:cNvSpPr>
            <a:spLocks noGrp="1"/>
          </p:cNvSpPr>
          <p:nvPr>
            <p:ph type="body" sz="quarter" idx="26" hasCustomPrompt="1"/>
          </p:nvPr>
        </p:nvSpPr>
        <p:spPr>
          <a:xfrm>
            <a:off x="5420980" y="4165605"/>
            <a:ext cx="1976667" cy="1269879"/>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52" name="Text Placeholder 37">
            <a:extLst>
              <a:ext uri="{FF2B5EF4-FFF2-40B4-BE49-F238E27FC236}">
                <a16:creationId xmlns:a16="http://schemas.microsoft.com/office/drawing/2014/main" id="{55901CBF-64B5-52E5-AD7C-14473E943095}"/>
              </a:ext>
            </a:extLst>
          </p:cNvPr>
          <p:cNvSpPr>
            <a:spLocks noGrp="1"/>
          </p:cNvSpPr>
          <p:nvPr>
            <p:ph type="body" sz="quarter" idx="27" hasCustomPrompt="1"/>
          </p:nvPr>
        </p:nvSpPr>
        <p:spPr>
          <a:xfrm>
            <a:off x="7574433" y="2565109"/>
            <a:ext cx="1976667" cy="395417"/>
          </a:xfrm>
        </p:spPr>
        <p:txBody>
          <a:bodyPr>
            <a:normAutofit/>
          </a:bodyPr>
          <a:lstStyle>
            <a:lvl1pPr marL="0" indent="0" algn="l">
              <a:buNone/>
              <a:defRPr sz="1800" b="1">
                <a:solidFill>
                  <a:schemeClr val="tx2"/>
                </a:solidFill>
                <a:latin typeface="Barlow" panose="00000500000000000000" pitchFamily="2" charset="0"/>
              </a:defRPr>
            </a:lvl1pPr>
          </a:lstStyle>
          <a:p>
            <a:pPr lvl="0"/>
            <a:r>
              <a:rPr lang="en-US"/>
              <a:t>Click to add text</a:t>
            </a:r>
            <a:endParaRPr lang="en-IN"/>
          </a:p>
        </p:txBody>
      </p:sp>
      <p:sp>
        <p:nvSpPr>
          <p:cNvPr id="53" name="Text Placeholder 37">
            <a:extLst>
              <a:ext uri="{FF2B5EF4-FFF2-40B4-BE49-F238E27FC236}">
                <a16:creationId xmlns:a16="http://schemas.microsoft.com/office/drawing/2014/main" id="{4AE840D7-9B7B-65BB-146A-AE724E69D7B8}"/>
              </a:ext>
            </a:extLst>
          </p:cNvPr>
          <p:cNvSpPr>
            <a:spLocks noGrp="1"/>
          </p:cNvSpPr>
          <p:nvPr>
            <p:ph type="body" sz="quarter" idx="28" hasCustomPrompt="1"/>
          </p:nvPr>
        </p:nvSpPr>
        <p:spPr>
          <a:xfrm>
            <a:off x="7574433" y="3061245"/>
            <a:ext cx="1976667" cy="1269879"/>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56" name="Content Placeholder 50">
            <a:extLst>
              <a:ext uri="{FF2B5EF4-FFF2-40B4-BE49-F238E27FC236}">
                <a16:creationId xmlns:a16="http://schemas.microsoft.com/office/drawing/2014/main" id="{73794DBD-54A2-ECAE-AE27-C233255DE032}"/>
              </a:ext>
            </a:extLst>
          </p:cNvPr>
          <p:cNvSpPr>
            <a:spLocks noGrp="1"/>
          </p:cNvSpPr>
          <p:nvPr>
            <p:ph sz="quarter" idx="29" hasCustomPrompt="1"/>
          </p:nvPr>
        </p:nvSpPr>
        <p:spPr>
          <a:xfrm>
            <a:off x="7665276" y="1567058"/>
            <a:ext cx="699793" cy="699793"/>
          </a:xfrm>
          <a:prstGeom prst="rect">
            <a:avLst/>
          </a:prstGeom>
          <a:solidFill>
            <a:schemeClr val="bg2"/>
          </a:solidFill>
          <a:ln w="152400">
            <a:solidFill>
              <a:schemeClr val="accent1">
                <a:alpha val="97000"/>
              </a:schemeClr>
            </a:solid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400" b="0">
                <a:solidFill>
                  <a:schemeClr val="tx1"/>
                </a:solidFill>
                <a:latin typeface="Barlow" panose="00000500000000000000" pitchFamily="2" charset="0"/>
              </a:defRPr>
            </a:lvl1pPr>
          </a:lstStyle>
          <a:p>
            <a:pPr lvl="0"/>
            <a:r>
              <a:rPr lang="en-US"/>
              <a:t>Insert Icon Here</a:t>
            </a:r>
            <a:endParaRPr lang="en-IN"/>
          </a:p>
        </p:txBody>
      </p:sp>
      <p:sp>
        <p:nvSpPr>
          <p:cNvPr id="60" name="Text Placeholder 37">
            <a:extLst>
              <a:ext uri="{FF2B5EF4-FFF2-40B4-BE49-F238E27FC236}">
                <a16:creationId xmlns:a16="http://schemas.microsoft.com/office/drawing/2014/main" id="{D877437A-4641-C570-C7B2-C8ED893E36F2}"/>
              </a:ext>
            </a:extLst>
          </p:cNvPr>
          <p:cNvSpPr>
            <a:spLocks noGrp="1"/>
          </p:cNvSpPr>
          <p:nvPr>
            <p:ph type="body" sz="quarter" idx="30" hasCustomPrompt="1"/>
          </p:nvPr>
        </p:nvSpPr>
        <p:spPr>
          <a:xfrm>
            <a:off x="9695314" y="1674082"/>
            <a:ext cx="1976667" cy="395417"/>
          </a:xfrm>
        </p:spPr>
        <p:txBody>
          <a:bodyPr>
            <a:normAutofit/>
          </a:bodyPr>
          <a:lstStyle>
            <a:lvl1pPr marL="0" indent="0" algn="l">
              <a:buNone/>
              <a:defRPr sz="1800" b="1">
                <a:solidFill>
                  <a:schemeClr val="tx2"/>
                </a:solidFill>
                <a:latin typeface="Barlow" panose="00000500000000000000" pitchFamily="2" charset="0"/>
              </a:defRPr>
            </a:lvl1pPr>
          </a:lstStyle>
          <a:p>
            <a:pPr lvl="0"/>
            <a:r>
              <a:rPr lang="en-US"/>
              <a:t>Click to add text</a:t>
            </a:r>
            <a:endParaRPr lang="en-IN"/>
          </a:p>
        </p:txBody>
      </p:sp>
      <p:sp>
        <p:nvSpPr>
          <p:cNvPr id="61" name="Text Placeholder 37">
            <a:extLst>
              <a:ext uri="{FF2B5EF4-FFF2-40B4-BE49-F238E27FC236}">
                <a16:creationId xmlns:a16="http://schemas.microsoft.com/office/drawing/2014/main" id="{134811CE-D629-C0D8-A641-B27CF2CD2D41}"/>
              </a:ext>
            </a:extLst>
          </p:cNvPr>
          <p:cNvSpPr>
            <a:spLocks noGrp="1"/>
          </p:cNvSpPr>
          <p:nvPr>
            <p:ph type="body" sz="quarter" idx="31" hasCustomPrompt="1"/>
          </p:nvPr>
        </p:nvSpPr>
        <p:spPr>
          <a:xfrm>
            <a:off x="9695314" y="2170218"/>
            <a:ext cx="1976667" cy="1269879"/>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62" name="Content Placeholder 50">
            <a:extLst>
              <a:ext uri="{FF2B5EF4-FFF2-40B4-BE49-F238E27FC236}">
                <a16:creationId xmlns:a16="http://schemas.microsoft.com/office/drawing/2014/main" id="{90AACE40-7372-3373-1F03-08FBFB1B4BCA}"/>
              </a:ext>
            </a:extLst>
          </p:cNvPr>
          <p:cNvSpPr>
            <a:spLocks noGrp="1"/>
          </p:cNvSpPr>
          <p:nvPr>
            <p:ph sz="quarter" idx="32" hasCustomPrompt="1"/>
          </p:nvPr>
        </p:nvSpPr>
        <p:spPr>
          <a:xfrm>
            <a:off x="9786157" y="676031"/>
            <a:ext cx="699793" cy="699793"/>
          </a:xfrm>
          <a:prstGeom prst="rect">
            <a:avLst/>
          </a:prstGeom>
          <a:solidFill>
            <a:schemeClr val="bg2"/>
          </a:solidFill>
          <a:ln w="152400">
            <a:solidFill>
              <a:schemeClr val="accent1">
                <a:alpha val="97000"/>
              </a:schemeClr>
            </a:solid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400" b="0">
                <a:solidFill>
                  <a:schemeClr val="tx1"/>
                </a:solidFill>
                <a:latin typeface="Barlow" panose="00000500000000000000" pitchFamily="2" charset="0"/>
              </a:defRPr>
            </a:lvl1pPr>
          </a:lstStyle>
          <a:p>
            <a:pPr lvl="0"/>
            <a:r>
              <a:rPr lang="en-US"/>
              <a:t>Insert Icon Here</a:t>
            </a:r>
            <a:endParaRPr lang="en-IN"/>
          </a:p>
        </p:txBody>
      </p:sp>
      <p:sp>
        <p:nvSpPr>
          <p:cNvPr id="64" name="Content Placeholder 50">
            <a:extLst>
              <a:ext uri="{FF2B5EF4-FFF2-40B4-BE49-F238E27FC236}">
                <a16:creationId xmlns:a16="http://schemas.microsoft.com/office/drawing/2014/main" id="{7DC66DA5-3ACA-999E-4921-F659ED592A2B}"/>
              </a:ext>
            </a:extLst>
          </p:cNvPr>
          <p:cNvSpPr>
            <a:spLocks noGrp="1"/>
          </p:cNvSpPr>
          <p:nvPr>
            <p:ph sz="quarter" idx="14" hasCustomPrompt="1"/>
          </p:nvPr>
        </p:nvSpPr>
        <p:spPr>
          <a:xfrm>
            <a:off x="6948837" y="5619584"/>
            <a:ext cx="561545" cy="561545"/>
          </a:xfrm>
          <a:prstGeom prst="rect">
            <a:avLst/>
          </a:prstGeom>
          <a:no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01</a:t>
            </a:r>
            <a:endParaRPr lang="en-IN"/>
          </a:p>
        </p:txBody>
      </p:sp>
      <p:sp>
        <p:nvSpPr>
          <p:cNvPr id="65" name="Content Placeholder 50">
            <a:extLst>
              <a:ext uri="{FF2B5EF4-FFF2-40B4-BE49-F238E27FC236}">
                <a16:creationId xmlns:a16="http://schemas.microsoft.com/office/drawing/2014/main" id="{CEEF41D1-EA90-1577-D84F-40E3AF1AFB23}"/>
              </a:ext>
            </a:extLst>
          </p:cNvPr>
          <p:cNvSpPr>
            <a:spLocks noGrp="1"/>
          </p:cNvSpPr>
          <p:nvPr>
            <p:ph sz="quarter" idx="33" hasCustomPrompt="1"/>
          </p:nvPr>
        </p:nvSpPr>
        <p:spPr>
          <a:xfrm>
            <a:off x="9060801" y="5619583"/>
            <a:ext cx="561545" cy="561545"/>
          </a:xfrm>
          <a:prstGeom prst="rect">
            <a:avLst/>
          </a:prstGeom>
          <a:no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02</a:t>
            </a:r>
            <a:endParaRPr lang="en-IN"/>
          </a:p>
        </p:txBody>
      </p:sp>
      <p:sp>
        <p:nvSpPr>
          <p:cNvPr id="66" name="Content Placeholder 50">
            <a:extLst>
              <a:ext uri="{FF2B5EF4-FFF2-40B4-BE49-F238E27FC236}">
                <a16:creationId xmlns:a16="http://schemas.microsoft.com/office/drawing/2014/main" id="{9AC9247D-8A6E-EB87-760F-21C9A45FBFBE}"/>
              </a:ext>
            </a:extLst>
          </p:cNvPr>
          <p:cNvSpPr>
            <a:spLocks noGrp="1"/>
          </p:cNvSpPr>
          <p:nvPr>
            <p:ph sz="quarter" idx="34" hasCustomPrompt="1"/>
          </p:nvPr>
        </p:nvSpPr>
        <p:spPr>
          <a:xfrm>
            <a:off x="11203585" y="5619583"/>
            <a:ext cx="561545" cy="561545"/>
          </a:xfrm>
          <a:prstGeom prst="rect">
            <a:avLst/>
          </a:prstGeom>
          <a:no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03</a:t>
            </a:r>
            <a:endParaRPr lang="en-IN"/>
          </a:p>
        </p:txBody>
      </p:sp>
      <p:sp>
        <p:nvSpPr>
          <p:cNvPr id="68" name="Title 1">
            <a:extLst>
              <a:ext uri="{FF2B5EF4-FFF2-40B4-BE49-F238E27FC236}">
                <a16:creationId xmlns:a16="http://schemas.microsoft.com/office/drawing/2014/main" id="{7F75B5CA-1835-C387-E922-4549D4B72C3F}"/>
              </a:ext>
            </a:extLst>
          </p:cNvPr>
          <p:cNvSpPr>
            <a:spLocks noGrp="1"/>
          </p:cNvSpPr>
          <p:nvPr>
            <p:ph type="ctrTitle"/>
          </p:nvPr>
        </p:nvSpPr>
        <p:spPr>
          <a:xfrm>
            <a:off x="5383446" y="233807"/>
            <a:ext cx="3308889" cy="984885"/>
          </a:xfrm>
          <a:prstGeom prst="rect">
            <a:avLst/>
          </a:prstGeom>
        </p:spPr>
        <p:txBody>
          <a:bodyPr vert="horz" wrap="square" lIns="0" tIns="0" rIns="0" bIns="0" rtlCol="0" anchor="t" anchorCtr="0">
            <a:spAutoFit/>
          </a:bodyPr>
          <a:lstStyle>
            <a:lvl1pPr algn="l">
              <a:lnSpc>
                <a:spcPct val="100000"/>
              </a:lnSpc>
              <a:defRPr lang="en-US" sz="3200" dirty="0">
                <a:solidFill>
                  <a:schemeClr val="tx2"/>
                </a:solidFill>
              </a:defRPr>
            </a:lvl1pPr>
          </a:lstStyle>
          <a:p>
            <a:pPr lvl="0"/>
            <a:r>
              <a:rPr lang="en-GB"/>
              <a:t>Click to edit Master title style</a:t>
            </a:r>
            <a:endParaRPr lang="en-US"/>
          </a:p>
        </p:txBody>
      </p:sp>
    </p:spTree>
    <p:extLst>
      <p:ext uri="{BB962C8B-B14F-4D97-AF65-F5344CB8AC3E}">
        <p14:creationId xmlns:p14="http://schemas.microsoft.com/office/powerpoint/2010/main" val="1436784879"/>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10_Miscellaneou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BFECD4F-B464-C1BD-5DAD-CEC5B25247B1}"/>
              </a:ext>
            </a:extLst>
          </p:cNvPr>
          <p:cNvSpPr/>
          <p:nvPr userDrawn="1"/>
        </p:nvSpPr>
        <p:spPr>
          <a:xfrm>
            <a:off x="0" y="0"/>
            <a:ext cx="498660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D6D9364-0E65-7D7C-90D8-C8D8F4264563}"/>
              </a:ext>
            </a:extLst>
          </p:cNvPr>
          <p:cNvSpPr/>
          <p:nvPr userDrawn="1"/>
        </p:nvSpPr>
        <p:spPr>
          <a:xfrm>
            <a:off x="5383446" y="3308178"/>
            <a:ext cx="2142784" cy="28835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Rectangle 6">
            <a:extLst>
              <a:ext uri="{FF2B5EF4-FFF2-40B4-BE49-F238E27FC236}">
                <a16:creationId xmlns:a16="http://schemas.microsoft.com/office/drawing/2014/main" id="{AAAB73E3-0687-BF1F-B4EE-AA3BB7454C67}"/>
              </a:ext>
            </a:extLst>
          </p:cNvPr>
          <p:cNvSpPr/>
          <p:nvPr userDrawn="1"/>
        </p:nvSpPr>
        <p:spPr>
          <a:xfrm>
            <a:off x="7530687" y="2066180"/>
            <a:ext cx="2142784" cy="411494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Rectangle 7">
            <a:extLst>
              <a:ext uri="{FF2B5EF4-FFF2-40B4-BE49-F238E27FC236}">
                <a16:creationId xmlns:a16="http://schemas.microsoft.com/office/drawing/2014/main" id="{C5E6ECBF-3F3D-1D15-F367-253F34178F40}"/>
              </a:ext>
            </a:extLst>
          </p:cNvPr>
          <p:cNvSpPr/>
          <p:nvPr userDrawn="1"/>
        </p:nvSpPr>
        <p:spPr>
          <a:xfrm>
            <a:off x="9631142" y="1102414"/>
            <a:ext cx="2142784" cy="507871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41" name="Straight Connector 40">
            <a:extLst>
              <a:ext uri="{FF2B5EF4-FFF2-40B4-BE49-F238E27FC236}">
                <a16:creationId xmlns:a16="http://schemas.microsoft.com/office/drawing/2014/main" id="{12D7C107-1DFE-F6F1-198A-E85400F246D1}"/>
              </a:ext>
            </a:extLst>
          </p:cNvPr>
          <p:cNvCxnSpPr>
            <a:cxnSpLocks/>
          </p:cNvCxnSpPr>
          <p:nvPr userDrawn="1"/>
        </p:nvCxnSpPr>
        <p:spPr>
          <a:xfrm>
            <a:off x="7512611" y="5902975"/>
            <a:ext cx="147853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F24D0AB-7DE2-51C4-A9E2-8CDB73F27A9E}"/>
              </a:ext>
            </a:extLst>
          </p:cNvPr>
          <p:cNvCxnSpPr>
            <a:cxnSpLocks/>
          </p:cNvCxnSpPr>
          <p:nvPr userDrawn="1"/>
        </p:nvCxnSpPr>
        <p:spPr>
          <a:xfrm>
            <a:off x="9613551" y="5902975"/>
            <a:ext cx="147853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D217CAC-7641-1DFD-8873-38B4FCDE4EF9}"/>
              </a:ext>
            </a:extLst>
          </p:cNvPr>
          <p:cNvCxnSpPr>
            <a:cxnSpLocks/>
          </p:cNvCxnSpPr>
          <p:nvPr userDrawn="1"/>
        </p:nvCxnSpPr>
        <p:spPr>
          <a:xfrm>
            <a:off x="838200" y="5912310"/>
            <a:ext cx="5966637" cy="0"/>
          </a:xfrm>
          <a:prstGeom prst="line">
            <a:avLst/>
          </a:prstGeom>
          <a:ln>
            <a:solidFill>
              <a:schemeClr val="bg1"/>
            </a:solidFill>
            <a:headEnd type="oval"/>
          </a:ln>
        </p:spPr>
        <p:style>
          <a:lnRef idx="1">
            <a:schemeClr val="accent1"/>
          </a:lnRef>
          <a:fillRef idx="0">
            <a:schemeClr val="accent1"/>
          </a:fillRef>
          <a:effectRef idx="0">
            <a:schemeClr val="accent1"/>
          </a:effectRef>
          <a:fontRef idx="minor">
            <a:schemeClr val="tx1"/>
          </a:fontRef>
        </p:style>
      </p:cxnSp>
      <p:sp>
        <p:nvSpPr>
          <p:cNvPr id="45" name="Content Placeholder 50">
            <a:extLst>
              <a:ext uri="{FF2B5EF4-FFF2-40B4-BE49-F238E27FC236}">
                <a16:creationId xmlns:a16="http://schemas.microsoft.com/office/drawing/2014/main" id="{6401874C-D0BB-FE11-AB98-365DDD746107}"/>
              </a:ext>
            </a:extLst>
          </p:cNvPr>
          <p:cNvSpPr>
            <a:spLocks noGrp="1"/>
          </p:cNvSpPr>
          <p:nvPr>
            <p:ph sz="quarter" idx="18" hasCustomPrompt="1"/>
          </p:nvPr>
        </p:nvSpPr>
        <p:spPr>
          <a:xfrm>
            <a:off x="5537454" y="2672034"/>
            <a:ext cx="699793" cy="699793"/>
          </a:xfrm>
          <a:prstGeom prst="rect">
            <a:avLst/>
          </a:prstGeom>
          <a:solidFill>
            <a:schemeClr val="bg2"/>
          </a:solidFill>
          <a:ln w="152400">
            <a:solidFill>
              <a:schemeClr val="accent1">
                <a:alpha val="97000"/>
              </a:schemeClr>
            </a:solid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400" b="0">
                <a:solidFill>
                  <a:schemeClr val="tx1"/>
                </a:solidFill>
                <a:latin typeface="Barlow" panose="00000500000000000000" pitchFamily="2" charset="0"/>
              </a:defRPr>
            </a:lvl1pPr>
          </a:lstStyle>
          <a:p>
            <a:pPr lvl="0"/>
            <a:r>
              <a:rPr lang="en-US"/>
              <a:t>Insert Icon Here</a:t>
            </a:r>
            <a:endParaRPr lang="en-IN"/>
          </a:p>
        </p:txBody>
      </p:sp>
      <p:sp>
        <p:nvSpPr>
          <p:cNvPr id="48" name="Text Placeholder 37">
            <a:extLst>
              <a:ext uri="{FF2B5EF4-FFF2-40B4-BE49-F238E27FC236}">
                <a16:creationId xmlns:a16="http://schemas.microsoft.com/office/drawing/2014/main" id="{BF32448F-3FF1-DF11-681A-1932161941E6}"/>
              </a:ext>
            </a:extLst>
          </p:cNvPr>
          <p:cNvSpPr>
            <a:spLocks noGrp="1"/>
          </p:cNvSpPr>
          <p:nvPr>
            <p:ph type="body" sz="quarter" idx="25" hasCustomPrompt="1"/>
          </p:nvPr>
        </p:nvSpPr>
        <p:spPr>
          <a:xfrm>
            <a:off x="5420980" y="3669469"/>
            <a:ext cx="1976667" cy="395417"/>
          </a:xfrm>
        </p:spPr>
        <p:txBody>
          <a:bodyPr>
            <a:normAutofit/>
          </a:bodyPr>
          <a:lstStyle>
            <a:lvl1pPr marL="0" indent="0" algn="l">
              <a:buNone/>
              <a:defRPr sz="1800" b="1">
                <a:solidFill>
                  <a:schemeClr val="tx2"/>
                </a:solidFill>
                <a:latin typeface="Barlow" panose="00000500000000000000" pitchFamily="2" charset="0"/>
              </a:defRPr>
            </a:lvl1pPr>
          </a:lstStyle>
          <a:p>
            <a:pPr lvl="0"/>
            <a:r>
              <a:rPr lang="en-US"/>
              <a:t>Click to add text</a:t>
            </a:r>
            <a:endParaRPr lang="en-IN"/>
          </a:p>
        </p:txBody>
      </p:sp>
      <p:sp>
        <p:nvSpPr>
          <p:cNvPr id="49" name="Text Placeholder 37">
            <a:extLst>
              <a:ext uri="{FF2B5EF4-FFF2-40B4-BE49-F238E27FC236}">
                <a16:creationId xmlns:a16="http://schemas.microsoft.com/office/drawing/2014/main" id="{E52D8271-DA3B-E79C-A6CA-212D42AB1CCC}"/>
              </a:ext>
            </a:extLst>
          </p:cNvPr>
          <p:cNvSpPr>
            <a:spLocks noGrp="1"/>
          </p:cNvSpPr>
          <p:nvPr>
            <p:ph type="body" sz="quarter" idx="26" hasCustomPrompt="1"/>
          </p:nvPr>
        </p:nvSpPr>
        <p:spPr>
          <a:xfrm>
            <a:off x="5420980" y="4165605"/>
            <a:ext cx="1976667" cy="1269879"/>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52" name="Text Placeholder 37">
            <a:extLst>
              <a:ext uri="{FF2B5EF4-FFF2-40B4-BE49-F238E27FC236}">
                <a16:creationId xmlns:a16="http://schemas.microsoft.com/office/drawing/2014/main" id="{55901CBF-64B5-52E5-AD7C-14473E943095}"/>
              </a:ext>
            </a:extLst>
          </p:cNvPr>
          <p:cNvSpPr>
            <a:spLocks noGrp="1"/>
          </p:cNvSpPr>
          <p:nvPr>
            <p:ph type="body" sz="quarter" idx="27" hasCustomPrompt="1"/>
          </p:nvPr>
        </p:nvSpPr>
        <p:spPr>
          <a:xfrm>
            <a:off x="7574433" y="2565109"/>
            <a:ext cx="1976667" cy="395417"/>
          </a:xfrm>
        </p:spPr>
        <p:txBody>
          <a:bodyPr>
            <a:normAutofit/>
          </a:bodyPr>
          <a:lstStyle>
            <a:lvl1pPr marL="0" indent="0" algn="l">
              <a:buNone/>
              <a:defRPr sz="1800" b="1">
                <a:solidFill>
                  <a:schemeClr val="tx2"/>
                </a:solidFill>
                <a:latin typeface="Barlow" panose="00000500000000000000" pitchFamily="2" charset="0"/>
              </a:defRPr>
            </a:lvl1pPr>
          </a:lstStyle>
          <a:p>
            <a:pPr lvl="0"/>
            <a:r>
              <a:rPr lang="en-US"/>
              <a:t>Click to add text</a:t>
            </a:r>
            <a:endParaRPr lang="en-IN"/>
          </a:p>
        </p:txBody>
      </p:sp>
      <p:sp>
        <p:nvSpPr>
          <p:cNvPr id="53" name="Text Placeholder 37">
            <a:extLst>
              <a:ext uri="{FF2B5EF4-FFF2-40B4-BE49-F238E27FC236}">
                <a16:creationId xmlns:a16="http://schemas.microsoft.com/office/drawing/2014/main" id="{4AE840D7-9B7B-65BB-146A-AE724E69D7B8}"/>
              </a:ext>
            </a:extLst>
          </p:cNvPr>
          <p:cNvSpPr>
            <a:spLocks noGrp="1"/>
          </p:cNvSpPr>
          <p:nvPr>
            <p:ph type="body" sz="quarter" idx="28" hasCustomPrompt="1"/>
          </p:nvPr>
        </p:nvSpPr>
        <p:spPr>
          <a:xfrm>
            <a:off x="7574433" y="3061245"/>
            <a:ext cx="1976667" cy="1269879"/>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56" name="Content Placeholder 50">
            <a:extLst>
              <a:ext uri="{FF2B5EF4-FFF2-40B4-BE49-F238E27FC236}">
                <a16:creationId xmlns:a16="http://schemas.microsoft.com/office/drawing/2014/main" id="{73794DBD-54A2-ECAE-AE27-C233255DE032}"/>
              </a:ext>
            </a:extLst>
          </p:cNvPr>
          <p:cNvSpPr>
            <a:spLocks noGrp="1"/>
          </p:cNvSpPr>
          <p:nvPr>
            <p:ph sz="quarter" idx="29" hasCustomPrompt="1"/>
          </p:nvPr>
        </p:nvSpPr>
        <p:spPr>
          <a:xfrm>
            <a:off x="7665276" y="1567058"/>
            <a:ext cx="699793" cy="699793"/>
          </a:xfrm>
          <a:prstGeom prst="rect">
            <a:avLst/>
          </a:prstGeom>
          <a:solidFill>
            <a:schemeClr val="bg2"/>
          </a:solidFill>
          <a:ln w="152400">
            <a:solidFill>
              <a:schemeClr val="accent1">
                <a:alpha val="97000"/>
              </a:schemeClr>
            </a:solid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400" b="0">
                <a:solidFill>
                  <a:schemeClr val="tx1"/>
                </a:solidFill>
                <a:latin typeface="Barlow" panose="00000500000000000000" pitchFamily="2" charset="0"/>
              </a:defRPr>
            </a:lvl1pPr>
          </a:lstStyle>
          <a:p>
            <a:pPr lvl="0"/>
            <a:r>
              <a:rPr lang="en-US"/>
              <a:t>Insert Icon Here</a:t>
            </a:r>
            <a:endParaRPr lang="en-IN"/>
          </a:p>
        </p:txBody>
      </p:sp>
      <p:sp>
        <p:nvSpPr>
          <p:cNvPr id="60" name="Text Placeholder 37">
            <a:extLst>
              <a:ext uri="{FF2B5EF4-FFF2-40B4-BE49-F238E27FC236}">
                <a16:creationId xmlns:a16="http://schemas.microsoft.com/office/drawing/2014/main" id="{D877437A-4641-C570-C7B2-C8ED893E36F2}"/>
              </a:ext>
            </a:extLst>
          </p:cNvPr>
          <p:cNvSpPr>
            <a:spLocks noGrp="1"/>
          </p:cNvSpPr>
          <p:nvPr>
            <p:ph type="body" sz="quarter" idx="30" hasCustomPrompt="1"/>
          </p:nvPr>
        </p:nvSpPr>
        <p:spPr>
          <a:xfrm>
            <a:off x="9695314" y="1674082"/>
            <a:ext cx="1976667" cy="395417"/>
          </a:xfrm>
        </p:spPr>
        <p:txBody>
          <a:bodyPr>
            <a:normAutofit/>
          </a:bodyPr>
          <a:lstStyle>
            <a:lvl1pPr marL="0" indent="0" algn="l">
              <a:buNone/>
              <a:defRPr sz="1800" b="1">
                <a:solidFill>
                  <a:schemeClr val="tx2"/>
                </a:solidFill>
                <a:latin typeface="Barlow" panose="00000500000000000000" pitchFamily="2" charset="0"/>
              </a:defRPr>
            </a:lvl1pPr>
          </a:lstStyle>
          <a:p>
            <a:pPr lvl="0"/>
            <a:r>
              <a:rPr lang="en-US"/>
              <a:t>Click to add text</a:t>
            </a:r>
            <a:endParaRPr lang="en-IN"/>
          </a:p>
        </p:txBody>
      </p:sp>
      <p:sp>
        <p:nvSpPr>
          <p:cNvPr id="61" name="Text Placeholder 37">
            <a:extLst>
              <a:ext uri="{FF2B5EF4-FFF2-40B4-BE49-F238E27FC236}">
                <a16:creationId xmlns:a16="http://schemas.microsoft.com/office/drawing/2014/main" id="{134811CE-D629-C0D8-A641-B27CF2CD2D41}"/>
              </a:ext>
            </a:extLst>
          </p:cNvPr>
          <p:cNvSpPr>
            <a:spLocks noGrp="1"/>
          </p:cNvSpPr>
          <p:nvPr>
            <p:ph type="body" sz="quarter" idx="31" hasCustomPrompt="1"/>
          </p:nvPr>
        </p:nvSpPr>
        <p:spPr>
          <a:xfrm>
            <a:off x="9695314" y="2170218"/>
            <a:ext cx="1976667" cy="1269879"/>
          </a:xfrm>
        </p:spPr>
        <p:txBody>
          <a:bodyPr>
            <a:normAutofit/>
          </a:bodyPr>
          <a:lstStyle>
            <a:lvl1pPr marL="0" indent="0" algn="l">
              <a:buNone/>
              <a:defRPr sz="1400" b="0">
                <a:solidFill>
                  <a:schemeClr val="tx1"/>
                </a:solidFill>
                <a:latin typeface="Open Sans" pitchFamily="2" charset="0"/>
                <a:ea typeface="Open Sans" pitchFamily="2" charset="0"/>
                <a:cs typeface="Open Sans" pitchFamily="2" charset="0"/>
              </a:defRPr>
            </a:lvl1pPr>
          </a:lstStyle>
          <a:p>
            <a:pPr lvl="0"/>
            <a:r>
              <a:rPr lang="en-US"/>
              <a:t>Click to add text</a:t>
            </a:r>
            <a:endParaRPr lang="en-IN"/>
          </a:p>
        </p:txBody>
      </p:sp>
      <p:sp>
        <p:nvSpPr>
          <p:cNvPr id="62" name="Content Placeholder 50">
            <a:extLst>
              <a:ext uri="{FF2B5EF4-FFF2-40B4-BE49-F238E27FC236}">
                <a16:creationId xmlns:a16="http://schemas.microsoft.com/office/drawing/2014/main" id="{90AACE40-7372-3373-1F03-08FBFB1B4BCA}"/>
              </a:ext>
            </a:extLst>
          </p:cNvPr>
          <p:cNvSpPr>
            <a:spLocks noGrp="1"/>
          </p:cNvSpPr>
          <p:nvPr>
            <p:ph sz="quarter" idx="32" hasCustomPrompt="1"/>
          </p:nvPr>
        </p:nvSpPr>
        <p:spPr>
          <a:xfrm>
            <a:off x="9786157" y="676031"/>
            <a:ext cx="699793" cy="699793"/>
          </a:xfrm>
          <a:prstGeom prst="rect">
            <a:avLst/>
          </a:prstGeom>
          <a:solidFill>
            <a:schemeClr val="bg2"/>
          </a:solidFill>
          <a:ln w="152400">
            <a:solidFill>
              <a:schemeClr val="accent1">
                <a:alpha val="97000"/>
              </a:schemeClr>
            </a:solidFill>
          </a:ln>
        </p:spPr>
        <p:style>
          <a:lnRef idx="2">
            <a:schemeClr val="dk1"/>
          </a:lnRef>
          <a:fillRef idx="1">
            <a:schemeClr val="lt1"/>
          </a:fillRef>
          <a:effectRef idx="0">
            <a:schemeClr val="dk1"/>
          </a:effectRef>
          <a:fontRef idx="minor">
            <a:schemeClr val="dk1"/>
          </a:fontRef>
        </p:style>
        <p:txBody>
          <a:bodyPr tIns="91440" bIns="91440" anchor="ctr">
            <a:noAutofit/>
          </a:bodyPr>
          <a:lstStyle>
            <a:lvl1pPr marL="0" indent="0" algn="ctr">
              <a:buNone/>
              <a:defRPr sz="1400" b="0">
                <a:solidFill>
                  <a:schemeClr val="tx1"/>
                </a:solidFill>
                <a:latin typeface="Barlow" panose="00000500000000000000" pitchFamily="2" charset="0"/>
              </a:defRPr>
            </a:lvl1pPr>
          </a:lstStyle>
          <a:p>
            <a:pPr lvl="0"/>
            <a:r>
              <a:rPr lang="en-US"/>
              <a:t>Insert Icon Here</a:t>
            </a:r>
            <a:endParaRPr lang="en-IN"/>
          </a:p>
        </p:txBody>
      </p:sp>
      <p:sp>
        <p:nvSpPr>
          <p:cNvPr id="64" name="Content Placeholder 50">
            <a:extLst>
              <a:ext uri="{FF2B5EF4-FFF2-40B4-BE49-F238E27FC236}">
                <a16:creationId xmlns:a16="http://schemas.microsoft.com/office/drawing/2014/main" id="{7DC66DA5-3ACA-999E-4921-F659ED592A2B}"/>
              </a:ext>
            </a:extLst>
          </p:cNvPr>
          <p:cNvSpPr>
            <a:spLocks noGrp="1"/>
          </p:cNvSpPr>
          <p:nvPr>
            <p:ph sz="quarter" idx="14" hasCustomPrompt="1"/>
          </p:nvPr>
        </p:nvSpPr>
        <p:spPr>
          <a:xfrm>
            <a:off x="6948837" y="5619584"/>
            <a:ext cx="561545" cy="561545"/>
          </a:xfrm>
          <a:prstGeom prst="rect">
            <a:avLst/>
          </a:prstGeom>
          <a:no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01</a:t>
            </a:r>
            <a:endParaRPr lang="en-IN"/>
          </a:p>
        </p:txBody>
      </p:sp>
      <p:sp>
        <p:nvSpPr>
          <p:cNvPr id="65" name="Content Placeholder 50">
            <a:extLst>
              <a:ext uri="{FF2B5EF4-FFF2-40B4-BE49-F238E27FC236}">
                <a16:creationId xmlns:a16="http://schemas.microsoft.com/office/drawing/2014/main" id="{CEEF41D1-EA90-1577-D84F-40E3AF1AFB23}"/>
              </a:ext>
            </a:extLst>
          </p:cNvPr>
          <p:cNvSpPr>
            <a:spLocks noGrp="1"/>
          </p:cNvSpPr>
          <p:nvPr>
            <p:ph sz="quarter" idx="33" hasCustomPrompt="1"/>
          </p:nvPr>
        </p:nvSpPr>
        <p:spPr>
          <a:xfrm>
            <a:off x="9060801" y="5619583"/>
            <a:ext cx="561545" cy="561545"/>
          </a:xfrm>
          <a:prstGeom prst="rect">
            <a:avLst/>
          </a:prstGeom>
          <a:no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02</a:t>
            </a:r>
            <a:endParaRPr lang="en-IN"/>
          </a:p>
        </p:txBody>
      </p:sp>
      <p:sp>
        <p:nvSpPr>
          <p:cNvPr id="66" name="Content Placeholder 50">
            <a:extLst>
              <a:ext uri="{FF2B5EF4-FFF2-40B4-BE49-F238E27FC236}">
                <a16:creationId xmlns:a16="http://schemas.microsoft.com/office/drawing/2014/main" id="{9AC9247D-8A6E-EB87-760F-21C9A45FBFBE}"/>
              </a:ext>
            </a:extLst>
          </p:cNvPr>
          <p:cNvSpPr>
            <a:spLocks noGrp="1"/>
          </p:cNvSpPr>
          <p:nvPr>
            <p:ph sz="quarter" idx="34" hasCustomPrompt="1"/>
          </p:nvPr>
        </p:nvSpPr>
        <p:spPr>
          <a:xfrm>
            <a:off x="11203585" y="5619583"/>
            <a:ext cx="561545" cy="561545"/>
          </a:xfrm>
          <a:prstGeom prst="rect">
            <a:avLst/>
          </a:prstGeom>
          <a:noFill/>
        </p:spPr>
        <p:txBody>
          <a:bodyPr tIns="91440" bIns="91440" anchor="ctr">
            <a:noAutofit/>
          </a:bodyPr>
          <a:lstStyle>
            <a:lvl1pPr marL="0" indent="0" algn="ctr">
              <a:buNone/>
              <a:defRPr sz="1800" b="1">
                <a:solidFill>
                  <a:schemeClr val="tx1"/>
                </a:solidFill>
                <a:latin typeface="Barlow" panose="00000500000000000000" pitchFamily="2" charset="0"/>
              </a:defRPr>
            </a:lvl1pPr>
          </a:lstStyle>
          <a:p>
            <a:pPr lvl="0"/>
            <a:r>
              <a:rPr lang="en-US"/>
              <a:t>03</a:t>
            </a:r>
            <a:endParaRPr lang="en-IN"/>
          </a:p>
        </p:txBody>
      </p:sp>
      <p:sp>
        <p:nvSpPr>
          <p:cNvPr id="12" name="Title 1">
            <a:extLst>
              <a:ext uri="{FF2B5EF4-FFF2-40B4-BE49-F238E27FC236}">
                <a16:creationId xmlns:a16="http://schemas.microsoft.com/office/drawing/2014/main" id="{88D90421-0A9C-5C72-6F50-D7AF37053932}"/>
              </a:ext>
            </a:extLst>
          </p:cNvPr>
          <p:cNvSpPr txBox="1">
            <a:spLocks/>
          </p:cNvSpPr>
          <p:nvPr userDrawn="1"/>
        </p:nvSpPr>
        <p:spPr>
          <a:xfrm>
            <a:off x="360000" y="308292"/>
            <a:ext cx="4151040" cy="984885"/>
          </a:xfrm>
          <a:prstGeom prst="rect">
            <a:avLst/>
          </a:prstGeom>
        </p:spPr>
        <p:txBody>
          <a:bodyPr vert="horz" wrap="square" lIns="0" tIns="0" rIns="0" bIns="0" rtlCol="0" anchor="t" anchorCtr="0">
            <a:spAutoFit/>
          </a:bodyPr>
          <a:lstStyle>
            <a:lvl1pPr algn="l" defTabSz="914400" rtl="0" eaLnBrk="1" latinLnBrk="0" hangingPunct="1">
              <a:lnSpc>
                <a:spcPct val="100000"/>
              </a:lnSpc>
              <a:spcBef>
                <a:spcPct val="0"/>
              </a:spcBef>
              <a:buNone/>
              <a:defRPr lang="en-US" sz="3200" b="1" kern="1200" dirty="0">
                <a:solidFill>
                  <a:schemeClr val="bg1"/>
                </a:solidFill>
                <a:latin typeface="Barlow Medium" panose="00000600000000000000" pitchFamily="2" charset="0"/>
                <a:ea typeface="+mj-ea"/>
                <a:cs typeface="+mj-cs"/>
              </a:defRPr>
            </a:lvl1pPr>
          </a:lstStyle>
          <a:p>
            <a:r>
              <a:rPr lang="en-US"/>
              <a:t>Click to edit Master title style</a:t>
            </a:r>
          </a:p>
        </p:txBody>
      </p:sp>
      <p:sp>
        <p:nvSpPr>
          <p:cNvPr id="13" name="Text Placeholder 2">
            <a:extLst>
              <a:ext uri="{FF2B5EF4-FFF2-40B4-BE49-F238E27FC236}">
                <a16:creationId xmlns:a16="http://schemas.microsoft.com/office/drawing/2014/main" id="{752BD333-7DFC-A0A7-2882-992ACA3647FE}"/>
              </a:ext>
            </a:extLst>
          </p:cNvPr>
          <p:cNvSpPr>
            <a:spLocks noGrp="1"/>
          </p:cNvSpPr>
          <p:nvPr>
            <p:ph idx="1"/>
          </p:nvPr>
        </p:nvSpPr>
        <p:spPr>
          <a:xfrm>
            <a:off x="360000" y="1687402"/>
            <a:ext cx="4262800" cy="3748082"/>
          </a:xfrm>
          <a:prstGeom prst="rect">
            <a:avLst/>
          </a:prstGeom>
        </p:spPr>
        <p:txBody>
          <a:bodyPr vert="horz" lIns="91440" tIns="45720" rIns="91440" bIns="45720" rtlCol="0">
            <a:norm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656319839"/>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Q&amp;A">
    <p:bg>
      <p:bgPr>
        <a:gradFill>
          <a:gsLst>
            <a:gs pos="100000">
              <a:schemeClr val="tx2"/>
            </a:gs>
            <a:gs pos="0">
              <a:schemeClr val="accent1"/>
            </a:gs>
          </a:gsLst>
          <a:lin ang="5400000" scaled="1"/>
        </a:gradFill>
        <a:effectLst/>
      </p:bgPr>
    </p:bg>
    <p:spTree>
      <p:nvGrpSpPr>
        <p:cNvPr id="1" name=""/>
        <p:cNvGrpSpPr/>
        <p:nvPr/>
      </p:nvGrpSpPr>
      <p:grpSpPr>
        <a:xfrm>
          <a:off x="0" y="0"/>
          <a:ext cx="0" cy="0"/>
          <a:chOff x="0" y="0"/>
          <a:chExt cx="0" cy="0"/>
        </a:xfrm>
      </p:grpSpPr>
      <p:sp>
        <p:nvSpPr>
          <p:cNvPr id="6" name="Isosceles Triangle 5">
            <a:extLst>
              <a:ext uri="{FF2B5EF4-FFF2-40B4-BE49-F238E27FC236}">
                <a16:creationId xmlns:a16="http://schemas.microsoft.com/office/drawing/2014/main" id="{9F13897D-CB02-42E4-8C7A-E57FDCBE5A51}"/>
              </a:ext>
            </a:extLst>
          </p:cNvPr>
          <p:cNvSpPr/>
          <p:nvPr userDrawn="1"/>
        </p:nvSpPr>
        <p:spPr>
          <a:xfrm rot="10800000">
            <a:off x="5321096" y="-1"/>
            <a:ext cx="4348468" cy="5021943"/>
          </a:xfrm>
          <a:prstGeom prst="triangle">
            <a:avLst/>
          </a:prstGeom>
          <a:gradFill>
            <a:gsLst>
              <a:gs pos="50000">
                <a:srgbClr val="F2672A"/>
              </a:gs>
              <a:gs pos="0">
                <a:srgbClr val="BF2026"/>
              </a:gs>
              <a:gs pos="100000">
                <a:srgbClr val="F68721">
                  <a:alpha val="87843"/>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7" name="Group 6">
            <a:extLst>
              <a:ext uri="{FF2B5EF4-FFF2-40B4-BE49-F238E27FC236}">
                <a16:creationId xmlns:a16="http://schemas.microsoft.com/office/drawing/2014/main" id="{FFCE9F3D-C63C-486E-9C4A-91A0E7EC50CC}"/>
              </a:ext>
            </a:extLst>
          </p:cNvPr>
          <p:cNvGrpSpPr/>
          <p:nvPr userDrawn="1"/>
        </p:nvGrpSpPr>
        <p:grpSpPr>
          <a:xfrm>
            <a:off x="715600" y="2098526"/>
            <a:ext cx="6096000" cy="1723549"/>
            <a:chOff x="715600" y="2205347"/>
            <a:chExt cx="6096000" cy="1723549"/>
          </a:xfrm>
        </p:grpSpPr>
        <p:sp>
          <p:nvSpPr>
            <p:cNvPr id="8" name="Title 6">
              <a:extLst>
                <a:ext uri="{FF2B5EF4-FFF2-40B4-BE49-F238E27FC236}">
                  <a16:creationId xmlns:a16="http://schemas.microsoft.com/office/drawing/2014/main" id="{C54BEAA6-F4B4-1D01-D8BC-B1ED788C09EC}"/>
                </a:ext>
              </a:extLst>
            </p:cNvPr>
            <p:cNvSpPr txBox="1">
              <a:spLocks/>
            </p:cNvSpPr>
            <p:nvPr/>
          </p:nvSpPr>
          <p:spPr>
            <a:xfrm>
              <a:off x="715600" y="2205347"/>
              <a:ext cx="6096000" cy="1354217"/>
            </a:xfrm>
            <a:prstGeom prst="rect">
              <a:avLst/>
            </a:prstGeom>
          </p:spPr>
          <p:txBody>
            <a:bodyPr vert="horz" wrap="square" lIns="0" tIns="0" rIns="0" bIns="0" rtlCol="0" anchor="t" anchorCtr="0">
              <a:spAutoFit/>
            </a:bodyPr>
            <a:lstStyle>
              <a:lvl1pPr algn="l" defTabSz="914400" rtl="0" eaLnBrk="1" latinLnBrk="0" hangingPunct="1">
                <a:lnSpc>
                  <a:spcPct val="100000"/>
                </a:lnSpc>
                <a:spcBef>
                  <a:spcPct val="0"/>
                </a:spcBef>
                <a:buNone/>
                <a:defRPr lang="en-US" sz="3200" b="1" kern="1200" dirty="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sz="8800" b="1" i="0" u="none" strike="noStrike" kern="1200" cap="none" spc="0" normalizeH="0" baseline="0" noProof="0">
                  <a:ln>
                    <a:noFill/>
                  </a:ln>
                  <a:solidFill>
                    <a:srgbClr val="FFFFFF"/>
                  </a:solidFill>
                  <a:effectLst/>
                  <a:uLnTx/>
                  <a:uFillTx/>
                  <a:latin typeface="Barlow" panose="00000500000000000000" pitchFamily="2" charset="0"/>
                  <a:ea typeface="+mj-ea"/>
                  <a:cs typeface="+mj-cs"/>
                </a:rPr>
                <a:t>Q &amp; A</a:t>
              </a:r>
            </a:p>
          </p:txBody>
        </p:sp>
        <p:sp>
          <p:nvSpPr>
            <p:cNvPr id="9" name="TextBox 8">
              <a:extLst>
                <a:ext uri="{FF2B5EF4-FFF2-40B4-BE49-F238E27FC236}">
                  <a16:creationId xmlns:a16="http://schemas.microsoft.com/office/drawing/2014/main" id="{896FA2EB-FBF9-B701-1260-FDC84917C3E2}"/>
                </a:ext>
              </a:extLst>
            </p:cNvPr>
            <p:cNvSpPr txBox="1"/>
            <p:nvPr/>
          </p:nvSpPr>
          <p:spPr>
            <a:xfrm>
              <a:off x="715600" y="3559564"/>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Barlow-Regular" panose="02040502050405020303"/>
                  <a:ea typeface="+mn-ea"/>
                  <a:cs typeface="+mn-cs"/>
                </a:rPr>
                <a:t>If you have questions, ASK</a:t>
              </a:r>
            </a:p>
          </p:txBody>
        </p:sp>
      </p:grpSp>
      <p:grpSp>
        <p:nvGrpSpPr>
          <p:cNvPr id="10" name="Group 9">
            <a:extLst>
              <a:ext uri="{FF2B5EF4-FFF2-40B4-BE49-F238E27FC236}">
                <a16:creationId xmlns:a16="http://schemas.microsoft.com/office/drawing/2014/main" id="{73617A44-CCCA-8FB2-D29A-5965B9086BFA}"/>
              </a:ext>
            </a:extLst>
          </p:cNvPr>
          <p:cNvGrpSpPr/>
          <p:nvPr userDrawn="1"/>
        </p:nvGrpSpPr>
        <p:grpSpPr>
          <a:xfrm>
            <a:off x="647700" y="5924400"/>
            <a:ext cx="1951864" cy="324000"/>
            <a:chOff x="3753875" y="6160946"/>
            <a:chExt cx="1951864" cy="324000"/>
          </a:xfrm>
        </p:grpSpPr>
        <p:pic>
          <p:nvPicPr>
            <p:cNvPr id="11" name="Graphic 10">
              <a:hlinkClick r:id="rId2"/>
              <a:extLst>
                <a:ext uri="{FF2B5EF4-FFF2-40B4-BE49-F238E27FC236}">
                  <a16:creationId xmlns:a16="http://schemas.microsoft.com/office/drawing/2014/main" id="{754359D8-02F2-EF82-4FC1-C373B76B461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92408" y="6176371"/>
              <a:ext cx="270000" cy="270000"/>
            </a:xfrm>
            <a:prstGeom prst="rect">
              <a:avLst/>
            </a:prstGeom>
          </p:spPr>
        </p:pic>
        <p:pic>
          <p:nvPicPr>
            <p:cNvPr id="12" name="Graphic 11">
              <a:hlinkClick r:id="rId5"/>
              <a:extLst>
                <a:ext uri="{FF2B5EF4-FFF2-40B4-BE49-F238E27FC236}">
                  <a16:creationId xmlns:a16="http://schemas.microsoft.com/office/drawing/2014/main" id="{2406B096-DD70-F68B-4334-B4FFE26E415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769474" y="6160946"/>
              <a:ext cx="259200" cy="324000"/>
            </a:xfrm>
            <a:prstGeom prst="rect">
              <a:avLst/>
            </a:prstGeom>
          </p:spPr>
        </p:pic>
        <p:pic>
          <p:nvPicPr>
            <p:cNvPr id="13" name="Graphic 12">
              <a:hlinkClick r:id="rId8"/>
              <a:extLst>
                <a:ext uri="{FF2B5EF4-FFF2-40B4-BE49-F238E27FC236}">
                  <a16:creationId xmlns:a16="http://schemas.microsoft.com/office/drawing/2014/main" id="{4C2B0EDD-51A6-637A-E192-68E5D5B0C25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097207" y="6176371"/>
              <a:ext cx="270000" cy="270000"/>
            </a:xfrm>
            <a:prstGeom prst="rect">
              <a:avLst/>
            </a:prstGeom>
          </p:spPr>
        </p:pic>
        <p:pic>
          <p:nvPicPr>
            <p:cNvPr id="14" name="Graphic 13">
              <a:hlinkClick r:id="rId11"/>
              <a:extLst>
                <a:ext uri="{FF2B5EF4-FFF2-40B4-BE49-F238E27FC236}">
                  <a16:creationId xmlns:a16="http://schemas.microsoft.com/office/drawing/2014/main" id="{08706D00-386F-389A-F5E4-49542B440AF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430941" y="6176371"/>
              <a:ext cx="270000" cy="270000"/>
            </a:xfrm>
            <a:prstGeom prst="rect">
              <a:avLst/>
            </a:prstGeom>
          </p:spPr>
        </p:pic>
        <p:pic>
          <p:nvPicPr>
            <p:cNvPr id="15" name="Graphic 14">
              <a:hlinkClick r:id="rId14"/>
              <a:extLst>
                <a:ext uri="{FF2B5EF4-FFF2-40B4-BE49-F238E27FC236}">
                  <a16:creationId xmlns:a16="http://schemas.microsoft.com/office/drawing/2014/main" id="{757AA99A-2E38-19EC-84C7-62938562C342}"/>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753875" y="6187946"/>
              <a:ext cx="270000" cy="270000"/>
            </a:xfrm>
            <a:prstGeom prst="rect">
              <a:avLst/>
            </a:prstGeom>
          </p:spPr>
        </p:pic>
        <p:pic>
          <p:nvPicPr>
            <p:cNvPr id="16" name="Graphic 15" descr="World">
              <a:hlinkClick r:id="rId17"/>
              <a:extLst>
                <a:ext uri="{FF2B5EF4-FFF2-40B4-BE49-F238E27FC236}">
                  <a16:creationId xmlns:a16="http://schemas.microsoft.com/office/drawing/2014/main" id="{22CE2BE9-F480-8C1F-1B98-540D31DB41B9}"/>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5435739" y="6176371"/>
              <a:ext cx="270000" cy="270000"/>
            </a:xfrm>
            <a:prstGeom prst="rect">
              <a:avLst/>
            </a:prstGeom>
          </p:spPr>
        </p:pic>
      </p:grpSp>
      <p:sp>
        <p:nvSpPr>
          <p:cNvPr id="17" name="Rectangle 54">
            <a:extLst>
              <a:ext uri="{FF2B5EF4-FFF2-40B4-BE49-F238E27FC236}">
                <a16:creationId xmlns:a16="http://schemas.microsoft.com/office/drawing/2014/main" id="{609BD27C-B5BA-2F61-5D70-32BE135FB164}"/>
              </a:ext>
            </a:extLst>
          </p:cNvPr>
          <p:cNvSpPr/>
          <p:nvPr userDrawn="1"/>
        </p:nvSpPr>
        <p:spPr>
          <a:xfrm>
            <a:off x="4635500" y="-25400"/>
            <a:ext cx="7564100" cy="6883400"/>
          </a:xfrm>
          <a:custGeom>
            <a:avLst/>
            <a:gdLst>
              <a:gd name="connsiteX0" fmla="*/ 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0 w 7564100"/>
              <a:gd name="connsiteY4" fmla="*/ 0 h 6858000"/>
              <a:gd name="connsiteX0" fmla="*/ 403860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4038600 w 7564100"/>
              <a:gd name="connsiteY4" fmla="*/ 0 h 6858000"/>
              <a:gd name="connsiteX0" fmla="*/ 4622800 w 7564100"/>
              <a:gd name="connsiteY0" fmla="*/ 0 h 6883400"/>
              <a:gd name="connsiteX1" fmla="*/ 7564100 w 7564100"/>
              <a:gd name="connsiteY1" fmla="*/ 25400 h 6883400"/>
              <a:gd name="connsiteX2" fmla="*/ 7564100 w 7564100"/>
              <a:gd name="connsiteY2" fmla="*/ 6883400 h 6883400"/>
              <a:gd name="connsiteX3" fmla="*/ 0 w 7564100"/>
              <a:gd name="connsiteY3" fmla="*/ 6883400 h 6883400"/>
              <a:gd name="connsiteX4" fmla="*/ 4622800 w 7564100"/>
              <a:gd name="connsiteY4" fmla="*/ 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4100" h="6883400">
                <a:moveTo>
                  <a:pt x="4622800" y="0"/>
                </a:moveTo>
                <a:lnTo>
                  <a:pt x="7564100" y="25400"/>
                </a:lnTo>
                <a:lnTo>
                  <a:pt x="7564100" y="6883400"/>
                </a:lnTo>
                <a:lnTo>
                  <a:pt x="0" y="6883400"/>
                </a:lnTo>
                <a:lnTo>
                  <a:pt x="4622800" y="0"/>
                </a:lnTo>
                <a:close/>
              </a:path>
            </a:pathLst>
          </a:custGeom>
          <a:solidFill>
            <a:srgbClr val="BF2026">
              <a:alpha val="1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Barlow-Regular" panose="02040502050405020303"/>
              <a:ea typeface="+mn-ea"/>
              <a:cs typeface="+mn-cs"/>
            </a:endParaRPr>
          </a:p>
        </p:txBody>
      </p:sp>
      <p:sp>
        <p:nvSpPr>
          <p:cNvPr id="20" name="Picture Placeholder 18">
            <a:extLst>
              <a:ext uri="{FF2B5EF4-FFF2-40B4-BE49-F238E27FC236}">
                <a16:creationId xmlns:a16="http://schemas.microsoft.com/office/drawing/2014/main" id="{43E614FD-9123-9C07-C410-136079D900E3}"/>
              </a:ext>
            </a:extLst>
          </p:cNvPr>
          <p:cNvSpPr>
            <a:spLocks noGrp="1"/>
          </p:cNvSpPr>
          <p:nvPr>
            <p:ph type="pic" sz="quarter" idx="13"/>
          </p:nvPr>
        </p:nvSpPr>
        <p:spPr>
          <a:xfrm>
            <a:off x="5168900" y="341313"/>
            <a:ext cx="4694238" cy="6516687"/>
          </a:xfrm>
        </p:spPr>
        <p:txBody>
          <a:bodyPr/>
          <a:lstStyle/>
          <a:p>
            <a:endParaRPr lang="en-IN"/>
          </a:p>
        </p:txBody>
      </p:sp>
    </p:spTree>
    <p:extLst>
      <p:ext uri="{BB962C8B-B14F-4D97-AF65-F5344CB8AC3E}">
        <p14:creationId xmlns:p14="http://schemas.microsoft.com/office/powerpoint/2010/main" val="3975537491"/>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Thank you">
    <p:bg>
      <p:bgPr>
        <a:gradFill>
          <a:gsLst>
            <a:gs pos="100000">
              <a:schemeClr val="tx2"/>
            </a:gs>
            <a:gs pos="0">
              <a:schemeClr val="accent1"/>
            </a:gs>
          </a:gsLst>
          <a:lin ang="5400000" scaled="1"/>
        </a:grad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E3414B06-2902-C6C4-27ED-C7D2ED8D2D68}"/>
              </a:ext>
            </a:extLst>
          </p:cNvPr>
          <p:cNvGrpSpPr/>
          <p:nvPr userDrawn="1"/>
        </p:nvGrpSpPr>
        <p:grpSpPr>
          <a:xfrm>
            <a:off x="715600" y="2098526"/>
            <a:ext cx="6096000" cy="1723549"/>
            <a:chOff x="715600" y="2205347"/>
            <a:chExt cx="6096000" cy="1723549"/>
          </a:xfrm>
        </p:grpSpPr>
        <p:sp>
          <p:nvSpPr>
            <p:cNvPr id="20" name="Title 6">
              <a:extLst>
                <a:ext uri="{FF2B5EF4-FFF2-40B4-BE49-F238E27FC236}">
                  <a16:creationId xmlns:a16="http://schemas.microsoft.com/office/drawing/2014/main" id="{5060C4BB-F509-1381-1879-F83E496B6CC8}"/>
                </a:ext>
              </a:extLst>
            </p:cNvPr>
            <p:cNvSpPr txBox="1">
              <a:spLocks/>
            </p:cNvSpPr>
            <p:nvPr/>
          </p:nvSpPr>
          <p:spPr>
            <a:xfrm>
              <a:off x="715600" y="2205347"/>
              <a:ext cx="6096000" cy="1354217"/>
            </a:xfrm>
            <a:prstGeom prst="rect">
              <a:avLst/>
            </a:prstGeom>
          </p:spPr>
          <p:txBody>
            <a:bodyPr vert="horz" wrap="square" lIns="0" tIns="0" rIns="0" bIns="0" rtlCol="0" anchor="t" anchorCtr="0">
              <a:spAutoFit/>
            </a:bodyPr>
            <a:lstStyle>
              <a:lvl1pPr algn="l" defTabSz="914400" rtl="0" eaLnBrk="1" latinLnBrk="0" hangingPunct="1">
                <a:lnSpc>
                  <a:spcPct val="100000"/>
                </a:lnSpc>
                <a:spcBef>
                  <a:spcPct val="0"/>
                </a:spcBef>
                <a:buNone/>
                <a:defRPr lang="en-US" sz="3200" b="1" kern="1200" dirty="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sz="8800" b="1" i="0" u="none" strike="noStrike" kern="1200" cap="none" spc="0" normalizeH="0" baseline="0" noProof="0">
                  <a:ln>
                    <a:noFill/>
                  </a:ln>
                  <a:solidFill>
                    <a:srgbClr val="FFFFFF"/>
                  </a:solidFill>
                  <a:effectLst/>
                  <a:uLnTx/>
                  <a:uFillTx/>
                  <a:latin typeface="Barlow" panose="00000500000000000000" pitchFamily="2" charset="0"/>
                  <a:ea typeface="+mj-ea"/>
                  <a:cs typeface="+mj-cs"/>
                </a:rPr>
                <a:t>THANK YOU</a:t>
              </a:r>
            </a:p>
          </p:txBody>
        </p:sp>
        <p:sp>
          <p:nvSpPr>
            <p:cNvPr id="21" name="TextBox 20">
              <a:extLst>
                <a:ext uri="{FF2B5EF4-FFF2-40B4-BE49-F238E27FC236}">
                  <a16:creationId xmlns:a16="http://schemas.microsoft.com/office/drawing/2014/main" id="{594C4F9F-11EE-186B-0849-69F1A37BF8FC}"/>
                </a:ext>
              </a:extLst>
            </p:cNvPr>
            <p:cNvSpPr txBox="1"/>
            <p:nvPr/>
          </p:nvSpPr>
          <p:spPr>
            <a:xfrm>
              <a:off x="715600" y="3559564"/>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Barlow-Regular" panose="02040502050405020303"/>
                  <a:ea typeface="+mn-ea"/>
                  <a:cs typeface="+mn-cs"/>
                </a:rPr>
                <a:t>If you have questions, ASK</a:t>
              </a:r>
            </a:p>
          </p:txBody>
        </p:sp>
      </p:grpSp>
      <p:grpSp>
        <p:nvGrpSpPr>
          <p:cNvPr id="22" name="Group 21">
            <a:extLst>
              <a:ext uri="{FF2B5EF4-FFF2-40B4-BE49-F238E27FC236}">
                <a16:creationId xmlns:a16="http://schemas.microsoft.com/office/drawing/2014/main" id="{750F6642-9E53-4754-8489-933A5EFC6598}"/>
              </a:ext>
            </a:extLst>
          </p:cNvPr>
          <p:cNvGrpSpPr/>
          <p:nvPr userDrawn="1"/>
        </p:nvGrpSpPr>
        <p:grpSpPr>
          <a:xfrm>
            <a:off x="647700" y="5924400"/>
            <a:ext cx="1951864" cy="324000"/>
            <a:chOff x="3753875" y="6160946"/>
            <a:chExt cx="1951864" cy="324000"/>
          </a:xfrm>
        </p:grpSpPr>
        <p:pic>
          <p:nvPicPr>
            <p:cNvPr id="23" name="Graphic 22">
              <a:hlinkClick r:id="rId2"/>
              <a:extLst>
                <a:ext uri="{FF2B5EF4-FFF2-40B4-BE49-F238E27FC236}">
                  <a16:creationId xmlns:a16="http://schemas.microsoft.com/office/drawing/2014/main" id="{792BEEF0-0561-BF6B-8DD8-C816C123AB7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92408" y="6176371"/>
              <a:ext cx="270000" cy="270000"/>
            </a:xfrm>
            <a:prstGeom prst="rect">
              <a:avLst/>
            </a:prstGeom>
          </p:spPr>
        </p:pic>
        <p:pic>
          <p:nvPicPr>
            <p:cNvPr id="24" name="Graphic 23">
              <a:hlinkClick r:id="rId5"/>
              <a:extLst>
                <a:ext uri="{FF2B5EF4-FFF2-40B4-BE49-F238E27FC236}">
                  <a16:creationId xmlns:a16="http://schemas.microsoft.com/office/drawing/2014/main" id="{0B8BE0DB-C28D-F5E8-6D78-F4DB1BC3ACB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769474" y="6160946"/>
              <a:ext cx="259200" cy="324000"/>
            </a:xfrm>
            <a:prstGeom prst="rect">
              <a:avLst/>
            </a:prstGeom>
          </p:spPr>
        </p:pic>
        <p:pic>
          <p:nvPicPr>
            <p:cNvPr id="25" name="Graphic 24">
              <a:hlinkClick r:id="rId8"/>
              <a:extLst>
                <a:ext uri="{FF2B5EF4-FFF2-40B4-BE49-F238E27FC236}">
                  <a16:creationId xmlns:a16="http://schemas.microsoft.com/office/drawing/2014/main" id="{24BD766E-3D37-15A9-41C8-36C361D6ADF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097207" y="6176371"/>
              <a:ext cx="270000" cy="270000"/>
            </a:xfrm>
            <a:prstGeom prst="rect">
              <a:avLst/>
            </a:prstGeom>
          </p:spPr>
        </p:pic>
        <p:pic>
          <p:nvPicPr>
            <p:cNvPr id="26" name="Graphic 25">
              <a:hlinkClick r:id="rId11"/>
              <a:extLst>
                <a:ext uri="{FF2B5EF4-FFF2-40B4-BE49-F238E27FC236}">
                  <a16:creationId xmlns:a16="http://schemas.microsoft.com/office/drawing/2014/main" id="{AD19B185-E81C-F27A-4335-8B580C9055D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430941" y="6176371"/>
              <a:ext cx="270000" cy="270000"/>
            </a:xfrm>
            <a:prstGeom prst="rect">
              <a:avLst/>
            </a:prstGeom>
          </p:spPr>
        </p:pic>
        <p:pic>
          <p:nvPicPr>
            <p:cNvPr id="27" name="Graphic 26">
              <a:hlinkClick r:id="rId14"/>
              <a:extLst>
                <a:ext uri="{FF2B5EF4-FFF2-40B4-BE49-F238E27FC236}">
                  <a16:creationId xmlns:a16="http://schemas.microsoft.com/office/drawing/2014/main" id="{608A0BE7-DC6D-07A6-5C16-B74E2EF30FC5}"/>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753875" y="6187946"/>
              <a:ext cx="270000" cy="270000"/>
            </a:xfrm>
            <a:prstGeom prst="rect">
              <a:avLst/>
            </a:prstGeom>
          </p:spPr>
        </p:pic>
        <p:pic>
          <p:nvPicPr>
            <p:cNvPr id="28" name="Graphic 27" descr="World">
              <a:hlinkClick r:id="rId17"/>
              <a:extLst>
                <a:ext uri="{FF2B5EF4-FFF2-40B4-BE49-F238E27FC236}">
                  <a16:creationId xmlns:a16="http://schemas.microsoft.com/office/drawing/2014/main" id="{DA966628-6D15-1281-E4CD-EE3B3A1C6F16}"/>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5435739" y="6176371"/>
              <a:ext cx="270000" cy="270000"/>
            </a:xfrm>
            <a:prstGeom prst="rect">
              <a:avLst/>
            </a:prstGeom>
          </p:spPr>
        </p:pic>
      </p:grpSp>
      <p:sp>
        <p:nvSpPr>
          <p:cNvPr id="8" name="Picture Placeholder 5">
            <a:extLst>
              <a:ext uri="{FF2B5EF4-FFF2-40B4-BE49-F238E27FC236}">
                <a16:creationId xmlns:a16="http://schemas.microsoft.com/office/drawing/2014/main" id="{43B2BBA2-040A-7FA0-46B7-BF93B39AFE2A}"/>
              </a:ext>
            </a:extLst>
          </p:cNvPr>
          <p:cNvSpPr>
            <a:spLocks noGrp="1"/>
          </p:cNvSpPr>
          <p:nvPr>
            <p:ph type="pic" sz="quarter" idx="13"/>
          </p:nvPr>
        </p:nvSpPr>
        <p:spPr>
          <a:xfrm>
            <a:off x="4627563" y="0"/>
            <a:ext cx="7564437" cy="6858000"/>
          </a:xfrm>
        </p:spPr>
        <p:txBody>
          <a:bodyPr/>
          <a:lstStyle/>
          <a:p>
            <a:endParaRPr lang="en-IN"/>
          </a:p>
        </p:txBody>
      </p:sp>
      <p:sp>
        <p:nvSpPr>
          <p:cNvPr id="9" name="Rectangle 11">
            <a:extLst>
              <a:ext uri="{FF2B5EF4-FFF2-40B4-BE49-F238E27FC236}">
                <a16:creationId xmlns:a16="http://schemas.microsoft.com/office/drawing/2014/main" id="{43E4A184-E6FD-826E-B28D-B80375A3DBD6}"/>
              </a:ext>
            </a:extLst>
          </p:cNvPr>
          <p:cNvSpPr/>
          <p:nvPr userDrawn="1"/>
        </p:nvSpPr>
        <p:spPr>
          <a:xfrm>
            <a:off x="4627900" y="0"/>
            <a:ext cx="9519438" cy="6858000"/>
          </a:xfrm>
          <a:custGeom>
            <a:avLst/>
            <a:gdLst>
              <a:gd name="connsiteX0" fmla="*/ 0 w 9519438"/>
              <a:gd name="connsiteY0" fmla="*/ 0 h 6858000"/>
              <a:gd name="connsiteX1" fmla="*/ 9519438 w 9519438"/>
              <a:gd name="connsiteY1" fmla="*/ 0 h 6858000"/>
              <a:gd name="connsiteX2" fmla="*/ 9519438 w 9519438"/>
              <a:gd name="connsiteY2" fmla="*/ 6858000 h 6858000"/>
              <a:gd name="connsiteX3" fmla="*/ 0 w 9519438"/>
              <a:gd name="connsiteY3" fmla="*/ 6858000 h 6858000"/>
              <a:gd name="connsiteX4" fmla="*/ 0 w 9519438"/>
              <a:gd name="connsiteY4" fmla="*/ 0 h 6858000"/>
              <a:gd name="connsiteX0" fmla="*/ 5543550 w 9519438"/>
              <a:gd name="connsiteY0" fmla="*/ 38100 h 6858000"/>
              <a:gd name="connsiteX1" fmla="*/ 9519438 w 9519438"/>
              <a:gd name="connsiteY1" fmla="*/ 0 h 6858000"/>
              <a:gd name="connsiteX2" fmla="*/ 9519438 w 9519438"/>
              <a:gd name="connsiteY2" fmla="*/ 6858000 h 6858000"/>
              <a:gd name="connsiteX3" fmla="*/ 0 w 9519438"/>
              <a:gd name="connsiteY3" fmla="*/ 6858000 h 6858000"/>
              <a:gd name="connsiteX4" fmla="*/ 5543550 w 9519438"/>
              <a:gd name="connsiteY4" fmla="*/ 38100 h 6858000"/>
              <a:gd name="connsiteX0" fmla="*/ 4572000 w 9519438"/>
              <a:gd name="connsiteY0" fmla="*/ 0 h 6858000"/>
              <a:gd name="connsiteX1" fmla="*/ 9519438 w 9519438"/>
              <a:gd name="connsiteY1" fmla="*/ 0 h 6858000"/>
              <a:gd name="connsiteX2" fmla="*/ 9519438 w 9519438"/>
              <a:gd name="connsiteY2" fmla="*/ 6858000 h 6858000"/>
              <a:gd name="connsiteX3" fmla="*/ 0 w 9519438"/>
              <a:gd name="connsiteY3" fmla="*/ 6858000 h 6858000"/>
              <a:gd name="connsiteX4" fmla="*/ 4572000 w 951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19438" h="6858000">
                <a:moveTo>
                  <a:pt x="4572000" y="0"/>
                </a:moveTo>
                <a:lnTo>
                  <a:pt x="9519438" y="0"/>
                </a:lnTo>
                <a:lnTo>
                  <a:pt x="9519438" y="6858000"/>
                </a:lnTo>
                <a:lnTo>
                  <a:pt x="0" y="6858000"/>
                </a:lnTo>
                <a:lnTo>
                  <a:pt x="4572000" y="0"/>
                </a:lnTo>
                <a:close/>
              </a:path>
            </a:pathLst>
          </a:custGeom>
          <a:solidFill>
            <a:srgbClr val="FCE1D4">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Barlow "/>
              <a:ea typeface="+mn-ea"/>
              <a:cs typeface="+mn-cs"/>
            </a:endParaRPr>
          </a:p>
        </p:txBody>
      </p:sp>
    </p:spTree>
    <p:extLst>
      <p:ext uri="{BB962C8B-B14F-4D97-AF65-F5344CB8AC3E}">
        <p14:creationId xmlns:p14="http://schemas.microsoft.com/office/powerpoint/2010/main" val="895240972"/>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userDrawn="1">
  <p:cSld name="5_Image + Conten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7AE8C84-3C26-4742-1E75-3369D8085788}"/>
              </a:ext>
            </a:extLst>
          </p:cNvPr>
          <p:cNvSpPr>
            <a:spLocks noGrp="1"/>
          </p:cNvSpPr>
          <p:nvPr>
            <p:ph type="pic" sz="quarter" idx="10"/>
          </p:nvPr>
        </p:nvSpPr>
        <p:spPr>
          <a:xfrm>
            <a:off x="4469157" y="-1"/>
            <a:ext cx="7114233" cy="6868049"/>
          </a:xfrm>
          <a:custGeom>
            <a:avLst/>
            <a:gdLst>
              <a:gd name="connsiteX0" fmla="*/ 0 w 5858189"/>
              <a:gd name="connsiteY0" fmla="*/ 6858000 h 6858000"/>
              <a:gd name="connsiteX1" fmla="*/ 1464547 w 5858189"/>
              <a:gd name="connsiteY1" fmla="*/ 0 h 6858000"/>
              <a:gd name="connsiteX2" fmla="*/ 5858189 w 5858189"/>
              <a:gd name="connsiteY2" fmla="*/ 0 h 6858000"/>
              <a:gd name="connsiteX3" fmla="*/ 4393642 w 5858189"/>
              <a:gd name="connsiteY3" fmla="*/ 6858000 h 6858000"/>
              <a:gd name="connsiteX4" fmla="*/ 0 w 5858189"/>
              <a:gd name="connsiteY4" fmla="*/ 6858000 h 6858000"/>
              <a:gd name="connsiteX0" fmla="*/ 0 w 5858189"/>
              <a:gd name="connsiteY0" fmla="*/ 6858000 h 6858000"/>
              <a:gd name="connsiteX1" fmla="*/ 1786094 w 5858189"/>
              <a:gd name="connsiteY1" fmla="*/ 20097 h 6858000"/>
              <a:gd name="connsiteX2" fmla="*/ 5858189 w 5858189"/>
              <a:gd name="connsiteY2" fmla="*/ 0 h 6858000"/>
              <a:gd name="connsiteX3" fmla="*/ 4393642 w 5858189"/>
              <a:gd name="connsiteY3" fmla="*/ 6858000 h 6858000"/>
              <a:gd name="connsiteX4" fmla="*/ 0 w 5858189"/>
              <a:gd name="connsiteY4" fmla="*/ 6858000 h 6858000"/>
              <a:gd name="connsiteX0" fmla="*/ 0 w 6320414"/>
              <a:gd name="connsiteY0" fmla="*/ 6878097 h 6878097"/>
              <a:gd name="connsiteX1" fmla="*/ 2248319 w 6320414"/>
              <a:gd name="connsiteY1" fmla="*/ 20097 h 6878097"/>
              <a:gd name="connsiteX2" fmla="*/ 6320414 w 6320414"/>
              <a:gd name="connsiteY2" fmla="*/ 0 h 6878097"/>
              <a:gd name="connsiteX3" fmla="*/ 4855867 w 6320414"/>
              <a:gd name="connsiteY3" fmla="*/ 6858000 h 6878097"/>
              <a:gd name="connsiteX4" fmla="*/ 0 w 6320414"/>
              <a:gd name="connsiteY4" fmla="*/ 6878097 h 6878097"/>
              <a:gd name="connsiteX0" fmla="*/ 0 w 6320414"/>
              <a:gd name="connsiteY0" fmla="*/ 6878097 h 6878097"/>
              <a:gd name="connsiteX1" fmla="*/ 2248319 w 6320414"/>
              <a:gd name="connsiteY1" fmla="*/ 20097 h 6878097"/>
              <a:gd name="connsiteX2" fmla="*/ 6320414 w 6320414"/>
              <a:gd name="connsiteY2" fmla="*/ 0 h 6878097"/>
              <a:gd name="connsiteX3" fmla="*/ 4886012 w 6320414"/>
              <a:gd name="connsiteY3" fmla="*/ 6868048 h 6878097"/>
              <a:gd name="connsiteX4" fmla="*/ 0 w 6320414"/>
              <a:gd name="connsiteY4" fmla="*/ 6878097 h 6878097"/>
              <a:gd name="connsiteX0" fmla="*/ 0 w 7114233"/>
              <a:gd name="connsiteY0" fmla="*/ 6868049 h 6868049"/>
              <a:gd name="connsiteX1" fmla="*/ 2248319 w 7114233"/>
              <a:gd name="connsiteY1" fmla="*/ 10049 h 6868049"/>
              <a:gd name="connsiteX2" fmla="*/ 7114233 w 7114233"/>
              <a:gd name="connsiteY2" fmla="*/ 0 h 6868049"/>
              <a:gd name="connsiteX3" fmla="*/ 4886012 w 7114233"/>
              <a:gd name="connsiteY3" fmla="*/ 6858000 h 6868049"/>
              <a:gd name="connsiteX4" fmla="*/ 0 w 7114233"/>
              <a:gd name="connsiteY4" fmla="*/ 6868049 h 6868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4233" h="6868049">
                <a:moveTo>
                  <a:pt x="0" y="6868049"/>
                </a:moveTo>
                <a:lnTo>
                  <a:pt x="2248319" y="10049"/>
                </a:lnTo>
                <a:lnTo>
                  <a:pt x="7114233" y="0"/>
                </a:lnTo>
                <a:lnTo>
                  <a:pt x="4886012" y="6858000"/>
                </a:lnTo>
                <a:lnTo>
                  <a:pt x="0" y="6868049"/>
                </a:lnTo>
                <a:close/>
              </a:path>
            </a:pathLst>
          </a:custGeom>
        </p:spPr>
        <p:txBody>
          <a:bodyPr/>
          <a:lstStyle/>
          <a:p>
            <a:endParaRPr lang="en-IN"/>
          </a:p>
        </p:txBody>
      </p:sp>
      <p:sp>
        <p:nvSpPr>
          <p:cNvPr id="4" name="Subtitle 2">
            <a:extLst>
              <a:ext uri="{FF2B5EF4-FFF2-40B4-BE49-F238E27FC236}">
                <a16:creationId xmlns:a16="http://schemas.microsoft.com/office/drawing/2014/main" id="{C7B10A87-351F-C852-4078-7A30074E9F75}"/>
              </a:ext>
            </a:extLst>
          </p:cNvPr>
          <p:cNvSpPr>
            <a:spLocks noGrp="1"/>
          </p:cNvSpPr>
          <p:nvPr>
            <p:ph type="subTitle" idx="1"/>
          </p:nvPr>
        </p:nvSpPr>
        <p:spPr>
          <a:xfrm>
            <a:off x="707679" y="3688881"/>
            <a:ext cx="3569682" cy="1255728"/>
          </a:xfrm>
        </p:spPr>
        <p:txBody>
          <a:bodyPr wrap="square">
            <a:spAutoFit/>
          </a:bodyPr>
          <a:lstStyle>
            <a:lvl1pPr marL="270000" indent="-270000" algn="l">
              <a:spcBef>
                <a:spcPts val="600"/>
              </a:spcBef>
              <a:buFont typeface="Arial" panose="020B0604020202020204" pitchFamily="34" charset="0"/>
              <a:buChar char="•"/>
              <a:defRPr sz="2800">
                <a:solidFill>
                  <a:schemeClr val="tx1"/>
                </a:solidFill>
                <a:latin typeface="Open Sans" pitchFamily="2" charset="0"/>
                <a:ea typeface="Open Sans" pitchFamily="2" charset="0"/>
                <a:cs typeface="Open Sans"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0" name="TextBox 9">
            <a:extLst>
              <a:ext uri="{FF2B5EF4-FFF2-40B4-BE49-F238E27FC236}">
                <a16:creationId xmlns:a16="http://schemas.microsoft.com/office/drawing/2014/main" id="{B48CE4D7-1F74-1AA7-5F9F-6C020C9543E2}"/>
              </a:ext>
            </a:extLst>
          </p:cNvPr>
          <p:cNvSpPr txBox="1"/>
          <p:nvPr userDrawn="1"/>
        </p:nvSpPr>
        <p:spPr>
          <a:xfrm>
            <a:off x="5640355" y="2929812"/>
            <a:ext cx="914400" cy="914400"/>
          </a:xfrm>
          <a:prstGeom prst="rect">
            <a:avLst/>
          </a:prstGeom>
          <a:noFill/>
        </p:spPr>
        <p:txBody>
          <a:bodyPr wrap="square" rtlCol="0">
            <a:spAutoFit/>
          </a:bodyPr>
          <a:lstStyle/>
          <a:p>
            <a:endParaRPr lang="en-IN"/>
          </a:p>
        </p:txBody>
      </p:sp>
      <p:sp>
        <p:nvSpPr>
          <p:cNvPr id="14" name="Title 1">
            <a:extLst>
              <a:ext uri="{FF2B5EF4-FFF2-40B4-BE49-F238E27FC236}">
                <a16:creationId xmlns:a16="http://schemas.microsoft.com/office/drawing/2014/main" id="{5D843588-D84A-9FB6-EFE4-E5135D71DF5B}"/>
              </a:ext>
            </a:extLst>
          </p:cNvPr>
          <p:cNvSpPr>
            <a:spLocks noGrp="1"/>
          </p:cNvSpPr>
          <p:nvPr>
            <p:ph type="ctrTitle" hasCustomPrompt="1"/>
          </p:nvPr>
        </p:nvSpPr>
        <p:spPr>
          <a:xfrm>
            <a:off x="707679" y="2314259"/>
            <a:ext cx="4484082" cy="1231106"/>
          </a:xfrm>
          <a:prstGeom prst="rect">
            <a:avLst/>
          </a:prstGeom>
        </p:spPr>
        <p:txBody>
          <a:bodyPr vert="horz" wrap="square" lIns="0" tIns="0" rIns="0" bIns="0" rtlCol="0" anchor="ctr" anchorCtr="0">
            <a:spAutoFit/>
          </a:bodyPr>
          <a:lstStyle>
            <a:lvl1pPr algn="l">
              <a:lnSpc>
                <a:spcPct val="100000"/>
              </a:lnSpc>
              <a:defRPr lang="en-US" sz="4000" dirty="0">
                <a:solidFill>
                  <a:schemeClr val="tx1">
                    <a:lumMod val="50000"/>
                  </a:schemeClr>
                </a:solidFill>
              </a:defRPr>
            </a:lvl1pPr>
          </a:lstStyle>
          <a:p>
            <a:pPr lvl="0"/>
            <a:r>
              <a:rPr lang="en-GB"/>
              <a:t>Click to edit </a:t>
            </a:r>
            <a:br>
              <a:rPr lang="en-GB"/>
            </a:br>
            <a:r>
              <a:rPr lang="en-GB"/>
              <a:t>Master title style</a:t>
            </a:r>
            <a:endParaRPr lang="en-US"/>
          </a:p>
        </p:txBody>
      </p:sp>
    </p:spTree>
    <p:extLst>
      <p:ext uri="{BB962C8B-B14F-4D97-AF65-F5344CB8AC3E}">
        <p14:creationId xmlns:p14="http://schemas.microsoft.com/office/powerpoint/2010/main" val="1003849327"/>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userDrawn="1">
  <p:cSld name="8_Objectives">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1EEE1AB-0FB0-4BE4-0920-C095C792A366}"/>
              </a:ext>
            </a:extLst>
          </p:cNvPr>
          <p:cNvSpPr/>
          <p:nvPr userDrawn="1"/>
        </p:nvSpPr>
        <p:spPr>
          <a:xfrm>
            <a:off x="5247252" y="3475468"/>
            <a:ext cx="5033005" cy="808305"/>
          </a:xfrm>
          <a:prstGeom prst="roundRect">
            <a:avLst>
              <a:gd name="adj" fmla="val 50000"/>
            </a:avLst>
          </a:prstGeom>
          <a:solidFill>
            <a:schemeClr val="tx2"/>
          </a:solidFill>
          <a:effectLst/>
        </p:spPr>
        <p:txBody>
          <a:bodyPr wrap="square" lIns="1440000" tIns="0" rIns="0" bIns="0" anchor="ctr" anchorCtr="0">
            <a:noAutofit/>
          </a:bodyPr>
          <a:lstStyle/>
          <a:p>
            <a:endParaRPr lang="en-US" sz="2000" b="1">
              <a:solidFill>
                <a:schemeClr val="bg1"/>
              </a:solidFill>
              <a:latin typeface="Segoe UI" panose="020B0502040204020203" pitchFamily="34" charset="0"/>
              <a:cs typeface="Segoe UI" panose="020B0502040204020203" pitchFamily="34" charset="0"/>
            </a:endParaRPr>
          </a:p>
        </p:txBody>
      </p:sp>
      <p:sp>
        <p:nvSpPr>
          <p:cNvPr id="18" name="Rectangle: Rounded Corners 17">
            <a:extLst>
              <a:ext uri="{FF2B5EF4-FFF2-40B4-BE49-F238E27FC236}">
                <a16:creationId xmlns:a16="http://schemas.microsoft.com/office/drawing/2014/main" id="{0CF8D045-EC67-3A42-DF00-773E470DE925}"/>
              </a:ext>
            </a:extLst>
          </p:cNvPr>
          <p:cNvSpPr/>
          <p:nvPr userDrawn="1"/>
        </p:nvSpPr>
        <p:spPr>
          <a:xfrm>
            <a:off x="4503203" y="5250897"/>
            <a:ext cx="5777054" cy="808305"/>
          </a:xfrm>
          <a:prstGeom prst="roundRect">
            <a:avLst>
              <a:gd name="adj" fmla="val 50000"/>
            </a:avLst>
          </a:prstGeom>
          <a:solidFill>
            <a:schemeClr val="accent1"/>
          </a:solidFill>
          <a:effectLst/>
        </p:spPr>
        <p:txBody>
          <a:bodyPr wrap="square" lIns="1440000" tIns="0" rIns="0" bIns="0" anchor="ctr" anchorCtr="0">
            <a:noAutofit/>
          </a:bodyPr>
          <a:lstStyle/>
          <a:p>
            <a:endParaRPr lang="en-US" sz="2000" b="1">
              <a:solidFill>
                <a:schemeClr val="bg1"/>
              </a:solidFill>
              <a:latin typeface="Segoe UI" panose="020B0502040204020203" pitchFamily="34" charset="0"/>
              <a:cs typeface="Segoe UI" panose="020B0502040204020203" pitchFamily="34" charset="0"/>
            </a:endParaRPr>
          </a:p>
        </p:txBody>
      </p:sp>
      <p:sp>
        <p:nvSpPr>
          <p:cNvPr id="19" name="Rectangle: Rounded Corners 18">
            <a:extLst>
              <a:ext uri="{FF2B5EF4-FFF2-40B4-BE49-F238E27FC236}">
                <a16:creationId xmlns:a16="http://schemas.microsoft.com/office/drawing/2014/main" id="{D4EC984A-88CB-374B-254E-79EDBD342641}"/>
              </a:ext>
            </a:extLst>
          </p:cNvPr>
          <p:cNvSpPr/>
          <p:nvPr userDrawn="1"/>
        </p:nvSpPr>
        <p:spPr>
          <a:xfrm>
            <a:off x="4503203" y="1697468"/>
            <a:ext cx="5777054" cy="808305"/>
          </a:xfrm>
          <a:prstGeom prst="roundRect">
            <a:avLst>
              <a:gd name="adj" fmla="val 50000"/>
            </a:avLst>
          </a:prstGeom>
          <a:solidFill>
            <a:schemeClr val="accent2"/>
          </a:solidFill>
          <a:effectLst/>
        </p:spPr>
        <p:txBody>
          <a:bodyPr wrap="square" lIns="1440000" tIns="0" rIns="0" bIns="0" anchor="ctr" anchorCtr="0">
            <a:noAutofit/>
          </a:bodyPr>
          <a:lstStyle/>
          <a:p>
            <a:endParaRPr lang="en-US" sz="2000" b="1">
              <a:solidFill>
                <a:schemeClr val="bg1"/>
              </a:solidFill>
              <a:latin typeface="Segoe UI" panose="020B0502040204020203" pitchFamily="34" charset="0"/>
              <a:cs typeface="Segoe UI" panose="020B0502040204020203" pitchFamily="34" charset="0"/>
            </a:endParaRPr>
          </a:p>
        </p:txBody>
      </p:sp>
      <p:sp>
        <p:nvSpPr>
          <p:cNvPr id="20" name="Oval 19">
            <a:extLst>
              <a:ext uri="{FF2B5EF4-FFF2-40B4-BE49-F238E27FC236}">
                <a16:creationId xmlns:a16="http://schemas.microsoft.com/office/drawing/2014/main" id="{0D39F2EB-70C5-C952-B5F4-5AC6B7BD34EE}"/>
              </a:ext>
            </a:extLst>
          </p:cNvPr>
          <p:cNvSpPr>
            <a:spLocks noChangeArrowheads="1"/>
          </p:cNvSpPr>
          <p:nvPr userDrawn="1"/>
        </p:nvSpPr>
        <p:spPr bwMode="auto">
          <a:xfrm>
            <a:off x="4274044" y="1320668"/>
            <a:ext cx="1583409" cy="1583409"/>
          </a:xfrm>
          <a:prstGeom prst="ellipse">
            <a:avLst/>
          </a:prstGeom>
          <a:solidFill>
            <a:schemeClr val="bg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1" name="Oval 20">
            <a:extLst>
              <a:ext uri="{FF2B5EF4-FFF2-40B4-BE49-F238E27FC236}">
                <a16:creationId xmlns:a16="http://schemas.microsoft.com/office/drawing/2014/main" id="{3DA05484-BAFF-578C-162D-ACC73CD4FC22}"/>
              </a:ext>
            </a:extLst>
          </p:cNvPr>
          <p:cNvSpPr>
            <a:spLocks noChangeArrowheads="1"/>
          </p:cNvSpPr>
          <p:nvPr userDrawn="1"/>
        </p:nvSpPr>
        <p:spPr bwMode="auto">
          <a:xfrm>
            <a:off x="4992354" y="3074322"/>
            <a:ext cx="1583409" cy="1583409"/>
          </a:xfrm>
          <a:prstGeom prst="ellipse">
            <a:avLst/>
          </a:prstGeom>
          <a:solidFill>
            <a:schemeClr val="bg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2" name="Oval 21">
            <a:extLst>
              <a:ext uri="{FF2B5EF4-FFF2-40B4-BE49-F238E27FC236}">
                <a16:creationId xmlns:a16="http://schemas.microsoft.com/office/drawing/2014/main" id="{8CE99E17-476C-F159-EDFD-9218E84F8310}"/>
              </a:ext>
            </a:extLst>
          </p:cNvPr>
          <p:cNvSpPr>
            <a:spLocks noChangeArrowheads="1"/>
          </p:cNvSpPr>
          <p:nvPr userDrawn="1"/>
        </p:nvSpPr>
        <p:spPr bwMode="auto">
          <a:xfrm>
            <a:off x="4266123" y="4923910"/>
            <a:ext cx="1580659" cy="1583409"/>
          </a:xfrm>
          <a:prstGeom prst="ellipse">
            <a:avLst/>
          </a:prstGeom>
          <a:solidFill>
            <a:schemeClr val="bg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3" name="Oval 22">
            <a:extLst>
              <a:ext uri="{FF2B5EF4-FFF2-40B4-BE49-F238E27FC236}">
                <a16:creationId xmlns:a16="http://schemas.microsoft.com/office/drawing/2014/main" id="{2BE51A22-90F6-2E68-DEF6-39D3DC8EFC87}"/>
              </a:ext>
            </a:extLst>
          </p:cNvPr>
          <p:cNvSpPr>
            <a:spLocks noChangeArrowheads="1"/>
          </p:cNvSpPr>
          <p:nvPr userDrawn="1"/>
        </p:nvSpPr>
        <p:spPr bwMode="auto">
          <a:xfrm>
            <a:off x="1729445" y="2294732"/>
            <a:ext cx="3166175" cy="3166176"/>
          </a:xfrm>
          <a:prstGeom prst="ellipse">
            <a:avLst/>
          </a:prstGeom>
          <a:solidFill>
            <a:schemeClr val="accent1"/>
          </a:solidFill>
          <a:ln w="15875" cap="flat">
            <a:noFill/>
            <a:prstDash val="solid"/>
            <a:miter lim="800000"/>
            <a:headEnd/>
            <a:tailEnd/>
          </a:ln>
          <a:effectLst>
            <a:outerShdw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4" name="Oval 23">
            <a:extLst>
              <a:ext uri="{FF2B5EF4-FFF2-40B4-BE49-F238E27FC236}">
                <a16:creationId xmlns:a16="http://schemas.microsoft.com/office/drawing/2014/main" id="{A7FE4D61-5471-89BE-6360-3E15DAD22A8F}"/>
              </a:ext>
            </a:extLst>
          </p:cNvPr>
          <p:cNvSpPr>
            <a:spLocks noChangeArrowheads="1"/>
          </p:cNvSpPr>
          <p:nvPr userDrawn="1"/>
        </p:nvSpPr>
        <p:spPr bwMode="auto">
          <a:xfrm>
            <a:off x="1989679" y="2552900"/>
            <a:ext cx="2645708" cy="2649839"/>
          </a:xfrm>
          <a:prstGeom prst="ellipse">
            <a:avLst/>
          </a:prstGeom>
          <a:solidFill>
            <a:schemeClr val="tx2"/>
          </a:solidFill>
          <a:ln w="38100" cap="flat">
            <a:noFill/>
            <a:prstDash val="solid"/>
            <a:miter lim="800000"/>
            <a:headEnd/>
            <a:tailEnd/>
          </a:ln>
          <a:effectLst>
            <a:outerShdw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5" name="Oval 24">
            <a:extLst>
              <a:ext uri="{FF2B5EF4-FFF2-40B4-BE49-F238E27FC236}">
                <a16:creationId xmlns:a16="http://schemas.microsoft.com/office/drawing/2014/main" id="{39BFFB99-D941-1CF4-DC56-89A2F4BCB43E}"/>
              </a:ext>
            </a:extLst>
          </p:cNvPr>
          <p:cNvSpPr>
            <a:spLocks noChangeArrowheads="1"/>
          </p:cNvSpPr>
          <p:nvPr userDrawn="1"/>
        </p:nvSpPr>
        <p:spPr bwMode="auto">
          <a:xfrm>
            <a:off x="2247847" y="2813133"/>
            <a:ext cx="2129371" cy="2129372"/>
          </a:xfrm>
          <a:prstGeom prst="ellipse">
            <a:avLst/>
          </a:prstGeom>
          <a:solidFill>
            <a:schemeClr val="accent2"/>
          </a:solidFill>
          <a:ln w="38100" cap="flat">
            <a:noFill/>
            <a:prstDash val="solid"/>
            <a:miter lim="800000"/>
            <a:headEnd/>
            <a:tailEnd/>
          </a:ln>
          <a:effectLst>
            <a:outerShdw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6" name="Oval 25">
            <a:extLst>
              <a:ext uri="{FF2B5EF4-FFF2-40B4-BE49-F238E27FC236}">
                <a16:creationId xmlns:a16="http://schemas.microsoft.com/office/drawing/2014/main" id="{E7F1134B-5CC6-4514-273E-8DC8F06AC2A5}"/>
              </a:ext>
            </a:extLst>
          </p:cNvPr>
          <p:cNvSpPr>
            <a:spLocks noChangeArrowheads="1"/>
          </p:cNvSpPr>
          <p:nvPr userDrawn="1"/>
        </p:nvSpPr>
        <p:spPr bwMode="auto">
          <a:xfrm>
            <a:off x="2512210" y="3077498"/>
            <a:ext cx="1600643" cy="1600644"/>
          </a:xfrm>
          <a:prstGeom prst="ellipse">
            <a:avLst/>
          </a:prstGeom>
          <a:solidFill>
            <a:sysClr val="window" lastClr="FFFFFF"/>
          </a:solidFill>
          <a:ln w="15875" cap="flat">
            <a:noFill/>
            <a:prstDash val="solid"/>
            <a:miter lim="800000"/>
            <a:headEnd/>
            <a:tailEnd/>
          </a:ln>
          <a:effectLst>
            <a:outerShdw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7" name="Oval 26">
            <a:extLst>
              <a:ext uri="{FF2B5EF4-FFF2-40B4-BE49-F238E27FC236}">
                <a16:creationId xmlns:a16="http://schemas.microsoft.com/office/drawing/2014/main" id="{B8C34AD5-83F2-B428-A926-370252CE99CB}"/>
              </a:ext>
            </a:extLst>
          </p:cNvPr>
          <p:cNvSpPr>
            <a:spLocks noChangeArrowheads="1"/>
          </p:cNvSpPr>
          <p:nvPr userDrawn="1"/>
        </p:nvSpPr>
        <p:spPr bwMode="auto">
          <a:xfrm>
            <a:off x="4503204" y="1509900"/>
            <a:ext cx="1189639" cy="1189639"/>
          </a:xfrm>
          <a:prstGeom prst="ellipse">
            <a:avLst/>
          </a:prstGeom>
          <a:solidFill>
            <a:schemeClr val="accent2"/>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8" name="Oval 27">
            <a:extLst>
              <a:ext uri="{FF2B5EF4-FFF2-40B4-BE49-F238E27FC236}">
                <a16:creationId xmlns:a16="http://schemas.microsoft.com/office/drawing/2014/main" id="{ECE97C07-6EF1-199D-6943-60B285D74707}"/>
              </a:ext>
            </a:extLst>
          </p:cNvPr>
          <p:cNvSpPr>
            <a:spLocks noChangeArrowheads="1"/>
          </p:cNvSpPr>
          <p:nvPr userDrawn="1"/>
        </p:nvSpPr>
        <p:spPr bwMode="auto">
          <a:xfrm>
            <a:off x="5232272" y="3281966"/>
            <a:ext cx="1189639" cy="1189639"/>
          </a:xfrm>
          <a:prstGeom prst="ellipse">
            <a:avLst/>
          </a:prstGeom>
          <a:solidFill>
            <a:schemeClr val="tx2"/>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9" name="Oval 28">
            <a:extLst>
              <a:ext uri="{FF2B5EF4-FFF2-40B4-BE49-F238E27FC236}">
                <a16:creationId xmlns:a16="http://schemas.microsoft.com/office/drawing/2014/main" id="{F026070F-C3BE-EC57-0093-991CA0A0FAD2}"/>
              </a:ext>
            </a:extLst>
          </p:cNvPr>
          <p:cNvSpPr>
            <a:spLocks noChangeArrowheads="1"/>
          </p:cNvSpPr>
          <p:nvPr userDrawn="1"/>
        </p:nvSpPr>
        <p:spPr bwMode="auto">
          <a:xfrm>
            <a:off x="4494942" y="5134661"/>
            <a:ext cx="1187573" cy="1189639"/>
          </a:xfrm>
          <a:prstGeom prst="ellipse">
            <a:avLst/>
          </a:prstGeom>
          <a:solidFill>
            <a:schemeClr val="accent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0" name="Freeform 22">
            <a:extLst>
              <a:ext uri="{FF2B5EF4-FFF2-40B4-BE49-F238E27FC236}">
                <a16:creationId xmlns:a16="http://schemas.microsoft.com/office/drawing/2014/main" id="{54B75B26-9BDF-BD1F-BB21-DCDA8B1A6B67}"/>
              </a:ext>
            </a:extLst>
          </p:cNvPr>
          <p:cNvSpPr>
            <a:spLocks/>
          </p:cNvSpPr>
          <p:nvPr userDrawn="1"/>
        </p:nvSpPr>
        <p:spPr bwMode="auto">
          <a:xfrm>
            <a:off x="3945561" y="2416588"/>
            <a:ext cx="828203" cy="826138"/>
          </a:xfrm>
          <a:custGeom>
            <a:avLst/>
            <a:gdLst>
              <a:gd name="T0" fmla="*/ 0 w 401"/>
              <a:gd name="T1" fmla="*/ 310 h 400"/>
              <a:gd name="T2" fmla="*/ 313 w 401"/>
              <a:gd name="T3" fmla="*/ 0 h 400"/>
              <a:gd name="T4" fmla="*/ 391 w 401"/>
              <a:gd name="T5" fmla="*/ 5 h 400"/>
              <a:gd name="T6" fmla="*/ 401 w 401"/>
              <a:gd name="T7" fmla="*/ 90 h 400"/>
              <a:gd name="T8" fmla="*/ 90 w 401"/>
              <a:gd name="T9" fmla="*/ 400 h 400"/>
              <a:gd name="T10" fmla="*/ 24 w 401"/>
              <a:gd name="T11" fmla="*/ 377 h 400"/>
              <a:gd name="T12" fmla="*/ 0 w 401"/>
              <a:gd name="T13" fmla="*/ 310 h 400"/>
            </a:gdLst>
            <a:ahLst/>
            <a:cxnLst>
              <a:cxn ang="0">
                <a:pos x="T0" y="T1"/>
              </a:cxn>
              <a:cxn ang="0">
                <a:pos x="T2" y="T3"/>
              </a:cxn>
              <a:cxn ang="0">
                <a:pos x="T4" y="T5"/>
              </a:cxn>
              <a:cxn ang="0">
                <a:pos x="T6" y="T7"/>
              </a:cxn>
              <a:cxn ang="0">
                <a:pos x="T8" y="T9"/>
              </a:cxn>
              <a:cxn ang="0">
                <a:pos x="T10" y="T11"/>
              </a:cxn>
              <a:cxn ang="0">
                <a:pos x="T12" y="T13"/>
              </a:cxn>
            </a:cxnLst>
            <a:rect l="0" t="0" r="r" b="b"/>
            <a:pathLst>
              <a:path w="401" h="400">
                <a:moveTo>
                  <a:pt x="0" y="310"/>
                </a:moveTo>
                <a:lnTo>
                  <a:pt x="313" y="0"/>
                </a:lnTo>
                <a:lnTo>
                  <a:pt x="391" y="5"/>
                </a:lnTo>
                <a:lnTo>
                  <a:pt x="401" y="90"/>
                </a:lnTo>
                <a:lnTo>
                  <a:pt x="90" y="400"/>
                </a:lnTo>
                <a:lnTo>
                  <a:pt x="24" y="377"/>
                </a:lnTo>
                <a:lnTo>
                  <a:pt x="0" y="310"/>
                </a:lnTo>
                <a:close/>
              </a:path>
            </a:pathLst>
          </a:custGeom>
          <a:solidFill>
            <a:schemeClr val="accent2"/>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1" name="Freeform 23">
            <a:extLst>
              <a:ext uri="{FF2B5EF4-FFF2-40B4-BE49-F238E27FC236}">
                <a16:creationId xmlns:a16="http://schemas.microsoft.com/office/drawing/2014/main" id="{B4EC27A8-EBD4-5713-65E5-AE7B0C60CA46}"/>
              </a:ext>
            </a:extLst>
          </p:cNvPr>
          <p:cNvSpPr>
            <a:spLocks/>
          </p:cNvSpPr>
          <p:nvPr userDrawn="1"/>
        </p:nvSpPr>
        <p:spPr bwMode="auto">
          <a:xfrm>
            <a:off x="4499073" y="3748735"/>
            <a:ext cx="811680" cy="258169"/>
          </a:xfrm>
          <a:custGeom>
            <a:avLst/>
            <a:gdLst>
              <a:gd name="T0" fmla="*/ 38 w 393"/>
              <a:gd name="T1" fmla="*/ 0 h 125"/>
              <a:gd name="T2" fmla="*/ 362 w 393"/>
              <a:gd name="T3" fmla="*/ 0 h 125"/>
              <a:gd name="T4" fmla="*/ 393 w 393"/>
              <a:gd name="T5" fmla="*/ 35 h 125"/>
              <a:gd name="T6" fmla="*/ 362 w 393"/>
              <a:gd name="T7" fmla="*/ 125 h 125"/>
              <a:gd name="T8" fmla="*/ 40 w 393"/>
              <a:gd name="T9" fmla="*/ 125 h 125"/>
              <a:gd name="T10" fmla="*/ 0 w 393"/>
              <a:gd name="T11" fmla="*/ 38 h 125"/>
              <a:gd name="T12" fmla="*/ 38 w 393"/>
              <a:gd name="T13" fmla="*/ 0 h 125"/>
            </a:gdLst>
            <a:ahLst/>
            <a:cxnLst>
              <a:cxn ang="0">
                <a:pos x="T0" y="T1"/>
              </a:cxn>
              <a:cxn ang="0">
                <a:pos x="T2" y="T3"/>
              </a:cxn>
              <a:cxn ang="0">
                <a:pos x="T4" y="T5"/>
              </a:cxn>
              <a:cxn ang="0">
                <a:pos x="T6" y="T7"/>
              </a:cxn>
              <a:cxn ang="0">
                <a:pos x="T8" y="T9"/>
              </a:cxn>
              <a:cxn ang="0">
                <a:pos x="T10" y="T11"/>
              </a:cxn>
              <a:cxn ang="0">
                <a:pos x="T12" y="T13"/>
              </a:cxn>
            </a:cxnLst>
            <a:rect l="0" t="0" r="r" b="b"/>
            <a:pathLst>
              <a:path w="393" h="125">
                <a:moveTo>
                  <a:pt x="38" y="0"/>
                </a:moveTo>
                <a:lnTo>
                  <a:pt x="362" y="0"/>
                </a:lnTo>
                <a:lnTo>
                  <a:pt x="393" y="35"/>
                </a:lnTo>
                <a:lnTo>
                  <a:pt x="362" y="125"/>
                </a:lnTo>
                <a:lnTo>
                  <a:pt x="40" y="125"/>
                </a:lnTo>
                <a:lnTo>
                  <a:pt x="0" y="38"/>
                </a:lnTo>
                <a:lnTo>
                  <a:pt x="38" y="0"/>
                </a:lnTo>
                <a:close/>
              </a:path>
            </a:pathLst>
          </a:custGeom>
          <a:solidFill>
            <a:schemeClr val="tx2"/>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2" name="Freeform 24">
            <a:extLst>
              <a:ext uri="{FF2B5EF4-FFF2-40B4-BE49-F238E27FC236}">
                <a16:creationId xmlns:a16="http://schemas.microsoft.com/office/drawing/2014/main" id="{3A9D2B57-3025-B3F7-6D86-8D2E7D2F654A}"/>
              </a:ext>
            </a:extLst>
          </p:cNvPr>
          <p:cNvSpPr>
            <a:spLocks/>
          </p:cNvSpPr>
          <p:nvPr userDrawn="1"/>
        </p:nvSpPr>
        <p:spPr bwMode="auto">
          <a:xfrm>
            <a:off x="4269820" y="4845434"/>
            <a:ext cx="620008" cy="559681"/>
          </a:xfrm>
          <a:custGeom>
            <a:avLst/>
            <a:gdLst>
              <a:gd name="T0" fmla="*/ 99 w 251"/>
              <a:gd name="T1" fmla="*/ 0 h 239"/>
              <a:gd name="T2" fmla="*/ 246 w 251"/>
              <a:gd name="T3" fmla="*/ 147 h 239"/>
              <a:gd name="T4" fmla="*/ 251 w 251"/>
              <a:gd name="T5" fmla="*/ 222 h 239"/>
              <a:gd name="T6" fmla="*/ 151 w 251"/>
              <a:gd name="T7" fmla="*/ 239 h 239"/>
              <a:gd name="T8" fmla="*/ 0 w 251"/>
              <a:gd name="T9" fmla="*/ 85 h 239"/>
              <a:gd name="T10" fmla="*/ 12 w 251"/>
              <a:gd name="T11" fmla="*/ 42 h 239"/>
              <a:gd name="T12" fmla="*/ 99 w 251"/>
              <a:gd name="T13" fmla="*/ 0 h 239"/>
            </a:gdLst>
            <a:ahLst/>
            <a:cxnLst>
              <a:cxn ang="0">
                <a:pos x="T0" y="T1"/>
              </a:cxn>
              <a:cxn ang="0">
                <a:pos x="T2" y="T3"/>
              </a:cxn>
              <a:cxn ang="0">
                <a:pos x="T4" y="T5"/>
              </a:cxn>
              <a:cxn ang="0">
                <a:pos x="T6" y="T7"/>
              </a:cxn>
              <a:cxn ang="0">
                <a:pos x="T8" y="T9"/>
              </a:cxn>
              <a:cxn ang="0">
                <a:pos x="T10" y="T11"/>
              </a:cxn>
              <a:cxn ang="0">
                <a:pos x="T12" y="T13"/>
              </a:cxn>
            </a:cxnLst>
            <a:rect l="0" t="0" r="r" b="b"/>
            <a:pathLst>
              <a:path w="251" h="239">
                <a:moveTo>
                  <a:pt x="99" y="0"/>
                </a:moveTo>
                <a:lnTo>
                  <a:pt x="246" y="147"/>
                </a:lnTo>
                <a:lnTo>
                  <a:pt x="251" y="222"/>
                </a:lnTo>
                <a:lnTo>
                  <a:pt x="151" y="239"/>
                </a:lnTo>
                <a:lnTo>
                  <a:pt x="0" y="85"/>
                </a:lnTo>
                <a:lnTo>
                  <a:pt x="12" y="42"/>
                </a:lnTo>
                <a:lnTo>
                  <a:pt x="99" y="0"/>
                </a:lnTo>
                <a:close/>
              </a:path>
            </a:pathLst>
          </a:custGeom>
          <a:solidFill>
            <a:schemeClr val="accent1"/>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3" name="Oval 18">
            <a:extLst>
              <a:ext uri="{FF2B5EF4-FFF2-40B4-BE49-F238E27FC236}">
                <a16:creationId xmlns:a16="http://schemas.microsoft.com/office/drawing/2014/main" id="{11F77542-95EE-97FF-1D04-E03B4E7599AD}"/>
              </a:ext>
            </a:extLst>
          </p:cNvPr>
          <p:cNvSpPr>
            <a:spLocks noChangeArrowheads="1"/>
          </p:cNvSpPr>
          <p:nvPr userDrawn="1"/>
        </p:nvSpPr>
        <p:spPr bwMode="auto">
          <a:xfrm>
            <a:off x="4687332" y="1694028"/>
            <a:ext cx="821384" cy="821383"/>
          </a:xfrm>
          <a:prstGeom prst="ellipse">
            <a:avLst/>
          </a:prstGeom>
          <a:solidFill>
            <a:sysClr val="window" lastClr="FFFFFF"/>
          </a:solidFill>
          <a:ln w="15875" cap="flat">
            <a:noFill/>
            <a:prstDash val="solid"/>
            <a:miter lim="800000"/>
            <a:headEnd/>
            <a:tailEnd/>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4" name="Oval 18">
            <a:extLst>
              <a:ext uri="{FF2B5EF4-FFF2-40B4-BE49-F238E27FC236}">
                <a16:creationId xmlns:a16="http://schemas.microsoft.com/office/drawing/2014/main" id="{33010B02-6EE5-4E47-3118-C9EBAFCADA43}"/>
              </a:ext>
            </a:extLst>
          </p:cNvPr>
          <p:cNvSpPr>
            <a:spLocks noChangeArrowheads="1"/>
          </p:cNvSpPr>
          <p:nvPr userDrawn="1"/>
        </p:nvSpPr>
        <p:spPr bwMode="auto">
          <a:xfrm>
            <a:off x="5416400" y="3466094"/>
            <a:ext cx="821384" cy="821383"/>
          </a:xfrm>
          <a:prstGeom prst="ellipse">
            <a:avLst/>
          </a:prstGeom>
          <a:solidFill>
            <a:sysClr val="window" lastClr="FFFFFF"/>
          </a:solidFill>
          <a:ln w="15875" cap="flat">
            <a:noFill/>
            <a:prstDash val="solid"/>
            <a:miter lim="800000"/>
            <a:headEnd/>
            <a:tailEnd/>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5" name="Oval 18">
            <a:extLst>
              <a:ext uri="{FF2B5EF4-FFF2-40B4-BE49-F238E27FC236}">
                <a16:creationId xmlns:a16="http://schemas.microsoft.com/office/drawing/2014/main" id="{F3D5716C-1FC1-A63A-0E71-A110CD002AAE}"/>
              </a:ext>
            </a:extLst>
          </p:cNvPr>
          <p:cNvSpPr>
            <a:spLocks noChangeArrowheads="1"/>
          </p:cNvSpPr>
          <p:nvPr userDrawn="1"/>
        </p:nvSpPr>
        <p:spPr bwMode="auto">
          <a:xfrm>
            <a:off x="4678037" y="5340055"/>
            <a:ext cx="821384" cy="821383"/>
          </a:xfrm>
          <a:prstGeom prst="ellipse">
            <a:avLst/>
          </a:prstGeom>
          <a:solidFill>
            <a:sysClr val="window" lastClr="FFFFFF"/>
          </a:solidFill>
          <a:ln w="15875" cap="flat">
            <a:noFill/>
            <a:prstDash val="solid"/>
            <a:miter lim="800000"/>
            <a:headEnd/>
            <a:tailEnd/>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6" name="Freeform 55">
            <a:extLst>
              <a:ext uri="{FF2B5EF4-FFF2-40B4-BE49-F238E27FC236}">
                <a16:creationId xmlns:a16="http://schemas.microsoft.com/office/drawing/2014/main" id="{6D85A67C-7A56-DE2B-22A3-ED2B40C80C8F}"/>
              </a:ext>
            </a:extLst>
          </p:cNvPr>
          <p:cNvSpPr>
            <a:spLocks noEditPoints="1"/>
          </p:cNvSpPr>
          <p:nvPr userDrawn="1"/>
        </p:nvSpPr>
        <p:spPr bwMode="auto">
          <a:xfrm>
            <a:off x="9722204" y="1907099"/>
            <a:ext cx="387340" cy="389043"/>
          </a:xfrm>
          <a:custGeom>
            <a:avLst/>
            <a:gdLst>
              <a:gd name="T0" fmla="*/ 48 w 96"/>
              <a:gd name="T1" fmla="*/ 0 h 96"/>
              <a:gd name="T2" fmla="*/ 0 w 96"/>
              <a:gd name="T3" fmla="*/ 48 h 96"/>
              <a:gd name="T4" fmla="*/ 48 w 96"/>
              <a:gd name="T5" fmla="*/ 96 h 96"/>
              <a:gd name="T6" fmla="*/ 96 w 96"/>
              <a:gd name="T7" fmla="*/ 48 h 96"/>
              <a:gd name="T8" fmla="*/ 48 w 96"/>
              <a:gd name="T9" fmla="*/ 0 h 96"/>
              <a:gd name="T10" fmla="*/ 75 w 96"/>
              <a:gd name="T11" fmla="*/ 50 h 96"/>
              <a:gd name="T12" fmla="*/ 39 w 96"/>
              <a:gd name="T13" fmla="*/ 80 h 96"/>
              <a:gd name="T14" fmla="*/ 38 w 96"/>
              <a:gd name="T15" fmla="*/ 80 h 96"/>
              <a:gd name="T16" fmla="*/ 37 w 96"/>
              <a:gd name="T17" fmla="*/ 80 h 96"/>
              <a:gd name="T18" fmla="*/ 36 w 96"/>
              <a:gd name="T19" fmla="*/ 78 h 96"/>
              <a:gd name="T20" fmla="*/ 36 w 96"/>
              <a:gd name="T21" fmla="*/ 62 h 96"/>
              <a:gd name="T22" fmla="*/ 37 w 96"/>
              <a:gd name="T23" fmla="*/ 60 h 96"/>
              <a:gd name="T24" fmla="*/ 53 w 96"/>
              <a:gd name="T25" fmla="*/ 48 h 96"/>
              <a:gd name="T26" fmla="*/ 37 w 96"/>
              <a:gd name="T27" fmla="*/ 36 h 96"/>
              <a:gd name="T28" fmla="*/ 36 w 96"/>
              <a:gd name="T29" fmla="*/ 34 h 96"/>
              <a:gd name="T30" fmla="*/ 36 w 96"/>
              <a:gd name="T31" fmla="*/ 18 h 96"/>
              <a:gd name="T32" fmla="*/ 37 w 96"/>
              <a:gd name="T33" fmla="*/ 16 h 96"/>
              <a:gd name="T34" fmla="*/ 39 w 96"/>
              <a:gd name="T35" fmla="*/ 16 h 96"/>
              <a:gd name="T36" fmla="*/ 75 w 96"/>
              <a:gd name="T37" fmla="*/ 46 h 96"/>
              <a:gd name="T38" fmla="*/ 76 w 96"/>
              <a:gd name="T39" fmla="*/ 48 h 96"/>
              <a:gd name="T40" fmla="*/ 75 w 96"/>
              <a:gd name="T41" fmla="*/ 5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 h="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p>
        </p:txBody>
      </p:sp>
      <p:sp>
        <p:nvSpPr>
          <p:cNvPr id="37" name="Freeform 55">
            <a:extLst>
              <a:ext uri="{FF2B5EF4-FFF2-40B4-BE49-F238E27FC236}">
                <a16:creationId xmlns:a16="http://schemas.microsoft.com/office/drawing/2014/main" id="{271FD54B-823D-1391-2FD1-60C75B0D6A71}"/>
              </a:ext>
            </a:extLst>
          </p:cNvPr>
          <p:cNvSpPr>
            <a:spLocks noEditPoints="1"/>
          </p:cNvSpPr>
          <p:nvPr userDrawn="1"/>
        </p:nvSpPr>
        <p:spPr bwMode="auto">
          <a:xfrm>
            <a:off x="9722204" y="3685099"/>
            <a:ext cx="387340" cy="389043"/>
          </a:xfrm>
          <a:custGeom>
            <a:avLst/>
            <a:gdLst>
              <a:gd name="T0" fmla="*/ 48 w 96"/>
              <a:gd name="T1" fmla="*/ 0 h 96"/>
              <a:gd name="T2" fmla="*/ 0 w 96"/>
              <a:gd name="T3" fmla="*/ 48 h 96"/>
              <a:gd name="T4" fmla="*/ 48 w 96"/>
              <a:gd name="T5" fmla="*/ 96 h 96"/>
              <a:gd name="T6" fmla="*/ 96 w 96"/>
              <a:gd name="T7" fmla="*/ 48 h 96"/>
              <a:gd name="T8" fmla="*/ 48 w 96"/>
              <a:gd name="T9" fmla="*/ 0 h 96"/>
              <a:gd name="T10" fmla="*/ 75 w 96"/>
              <a:gd name="T11" fmla="*/ 50 h 96"/>
              <a:gd name="T12" fmla="*/ 39 w 96"/>
              <a:gd name="T13" fmla="*/ 80 h 96"/>
              <a:gd name="T14" fmla="*/ 38 w 96"/>
              <a:gd name="T15" fmla="*/ 80 h 96"/>
              <a:gd name="T16" fmla="*/ 37 w 96"/>
              <a:gd name="T17" fmla="*/ 80 h 96"/>
              <a:gd name="T18" fmla="*/ 36 w 96"/>
              <a:gd name="T19" fmla="*/ 78 h 96"/>
              <a:gd name="T20" fmla="*/ 36 w 96"/>
              <a:gd name="T21" fmla="*/ 62 h 96"/>
              <a:gd name="T22" fmla="*/ 37 w 96"/>
              <a:gd name="T23" fmla="*/ 60 h 96"/>
              <a:gd name="T24" fmla="*/ 53 w 96"/>
              <a:gd name="T25" fmla="*/ 48 h 96"/>
              <a:gd name="T26" fmla="*/ 37 w 96"/>
              <a:gd name="T27" fmla="*/ 36 h 96"/>
              <a:gd name="T28" fmla="*/ 36 w 96"/>
              <a:gd name="T29" fmla="*/ 34 h 96"/>
              <a:gd name="T30" fmla="*/ 36 w 96"/>
              <a:gd name="T31" fmla="*/ 18 h 96"/>
              <a:gd name="T32" fmla="*/ 37 w 96"/>
              <a:gd name="T33" fmla="*/ 16 h 96"/>
              <a:gd name="T34" fmla="*/ 39 w 96"/>
              <a:gd name="T35" fmla="*/ 16 h 96"/>
              <a:gd name="T36" fmla="*/ 75 w 96"/>
              <a:gd name="T37" fmla="*/ 46 h 96"/>
              <a:gd name="T38" fmla="*/ 76 w 96"/>
              <a:gd name="T39" fmla="*/ 48 h 96"/>
              <a:gd name="T40" fmla="*/ 75 w 96"/>
              <a:gd name="T41" fmla="*/ 5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 h="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p>
        </p:txBody>
      </p:sp>
      <p:sp>
        <p:nvSpPr>
          <p:cNvPr id="38" name="Freeform 55">
            <a:extLst>
              <a:ext uri="{FF2B5EF4-FFF2-40B4-BE49-F238E27FC236}">
                <a16:creationId xmlns:a16="http://schemas.microsoft.com/office/drawing/2014/main" id="{1F0FBAA0-C49C-F9A3-DB93-FACD5F8C8063}"/>
              </a:ext>
            </a:extLst>
          </p:cNvPr>
          <p:cNvSpPr>
            <a:spLocks noEditPoints="1"/>
          </p:cNvSpPr>
          <p:nvPr userDrawn="1"/>
        </p:nvSpPr>
        <p:spPr bwMode="auto">
          <a:xfrm>
            <a:off x="9722204" y="5460528"/>
            <a:ext cx="387340" cy="389043"/>
          </a:xfrm>
          <a:custGeom>
            <a:avLst/>
            <a:gdLst>
              <a:gd name="T0" fmla="*/ 48 w 96"/>
              <a:gd name="T1" fmla="*/ 0 h 96"/>
              <a:gd name="T2" fmla="*/ 0 w 96"/>
              <a:gd name="T3" fmla="*/ 48 h 96"/>
              <a:gd name="T4" fmla="*/ 48 w 96"/>
              <a:gd name="T5" fmla="*/ 96 h 96"/>
              <a:gd name="T6" fmla="*/ 96 w 96"/>
              <a:gd name="T7" fmla="*/ 48 h 96"/>
              <a:gd name="T8" fmla="*/ 48 w 96"/>
              <a:gd name="T9" fmla="*/ 0 h 96"/>
              <a:gd name="T10" fmla="*/ 75 w 96"/>
              <a:gd name="T11" fmla="*/ 50 h 96"/>
              <a:gd name="T12" fmla="*/ 39 w 96"/>
              <a:gd name="T13" fmla="*/ 80 h 96"/>
              <a:gd name="T14" fmla="*/ 38 w 96"/>
              <a:gd name="T15" fmla="*/ 80 h 96"/>
              <a:gd name="T16" fmla="*/ 37 w 96"/>
              <a:gd name="T17" fmla="*/ 80 h 96"/>
              <a:gd name="T18" fmla="*/ 36 w 96"/>
              <a:gd name="T19" fmla="*/ 78 h 96"/>
              <a:gd name="T20" fmla="*/ 36 w 96"/>
              <a:gd name="T21" fmla="*/ 62 h 96"/>
              <a:gd name="T22" fmla="*/ 37 w 96"/>
              <a:gd name="T23" fmla="*/ 60 h 96"/>
              <a:gd name="T24" fmla="*/ 53 w 96"/>
              <a:gd name="T25" fmla="*/ 48 h 96"/>
              <a:gd name="T26" fmla="*/ 37 w 96"/>
              <a:gd name="T27" fmla="*/ 36 h 96"/>
              <a:gd name="T28" fmla="*/ 36 w 96"/>
              <a:gd name="T29" fmla="*/ 34 h 96"/>
              <a:gd name="T30" fmla="*/ 36 w 96"/>
              <a:gd name="T31" fmla="*/ 18 h 96"/>
              <a:gd name="T32" fmla="*/ 37 w 96"/>
              <a:gd name="T33" fmla="*/ 16 h 96"/>
              <a:gd name="T34" fmla="*/ 39 w 96"/>
              <a:gd name="T35" fmla="*/ 16 h 96"/>
              <a:gd name="T36" fmla="*/ 75 w 96"/>
              <a:gd name="T37" fmla="*/ 46 h 96"/>
              <a:gd name="T38" fmla="*/ 76 w 96"/>
              <a:gd name="T39" fmla="*/ 48 h 96"/>
              <a:gd name="T40" fmla="*/ 75 w 96"/>
              <a:gd name="T41" fmla="*/ 5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 h="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p>
        </p:txBody>
      </p:sp>
      <p:sp>
        <p:nvSpPr>
          <p:cNvPr id="50" name="Content Placeholder 48">
            <a:extLst>
              <a:ext uri="{FF2B5EF4-FFF2-40B4-BE49-F238E27FC236}">
                <a16:creationId xmlns:a16="http://schemas.microsoft.com/office/drawing/2014/main" id="{FF5A177C-03B8-06A2-809E-D1AB7CE7C0C0}"/>
              </a:ext>
            </a:extLst>
          </p:cNvPr>
          <p:cNvSpPr>
            <a:spLocks noGrp="1"/>
          </p:cNvSpPr>
          <p:nvPr>
            <p:ph sz="quarter" idx="13" hasCustomPrompt="1"/>
          </p:nvPr>
        </p:nvSpPr>
        <p:spPr>
          <a:xfrm>
            <a:off x="2878795" y="3444349"/>
            <a:ext cx="866775" cy="866775"/>
          </a:xfrm>
          <a:prstGeom prst="ellipse">
            <a:avLst/>
          </a:prstGeom>
          <a:noFill/>
        </p:spPr>
        <p:txBody>
          <a:bodyPr anchor="ctr">
            <a:noAutofit/>
          </a:bodyPr>
          <a:lstStyle>
            <a:lvl1pPr marL="0" indent="0" algn="ctr">
              <a:buNone/>
              <a:defRPr sz="1200" b="0">
                <a:solidFill>
                  <a:schemeClr val="tx1"/>
                </a:solidFill>
              </a:defRPr>
            </a:lvl1pPr>
          </a:lstStyle>
          <a:p>
            <a:pPr lvl="0"/>
            <a:r>
              <a:rPr lang="en-US"/>
              <a:t>Insert Icon here</a:t>
            </a:r>
            <a:endParaRPr lang="en-IN"/>
          </a:p>
        </p:txBody>
      </p:sp>
      <p:sp>
        <p:nvSpPr>
          <p:cNvPr id="52" name="Content Placeholder 48">
            <a:extLst>
              <a:ext uri="{FF2B5EF4-FFF2-40B4-BE49-F238E27FC236}">
                <a16:creationId xmlns:a16="http://schemas.microsoft.com/office/drawing/2014/main" id="{05F77255-05C0-9A74-DD40-A5916AAD5B0C}"/>
              </a:ext>
            </a:extLst>
          </p:cNvPr>
          <p:cNvSpPr>
            <a:spLocks noGrp="1"/>
          </p:cNvSpPr>
          <p:nvPr>
            <p:ph sz="quarter" idx="14" hasCustomPrompt="1"/>
          </p:nvPr>
        </p:nvSpPr>
        <p:spPr>
          <a:xfrm>
            <a:off x="4774962" y="1789414"/>
            <a:ext cx="646119" cy="646119"/>
          </a:xfrm>
          <a:prstGeom prst="ellipse">
            <a:avLst/>
          </a:prstGeom>
          <a:noFill/>
        </p:spPr>
        <p:txBody>
          <a:bodyPr lIns="0" rIns="0" anchor="ctr">
            <a:noAutofit/>
          </a:bodyPr>
          <a:lstStyle>
            <a:lvl1pPr marL="0" indent="0" algn="ctr">
              <a:buNone/>
              <a:defRPr sz="1050" b="0">
                <a:solidFill>
                  <a:schemeClr val="tx1"/>
                </a:solidFill>
              </a:defRPr>
            </a:lvl1pPr>
          </a:lstStyle>
          <a:p>
            <a:pPr lvl="0"/>
            <a:r>
              <a:rPr lang="en-US"/>
              <a:t>Insert Icon here</a:t>
            </a:r>
            <a:endParaRPr lang="en-IN"/>
          </a:p>
        </p:txBody>
      </p:sp>
      <p:sp>
        <p:nvSpPr>
          <p:cNvPr id="53" name="Content Placeholder 48">
            <a:extLst>
              <a:ext uri="{FF2B5EF4-FFF2-40B4-BE49-F238E27FC236}">
                <a16:creationId xmlns:a16="http://schemas.microsoft.com/office/drawing/2014/main" id="{77F5205B-9112-EE4B-620A-91B4E4B97C98}"/>
              </a:ext>
            </a:extLst>
          </p:cNvPr>
          <p:cNvSpPr>
            <a:spLocks noGrp="1"/>
          </p:cNvSpPr>
          <p:nvPr>
            <p:ph sz="quarter" idx="15" hasCustomPrompt="1"/>
          </p:nvPr>
        </p:nvSpPr>
        <p:spPr>
          <a:xfrm>
            <a:off x="5500037" y="3546235"/>
            <a:ext cx="646119" cy="646119"/>
          </a:xfrm>
          <a:prstGeom prst="ellipse">
            <a:avLst/>
          </a:prstGeom>
          <a:noFill/>
        </p:spPr>
        <p:txBody>
          <a:bodyPr lIns="0" rIns="0" anchor="ctr">
            <a:noAutofit/>
          </a:bodyPr>
          <a:lstStyle>
            <a:lvl1pPr marL="0" indent="0" algn="ctr">
              <a:buNone/>
              <a:defRPr sz="1050" b="0">
                <a:solidFill>
                  <a:schemeClr val="tx1"/>
                </a:solidFill>
              </a:defRPr>
            </a:lvl1pPr>
          </a:lstStyle>
          <a:p>
            <a:pPr lvl="0"/>
            <a:r>
              <a:rPr lang="en-US"/>
              <a:t>Insert Icon here</a:t>
            </a:r>
            <a:endParaRPr lang="en-IN"/>
          </a:p>
        </p:txBody>
      </p:sp>
      <p:sp>
        <p:nvSpPr>
          <p:cNvPr id="54" name="Content Placeholder 48">
            <a:extLst>
              <a:ext uri="{FF2B5EF4-FFF2-40B4-BE49-F238E27FC236}">
                <a16:creationId xmlns:a16="http://schemas.microsoft.com/office/drawing/2014/main" id="{3858EDFE-7F0B-98AF-BF6E-4F3225FE588A}"/>
              </a:ext>
            </a:extLst>
          </p:cNvPr>
          <p:cNvSpPr>
            <a:spLocks noGrp="1"/>
          </p:cNvSpPr>
          <p:nvPr>
            <p:ph sz="quarter" idx="16" hasCustomPrompt="1"/>
          </p:nvPr>
        </p:nvSpPr>
        <p:spPr>
          <a:xfrm>
            <a:off x="4765840" y="5429053"/>
            <a:ext cx="646119" cy="646119"/>
          </a:xfrm>
          <a:prstGeom prst="ellipse">
            <a:avLst/>
          </a:prstGeom>
          <a:noFill/>
        </p:spPr>
        <p:txBody>
          <a:bodyPr lIns="0" rIns="0" anchor="ctr">
            <a:noAutofit/>
          </a:bodyPr>
          <a:lstStyle>
            <a:lvl1pPr marL="0" indent="0" algn="ctr">
              <a:buNone/>
              <a:defRPr sz="1050" b="0">
                <a:solidFill>
                  <a:schemeClr val="tx1"/>
                </a:solidFill>
              </a:defRPr>
            </a:lvl1pPr>
          </a:lstStyle>
          <a:p>
            <a:pPr lvl="0"/>
            <a:r>
              <a:rPr lang="en-US"/>
              <a:t>Insert Icon here</a:t>
            </a:r>
            <a:endParaRPr lang="en-IN"/>
          </a:p>
        </p:txBody>
      </p:sp>
      <p:sp>
        <p:nvSpPr>
          <p:cNvPr id="58" name="Text Placeholder 37">
            <a:extLst>
              <a:ext uri="{FF2B5EF4-FFF2-40B4-BE49-F238E27FC236}">
                <a16:creationId xmlns:a16="http://schemas.microsoft.com/office/drawing/2014/main" id="{B593B476-5837-8062-5891-DAC6F0B8ADB9}"/>
              </a:ext>
            </a:extLst>
          </p:cNvPr>
          <p:cNvSpPr>
            <a:spLocks noGrp="1"/>
          </p:cNvSpPr>
          <p:nvPr>
            <p:ph type="body" sz="quarter" idx="17" hasCustomPrompt="1"/>
          </p:nvPr>
        </p:nvSpPr>
        <p:spPr>
          <a:xfrm>
            <a:off x="5962641" y="1921590"/>
            <a:ext cx="2321778" cy="373142"/>
          </a:xfrm>
        </p:spPr>
        <p:txBody>
          <a:bodyPr>
            <a:normAutofit/>
          </a:bodyPr>
          <a:lstStyle>
            <a:lvl1pPr marL="0" indent="0">
              <a:buNone/>
              <a:defRPr sz="1800" b="1">
                <a:solidFill>
                  <a:schemeClr val="bg1"/>
                </a:solidFill>
                <a:latin typeface="Barlow" panose="00000500000000000000" pitchFamily="2" charset="0"/>
              </a:defRPr>
            </a:lvl1pPr>
          </a:lstStyle>
          <a:p>
            <a:pPr lvl="0"/>
            <a:r>
              <a:rPr lang="en-US"/>
              <a:t>Click to add text</a:t>
            </a:r>
            <a:endParaRPr lang="en-IN"/>
          </a:p>
        </p:txBody>
      </p:sp>
      <p:sp>
        <p:nvSpPr>
          <p:cNvPr id="60" name="Text Placeholder 37">
            <a:extLst>
              <a:ext uri="{FF2B5EF4-FFF2-40B4-BE49-F238E27FC236}">
                <a16:creationId xmlns:a16="http://schemas.microsoft.com/office/drawing/2014/main" id="{3F5D3575-335B-A44B-13A3-674D27F0BFCF}"/>
              </a:ext>
            </a:extLst>
          </p:cNvPr>
          <p:cNvSpPr>
            <a:spLocks noGrp="1"/>
          </p:cNvSpPr>
          <p:nvPr>
            <p:ph type="body" sz="quarter" idx="19" hasCustomPrompt="1"/>
          </p:nvPr>
        </p:nvSpPr>
        <p:spPr>
          <a:xfrm>
            <a:off x="6690027" y="3725912"/>
            <a:ext cx="2321778" cy="373142"/>
          </a:xfrm>
        </p:spPr>
        <p:txBody>
          <a:bodyPr>
            <a:normAutofit/>
          </a:bodyPr>
          <a:lstStyle>
            <a:lvl1pPr marL="0" indent="0">
              <a:buNone/>
              <a:defRPr sz="1800" b="1">
                <a:solidFill>
                  <a:schemeClr val="bg1"/>
                </a:solidFill>
                <a:latin typeface="Barlow" panose="00000500000000000000" pitchFamily="2" charset="0"/>
              </a:defRPr>
            </a:lvl1pPr>
          </a:lstStyle>
          <a:p>
            <a:pPr lvl="0"/>
            <a:r>
              <a:rPr lang="en-US"/>
              <a:t>Click to add text</a:t>
            </a:r>
            <a:endParaRPr lang="en-IN"/>
          </a:p>
        </p:txBody>
      </p:sp>
      <p:sp>
        <p:nvSpPr>
          <p:cNvPr id="62" name="Text Placeholder 37">
            <a:extLst>
              <a:ext uri="{FF2B5EF4-FFF2-40B4-BE49-F238E27FC236}">
                <a16:creationId xmlns:a16="http://schemas.microsoft.com/office/drawing/2014/main" id="{B1D4934E-1083-3A67-D325-D1F4D254CC8D}"/>
              </a:ext>
            </a:extLst>
          </p:cNvPr>
          <p:cNvSpPr>
            <a:spLocks noGrp="1"/>
          </p:cNvSpPr>
          <p:nvPr>
            <p:ph type="body" sz="quarter" idx="20" hasCustomPrompt="1"/>
          </p:nvPr>
        </p:nvSpPr>
        <p:spPr>
          <a:xfrm>
            <a:off x="5962641" y="5515085"/>
            <a:ext cx="2321778" cy="373142"/>
          </a:xfrm>
        </p:spPr>
        <p:txBody>
          <a:bodyPr>
            <a:normAutofit/>
          </a:bodyPr>
          <a:lstStyle>
            <a:lvl1pPr marL="0" indent="0">
              <a:buNone/>
              <a:defRPr sz="1800" b="1">
                <a:solidFill>
                  <a:schemeClr val="bg1"/>
                </a:solidFill>
                <a:latin typeface="Barlow" panose="00000500000000000000" pitchFamily="2" charset="0"/>
              </a:defRPr>
            </a:lvl1pPr>
          </a:lstStyle>
          <a:p>
            <a:pPr lvl="0"/>
            <a:r>
              <a:rPr lang="en-US"/>
              <a:t>Click to add text</a:t>
            </a:r>
            <a:endParaRPr lang="en-IN"/>
          </a:p>
        </p:txBody>
      </p:sp>
      <p:sp>
        <p:nvSpPr>
          <p:cNvPr id="2" name="Title 1">
            <a:extLst>
              <a:ext uri="{FF2B5EF4-FFF2-40B4-BE49-F238E27FC236}">
                <a16:creationId xmlns:a16="http://schemas.microsoft.com/office/drawing/2014/main" id="{6BE0E957-AC49-D6EB-BEC7-176A578291F1}"/>
              </a:ext>
            </a:extLst>
          </p:cNvPr>
          <p:cNvSpPr>
            <a:spLocks noGrp="1"/>
          </p:cNvSpPr>
          <p:nvPr>
            <p:ph type="ctrTitle"/>
          </p:nvPr>
        </p:nvSpPr>
        <p:spPr>
          <a:xfrm>
            <a:off x="360000" y="338447"/>
            <a:ext cx="11484000" cy="615553"/>
          </a:xfrm>
          <a:prstGeom prst="rect">
            <a:avLst/>
          </a:prstGeom>
        </p:spPr>
        <p:txBody>
          <a:bodyPr vert="horz" lIns="0" tIns="0" rIns="0" bIns="0" rtlCol="0" anchor="t" anchorCtr="0">
            <a:spAutoFit/>
          </a:bodyPr>
          <a:lstStyle>
            <a:lvl1pPr algn="l">
              <a:lnSpc>
                <a:spcPct val="100000"/>
              </a:lnSpc>
              <a:defRPr lang="en-US" sz="4000" dirty="0">
                <a:solidFill>
                  <a:schemeClr val="tx2"/>
                </a:solidFill>
              </a:defRPr>
            </a:lvl1pPr>
          </a:lstStyle>
          <a:p>
            <a:pPr lvl="0"/>
            <a:r>
              <a:rPr lang="en-GB"/>
              <a:t>Click to edit Master title style</a:t>
            </a:r>
            <a:endParaRPr lang="en-US"/>
          </a:p>
        </p:txBody>
      </p:sp>
    </p:spTree>
    <p:extLst>
      <p:ext uri="{BB962C8B-B14F-4D97-AF65-F5344CB8AC3E}">
        <p14:creationId xmlns:p14="http://schemas.microsoft.com/office/powerpoint/2010/main" val="1086856913"/>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1_Q&amp;A">
    <p:bg>
      <p:bgPr>
        <a:gradFill>
          <a:gsLst>
            <a:gs pos="100000">
              <a:schemeClr val="tx2"/>
            </a:gs>
            <a:gs pos="0">
              <a:schemeClr val="accent1"/>
            </a:gs>
          </a:gsLst>
          <a:lin ang="5400000" scaled="1"/>
        </a:gradFill>
        <a:effectLst/>
      </p:bgPr>
    </p:bg>
    <p:spTree>
      <p:nvGrpSpPr>
        <p:cNvPr id="1" name=""/>
        <p:cNvGrpSpPr/>
        <p:nvPr/>
      </p:nvGrpSpPr>
      <p:grpSpPr>
        <a:xfrm>
          <a:off x="0" y="0"/>
          <a:ext cx="0" cy="0"/>
          <a:chOff x="0" y="0"/>
          <a:chExt cx="0" cy="0"/>
        </a:xfrm>
      </p:grpSpPr>
      <p:sp>
        <p:nvSpPr>
          <p:cNvPr id="6" name="Isosceles Triangle 5">
            <a:extLst>
              <a:ext uri="{FF2B5EF4-FFF2-40B4-BE49-F238E27FC236}">
                <a16:creationId xmlns:a16="http://schemas.microsoft.com/office/drawing/2014/main" id="{9F13897D-CB02-42E4-8C7A-E57FDCBE5A51}"/>
              </a:ext>
            </a:extLst>
          </p:cNvPr>
          <p:cNvSpPr/>
          <p:nvPr userDrawn="1"/>
        </p:nvSpPr>
        <p:spPr>
          <a:xfrm rot="10800000">
            <a:off x="5321096" y="-1"/>
            <a:ext cx="4348468" cy="5021943"/>
          </a:xfrm>
          <a:prstGeom prst="triangle">
            <a:avLst/>
          </a:prstGeom>
          <a:gradFill>
            <a:gsLst>
              <a:gs pos="50000">
                <a:srgbClr val="F2672A"/>
              </a:gs>
              <a:gs pos="0">
                <a:srgbClr val="BF2026"/>
              </a:gs>
              <a:gs pos="100000">
                <a:srgbClr val="F68721">
                  <a:alpha val="87843"/>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7" name="Group 6">
            <a:extLst>
              <a:ext uri="{FF2B5EF4-FFF2-40B4-BE49-F238E27FC236}">
                <a16:creationId xmlns:a16="http://schemas.microsoft.com/office/drawing/2014/main" id="{FFCE9F3D-C63C-486E-9C4A-91A0E7EC50CC}"/>
              </a:ext>
            </a:extLst>
          </p:cNvPr>
          <p:cNvGrpSpPr/>
          <p:nvPr userDrawn="1"/>
        </p:nvGrpSpPr>
        <p:grpSpPr>
          <a:xfrm>
            <a:off x="715600" y="2098526"/>
            <a:ext cx="6096000" cy="1723549"/>
            <a:chOff x="715600" y="2205347"/>
            <a:chExt cx="6096000" cy="1723549"/>
          </a:xfrm>
        </p:grpSpPr>
        <p:sp>
          <p:nvSpPr>
            <p:cNvPr id="8" name="Title 6">
              <a:extLst>
                <a:ext uri="{FF2B5EF4-FFF2-40B4-BE49-F238E27FC236}">
                  <a16:creationId xmlns:a16="http://schemas.microsoft.com/office/drawing/2014/main" id="{C54BEAA6-F4B4-1D01-D8BC-B1ED788C09EC}"/>
                </a:ext>
              </a:extLst>
            </p:cNvPr>
            <p:cNvSpPr txBox="1">
              <a:spLocks/>
            </p:cNvSpPr>
            <p:nvPr/>
          </p:nvSpPr>
          <p:spPr>
            <a:xfrm>
              <a:off x="715600" y="2205347"/>
              <a:ext cx="6096000" cy="1354217"/>
            </a:xfrm>
            <a:prstGeom prst="rect">
              <a:avLst/>
            </a:prstGeom>
          </p:spPr>
          <p:txBody>
            <a:bodyPr vert="horz" wrap="square" lIns="0" tIns="0" rIns="0" bIns="0" rtlCol="0" anchor="t" anchorCtr="0">
              <a:spAutoFit/>
            </a:bodyPr>
            <a:lstStyle>
              <a:lvl1pPr algn="l" defTabSz="914400" rtl="0" eaLnBrk="1" latinLnBrk="0" hangingPunct="1">
                <a:lnSpc>
                  <a:spcPct val="100000"/>
                </a:lnSpc>
                <a:spcBef>
                  <a:spcPct val="0"/>
                </a:spcBef>
                <a:buNone/>
                <a:defRPr lang="en-US" sz="3200" b="1" kern="1200" dirty="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sz="8800" b="1" i="0" u="none" strike="noStrike" kern="1200" cap="none" spc="0" normalizeH="0" baseline="0" noProof="0">
                  <a:ln>
                    <a:noFill/>
                  </a:ln>
                  <a:solidFill>
                    <a:srgbClr val="FFFFFF"/>
                  </a:solidFill>
                  <a:effectLst/>
                  <a:uLnTx/>
                  <a:uFillTx/>
                  <a:latin typeface="Barlow" panose="00000500000000000000" pitchFamily="2" charset="0"/>
                  <a:ea typeface="+mj-ea"/>
                  <a:cs typeface="+mj-cs"/>
                </a:rPr>
                <a:t>Q &amp; A</a:t>
              </a:r>
            </a:p>
          </p:txBody>
        </p:sp>
        <p:sp>
          <p:nvSpPr>
            <p:cNvPr id="9" name="TextBox 8">
              <a:extLst>
                <a:ext uri="{FF2B5EF4-FFF2-40B4-BE49-F238E27FC236}">
                  <a16:creationId xmlns:a16="http://schemas.microsoft.com/office/drawing/2014/main" id="{896FA2EB-FBF9-B701-1260-FDC84917C3E2}"/>
                </a:ext>
              </a:extLst>
            </p:cNvPr>
            <p:cNvSpPr txBox="1"/>
            <p:nvPr/>
          </p:nvSpPr>
          <p:spPr>
            <a:xfrm>
              <a:off x="715600" y="3559564"/>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Barlow-Regular" panose="02040502050405020303"/>
                  <a:ea typeface="+mn-ea"/>
                  <a:cs typeface="+mn-cs"/>
                </a:rPr>
                <a:t>If you have questions, ASK</a:t>
              </a:r>
            </a:p>
          </p:txBody>
        </p:sp>
      </p:grpSp>
      <p:grpSp>
        <p:nvGrpSpPr>
          <p:cNvPr id="10" name="Group 9">
            <a:extLst>
              <a:ext uri="{FF2B5EF4-FFF2-40B4-BE49-F238E27FC236}">
                <a16:creationId xmlns:a16="http://schemas.microsoft.com/office/drawing/2014/main" id="{73617A44-CCCA-8FB2-D29A-5965B9086BFA}"/>
              </a:ext>
            </a:extLst>
          </p:cNvPr>
          <p:cNvGrpSpPr/>
          <p:nvPr userDrawn="1"/>
        </p:nvGrpSpPr>
        <p:grpSpPr>
          <a:xfrm>
            <a:off x="647700" y="5924400"/>
            <a:ext cx="1951864" cy="324000"/>
            <a:chOff x="3753875" y="6160946"/>
            <a:chExt cx="1951864" cy="324000"/>
          </a:xfrm>
        </p:grpSpPr>
        <p:pic>
          <p:nvPicPr>
            <p:cNvPr id="11" name="Graphic 10">
              <a:hlinkClick r:id="rId2"/>
              <a:extLst>
                <a:ext uri="{FF2B5EF4-FFF2-40B4-BE49-F238E27FC236}">
                  <a16:creationId xmlns:a16="http://schemas.microsoft.com/office/drawing/2014/main" id="{754359D8-02F2-EF82-4FC1-C373B76B461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92408" y="6176371"/>
              <a:ext cx="270000" cy="270000"/>
            </a:xfrm>
            <a:prstGeom prst="rect">
              <a:avLst/>
            </a:prstGeom>
          </p:spPr>
        </p:pic>
        <p:pic>
          <p:nvPicPr>
            <p:cNvPr id="12" name="Graphic 11">
              <a:hlinkClick r:id="rId5"/>
              <a:extLst>
                <a:ext uri="{FF2B5EF4-FFF2-40B4-BE49-F238E27FC236}">
                  <a16:creationId xmlns:a16="http://schemas.microsoft.com/office/drawing/2014/main" id="{2406B096-DD70-F68B-4334-B4FFE26E415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769474" y="6160946"/>
              <a:ext cx="259200" cy="324000"/>
            </a:xfrm>
            <a:prstGeom prst="rect">
              <a:avLst/>
            </a:prstGeom>
          </p:spPr>
        </p:pic>
        <p:pic>
          <p:nvPicPr>
            <p:cNvPr id="13" name="Graphic 12">
              <a:hlinkClick r:id="rId8"/>
              <a:extLst>
                <a:ext uri="{FF2B5EF4-FFF2-40B4-BE49-F238E27FC236}">
                  <a16:creationId xmlns:a16="http://schemas.microsoft.com/office/drawing/2014/main" id="{4C2B0EDD-51A6-637A-E192-68E5D5B0C25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097207" y="6176371"/>
              <a:ext cx="270000" cy="270000"/>
            </a:xfrm>
            <a:prstGeom prst="rect">
              <a:avLst/>
            </a:prstGeom>
          </p:spPr>
        </p:pic>
        <p:pic>
          <p:nvPicPr>
            <p:cNvPr id="14" name="Graphic 13">
              <a:hlinkClick r:id="rId11"/>
              <a:extLst>
                <a:ext uri="{FF2B5EF4-FFF2-40B4-BE49-F238E27FC236}">
                  <a16:creationId xmlns:a16="http://schemas.microsoft.com/office/drawing/2014/main" id="{08706D00-386F-389A-F5E4-49542B440AF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430941" y="6176371"/>
              <a:ext cx="270000" cy="270000"/>
            </a:xfrm>
            <a:prstGeom prst="rect">
              <a:avLst/>
            </a:prstGeom>
          </p:spPr>
        </p:pic>
        <p:pic>
          <p:nvPicPr>
            <p:cNvPr id="15" name="Graphic 14">
              <a:hlinkClick r:id="rId14"/>
              <a:extLst>
                <a:ext uri="{FF2B5EF4-FFF2-40B4-BE49-F238E27FC236}">
                  <a16:creationId xmlns:a16="http://schemas.microsoft.com/office/drawing/2014/main" id="{757AA99A-2E38-19EC-84C7-62938562C342}"/>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753875" y="6187946"/>
              <a:ext cx="270000" cy="270000"/>
            </a:xfrm>
            <a:prstGeom prst="rect">
              <a:avLst/>
            </a:prstGeom>
          </p:spPr>
        </p:pic>
        <p:pic>
          <p:nvPicPr>
            <p:cNvPr id="16" name="Graphic 15" descr="World">
              <a:hlinkClick r:id="rId17"/>
              <a:extLst>
                <a:ext uri="{FF2B5EF4-FFF2-40B4-BE49-F238E27FC236}">
                  <a16:creationId xmlns:a16="http://schemas.microsoft.com/office/drawing/2014/main" id="{22CE2BE9-F480-8C1F-1B98-540D31DB41B9}"/>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5435739" y="6176371"/>
              <a:ext cx="270000" cy="270000"/>
            </a:xfrm>
            <a:prstGeom prst="rect">
              <a:avLst/>
            </a:prstGeom>
          </p:spPr>
        </p:pic>
      </p:grpSp>
      <p:sp>
        <p:nvSpPr>
          <p:cNvPr id="17" name="Rectangle 54">
            <a:extLst>
              <a:ext uri="{FF2B5EF4-FFF2-40B4-BE49-F238E27FC236}">
                <a16:creationId xmlns:a16="http://schemas.microsoft.com/office/drawing/2014/main" id="{609BD27C-B5BA-2F61-5D70-32BE135FB164}"/>
              </a:ext>
            </a:extLst>
          </p:cNvPr>
          <p:cNvSpPr/>
          <p:nvPr userDrawn="1"/>
        </p:nvSpPr>
        <p:spPr>
          <a:xfrm>
            <a:off x="4635500" y="-25400"/>
            <a:ext cx="7564100" cy="6883400"/>
          </a:xfrm>
          <a:custGeom>
            <a:avLst/>
            <a:gdLst>
              <a:gd name="connsiteX0" fmla="*/ 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0 w 7564100"/>
              <a:gd name="connsiteY4" fmla="*/ 0 h 6858000"/>
              <a:gd name="connsiteX0" fmla="*/ 403860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4038600 w 7564100"/>
              <a:gd name="connsiteY4" fmla="*/ 0 h 6858000"/>
              <a:gd name="connsiteX0" fmla="*/ 4622800 w 7564100"/>
              <a:gd name="connsiteY0" fmla="*/ 0 h 6883400"/>
              <a:gd name="connsiteX1" fmla="*/ 7564100 w 7564100"/>
              <a:gd name="connsiteY1" fmla="*/ 25400 h 6883400"/>
              <a:gd name="connsiteX2" fmla="*/ 7564100 w 7564100"/>
              <a:gd name="connsiteY2" fmla="*/ 6883400 h 6883400"/>
              <a:gd name="connsiteX3" fmla="*/ 0 w 7564100"/>
              <a:gd name="connsiteY3" fmla="*/ 6883400 h 6883400"/>
              <a:gd name="connsiteX4" fmla="*/ 4622800 w 7564100"/>
              <a:gd name="connsiteY4" fmla="*/ 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4100" h="6883400">
                <a:moveTo>
                  <a:pt x="4622800" y="0"/>
                </a:moveTo>
                <a:lnTo>
                  <a:pt x="7564100" y="25400"/>
                </a:lnTo>
                <a:lnTo>
                  <a:pt x="7564100" y="6883400"/>
                </a:lnTo>
                <a:lnTo>
                  <a:pt x="0" y="6883400"/>
                </a:lnTo>
                <a:lnTo>
                  <a:pt x="4622800" y="0"/>
                </a:lnTo>
                <a:close/>
              </a:path>
            </a:pathLst>
          </a:custGeom>
          <a:solidFill>
            <a:srgbClr val="BF2026">
              <a:alpha val="1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Barlow-Regular" panose="02040502050405020303"/>
              <a:ea typeface="+mn-ea"/>
              <a:cs typeface="+mn-cs"/>
            </a:endParaRPr>
          </a:p>
        </p:txBody>
      </p:sp>
      <p:sp>
        <p:nvSpPr>
          <p:cNvPr id="20" name="Picture Placeholder 18">
            <a:extLst>
              <a:ext uri="{FF2B5EF4-FFF2-40B4-BE49-F238E27FC236}">
                <a16:creationId xmlns:a16="http://schemas.microsoft.com/office/drawing/2014/main" id="{43E614FD-9123-9C07-C410-136079D900E3}"/>
              </a:ext>
            </a:extLst>
          </p:cNvPr>
          <p:cNvSpPr>
            <a:spLocks noGrp="1"/>
          </p:cNvSpPr>
          <p:nvPr>
            <p:ph type="pic" sz="quarter" idx="13"/>
          </p:nvPr>
        </p:nvSpPr>
        <p:spPr>
          <a:xfrm>
            <a:off x="5168900" y="341313"/>
            <a:ext cx="4694238" cy="6516687"/>
          </a:xfrm>
        </p:spPr>
        <p:txBody>
          <a:bodyPr/>
          <a:lstStyle/>
          <a:p>
            <a:endParaRPr lang="en-IN"/>
          </a:p>
        </p:txBody>
      </p:sp>
    </p:spTree>
    <p:extLst>
      <p:ext uri="{BB962C8B-B14F-4D97-AF65-F5344CB8AC3E}">
        <p14:creationId xmlns:p14="http://schemas.microsoft.com/office/powerpoint/2010/main" val="3260941617"/>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1_Thank you">
    <p:bg>
      <p:bgPr>
        <a:gradFill>
          <a:gsLst>
            <a:gs pos="100000">
              <a:schemeClr val="tx2"/>
            </a:gs>
            <a:gs pos="0">
              <a:schemeClr val="accent1"/>
            </a:gs>
          </a:gsLst>
          <a:lin ang="5400000" scaled="1"/>
        </a:grad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E3414B06-2902-C6C4-27ED-C7D2ED8D2D68}"/>
              </a:ext>
            </a:extLst>
          </p:cNvPr>
          <p:cNvGrpSpPr/>
          <p:nvPr userDrawn="1"/>
        </p:nvGrpSpPr>
        <p:grpSpPr>
          <a:xfrm>
            <a:off x="715600" y="2098526"/>
            <a:ext cx="6096000" cy="1723549"/>
            <a:chOff x="715600" y="2205347"/>
            <a:chExt cx="6096000" cy="1723549"/>
          </a:xfrm>
        </p:grpSpPr>
        <p:sp>
          <p:nvSpPr>
            <p:cNvPr id="20" name="Title 6">
              <a:extLst>
                <a:ext uri="{FF2B5EF4-FFF2-40B4-BE49-F238E27FC236}">
                  <a16:creationId xmlns:a16="http://schemas.microsoft.com/office/drawing/2014/main" id="{5060C4BB-F509-1381-1879-F83E496B6CC8}"/>
                </a:ext>
              </a:extLst>
            </p:cNvPr>
            <p:cNvSpPr txBox="1">
              <a:spLocks/>
            </p:cNvSpPr>
            <p:nvPr/>
          </p:nvSpPr>
          <p:spPr>
            <a:xfrm>
              <a:off x="715600" y="2205347"/>
              <a:ext cx="6096000" cy="1354217"/>
            </a:xfrm>
            <a:prstGeom prst="rect">
              <a:avLst/>
            </a:prstGeom>
          </p:spPr>
          <p:txBody>
            <a:bodyPr vert="horz" wrap="square" lIns="0" tIns="0" rIns="0" bIns="0" rtlCol="0" anchor="t" anchorCtr="0">
              <a:spAutoFit/>
            </a:bodyPr>
            <a:lstStyle>
              <a:lvl1pPr algn="l" defTabSz="914400" rtl="0" eaLnBrk="1" latinLnBrk="0" hangingPunct="1">
                <a:lnSpc>
                  <a:spcPct val="100000"/>
                </a:lnSpc>
                <a:spcBef>
                  <a:spcPct val="0"/>
                </a:spcBef>
                <a:buNone/>
                <a:defRPr lang="en-US" sz="3200" b="1" kern="1200" dirty="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sz="8800" b="1" i="0" u="none" strike="noStrike" kern="1200" cap="none" spc="0" normalizeH="0" baseline="0" noProof="0">
                  <a:ln>
                    <a:noFill/>
                  </a:ln>
                  <a:solidFill>
                    <a:srgbClr val="FFFFFF"/>
                  </a:solidFill>
                  <a:effectLst/>
                  <a:uLnTx/>
                  <a:uFillTx/>
                  <a:latin typeface="Barlow" panose="00000500000000000000" pitchFamily="2" charset="0"/>
                  <a:ea typeface="+mj-ea"/>
                  <a:cs typeface="+mj-cs"/>
                </a:rPr>
                <a:t>THANK YOU</a:t>
              </a:r>
            </a:p>
          </p:txBody>
        </p:sp>
        <p:sp>
          <p:nvSpPr>
            <p:cNvPr id="21" name="TextBox 20">
              <a:extLst>
                <a:ext uri="{FF2B5EF4-FFF2-40B4-BE49-F238E27FC236}">
                  <a16:creationId xmlns:a16="http://schemas.microsoft.com/office/drawing/2014/main" id="{594C4F9F-11EE-186B-0849-69F1A37BF8FC}"/>
                </a:ext>
              </a:extLst>
            </p:cNvPr>
            <p:cNvSpPr txBox="1"/>
            <p:nvPr/>
          </p:nvSpPr>
          <p:spPr>
            <a:xfrm>
              <a:off x="715600" y="3559564"/>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Barlow-Regular" panose="02040502050405020303"/>
                  <a:ea typeface="+mn-ea"/>
                  <a:cs typeface="+mn-cs"/>
                </a:rPr>
                <a:t>If you have questions, ASK</a:t>
              </a:r>
            </a:p>
          </p:txBody>
        </p:sp>
      </p:grpSp>
      <p:grpSp>
        <p:nvGrpSpPr>
          <p:cNvPr id="22" name="Group 21">
            <a:extLst>
              <a:ext uri="{FF2B5EF4-FFF2-40B4-BE49-F238E27FC236}">
                <a16:creationId xmlns:a16="http://schemas.microsoft.com/office/drawing/2014/main" id="{750F6642-9E53-4754-8489-933A5EFC6598}"/>
              </a:ext>
            </a:extLst>
          </p:cNvPr>
          <p:cNvGrpSpPr/>
          <p:nvPr userDrawn="1"/>
        </p:nvGrpSpPr>
        <p:grpSpPr>
          <a:xfrm>
            <a:off x="647700" y="5924400"/>
            <a:ext cx="1951864" cy="324000"/>
            <a:chOff x="3753875" y="6160946"/>
            <a:chExt cx="1951864" cy="324000"/>
          </a:xfrm>
        </p:grpSpPr>
        <p:pic>
          <p:nvPicPr>
            <p:cNvPr id="23" name="Graphic 22">
              <a:hlinkClick r:id="rId2"/>
              <a:extLst>
                <a:ext uri="{FF2B5EF4-FFF2-40B4-BE49-F238E27FC236}">
                  <a16:creationId xmlns:a16="http://schemas.microsoft.com/office/drawing/2014/main" id="{792BEEF0-0561-BF6B-8DD8-C816C123AB7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92408" y="6176371"/>
              <a:ext cx="270000" cy="270000"/>
            </a:xfrm>
            <a:prstGeom prst="rect">
              <a:avLst/>
            </a:prstGeom>
          </p:spPr>
        </p:pic>
        <p:pic>
          <p:nvPicPr>
            <p:cNvPr id="24" name="Graphic 23">
              <a:hlinkClick r:id="rId5"/>
              <a:extLst>
                <a:ext uri="{FF2B5EF4-FFF2-40B4-BE49-F238E27FC236}">
                  <a16:creationId xmlns:a16="http://schemas.microsoft.com/office/drawing/2014/main" id="{0B8BE0DB-C28D-F5E8-6D78-F4DB1BC3ACB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769474" y="6160946"/>
              <a:ext cx="259200" cy="324000"/>
            </a:xfrm>
            <a:prstGeom prst="rect">
              <a:avLst/>
            </a:prstGeom>
          </p:spPr>
        </p:pic>
        <p:pic>
          <p:nvPicPr>
            <p:cNvPr id="25" name="Graphic 24">
              <a:hlinkClick r:id="rId8"/>
              <a:extLst>
                <a:ext uri="{FF2B5EF4-FFF2-40B4-BE49-F238E27FC236}">
                  <a16:creationId xmlns:a16="http://schemas.microsoft.com/office/drawing/2014/main" id="{24BD766E-3D37-15A9-41C8-36C361D6ADF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097207" y="6176371"/>
              <a:ext cx="270000" cy="270000"/>
            </a:xfrm>
            <a:prstGeom prst="rect">
              <a:avLst/>
            </a:prstGeom>
          </p:spPr>
        </p:pic>
        <p:pic>
          <p:nvPicPr>
            <p:cNvPr id="26" name="Graphic 25">
              <a:hlinkClick r:id="rId11"/>
              <a:extLst>
                <a:ext uri="{FF2B5EF4-FFF2-40B4-BE49-F238E27FC236}">
                  <a16:creationId xmlns:a16="http://schemas.microsoft.com/office/drawing/2014/main" id="{AD19B185-E81C-F27A-4335-8B580C9055D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430941" y="6176371"/>
              <a:ext cx="270000" cy="270000"/>
            </a:xfrm>
            <a:prstGeom prst="rect">
              <a:avLst/>
            </a:prstGeom>
          </p:spPr>
        </p:pic>
        <p:pic>
          <p:nvPicPr>
            <p:cNvPr id="27" name="Graphic 26">
              <a:hlinkClick r:id="rId14"/>
              <a:extLst>
                <a:ext uri="{FF2B5EF4-FFF2-40B4-BE49-F238E27FC236}">
                  <a16:creationId xmlns:a16="http://schemas.microsoft.com/office/drawing/2014/main" id="{608A0BE7-DC6D-07A6-5C16-B74E2EF30FC5}"/>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753875" y="6187946"/>
              <a:ext cx="270000" cy="270000"/>
            </a:xfrm>
            <a:prstGeom prst="rect">
              <a:avLst/>
            </a:prstGeom>
          </p:spPr>
        </p:pic>
        <p:pic>
          <p:nvPicPr>
            <p:cNvPr id="28" name="Graphic 27" descr="World">
              <a:hlinkClick r:id="rId17"/>
              <a:extLst>
                <a:ext uri="{FF2B5EF4-FFF2-40B4-BE49-F238E27FC236}">
                  <a16:creationId xmlns:a16="http://schemas.microsoft.com/office/drawing/2014/main" id="{DA966628-6D15-1281-E4CD-EE3B3A1C6F16}"/>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5435739" y="6176371"/>
              <a:ext cx="270000" cy="270000"/>
            </a:xfrm>
            <a:prstGeom prst="rect">
              <a:avLst/>
            </a:prstGeom>
          </p:spPr>
        </p:pic>
      </p:grpSp>
      <p:sp>
        <p:nvSpPr>
          <p:cNvPr id="8" name="Picture Placeholder 5">
            <a:extLst>
              <a:ext uri="{FF2B5EF4-FFF2-40B4-BE49-F238E27FC236}">
                <a16:creationId xmlns:a16="http://schemas.microsoft.com/office/drawing/2014/main" id="{43B2BBA2-040A-7FA0-46B7-BF93B39AFE2A}"/>
              </a:ext>
            </a:extLst>
          </p:cNvPr>
          <p:cNvSpPr>
            <a:spLocks noGrp="1"/>
          </p:cNvSpPr>
          <p:nvPr>
            <p:ph type="pic" sz="quarter" idx="13"/>
          </p:nvPr>
        </p:nvSpPr>
        <p:spPr>
          <a:xfrm>
            <a:off x="4627563" y="0"/>
            <a:ext cx="7564437" cy="6858000"/>
          </a:xfrm>
        </p:spPr>
        <p:txBody>
          <a:bodyPr/>
          <a:lstStyle/>
          <a:p>
            <a:endParaRPr lang="en-IN"/>
          </a:p>
        </p:txBody>
      </p:sp>
      <p:sp>
        <p:nvSpPr>
          <p:cNvPr id="9" name="Rectangle 11">
            <a:extLst>
              <a:ext uri="{FF2B5EF4-FFF2-40B4-BE49-F238E27FC236}">
                <a16:creationId xmlns:a16="http://schemas.microsoft.com/office/drawing/2014/main" id="{43E4A184-E6FD-826E-B28D-B80375A3DBD6}"/>
              </a:ext>
            </a:extLst>
          </p:cNvPr>
          <p:cNvSpPr/>
          <p:nvPr userDrawn="1"/>
        </p:nvSpPr>
        <p:spPr>
          <a:xfrm>
            <a:off x="4627900" y="0"/>
            <a:ext cx="9519438" cy="6858000"/>
          </a:xfrm>
          <a:custGeom>
            <a:avLst/>
            <a:gdLst>
              <a:gd name="connsiteX0" fmla="*/ 0 w 9519438"/>
              <a:gd name="connsiteY0" fmla="*/ 0 h 6858000"/>
              <a:gd name="connsiteX1" fmla="*/ 9519438 w 9519438"/>
              <a:gd name="connsiteY1" fmla="*/ 0 h 6858000"/>
              <a:gd name="connsiteX2" fmla="*/ 9519438 w 9519438"/>
              <a:gd name="connsiteY2" fmla="*/ 6858000 h 6858000"/>
              <a:gd name="connsiteX3" fmla="*/ 0 w 9519438"/>
              <a:gd name="connsiteY3" fmla="*/ 6858000 h 6858000"/>
              <a:gd name="connsiteX4" fmla="*/ 0 w 9519438"/>
              <a:gd name="connsiteY4" fmla="*/ 0 h 6858000"/>
              <a:gd name="connsiteX0" fmla="*/ 5543550 w 9519438"/>
              <a:gd name="connsiteY0" fmla="*/ 38100 h 6858000"/>
              <a:gd name="connsiteX1" fmla="*/ 9519438 w 9519438"/>
              <a:gd name="connsiteY1" fmla="*/ 0 h 6858000"/>
              <a:gd name="connsiteX2" fmla="*/ 9519438 w 9519438"/>
              <a:gd name="connsiteY2" fmla="*/ 6858000 h 6858000"/>
              <a:gd name="connsiteX3" fmla="*/ 0 w 9519438"/>
              <a:gd name="connsiteY3" fmla="*/ 6858000 h 6858000"/>
              <a:gd name="connsiteX4" fmla="*/ 5543550 w 9519438"/>
              <a:gd name="connsiteY4" fmla="*/ 38100 h 6858000"/>
              <a:gd name="connsiteX0" fmla="*/ 4572000 w 9519438"/>
              <a:gd name="connsiteY0" fmla="*/ 0 h 6858000"/>
              <a:gd name="connsiteX1" fmla="*/ 9519438 w 9519438"/>
              <a:gd name="connsiteY1" fmla="*/ 0 h 6858000"/>
              <a:gd name="connsiteX2" fmla="*/ 9519438 w 9519438"/>
              <a:gd name="connsiteY2" fmla="*/ 6858000 h 6858000"/>
              <a:gd name="connsiteX3" fmla="*/ 0 w 9519438"/>
              <a:gd name="connsiteY3" fmla="*/ 6858000 h 6858000"/>
              <a:gd name="connsiteX4" fmla="*/ 4572000 w 951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19438" h="6858000">
                <a:moveTo>
                  <a:pt x="4572000" y="0"/>
                </a:moveTo>
                <a:lnTo>
                  <a:pt x="9519438" y="0"/>
                </a:lnTo>
                <a:lnTo>
                  <a:pt x="9519438" y="6858000"/>
                </a:lnTo>
                <a:lnTo>
                  <a:pt x="0" y="6858000"/>
                </a:lnTo>
                <a:lnTo>
                  <a:pt x="4572000" y="0"/>
                </a:lnTo>
                <a:close/>
              </a:path>
            </a:pathLst>
          </a:custGeom>
          <a:solidFill>
            <a:srgbClr val="FCE1D4">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Barlow "/>
              <a:ea typeface="+mn-ea"/>
              <a:cs typeface="+mn-cs"/>
            </a:endParaRPr>
          </a:p>
        </p:txBody>
      </p:sp>
    </p:spTree>
    <p:extLst>
      <p:ext uri="{BB962C8B-B14F-4D97-AF65-F5344CB8AC3E}">
        <p14:creationId xmlns:p14="http://schemas.microsoft.com/office/powerpoint/2010/main" val="4200832654"/>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94033-8B9A-4BE4-38E1-3CD7295D0EF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FB8EBB0-8BF8-C1C2-C9E4-E0B80E9B12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C86647-CAF6-A22F-039E-A2CB8D2E3C45}"/>
              </a:ext>
            </a:extLst>
          </p:cNvPr>
          <p:cNvSpPr>
            <a:spLocks noGrp="1"/>
          </p:cNvSpPr>
          <p:nvPr>
            <p:ph type="dt" sz="half" idx="10"/>
          </p:nvPr>
        </p:nvSpPr>
        <p:spPr/>
        <p:txBody>
          <a:bodyPr/>
          <a:lstStyle/>
          <a:p>
            <a:fld id="{5E2541E4-4618-443C-A061-BDC77891D168}" type="datetime1">
              <a:rPr lang="en-IN" smtClean="0"/>
              <a:t>18-12-2024</a:t>
            </a:fld>
            <a:endParaRPr lang="en-IN"/>
          </a:p>
        </p:txBody>
      </p:sp>
      <p:sp>
        <p:nvSpPr>
          <p:cNvPr id="5" name="Footer Placeholder 4">
            <a:extLst>
              <a:ext uri="{FF2B5EF4-FFF2-40B4-BE49-F238E27FC236}">
                <a16:creationId xmlns:a16="http://schemas.microsoft.com/office/drawing/2014/main" id="{5A95CD4A-6FCC-4DD6-643F-58A547BB03D6}"/>
              </a:ext>
            </a:extLst>
          </p:cNvPr>
          <p:cNvSpPr>
            <a:spLocks noGrp="1"/>
          </p:cNvSpPr>
          <p:nvPr>
            <p:ph type="ftr" sz="quarter" idx="11"/>
          </p:nvPr>
        </p:nvSpPr>
        <p:spPr>
          <a:xfrm>
            <a:off x="4038600" y="6356350"/>
            <a:ext cx="4114800" cy="365125"/>
          </a:xfrm>
          <a:prstGeom prst="rect">
            <a:avLst/>
          </a:prstGeom>
        </p:spPr>
        <p:txBody>
          <a:bodyPr/>
          <a:lstStyle/>
          <a:p>
            <a:r>
              <a:rPr lang="en-IN">
                <a:solidFill>
                  <a:schemeClr val="tx2"/>
                </a:solidFill>
              </a:rPr>
              <a:t>Module 7 </a:t>
            </a:r>
            <a:r>
              <a:rPr lang="en-IN"/>
              <a:t>| </a:t>
            </a:r>
            <a:r>
              <a:rPr lang="en-IN">
                <a:solidFill>
                  <a:schemeClr val="accent1"/>
                </a:solidFill>
              </a:rPr>
              <a:t>Business Modelling </a:t>
            </a:r>
          </a:p>
        </p:txBody>
      </p:sp>
      <p:sp>
        <p:nvSpPr>
          <p:cNvPr id="6" name="Slide Number Placeholder 5">
            <a:extLst>
              <a:ext uri="{FF2B5EF4-FFF2-40B4-BE49-F238E27FC236}">
                <a16:creationId xmlns:a16="http://schemas.microsoft.com/office/drawing/2014/main" id="{E8DA4124-3C78-D880-C9D1-2CF6FFDF8C10}"/>
              </a:ext>
            </a:extLst>
          </p:cNvPr>
          <p:cNvSpPr>
            <a:spLocks noGrp="1"/>
          </p:cNvSpPr>
          <p:nvPr>
            <p:ph type="sldNum" sz="quarter" idx="12"/>
          </p:nvPr>
        </p:nvSpPr>
        <p:spPr/>
        <p:txBody>
          <a:bodyPr/>
          <a:lstStyle/>
          <a:p>
            <a:fld id="{B20608C6-AA7D-401F-91BD-E754E1B697DA}" type="slidenum">
              <a:rPr lang="en-IN" smtClean="0"/>
              <a:t>‹#›</a:t>
            </a:fld>
            <a:endParaRPr lang="en-IN"/>
          </a:p>
        </p:txBody>
      </p:sp>
      <p:pic>
        <p:nvPicPr>
          <p:cNvPr id="7" name="Picture 2">
            <a:extLst>
              <a:ext uri="{FF2B5EF4-FFF2-40B4-BE49-F238E27FC236}">
                <a16:creationId xmlns:a16="http://schemas.microsoft.com/office/drawing/2014/main" id="{1D060F6E-10A2-F2F2-A05B-D648378FE41F}"/>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28723" b="27376"/>
          <a:stretch/>
        </p:blipFill>
        <p:spPr bwMode="auto">
          <a:xfrm>
            <a:off x="198814" y="6355654"/>
            <a:ext cx="834887" cy="3665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0379231"/>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18-Dec-24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90894664"/>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userDrawn="1">
  <p:cSld name="8_Title and Content">
    <p:bg>
      <p:bgPr>
        <a:gradFill>
          <a:gsLst>
            <a:gs pos="0">
              <a:srgbClr val="BF2026"/>
            </a:gs>
            <a:gs pos="100000">
              <a:srgbClr val="F2672A"/>
            </a:gs>
          </a:gsLst>
          <a:lin ang="162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7B8AF-92E3-B745-F126-77E5FA8F2F6D}"/>
              </a:ext>
            </a:extLst>
          </p:cNvPr>
          <p:cNvSpPr>
            <a:spLocks noGrp="1"/>
          </p:cNvSpPr>
          <p:nvPr>
            <p:ph type="title" hasCustomPrompt="1"/>
          </p:nvPr>
        </p:nvSpPr>
        <p:spPr>
          <a:xfrm>
            <a:off x="695324" y="376339"/>
            <a:ext cx="10515600" cy="863533"/>
          </a:xfrm>
        </p:spPr>
        <p:txBody>
          <a:bodyPr>
            <a:normAutofit/>
          </a:bodyPr>
          <a:lstStyle>
            <a:lvl1pPr>
              <a:defRPr kumimoji="0" lang="en-IN" sz="4000" b="0" i="0" u="none" strike="noStrike" kern="1200" cap="none" spc="0" normalizeH="0" baseline="0" dirty="0">
                <a:ln>
                  <a:noFill/>
                </a:ln>
                <a:solidFill>
                  <a:srgbClr val="FFFFFF"/>
                </a:solidFill>
                <a:effectLst/>
                <a:uLnTx/>
                <a:uFillTx/>
                <a:latin typeface="Barlow" panose="00000500000000000000" pitchFamily="2"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CLICK TO EDIT MASTER TITLE STYLE</a:t>
            </a:r>
            <a:endParaRPr lang="en-IN"/>
          </a:p>
        </p:txBody>
      </p:sp>
      <p:sp>
        <p:nvSpPr>
          <p:cNvPr id="4" name="Rectangle 54">
            <a:extLst>
              <a:ext uri="{FF2B5EF4-FFF2-40B4-BE49-F238E27FC236}">
                <a16:creationId xmlns:a16="http://schemas.microsoft.com/office/drawing/2014/main" id="{750CCC74-5D8F-74DC-6A95-C5728D205532}"/>
              </a:ext>
            </a:extLst>
          </p:cNvPr>
          <p:cNvSpPr/>
          <p:nvPr userDrawn="1"/>
        </p:nvSpPr>
        <p:spPr>
          <a:xfrm>
            <a:off x="4627900" y="0"/>
            <a:ext cx="7564100" cy="6883400"/>
          </a:xfrm>
          <a:custGeom>
            <a:avLst/>
            <a:gdLst>
              <a:gd name="connsiteX0" fmla="*/ 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0 w 7564100"/>
              <a:gd name="connsiteY4" fmla="*/ 0 h 6858000"/>
              <a:gd name="connsiteX0" fmla="*/ 403860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4038600 w 7564100"/>
              <a:gd name="connsiteY4" fmla="*/ 0 h 6858000"/>
              <a:gd name="connsiteX0" fmla="*/ 4622800 w 7564100"/>
              <a:gd name="connsiteY0" fmla="*/ 0 h 6883400"/>
              <a:gd name="connsiteX1" fmla="*/ 7564100 w 7564100"/>
              <a:gd name="connsiteY1" fmla="*/ 25400 h 6883400"/>
              <a:gd name="connsiteX2" fmla="*/ 7564100 w 7564100"/>
              <a:gd name="connsiteY2" fmla="*/ 6883400 h 6883400"/>
              <a:gd name="connsiteX3" fmla="*/ 0 w 7564100"/>
              <a:gd name="connsiteY3" fmla="*/ 6883400 h 6883400"/>
              <a:gd name="connsiteX4" fmla="*/ 4622800 w 7564100"/>
              <a:gd name="connsiteY4" fmla="*/ 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4100" h="6883400">
                <a:moveTo>
                  <a:pt x="4622800" y="0"/>
                </a:moveTo>
                <a:lnTo>
                  <a:pt x="7564100" y="25400"/>
                </a:lnTo>
                <a:lnTo>
                  <a:pt x="7564100" y="6883400"/>
                </a:lnTo>
                <a:lnTo>
                  <a:pt x="0" y="6883400"/>
                </a:lnTo>
                <a:lnTo>
                  <a:pt x="4622800" y="0"/>
                </a:lnTo>
                <a:close/>
              </a:path>
            </a:pathLst>
          </a:custGeom>
          <a:solidFill>
            <a:srgbClr val="BF2026">
              <a:alpha val="1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Barlow-Regular" panose="02040502050405020303"/>
              <a:ea typeface="+mn-ea"/>
              <a:cs typeface="+mn-cs"/>
            </a:endParaRPr>
          </a:p>
        </p:txBody>
      </p:sp>
    </p:spTree>
    <p:extLst>
      <p:ext uri="{BB962C8B-B14F-4D97-AF65-F5344CB8AC3E}">
        <p14:creationId xmlns:p14="http://schemas.microsoft.com/office/powerpoint/2010/main" val="17474043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71.xml"/><Relationship Id="rId18" Type="http://schemas.openxmlformats.org/officeDocument/2006/relationships/slideLayout" Target="../slideLayouts/slideLayout76.xml"/><Relationship Id="rId26" Type="http://schemas.openxmlformats.org/officeDocument/2006/relationships/slideLayout" Target="../slideLayouts/slideLayout84.xml"/><Relationship Id="rId39" Type="http://schemas.openxmlformats.org/officeDocument/2006/relationships/slideLayout" Target="../slideLayouts/slideLayout97.xml"/><Relationship Id="rId21" Type="http://schemas.openxmlformats.org/officeDocument/2006/relationships/slideLayout" Target="../slideLayouts/slideLayout79.xml"/><Relationship Id="rId34" Type="http://schemas.openxmlformats.org/officeDocument/2006/relationships/slideLayout" Target="../slideLayouts/slideLayout92.xml"/><Relationship Id="rId42" Type="http://schemas.openxmlformats.org/officeDocument/2006/relationships/slideLayout" Target="../slideLayouts/slideLayout100.xml"/><Relationship Id="rId47" Type="http://schemas.openxmlformats.org/officeDocument/2006/relationships/slideLayout" Target="../slideLayouts/slideLayout105.xml"/><Relationship Id="rId50" Type="http://schemas.openxmlformats.org/officeDocument/2006/relationships/slideLayout" Target="../slideLayouts/slideLayout108.xml"/><Relationship Id="rId55" Type="http://schemas.openxmlformats.org/officeDocument/2006/relationships/theme" Target="../theme/theme2.xml"/><Relationship Id="rId7" Type="http://schemas.openxmlformats.org/officeDocument/2006/relationships/slideLayout" Target="../slideLayouts/slideLayout65.xml"/><Relationship Id="rId2" Type="http://schemas.openxmlformats.org/officeDocument/2006/relationships/slideLayout" Target="../slideLayouts/slideLayout60.xml"/><Relationship Id="rId16" Type="http://schemas.openxmlformats.org/officeDocument/2006/relationships/slideLayout" Target="../slideLayouts/slideLayout74.xml"/><Relationship Id="rId29" Type="http://schemas.openxmlformats.org/officeDocument/2006/relationships/slideLayout" Target="../slideLayouts/slideLayout87.xml"/><Relationship Id="rId11" Type="http://schemas.openxmlformats.org/officeDocument/2006/relationships/slideLayout" Target="../slideLayouts/slideLayout69.xml"/><Relationship Id="rId24" Type="http://schemas.openxmlformats.org/officeDocument/2006/relationships/slideLayout" Target="../slideLayouts/slideLayout82.xml"/><Relationship Id="rId32" Type="http://schemas.openxmlformats.org/officeDocument/2006/relationships/slideLayout" Target="../slideLayouts/slideLayout90.xml"/><Relationship Id="rId37" Type="http://schemas.openxmlformats.org/officeDocument/2006/relationships/slideLayout" Target="../slideLayouts/slideLayout95.xml"/><Relationship Id="rId40" Type="http://schemas.openxmlformats.org/officeDocument/2006/relationships/slideLayout" Target="../slideLayouts/slideLayout98.xml"/><Relationship Id="rId45" Type="http://schemas.openxmlformats.org/officeDocument/2006/relationships/slideLayout" Target="../slideLayouts/slideLayout103.xml"/><Relationship Id="rId53" Type="http://schemas.openxmlformats.org/officeDocument/2006/relationships/slideLayout" Target="../slideLayouts/slideLayout111.xml"/><Relationship Id="rId5" Type="http://schemas.openxmlformats.org/officeDocument/2006/relationships/slideLayout" Target="../slideLayouts/slideLayout63.xml"/><Relationship Id="rId10" Type="http://schemas.openxmlformats.org/officeDocument/2006/relationships/slideLayout" Target="../slideLayouts/slideLayout68.xml"/><Relationship Id="rId19" Type="http://schemas.openxmlformats.org/officeDocument/2006/relationships/slideLayout" Target="../slideLayouts/slideLayout77.xml"/><Relationship Id="rId31" Type="http://schemas.openxmlformats.org/officeDocument/2006/relationships/slideLayout" Target="../slideLayouts/slideLayout89.xml"/><Relationship Id="rId44" Type="http://schemas.openxmlformats.org/officeDocument/2006/relationships/slideLayout" Target="../slideLayouts/slideLayout102.xml"/><Relationship Id="rId52" Type="http://schemas.openxmlformats.org/officeDocument/2006/relationships/slideLayout" Target="../slideLayouts/slideLayout110.xml"/><Relationship Id="rId4" Type="http://schemas.openxmlformats.org/officeDocument/2006/relationships/slideLayout" Target="../slideLayouts/slideLayout62.xml"/><Relationship Id="rId9" Type="http://schemas.openxmlformats.org/officeDocument/2006/relationships/slideLayout" Target="../slideLayouts/slideLayout67.xml"/><Relationship Id="rId14" Type="http://schemas.openxmlformats.org/officeDocument/2006/relationships/slideLayout" Target="../slideLayouts/slideLayout72.xml"/><Relationship Id="rId22" Type="http://schemas.openxmlformats.org/officeDocument/2006/relationships/slideLayout" Target="../slideLayouts/slideLayout80.xml"/><Relationship Id="rId27" Type="http://schemas.openxmlformats.org/officeDocument/2006/relationships/slideLayout" Target="../slideLayouts/slideLayout85.xml"/><Relationship Id="rId30" Type="http://schemas.openxmlformats.org/officeDocument/2006/relationships/slideLayout" Target="../slideLayouts/slideLayout88.xml"/><Relationship Id="rId35" Type="http://schemas.openxmlformats.org/officeDocument/2006/relationships/slideLayout" Target="../slideLayouts/slideLayout93.xml"/><Relationship Id="rId43" Type="http://schemas.openxmlformats.org/officeDocument/2006/relationships/slideLayout" Target="../slideLayouts/slideLayout101.xml"/><Relationship Id="rId48" Type="http://schemas.openxmlformats.org/officeDocument/2006/relationships/slideLayout" Target="../slideLayouts/slideLayout106.xml"/><Relationship Id="rId8" Type="http://schemas.openxmlformats.org/officeDocument/2006/relationships/slideLayout" Target="../slideLayouts/slideLayout66.xml"/><Relationship Id="rId51" Type="http://schemas.openxmlformats.org/officeDocument/2006/relationships/slideLayout" Target="../slideLayouts/slideLayout109.xml"/><Relationship Id="rId3" Type="http://schemas.openxmlformats.org/officeDocument/2006/relationships/slideLayout" Target="../slideLayouts/slideLayout61.xml"/><Relationship Id="rId12" Type="http://schemas.openxmlformats.org/officeDocument/2006/relationships/slideLayout" Target="../slideLayouts/slideLayout70.xml"/><Relationship Id="rId17" Type="http://schemas.openxmlformats.org/officeDocument/2006/relationships/slideLayout" Target="../slideLayouts/slideLayout75.xml"/><Relationship Id="rId25" Type="http://schemas.openxmlformats.org/officeDocument/2006/relationships/slideLayout" Target="../slideLayouts/slideLayout83.xml"/><Relationship Id="rId33" Type="http://schemas.openxmlformats.org/officeDocument/2006/relationships/slideLayout" Target="../slideLayouts/slideLayout91.xml"/><Relationship Id="rId38" Type="http://schemas.openxmlformats.org/officeDocument/2006/relationships/slideLayout" Target="../slideLayouts/slideLayout96.xml"/><Relationship Id="rId46" Type="http://schemas.openxmlformats.org/officeDocument/2006/relationships/slideLayout" Target="../slideLayouts/slideLayout104.xml"/><Relationship Id="rId20" Type="http://schemas.openxmlformats.org/officeDocument/2006/relationships/slideLayout" Target="../slideLayouts/slideLayout78.xml"/><Relationship Id="rId41" Type="http://schemas.openxmlformats.org/officeDocument/2006/relationships/slideLayout" Target="../slideLayouts/slideLayout99.xml"/><Relationship Id="rId54" Type="http://schemas.openxmlformats.org/officeDocument/2006/relationships/slideLayout" Target="../slideLayouts/slideLayout112.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5" Type="http://schemas.openxmlformats.org/officeDocument/2006/relationships/slideLayout" Target="../slideLayouts/slideLayout73.xml"/><Relationship Id="rId23" Type="http://schemas.openxmlformats.org/officeDocument/2006/relationships/slideLayout" Target="../slideLayouts/slideLayout81.xml"/><Relationship Id="rId28" Type="http://schemas.openxmlformats.org/officeDocument/2006/relationships/slideLayout" Target="../slideLayouts/slideLayout86.xml"/><Relationship Id="rId36" Type="http://schemas.openxmlformats.org/officeDocument/2006/relationships/slideLayout" Target="../slideLayouts/slideLayout94.xml"/><Relationship Id="rId49" Type="http://schemas.openxmlformats.org/officeDocument/2006/relationships/slideLayout" Target="../slideLayouts/slideLayout107.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25.xml"/><Relationship Id="rId18" Type="http://schemas.openxmlformats.org/officeDocument/2006/relationships/slideLayout" Target="../slideLayouts/slideLayout130.xml"/><Relationship Id="rId26" Type="http://schemas.openxmlformats.org/officeDocument/2006/relationships/slideLayout" Target="../slideLayouts/slideLayout138.xml"/><Relationship Id="rId39" Type="http://schemas.openxmlformats.org/officeDocument/2006/relationships/slideLayout" Target="../slideLayouts/slideLayout151.xml"/><Relationship Id="rId21" Type="http://schemas.openxmlformats.org/officeDocument/2006/relationships/slideLayout" Target="../slideLayouts/slideLayout133.xml"/><Relationship Id="rId34" Type="http://schemas.openxmlformats.org/officeDocument/2006/relationships/slideLayout" Target="../slideLayouts/slideLayout146.xml"/><Relationship Id="rId42" Type="http://schemas.openxmlformats.org/officeDocument/2006/relationships/slideLayout" Target="../slideLayouts/slideLayout154.xml"/><Relationship Id="rId47" Type="http://schemas.openxmlformats.org/officeDocument/2006/relationships/slideLayout" Target="../slideLayouts/slideLayout159.xml"/><Relationship Id="rId50" Type="http://schemas.openxmlformats.org/officeDocument/2006/relationships/slideLayout" Target="../slideLayouts/slideLayout162.xml"/><Relationship Id="rId55" Type="http://schemas.openxmlformats.org/officeDocument/2006/relationships/slideLayout" Target="../slideLayouts/slideLayout167.xml"/><Relationship Id="rId7" Type="http://schemas.openxmlformats.org/officeDocument/2006/relationships/slideLayout" Target="../slideLayouts/slideLayout119.xml"/><Relationship Id="rId2" Type="http://schemas.openxmlformats.org/officeDocument/2006/relationships/slideLayout" Target="../slideLayouts/slideLayout114.xml"/><Relationship Id="rId16" Type="http://schemas.openxmlformats.org/officeDocument/2006/relationships/slideLayout" Target="../slideLayouts/slideLayout128.xml"/><Relationship Id="rId29" Type="http://schemas.openxmlformats.org/officeDocument/2006/relationships/slideLayout" Target="../slideLayouts/slideLayout141.xml"/><Relationship Id="rId11" Type="http://schemas.openxmlformats.org/officeDocument/2006/relationships/slideLayout" Target="../slideLayouts/slideLayout123.xml"/><Relationship Id="rId24" Type="http://schemas.openxmlformats.org/officeDocument/2006/relationships/slideLayout" Target="../slideLayouts/slideLayout136.xml"/><Relationship Id="rId32" Type="http://schemas.openxmlformats.org/officeDocument/2006/relationships/slideLayout" Target="../slideLayouts/slideLayout144.xml"/><Relationship Id="rId37" Type="http://schemas.openxmlformats.org/officeDocument/2006/relationships/slideLayout" Target="../slideLayouts/slideLayout149.xml"/><Relationship Id="rId40" Type="http://schemas.openxmlformats.org/officeDocument/2006/relationships/slideLayout" Target="../slideLayouts/slideLayout152.xml"/><Relationship Id="rId45" Type="http://schemas.openxmlformats.org/officeDocument/2006/relationships/slideLayout" Target="../slideLayouts/slideLayout157.xml"/><Relationship Id="rId53" Type="http://schemas.openxmlformats.org/officeDocument/2006/relationships/slideLayout" Target="../slideLayouts/slideLayout165.xml"/><Relationship Id="rId58" Type="http://schemas.openxmlformats.org/officeDocument/2006/relationships/slideLayout" Target="../slideLayouts/slideLayout170.xml"/><Relationship Id="rId5" Type="http://schemas.openxmlformats.org/officeDocument/2006/relationships/slideLayout" Target="../slideLayouts/slideLayout117.xml"/><Relationship Id="rId19" Type="http://schemas.openxmlformats.org/officeDocument/2006/relationships/slideLayout" Target="../slideLayouts/slideLayout131.xml"/><Relationship Id="rId4" Type="http://schemas.openxmlformats.org/officeDocument/2006/relationships/slideLayout" Target="../slideLayouts/slideLayout116.xml"/><Relationship Id="rId9" Type="http://schemas.openxmlformats.org/officeDocument/2006/relationships/slideLayout" Target="../slideLayouts/slideLayout121.xml"/><Relationship Id="rId14" Type="http://schemas.openxmlformats.org/officeDocument/2006/relationships/slideLayout" Target="../slideLayouts/slideLayout126.xml"/><Relationship Id="rId22" Type="http://schemas.openxmlformats.org/officeDocument/2006/relationships/slideLayout" Target="../slideLayouts/slideLayout134.xml"/><Relationship Id="rId27" Type="http://schemas.openxmlformats.org/officeDocument/2006/relationships/slideLayout" Target="../slideLayouts/slideLayout139.xml"/><Relationship Id="rId30" Type="http://schemas.openxmlformats.org/officeDocument/2006/relationships/slideLayout" Target="../slideLayouts/slideLayout142.xml"/><Relationship Id="rId35" Type="http://schemas.openxmlformats.org/officeDocument/2006/relationships/slideLayout" Target="../slideLayouts/slideLayout147.xml"/><Relationship Id="rId43" Type="http://schemas.openxmlformats.org/officeDocument/2006/relationships/slideLayout" Target="../slideLayouts/slideLayout155.xml"/><Relationship Id="rId48" Type="http://schemas.openxmlformats.org/officeDocument/2006/relationships/slideLayout" Target="../slideLayouts/slideLayout160.xml"/><Relationship Id="rId56" Type="http://schemas.openxmlformats.org/officeDocument/2006/relationships/slideLayout" Target="../slideLayouts/slideLayout168.xml"/><Relationship Id="rId8" Type="http://schemas.openxmlformats.org/officeDocument/2006/relationships/slideLayout" Target="../slideLayouts/slideLayout120.xml"/><Relationship Id="rId51" Type="http://schemas.openxmlformats.org/officeDocument/2006/relationships/slideLayout" Target="../slideLayouts/slideLayout163.xml"/><Relationship Id="rId3" Type="http://schemas.openxmlformats.org/officeDocument/2006/relationships/slideLayout" Target="../slideLayouts/slideLayout115.xml"/><Relationship Id="rId12" Type="http://schemas.openxmlformats.org/officeDocument/2006/relationships/slideLayout" Target="../slideLayouts/slideLayout124.xml"/><Relationship Id="rId17" Type="http://schemas.openxmlformats.org/officeDocument/2006/relationships/slideLayout" Target="../slideLayouts/slideLayout129.xml"/><Relationship Id="rId25" Type="http://schemas.openxmlformats.org/officeDocument/2006/relationships/slideLayout" Target="../slideLayouts/slideLayout137.xml"/><Relationship Id="rId33" Type="http://schemas.openxmlformats.org/officeDocument/2006/relationships/slideLayout" Target="../slideLayouts/slideLayout145.xml"/><Relationship Id="rId38" Type="http://schemas.openxmlformats.org/officeDocument/2006/relationships/slideLayout" Target="../slideLayouts/slideLayout150.xml"/><Relationship Id="rId46" Type="http://schemas.openxmlformats.org/officeDocument/2006/relationships/slideLayout" Target="../slideLayouts/slideLayout158.xml"/><Relationship Id="rId59" Type="http://schemas.openxmlformats.org/officeDocument/2006/relationships/theme" Target="../theme/theme3.xml"/><Relationship Id="rId20" Type="http://schemas.openxmlformats.org/officeDocument/2006/relationships/slideLayout" Target="../slideLayouts/slideLayout132.xml"/><Relationship Id="rId41" Type="http://schemas.openxmlformats.org/officeDocument/2006/relationships/slideLayout" Target="../slideLayouts/slideLayout153.xml"/><Relationship Id="rId54" Type="http://schemas.openxmlformats.org/officeDocument/2006/relationships/slideLayout" Target="../slideLayouts/slideLayout166.xml"/><Relationship Id="rId1" Type="http://schemas.openxmlformats.org/officeDocument/2006/relationships/slideLayout" Target="../slideLayouts/slideLayout113.xml"/><Relationship Id="rId6" Type="http://schemas.openxmlformats.org/officeDocument/2006/relationships/slideLayout" Target="../slideLayouts/slideLayout118.xml"/><Relationship Id="rId15" Type="http://schemas.openxmlformats.org/officeDocument/2006/relationships/slideLayout" Target="../slideLayouts/slideLayout127.xml"/><Relationship Id="rId23" Type="http://schemas.openxmlformats.org/officeDocument/2006/relationships/slideLayout" Target="../slideLayouts/slideLayout135.xml"/><Relationship Id="rId28" Type="http://schemas.openxmlformats.org/officeDocument/2006/relationships/slideLayout" Target="../slideLayouts/slideLayout140.xml"/><Relationship Id="rId36" Type="http://schemas.openxmlformats.org/officeDocument/2006/relationships/slideLayout" Target="../slideLayouts/slideLayout148.xml"/><Relationship Id="rId49" Type="http://schemas.openxmlformats.org/officeDocument/2006/relationships/slideLayout" Target="../slideLayouts/slideLayout161.xml"/><Relationship Id="rId57" Type="http://schemas.openxmlformats.org/officeDocument/2006/relationships/slideLayout" Target="../slideLayouts/slideLayout169.xml"/><Relationship Id="rId10" Type="http://schemas.openxmlformats.org/officeDocument/2006/relationships/slideLayout" Target="../slideLayouts/slideLayout122.xml"/><Relationship Id="rId31" Type="http://schemas.openxmlformats.org/officeDocument/2006/relationships/slideLayout" Target="../slideLayouts/slideLayout143.xml"/><Relationship Id="rId44" Type="http://schemas.openxmlformats.org/officeDocument/2006/relationships/slideLayout" Target="../slideLayouts/slideLayout156.xml"/><Relationship Id="rId52" Type="http://schemas.openxmlformats.org/officeDocument/2006/relationships/slideLayout" Target="../slideLayouts/slideLayout164.xml"/></Relationships>
</file>

<file path=ppt/slideMasters/_rels/slideMaster4.xml.rels><?xml version="1.0" encoding="UTF-8" standalone="yes"?>
<Relationships xmlns="http://schemas.openxmlformats.org/package/2006/relationships"><Relationship Id="rId26" Type="http://schemas.openxmlformats.org/officeDocument/2006/relationships/slideLayout" Target="../slideLayouts/slideLayout196.xml"/><Relationship Id="rId21" Type="http://schemas.openxmlformats.org/officeDocument/2006/relationships/slideLayout" Target="../slideLayouts/slideLayout191.xml"/><Relationship Id="rId42" Type="http://schemas.openxmlformats.org/officeDocument/2006/relationships/slideLayout" Target="../slideLayouts/slideLayout212.xml"/><Relationship Id="rId47" Type="http://schemas.openxmlformats.org/officeDocument/2006/relationships/slideLayout" Target="../slideLayouts/slideLayout217.xml"/><Relationship Id="rId63" Type="http://schemas.openxmlformats.org/officeDocument/2006/relationships/slideLayout" Target="../slideLayouts/slideLayout233.xml"/><Relationship Id="rId68" Type="http://schemas.openxmlformats.org/officeDocument/2006/relationships/slideLayout" Target="../slideLayouts/slideLayout238.xml"/><Relationship Id="rId2" Type="http://schemas.openxmlformats.org/officeDocument/2006/relationships/slideLayout" Target="../slideLayouts/slideLayout172.xml"/><Relationship Id="rId16" Type="http://schemas.openxmlformats.org/officeDocument/2006/relationships/slideLayout" Target="../slideLayouts/slideLayout186.xml"/><Relationship Id="rId29" Type="http://schemas.openxmlformats.org/officeDocument/2006/relationships/slideLayout" Target="../slideLayouts/slideLayout199.xml"/><Relationship Id="rId11" Type="http://schemas.openxmlformats.org/officeDocument/2006/relationships/slideLayout" Target="../slideLayouts/slideLayout181.xml"/><Relationship Id="rId24" Type="http://schemas.openxmlformats.org/officeDocument/2006/relationships/slideLayout" Target="../slideLayouts/slideLayout194.xml"/><Relationship Id="rId32" Type="http://schemas.openxmlformats.org/officeDocument/2006/relationships/slideLayout" Target="../slideLayouts/slideLayout202.xml"/><Relationship Id="rId37" Type="http://schemas.openxmlformats.org/officeDocument/2006/relationships/slideLayout" Target="../slideLayouts/slideLayout207.xml"/><Relationship Id="rId40" Type="http://schemas.openxmlformats.org/officeDocument/2006/relationships/slideLayout" Target="../slideLayouts/slideLayout210.xml"/><Relationship Id="rId45" Type="http://schemas.openxmlformats.org/officeDocument/2006/relationships/slideLayout" Target="../slideLayouts/slideLayout215.xml"/><Relationship Id="rId53" Type="http://schemas.openxmlformats.org/officeDocument/2006/relationships/slideLayout" Target="../slideLayouts/slideLayout223.xml"/><Relationship Id="rId58" Type="http://schemas.openxmlformats.org/officeDocument/2006/relationships/slideLayout" Target="../slideLayouts/slideLayout228.xml"/><Relationship Id="rId66" Type="http://schemas.openxmlformats.org/officeDocument/2006/relationships/slideLayout" Target="../slideLayouts/slideLayout236.xml"/><Relationship Id="rId74" Type="http://schemas.openxmlformats.org/officeDocument/2006/relationships/theme" Target="../theme/theme4.xml"/><Relationship Id="rId5" Type="http://schemas.openxmlformats.org/officeDocument/2006/relationships/slideLayout" Target="../slideLayouts/slideLayout175.xml"/><Relationship Id="rId61" Type="http://schemas.openxmlformats.org/officeDocument/2006/relationships/slideLayout" Target="../slideLayouts/slideLayout231.xml"/><Relationship Id="rId19" Type="http://schemas.openxmlformats.org/officeDocument/2006/relationships/slideLayout" Target="../slideLayouts/slideLayout189.xml"/><Relationship Id="rId14" Type="http://schemas.openxmlformats.org/officeDocument/2006/relationships/slideLayout" Target="../slideLayouts/slideLayout184.xml"/><Relationship Id="rId22" Type="http://schemas.openxmlformats.org/officeDocument/2006/relationships/slideLayout" Target="../slideLayouts/slideLayout192.xml"/><Relationship Id="rId27" Type="http://schemas.openxmlformats.org/officeDocument/2006/relationships/slideLayout" Target="../slideLayouts/slideLayout197.xml"/><Relationship Id="rId30" Type="http://schemas.openxmlformats.org/officeDocument/2006/relationships/slideLayout" Target="../slideLayouts/slideLayout200.xml"/><Relationship Id="rId35" Type="http://schemas.openxmlformats.org/officeDocument/2006/relationships/slideLayout" Target="../slideLayouts/slideLayout205.xml"/><Relationship Id="rId43" Type="http://schemas.openxmlformats.org/officeDocument/2006/relationships/slideLayout" Target="../slideLayouts/slideLayout213.xml"/><Relationship Id="rId48" Type="http://schemas.openxmlformats.org/officeDocument/2006/relationships/slideLayout" Target="../slideLayouts/slideLayout218.xml"/><Relationship Id="rId56" Type="http://schemas.openxmlformats.org/officeDocument/2006/relationships/slideLayout" Target="../slideLayouts/slideLayout226.xml"/><Relationship Id="rId64" Type="http://schemas.openxmlformats.org/officeDocument/2006/relationships/slideLayout" Target="../slideLayouts/slideLayout234.xml"/><Relationship Id="rId69" Type="http://schemas.openxmlformats.org/officeDocument/2006/relationships/slideLayout" Target="../slideLayouts/slideLayout239.xml"/><Relationship Id="rId8" Type="http://schemas.openxmlformats.org/officeDocument/2006/relationships/slideLayout" Target="../slideLayouts/slideLayout178.xml"/><Relationship Id="rId51" Type="http://schemas.openxmlformats.org/officeDocument/2006/relationships/slideLayout" Target="../slideLayouts/slideLayout221.xml"/><Relationship Id="rId72" Type="http://schemas.openxmlformats.org/officeDocument/2006/relationships/slideLayout" Target="../slideLayouts/slideLayout242.xml"/><Relationship Id="rId3" Type="http://schemas.openxmlformats.org/officeDocument/2006/relationships/slideLayout" Target="../slideLayouts/slideLayout173.xml"/><Relationship Id="rId12" Type="http://schemas.openxmlformats.org/officeDocument/2006/relationships/slideLayout" Target="../slideLayouts/slideLayout182.xml"/><Relationship Id="rId17" Type="http://schemas.openxmlformats.org/officeDocument/2006/relationships/slideLayout" Target="../slideLayouts/slideLayout187.xml"/><Relationship Id="rId25" Type="http://schemas.openxmlformats.org/officeDocument/2006/relationships/slideLayout" Target="../slideLayouts/slideLayout195.xml"/><Relationship Id="rId33" Type="http://schemas.openxmlformats.org/officeDocument/2006/relationships/slideLayout" Target="../slideLayouts/slideLayout203.xml"/><Relationship Id="rId38" Type="http://schemas.openxmlformats.org/officeDocument/2006/relationships/slideLayout" Target="../slideLayouts/slideLayout208.xml"/><Relationship Id="rId46" Type="http://schemas.openxmlformats.org/officeDocument/2006/relationships/slideLayout" Target="../slideLayouts/slideLayout216.xml"/><Relationship Id="rId59" Type="http://schemas.openxmlformats.org/officeDocument/2006/relationships/slideLayout" Target="../slideLayouts/slideLayout229.xml"/><Relationship Id="rId67" Type="http://schemas.openxmlformats.org/officeDocument/2006/relationships/slideLayout" Target="../slideLayouts/slideLayout237.xml"/><Relationship Id="rId20" Type="http://schemas.openxmlformats.org/officeDocument/2006/relationships/slideLayout" Target="../slideLayouts/slideLayout190.xml"/><Relationship Id="rId41" Type="http://schemas.openxmlformats.org/officeDocument/2006/relationships/slideLayout" Target="../slideLayouts/slideLayout211.xml"/><Relationship Id="rId54" Type="http://schemas.openxmlformats.org/officeDocument/2006/relationships/slideLayout" Target="../slideLayouts/slideLayout224.xml"/><Relationship Id="rId62" Type="http://schemas.openxmlformats.org/officeDocument/2006/relationships/slideLayout" Target="../slideLayouts/slideLayout232.xml"/><Relationship Id="rId70" Type="http://schemas.openxmlformats.org/officeDocument/2006/relationships/slideLayout" Target="../slideLayouts/slideLayout240.xml"/><Relationship Id="rId1" Type="http://schemas.openxmlformats.org/officeDocument/2006/relationships/slideLayout" Target="../slideLayouts/slideLayout171.xml"/><Relationship Id="rId6" Type="http://schemas.openxmlformats.org/officeDocument/2006/relationships/slideLayout" Target="../slideLayouts/slideLayout176.xml"/><Relationship Id="rId15" Type="http://schemas.openxmlformats.org/officeDocument/2006/relationships/slideLayout" Target="../slideLayouts/slideLayout185.xml"/><Relationship Id="rId23" Type="http://schemas.openxmlformats.org/officeDocument/2006/relationships/slideLayout" Target="../slideLayouts/slideLayout193.xml"/><Relationship Id="rId28" Type="http://schemas.openxmlformats.org/officeDocument/2006/relationships/slideLayout" Target="../slideLayouts/slideLayout198.xml"/><Relationship Id="rId36" Type="http://schemas.openxmlformats.org/officeDocument/2006/relationships/slideLayout" Target="../slideLayouts/slideLayout206.xml"/><Relationship Id="rId49" Type="http://schemas.openxmlformats.org/officeDocument/2006/relationships/slideLayout" Target="../slideLayouts/slideLayout219.xml"/><Relationship Id="rId57" Type="http://schemas.openxmlformats.org/officeDocument/2006/relationships/slideLayout" Target="../slideLayouts/slideLayout227.xml"/><Relationship Id="rId10" Type="http://schemas.openxmlformats.org/officeDocument/2006/relationships/slideLayout" Target="../slideLayouts/slideLayout180.xml"/><Relationship Id="rId31" Type="http://schemas.openxmlformats.org/officeDocument/2006/relationships/slideLayout" Target="../slideLayouts/slideLayout201.xml"/><Relationship Id="rId44" Type="http://schemas.openxmlformats.org/officeDocument/2006/relationships/slideLayout" Target="../slideLayouts/slideLayout214.xml"/><Relationship Id="rId52" Type="http://schemas.openxmlformats.org/officeDocument/2006/relationships/slideLayout" Target="../slideLayouts/slideLayout222.xml"/><Relationship Id="rId60" Type="http://schemas.openxmlformats.org/officeDocument/2006/relationships/slideLayout" Target="../slideLayouts/slideLayout230.xml"/><Relationship Id="rId65" Type="http://schemas.openxmlformats.org/officeDocument/2006/relationships/slideLayout" Target="../slideLayouts/slideLayout235.xml"/><Relationship Id="rId73" Type="http://schemas.openxmlformats.org/officeDocument/2006/relationships/slideLayout" Target="../slideLayouts/slideLayout243.xml"/><Relationship Id="rId4" Type="http://schemas.openxmlformats.org/officeDocument/2006/relationships/slideLayout" Target="../slideLayouts/slideLayout174.xml"/><Relationship Id="rId9" Type="http://schemas.openxmlformats.org/officeDocument/2006/relationships/slideLayout" Target="../slideLayouts/slideLayout179.xml"/><Relationship Id="rId13" Type="http://schemas.openxmlformats.org/officeDocument/2006/relationships/slideLayout" Target="../slideLayouts/slideLayout183.xml"/><Relationship Id="rId18" Type="http://schemas.openxmlformats.org/officeDocument/2006/relationships/slideLayout" Target="../slideLayouts/slideLayout188.xml"/><Relationship Id="rId39" Type="http://schemas.openxmlformats.org/officeDocument/2006/relationships/slideLayout" Target="../slideLayouts/slideLayout209.xml"/><Relationship Id="rId34" Type="http://schemas.openxmlformats.org/officeDocument/2006/relationships/slideLayout" Target="../slideLayouts/slideLayout204.xml"/><Relationship Id="rId50" Type="http://schemas.openxmlformats.org/officeDocument/2006/relationships/slideLayout" Target="../slideLayouts/slideLayout220.xml"/><Relationship Id="rId55" Type="http://schemas.openxmlformats.org/officeDocument/2006/relationships/slideLayout" Target="../slideLayouts/slideLayout225.xml"/><Relationship Id="rId7" Type="http://schemas.openxmlformats.org/officeDocument/2006/relationships/slideLayout" Target="../slideLayouts/slideLayout177.xml"/><Relationship Id="rId71" Type="http://schemas.openxmlformats.org/officeDocument/2006/relationships/slideLayout" Target="../slideLayouts/slideLayout2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59C3D4-17C9-CD24-00A0-5DBEAB8C24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B84A9A2-C77E-AEF7-2BD4-D5945BB424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557550030"/>
      </p:ext>
    </p:extLst>
  </p:cSld>
  <p:clrMap bg1="lt1" tx1="dk1" bg2="lt2" tx2="dk2" accent1="accent1" accent2="accent2" accent3="accent3" accent4="accent4" accent5="accent5" accent6="accent6" hlink="hlink" folHlink="folHlink"/>
  <p:sldLayoutIdLst>
    <p:sldLayoutId id="2147483676" r:id="rId1"/>
    <p:sldLayoutId id="2147483678" r:id="rId2"/>
    <p:sldLayoutId id="2147483679" r:id="rId3"/>
    <p:sldLayoutId id="2147483680" r:id="rId4"/>
    <p:sldLayoutId id="2147483660" r:id="rId5"/>
    <p:sldLayoutId id="2147483677" r:id="rId6"/>
    <p:sldLayoutId id="2147483725" r:id="rId7"/>
    <p:sldLayoutId id="2147483661" r:id="rId8"/>
    <p:sldLayoutId id="2147483669" r:id="rId9"/>
    <p:sldLayoutId id="2147483665" r:id="rId10"/>
    <p:sldLayoutId id="2147483668" r:id="rId11"/>
    <p:sldLayoutId id="2147483667" r:id="rId12"/>
    <p:sldLayoutId id="2147483673" r:id="rId13"/>
    <p:sldLayoutId id="2147483671" r:id="rId14"/>
    <p:sldLayoutId id="2147483654" r:id="rId15"/>
    <p:sldLayoutId id="2147483666" r:id="rId16"/>
    <p:sldLayoutId id="2147483672" r:id="rId17"/>
    <p:sldLayoutId id="2147483729" r:id="rId18"/>
    <p:sldLayoutId id="2147483681" r:id="rId19"/>
    <p:sldLayoutId id="2147483682" r:id="rId20"/>
    <p:sldLayoutId id="2147483683" r:id="rId21"/>
    <p:sldLayoutId id="2147483699" r:id="rId22"/>
    <p:sldLayoutId id="2147483708" r:id="rId23"/>
    <p:sldLayoutId id="2147483709" r:id="rId24"/>
    <p:sldLayoutId id="2147483650" r:id="rId25"/>
    <p:sldLayoutId id="2147483686" r:id="rId26"/>
    <p:sldLayoutId id="2147483651" r:id="rId27"/>
    <p:sldLayoutId id="2147483687" r:id="rId28"/>
    <p:sldLayoutId id="2147483690" r:id="rId29"/>
    <p:sldLayoutId id="2147483728" r:id="rId30"/>
    <p:sldLayoutId id="2147483722" r:id="rId31"/>
    <p:sldLayoutId id="2147483652" r:id="rId32"/>
    <p:sldLayoutId id="2147483726" r:id="rId33"/>
    <p:sldLayoutId id="2147483693" r:id="rId34"/>
    <p:sldLayoutId id="2147483727" r:id="rId35"/>
    <p:sldLayoutId id="2147483711" r:id="rId36"/>
    <p:sldLayoutId id="2147483713" r:id="rId37"/>
    <p:sldLayoutId id="2147483715" r:id="rId38"/>
    <p:sldLayoutId id="2147483730" r:id="rId39"/>
    <p:sldLayoutId id="2147483723" r:id="rId40"/>
    <p:sldLayoutId id="2147483701" r:id="rId41"/>
    <p:sldLayoutId id="2147483685" r:id="rId42"/>
    <p:sldLayoutId id="2147483691" r:id="rId43"/>
    <p:sldLayoutId id="2147483697" r:id="rId44"/>
    <p:sldLayoutId id="2147483702" r:id="rId45"/>
    <p:sldLayoutId id="2147483704" r:id="rId46"/>
    <p:sldLayoutId id="2147483737" r:id="rId47"/>
    <p:sldLayoutId id="2147483706" r:id="rId48"/>
    <p:sldLayoutId id="2147483738" r:id="rId49"/>
    <p:sldLayoutId id="2147483717" r:id="rId50"/>
    <p:sldLayoutId id="2147483720" r:id="rId51"/>
    <p:sldLayoutId id="2147483721" r:id="rId52"/>
    <p:sldLayoutId id="2147483674" r:id="rId53"/>
    <p:sldLayoutId id="2147483675" r:id="rId54"/>
    <p:sldLayoutId id="2147483734" r:id="rId55"/>
    <p:sldLayoutId id="2147483735" r:id="rId56"/>
    <p:sldLayoutId id="2147483736" r:id="rId57"/>
    <p:sldLayoutId id="2147483751" r:id="rId58"/>
  </p:sldLayoutIdLst>
  <p:hf hdr="0" dt="0"/>
  <p:txStyles>
    <p:titleStyle>
      <a:lvl1pPr algn="l" defTabSz="914400" rtl="0" eaLnBrk="1" latinLnBrk="0" hangingPunct="1">
        <a:lnSpc>
          <a:spcPct val="90000"/>
        </a:lnSpc>
        <a:spcBef>
          <a:spcPct val="0"/>
        </a:spcBef>
        <a:buNone/>
        <a:defRPr sz="4400" b="1" kern="1200">
          <a:solidFill>
            <a:schemeClr val="tx2"/>
          </a:solidFill>
          <a:latin typeface="Barlow Medium" panose="000006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en Sans"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59C3D4-17C9-CD24-00A0-5DBEAB8C24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6B84A9A2-C77E-AEF7-2BD4-D5945BB424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853597859"/>
      </p:ext>
    </p:extLst>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 id="2147483765" r:id="rId12"/>
    <p:sldLayoutId id="2147483766" r:id="rId13"/>
    <p:sldLayoutId id="2147483767" r:id="rId14"/>
    <p:sldLayoutId id="2147483768" r:id="rId15"/>
    <p:sldLayoutId id="2147483769" r:id="rId16"/>
    <p:sldLayoutId id="2147483770" r:id="rId17"/>
    <p:sldLayoutId id="2147483771" r:id="rId18"/>
    <p:sldLayoutId id="2147483772" r:id="rId19"/>
    <p:sldLayoutId id="2147483773" r:id="rId20"/>
    <p:sldLayoutId id="2147483774" r:id="rId21"/>
    <p:sldLayoutId id="2147483775" r:id="rId22"/>
    <p:sldLayoutId id="2147483776" r:id="rId23"/>
    <p:sldLayoutId id="2147483777" r:id="rId24"/>
    <p:sldLayoutId id="2147483778" r:id="rId25"/>
    <p:sldLayoutId id="2147483779" r:id="rId26"/>
    <p:sldLayoutId id="2147483780" r:id="rId27"/>
    <p:sldLayoutId id="2147483781" r:id="rId28"/>
    <p:sldLayoutId id="2147483782" r:id="rId29"/>
    <p:sldLayoutId id="2147483783" r:id="rId30"/>
    <p:sldLayoutId id="2147483784" r:id="rId31"/>
    <p:sldLayoutId id="2147483785" r:id="rId32"/>
    <p:sldLayoutId id="2147483786" r:id="rId33"/>
    <p:sldLayoutId id="2147483787" r:id="rId34"/>
    <p:sldLayoutId id="2147483788" r:id="rId35"/>
    <p:sldLayoutId id="2147483789" r:id="rId36"/>
    <p:sldLayoutId id="2147483790" r:id="rId37"/>
    <p:sldLayoutId id="2147483791" r:id="rId38"/>
    <p:sldLayoutId id="2147483792" r:id="rId39"/>
    <p:sldLayoutId id="2147483793" r:id="rId40"/>
    <p:sldLayoutId id="2147483794" r:id="rId41"/>
    <p:sldLayoutId id="2147483795" r:id="rId42"/>
    <p:sldLayoutId id="2147483796" r:id="rId43"/>
    <p:sldLayoutId id="2147483797" r:id="rId44"/>
    <p:sldLayoutId id="2147483798" r:id="rId45"/>
    <p:sldLayoutId id="2147483799" r:id="rId46"/>
    <p:sldLayoutId id="2147483800" r:id="rId47"/>
    <p:sldLayoutId id="2147483801" r:id="rId48"/>
    <p:sldLayoutId id="2147483802" r:id="rId49"/>
    <p:sldLayoutId id="2147483803" r:id="rId50"/>
    <p:sldLayoutId id="2147483804" r:id="rId51"/>
    <p:sldLayoutId id="2147483805" r:id="rId52"/>
    <p:sldLayoutId id="2147483806" r:id="rId53"/>
    <p:sldLayoutId id="2147483807" r:id="rId54"/>
  </p:sldLayoutIdLst>
  <p:hf hdr="0" dt="0"/>
  <p:txStyles>
    <p:titleStyle>
      <a:lvl1pPr algn="l" defTabSz="914400" rtl="0" eaLnBrk="1" latinLnBrk="0" hangingPunct="1">
        <a:lnSpc>
          <a:spcPct val="90000"/>
        </a:lnSpc>
        <a:spcBef>
          <a:spcPct val="0"/>
        </a:spcBef>
        <a:buNone/>
        <a:defRPr sz="4400" b="1" kern="1200">
          <a:solidFill>
            <a:schemeClr val="tx2"/>
          </a:solidFill>
          <a:latin typeface="Barlow Medium" panose="000006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en Sans"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59C3D4-17C9-CD24-00A0-5DBEAB8C24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B84A9A2-C77E-AEF7-2BD4-D5945BB424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308459508"/>
      </p:ext>
    </p:extLst>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 id="2147483820" r:id="rId12"/>
    <p:sldLayoutId id="2147483821" r:id="rId13"/>
    <p:sldLayoutId id="2147483822" r:id="rId14"/>
    <p:sldLayoutId id="2147483823" r:id="rId15"/>
    <p:sldLayoutId id="2147483824" r:id="rId16"/>
    <p:sldLayoutId id="2147483825" r:id="rId17"/>
    <p:sldLayoutId id="2147483826" r:id="rId18"/>
    <p:sldLayoutId id="2147483827" r:id="rId19"/>
    <p:sldLayoutId id="2147483828" r:id="rId20"/>
    <p:sldLayoutId id="2147483829" r:id="rId21"/>
    <p:sldLayoutId id="2147483830" r:id="rId22"/>
    <p:sldLayoutId id="2147483831" r:id="rId23"/>
    <p:sldLayoutId id="2147483832" r:id="rId24"/>
    <p:sldLayoutId id="2147483833" r:id="rId25"/>
    <p:sldLayoutId id="2147483834" r:id="rId26"/>
    <p:sldLayoutId id="2147483835" r:id="rId27"/>
    <p:sldLayoutId id="2147483836" r:id="rId28"/>
    <p:sldLayoutId id="2147483837" r:id="rId29"/>
    <p:sldLayoutId id="2147483838" r:id="rId30"/>
    <p:sldLayoutId id="2147483839" r:id="rId31"/>
    <p:sldLayoutId id="2147483840" r:id="rId32"/>
    <p:sldLayoutId id="2147483841" r:id="rId33"/>
    <p:sldLayoutId id="2147483842" r:id="rId34"/>
    <p:sldLayoutId id="2147483843" r:id="rId35"/>
    <p:sldLayoutId id="2147483844" r:id="rId36"/>
    <p:sldLayoutId id="2147483845" r:id="rId37"/>
    <p:sldLayoutId id="2147483846" r:id="rId38"/>
    <p:sldLayoutId id="2147483847" r:id="rId39"/>
    <p:sldLayoutId id="2147483848" r:id="rId40"/>
    <p:sldLayoutId id="2147483849" r:id="rId41"/>
    <p:sldLayoutId id="2147483850" r:id="rId42"/>
    <p:sldLayoutId id="2147483851" r:id="rId43"/>
    <p:sldLayoutId id="2147483852" r:id="rId44"/>
    <p:sldLayoutId id="2147483853" r:id="rId45"/>
    <p:sldLayoutId id="2147483854" r:id="rId46"/>
    <p:sldLayoutId id="2147483855" r:id="rId47"/>
    <p:sldLayoutId id="2147483856" r:id="rId48"/>
    <p:sldLayoutId id="2147483857" r:id="rId49"/>
    <p:sldLayoutId id="2147483858" r:id="rId50"/>
    <p:sldLayoutId id="2147483859" r:id="rId51"/>
    <p:sldLayoutId id="2147483860" r:id="rId52"/>
    <p:sldLayoutId id="2147483861" r:id="rId53"/>
    <p:sldLayoutId id="2147483862" r:id="rId54"/>
    <p:sldLayoutId id="2147483863" r:id="rId55"/>
    <p:sldLayoutId id="2147483864" r:id="rId56"/>
    <p:sldLayoutId id="2147483865" r:id="rId57"/>
    <p:sldLayoutId id="2147483866" r:id="rId58"/>
  </p:sldLayoutIdLst>
  <p:hf hdr="0" dt="0"/>
  <p:txStyles>
    <p:titleStyle>
      <a:lvl1pPr algn="l" defTabSz="914400" rtl="0" eaLnBrk="1" latinLnBrk="0" hangingPunct="1">
        <a:lnSpc>
          <a:spcPct val="90000"/>
        </a:lnSpc>
        <a:spcBef>
          <a:spcPct val="0"/>
        </a:spcBef>
        <a:buNone/>
        <a:defRPr sz="4400" b="1" kern="1200">
          <a:solidFill>
            <a:schemeClr val="tx2"/>
          </a:solidFill>
          <a:latin typeface="Barlow Medium" panose="000006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en Sans"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59C3D4-17C9-CD24-00A0-5DBEAB8C24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B84A9A2-C77E-AEF7-2BD4-D5945BB424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198886265"/>
      </p:ext>
    </p:extLst>
  </p:cSld>
  <p:clrMap bg1="lt1" tx1="dk1" bg2="lt2" tx2="dk2" accent1="accent1" accent2="accent2" accent3="accent3" accent4="accent4" accent5="accent5" accent6="accent6" hlink="hlink" folHlink="folHlink"/>
  <p:sldLayoutIdLst>
    <p:sldLayoutId id="2147483868" r:id="rId1"/>
    <p:sldLayoutId id="2147483869" r:id="rId2"/>
    <p:sldLayoutId id="2147483870" r:id="rId3"/>
    <p:sldLayoutId id="2147483871" r:id="rId4"/>
    <p:sldLayoutId id="2147483872" r:id="rId5"/>
    <p:sldLayoutId id="2147483873" r:id="rId6"/>
    <p:sldLayoutId id="2147483874" r:id="rId7"/>
    <p:sldLayoutId id="2147483875" r:id="rId8"/>
    <p:sldLayoutId id="2147483876" r:id="rId9"/>
    <p:sldLayoutId id="2147483877" r:id="rId10"/>
    <p:sldLayoutId id="2147483878" r:id="rId11"/>
    <p:sldLayoutId id="2147483879" r:id="rId12"/>
    <p:sldLayoutId id="2147483880" r:id="rId13"/>
    <p:sldLayoutId id="2147483881" r:id="rId14"/>
    <p:sldLayoutId id="2147483882" r:id="rId15"/>
    <p:sldLayoutId id="2147483883" r:id="rId16"/>
    <p:sldLayoutId id="2147483884" r:id="rId17"/>
    <p:sldLayoutId id="2147483885" r:id="rId18"/>
    <p:sldLayoutId id="2147483886" r:id="rId19"/>
    <p:sldLayoutId id="2147483887" r:id="rId20"/>
    <p:sldLayoutId id="2147483888" r:id="rId21"/>
    <p:sldLayoutId id="2147483889" r:id="rId22"/>
    <p:sldLayoutId id="2147483890" r:id="rId23"/>
    <p:sldLayoutId id="2147483891" r:id="rId24"/>
    <p:sldLayoutId id="2147483892" r:id="rId25"/>
    <p:sldLayoutId id="2147483893" r:id="rId26"/>
    <p:sldLayoutId id="2147483894" r:id="rId27"/>
    <p:sldLayoutId id="2147483895" r:id="rId28"/>
    <p:sldLayoutId id="2147483896" r:id="rId29"/>
    <p:sldLayoutId id="2147483897" r:id="rId30"/>
    <p:sldLayoutId id="2147483898" r:id="rId31"/>
    <p:sldLayoutId id="2147483899" r:id="rId32"/>
    <p:sldLayoutId id="2147483900" r:id="rId33"/>
    <p:sldLayoutId id="2147483901" r:id="rId34"/>
    <p:sldLayoutId id="2147483902" r:id="rId35"/>
    <p:sldLayoutId id="2147483903" r:id="rId36"/>
    <p:sldLayoutId id="2147483904" r:id="rId37"/>
    <p:sldLayoutId id="2147483905" r:id="rId38"/>
    <p:sldLayoutId id="2147483906" r:id="rId39"/>
    <p:sldLayoutId id="2147483907" r:id="rId40"/>
    <p:sldLayoutId id="2147483908" r:id="rId41"/>
    <p:sldLayoutId id="2147483909" r:id="rId42"/>
    <p:sldLayoutId id="2147483910" r:id="rId43"/>
    <p:sldLayoutId id="2147483911" r:id="rId44"/>
    <p:sldLayoutId id="2147483912" r:id="rId45"/>
    <p:sldLayoutId id="2147483913" r:id="rId46"/>
    <p:sldLayoutId id="2147483914" r:id="rId47"/>
    <p:sldLayoutId id="2147483915" r:id="rId48"/>
    <p:sldLayoutId id="2147483916" r:id="rId49"/>
    <p:sldLayoutId id="2147483917" r:id="rId50"/>
    <p:sldLayoutId id="2147483918" r:id="rId51"/>
    <p:sldLayoutId id="2147483919" r:id="rId52"/>
    <p:sldLayoutId id="2147483920" r:id="rId53"/>
    <p:sldLayoutId id="2147483921" r:id="rId54"/>
    <p:sldLayoutId id="2147483922" r:id="rId55"/>
    <p:sldLayoutId id="2147483923" r:id="rId56"/>
    <p:sldLayoutId id="2147483924" r:id="rId57"/>
    <p:sldLayoutId id="2147483925" r:id="rId58"/>
    <p:sldLayoutId id="2147483926" r:id="rId59"/>
    <p:sldLayoutId id="2147483927" r:id="rId60"/>
    <p:sldLayoutId id="2147483928" r:id="rId61"/>
    <p:sldLayoutId id="2147483929" r:id="rId62"/>
    <p:sldLayoutId id="2147483930" r:id="rId63"/>
    <p:sldLayoutId id="2147483931" r:id="rId64"/>
    <p:sldLayoutId id="2147483932" r:id="rId65"/>
    <p:sldLayoutId id="2147483933" r:id="rId66"/>
    <p:sldLayoutId id="2147483934" r:id="rId67"/>
    <p:sldLayoutId id="2147483935" r:id="rId68"/>
    <p:sldLayoutId id="2147483936" r:id="rId69"/>
    <p:sldLayoutId id="2147483937" r:id="rId70"/>
    <p:sldLayoutId id="2147483938" r:id="rId71"/>
    <p:sldLayoutId id="2147483939" r:id="rId72"/>
    <p:sldLayoutId id="2147483940" r:id="rId73"/>
  </p:sldLayoutIdLst>
  <p:hf hdr="0" dt="0"/>
  <p:txStyles>
    <p:titleStyle>
      <a:lvl1pPr algn="l" defTabSz="914400" rtl="0" eaLnBrk="1" latinLnBrk="0" hangingPunct="1">
        <a:lnSpc>
          <a:spcPct val="90000"/>
        </a:lnSpc>
        <a:spcBef>
          <a:spcPct val="0"/>
        </a:spcBef>
        <a:buNone/>
        <a:defRPr sz="4400" b="1" kern="1200">
          <a:solidFill>
            <a:schemeClr val="tx2"/>
          </a:solidFill>
          <a:latin typeface="Barlow Medium" panose="000006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en Sans"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17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3.xml"/></Relationships>
</file>

<file path=ppt/slides/_rels/slide6.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notesSlide" Target="../notesSlides/notesSlide5.xml"/><Relationship Id="rId7" Type="http://schemas.openxmlformats.org/officeDocument/2006/relationships/image" Target="../media/image26.svg"/><Relationship Id="rId2" Type="http://schemas.openxmlformats.org/officeDocument/2006/relationships/slideLayout" Target="../slideLayouts/slideLayout15.xml"/><Relationship Id="rId1" Type="http://schemas.openxmlformats.org/officeDocument/2006/relationships/tags" Target="../tags/tag1.xml"/><Relationship Id="rId6" Type="http://schemas.openxmlformats.org/officeDocument/2006/relationships/image" Target="../media/image25.png"/><Relationship Id="rId5" Type="http://schemas.openxmlformats.org/officeDocument/2006/relationships/image" Target="../media/image24.svg"/><Relationship Id="rId4" Type="http://schemas.openxmlformats.org/officeDocument/2006/relationships/image" Target="../media/image23.png"/><Relationship Id="rId9" Type="http://schemas.openxmlformats.org/officeDocument/2006/relationships/image" Target="../media/image28.sv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5.xml"/><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5.xml"/><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70.xml"/></Relationships>
</file>

<file path=ppt/slides/_rels/slide10.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48.xml"/></Relationships>
</file>

<file path=ppt/slides/_rels/slide11.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11.xml"/><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31.xml"/><Relationship Id="rId5" Type="http://schemas.openxmlformats.org/officeDocument/2006/relationships/image" Target="../media/image40.png"/><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42.jpeg"/><Relationship Id="rId1" Type="http://schemas.openxmlformats.org/officeDocument/2006/relationships/slideLayout" Target="../slideLayouts/slideLayout29.xml"/><Relationship Id="rId6" Type="http://schemas.openxmlformats.org/officeDocument/2006/relationships/image" Target="../media/image46.svg"/><Relationship Id="rId5" Type="http://schemas.openxmlformats.org/officeDocument/2006/relationships/image" Target="../media/image45.png"/><Relationship Id="rId10" Type="http://schemas.openxmlformats.org/officeDocument/2006/relationships/image" Target="../media/image50.svg"/><Relationship Id="rId4" Type="http://schemas.openxmlformats.org/officeDocument/2006/relationships/image" Target="../media/image44.svg"/><Relationship Id="rId9" Type="http://schemas.openxmlformats.org/officeDocument/2006/relationships/image" Target="../media/image49.png"/></Relationships>
</file>

<file path=ppt/slides/_rels/slide16.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31.xml"/></Relationships>
</file>

<file path=ppt/slides/_rels/slide1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33.xml"/></Relationships>
</file>

<file path=ppt/slides/_rels/slide18.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jpe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5.png"/><Relationship Id="rId1" Type="http://schemas.openxmlformats.org/officeDocument/2006/relationships/slideLayout" Target="../slideLayouts/slideLayout15.xml"/><Relationship Id="rId4" Type="http://schemas.openxmlformats.org/officeDocument/2006/relationships/image" Target="../media/image56.png"/></Relationships>
</file>

<file path=ppt/slides/_rels/slide2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jpe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65.sv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59.jpeg"/><Relationship Id="rId1" Type="http://schemas.openxmlformats.org/officeDocument/2006/relationships/slideLayout" Target="../slideLayouts/slideLayout56.xml"/><Relationship Id="rId6" Type="http://schemas.openxmlformats.org/officeDocument/2006/relationships/image" Target="../media/image63.svg"/><Relationship Id="rId5" Type="http://schemas.openxmlformats.org/officeDocument/2006/relationships/image" Target="../media/image62.png"/><Relationship Id="rId4" Type="http://schemas.openxmlformats.org/officeDocument/2006/relationships/image" Target="../media/image61.svg"/></Relationships>
</file>

<file path=ppt/slides/_rels/slide2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56.png"/><Relationship Id="rId1" Type="http://schemas.openxmlformats.org/officeDocument/2006/relationships/slideLayout" Target="../slideLayouts/slideLayout58.xml"/><Relationship Id="rId4" Type="http://schemas.openxmlformats.org/officeDocument/2006/relationships/image" Target="../media/image6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33.xml"/></Relationships>
</file>

<file path=ppt/slides/_rels/slide28.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55.xml"/></Relationships>
</file>

<file path=ppt/slides/_rels/slide29.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14.png"/><Relationship Id="rId18" Type="http://schemas.openxmlformats.org/officeDocument/2006/relationships/hyperlink" Target="http://wadhwanifoundation.org/" TargetMode="External"/><Relationship Id="rId3" Type="http://schemas.openxmlformats.org/officeDocument/2006/relationships/hyperlink" Target="https://www.facebook.com/wadhwanifoundation" TargetMode="External"/><Relationship Id="rId21" Type="http://schemas.openxmlformats.org/officeDocument/2006/relationships/image" Target="../media/image73.png"/><Relationship Id="rId7" Type="http://schemas.openxmlformats.org/officeDocument/2006/relationships/image" Target="../media/image10.png"/><Relationship Id="rId12" Type="http://schemas.openxmlformats.org/officeDocument/2006/relationships/hyperlink" Target="https://www.linkedin.com/company/wadhwanifoundation/" TargetMode="External"/><Relationship Id="rId17" Type="http://schemas.openxmlformats.org/officeDocument/2006/relationships/image" Target="../media/image17.svg"/><Relationship Id="rId25" Type="http://schemas.microsoft.com/office/2007/relationships/hdphoto" Target="../media/hdphoto3.wdp"/><Relationship Id="rId2" Type="http://schemas.openxmlformats.org/officeDocument/2006/relationships/slideLayout" Target="../slideLayouts/slideLayout112.xml"/><Relationship Id="rId16" Type="http://schemas.openxmlformats.org/officeDocument/2006/relationships/image" Target="../media/image16.png"/><Relationship Id="rId20" Type="http://schemas.openxmlformats.org/officeDocument/2006/relationships/image" Target="../media/image19.svg"/><Relationship Id="rId1" Type="http://schemas.openxmlformats.org/officeDocument/2006/relationships/tags" Target="../tags/tag4.xml"/><Relationship Id="rId6" Type="http://schemas.openxmlformats.org/officeDocument/2006/relationships/hyperlink" Target="https://www.youtube.com/user/wadhwanif" TargetMode="External"/><Relationship Id="rId11" Type="http://schemas.openxmlformats.org/officeDocument/2006/relationships/image" Target="../media/image13.svg"/><Relationship Id="rId24" Type="http://schemas.openxmlformats.org/officeDocument/2006/relationships/image" Target="../media/image76.png"/><Relationship Id="rId5" Type="http://schemas.openxmlformats.org/officeDocument/2006/relationships/image" Target="../media/image9.svg"/><Relationship Id="rId15" Type="http://schemas.openxmlformats.org/officeDocument/2006/relationships/hyperlink" Target="https://twitter.com/WadhwaniF" TargetMode="External"/><Relationship Id="rId23" Type="http://schemas.openxmlformats.org/officeDocument/2006/relationships/image" Target="../media/image75.svg"/><Relationship Id="rId10" Type="http://schemas.openxmlformats.org/officeDocument/2006/relationships/image" Target="../media/image12.png"/><Relationship Id="rId19" Type="http://schemas.openxmlformats.org/officeDocument/2006/relationships/image" Target="../media/image18.png"/><Relationship Id="rId4" Type="http://schemas.openxmlformats.org/officeDocument/2006/relationships/image" Target="../media/image8.png"/><Relationship Id="rId9" Type="http://schemas.openxmlformats.org/officeDocument/2006/relationships/hyperlink" Target="https://www.instagram.com/wadhwanifoundation/" TargetMode="External"/><Relationship Id="rId14" Type="http://schemas.openxmlformats.org/officeDocument/2006/relationships/image" Target="../media/image15.svg"/><Relationship Id="rId22" Type="http://schemas.openxmlformats.org/officeDocument/2006/relationships/image" Target="../media/image74.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80.gif"/><Relationship Id="rId2" Type="http://schemas.openxmlformats.org/officeDocument/2006/relationships/slideLayout" Target="../slideLayouts/slideLayout15.xml"/><Relationship Id="rId1" Type="http://schemas.openxmlformats.org/officeDocument/2006/relationships/tags" Target="../tags/tag5.xml"/><Relationship Id="rId6" Type="http://schemas.openxmlformats.org/officeDocument/2006/relationships/image" Target="../media/image79.gif"/><Relationship Id="rId5" Type="http://schemas.openxmlformats.org/officeDocument/2006/relationships/image" Target="../media/image78.svg"/><Relationship Id="rId4" Type="http://schemas.openxmlformats.org/officeDocument/2006/relationships/image" Target="../media/image77.png"/></Relationships>
</file>

<file path=ppt/slides/_rels/slide3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jpeg"/><Relationship Id="rId1" Type="http://schemas.openxmlformats.org/officeDocument/2006/relationships/slideLayout" Target="../slideLayouts/slideLayout58.xml"/><Relationship Id="rId4" Type="http://schemas.openxmlformats.org/officeDocument/2006/relationships/image" Target="file:////Users/sunitasingh/Library/Containers/com.microsoft.Outlook/Data/Library/Caches/Signatures/signature_1377676855" TargetMode="External"/></Relationships>
</file>

<file path=ppt/slides/_rels/slide33.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14.png"/><Relationship Id="rId18" Type="http://schemas.openxmlformats.org/officeDocument/2006/relationships/hyperlink" Target="http://wadhwanifoundation.org/" TargetMode="External"/><Relationship Id="rId3" Type="http://schemas.openxmlformats.org/officeDocument/2006/relationships/hyperlink" Target="https://www.facebook.com/wadhwanifoundation" TargetMode="External"/><Relationship Id="rId21" Type="http://schemas.openxmlformats.org/officeDocument/2006/relationships/image" Target="../media/image73.png"/><Relationship Id="rId7" Type="http://schemas.openxmlformats.org/officeDocument/2006/relationships/image" Target="../media/image10.png"/><Relationship Id="rId12" Type="http://schemas.openxmlformats.org/officeDocument/2006/relationships/hyperlink" Target="https://www.linkedin.com/company/wadhwanifoundation/" TargetMode="External"/><Relationship Id="rId17" Type="http://schemas.openxmlformats.org/officeDocument/2006/relationships/image" Target="../media/image17.svg"/><Relationship Id="rId25" Type="http://schemas.microsoft.com/office/2007/relationships/hdphoto" Target="../media/hdphoto3.wdp"/><Relationship Id="rId2" Type="http://schemas.openxmlformats.org/officeDocument/2006/relationships/slideLayout" Target="../slideLayouts/slideLayout112.xml"/><Relationship Id="rId16" Type="http://schemas.openxmlformats.org/officeDocument/2006/relationships/image" Target="../media/image16.png"/><Relationship Id="rId20" Type="http://schemas.openxmlformats.org/officeDocument/2006/relationships/image" Target="../media/image19.svg"/><Relationship Id="rId1" Type="http://schemas.openxmlformats.org/officeDocument/2006/relationships/tags" Target="../tags/tag6.xml"/><Relationship Id="rId6" Type="http://schemas.openxmlformats.org/officeDocument/2006/relationships/hyperlink" Target="https://www.youtube.com/user/wadhwanif" TargetMode="External"/><Relationship Id="rId11" Type="http://schemas.openxmlformats.org/officeDocument/2006/relationships/image" Target="../media/image13.svg"/><Relationship Id="rId24" Type="http://schemas.openxmlformats.org/officeDocument/2006/relationships/image" Target="../media/image76.png"/><Relationship Id="rId5" Type="http://schemas.openxmlformats.org/officeDocument/2006/relationships/image" Target="../media/image9.svg"/><Relationship Id="rId15" Type="http://schemas.openxmlformats.org/officeDocument/2006/relationships/hyperlink" Target="https://twitter.com/WadhwaniF" TargetMode="External"/><Relationship Id="rId23" Type="http://schemas.openxmlformats.org/officeDocument/2006/relationships/image" Target="../media/image75.svg"/><Relationship Id="rId10" Type="http://schemas.openxmlformats.org/officeDocument/2006/relationships/image" Target="../media/image12.png"/><Relationship Id="rId19" Type="http://schemas.openxmlformats.org/officeDocument/2006/relationships/image" Target="../media/image18.png"/><Relationship Id="rId4" Type="http://schemas.openxmlformats.org/officeDocument/2006/relationships/image" Target="../media/image8.png"/><Relationship Id="rId9" Type="http://schemas.openxmlformats.org/officeDocument/2006/relationships/hyperlink" Target="https://www.instagram.com/wadhwanifoundation/" TargetMode="External"/><Relationship Id="rId14" Type="http://schemas.openxmlformats.org/officeDocument/2006/relationships/image" Target="../media/image15.svg"/><Relationship Id="rId22" Type="http://schemas.openxmlformats.org/officeDocument/2006/relationships/image" Target="../media/image74.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80.gif"/><Relationship Id="rId2" Type="http://schemas.openxmlformats.org/officeDocument/2006/relationships/slideLayout" Target="../slideLayouts/slideLayout15.xml"/><Relationship Id="rId1" Type="http://schemas.openxmlformats.org/officeDocument/2006/relationships/tags" Target="../tags/tag7.xml"/><Relationship Id="rId6" Type="http://schemas.openxmlformats.org/officeDocument/2006/relationships/image" Target="../media/image79.gif"/><Relationship Id="rId5" Type="http://schemas.openxmlformats.org/officeDocument/2006/relationships/image" Target="../media/image78.svg"/><Relationship Id="rId4" Type="http://schemas.openxmlformats.org/officeDocument/2006/relationships/image" Target="../media/image77.png"/></Relationships>
</file>

<file path=ppt/slides/_rels/slide35.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hyperlink" Target="https://www.linkedin.com/company/wadhwanifoundation/" TargetMode="External"/><Relationship Id="rId18" Type="http://schemas.openxmlformats.org/officeDocument/2006/relationships/image" Target="../media/image17.svg"/><Relationship Id="rId3" Type="http://schemas.openxmlformats.org/officeDocument/2006/relationships/image" Target="../media/image83.jpeg"/><Relationship Id="rId21" Type="http://schemas.openxmlformats.org/officeDocument/2006/relationships/image" Target="../media/image19.svg"/><Relationship Id="rId7" Type="http://schemas.openxmlformats.org/officeDocument/2006/relationships/hyperlink" Target="https://www.youtube.com/user/wadhwanif" TargetMode="External"/><Relationship Id="rId12" Type="http://schemas.openxmlformats.org/officeDocument/2006/relationships/image" Target="../media/image13.svg"/><Relationship Id="rId17" Type="http://schemas.openxmlformats.org/officeDocument/2006/relationships/image" Target="../media/image16.png"/><Relationship Id="rId2" Type="http://schemas.openxmlformats.org/officeDocument/2006/relationships/slideLayout" Target="../slideLayouts/slideLayout112.xml"/><Relationship Id="rId16" Type="http://schemas.openxmlformats.org/officeDocument/2006/relationships/hyperlink" Target="https://twitter.com/WadhwaniF" TargetMode="External"/><Relationship Id="rId20" Type="http://schemas.openxmlformats.org/officeDocument/2006/relationships/image" Target="../media/image18.png"/><Relationship Id="rId1" Type="http://schemas.openxmlformats.org/officeDocument/2006/relationships/tags" Target="../tags/tag8.xml"/><Relationship Id="rId6" Type="http://schemas.openxmlformats.org/officeDocument/2006/relationships/image" Target="../media/image9.svg"/><Relationship Id="rId11" Type="http://schemas.openxmlformats.org/officeDocument/2006/relationships/image" Target="../media/image12.png"/><Relationship Id="rId5" Type="http://schemas.openxmlformats.org/officeDocument/2006/relationships/image" Target="../media/image8.png"/><Relationship Id="rId15" Type="http://schemas.openxmlformats.org/officeDocument/2006/relationships/image" Target="../media/image15.svg"/><Relationship Id="rId10" Type="http://schemas.openxmlformats.org/officeDocument/2006/relationships/hyperlink" Target="https://www.instagram.com/wadhwanifoundation/" TargetMode="External"/><Relationship Id="rId19" Type="http://schemas.openxmlformats.org/officeDocument/2006/relationships/hyperlink" Target="http://wadhwanifoundation.org/" TargetMode="External"/><Relationship Id="rId4" Type="http://schemas.openxmlformats.org/officeDocument/2006/relationships/hyperlink" Target="https://www.facebook.com/wadhwanifoundation" TargetMode="External"/><Relationship Id="rId9" Type="http://schemas.openxmlformats.org/officeDocument/2006/relationships/image" Target="../media/image11.svg"/><Relationship Id="rId14" Type="http://schemas.openxmlformats.org/officeDocument/2006/relationships/image" Target="../media/image14.png"/></Relationships>
</file>

<file path=ppt/slides/_rels/slide36.xml.rels><?xml version="1.0" encoding="UTF-8" standalone="yes"?>
<Relationships xmlns="http://schemas.openxmlformats.org/package/2006/relationships"><Relationship Id="rId2" Type="http://schemas.openxmlformats.org/officeDocument/2006/relationships/hyperlink" Target="mailto:legal@wadhwanifoundation.orgwit" TargetMode="External"/><Relationship Id="rId1" Type="http://schemas.openxmlformats.org/officeDocument/2006/relationships/slideLayout" Target="../slideLayouts/slideLayout1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A64AC98-73AE-598E-79B2-97471CFD1103}"/>
              </a:ext>
            </a:extLst>
          </p:cNvPr>
          <p:cNvSpPr>
            <a:spLocks noGrp="1"/>
          </p:cNvSpPr>
          <p:nvPr>
            <p:ph type="body" sz="quarter" idx="13"/>
          </p:nvPr>
        </p:nvSpPr>
        <p:spPr/>
        <p:txBody>
          <a:bodyPr>
            <a:normAutofit/>
          </a:bodyPr>
          <a:lstStyle/>
          <a:p>
            <a:pPr>
              <a:lnSpc>
                <a:spcPct val="120000"/>
              </a:lnSpc>
            </a:pPr>
            <a:r>
              <a:rPr lang="en-IN" sz="1800" b="0" dirty="0">
                <a:latin typeface="Barlow" pitchFamily="2" charset="77"/>
                <a:ea typeface="Open Sans" panose="020B0606030504020204" pitchFamily="34" charset="0"/>
                <a:cs typeface="Open Sans" panose="020B0606030504020204" pitchFamily="34" charset="0"/>
              </a:rPr>
              <a:t>Modul 3: </a:t>
            </a:r>
            <a:r>
              <a:rPr lang="en-IN" sz="1800" b="0" dirty="0" err="1">
                <a:latin typeface="Barlow" pitchFamily="2" charset="77"/>
                <a:ea typeface="Open Sans" panose="020B0606030504020204" pitchFamily="34" charset="0"/>
                <a:cs typeface="Open Sans" panose="020B0606030504020204" pitchFamily="34" charset="0"/>
              </a:rPr>
              <a:t>Pembuatan</a:t>
            </a:r>
            <a:r>
              <a:rPr lang="en-IN" sz="1800" b="0" dirty="0">
                <a:latin typeface="Barlow" pitchFamily="2" charset="77"/>
                <a:ea typeface="Open Sans" panose="020B0606030504020204" pitchFamily="34" charset="0"/>
                <a:cs typeface="Open Sans" panose="020B0606030504020204" pitchFamily="34" charset="0"/>
              </a:rPr>
              <a:t> Ide Solusi</a:t>
            </a:r>
          </a:p>
        </p:txBody>
      </p:sp>
      <p:sp>
        <p:nvSpPr>
          <p:cNvPr id="3" name="Text Placeholder 2">
            <a:extLst>
              <a:ext uri="{FF2B5EF4-FFF2-40B4-BE49-F238E27FC236}">
                <a16:creationId xmlns:a16="http://schemas.microsoft.com/office/drawing/2014/main" id="{23B90C9C-873F-359E-9E0E-9BF48D08EC1A}"/>
              </a:ext>
            </a:extLst>
          </p:cNvPr>
          <p:cNvSpPr>
            <a:spLocks noGrp="1"/>
          </p:cNvSpPr>
          <p:nvPr>
            <p:ph type="body" sz="quarter" idx="14"/>
          </p:nvPr>
        </p:nvSpPr>
        <p:spPr/>
        <p:txBody>
          <a:bodyPr vert="horz" lIns="91440" tIns="45720" rIns="91440" bIns="45720" rtlCol="0" anchor="t">
            <a:normAutofit/>
          </a:bodyPr>
          <a:lstStyle/>
          <a:p>
            <a:r>
              <a:rPr lang="fi-FI" sz="2400" b="1" dirty="0">
                <a:latin typeface="Barlow"/>
                <a:ea typeface="Open Sans"/>
                <a:cs typeface="Open Sans"/>
              </a:rPr>
              <a:t>Pelajaran 3.2: Hasilkan Ide Solusi</a:t>
            </a:r>
            <a:endParaRPr lang="fr-FR" sz="2400" b="1" dirty="0">
              <a:latin typeface="Barlow"/>
              <a:ea typeface="Open Sans"/>
              <a:cs typeface="Open Sans"/>
            </a:endParaRPr>
          </a:p>
        </p:txBody>
      </p:sp>
      <p:sp>
        <p:nvSpPr>
          <p:cNvPr id="5" name="Picture Placeholder 4">
            <a:extLst>
              <a:ext uri="{FF2B5EF4-FFF2-40B4-BE49-F238E27FC236}">
                <a16:creationId xmlns:a16="http://schemas.microsoft.com/office/drawing/2014/main" id="{5650FCA5-05B8-8A40-9385-2C70B7138A64}"/>
              </a:ext>
            </a:extLst>
          </p:cNvPr>
          <p:cNvSpPr>
            <a:spLocks noGrp="1"/>
          </p:cNvSpPr>
          <p:nvPr>
            <p:ph type="pic" sz="quarter" idx="15"/>
          </p:nvPr>
        </p:nvSpPr>
        <p:spPr/>
        <p:txBody>
          <a:bodyPr/>
          <a:lstStyle/>
          <a:p>
            <a:endParaRPr lang="en-US"/>
          </a:p>
        </p:txBody>
      </p:sp>
      <p:pic>
        <p:nvPicPr>
          <p:cNvPr id="10" name="Picture 9">
            <a:extLst>
              <a:ext uri="{FF2B5EF4-FFF2-40B4-BE49-F238E27FC236}">
                <a16:creationId xmlns:a16="http://schemas.microsoft.com/office/drawing/2014/main" id="{31A52E28-B029-B162-3C70-FA306C5984B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920514" y="0"/>
            <a:ext cx="10055627" cy="6857999"/>
          </a:xfrm>
          <a:prstGeom prst="rect">
            <a:avLst/>
          </a:prstGeom>
        </p:spPr>
      </p:pic>
    </p:spTree>
    <p:extLst>
      <p:ext uri="{BB962C8B-B14F-4D97-AF65-F5344CB8AC3E}">
        <p14:creationId xmlns:p14="http://schemas.microsoft.com/office/powerpoint/2010/main" val="37354799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F1511-DA4A-49CE-1232-3F5EBA96382E}"/>
              </a:ext>
            </a:extLst>
          </p:cNvPr>
          <p:cNvSpPr>
            <a:spLocks noGrp="1"/>
          </p:cNvSpPr>
          <p:nvPr>
            <p:ph type="ctrTitle"/>
          </p:nvPr>
        </p:nvSpPr>
        <p:spPr>
          <a:xfrm>
            <a:off x="1616597" y="3034044"/>
            <a:ext cx="9144000" cy="975107"/>
          </a:xfrm>
        </p:spPr>
        <p:txBody>
          <a:bodyPr>
            <a:noAutofit/>
          </a:bodyPr>
          <a:lstStyle/>
          <a:p>
            <a:r>
              <a:rPr lang="en-IN" sz="4000" dirty="0" err="1"/>
              <a:t>Sesi</a:t>
            </a:r>
            <a:r>
              <a:rPr lang="en-IN" sz="4000" dirty="0"/>
              <a:t> </a:t>
            </a:r>
            <a:r>
              <a:rPr lang="en-IN" sz="4000" dirty="0" err="1"/>
              <a:t>Kuliah</a:t>
            </a:r>
            <a:r>
              <a:rPr lang="en-IN" sz="4000" dirty="0"/>
              <a:t> </a:t>
            </a:r>
            <a:br>
              <a:rPr lang="en-IN" sz="4000" dirty="0"/>
            </a:br>
            <a:r>
              <a:rPr lang="en-IN" sz="4000" b="0" dirty="0"/>
              <a:t>&amp;</a:t>
            </a:r>
            <a:r>
              <a:rPr lang="en-IN" sz="4000" dirty="0"/>
              <a:t> </a:t>
            </a:r>
            <a:br>
              <a:rPr lang="en-IN" sz="4000" dirty="0"/>
            </a:br>
            <a:r>
              <a:rPr lang="en-IN" sz="4000" dirty="0" err="1"/>
              <a:t>Demonstrasi</a:t>
            </a:r>
            <a:r>
              <a:rPr lang="en-IN" sz="4000" dirty="0"/>
              <a:t> </a:t>
            </a:r>
            <a:r>
              <a:rPr lang="en-IN" sz="4000" dirty="0" err="1"/>
              <a:t>Interaktif</a:t>
            </a:r>
            <a:endParaRPr lang="en-IN" sz="4000" dirty="0"/>
          </a:p>
        </p:txBody>
      </p:sp>
    </p:spTree>
    <p:extLst>
      <p:ext uri="{BB962C8B-B14F-4D97-AF65-F5344CB8AC3E}">
        <p14:creationId xmlns:p14="http://schemas.microsoft.com/office/powerpoint/2010/main" val="3232481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ext Placeholder 40">
            <a:extLst>
              <a:ext uri="{FF2B5EF4-FFF2-40B4-BE49-F238E27FC236}">
                <a16:creationId xmlns:a16="http://schemas.microsoft.com/office/drawing/2014/main" id="{1273920A-D403-D749-C838-184D081D9D30}"/>
              </a:ext>
            </a:extLst>
          </p:cNvPr>
          <p:cNvSpPr>
            <a:spLocks noGrp="1"/>
          </p:cNvSpPr>
          <p:nvPr>
            <p:ph type="body" sz="quarter" idx="14"/>
          </p:nvPr>
        </p:nvSpPr>
        <p:spPr/>
        <p:txBody>
          <a:bodyPr/>
          <a:lstStyle/>
          <a:p>
            <a:endParaRPr lang="en-US"/>
          </a:p>
        </p:txBody>
      </p:sp>
      <p:sp>
        <p:nvSpPr>
          <p:cNvPr id="46" name="Text Placeholder 45">
            <a:extLst>
              <a:ext uri="{FF2B5EF4-FFF2-40B4-BE49-F238E27FC236}">
                <a16:creationId xmlns:a16="http://schemas.microsoft.com/office/drawing/2014/main" id="{84A86D9E-D9CB-7175-C235-2E6EDAB42322}"/>
              </a:ext>
            </a:extLst>
          </p:cNvPr>
          <p:cNvSpPr>
            <a:spLocks noGrp="1"/>
          </p:cNvSpPr>
          <p:nvPr>
            <p:ph type="body" sz="quarter" idx="24"/>
          </p:nvPr>
        </p:nvSpPr>
        <p:spPr/>
        <p:txBody>
          <a:bodyPr/>
          <a:lstStyle/>
          <a:p>
            <a:endParaRPr lang="en-US"/>
          </a:p>
        </p:txBody>
      </p:sp>
      <p:sp>
        <p:nvSpPr>
          <p:cNvPr id="49" name="Text Placeholder 48">
            <a:extLst>
              <a:ext uri="{FF2B5EF4-FFF2-40B4-BE49-F238E27FC236}">
                <a16:creationId xmlns:a16="http://schemas.microsoft.com/office/drawing/2014/main" id="{AD5E295E-572F-8D98-0E4A-BC47E06F2DD4}"/>
              </a:ext>
            </a:extLst>
          </p:cNvPr>
          <p:cNvSpPr>
            <a:spLocks noGrp="1"/>
          </p:cNvSpPr>
          <p:nvPr>
            <p:ph type="body" sz="quarter" idx="27"/>
          </p:nvPr>
        </p:nvSpPr>
        <p:spPr/>
        <p:txBody>
          <a:bodyPr/>
          <a:lstStyle/>
          <a:p>
            <a:endParaRPr lang="en-US"/>
          </a:p>
        </p:txBody>
      </p:sp>
      <p:sp>
        <p:nvSpPr>
          <p:cNvPr id="52" name="Text Placeholder 51">
            <a:extLst>
              <a:ext uri="{FF2B5EF4-FFF2-40B4-BE49-F238E27FC236}">
                <a16:creationId xmlns:a16="http://schemas.microsoft.com/office/drawing/2014/main" id="{433E3BC9-FA94-97BB-1F62-247E70B68A69}"/>
              </a:ext>
            </a:extLst>
          </p:cNvPr>
          <p:cNvSpPr>
            <a:spLocks noGrp="1"/>
          </p:cNvSpPr>
          <p:nvPr>
            <p:ph type="body" sz="quarter" idx="30"/>
          </p:nvPr>
        </p:nvSpPr>
        <p:spPr/>
        <p:txBody>
          <a:bodyPr/>
          <a:lstStyle/>
          <a:p>
            <a:endParaRPr lang="en-US"/>
          </a:p>
        </p:txBody>
      </p:sp>
      <p:sp>
        <p:nvSpPr>
          <p:cNvPr id="53" name="Title 2">
            <a:extLst>
              <a:ext uri="{FF2B5EF4-FFF2-40B4-BE49-F238E27FC236}">
                <a16:creationId xmlns:a16="http://schemas.microsoft.com/office/drawing/2014/main" id="{9F9136A9-1B68-A894-2008-9416E532BED1}"/>
              </a:ext>
            </a:extLst>
          </p:cNvPr>
          <p:cNvSpPr>
            <a:spLocks noGrp="1"/>
          </p:cNvSpPr>
          <p:nvPr>
            <p:ph type="ctrTitle"/>
          </p:nvPr>
        </p:nvSpPr>
        <p:spPr>
          <a:xfrm>
            <a:off x="111624" y="212041"/>
            <a:ext cx="11484000" cy="492443"/>
          </a:xfrm>
        </p:spPr>
        <p:txBody>
          <a:bodyPr/>
          <a:lstStyle/>
          <a:p>
            <a:r>
              <a:rPr lang="en-US" dirty="0" err="1"/>
              <a:t>Kuis</a:t>
            </a:r>
            <a:r>
              <a:rPr lang="en-US" dirty="0"/>
              <a:t> </a:t>
            </a:r>
            <a:r>
              <a:rPr lang="en-US" dirty="0" err="1"/>
              <a:t>Rekap</a:t>
            </a:r>
            <a:endParaRPr lang="en-US" dirty="0"/>
          </a:p>
        </p:txBody>
      </p:sp>
      <p:sp>
        <p:nvSpPr>
          <p:cNvPr id="54" name="Content Placeholder 10">
            <a:extLst>
              <a:ext uri="{FF2B5EF4-FFF2-40B4-BE49-F238E27FC236}">
                <a16:creationId xmlns:a16="http://schemas.microsoft.com/office/drawing/2014/main" id="{E9FD929B-F2BF-E696-2B03-9351DDC3126E}"/>
              </a:ext>
            </a:extLst>
          </p:cNvPr>
          <p:cNvSpPr>
            <a:spLocks/>
          </p:cNvSpPr>
          <p:nvPr/>
        </p:nvSpPr>
        <p:spPr>
          <a:xfrm>
            <a:off x="9328442" y="3742884"/>
            <a:ext cx="1854086" cy="1854086"/>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14042"/>
              </a:solidFill>
              <a:effectLst/>
              <a:uLnTx/>
              <a:uFillTx/>
              <a:latin typeface="Aptos" panose="02110004020202020204"/>
              <a:ea typeface="+mn-ea"/>
              <a:cs typeface="+mn-cs"/>
            </a:endParaRPr>
          </a:p>
        </p:txBody>
      </p:sp>
      <p:graphicFrame>
        <p:nvGraphicFramePr>
          <p:cNvPr id="2" name="Table 1">
            <a:extLst>
              <a:ext uri="{FF2B5EF4-FFF2-40B4-BE49-F238E27FC236}">
                <a16:creationId xmlns:a16="http://schemas.microsoft.com/office/drawing/2014/main" id="{A02BB49F-4671-B003-6F7B-2BF68A4A7B8F}"/>
              </a:ext>
            </a:extLst>
          </p:cNvPr>
          <p:cNvGraphicFramePr>
            <a:graphicFrameLocks noGrp="1"/>
          </p:cNvGraphicFramePr>
          <p:nvPr>
            <p:extLst>
              <p:ext uri="{D42A27DB-BD31-4B8C-83A1-F6EECF244321}">
                <p14:modId xmlns:p14="http://schemas.microsoft.com/office/powerpoint/2010/main" val="3369600190"/>
              </p:ext>
            </p:extLst>
          </p:nvPr>
        </p:nvGraphicFramePr>
        <p:xfrm>
          <a:off x="1009472" y="3804012"/>
          <a:ext cx="1775916" cy="1031376"/>
        </p:xfrm>
        <a:graphic>
          <a:graphicData uri="http://schemas.openxmlformats.org/drawingml/2006/table">
            <a:tbl>
              <a:tblPr/>
              <a:tblGrid>
                <a:gridCol w="1775916">
                  <a:extLst>
                    <a:ext uri="{9D8B030D-6E8A-4147-A177-3AD203B41FA5}">
                      <a16:colId xmlns:a16="http://schemas.microsoft.com/office/drawing/2014/main" val="3167544746"/>
                    </a:ext>
                  </a:extLst>
                </a:gridCol>
              </a:tblGrid>
              <a:tr h="1031376">
                <a:tc>
                  <a:txBody>
                    <a:bodyPr/>
                    <a:lstStyle/>
                    <a:p>
                      <a:pPr algn="l"/>
                      <a:r>
                        <a:rPr lang="en-IN" dirty="0" err="1">
                          <a:latin typeface="Barlow" pitchFamily="2" charset="77"/>
                        </a:rPr>
                        <a:t>Menerapkan</a:t>
                      </a:r>
                      <a:r>
                        <a:rPr lang="en-IN" dirty="0">
                          <a:latin typeface="Barlow" pitchFamily="2" charset="77"/>
                        </a:rPr>
                        <a:t> </a:t>
                      </a:r>
                      <a:r>
                        <a:rPr lang="en-IN" dirty="0" err="1">
                          <a:latin typeface="Barlow" pitchFamily="2" charset="77"/>
                        </a:rPr>
                        <a:t>solusi</a:t>
                      </a:r>
                      <a:r>
                        <a:rPr lang="en-IN" dirty="0">
                          <a:latin typeface="Barlow" pitchFamily="2" charset="77"/>
                        </a:rPr>
                        <a:t> </a:t>
                      </a:r>
                      <a:r>
                        <a:rPr lang="en-IN" dirty="0" err="1">
                          <a:latin typeface="Barlow" pitchFamily="2" charset="77"/>
                        </a:rPr>
                        <a:t>akhir</a:t>
                      </a:r>
                      <a:endParaRPr lang="en-IN" dirty="0">
                        <a:latin typeface="Barlow" pitchFamily="2" charset="77"/>
                      </a:endParaRPr>
                    </a:p>
                  </a:txBody>
                  <a:tcPr anchor="ctr">
                    <a:lnL>
                      <a:noFill/>
                    </a:lnL>
                    <a:lnR>
                      <a:noFill/>
                    </a:lnR>
                    <a:lnT>
                      <a:noFill/>
                    </a:lnT>
                    <a:lnB>
                      <a:noFill/>
                    </a:lnB>
                  </a:tcPr>
                </a:tc>
                <a:extLst>
                  <a:ext uri="{0D108BD9-81ED-4DB2-BD59-A6C34878D82A}">
                    <a16:rowId xmlns:a16="http://schemas.microsoft.com/office/drawing/2014/main" val="50228898"/>
                  </a:ext>
                </a:extLst>
              </a:tr>
            </a:tbl>
          </a:graphicData>
        </a:graphic>
      </p:graphicFrame>
      <p:sp>
        <p:nvSpPr>
          <p:cNvPr id="3" name="Rectangle 1">
            <a:extLst>
              <a:ext uri="{FF2B5EF4-FFF2-40B4-BE49-F238E27FC236}">
                <a16:creationId xmlns:a16="http://schemas.microsoft.com/office/drawing/2014/main" id="{08C2015E-AB66-1E6A-798C-7E61E4C57796}"/>
              </a:ext>
            </a:extLst>
          </p:cNvPr>
          <p:cNvSpPr>
            <a:spLocks noChangeArrowheads="1"/>
          </p:cNvSpPr>
          <p:nvPr/>
        </p:nvSpPr>
        <p:spPr bwMode="auto">
          <a:xfrm>
            <a:off x="1009473" y="4203571"/>
            <a:ext cx="2025358" cy="1269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4" name="Table 3">
            <a:extLst>
              <a:ext uri="{FF2B5EF4-FFF2-40B4-BE49-F238E27FC236}">
                <a16:creationId xmlns:a16="http://schemas.microsoft.com/office/drawing/2014/main" id="{B25CF13A-8161-DA24-2447-E8F4B1346998}"/>
              </a:ext>
            </a:extLst>
          </p:cNvPr>
          <p:cNvGraphicFramePr>
            <a:graphicFrameLocks noGrp="1"/>
          </p:cNvGraphicFramePr>
          <p:nvPr>
            <p:extLst>
              <p:ext uri="{D42A27DB-BD31-4B8C-83A1-F6EECF244321}">
                <p14:modId xmlns:p14="http://schemas.microsoft.com/office/powerpoint/2010/main" val="2168829587"/>
              </p:ext>
            </p:extLst>
          </p:nvPr>
        </p:nvGraphicFramePr>
        <p:xfrm>
          <a:off x="3853062" y="3611650"/>
          <a:ext cx="1903413" cy="1410204"/>
        </p:xfrm>
        <a:graphic>
          <a:graphicData uri="http://schemas.openxmlformats.org/drawingml/2006/table">
            <a:tbl>
              <a:tblPr/>
              <a:tblGrid>
                <a:gridCol w="1903413">
                  <a:extLst>
                    <a:ext uri="{9D8B030D-6E8A-4147-A177-3AD203B41FA5}">
                      <a16:colId xmlns:a16="http://schemas.microsoft.com/office/drawing/2014/main" val="1127305627"/>
                    </a:ext>
                  </a:extLst>
                </a:gridCol>
              </a:tblGrid>
              <a:tr h="1410204">
                <a:tc>
                  <a:txBody>
                    <a:bodyPr/>
                    <a:lstStyle/>
                    <a:p>
                      <a:pPr algn="l"/>
                      <a:r>
                        <a:rPr lang="en-US" dirty="0" err="1">
                          <a:latin typeface="Barlow" pitchFamily="2" charset="77"/>
                        </a:rPr>
                        <a:t>Mengevaluasi</a:t>
                      </a:r>
                      <a:r>
                        <a:rPr lang="en-US" dirty="0">
                          <a:latin typeface="Barlow" pitchFamily="2" charset="77"/>
                        </a:rPr>
                        <a:t> </a:t>
                      </a:r>
                      <a:r>
                        <a:rPr lang="en-US" dirty="0" err="1">
                          <a:latin typeface="Barlow" pitchFamily="2" charset="77"/>
                        </a:rPr>
                        <a:t>kelayakan</a:t>
                      </a:r>
                      <a:r>
                        <a:rPr lang="en-US" dirty="0">
                          <a:latin typeface="Barlow" pitchFamily="2" charset="77"/>
                        </a:rPr>
                        <a:t> </a:t>
                      </a:r>
                      <a:r>
                        <a:rPr lang="en-US" dirty="0" err="1">
                          <a:latin typeface="Barlow" pitchFamily="2" charset="77"/>
                        </a:rPr>
                        <a:t>suatu</a:t>
                      </a:r>
                      <a:r>
                        <a:rPr lang="en-US" dirty="0">
                          <a:latin typeface="Barlow" pitchFamily="2" charset="77"/>
                        </a:rPr>
                        <a:t> ide</a:t>
                      </a:r>
                      <a:endParaRPr lang="en-IN" dirty="0">
                        <a:latin typeface="Barlow" pitchFamily="2" charset="77"/>
                      </a:endParaRPr>
                    </a:p>
                  </a:txBody>
                  <a:tcPr anchor="ctr">
                    <a:lnL>
                      <a:noFill/>
                    </a:lnL>
                    <a:lnR>
                      <a:noFill/>
                    </a:lnR>
                    <a:lnT>
                      <a:noFill/>
                    </a:lnT>
                    <a:lnB>
                      <a:noFill/>
                    </a:lnB>
                  </a:tcPr>
                </a:tc>
                <a:extLst>
                  <a:ext uri="{0D108BD9-81ED-4DB2-BD59-A6C34878D82A}">
                    <a16:rowId xmlns:a16="http://schemas.microsoft.com/office/drawing/2014/main" val="3713071832"/>
                  </a:ext>
                </a:extLst>
              </a:tr>
            </a:tbl>
          </a:graphicData>
        </a:graphic>
      </p:graphicFrame>
      <p:sp>
        <p:nvSpPr>
          <p:cNvPr id="6" name="Rectangle 2">
            <a:extLst>
              <a:ext uri="{FF2B5EF4-FFF2-40B4-BE49-F238E27FC236}">
                <a16:creationId xmlns:a16="http://schemas.microsoft.com/office/drawing/2014/main" id="{FA5B3C5E-45DF-7D84-F901-6FE8A5A16360}"/>
              </a:ext>
            </a:extLst>
          </p:cNvPr>
          <p:cNvSpPr>
            <a:spLocks noChangeArrowheads="1"/>
          </p:cNvSpPr>
          <p:nvPr/>
        </p:nvSpPr>
        <p:spPr bwMode="auto">
          <a:xfrm>
            <a:off x="838200" y="3817938"/>
            <a:ext cx="3091543" cy="1449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10" name="Table 9">
            <a:extLst>
              <a:ext uri="{FF2B5EF4-FFF2-40B4-BE49-F238E27FC236}">
                <a16:creationId xmlns:a16="http://schemas.microsoft.com/office/drawing/2014/main" id="{39D02F67-96F9-44DE-B1CD-E8F5A6CCE5B7}"/>
              </a:ext>
            </a:extLst>
          </p:cNvPr>
          <p:cNvGraphicFramePr>
            <a:graphicFrameLocks noGrp="1"/>
          </p:cNvGraphicFramePr>
          <p:nvPr>
            <p:extLst>
              <p:ext uri="{D42A27DB-BD31-4B8C-83A1-F6EECF244321}">
                <p14:modId xmlns:p14="http://schemas.microsoft.com/office/powerpoint/2010/main" val="2601815714"/>
              </p:ext>
            </p:extLst>
          </p:nvPr>
        </p:nvGraphicFramePr>
        <p:xfrm>
          <a:off x="9239035" y="3462505"/>
          <a:ext cx="1678772" cy="1940990"/>
        </p:xfrm>
        <a:graphic>
          <a:graphicData uri="http://schemas.openxmlformats.org/drawingml/2006/table">
            <a:tbl>
              <a:tblPr/>
              <a:tblGrid>
                <a:gridCol w="1678772">
                  <a:extLst>
                    <a:ext uri="{9D8B030D-6E8A-4147-A177-3AD203B41FA5}">
                      <a16:colId xmlns:a16="http://schemas.microsoft.com/office/drawing/2014/main" val="1716906861"/>
                    </a:ext>
                  </a:extLst>
                </a:gridCol>
              </a:tblGrid>
              <a:tr h="1940990">
                <a:tc>
                  <a:txBody>
                    <a:bodyPr/>
                    <a:lstStyle/>
                    <a:p>
                      <a:pPr algn="l"/>
                      <a:r>
                        <a:rPr lang="en-US" dirty="0" err="1">
                          <a:latin typeface="Barlow" pitchFamily="2" charset="77"/>
                        </a:rPr>
                        <a:t>Menilai</a:t>
                      </a:r>
                      <a:r>
                        <a:rPr lang="en-US" dirty="0">
                          <a:latin typeface="Barlow" pitchFamily="2" charset="77"/>
                        </a:rPr>
                        <a:t> </a:t>
                      </a:r>
                      <a:r>
                        <a:rPr lang="en-US" dirty="0" err="1">
                          <a:latin typeface="Barlow" pitchFamily="2" charset="77"/>
                        </a:rPr>
                        <a:t>kelayakan</a:t>
                      </a:r>
                      <a:r>
                        <a:rPr lang="en-US" dirty="0">
                          <a:latin typeface="Barlow" pitchFamily="2" charset="77"/>
                        </a:rPr>
                        <a:t> </a:t>
                      </a:r>
                      <a:r>
                        <a:rPr lang="en-US" dirty="0" err="1">
                          <a:latin typeface="Barlow" pitchFamily="2" charset="77"/>
                        </a:rPr>
                        <a:t>finansial</a:t>
                      </a:r>
                      <a:r>
                        <a:rPr lang="en-US" dirty="0">
                          <a:latin typeface="Barlow" pitchFamily="2" charset="77"/>
                        </a:rPr>
                        <a:t> </a:t>
                      </a:r>
                      <a:r>
                        <a:rPr lang="en-US" dirty="0" err="1">
                          <a:latin typeface="Barlow" pitchFamily="2" charset="77"/>
                        </a:rPr>
                        <a:t>suatu</a:t>
                      </a:r>
                      <a:r>
                        <a:rPr lang="en-US" dirty="0">
                          <a:latin typeface="Barlow" pitchFamily="2" charset="77"/>
                        </a:rPr>
                        <a:t> </a:t>
                      </a:r>
                      <a:r>
                        <a:rPr lang="en-US" dirty="0" err="1">
                          <a:latin typeface="Barlow" pitchFamily="2" charset="77"/>
                        </a:rPr>
                        <a:t>proyek</a:t>
                      </a:r>
                      <a:endParaRPr lang="en-IN" dirty="0">
                        <a:latin typeface="Barlow" pitchFamily="2" charset="77"/>
                      </a:endParaRPr>
                    </a:p>
                  </a:txBody>
                  <a:tcPr anchor="ctr">
                    <a:lnL>
                      <a:noFill/>
                    </a:lnL>
                    <a:lnR>
                      <a:noFill/>
                    </a:lnR>
                    <a:lnT>
                      <a:noFill/>
                    </a:lnT>
                    <a:lnB>
                      <a:noFill/>
                    </a:lnB>
                  </a:tcPr>
                </a:tc>
                <a:extLst>
                  <a:ext uri="{0D108BD9-81ED-4DB2-BD59-A6C34878D82A}">
                    <a16:rowId xmlns:a16="http://schemas.microsoft.com/office/drawing/2014/main" val="3759131973"/>
                  </a:ext>
                </a:extLst>
              </a:tr>
            </a:tbl>
          </a:graphicData>
        </a:graphic>
      </p:graphicFrame>
      <p:sp>
        <p:nvSpPr>
          <p:cNvPr id="12" name="Rectangle 4">
            <a:extLst>
              <a:ext uri="{FF2B5EF4-FFF2-40B4-BE49-F238E27FC236}">
                <a16:creationId xmlns:a16="http://schemas.microsoft.com/office/drawing/2014/main" id="{AB4F6D69-ABD7-68B2-436C-A1FF403A6E6C}"/>
              </a:ext>
            </a:extLst>
          </p:cNvPr>
          <p:cNvSpPr>
            <a:spLocks noChangeArrowheads="1"/>
          </p:cNvSpPr>
          <p:nvPr/>
        </p:nvSpPr>
        <p:spPr bwMode="auto">
          <a:xfrm>
            <a:off x="9632588" y="3569372"/>
            <a:ext cx="2149665" cy="1649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8" name="TextBox 7">
            <a:extLst>
              <a:ext uri="{FF2B5EF4-FFF2-40B4-BE49-F238E27FC236}">
                <a16:creationId xmlns:a16="http://schemas.microsoft.com/office/drawing/2014/main" id="{24E78D6E-A907-959E-DF70-A6CEBAF68B35}"/>
              </a:ext>
            </a:extLst>
          </p:cNvPr>
          <p:cNvSpPr txBox="1"/>
          <p:nvPr/>
        </p:nvSpPr>
        <p:spPr>
          <a:xfrm>
            <a:off x="6352851" y="3846630"/>
            <a:ext cx="2025358" cy="1754326"/>
          </a:xfrm>
          <a:prstGeom prst="rect">
            <a:avLst/>
          </a:prstGeom>
          <a:noFill/>
        </p:spPr>
        <p:txBody>
          <a:bodyPr wrap="square" rtlCol="0">
            <a:spAutoFit/>
          </a:bodyPr>
          <a:lstStyle/>
          <a:p>
            <a:r>
              <a:rPr lang="en-US" dirty="0" err="1">
                <a:latin typeface="Barlow" pitchFamily="2" charset="77"/>
              </a:rPr>
              <a:t>Menghasilkan</a:t>
            </a:r>
            <a:r>
              <a:rPr lang="en-US" dirty="0">
                <a:latin typeface="Barlow" pitchFamily="2" charset="77"/>
              </a:rPr>
              <a:t> </a:t>
            </a:r>
            <a:r>
              <a:rPr lang="en-US" dirty="0" err="1">
                <a:latin typeface="Barlow" pitchFamily="2" charset="77"/>
              </a:rPr>
              <a:t>sejumlah</a:t>
            </a:r>
            <a:r>
              <a:rPr lang="en-US" dirty="0">
                <a:latin typeface="Barlow" pitchFamily="2" charset="77"/>
              </a:rPr>
              <a:t> </a:t>
            </a:r>
            <a:r>
              <a:rPr lang="en-US" dirty="0" err="1">
                <a:latin typeface="Barlow" pitchFamily="2" charset="77"/>
              </a:rPr>
              <a:t>besar</a:t>
            </a:r>
            <a:r>
              <a:rPr lang="en-US" dirty="0">
                <a:latin typeface="Barlow" pitchFamily="2" charset="77"/>
              </a:rPr>
              <a:t> ide </a:t>
            </a:r>
            <a:r>
              <a:rPr lang="en-US" dirty="0" err="1">
                <a:latin typeface="Barlow" pitchFamily="2" charset="77"/>
              </a:rPr>
              <a:t>atau</a:t>
            </a:r>
            <a:r>
              <a:rPr lang="en-US" dirty="0">
                <a:latin typeface="Barlow" pitchFamily="2" charset="77"/>
              </a:rPr>
              <a:t> </a:t>
            </a:r>
            <a:r>
              <a:rPr lang="en-US" dirty="0" err="1">
                <a:latin typeface="Barlow" pitchFamily="2" charset="77"/>
              </a:rPr>
              <a:t>solusi</a:t>
            </a:r>
            <a:r>
              <a:rPr lang="en-US" dirty="0">
                <a:latin typeface="Barlow" pitchFamily="2" charset="77"/>
              </a:rPr>
              <a:t> </a:t>
            </a:r>
            <a:r>
              <a:rPr lang="en-US" dirty="0" err="1">
                <a:latin typeface="Barlow" pitchFamily="2" charset="77"/>
              </a:rPr>
              <a:t>dalam</a:t>
            </a:r>
            <a:r>
              <a:rPr lang="en-US" dirty="0">
                <a:latin typeface="Barlow" pitchFamily="2" charset="77"/>
              </a:rPr>
              <a:t> </a:t>
            </a:r>
            <a:r>
              <a:rPr lang="en-US" dirty="0" err="1">
                <a:latin typeface="Barlow" pitchFamily="2" charset="77"/>
              </a:rPr>
              <a:t>pengaturan</a:t>
            </a:r>
            <a:r>
              <a:rPr lang="en-US" dirty="0">
                <a:latin typeface="Barlow" pitchFamily="2" charset="77"/>
              </a:rPr>
              <a:t> </a:t>
            </a:r>
            <a:r>
              <a:rPr lang="en-US" dirty="0" err="1">
                <a:latin typeface="Barlow" pitchFamily="2" charset="77"/>
              </a:rPr>
              <a:t>kelompok</a:t>
            </a:r>
            <a:r>
              <a:rPr lang="en-US" dirty="0">
                <a:latin typeface="Barlow" pitchFamily="2" charset="77"/>
              </a:rPr>
              <a:t> </a:t>
            </a:r>
            <a:r>
              <a:rPr lang="en-US" dirty="0" err="1">
                <a:latin typeface="Barlow" pitchFamily="2" charset="77"/>
              </a:rPr>
              <a:t>kolaboratif</a:t>
            </a:r>
            <a:endParaRPr lang="en-US" dirty="0">
              <a:latin typeface="Barlow" pitchFamily="2" charset="77"/>
            </a:endParaRPr>
          </a:p>
        </p:txBody>
      </p:sp>
      <p:sp>
        <p:nvSpPr>
          <p:cNvPr id="7" name="Subtitle 6">
            <a:extLst>
              <a:ext uri="{FF2B5EF4-FFF2-40B4-BE49-F238E27FC236}">
                <a16:creationId xmlns:a16="http://schemas.microsoft.com/office/drawing/2014/main" id="{F8D425E5-72EE-23D6-632A-8F48EA681C28}"/>
              </a:ext>
            </a:extLst>
          </p:cNvPr>
          <p:cNvSpPr>
            <a:spLocks noGrp="1"/>
          </p:cNvSpPr>
          <p:nvPr>
            <p:ph type="subTitle" idx="1"/>
          </p:nvPr>
        </p:nvSpPr>
        <p:spPr>
          <a:xfrm>
            <a:off x="285214" y="890062"/>
            <a:ext cx="11621572" cy="400110"/>
          </a:xfrm>
        </p:spPr>
        <p:txBody>
          <a:bodyPr/>
          <a:lstStyle/>
          <a:p>
            <a:r>
              <a:rPr lang="en-US" sz="2000" dirty="0" err="1"/>
              <a:t>Pertanyaan</a:t>
            </a:r>
            <a:r>
              <a:rPr lang="en-US" sz="2000" dirty="0"/>
              <a:t> 1. Apa </a:t>
            </a:r>
            <a:r>
              <a:rPr lang="en-US" sz="2000" dirty="0" err="1"/>
              <a:t>Tujuan</a:t>
            </a:r>
            <a:r>
              <a:rPr lang="en-US" sz="2000" dirty="0"/>
              <a:t> Utama "Brainstorming"?</a:t>
            </a:r>
          </a:p>
        </p:txBody>
      </p:sp>
    </p:spTree>
    <p:extLst>
      <p:ext uri="{BB962C8B-B14F-4D97-AF65-F5344CB8AC3E}">
        <p14:creationId xmlns:p14="http://schemas.microsoft.com/office/powerpoint/2010/main" val="27828494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ext Placeholder 40">
            <a:extLst>
              <a:ext uri="{FF2B5EF4-FFF2-40B4-BE49-F238E27FC236}">
                <a16:creationId xmlns:a16="http://schemas.microsoft.com/office/drawing/2014/main" id="{1273920A-D403-D749-C838-184D081D9D30}"/>
              </a:ext>
            </a:extLst>
          </p:cNvPr>
          <p:cNvSpPr>
            <a:spLocks noGrp="1"/>
          </p:cNvSpPr>
          <p:nvPr>
            <p:ph type="body" sz="quarter" idx="14"/>
          </p:nvPr>
        </p:nvSpPr>
        <p:spPr/>
        <p:txBody>
          <a:bodyPr/>
          <a:lstStyle/>
          <a:p>
            <a:endParaRPr lang="en-US"/>
          </a:p>
        </p:txBody>
      </p:sp>
      <p:sp>
        <p:nvSpPr>
          <p:cNvPr id="46" name="Text Placeholder 45">
            <a:extLst>
              <a:ext uri="{FF2B5EF4-FFF2-40B4-BE49-F238E27FC236}">
                <a16:creationId xmlns:a16="http://schemas.microsoft.com/office/drawing/2014/main" id="{84A86D9E-D9CB-7175-C235-2E6EDAB42322}"/>
              </a:ext>
            </a:extLst>
          </p:cNvPr>
          <p:cNvSpPr>
            <a:spLocks noGrp="1"/>
          </p:cNvSpPr>
          <p:nvPr>
            <p:ph type="body" sz="quarter" idx="24"/>
          </p:nvPr>
        </p:nvSpPr>
        <p:spPr/>
        <p:txBody>
          <a:bodyPr/>
          <a:lstStyle/>
          <a:p>
            <a:endParaRPr lang="en-US"/>
          </a:p>
        </p:txBody>
      </p:sp>
      <p:sp>
        <p:nvSpPr>
          <p:cNvPr id="49" name="Text Placeholder 48">
            <a:extLst>
              <a:ext uri="{FF2B5EF4-FFF2-40B4-BE49-F238E27FC236}">
                <a16:creationId xmlns:a16="http://schemas.microsoft.com/office/drawing/2014/main" id="{AD5E295E-572F-8D98-0E4A-BC47E06F2DD4}"/>
              </a:ext>
            </a:extLst>
          </p:cNvPr>
          <p:cNvSpPr>
            <a:spLocks noGrp="1"/>
          </p:cNvSpPr>
          <p:nvPr>
            <p:ph type="body" sz="quarter" idx="27"/>
          </p:nvPr>
        </p:nvSpPr>
        <p:spPr/>
        <p:txBody>
          <a:bodyPr/>
          <a:lstStyle/>
          <a:p>
            <a:endParaRPr lang="en-US"/>
          </a:p>
        </p:txBody>
      </p:sp>
      <p:sp>
        <p:nvSpPr>
          <p:cNvPr id="52" name="Text Placeholder 51">
            <a:extLst>
              <a:ext uri="{FF2B5EF4-FFF2-40B4-BE49-F238E27FC236}">
                <a16:creationId xmlns:a16="http://schemas.microsoft.com/office/drawing/2014/main" id="{433E3BC9-FA94-97BB-1F62-247E70B68A69}"/>
              </a:ext>
            </a:extLst>
          </p:cNvPr>
          <p:cNvSpPr>
            <a:spLocks noGrp="1"/>
          </p:cNvSpPr>
          <p:nvPr>
            <p:ph type="body" sz="quarter" idx="30"/>
          </p:nvPr>
        </p:nvSpPr>
        <p:spPr/>
        <p:txBody>
          <a:bodyPr/>
          <a:lstStyle/>
          <a:p>
            <a:endParaRPr lang="en-US"/>
          </a:p>
        </p:txBody>
      </p:sp>
      <p:sp>
        <p:nvSpPr>
          <p:cNvPr id="53" name="Title 2">
            <a:extLst>
              <a:ext uri="{FF2B5EF4-FFF2-40B4-BE49-F238E27FC236}">
                <a16:creationId xmlns:a16="http://schemas.microsoft.com/office/drawing/2014/main" id="{9F9136A9-1B68-A894-2008-9416E532BED1}"/>
              </a:ext>
            </a:extLst>
          </p:cNvPr>
          <p:cNvSpPr>
            <a:spLocks noGrp="1"/>
          </p:cNvSpPr>
          <p:nvPr>
            <p:ph type="ctrTitle"/>
          </p:nvPr>
        </p:nvSpPr>
        <p:spPr>
          <a:xfrm>
            <a:off x="111624" y="337186"/>
            <a:ext cx="11484000" cy="492443"/>
          </a:xfrm>
        </p:spPr>
        <p:txBody>
          <a:bodyPr/>
          <a:lstStyle/>
          <a:p>
            <a:r>
              <a:rPr lang="en-US" dirty="0" err="1"/>
              <a:t>Kuis</a:t>
            </a:r>
            <a:r>
              <a:rPr lang="en-US" dirty="0"/>
              <a:t> </a:t>
            </a:r>
            <a:r>
              <a:rPr lang="en-US" dirty="0" err="1"/>
              <a:t>Rekap</a:t>
            </a:r>
            <a:endParaRPr lang="en-US" dirty="0"/>
          </a:p>
        </p:txBody>
      </p:sp>
      <p:sp>
        <p:nvSpPr>
          <p:cNvPr id="54" name="Content Placeholder 10">
            <a:extLst>
              <a:ext uri="{FF2B5EF4-FFF2-40B4-BE49-F238E27FC236}">
                <a16:creationId xmlns:a16="http://schemas.microsoft.com/office/drawing/2014/main" id="{E9FD929B-F2BF-E696-2B03-9351DDC3126E}"/>
              </a:ext>
            </a:extLst>
          </p:cNvPr>
          <p:cNvSpPr>
            <a:spLocks/>
          </p:cNvSpPr>
          <p:nvPr/>
        </p:nvSpPr>
        <p:spPr>
          <a:xfrm>
            <a:off x="9328442" y="3742884"/>
            <a:ext cx="1854086" cy="1854086"/>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14042"/>
              </a:solidFill>
              <a:effectLst/>
              <a:uLnTx/>
              <a:uFillTx/>
              <a:latin typeface="Aptos" panose="02110004020202020204"/>
              <a:ea typeface="+mn-ea"/>
              <a:cs typeface="+mn-cs"/>
            </a:endParaRPr>
          </a:p>
        </p:txBody>
      </p:sp>
      <p:graphicFrame>
        <p:nvGraphicFramePr>
          <p:cNvPr id="2" name="Table 1">
            <a:extLst>
              <a:ext uri="{FF2B5EF4-FFF2-40B4-BE49-F238E27FC236}">
                <a16:creationId xmlns:a16="http://schemas.microsoft.com/office/drawing/2014/main" id="{A02BB49F-4671-B003-6F7B-2BF68A4A7B8F}"/>
              </a:ext>
            </a:extLst>
          </p:cNvPr>
          <p:cNvGraphicFramePr>
            <a:graphicFrameLocks noGrp="1"/>
          </p:cNvGraphicFramePr>
          <p:nvPr>
            <p:extLst>
              <p:ext uri="{D42A27DB-BD31-4B8C-83A1-F6EECF244321}">
                <p14:modId xmlns:p14="http://schemas.microsoft.com/office/powerpoint/2010/main" val="820452870"/>
              </p:ext>
            </p:extLst>
          </p:nvPr>
        </p:nvGraphicFramePr>
        <p:xfrm>
          <a:off x="1009472" y="3804012"/>
          <a:ext cx="1775916" cy="1188720"/>
        </p:xfrm>
        <a:graphic>
          <a:graphicData uri="http://schemas.openxmlformats.org/drawingml/2006/table">
            <a:tbl>
              <a:tblPr/>
              <a:tblGrid>
                <a:gridCol w="1775916">
                  <a:extLst>
                    <a:ext uri="{9D8B030D-6E8A-4147-A177-3AD203B41FA5}">
                      <a16:colId xmlns:a16="http://schemas.microsoft.com/office/drawing/2014/main" val="3167544746"/>
                    </a:ext>
                  </a:extLst>
                </a:gridCol>
              </a:tblGrid>
              <a:tr h="1031376">
                <a:tc>
                  <a:txBody>
                    <a:bodyPr/>
                    <a:lstStyle/>
                    <a:p>
                      <a:pPr algn="l"/>
                      <a:r>
                        <a:rPr lang="en-US" dirty="0" err="1">
                          <a:latin typeface="Barlow" pitchFamily="2" charset="77"/>
                        </a:rPr>
                        <a:t>Mempertahankan</a:t>
                      </a:r>
                      <a:r>
                        <a:rPr lang="en-US" dirty="0">
                          <a:latin typeface="Barlow" pitchFamily="2" charset="77"/>
                        </a:rPr>
                        <a:t> status quo </a:t>
                      </a:r>
                      <a:r>
                        <a:rPr lang="en-US" dirty="0" err="1">
                          <a:latin typeface="Barlow" pitchFamily="2" charset="77"/>
                        </a:rPr>
                        <a:t>dalam</a:t>
                      </a:r>
                      <a:r>
                        <a:rPr lang="en-US" dirty="0">
                          <a:latin typeface="Barlow" pitchFamily="2" charset="77"/>
                        </a:rPr>
                        <a:t> </a:t>
                      </a:r>
                      <a:r>
                        <a:rPr lang="en-US" dirty="0" err="1">
                          <a:latin typeface="Barlow" pitchFamily="2" charset="77"/>
                        </a:rPr>
                        <a:t>fitur</a:t>
                      </a:r>
                      <a:r>
                        <a:rPr lang="en-US" dirty="0">
                          <a:latin typeface="Barlow" pitchFamily="2" charset="77"/>
                        </a:rPr>
                        <a:t> </a:t>
                      </a:r>
                      <a:r>
                        <a:rPr lang="en-US" dirty="0" err="1">
                          <a:latin typeface="Barlow" pitchFamily="2" charset="77"/>
                        </a:rPr>
                        <a:t>produk</a:t>
                      </a:r>
                      <a:endParaRPr lang="en-IN" dirty="0">
                        <a:latin typeface="Barlow" pitchFamily="2" charset="77"/>
                      </a:endParaRPr>
                    </a:p>
                  </a:txBody>
                  <a:tcPr anchor="ctr">
                    <a:lnL>
                      <a:noFill/>
                    </a:lnL>
                    <a:lnR>
                      <a:noFill/>
                    </a:lnR>
                    <a:lnT>
                      <a:noFill/>
                    </a:lnT>
                    <a:lnB>
                      <a:noFill/>
                    </a:lnB>
                  </a:tcPr>
                </a:tc>
                <a:extLst>
                  <a:ext uri="{0D108BD9-81ED-4DB2-BD59-A6C34878D82A}">
                    <a16:rowId xmlns:a16="http://schemas.microsoft.com/office/drawing/2014/main" val="50228898"/>
                  </a:ext>
                </a:extLst>
              </a:tr>
            </a:tbl>
          </a:graphicData>
        </a:graphic>
      </p:graphicFrame>
      <p:sp>
        <p:nvSpPr>
          <p:cNvPr id="3" name="Rectangle 1">
            <a:extLst>
              <a:ext uri="{FF2B5EF4-FFF2-40B4-BE49-F238E27FC236}">
                <a16:creationId xmlns:a16="http://schemas.microsoft.com/office/drawing/2014/main" id="{08C2015E-AB66-1E6A-798C-7E61E4C57796}"/>
              </a:ext>
            </a:extLst>
          </p:cNvPr>
          <p:cNvSpPr>
            <a:spLocks noChangeArrowheads="1"/>
          </p:cNvSpPr>
          <p:nvPr/>
        </p:nvSpPr>
        <p:spPr bwMode="auto">
          <a:xfrm>
            <a:off x="1009473" y="4203571"/>
            <a:ext cx="2025358" cy="1269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4" name="Table 3">
            <a:extLst>
              <a:ext uri="{FF2B5EF4-FFF2-40B4-BE49-F238E27FC236}">
                <a16:creationId xmlns:a16="http://schemas.microsoft.com/office/drawing/2014/main" id="{B25CF13A-8161-DA24-2447-E8F4B1346998}"/>
              </a:ext>
            </a:extLst>
          </p:cNvPr>
          <p:cNvGraphicFramePr>
            <a:graphicFrameLocks noGrp="1"/>
          </p:cNvGraphicFramePr>
          <p:nvPr>
            <p:extLst>
              <p:ext uri="{D42A27DB-BD31-4B8C-83A1-F6EECF244321}">
                <p14:modId xmlns:p14="http://schemas.microsoft.com/office/powerpoint/2010/main" val="3271869718"/>
              </p:ext>
            </p:extLst>
          </p:nvPr>
        </p:nvGraphicFramePr>
        <p:xfrm>
          <a:off x="3532498" y="3804012"/>
          <a:ext cx="2387314" cy="2011680"/>
        </p:xfrm>
        <a:graphic>
          <a:graphicData uri="http://schemas.openxmlformats.org/drawingml/2006/table">
            <a:tbl>
              <a:tblPr/>
              <a:tblGrid>
                <a:gridCol w="2387314">
                  <a:extLst>
                    <a:ext uri="{9D8B030D-6E8A-4147-A177-3AD203B41FA5}">
                      <a16:colId xmlns:a16="http://schemas.microsoft.com/office/drawing/2014/main" val="1127305627"/>
                    </a:ext>
                  </a:extLst>
                </a:gridCol>
              </a:tblGrid>
              <a:tr h="1410204">
                <a:tc>
                  <a:txBody>
                    <a:bodyPr/>
                    <a:lstStyle/>
                    <a:p>
                      <a:pPr algn="l"/>
                      <a:r>
                        <a:rPr lang="en-US" dirty="0" err="1">
                          <a:latin typeface="Barlow" pitchFamily="2" charset="77"/>
                        </a:rPr>
                        <a:t>Menciptakan</a:t>
                      </a:r>
                      <a:r>
                        <a:rPr lang="en-US" dirty="0">
                          <a:latin typeface="Barlow" pitchFamily="2" charset="77"/>
                        </a:rPr>
                        <a:t> </a:t>
                      </a:r>
                      <a:r>
                        <a:rPr lang="en-US" dirty="0" err="1">
                          <a:latin typeface="Barlow" pitchFamily="2" charset="77"/>
                        </a:rPr>
                        <a:t>produk</a:t>
                      </a:r>
                      <a:r>
                        <a:rPr lang="en-US" dirty="0">
                          <a:latin typeface="Barlow" pitchFamily="2" charset="77"/>
                        </a:rPr>
                        <a:t> </a:t>
                      </a:r>
                      <a:r>
                        <a:rPr lang="en-US" dirty="0" err="1">
                          <a:latin typeface="Barlow" pitchFamily="2" charset="77"/>
                        </a:rPr>
                        <a:t>atau</a:t>
                      </a:r>
                      <a:r>
                        <a:rPr lang="en-US" dirty="0">
                          <a:latin typeface="Barlow" pitchFamily="2" charset="77"/>
                        </a:rPr>
                        <a:t> </a:t>
                      </a:r>
                      <a:r>
                        <a:rPr lang="en-US" dirty="0" err="1">
                          <a:latin typeface="Barlow" pitchFamily="2" charset="77"/>
                        </a:rPr>
                        <a:t>layanan</a:t>
                      </a:r>
                      <a:r>
                        <a:rPr lang="en-US" dirty="0">
                          <a:latin typeface="Barlow" pitchFamily="2" charset="77"/>
                        </a:rPr>
                        <a:t> </a:t>
                      </a:r>
                      <a:r>
                        <a:rPr lang="en-US" dirty="0" err="1">
                          <a:latin typeface="Barlow" pitchFamily="2" charset="77"/>
                        </a:rPr>
                        <a:t>baru</a:t>
                      </a:r>
                      <a:r>
                        <a:rPr lang="en-US" dirty="0">
                          <a:latin typeface="Barlow" pitchFamily="2" charset="77"/>
                        </a:rPr>
                        <a:t> </a:t>
                      </a:r>
                      <a:r>
                        <a:rPr lang="en-US" dirty="0" err="1">
                          <a:latin typeface="Barlow" pitchFamily="2" charset="77"/>
                        </a:rPr>
                        <a:t>atau</a:t>
                      </a:r>
                      <a:r>
                        <a:rPr lang="en-US" dirty="0">
                          <a:latin typeface="Barlow" pitchFamily="2" charset="77"/>
                        </a:rPr>
                        <a:t> yang </a:t>
                      </a:r>
                      <a:r>
                        <a:rPr lang="en-US" dirty="0" err="1">
                          <a:latin typeface="Barlow" pitchFamily="2" charset="77"/>
                        </a:rPr>
                        <a:t>lebih</a:t>
                      </a:r>
                      <a:r>
                        <a:rPr lang="en-US" dirty="0">
                          <a:latin typeface="Barlow" pitchFamily="2" charset="77"/>
                        </a:rPr>
                        <a:t> </a:t>
                      </a:r>
                      <a:r>
                        <a:rPr lang="en-US" dirty="0" err="1">
                          <a:latin typeface="Barlow" pitchFamily="2" charset="77"/>
                        </a:rPr>
                        <a:t>baik</a:t>
                      </a:r>
                      <a:r>
                        <a:rPr lang="en-US" dirty="0">
                          <a:latin typeface="Barlow" pitchFamily="2" charset="77"/>
                        </a:rPr>
                        <a:t> </a:t>
                      </a:r>
                      <a:r>
                        <a:rPr lang="en-US" dirty="0" err="1">
                          <a:latin typeface="Barlow" pitchFamily="2" charset="77"/>
                        </a:rPr>
                        <a:t>untuk</a:t>
                      </a:r>
                      <a:r>
                        <a:rPr lang="en-US" dirty="0">
                          <a:latin typeface="Barlow" pitchFamily="2" charset="77"/>
                        </a:rPr>
                        <a:t> </a:t>
                      </a:r>
                      <a:r>
                        <a:rPr lang="en-US" dirty="0" err="1">
                          <a:latin typeface="Barlow" pitchFamily="2" charset="77"/>
                        </a:rPr>
                        <a:t>memenuhi</a:t>
                      </a:r>
                      <a:r>
                        <a:rPr lang="en-US" dirty="0">
                          <a:latin typeface="Barlow" pitchFamily="2" charset="77"/>
                        </a:rPr>
                        <a:t> </a:t>
                      </a:r>
                      <a:r>
                        <a:rPr lang="en-US" dirty="0" err="1">
                          <a:latin typeface="Barlow" pitchFamily="2" charset="77"/>
                        </a:rPr>
                        <a:t>kebutuhan</a:t>
                      </a:r>
                      <a:r>
                        <a:rPr lang="en-US" dirty="0">
                          <a:latin typeface="Barlow" pitchFamily="2" charset="77"/>
                        </a:rPr>
                        <a:t> </a:t>
                      </a:r>
                      <a:r>
                        <a:rPr lang="en-US" dirty="0" err="1">
                          <a:latin typeface="Barlow" pitchFamily="2" charset="77"/>
                        </a:rPr>
                        <a:t>pelanggan</a:t>
                      </a:r>
                      <a:r>
                        <a:rPr lang="en-US" dirty="0">
                          <a:latin typeface="Barlow" pitchFamily="2" charset="77"/>
                        </a:rPr>
                        <a:t> </a:t>
                      </a:r>
                      <a:r>
                        <a:rPr lang="en-US" dirty="0" err="1">
                          <a:latin typeface="Barlow" pitchFamily="2" charset="77"/>
                        </a:rPr>
                        <a:t>atau</a:t>
                      </a:r>
                      <a:r>
                        <a:rPr lang="en-US" dirty="0">
                          <a:latin typeface="Barlow" pitchFamily="2" charset="77"/>
                        </a:rPr>
                        <a:t> </a:t>
                      </a:r>
                      <a:r>
                        <a:rPr lang="en-US" dirty="0" err="1">
                          <a:latin typeface="Barlow" pitchFamily="2" charset="77"/>
                        </a:rPr>
                        <a:t>permintaan</a:t>
                      </a:r>
                      <a:r>
                        <a:rPr lang="en-US" dirty="0">
                          <a:latin typeface="Barlow" pitchFamily="2" charset="77"/>
                        </a:rPr>
                        <a:t> pasar</a:t>
                      </a:r>
                      <a:endParaRPr lang="en-IN" dirty="0">
                        <a:latin typeface="Barlow" pitchFamily="2" charset="77"/>
                      </a:endParaRPr>
                    </a:p>
                  </a:txBody>
                  <a:tcPr anchor="ctr">
                    <a:lnL>
                      <a:noFill/>
                    </a:lnL>
                    <a:lnR>
                      <a:noFill/>
                    </a:lnR>
                    <a:lnT>
                      <a:noFill/>
                    </a:lnT>
                    <a:lnB>
                      <a:noFill/>
                    </a:lnB>
                  </a:tcPr>
                </a:tc>
                <a:extLst>
                  <a:ext uri="{0D108BD9-81ED-4DB2-BD59-A6C34878D82A}">
                    <a16:rowId xmlns:a16="http://schemas.microsoft.com/office/drawing/2014/main" val="3713071832"/>
                  </a:ext>
                </a:extLst>
              </a:tr>
            </a:tbl>
          </a:graphicData>
        </a:graphic>
      </p:graphicFrame>
      <p:sp>
        <p:nvSpPr>
          <p:cNvPr id="6" name="Rectangle 2">
            <a:extLst>
              <a:ext uri="{FF2B5EF4-FFF2-40B4-BE49-F238E27FC236}">
                <a16:creationId xmlns:a16="http://schemas.microsoft.com/office/drawing/2014/main" id="{FA5B3C5E-45DF-7D84-F901-6FE8A5A16360}"/>
              </a:ext>
            </a:extLst>
          </p:cNvPr>
          <p:cNvSpPr>
            <a:spLocks noChangeArrowheads="1"/>
          </p:cNvSpPr>
          <p:nvPr/>
        </p:nvSpPr>
        <p:spPr bwMode="auto">
          <a:xfrm>
            <a:off x="838200" y="3817938"/>
            <a:ext cx="3091543" cy="1449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10" name="Table 9">
            <a:extLst>
              <a:ext uri="{FF2B5EF4-FFF2-40B4-BE49-F238E27FC236}">
                <a16:creationId xmlns:a16="http://schemas.microsoft.com/office/drawing/2014/main" id="{39D02F67-96F9-44DE-B1CD-E8F5A6CCE5B7}"/>
              </a:ext>
            </a:extLst>
          </p:cNvPr>
          <p:cNvGraphicFramePr>
            <a:graphicFrameLocks noGrp="1"/>
          </p:cNvGraphicFramePr>
          <p:nvPr>
            <p:extLst>
              <p:ext uri="{D42A27DB-BD31-4B8C-83A1-F6EECF244321}">
                <p14:modId xmlns:p14="http://schemas.microsoft.com/office/powerpoint/2010/main" val="355223248"/>
              </p:ext>
            </p:extLst>
          </p:nvPr>
        </p:nvGraphicFramePr>
        <p:xfrm>
          <a:off x="9222528" y="3407436"/>
          <a:ext cx="1678772" cy="1940990"/>
        </p:xfrm>
        <a:graphic>
          <a:graphicData uri="http://schemas.openxmlformats.org/drawingml/2006/table">
            <a:tbl>
              <a:tblPr/>
              <a:tblGrid>
                <a:gridCol w="1678772">
                  <a:extLst>
                    <a:ext uri="{9D8B030D-6E8A-4147-A177-3AD203B41FA5}">
                      <a16:colId xmlns:a16="http://schemas.microsoft.com/office/drawing/2014/main" val="1716906861"/>
                    </a:ext>
                  </a:extLst>
                </a:gridCol>
              </a:tblGrid>
              <a:tr h="1940990">
                <a:tc>
                  <a:txBody>
                    <a:bodyPr/>
                    <a:lstStyle/>
                    <a:p>
                      <a:pPr algn="l"/>
                      <a:r>
                        <a:rPr lang="en-US" dirty="0" err="1">
                          <a:latin typeface="Barlow" pitchFamily="2" charset="77"/>
                        </a:rPr>
                        <a:t>Membatasi</a:t>
                      </a:r>
                      <a:r>
                        <a:rPr lang="en-US" dirty="0">
                          <a:latin typeface="Barlow" pitchFamily="2" charset="77"/>
                        </a:rPr>
                        <a:t> </a:t>
                      </a:r>
                      <a:r>
                        <a:rPr lang="en-US" dirty="0" err="1">
                          <a:latin typeface="Barlow" pitchFamily="2" charset="77"/>
                        </a:rPr>
                        <a:t>perubahan</a:t>
                      </a:r>
                      <a:r>
                        <a:rPr lang="en-US" dirty="0">
                          <a:latin typeface="Barlow" pitchFamily="2" charset="77"/>
                        </a:rPr>
                        <a:t> </a:t>
                      </a:r>
                      <a:r>
                        <a:rPr lang="en-US" dirty="0" err="1">
                          <a:latin typeface="Barlow" pitchFamily="2" charset="77"/>
                        </a:rPr>
                        <a:t>produk</a:t>
                      </a:r>
                      <a:r>
                        <a:rPr lang="en-US" dirty="0">
                          <a:latin typeface="Barlow" pitchFamily="2" charset="77"/>
                        </a:rPr>
                        <a:t> </a:t>
                      </a:r>
                      <a:r>
                        <a:rPr lang="en-US" dirty="0" err="1">
                          <a:latin typeface="Barlow" pitchFamily="2" charset="77"/>
                        </a:rPr>
                        <a:t>untuk</a:t>
                      </a:r>
                      <a:r>
                        <a:rPr lang="en-US" dirty="0">
                          <a:latin typeface="Barlow" pitchFamily="2" charset="77"/>
                        </a:rPr>
                        <a:t> </a:t>
                      </a:r>
                      <a:r>
                        <a:rPr lang="en-US" dirty="0" err="1">
                          <a:latin typeface="Barlow" pitchFamily="2" charset="77"/>
                        </a:rPr>
                        <a:t>mengurangi</a:t>
                      </a:r>
                      <a:r>
                        <a:rPr lang="en-US" dirty="0">
                          <a:latin typeface="Barlow" pitchFamily="2" charset="77"/>
                        </a:rPr>
                        <a:t> </a:t>
                      </a:r>
                      <a:r>
                        <a:rPr lang="en-US" dirty="0" err="1">
                          <a:latin typeface="Barlow" pitchFamily="2" charset="77"/>
                        </a:rPr>
                        <a:t>risiko</a:t>
                      </a:r>
                      <a:endParaRPr lang="en-IN" dirty="0">
                        <a:latin typeface="Barlow" pitchFamily="2" charset="77"/>
                      </a:endParaRPr>
                    </a:p>
                  </a:txBody>
                  <a:tcPr anchor="ctr">
                    <a:lnL>
                      <a:noFill/>
                    </a:lnL>
                    <a:lnR>
                      <a:noFill/>
                    </a:lnR>
                    <a:lnT>
                      <a:noFill/>
                    </a:lnT>
                    <a:lnB>
                      <a:noFill/>
                    </a:lnB>
                  </a:tcPr>
                </a:tc>
                <a:extLst>
                  <a:ext uri="{0D108BD9-81ED-4DB2-BD59-A6C34878D82A}">
                    <a16:rowId xmlns:a16="http://schemas.microsoft.com/office/drawing/2014/main" val="3759131973"/>
                  </a:ext>
                </a:extLst>
              </a:tr>
            </a:tbl>
          </a:graphicData>
        </a:graphic>
      </p:graphicFrame>
      <p:sp>
        <p:nvSpPr>
          <p:cNvPr id="12" name="Rectangle 4">
            <a:extLst>
              <a:ext uri="{FF2B5EF4-FFF2-40B4-BE49-F238E27FC236}">
                <a16:creationId xmlns:a16="http://schemas.microsoft.com/office/drawing/2014/main" id="{AB4F6D69-ABD7-68B2-436C-A1FF403A6E6C}"/>
              </a:ext>
            </a:extLst>
          </p:cNvPr>
          <p:cNvSpPr>
            <a:spLocks noChangeArrowheads="1"/>
          </p:cNvSpPr>
          <p:nvPr/>
        </p:nvSpPr>
        <p:spPr bwMode="auto">
          <a:xfrm>
            <a:off x="9632588" y="3569372"/>
            <a:ext cx="2149665" cy="1649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8" name="TextBox 7">
            <a:extLst>
              <a:ext uri="{FF2B5EF4-FFF2-40B4-BE49-F238E27FC236}">
                <a16:creationId xmlns:a16="http://schemas.microsoft.com/office/drawing/2014/main" id="{24E78D6E-A907-959E-DF70-A6CEBAF68B35}"/>
              </a:ext>
            </a:extLst>
          </p:cNvPr>
          <p:cNvSpPr txBox="1"/>
          <p:nvPr/>
        </p:nvSpPr>
        <p:spPr>
          <a:xfrm>
            <a:off x="6400758" y="3804012"/>
            <a:ext cx="2025358" cy="646331"/>
          </a:xfrm>
          <a:prstGeom prst="rect">
            <a:avLst/>
          </a:prstGeom>
          <a:noFill/>
        </p:spPr>
        <p:txBody>
          <a:bodyPr wrap="square" rtlCol="0">
            <a:spAutoFit/>
          </a:bodyPr>
          <a:lstStyle/>
          <a:p>
            <a:r>
              <a:rPr lang="en-US" dirty="0" err="1">
                <a:latin typeface="Barlow" pitchFamily="2" charset="77"/>
              </a:rPr>
              <a:t>Mengurangi</a:t>
            </a:r>
            <a:r>
              <a:rPr lang="en-US" dirty="0">
                <a:latin typeface="Barlow" pitchFamily="2" charset="77"/>
              </a:rPr>
              <a:t> </a:t>
            </a:r>
            <a:r>
              <a:rPr lang="en-US" dirty="0" err="1">
                <a:latin typeface="Barlow" pitchFamily="2" charset="77"/>
              </a:rPr>
              <a:t>biaya</a:t>
            </a:r>
            <a:r>
              <a:rPr lang="en-US" dirty="0">
                <a:latin typeface="Barlow" pitchFamily="2" charset="77"/>
              </a:rPr>
              <a:t> </a:t>
            </a:r>
            <a:r>
              <a:rPr lang="en-US" dirty="0" err="1">
                <a:latin typeface="Barlow" pitchFamily="2" charset="77"/>
              </a:rPr>
              <a:t>produk</a:t>
            </a:r>
            <a:r>
              <a:rPr lang="en-US" dirty="0">
                <a:latin typeface="Barlow" pitchFamily="2" charset="77"/>
              </a:rPr>
              <a:t> yang </a:t>
            </a:r>
            <a:r>
              <a:rPr lang="en-US" dirty="0" err="1">
                <a:latin typeface="Barlow" pitchFamily="2" charset="77"/>
              </a:rPr>
              <a:t>ada</a:t>
            </a:r>
            <a:endParaRPr lang="en-US" dirty="0">
              <a:latin typeface="Barlow" pitchFamily="2" charset="77"/>
            </a:endParaRPr>
          </a:p>
        </p:txBody>
      </p:sp>
      <p:sp>
        <p:nvSpPr>
          <p:cNvPr id="7" name="Subtitle 6">
            <a:extLst>
              <a:ext uri="{FF2B5EF4-FFF2-40B4-BE49-F238E27FC236}">
                <a16:creationId xmlns:a16="http://schemas.microsoft.com/office/drawing/2014/main" id="{F8D425E5-72EE-23D6-632A-8F48EA681C28}"/>
              </a:ext>
            </a:extLst>
          </p:cNvPr>
          <p:cNvSpPr>
            <a:spLocks noGrp="1"/>
          </p:cNvSpPr>
          <p:nvPr>
            <p:ph type="subTitle" idx="1"/>
          </p:nvPr>
        </p:nvSpPr>
        <p:spPr>
          <a:xfrm>
            <a:off x="285214" y="959496"/>
            <a:ext cx="11621572" cy="400110"/>
          </a:xfrm>
        </p:spPr>
        <p:txBody>
          <a:bodyPr/>
          <a:lstStyle/>
          <a:p>
            <a:r>
              <a:rPr lang="en-US" sz="2000" dirty="0" err="1"/>
              <a:t>Pertanyaan</a:t>
            </a:r>
            <a:r>
              <a:rPr lang="en-US" sz="2000" dirty="0"/>
              <a:t> 2. Apa yang </a:t>
            </a:r>
            <a:r>
              <a:rPr lang="en-US" sz="2000" dirty="0" err="1"/>
              <a:t>Melibatkan</a:t>
            </a:r>
            <a:r>
              <a:rPr lang="en-US" sz="2000" dirty="0"/>
              <a:t> "</a:t>
            </a:r>
            <a:r>
              <a:rPr lang="en-US" sz="2000" dirty="0" err="1"/>
              <a:t>Inovasi</a:t>
            </a:r>
            <a:r>
              <a:rPr lang="en-US" sz="2000" dirty="0"/>
              <a:t> </a:t>
            </a:r>
            <a:r>
              <a:rPr lang="en-US" sz="2000" dirty="0" err="1"/>
              <a:t>Produk</a:t>
            </a:r>
            <a:r>
              <a:rPr lang="en-US" sz="2000" dirty="0"/>
              <a:t>"?</a:t>
            </a:r>
          </a:p>
        </p:txBody>
      </p:sp>
    </p:spTree>
    <p:extLst>
      <p:ext uri="{BB962C8B-B14F-4D97-AF65-F5344CB8AC3E}">
        <p14:creationId xmlns:p14="http://schemas.microsoft.com/office/powerpoint/2010/main" val="792930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 name="Text Placeholder 40">
            <a:extLst>
              <a:ext uri="{FF2B5EF4-FFF2-40B4-BE49-F238E27FC236}">
                <a16:creationId xmlns:a16="http://schemas.microsoft.com/office/drawing/2014/main" id="{1273920A-D403-D749-C838-184D081D9D30}"/>
              </a:ext>
            </a:extLst>
          </p:cNvPr>
          <p:cNvSpPr>
            <a:spLocks noGrp="1"/>
          </p:cNvSpPr>
          <p:nvPr>
            <p:ph type="body" sz="quarter" idx="14"/>
          </p:nvPr>
        </p:nvSpPr>
        <p:spPr/>
        <p:txBody>
          <a:bodyPr/>
          <a:lstStyle/>
          <a:p>
            <a:endParaRPr lang="en-US"/>
          </a:p>
        </p:txBody>
      </p:sp>
      <p:sp>
        <p:nvSpPr>
          <p:cNvPr id="46" name="Text Placeholder 45">
            <a:extLst>
              <a:ext uri="{FF2B5EF4-FFF2-40B4-BE49-F238E27FC236}">
                <a16:creationId xmlns:a16="http://schemas.microsoft.com/office/drawing/2014/main" id="{84A86D9E-D9CB-7175-C235-2E6EDAB42322}"/>
              </a:ext>
            </a:extLst>
          </p:cNvPr>
          <p:cNvSpPr>
            <a:spLocks noGrp="1"/>
          </p:cNvSpPr>
          <p:nvPr>
            <p:ph type="body" sz="quarter" idx="24"/>
          </p:nvPr>
        </p:nvSpPr>
        <p:spPr/>
        <p:txBody>
          <a:bodyPr/>
          <a:lstStyle/>
          <a:p>
            <a:endParaRPr lang="en-US"/>
          </a:p>
        </p:txBody>
      </p:sp>
      <p:sp>
        <p:nvSpPr>
          <p:cNvPr id="49" name="Text Placeholder 48">
            <a:extLst>
              <a:ext uri="{FF2B5EF4-FFF2-40B4-BE49-F238E27FC236}">
                <a16:creationId xmlns:a16="http://schemas.microsoft.com/office/drawing/2014/main" id="{AD5E295E-572F-8D98-0E4A-BC47E06F2DD4}"/>
              </a:ext>
            </a:extLst>
          </p:cNvPr>
          <p:cNvSpPr>
            <a:spLocks noGrp="1"/>
          </p:cNvSpPr>
          <p:nvPr>
            <p:ph type="body" sz="quarter" idx="27"/>
          </p:nvPr>
        </p:nvSpPr>
        <p:spPr/>
        <p:txBody>
          <a:bodyPr/>
          <a:lstStyle/>
          <a:p>
            <a:endParaRPr lang="en-US"/>
          </a:p>
        </p:txBody>
      </p:sp>
      <p:sp>
        <p:nvSpPr>
          <p:cNvPr id="52" name="Text Placeholder 51">
            <a:extLst>
              <a:ext uri="{FF2B5EF4-FFF2-40B4-BE49-F238E27FC236}">
                <a16:creationId xmlns:a16="http://schemas.microsoft.com/office/drawing/2014/main" id="{433E3BC9-FA94-97BB-1F62-247E70B68A69}"/>
              </a:ext>
            </a:extLst>
          </p:cNvPr>
          <p:cNvSpPr>
            <a:spLocks noGrp="1"/>
          </p:cNvSpPr>
          <p:nvPr>
            <p:ph type="body" sz="quarter" idx="30"/>
          </p:nvPr>
        </p:nvSpPr>
        <p:spPr/>
        <p:txBody>
          <a:bodyPr/>
          <a:lstStyle/>
          <a:p>
            <a:endParaRPr lang="en-US"/>
          </a:p>
        </p:txBody>
      </p:sp>
      <p:sp>
        <p:nvSpPr>
          <p:cNvPr id="53" name="Title 2">
            <a:extLst>
              <a:ext uri="{FF2B5EF4-FFF2-40B4-BE49-F238E27FC236}">
                <a16:creationId xmlns:a16="http://schemas.microsoft.com/office/drawing/2014/main" id="{9F9136A9-1B68-A894-2008-9416E532BED1}"/>
              </a:ext>
            </a:extLst>
          </p:cNvPr>
          <p:cNvSpPr>
            <a:spLocks noGrp="1"/>
          </p:cNvSpPr>
          <p:nvPr>
            <p:ph type="ctrTitle"/>
          </p:nvPr>
        </p:nvSpPr>
        <p:spPr>
          <a:xfrm>
            <a:off x="111624" y="212041"/>
            <a:ext cx="11484000" cy="492443"/>
          </a:xfrm>
        </p:spPr>
        <p:txBody>
          <a:bodyPr/>
          <a:lstStyle/>
          <a:p>
            <a:r>
              <a:rPr lang="en-US" dirty="0" err="1"/>
              <a:t>Kuis</a:t>
            </a:r>
            <a:r>
              <a:rPr lang="en-US" dirty="0"/>
              <a:t> </a:t>
            </a:r>
            <a:r>
              <a:rPr lang="en-US" dirty="0" err="1"/>
              <a:t>Rekap</a:t>
            </a:r>
            <a:endParaRPr lang="en-US" dirty="0"/>
          </a:p>
        </p:txBody>
      </p:sp>
      <p:sp>
        <p:nvSpPr>
          <p:cNvPr id="54" name="Content Placeholder 10">
            <a:extLst>
              <a:ext uri="{FF2B5EF4-FFF2-40B4-BE49-F238E27FC236}">
                <a16:creationId xmlns:a16="http://schemas.microsoft.com/office/drawing/2014/main" id="{E9FD929B-F2BF-E696-2B03-9351DDC3126E}"/>
              </a:ext>
            </a:extLst>
          </p:cNvPr>
          <p:cNvSpPr>
            <a:spLocks/>
          </p:cNvSpPr>
          <p:nvPr/>
        </p:nvSpPr>
        <p:spPr>
          <a:xfrm>
            <a:off x="9328442" y="3742884"/>
            <a:ext cx="1854086" cy="1854086"/>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14042"/>
              </a:solidFill>
              <a:effectLst/>
              <a:uLnTx/>
              <a:uFillTx/>
              <a:latin typeface="Aptos" panose="02110004020202020204"/>
              <a:ea typeface="+mn-ea"/>
              <a:cs typeface="+mn-cs"/>
            </a:endParaRPr>
          </a:p>
        </p:txBody>
      </p:sp>
      <p:graphicFrame>
        <p:nvGraphicFramePr>
          <p:cNvPr id="2" name="Table 1">
            <a:extLst>
              <a:ext uri="{FF2B5EF4-FFF2-40B4-BE49-F238E27FC236}">
                <a16:creationId xmlns:a16="http://schemas.microsoft.com/office/drawing/2014/main" id="{A02BB49F-4671-B003-6F7B-2BF68A4A7B8F}"/>
              </a:ext>
            </a:extLst>
          </p:cNvPr>
          <p:cNvGraphicFramePr>
            <a:graphicFrameLocks noGrp="1"/>
          </p:cNvGraphicFramePr>
          <p:nvPr>
            <p:extLst>
              <p:ext uri="{D42A27DB-BD31-4B8C-83A1-F6EECF244321}">
                <p14:modId xmlns:p14="http://schemas.microsoft.com/office/powerpoint/2010/main" val="1090521684"/>
              </p:ext>
            </p:extLst>
          </p:nvPr>
        </p:nvGraphicFramePr>
        <p:xfrm>
          <a:off x="1060196" y="4026807"/>
          <a:ext cx="1775916" cy="1031376"/>
        </p:xfrm>
        <a:graphic>
          <a:graphicData uri="http://schemas.openxmlformats.org/drawingml/2006/table">
            <a:tbl>
              <a:tblPr/>
              <a:tblGrid>
                <a:gridCol w="1775916">
                  <a:extLst>
                    <a:ext uri="{9D8B030D-6E8A-4147-A177-3AD203B41FA5}">
                      <a16:colId xmlns:a16="http://schemas.microsoft.com/office/drawing/2014/main" val="3167544746"/>
                    </a:ext>
                  </a:extLst>
                </a:gridCol>
              </a:tblGrid>
              <a:tr h="1031376">
                <a:tc>
                  <a:txBody>
                    <a:bodyPr/>
                    <a:lstStyle/>
                    <a:p>
                      <a:pPr algn="l"/>
                      <a:r>
                        <a:rPr lang="en-US" dirty="0" err="1">
                          <a:latin typeface="Barlow" pitchFamily="2" charset="77"/>
                        </a:rPr>
                        <a:t>Inovasi</a:t>
                      </a:r>
                      <a:r>
                        <a:rPr lang="en-US" dirty="0">
                          <a:latin typeface="Barlow" pitchFamily="2" charset="77"/>
                        </a:rPr>
                        <a:t> </a:t>
                      </a:r>
                      <a:r>
                        <a:rPr lang="en-US" dirty="0" err="1">
                          <a:latin typeface="Barlow" pitchFamily="2" charset="77"/>
                        </a:rPr>
                        <a:t>Produk</a:t>
                      </a:r>
                      <a:endParaRPr lang="en-IN" dirty="0">
                        <a:latin typeface="Barlow" pitchFamily="2" charset="77"/>
                      </a:endParaRPr>
                    </a:p>
                  </a:txBody>
                  <a:tcPr anchor="ctr">
                    <a:lnL>
                      <a:noFill/>
                    </a:lnL>
                    <a:lnR>
                      <a:noFill/>
                    </a:lnR>
                    <a:lnT>
                      <a:noFill/>
                    </a:lnT>
                    <a:lnB>
                      <a:noFill/>
                    </a:lnB>
                  </a:tcPr>
                </a:tc>
                <a:extLst>
                  <a:ext uri="{0D108BD9-81ED-4DB2-BD59-A6C34878D82A}">
                    <a16:rowId xmlns:a16="http://schemas.microsoft.com/office/drawing/2014/main" val="50228898"/>
                  </a:ext>
                </a:extLst>
              </a:tr>
            </a:tbl>
          </a:graphicData>
        </a:graphic>
      </p:graphicFrame>
      <p:sp>
        <p:nvSpPr>
          <p:cNvPr id="3" name="Rectangle 1">
            <a:extLst>
              <a:ext uri="{FF2B5EF4-FFF2-40B4-BE49-F238E27FC236}">
                <a16:creationId xmlns:a16="http://schemas.microsoft.com/office/drawing/2014/main" id="{08C2015E-AB66-1E6A-798C-7E61E4C57796}"/>
              </a:ext>
            </a:extLst>
          </p:cNvPr>
          <p:cNvSpPr>
            <a:spLocks noChangeArrowheads="1"/>
          </p:cNvSpPr>
          <p:nvPr/>
        </p:nvSpPr>
        <p:spPr bwMode="auto">
          <a:xfrm>
            <a:off x="1009473" y="4203571"/>
            <a:ext cx="2025358" cy="1269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4" name="Table 3">
            <a:extLst>
              <a:ext uri="{FF2B5EF4-FFF2-40B4-BE49-F238E27FC236}">
                <a16:creationId xmlns:a16="http://schemas.microsoft.com/office/drawing/2014/main" id="{B25CF13A-8161-DA24-2447-E8F4B1346998}"/>
              </a:ext>
            </a:extLst>
          </p:cNvPr>
          <p:cNvGraphicFramePr>
            <a:graphicFrameLocks noGrp="1"/>
          </p:cNvGraphicFramePr>
          <p:nvPr>
            <p:extLst>
              <p:ext uri="{D42A27DB-BD31-4B8C-83A1-F6EECF244321}">
                <p14:modId xmlns:p14="http://schemas.microsoft.com/office/powerpoint/2010/main" val="2903117794"/>
              </p:ext>
            </p:extLst>
          </p:nvPr>
        </p:nvGraphicFramePr>
        <p:xfrm>
          <a:off x="3721016" y="3823250"/>
          <a:ext cx="1903413" cy="1410204"/>
        </p:xfrm>
        <a:graphic>
          <a:graphicData uri="http://schemas.openxmlformats.org/drawingml/2006/table">
            <a:tbl>
              <a:tblPr/>
              <a:tblGrid>
                <a:gridCol w="1903413">
                  <a:extLst>
                    <a:ext uri="{9D8B030D-6E8A-4147-A177-3AD203B41FA5}">
                      <a16:colId xmlns:a16="http://schemas.microsoft.com/office/drawing/2014/main" val="1127305627"/>
                    </a:ext>
                  </a:extLst>
                </a:gridCol>
              </a:tblGrid>
              <a:tr h="1410204">
                <a:tc>
                  <a:txBody>
                    <a:bodyPr/>
                    <a:lstStyle/>
                    <a:p>
                      <a:pPr algn="l"/>
                      <a:r>
                        <a:rPr lang="en-US" dirty="0" err="1">
                          <a:latin typeface="Barlow" pitchFamily="2" charset="77"/>
                        </a:rPr>
                        <a:t>Penilaian</a:t>
                      </a:r>
                      <a:r>
                        <a:rPr lang="en-US" dirty="0">
                          <a:latin typeface="Barlow" pitchFamily="2" charset="77"/>
                        </a:rPr>
                        <a:t> </a:t>
                      </a:r>
                      <a:r>
                        <a:rPr lang="en-US" dirty="0" err="1">
                          <a:latin typeface="Barlow" pitchFamily="2" charset="77"/>
                        </a:rPr>
                        <a:t>Dampak</a:t>
                      </a:r>
                      <a:endParaRPr lang="en-IN" dirty="0">
                        <a:latin typeface="Barlow" pitchFamily="2" charset="77"/>
                      </a:endParaRPr>
                    </a:p>
                  </a:txBody>
                  <a:tcPr anchor="ctr">
                    <a:lnL>
                      <a:noFill/>
                    </a:lnL>
                    <a:lnR>
                      <a:noFill/>
                    </a:lnR>
                    <a:lnT>
                      <a:noFill/>
                    </a:lnT>
                    <a:lnB>
                      <a:noFill/>
                    </a:lnB>
                  </a:tcPr>
                </a:tc>
                <a:extLst>
                  <a:ext uri="{0D108BD9-81ED-4DB2-BD59-A6C34878D82A}">
                    <a16:rowId xmlns:a16="http://schemas.microsoft.com/office/drawing/2014/main" val="3713071832"/>
                  </a:ext>
                </a:extLst>
              </a:tr>
            </a:tbl>
          </a:graphicData>
        </a:graphic>
      </p:graphicFrame>
      <p:sp>
        <p:nvSpPr>
          <p:cNvPr id="6" name="Rectangle 2">
            <a:extLst>
              <a:ext uri="{FF2B5EF4-FFF2-40B4-BE49-F238E27FC236}">
                <a16:creationId xmlns:a16="http://schemas.microsoft.com/office/drawing/2014/main" id="{FA5B3C5E-45DF-7D84-F901-6FE8A5A16360}"/>
              </a:ext>
            </a:extLst>
          </p:cNvPr>
          <p:cNvSpPr>
            <a:spLocks noChangeArrowheads="1"/>
          </p:cNvSpPr>
          <p:nvPr/>
        </p:nvSpPr>
        <p:spPr bwMode="auto">
          <a:xfrm>
            <a:off x="838200" y="3817938"/>
            <a:ext cx="3091543" cy="1449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10" name="Table 9">
            <a:extLst>
              <a:ext uri="{FF2B5EF4-FFF2-40B4-BE49-F238E27FC236}">
                <a16:creationId xmlns:a16="http://schemas.microsoft.com/office/drawing/2014/main" id="{39D02F67-96F9-44DE-B1CD-E8F5A6CCE5B7}"/>
              </a:ext>
            </a:extLst>
          </p:cNvPr>
          <p:cNvGraphicFramePr>
            <a:graphicFrameLocks noGrp="1"/>
          </p:cNvGraphicFramePr>
          <p:nvPr/>
        </p:nvGraphicFramePr>
        <p:xfrm>
          <a:off x="9222528" y="3407436"/>
          <a:ext cx="1678772" cy="1940990"/>
        </p:xfrm>
        <a:graphic>
          <a:graphicData uri="http://schemas.openxmlformats.org/drawingml/2006/table">
            <a:tbl>
              <a:tblPr/>
              <a:tblGrid>
                <a:gridCol w="1678772">
                  <a:extLst>
                    <a:ext uri="{9D8B030D-6E8A-4147-A177-3AD203B41FA5}">
                      <a16:colId xmlns:a16="http://schemas.microsoft.com/office/drawing/2014/main" val="1716906861"/>
                    </a:ext>
                  </a:extLst>
                </a:gridCol>
              </a:tblGrid>
              <a:tr h="1940990">
                <a:tc>
                  <a:txBody>
                    <a:bodyPr/>
                    <a:lstStyle/>
                    <a:p>
                      <a:pPr algn="ctr"/>
                      <a:r>
                        <a:rPr lang="en-US" dirty="0">
                          <a:latin typeface="Barlow" pitchFamily="2" charset="77"/>
                        </a:rPr>
                        <a:t>Brainstorming</a:t>
                      </a:r>
                      <a:endParaRPr lang="en-IN" dirty="0">
                        <a:latin typeface="Barlow" pitchFamily="2" charset="77"/>
                      </a:endParaRPr>
                    </a:p>
                  </a:txBody>
                  <a:tcPr anchor="ctr">
                    <a:lnL>
                      <a:noFill/>
                    </a:lnL>
                    <a:lnR>
                      <a:noFill/>
                    </a:lnR>
                    <a:lnT>
                      <a:noFill/>
                    </a:lnT>
                    <a:lnB>
                      <a:noFill/>
                    </a:lnB>
                  </a:tcPr>
                </a:tc>
                <a:extLst>
                  <a:ext uri="{0D108BD9-81ED-4DB2-BD59-A6C34878D82A}">
                    <a16:rowId xmlns:a16="http://schemas.microsoft.com/office/drawing/2014/main" val="3759131973"/>
                  </a:ext>
                </a:extLst>
              </a:tr>
            </a:tbl>
          </a:graphicData>
        </a:graphic>
      </p:graphicFrame>
      <p:sp>
        <p:nvSpPr>
          <p:cNvPr id="12" name="Rectangle 4">
            <a:extLst>
              <a:ext uri="{FF2B5EF4-FFF2-40B4-BE49-F238E27FC236}">
                <a16:creationId xmlns:a16="http://schemas.microsoft.com/office/drawing/2014/main" id="{AB4F6D69-ABD7-68B2-436C-A1FF403A6E6C}"/>
              </a:ext>
            </a:extLst>
          </p:cNvPr>
          <p:cNvSpPr>
            <a:spLocks noChangeArrowheads="1"/>
          </p:cNvSpPr>
          <p:nvPr/>
        </p:nvSpPr>
        <p:spPr bwMode="auto">
          <a:xfrm>
            <a:off x="9632588" y="3569372"/>
            <a:ext cx="2149665" cy="1649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8" name="TextBox 7">
            <a:extLst>
              <a:ext uri="{FF2B5EF4-FFF2-40B4-BE49-F238E27FC236}">
                <a16:creationId xmlns:a16="http://schemas.microsoft.com/office/drawing/2014/main" id="{24E78D6E-A907-959E-DF70-A6CEBAF68B35}"/>
              </a:ext>
            </a:extLst>
          </p:cNvPr>
          <p:cNvSpPr txBox="1"/>
          <p:nvPr/>
        </p:nvSpPr>
        <p:spPr>
          <a:xfrm>
            <a:off x="6389521" y="4193265"/>
            <a:ext cx="2025358" cy="369332"/>
          </a:xfrm>
          <a:prstGeom prst="rect">
            <a:avLst/>
          </a:prstGeom>
          <a:noFill/>
        </p:spPr>
        <p:txBody>
          <a:bodyPr wrap="square" rtlCol="0">
            <a:spAutoFit/>
          </a:bodyPr>
          <a:lstStyle/>
          <a:p>
            <a:r>
              <a:rPr lang="en-US" dirty="0">
                <a:latin typeface="Barlow" pitchFamily="2" charset="77"/>
              </a:rPr>
              <a:t>Ideation</a:t>
            </a:r>
          </a:p>
        </p:txBody>
      </p:sp>
      <p:sp>
        <p:nvSpPr>
          <p:cNvPr id="7" name="Subtitle 6">
            <a:extLst>
              <a:ext uri="{FF2B5EF4-FFF2-40B4-BE49-F238E27FC236}">
                <a16:creationId xmlns:a16="http://schemas.microsoft.com/office/drawing/2014/main" id="{F8D425E5-72EE-23D6-632A-8F48EA681C28}"/>
              </a:ext>
            </a:extLst>
          </p:cNvPr>
          <p:cNvSpPr>
            <a:spLocks noGrp="1"/>
          </p:cNvSpPr>
          <p:nvPr>
            <p:ph type="subTitle" idx="1"/>
          </p:nvPr>
        </p:nvSpPr>
        <p:spPr>
          <a:xfrm>
            <a:off x="297712" y="718410"/>
            <a:ext cx="11621572" cy="707886"/>
          </a:xfrm>
        </p:spPr>
        <p:txBody>
          <a:bodyPr/>
          <a:lstStyle/>
          <a:p>
            <a:r>
              <a:rPr lang="en-US" sz="2000" dirty="0"/>
              <a:t>Q</a:t>
            </a:r>
            <a:r>
              <a:rPr lang="sv-SE" sz="2000" dirty="0"/>
              <a:t>. 3. ____________ adalah Teknik Kolaboratif Di Mana Individu Menghasilkan Banyak Ide atau Solusi dalam Pengaturan Kelompok</a:t>
            </a:r>
            <a:r>
              <a:rPr lang="en-US" sz="2000" dirty="0"/>
              <a:t>.</a:t>
            </a:r>
          </a:p>
        </p:txBody>
      </p:sp>
    </p:spTree>
    <p:extLst>
      <p:ext uri="{BB962C8B-B14F-4D97-AF65-F5344CB8AC3E}">
        <p14:creationId xmlns:p14="http://schemas.microsoft.com/office/powerpoint/2010/main" val="2908364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Single Corner Rounded 16">
            <a:extLst>
              <a:ext uri="{FF2B5EF4-FFF2-40B4-BE49-F238E27FC236}">
                <a16:creationId xmlns:a16="http://schemas.microsoft.com/office/drawing/2014/main" id="{C23C10AF-821A-41B7-9473-192FDF91490C}"/>
              </a:ext>
            </a:extLst>
          </p:cNvPr>
          <p:cNvSpPr/>
          <p:nvPr/>
        </p:nvSpPr>
        <p:spPr>
          <a:xfrm>
            <a:off x="0" y="1592666"/>
            <a:ext cx="4476307" cy="5267322"/>
          </a:xfrm>
          <a:prstGeom prst="round1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Barlow-Regular" panose="02040502050405020303"/>
              <a:ea typeface="+mn-ea"/>
              <a:cs typeface="+mn-cs"/>
            </a:endParaRPr>
          </a:p>
        </p:txBody>
      </p:sp>
      <p:sp>
        <p:nvSpPr>
          <p:cNvPr id="3" name="TextBox 2">
            <a:extLst>
              <a:ext uri="{FF2B5EF4-FFF2-40B4-BE49-F238E27FC236}">
                <a16:creationId xmlns:a16="http://schemas.microsoft.com/office/drawing/2014/main" id="{C24C70A4-293A-0A49-23E4-2FA8F6EAED29}"/>
              </a:ext>
            </a:extLst>
          </p:cNvPr>
          <p:cNvSpPr txBox="1"/>
          <p:nvPr/>
        </p:nvSpPr>
        <p:spPr>
          <a:xfrm>
            <a:off x="4715538" y="2151594"/>
            <a:ext cx="696239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lang="en-US" dirty="0" err="1">
                <a:latin typeface="Open Sans" panose="020B0606030504020204" pitchFamily="34" charset="0"/>
                <a:ea typeface="Open Sans" panose="020B0606030504020204" pitchFamily="34" charset="0"/>
                <a:cs typeface="Open Sans" panose="020B0606030504020204" pitchFamily="34" charset="0"/>
                <a:sym typeface="Arial"/>
              </a:rPr>
              <a:t>Memungkinkan</a:t>
            </a:r>
            <a:r>
              <a:rPr lang="en-US" dirty="0">
                <a:latin typeface="Open Sans" panose="020B0606030504020204" pitchFamily="34" charset="0"/>
                <a:ea typeface="Open Sans" panose="020B0606030504020204" pitchFamily="34" charset="0"/>
                <a:cs typeface="Open Sans" panose="020B0606030504020204" pitchFamily="34" charset="0"/>
                <a:sym typeface="Arial"/>
              </a:rPr>
              <a:t> </a:t>
            </a:r>
            <a:r>
              <a:rPr lang="en-US" dirty="0" err="1">
                <a:latin typeface="Open Sans" panose="020B0606030504020204" pitchFamily="34" charset="0"/>
                <a:ea typeface="Open Sans" panose="020B0606030504020204" pitchFamily="34" charset="0"/>
                <a:cs typeface="Open Sans" panose="020B0606030504020204" pitchFamily="34" charset="0"/>
                <a:sym typeface="Arial"/>
              </a:rPr>
              <a:t>aliran</a:t>
            </a:r>
            <a:r>
              <a:rPr lang="en-US" dirty="0">
                <a:latin typeface="Open Sans" panose="020B0606030504020204" pitchFamily="34" charset="0"/>
                <a:ea typeface="Open Sans" panose="020B0606030504020204" pitchFamily="34" charset="0"/>
                <a:cs typeface="Open Sans" panose="020B0606030504020204" pitchFamily="34" charset="0"/>
                <a:sym typeface="Arial"/>
              </a:rPr>
              <a:t> ide yang </a:t>
            </a:r>
            <a:r>
              <a:rPr lang="en-US" dirty="0" err="1">
                <a:latin typeface="Open Sans" panose="020B0606030504020204" pitchFamily="34" charset="0"/>
                <a:ea typeface="Open Sans" panose="020B0606030504020204" pitchFamily="34" charset="0"/>
                <a:cs typeface="Open Sans" panose="020B0606030504020204" pitchFamily="34" charset="0"/>
                <a:sym typeface="Arial"/>
              </a:rPr>
              <a:t>bebas</a:t>
            </a:r>
            <a:r>
              <a:rPr lang="en-US" dirty="0">
                <a:latin typeface="Open Sans" panose="020B0606030504020204" pitchFamily="34" charset="0"/>
                <a:ea typeface="Open Sans" panose="020B0606030504020204" pitchFamily="34" charset="0"/>
                <a:cs typeface="Open Sans" panose="020B0606030504020204" pitchFamily="34" charset="0"/>
                <a:sym typeface="Arial"/>
              </a:rPr>
              <a:t>, </a:t>
            </a:r>
            <a:r>
              <a:rPr lang="en-US" dirty="0" err="1">
                <a:latin typeface="Open Sans" panose="020B0606030504020204" pitchFamily="34" charset="0"/>
                <a:ea typeface="Open Sans" panose="020B0606030504020204" pitchFamily="34" charset="0"/>
                <a:cs typeface="Open Sans" panose="020B0606030504020204" pitchFamily="34" charset="0"/>
                <a:sym typeface="Arial"/>
              </a:rPr>
              <a:t>mendorong</a:t>
            </a:r>
            <a:r>
              <a:rPr lang="en-US" dirty="0">
                <a:latin typeface="Open Sans" panose="020B0606030504020204" pitchFamily="34" charset="0"/>
                <a:ea typeface="Open Sans" panose="020B0606030504020204" pitchFamily="34" charset="0"/>
                <a:cs typeface="Open Sans" panose="020B0606030504020204" pitchFamily="34" charset="0"/>
                <a:sym typeface="Arial"/>
              </a:rPr>
              <a:t> Anda </a:t>
            </a:r>
            <a:r>
              <a:rPr lang="en-US" dirty="0" err="1">
                <a:latin typeface="Open Sans" panose="020B0606030504020204" pitchFamily="34" charset="0"/>
                <a:ea typeface="Open Sans" panose="020B0606030504020204" pitchFamily="34" charset="0"/>
                <a:cs typeface="Open Sans" panose="020B0606030504020204" pitchFamily="34" charset="0"/>
                <a:sym typeface="Arial"/>
              </a:rPr>
              <a:t>untuk</a:t>
            </a:r>
            <a:r>
              <a:rPr lang="en-US" dirty="0">
                <a:latin typeface="Open Sans" panose="020B0606030504020204" pitchFamily="34" charset="0"/>
                <a:ea typeface="Open Sans" panose="020B0606030504020204" pitchFamily="34" charset="0"/>
                <a:cs typeface="Open Sans" panose="020B0606030504020204" pitchFamily="34" charset="0"/>
                <a:sym typeface="Arial"/>
              </a:rPr>
              <a:t> </a:t>
            </a:r>
            <a:r>
              <a:rPr lang="en-US" dirty="0" err="1">
                <a:latin typeface="Open Sans" panose="020B0606030504020204" pitchFamily="34" charset="0"/>
                <a:ea typeface="Open Sans" panose="020B0606030504020204" pitchFamily="34" charset="0"/>
                <a:cs typeface="Open Sans" panose="020B0606030504020204" pitchFamily="34" charset="0"/>
                <a:sym typeface="Arial"/>
              </a:rPr>
              <a:t>berpikir</a:t>
            </a:r>
            <a:r>
              <a:rPr lang="en-US" dirty="0">
                <a:latin typeface="Open Sans" panose="020B0606030504020204" pitchFamily="34" charset="0"/>
                <a:ea typeface="Open Sans" panose="020B0606030504020204" pitchFamily="34" charset="0"/>
                <a:cs typeface="Open Sans" panose="020B0606030504020204" pitchFamily="34" charset="0"/>
                <a:sym typeface="Arial"/>
              </a:rPr>
              <a:t> di </a:t>
            </a:r>
            <a:r>
              <a:rPr lang="en-US" dirty="0" err="1">
                <a:latin typeface="Open Sans" panose="020B0606030504020204" pitchFamily="34" charset="0"/>
                <a:ea typeface="Open Sans" panose="020B0606030504020204" pitchFamily="34" charset="0"/>
                <a:cs typeface="Open Sans" panose="020B0606030504020204" pitchFamily="34" charset="0"/>
                <a:sym typeface="Arial"/>
              </a:rPr>
              <a:t>luar</a:t>
            </a:r>
            <a:r>
              <a:rPr lang="en-US" dirty="0">
                <a:latin typeface="Open Sans" panose="020B0606030504020204" pitchFamily="34" charset="0"/>
                <a:ea typeface="Open Sans" panose="020B0606030504020204" pitchFamily="34" charset="0"/>
                <a:cs typeface="Open Sans" panose="020B0606030504020204" pitchFamily="34" charset="0"/>
                <a:sym typeface="Arial"/>
              </a:rPr>
              <a:t> </a:t>
            </a:r>
            <a:r>
              <a:rPr lang="en-US" dirty="0" err="1">
                <a:latin typeface="Open Sans" panose="020B0606030504020204" pitchFamily="34" charset="0"/>
                <a:ea typeface="Open Sans" panose="020B0606030504020204" pitchFamily="34" charset="0"/>
                <a:cs typeface="Open Sans" panose="020B0606030504020204" pitchFamily="34" charset="0"/>
                <a:sym typeface="Arial"/>
              </a:rPr>
              <a:t>kotak</a:t>
            </a:r>
            <a:r>
              <a:rPr lang="en-US" dirty="0">
                <a:latin typeface="Open Sans" panose="020B0606030504020204" pitchFamily="34" charset="0"/>
                <a:ea typeface="Open Sans" panose="020B0606030504020204" pitchFamily="34" charset="0"/>
                <a:cs typeface="Open Sans" panose="020B0606030504020204" pitchFamily="34" charset="0"/>
                <a:sym typeface="Arial"/>
              </a:rPr>
              <a:t>.</a:t>
            </a:r>
          </a:p>
        </p:txBody>
      </p:sp>
      <p:sp>
        <p:nvSpPr>
          <p:cNvPr id="5" name="TextBox 4">
            <a:extLst>
              <a:ext uri="{FF2B5EF4-FFF2-40B4-BE49-F238E27FC236}">
                <a16:creationId xmlns:a16="http://schemas.microsoft.com/office/drawing/2014/main" id="{81E1B680-09A4-88E1-8734-456C286E67D6}"/>
              </a:ext>
            </a:extLst>
          </p:cNvPr>
          <p:cNvSpPr txBox="1"/>
          <p:nvPr/>
        </p:nvSpPr>
        <p:spPr>
          <a:xfrm>
            <a:off x="4702494" y="3579996"/>
            <a:ext cx="696239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just">
              <a:defRPr/>
            </a:pPr>
            <a:r>
              <a:rPr lang="en-US" dirty="0" err="1">
                <a:latin typeface="Open Sans" panose="020B0606030504020204" pitchFamily="34" charset="0"/>
                <a:ea typeface="Open Sans" panose="020B0606030504020204" pitchFamily="34" charset="0"/>
                <a:cs typeface="Open Sans" panose="020B0606030504020204" pitchFamily="34" charset="0"/>
              </a:rPr>
              <a:t>Memanfaatkan</a:t>
            </a:r>
            <a:r>
              <a:rPr lang="en-US" dirty="0">
                <a:latin typeface="Open Sans" panose="020B0606030504020204" pitchFamily="34" charset="0"/>
                <a:ea typeface="Open Sans" panose="020B0606030504020204" pitchFamily="34" charset="0"/>
                <a:cs typeface="Open Sans" panose="020B0606030504020204" pitchFamily="34" charset="0"/>
              </a:rPr>
              <a:t> </a:t>
            </a:r>
            <a:r>
              <a:rPr lang="en-US" dirty="0" err="1">
                <a:latin typeface="Open Sans" panose="020B0606030504020204" pitchFamily="34" charset="0"/>
                <a:ea typeface="Open Sans" panose="020B0606030504020204" pitchFamily="34" charset="0"/>
                <a:cs typeface="Open Sans" panose="020B0606030504020204" pitchFamily="34" charset="0"/>
              </a:rPr>
              <a:t>beragam</a:t>
            </a:r>
            <a:r>
              <a:rPr lang="en-US" dirty="0">
                <a:latin typeface="Open Sans" panose="020B0606030504020204" pitchFamily="34" charset="0"/>
                <a:ea typeface="Open Sans" panose="020B0606030504020204" pitchFamily="34" charset="0"/>
                <a:cs typeface="Open Sans" panose="020B0606030504020204" pitchFamily="34" charset="0"/>
              </a:rPr>
              <a:t> </a:t>
            </a:r>
            <a:r>
              <a:rPr lang="en-US" dirty="0" err="1">
                <a:latin typeface="Open Sans" panose="020B0606030504020204" pitchFamily="34" charset="0"/>
                <a:ea typeface="Open Sans" panose="020B0606030504020204" pitchFamily="34" charset="0"/>
                <a:cs typeface="Open Sans" panose="020B0606030504020204" pitchFamily="34" charset="0"/>
              </a:rPr>
              <a:t>pengalaman</a:t>
            </a:r>
            <a:r>
              <a:rPr lang="en-US" dirty="0">
                <a:latin typeface="Open Sans" panose="020B0606030504020204" pitchFamily="34" charset="0"/>
                <a:ea typeface="Open Sans" panose="020B0606030504020204" pitchFamily="34" charset="0"/>
                <a:cs typeface="Open Sans" panose="020B0606030504020204" pitchFamily="34" charset="0"/>
              </a:rPr>
              <a:t> dan </a:t>
            </a:r>
            <a:r>
              <a:rPr lang="en-US" dirty="0" err="1">
                <a:latin typeface="Open Sans" panose="020B0606030504020204" pitchFamily="34" charset="0"/>
                <a:ea typeface="Open Sans" panose="020B0606030504020204" pitchFamily="34" charset="0"/>
                <a:cs typeface="Open Sans" panose="020B0606030504020204" pitchFamily="34" charset="0"/>
              </a:rPr>
              <a:t>perspektif</a:t>
            </a:r>
            <a:r>
              <a:rPr lang="en-US" dirty="0">
                <a:latin typeface="Open Sans" panose="020B0606030504020204" pitchFamily="34" charset="0"/>
                <a:ea typeface="Open Sans" panose="020B0606030504020204" pitchFamily="34" charset="0"/>
                <a:cs typeface="Open Sans" panose="020B0606030504020204" pitchFamily="34" charset="0"/>
              </a:rPr>
              <a:t> </a:t>
            </a:r>
            <a:r>
              <a:rPr lang="en-US" dirty="0" err="1">
                <a:latin typeface="Open Sans" panose="020B0606030504020204" pitchFamily="34" charset="0"/>
                <a:ea typeface="Open Sans" panose="020B0606030504020204" pitchFamily="34" charset="0"/>
                <a:cs typeface="Open Sans" panose="020B0606030504020204" pitchFamily="34" charset="0"/>
              </a:rPr>
              <a:t>anggota</a:t>
            </a:r>
            <a:r>
              <a:rPr lang="en-US" dirty="0">
                <a:latin typeface="Open Sans" panose="020B0606030504020204" pitchFamily="34" charset="0"/>
                <a:ea typeface="Open Sans" panose="020B0606030504020204" pitchFamily="34" charset="0"/>
                <a:cs typeface="Open Sans" panose="020B0606030504020204" pitchFamily="34" charset="0"/>
              </a:rPr>
              <a:t> </a:t>
            </a:r>
            <a:r>
              <a:rPr lang="en-US" dirty="0" err="1">
                <a:latin typeface="Open Sans" panose="020B0606030504020204" pitchFamily="34" charset="0"/>
                <a:ea typeface="Open Sans" panose="020B0606030504020204" pitchFamily="34" charset="0"/>
                <a:cs typeface="Open Sans" panose="020B0606030504020204" pitchFamily="34" charset="0"/>
              </a:rPr>
              <a:t>kelompok</a:t>
            </a:r>
            <a:endParaRPr 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TextBox 7">
            <a:extLst>
              <a:ext uri="{FF2B5EF4-FFF2-40B4-BE49-F238E27FC236}">
                <a16:creationId xmlns:a16="http://schemas.microsoft.com/office/drawing/2014/main" id="{3A8789C8-8C73-F6B3-E29E-8A4C6852E25D}"/>
              </a:ext>
            </a:extLst>
          </p:cNvPr>
          <p:cNvSpPr txBox="1"/>
          <p:nvPr/>
        </p:nvSpPr>
        <p:spPr>
          <a:xfrm>
            <a:off x="4689451" y="5029125"/>
            <a:ext cx="698847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just">
              <a:defRPr/>
            </a:pPr>
            <a:r>
              <a:rPr lang="en-US" sz="1600" dirty="0" err="1">
                <a:latin typeface="Open Sans" panose="020B0606030504020204" pitchFamily="34" charset="0"/>
                <a:ea typeface="Open Sans" panose="020B0606030504020204" pitchFamily="34" charset="0"/>
                <a:cs typeface="Open Sans" panose="020B0606030504020204" pitchFamily="34" charset="0"/>
              </a:rPr>
              <a:t>Dapat</a:t>
            </a:r>
            <a:r>
              <a:rPr lang="en-US" sz="1600" dirty="0">
                <a:latin typeface="Open Sans" panose="020B0606030504020204" pitchFamily="34" charset="0"/>
                <a:ea typeface="Open Sans" panose="020B0606030504020204" pitchFamily="34" charset="0"/>
                <a:cs typeface="Open Sans" panose="020B0606030504020204" pitchFamily="34" charset="0"/>
              </a:rPr>
              <a:t> </a:t>
            </a:r>
            <a:r>
              <a:rPr lang="en-US" sz="1600" dirty="0" err="1">
                <a:latin typeface="Open Sans" panose="020B0606030504020204" pitchFamily="34" charset="0"/>
                <a:ea typeface="Open Sans" panose="020B0606030504020204" pitchFamily="34" charset="0"/>
                <a:cs typeface="Open Sans" panose="020B0606030504020204" pitchFamily="34" charset="0"/>
              </a:rPr>
              <a:t>membantu</a:t>
            </a:r>
            <a:r>
              <a:rPr lang="en-US" sz="1600" dirty="0">
                <a:latin typeface="Open Sans" panose="020B0606030504020204" pitchFamily="34" charset="0"/>
                <a:ea typeface="Open Sans" panose="020B0606030504020204" pitchFamily="34" charset="0"/>
                <a:cs typeface="Open Sans" panose="020B0606030504020204" pitchFamily="34" charset="0"/>
              </a:rPr>
              <a:t> Anda </a:t>
            </a:r>
            <a:r>
              <a:rPr lang="en-US" sz="1600" dirty="0" err="1">
                <a:latin typeface="Open Sans" panose="020B0606030504020204" pitchFamily="34" charset="0"/>
                <a:ea typeface="Open Sans" panose="020B0606030504020204" pitchFamily="34" charset="0"/>
                <a:cs typeface="Open Sans" panose="020B0606030504020204" pitchFamily="34" charset="0"/>
              </a:rPr>
              <a:t>menyoroti</a:t>
            </a:r>
            <a:r>
              <a:rPr lang="en-US" sz="1600" dirty="0">
                <a:latin typeface="Open Sans" panose="020B0606030504020204" pitchFamily="34" charset="0"/>
                <a:ea typeface="Open Sans" panose="020B0606030504020204" pitchFamily="34" charset="0"/>
                <a:cs typeface="Open Sans" panose="020B0606030504020204" pitchFamily="34" charset="0"/>
              </a:rPr>
              <a:t> </a:t>
            </a:r>
            <a:r>
              <a:rPr lang="en-US" sz="1600" dirty="0" err="1">
                <a:latin typeface="Open Sans" panose="020B0606030504020204" pitchFamily="34" charset="0"/>
                <a:ea typeface="Open Sans" panose="020B0606030504020204" pitchFamily="34" charset="0"/>
                <a:cs typeface="Open Sans" panose="020B0606030504020204" pitchFamily="34" charset="0"/>
              </a:rPr>
              <a:t>kebutuhan</a:t>
            </a:r>
            <a:r>
              <a:rPr lang="en-US" sz="1600" dirty="0">
                <a:latin typeface="Open Sans" panose="020B0606030504020204" pitchFamily="34" charset="0"/>
                <a:ea typeface="Open Sans" panose="020B0606030504020204" pitchFamily="34" charset="0"/>
                <a:cs typeface="Open Sans" panose="020B0606030504020204" pitchFamily="34" charset="0"/>
              </a:rPr>
              <a:t> </a:t>
            </a:r>
            <a:r>
              <a:rPr lang="en-US" sz="1600" dirty="0" err="1">
                <a:latin typeface="Open Sans" panose="020B0606030504020204" pitchFamily="34" charset="0"/>
                <a:ea typeface="Open Sans" panose="020B0606030504020204" pitchFamily="34" charset="0"/>
                <a:cs typeface="Open Sans" panose="020B0606030504020204" pitchFamily="34" charset="0"/>
              </a:rPr>
              <a:t>aktual</a:t>
            </a:r>
            <a:r>
              <a:rPr lang="en-US" sz="1600" dirty="0">
                <a:latin typeface="Open Sans" panose="020B0606030504020204" pitchFamily="34" charset="0"/>
                <a:ea typeface="Open Sans" panose="020B0606030504020204" pitchFamily="34" charset="0"/>
                <a:cs typeface="Open Sans" panose="020B0606030504020204" pitchFamily="34" charset="0"/>
              </a:rPr>
              <a:t> dan </a:t>
            </a:r>
            <a:r>
              <a:rPr lang="en-US" sz="1600" dirty="0" err="1">
                <a:latin typeface="Open Sans" panose="020B0606030504020204" pitchFamily="34" charset="0"/>
                <a:ea typeface="Open Sans" panose="020B0606030504020204" pitchFamily="34" charset="0"/>
                <a:cs typeface="Open Sans" panose="020B0606030504020204" pitchFamily="34" charset="0"/>
              </a:rPr>
              <a:t>poin</a:t>
            </a:r>
            <a:r>
              <a:rPr lang="en-US" sz="1600" dirty="0">
                <a:latin typeface="Open Sans" panose="020B0606030504020204" pitchFamily="34" charset="0"/>
                <a:ea typeface="Open Sans" panose="020B0606030504020204" pitchFamily="34" charset="0"/>
                <a:cs typeface="Open Sans" panose="020B0606030504020204" pitchFamily="34" charset="0"/>
              </a:rPr>
              <a:t> </a:t>
            </a:r>
            <a:r>
              <a:rPr lang="en-US" sz="1600" dirty="0" err="1">
                <a:latin typeface="Open Sans" panose="020B0606030504020204" pitchFamily="34" charset="0"/>
                <a:ea typeface="Open Sans" panose="020B0606030504020204" pitchFamily="34" charset="0"/>
                <a:cs typeface="Open Sans" panose="020B0606030504020204" pitchFamily="34" charset="0"/>
              </a:rPr>
              <a:t>nyeri</a:t>
            </a:r>
            <a:r>
              <a:rPr lang="en-US" sz="1600" dirty="0">
                <a:latin typeface="Open Sans" panose="020B0606030504020204" pitchFamily="34" charset="0"/>
                <a:ea typeface="Open Sans" panose="020B0606030504020204" pitchFamily="34" charset="0"/>
                <a:cs typeface="Open Sans" panose="020B0606030504020204" pitchFamily="34" charset="0"/>
              </a:rPr>
              <a:t> yang </a:t>
            </a:r>
            <a:r>
              <a:rPr lang="en-US" sz="1600" dirty="0" err="1">
                <a:latin typeface="Open Sans" panose="020B0606030504020204" pitchFamily="34" charset="0"/>
                <a:ea typeface="Open Sans" panose="020B0606030504020204" pitchFamily="34" charset="0"/>
                <a:cs typeface="Open Sans" panose="020B0606030504020204" pitchFamily="34" charset="0"/>
              </a:rPr>
              <a:t>dialami</a:t>
            </a:r>
            <a:r>
              <a:rPr lang="en-US" sz="1600" dirty="0">
                <a:latin typeface="Open Sans" panose="020B0606030504020204" pitchFamily="34" charset="0"/>
                <a:ea typeface="Open Sans" panose="020B0606030504020204" pitchFamily="34" charset="0"/>
                <a:cs typeface="Open Sans" panose="020B0606030504020204" pitchFamily="34" charset="0"/>
              </a:rPr>
              <a:t> oleh orang-orang</a:t>
            </a:r>
            <a:endParaRPr lang="en-US" dirty="0">
              <a:latin typeface="Open Sans" panose="020B0606030504020204" pitchFamily="34" charset="0"/>
              <a:ea typeface="Open Sans" panose="020B0606030504020204" pitchFamily="34" charset="0"/>
              <a:cs typeface="Open Sans" panose="020B0606030504020204" pitchFamily="34" charset="0"/>
            </a:endParaRPr>
          </a:p>
        </p:txBody>
      </p:sp>
      <p:cxnSp>
        <p:nvCxnSpPr>
          <p:cNvPr id="11" name="Straight Connector 10">
            <a:extLst>
              <a:ext uri="{FF2B5EF4-FFF2-40B4-BE49-F238E27FC236}">
                <a16:creationId xmlns:a16="http://schemas.microsoft.com/office/drawing/2014/main" id="{25E24106-F6E6-7CAC-FDAD-B4131D74BEF9}"/>
              </a:ext>
            </a:extLst>
          </p:cNvPr>
          <p:cNvCxnSpPr>
            <a:cxnSpLocks/>
          </p:cNvCxnSpPr>
          <p:nvPr/>
        </p:nvCxnSpPr>
        <p:spPr>
          <a:xfrm>
            <a:off x="647698" y="3039570"/>
            <a:ext cx="382860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CB30F66-F9E0-8704-FB5D-BD037C854ADC}"/>
              </a:ext>
            </a:extLst>
          </p:cNvPr>
          <p:cNvCxnSpPr>
            <a:cxnSpLocks/>
          </p:cNvCxnSpPr>
          <p:nvPr/>
        </p:nvCxnSpPr>
        <p:spPr>
          <a:xfrm>
            <a:off x="647698" y="4475926"/>
            <a:ext cx="382860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CAF0C51-808F-75AB-7B99-735A026D23BC}"/>
              </a:ext>
            </a:extLst>
          </p:cNvPr>
          <p:cNvCxnSpPr>
            <a:cxnSpLocks/>
          </p:cNvCxnSpPr>
          <p:nvPr/>
        </p:nvCxnSpPr>
        <p:spPr>
          <a:xfrm>
            <a:off x="625348" y="6044671"/>
            <a:ext cx="381640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EE82564-7913-7CE9-C060-E9637637551B}"/>
              </a:ext>
            </a:extLst>
          </p:cNvPr>
          <p:cNvCxnSpPr>
            <a:cxnSpLocks/>
          </p:cNvCxnSpPr>
          <p:nvPr/>
        </p:nvCxnSpPr>
        <p:spPr>
          <a:xfrm>
            <a:off x="4476306" y="3039570"/>
            <a:ext cx="7174972"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8635C30-ADC6-0C57-E4AA-CD0F4BDB4D85}"/>
              </a:ext>
            </a:extLst>
          </p:cNvPr>
          <p:cNvCxnSpPr>
            <a:cxnSpLocks/>
          </p:cNvCxnSpPr>
          <p:nvPr/>
        </p:nvCxnSpPr>
        <p:spPr>
          <a:xfrm>
            <a:off x="4476306" y="4475926"/>
            <a:ext cx="7174972"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E253271-0A62-7BB3-B680-979CD9B84C9C}"/>
              </a:ext>
            </a:extLst>
          </p:cNvPr>
          <p:cNvCxnSpPr>
            <a:cxnSpLocks/>
          </p:cNvCxnSpPr>
          <p:nvPr/>
        </p:nvCxnSpPr>
        <p:spPr>
          <a:xfrm>
            <a:off x="4476306" y="6051286"/>
            <a:ext cx="6967138"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BDC066D1-1808-64DD-3490-FF0C49DFEA8C}"/>
              </a:ext>
            </a:extLst>
          </p:cNvPr>
          <p:cNvSpPr txBox="1"/>
          <p:nvPr/>
        </p:nvSpPr>
        <p:spPr>
          <a:xfrm>
            <a:off x="231533" y="467927"/>
            <a:ext cx="8489545" cy="494623"/>
          </a:xfrm>
          <a:prstGeom prst="rect">
            <a:avLst/>
          </a:prstGeom>
          <a:noFill/>
        </p:spPr>
        <p:txBody>
          <a:bodyPr wrap="square" lIns="91440" tIns="45720" rIns="91440" bIns="45720" anchor="t">
            <a:spAutoFit/>
          </a:bodyPr>
          <a:lstStyle/>
          <a:p>
            <a:pPr lvl="0">
              <a:lnSpc>
                <a:spcPct val="80000"/>
              </a:lnSpc>
              <a:spcBef>
                <a:spcPts val="600"/>
              </a:spcBef>
              <a:defRPr/>
            </a:pPr>
            <a:r>
              <a:rPr lang="en-IN" sz="3200" b="1" dirty="0" err="1">
                <a:solidFill>
                  <a:schemeClr val="tx2"/>
                </a:solidFill>
                <a:latin typeface="Barlow"/>
                <a:ea typeface="+mj-ea"/>
                <a:cs typeface="+mj-cs"/>
              </a:rPr>
              <a:t>Refleksi</a:t>
            </a:r>
            <a:r>
              <a:rPr lang="en-IN" sz="3200" b="1" dirty="0">
                <a:solidFill>
                  <a:schemeClr val="tx2"/>
                </a:solidFill>
                <a:latin typeface="Barlow"/>
                <a:ea typeface="+mj-ea"/>
                <a:cs typeface="+mj-cs"/>
              </a:rPr>
              <a:t> / </a:t>
            </a:r>
            <a:r>
              <a:rPr lang="en-IN" sz="3200" b="1" dirty="0" err="1">
                <a:solidFill>
                  <a:schemeClr val="tx2"/>
                </a:solidFill>
                <a:latin typeface="Barlow"/>
                <a:ea typeface="+mj-ea"/>
                <a:cs typeface="+mj-cs"/>
              </a:rPr>
              <a:t>Rekap</a:t>
            </a:r>
            <a:endParaRPr lang="en-US" dirty="0">
              <a:ea typeface="+mj-ea"/>
              <a:cs typeface="+mj-cs"/>
            </a:endParaRPr>
          </a:p>
        </p:txBody>
      </p:sp>
      <p:sp>
        <p:nvSpPr>
          <p:cNvPr id="6" name="TextBox 5">
            <a:extLst>
              <a:ext uri="{FF2B5EF4-FFF2-40B4-BE49-F238E27FC236}">
                <a16:creationId xmlns:a16="http://schemas.microsoft.com/office/drawing/2014/main" id="{B447EF4B-BF2C-220A-C0CB-F3A398766145}"/>
              </a:ext>
            </a:extLst>
          </p:cNvPr>
          <p:cNvSpPr txBox="1"/>
          <p:nvPr/>
        </p:nvSpPr>
        <p:spPr>
          <a:xfrm>
            <a:off x="1166561" y="4996338"/>
            <a:ext cx="3435934" cy="461665"/>
          </a:xfrm>
          <a:prstGeom prst="rect">
            <a:avLst/>
          </a:prstGeom>
          <a:noFill/>
        </p:spPr>
        <p:txBody>
          <a:bodyPr wrap="square" lIns="91440" tIns="45720" rIns="91440" bIns="45720" anchor="t">
            <a:spAutoFit/>
          </a:bodyPr>
          <a:lstStyle/>
          <a:p>
            <a:pPr lvl="0" defTabSz="913790">
              <a:defRPr/>
            </a:pPr>
            <a:r>
              <a:rPr lang="en-US" altLang="ru-RU" sz="2400" b="1" kern="0" dirty="0">
                <a:solidFill>
                  <a:schemeClr val="bg1"/>
                </a:solidFill>
                <a:latin typeface="Open Sans" panose="020B0606030504020204" pitchFamily="34" charset="0"/>
                <a:ea typeface="Open Sans" panose="020B0606030504020204" pitchFamily="34" charset="0"/>
                <a:cs typeface="Open Sans" panose="020B0606030504020204" pitchFamily="34" charset="0"/>
                <a:sym typeface="Arial"/>
              </a:rPr>
              <a:t>Customer Focus</a:t>
            </a:r>
          </a:p>
        </p:txBody>
      </p:sp>
      <p:grpSp>
        <p:nvGrpSpPr>
          <p:cNvPr id="7" name="Group 6">
            <a:extLst>
              <a:ext uri="{FF2B5EF4-FFF2-40B4-BE49-F238E27FC236}">
                <a16:creationId xmlns:a16="http://schemas.microsoft.com/office/drawing/2014/main" id="{5C015130-87F8-62D8-5481-271A6D3AB5CD}"/>
              </a:ext>
            </a:extLst>
          </p:cNvPr>
          <p:cNvGrpSpPr/>
          <p:nvPr/>
        </p:nvGrpSpPr>
        <p:grpSpPr>
          <a:xfrm>
            <a:off x="647698" y="2078182"/>
            <a:ext cx="3473391" cy="480465"/>
            <a:chOff x="647698" y="2078182"/>
            <a:chExt cx="3473391" cy="480465"/>
          </a:xfrm>
        </p:grpSpPr>
        <p:sp>
          <p:nvSpPr>
            <p:cNvPr id="2" name="TextBox 1">
              <a:extLst>
                <a:ext uri="{FF2B5EF4-FFF2-40B4-BE49-F238E27FC236}">
                  <a16:creationId xmlns:a16="http://schemas.microsoft.com/office/drawing/2014/main" id="{6BC9059A-1D5F-C9C9-B1D4-323537C98FA9}"/>
                </a:ext>
              </a:extLst>
            </p:cNvPr>
            <p:cNvSpPr txBox="1"/>
            <p:nvPr/>
          </p:nvSpPr>
          <p:spPr>
            <a:xfrm>
              <a:off x="1174105" y="2078182"/>
              <a:ext cx="2946984" cy="461665"/>
            </a:xfrm>
            <a:prstGeom prst="rect">
              <a:avLst/>
            </a:prstGeom>
            <a:noFill/>
          </p:spPr>
          <p:txBody>
            <a:bodyPr wrap="square" lIns="91440" tIns="45720" rIns="91440" bIns="45720" anchor="t">
              <a:spAutoFit/>
            </a:bodyPr>
            <a:lstStyle/>
            <a:p>
              <a:pPr lvl="0" defTabSz="913790">
                <a:defRPr/>
              </a:pPr>
              <a:r>
                <a:rPr lang="en-US" altLang="ru-RU" sz="2400" b="1" kern="0" dirty="0">
                  <a:solidFill>
                    <a:schemeClr val="bg1"/>
                  </a:solidFill>
                  <a:latin typeface="Open Sans" panose="020B0606030504020204" pitchFamily="34" charset="0"/>
                  <a:ea typeface="Open Sans" panose="020B0606030504020204" pitchFamily="34" charset="0"/>
                  <a:cs typeface="Open Sans" panose="020B0606030504020204" pitchFamily="34" charset="0"/>
                  <a:sym typeface="Arial"/>
                </a:rPr>
                <a:t>Brainstorming</a:t>
              </a:r>
            </a:p>
          </p:txBody>
        </p:sp>
        <p:pic>
          <p:nvPicPr>
            <p:cNvPr id="23" name="Graphic 22" descr="Research with solid fill">
              <a:extLst>
                <a:ext uri="{FF2B5EF4-FFF2-40B4-BE49-F238E27FC236}">
                  <a16:creationId xmlns:a16="http://schemas.microsoft.com/office/drawing/2014/main" id="{E72463A4-7945-DC41-3795-154530A34AB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647698" y="2101447"/>
              <a:ext cx="457200" cy="457200"/>
            </a:xfrm>
            <a:prstGeom prst="rect">
              <a:avLst/>
            </a:prstGeom>
          </p:spPr>
        </p:pic>
      </p:grpSp>
      <p:grpSp>
        <p:nvGrpSpPr>
          <p:cNvPr id="14" name="Group 13">
            <a:extLst>
              <a:ext uri="{FF2B5EF4-FFF2-40B4-BE49-F238E27FC236}">
                <a16:creationId xmlns:a16="http://schemas.microsoft.com/office/drawing/2014/main" id="{1BE341A2-5255-696C-40DA-FDC4B3983308}"/>
              </a:ext>
            </a:extLst>
          </p:cNvPr>
          <p:cNvGrpSpPr/>
          <p:nvPr/>
        </p:nvGrpSpPr>
        <p:grpSpPr>
          <a:xfrm>
            <a:off x="683993" y="3553338"/>
            <a:ext cx="3676153" cy="476643"/>
            <a:chOff x="625348" y="3319586"/>
            <a:chExt cx="3676153" cy="476643"/>
          </a:xfrm>
        </p:grpSpPr>
        <p:sp>
          <p:nvSpPr>
            <p:cNvPr id="4" name="TextBox 3">
              <a:extLst>
                <a:ext uri="{FF2B5EF4-FFF2-40B4-BE49-F238E27FC236}">
                  <a16:creationId xmlns:a16="http://schemas.microsoft.com/office/drawing/2014/main" id="{53621021-EF30-347E-8602-6D9B2B20FD0E}"/>
                </a:ext>
              </a:extLst>
            </p:cNvPr>
            <p:cNvSpPr txBox="1"/>
            <p:nvPr/>
          </p:nvSpPr>
          <p:spPr>
            <a:xfrm>
              <a:off x="1221167" y="3325482"/>
              <a:ext cx="3080334" cy="461665"/>
            </a:xfrm>
            <a:prstGeom prst="rect">
              <a:avLst/>
            </a:prstGeom>
            <a:noFill/>
          </p:spPr>
          <p:txBody>
            <a:bodyPr wrap="square" lIns="91440" tIns="45720" rIns="91440" bIns="45720" anchor="t">
              <a:spAutoFit/>
            </a:bodyPr>
            <a:lstStyle/>
            <a:p>
              <a:pPr lvl="0" defTabSz="913790">
                <a:defRPr/>
              </a:pPr>
              <a:r>
                <a:rPr lang="en-US" altLang="ru-RU" sz="2400" b="1" kern="0" dirty="0" err="1">
                  <a:solidFill>
                    <a:schemeClr val="bg1"/>
                  </a:solidFill>
                  <a:latin typeface="Open Sans" panose="020B0606030504020204" pitchFamily="34" charset="0"/>
                  <a:ea typeface="Open Sans" panose="020B0606030504020204" pitchFamily="34" charset="0"/>
                  <a:cs typeface="Open Sans" panose="020B0606030504020204" pitchFamily="34" charset="0"/>
                  <a:sym typeface="Arial"/>
                </a:rPr>
                <a:t>Wawasan</a:t>
              </a:r>
              <a:r>
                <a:rPr lang="en-US" altLang="ru-RU" sz="2400" b="1" kern="0" dirty="0">
                  <a:solidFill>
                    <a:schemeClr val="bg1"/>
                  </a:solidFill>
                  <a:latin typeface="Open Sans" panose="020B0606030504020204" pitchFamily="34" charset="0"/>
                  <a:ea typeface="Open Sans" panose="020B0606030504020204" pitchFamily="34" charset="0"/>
                  <a:cs typeface="Open Sans" panose="020B0606030504020204" pitchFamily="34" charset="0"/>
                  <a:sym typeface="Arial"/>
                </a:rPr>
                <a:t> </a:t>
              </a:r>
              <a:r>
                <a:rPr lang="en-US" altLang="ru-RU" sz="2400" b="1" kern="0" dirty="0" err="1">
                  <a:solidFill>
                    <a:schemeClr val="bg1"/>
                  </a:solidFill>
                  <a:latin typeface="Open Sans" panose="020B0606030504020204" pitchFamily="34" charset="0"/>
                  <a:ea typeface="Open Sans" panose="020B0606030504020204" pitchFamily="34" charset="0"/>
                  <a:cs typeface="Open Sans" panose="020B0606030504020204" pitchFamily="34" charset="0"/>
                  <a:sym typeface="Arial"/>
                </a:rPr>
                <a:t>Grup</a:t>
              </a:r>
              <a:endParaRPr lang="en-US" altLang="ru-RU" sz="2400" b="1" kern="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26" name="Graphic 25" descr="Presentation with org chart with solid fill">
              <a:extLst>
                <a:ext uri="{FF2B5EF4-FFF2-40B4-BE49-F238E27FC236}">
                  <a16:creationId xmlns:a16="http://schemas.microsoft.com/office/drawing/2014/main" id="{F05CB1E9-CDB4-2C38-FE36-4E7A995A3E8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625348" y="3319586"/>
              <a:ext cx="476643" cy="476643"/>
            </a:xfrm>
            <a:prstGeom prst="rect">
              <a:avLst/>
            </a:prstGeom>
          </p:spPr>
        </p:pic>
      </p:grpSp>
      <p:pic>
        <p:nvPicPr>
          <p:cNvPr id="10" name="Graphic 9" descr="User with solid fill">
            <a:extLst>
              <a:ext uri="{FF2B5EF4-FFF2-40B4-BE49-F238E27FC236}">
                <a16:creationId xmlns:a16="http://schemas.microsoft.com/office/drawing/2014/main" id="{85A3C281-39EA-AA53-2085-67DD0DB2F0B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14071" y="4828587"/>
            <a:ext cx="709669" cy="709669"/>
          </a:xfrm>
          <a:prstGeom prst="rect">
            <a:avLst/>
          </a:prstGeom>
        </p:spPr>
      </p:pic>
    </p:spTree>
    <p:custDataLst>
      <p:tags r:id="rId1"/>
    </p:custDataLst>
    <p:extLst>
      <p:ext uri="{BB962C8B-B14F-4D97-AF65-F5344CB8AC3E}">
        <p14:creationId xmlns:p14="http://schemas.microsoft.com/office/powerpoint/2010/main" val="6363617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28965963-18F4-074D-8C9D-B547D31243FB}"/>
              </a:ext>
            </a:extLst>
          </p:cNvPr>
          <p:cNvSpPr/>
          <p:nvPr/>
        </p:nvSpPr>
        <p:spPr>
          <a:xfrm>
            <a:off x="2185522" y="4547335"/>
            <a:ext cx="1640081" cy="1973095"/>
          </a:xfrm>
          <a:prstGeom prst="roundRect">
            <a:avLst/>
          </a:prstGeom>
          <a:solidFill>
            <a:schemeClr val="bg2">
              <a:lumMod val="8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Rounded Corners 118">
            <a:extLst>
              <a:ext uri="{FF2B5EF4-FFF2-40B4-BE49-F238E27FC236}">
                <a16:creationId xmlns:a16="http://schemas.microsoft.com/office/drawing/2014/main" id="{3F13AD7E-C4D3-DDDA-B5F9-D7ABF21E46C4}"/>
              </a:ext>
            </a:extLst>
          </p:cNvPr>
          <p:cNvSpPr/>
          <p:nvPr/>
        </p:nvSpPr>
        <p:spPr>
          <a:xfrm>
            <a:off x="4576522" y="2693215"/>
            <a:ext cx="1771646" cy="1619581"/>
          </a:xfrm>
          <a:prstGeom prst="roundRect">
            <a:avLst>
              <a:gd name="adj" fmla="val 3893"/>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cxnSp>
        <p:nvCxnSpPr>
          <p:cNvPr id="21" name="Straight Arrow Connector 20">
            <a:extLst>
              <a:ext uri="{FF2B5EF4-FFF2-40B4-BE49-F238E27FC236}">
                <a16:creationId xmlns:a16="http://schemas.microsoft.com/office/drawing/2014/main" id="{F486D0C2-7B61-412D-BD86-0CFA64955EFB}"/>
              </a:ext>
            </a:extLst>
          </p:cNvPr>
          <p:cNvCxnSpPr>
            <a:cxnSpLocks/>
          </p:cNvCxnSpPr>
          <p:nvPr/>
        </p:nvCxnSpPr>
        <p:spPr>
          <a:xfrm flipV="1">
            <a:off x="513794" y="1814768"/>
            <a:ext cx="10916505" cy="44930"/>
          </a:xfrm>
          <a:prstGeom prst="straightConnector1">
            <a:avLst/>
          </a:prstGeom>
          <a:ln w="44450" cap="rnd">
            <a:solidFill>
              <a:schemeClr val="accent1"/>
            </a:solidFill>
            <a:prstDash val="solid"/>
            <a:round/>
            <a:tailEnd type="stealth"/>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EB11115-37F1-4C25-AA42-C6802AAAC17F}"/>
              </a:ext>
            </a:extLst>
          </p:cNvPr>
          <p:cNvCxnSpPr>
            <a:cxnSpLocks/>
          </p:cNvCxnSpPr>
          <p:nvPr/>
        </p:nvCxnSpPr>
        <p:spPr>
          <a:xfrm>
            <a:off x="867640" y="1961310"/>
            <a:ext cx="0" cy="2775725"/>
          </a:xfrm>
          <a:prstGeom prst="line">
            <a:avLst/>
          </a:prstGeom>
          <a:ln w="28575">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E52E49F5-B8F8-4EEE-8741-8C5FC5EEC02A}"/>
              </a:ext>
            </a:extLst>
          </p:cNvPr>
          <p:cNvCxnSpPr>
            <a:cxnSpLocks/>
          </p:cNvCxnSpPr>
          <p:nvPr/>
        </p:nvCxnSpPr>
        <p:spPr>
          <a:xfrm>
            <a:off x="2682415" y="1961310"/>
            <a:ext cx="0" cy="2775725"/>
          </a:xfrm>
          <a:prstGeom prst="line">
            <a:avLst/>
          </a:prstGeom>
          <a:ln w="28575">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B50FA3EB-4E3E-437A-BDE2-05BA26384FBA}"/>
              </a:ext>
            </a:extLst>
          </p:cNvPr>
          <p:cNvCxnSpPr>
            <a:cxnSpLocks/>
          </p:cNvCxnSpPr>
          <p:nvPr/>
        </p:nvCxnSpPr>
        <p:spPr>
          <a:xfrm>
            <a:off x="4497190" y="1961310"/>
            <a:ext cx="0" cy="2775725"/>
          </a:xfrm>
          <a:prstGeom prst="line">
            <a:avLst/>
          </a:prstGeom>
          <a:ln w="28575">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E224DB12-B27F-48AA-9BED-5A28D9BFB92E}"/>
              </a:ext>
            </a:extLst>
          </p:cNvPr>
          <p:cNvCxnSpPr>
            <a:cxnSpLocks/>
          </p:cNvCxnSpPr>
          <p:nvPr/>
        </p:nvCxnSpPr>
        <p:spPr>
          <a:xfrm>
            <a:off x="6311966" y="1961310"/>
            <a:ext cx="0" cy="2775725"/>
          </a:xfrm>
          <a:prstGeom prst="line">
            <a:avLst/>
          </a:prstGeom>
          <a:ln w="28575">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E9A3DD66-DB62-4CFA-9C6E-CDC548407E4C}"/>
              </a:ext>
            </a:extLst>
          </p:cNvPr>
          <p:cNvCxnSpPr>
            <a:cxnSpLocks/>
          </p:cNvCxnSpPr>
          <p:nvPr/>
        </p:nvCxnSpPr>
        <p:spPr>
          <a:xfrm>
            <a:off x="8126741" y="1961310"/>
            <a:ext cx="0" cy="2775725"/>
          </a:xfrm>
          <a:prstGeom prst="line">
            <a:avLst/>
          </a:prstGeom>
          <a:ln w="28575">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C4B46062-B4A8-4D76-807B-4F1C1AECAEBC}"/>
              </a:ext>
            </a:extLst>
          </p:cNvPr>
          <p:cNvCxnSpPr>
            <a:cxnSpLocks/>
          </p:cNvCxnSpPr>
          <p:nvPr/>
        </p:nvCxnSpPr>
        <p:spPr>
          <a:xfrm>
            <a:off x="9941516" y="1961310"/>
            <a:ext cx="0" cy="2775725"/>
          </a:xfrm>
          <a:prstGeom prst="line">
            <a:avLst/>
          </a:prstGeom>
          <a:ln w="28575">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E62C66C1-4C44-4141-8A6C-AC3D68CAE71E}"/>
              </a:ext>
            </a:extLst>
          </p:cNvPr>
          <p:cNvCxnSpPr>
            <a:cxnSpLocks/>
          </p:cNvCxnSpPr>
          <p:nvPr/>
        </p:nvCxnSpPr>
        <p:spPr>
          <a:xfrm>
            <a:off x="1775028" y="1721819"/>
            <a:ext cx="0" cy="868851"/>
          </a:xfrm>
          <a:prstGeom prst="line">
            <a:avLst/>
          </a:prstGeom>
          <a:ln w="28575">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05961842-6985-4A48-B70A-AA600DFB46FC}"/>
              </a:ext>
            </a:extLst>
          </p:cNvPr>
          <p:cNvCxnSpPr>
            <a:cxnSpLocks/>
          </p:cNvCxnSpPr>
          <p:nvPr/>
        </p:nvCxnSpPr>
        <p:spPr>
          <a:xfrm>
            <a:off x="3589803" y="1721819"/>
            <a:ext cx="0" cy="868851"/>
          </a:xfrm>
          <a:prstGeom prst="line">
            <a:avLst/>
          </a:prstGeom>
          <a:ln w="28575">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B1E8CFED-2536-4C71-A205-B19199E6FE77}"/>
              </a:ext>
            </a:extLst>
          </p:cNvPr>
          <p:cNvCxnSpPr>
            <a:cxnSpLocks/>
          </p:cNvCxnSpPr>
          <p:nvPr/>
        </p:nvCxnSpPr>
        <p:spPr>
          <a:xfrm>
            <a:off x="5404578" y="1721819"/>
            <a:ext cx="0" cy="868851"/>
          </a:xfrm>
          <a:prstGeom prst="line">
            <a:avLst/>
          </a:prstGeom>
          <a:ln w="28575">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895AA557-922C-4FBC-BE95-D4289B012884}"/>
              </a:ext>
            </a:extLst>
          </p:cNvPr>
          <p:cNvCxnSpPr>
            <a:cxnSpLocks/>
          </p:cNvCxnSpPr>
          <p:nvPr/>
        </p:nvCxnSpPr>
        <p:spPr>
          <a:xfrm>
            <a:off x="7219353" y="1721819"/>
            <a:ext cx="0" cy="868851"/>
          </a:xfrm>
          <a:prstGeom prst="line">
            <a:avLst/>
          </a:prstGeom>
          <a:ln w="28575">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55A99589-E1D5-48B3-8B95-87CF596E58D1}"/>
              </a:ext>
            </a:extLst>
          </p:cNvPr>
          <p:cNvCxnSpPr>
            <a:cxnSpLocks/>
          </p:cNvCxnSpPr>
          <p:nvPr/>
        </p:nvCxnSpPr>
        <p:spPr>
          <a:xfrm>
            <a:off x="9034128" y="1721819"/>
            <a:ext cx="0" cy="868851"/>
          </a:xfrm>
          <a:prstGeom prst="line">
            <a:avLst/>
          </a:prstGeom>
          <a:ln w="28575">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406531EC-05A0-426C-A115-D22F842C572F}"/>
              </a:ext>
            </a:extLst>
          </p:cNvPr>
          <p:cNvCxnSpPr>
            <a:cxnSpLocks/>
          </p:cNvCxnSpPr>
          <p:nvPr/>
        </p:nvCxnSpPr>
        <p:spPr>
          <a:xfrm>
            <a:off x="10848903" y="1721819"/>
            <a:ext cx="0" cy="868851"/>
          </a:xfrm>
          <a:prstGeom prst="line">
            <a:avLst/>
          </a:prstGeom>
          <a:ln w="28575">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1FB225E1-96C1-4603-BFEF-6D0959B90943}"/>
              </a:ext>
            </a:extLst>
          </p:cNvPr>
          <p:cNvSpPr txBox="1"/>
          <p:nvPr/>
        </p:nvSpPr>
        <p:spPr>
          <a:xfrm>
            <a:off x="191995" y="4777580"/>
            <a:ext cx="1619249" cy="136960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a:ln>
                  <a:noFill/>
                </a:ln>
                <a:solidFill>
                  <a:srgbClr val="414042"/>
                </a:solidFill>
                <a:effectLst/>
                <a:uLnTx/>
                <a:uFillTx/>
                <a:latin typeface="Barlow ExtraBold" pitchFamily="2" charset="77"/>
                <a:ea typeface="+mn-ea"/>
                <a:cs typeface="+mn-cs"/>
              </a:rPr>
              <a:t>Problem Identification</a:t>
            </a:r>
          </a:p>
          <a:p>
            <a:pPr marL="144000" marR="0" lvl="0" indent="-14400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414042"/>
                </a:solidFill>
                <a:effectLst/>
                <a:uLnTx/>
                <a:uFillTx/>
                <a:latin typeface="Barlow-Regular" panose="02040502050405020303"/>
                <a:ea typeface="+mn-ea"/>
                <a:cs typeface="+mn-cs"/>
              </a:rPr>
              <a:t>Orientation</a:t>
            </a:r>
          </a:p>
          <a:p>
            <a:pPr marL="144000" marR="0" lvl="0" indent="-14400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414042"/>
                </a:solidFill>
                <a:effectLst/>
                <a:uLnTx/>
                <a:uFillTx/>
                <a:latin typeface="Barlow-Regular" panose="02040502050405020303"/>
                <a:ea typeface="+mn-ea"/>
                <a:cs typeface="+mn-cs"/>
              </a:rPr>
              <a:t>Develop Macro Industry-Problem View</a:t>
            </a:r>
          </a:p>
          <a:p>
            <a:pPr marL="144000" marR="0" lvl="0" indent="-14400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414042"/>
                </a:solidFill>
                <a:effectLst/>
                <a:uLnTx/>
                <a:uFillTx/>
                <a:latin typeface="Barlow-Regular" panose="02040502050405020303"/>
                <a:ea typeface="+mn-ea"/>
                <a:cs typeface="+mn-cs"/>
              </a:rPr>
              <a:t>Assemble ‘Real World’ Problems</a:t>
            </a:r>
          </a:p>
          <a:p>
            <a:pPr marL="144000" marR="0" lvl="0" indent="-14400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lang="en-US" sz="1000">
                <a:solidFill>
                  <a:srgbClr val="414042"/>
                </a:solidFill>
                <a:latin typeface="Barlow-Regular" panose="02040502050405020303"/>
              </a:rPr>
              <a:t>Examine Chosen Problems</a:t>
            </a:r>
            <a:endParaRPr kumimoji="0" lang="en-US" sz="1000" b="0" i="0" u="none" strike="noStrike" kern="1200" cap="none" spc="0" normalizeH="0" baseline="0" noProof="0">
              <a:ln>
                <a:noFill/>
              </a:ln>
              <a:solidFill>
                <a:srgbClr val="414042"/>
              </a:solidFill>
              <a:effectLst/>
              <a:uLnTx/>
              <a:uFillTx/>
              <a:latin typeface="Barlow-Regular" panose="02040502050405020303"/>
              <a:ea typeface="+mn-ea"/>
              <a:cs typeface="+mn-cs"/>
            </a:endParaRPr>
          </a:p>
          <a:p>
            <a:pPr marL="144000" marR="0" lvl="0" indent="-14400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414042"/>
                </a:solidFill>
                <a:effectLst/>
                <a:uLnTx/>
                <a:uFillTx/>
                <a:latin typeface="Barlow-Regular" panose="02040502050405020303"/>
                <a:ea typeface="+mn-ea"/>
                <a:cs typeface="+mn-cs"/>
              </a:rPr>
              <a:t>Analyze Problems</a:t>
            </a:r>
          </a:p>
        </p:txBody>
      </p:sp>
      <p:sp>
        <p:nvSpPr>
          <p:cNvPr id="93" name="TextBox 92">
            <a:extLst>
              <a:ext uri="{FF2B5EF4-FFF2-40B4-BE49-F238E27FC236}">
                <a16:creationId xmlns:a16="http://schemas.microsoft.com/office/drawing/2014/main" id="{CE710ED1-369B-4A5E-8FF0-29009F3BC234}"/>
              </a:ext>
            </a:extLst>
          </p:cNvPr>
          <p:cNvSpPr txBox="1"/>
          <p:nvPr/>
        </p:nvSpPr>
        <p:spPr>
          <a:xfrm>
            <a:off x="841050" y="2694606"/>
            <a:ext cx="1771650" cy="2092881"/>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a:ln>
                  <a:noFill/>
                </a:ln>
                <a:solidFill>
                  <a:srgbClr val="414042"/>
                </a:solidFill>
                <a:effectLst/>
                <a:uLnTx/>
                <a:uFillTx/>
                <a:latin typeface="Barlow ExtraBold" pitchFamily="2" charset="77"/>
                <a:ea typeface="+mn-ea"/>
                <a:cs typeface="+mn-cs"/>
              </a:rPr>
              <a:t>Customer Identification</a:t>
            </a:r>
            <a:r>
              <a:rPr lang="en-IN" sz="1100" b="1">
                <a:solidFill>
                  <a:srgbClr val="414042"/>
                </a:solidFill>
                <a:latin typeface="Barlow ExtraBold" pitchFamily="2" charset="77"/>
              </a:rPr>
              <a:t> &amp; Needs Validation</a:t>
            </a:r>
            <a:endParaRPr kumimoji="0" lang="en-IN" sz="1100" b="1" i="0" u="none" strike="noStrike" kern="1200" cap="none" spc="0" normalizeH="0" baseline="0" noProof="0">
              <a:ln>
                <a:noFill/>
              </a:ln>
              <a:solidFill>
                <a:srgbClr val="414042"/>
              </a:solidFill>
              <a:effectLst/>
              <a:uLnTx/>
              <a:uFillTx/>
              <a:latin typeface="Barlow ExtraBold" pitchFamily="2" charset="77"/>
              <a:ea typeface="+mn-ea"/>
              <a:cs typeface="+mn-cs"/>
            </a:endParaRPr>
          </a:p>
          <a:p>
            <a:pPr marL="171450" marR="0" lvl="0" indent="-17145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a:ln>
                  <a:noFill/>
                </a:ln>
                <a:effectLst/>
                <a:uLnTx/>
                <a:uFillTx/>
                <a:latin typeface="Barlow-Regular" panose="02040502050405020303"/>
                <a:ea typeface="+mn-ea"/>
                <a:cs typeface="+mn-cs"/>
              </a:rPr>
              <a:t>Identify customer segments</a:t>
            </a:r>
            <a:endParaRPr lang="en-US" sz="1000" b="0" i="0" u="none" strike="noStrike" kern="1200" cap="none" spc="0" normalizeH="0" baseline="0" noProof="0">
              <a:ln>
                <a:noFill/>
              </a:ln>
              <a:effectLst/>
              <a:uLnTx/>
              <a:uFillTx/>
              <a:latin typeface="Barlow-Regular" panose="02040502050405020303"/>
            </a:endParaRPr>
          </a:p>
          <a:p>
            <a:pPr marL="171450" marR="0" lvl="0" indent="-17145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lang="en-US" sz="1000">
                <a:latin typeface="Barlow-Regular" panose="02040502050405020303"/>
              </a:rPr>
              <a:t>Assess</a:t>
            </a:r>
            <a:r>
              <a:rPr kumimoji="0" lang="en-US" sz="1000" b="0" i="0" u="none" strike="noStrike" kern="1200" cap="none" spc="0" normalizeH="0" baseline="0" noProof="0">
                <a:ln>
                  <a:noFill/>
                </a:ln>
                <a:effectLst/>
                <a:uLnTx/>
                <a:uFillTx/>
                <a:latin typeface="Barlow-Regular" panose="02040502050405020303"/>
                <a:ea typeface="+mn-ea"/>
                <a:cs typeface="+mn-cs"/>
              </a:rPr>
              <a:t> ‘Jobs-to-be-done</a:t>
            </a:r>
            <a:r>
              <a:rPr kumimoji="0" lang="en-US" sz="1000" b="0" i="0" u="none" strike="noStrike" kern="1200" cap="none" spc="0" normalizeH="0" baseline="0" noProof="0">
                <a:ln>
                  <a:noFill/>
                </a:ln>
                <a:solidFill>
                  <a:schemeClr val="tx2"/>
                </a:solidFill>
                <a:effectLst/>
                <a:uLnTx/>
                <a:uFillTx/>
                <a:latin typeface="Barlow-Regular" panose="02040502050405020303"/>
                <a:ea typeface="+mn-ea"/>
                <a:cs typeface="+mn-cs"/>
              </a:rPr>
              <a:t>’</a:t>
            </a:r>
            <a:endParaRPr lang="en-US" sz="1000" b="0" i="0" u="none" strike="noStrike" kern="1200" cap="none" spc="0" normalizeH="0" baseline="0" noProof="0">
              <a:ln>
                <a:noFill/>
              </a:ln>
              <a:solidFill>
                <a:schemeClr val="tx2"/>
              </a:solidFill>
              <a:effectLst/>
              <a:uLnTx/>
              <a:uFillTx/>
              <a:latin typeface="Barlow-Regular" panose="02040502050405020303"/>
            </a:endParaRPr>
          </a:p>
          <a:p>
            <a:pPr marL="171450" marR="0" lvl="0" indent="-17145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414042"/>
                </a:solidFill>
                <a:effectLst/>
                <a:uLnTx/>
                <a:uFillTx/>
                <a:latin typeface="Barlow-Regular" panose="02040502050405020303"/>
                <a:ea typeface="+mn-ea"/>
                <a:cs typeface="+mn-cs"/>
              </a:rPr>
              <a:t>Develop Customer Personas</a:t>
            </a:r>
          </a:p>
          <a:p>
            <a:pPr marL="171450" marR="0" lvl="0" indent="-17145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414042"/>
                </a:solidFill>
                <a:effectLst/>
                <a:uLnTx/>
                <a:uFillTx/>
                <a:latin typeface="Barlow-Regular" panose="02040502050405020303"/>
                <a:ea typeface="+mn-ea"/>
                <a:cs typeface="+mn-cs"/>
              </a:rPr>
              <a:t>Understand Customer Validation </a:t>
            </a:r>
          </a:p>
          <a:p>
            <a:pPr marL="171450" marR="0" lvl="0" indent="-17145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a:ln>
                  <a:noFill/>
                </a:ln>
                <a:effectLst/>
                <a:uLnTx/>
                <a:uFillTx/>
                <a:latin typeface="Barlow-Regular" panose="02040502050405020303"/>
                <a:ea typeface="+mn-ea"/>
                <a:cs typeface="+mn-cs"/>
              </a:rPr>
              <a:t>Validate Customer-Problem fit</a:t>
            </a:r>
            <a:endParaRPr lang="en-US" sz="1000" b="0" i="0" u="none" strike="noStrike" kern="1200" cap="none" spc="0" normalizeH="0" baseline="0" noProof="0">
              <a:ln>
                <a:noFill/>
              </a:ln>
              <a:effectLst/>
              <a:uLnTx/>
              <a:uFillTx/>
              <a:latin typeface="Barlow-Regular" panose="02040502050405020303"/>
            </a:endParaRPr>
          </a:p>
          <a:p>
            <a:pPr marL="171450" marR="0" lvl="0" indent="-17145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a:ln>
                  <a:noFill/>
                </a:ln>
                <a:effectLst/>
                <a:uLnTx/>
                <a:uFillTx/>
                <a:latin typeface="Barlow-Regular" panose="02040502050405020303"/>
                <a:ea typeface="+mn-ea"/>
                <a:cs typeface="+mn-cs"/>
              </a:rPr>
              <a:t>Pivot / Refine Customer-Problem Fit</a:t>
            </a:r>
            <a:endParaRPr lang="en-US" sz="1000" b="0" i="0" u="none" strike="noStrike" kern="1200" cap="none" spc="0" normalizeH="0" baseline="0" noProof="0">
              <a:ln>
                <a:noFill/>
              </a:ln>
              <a:effectLst/>
              <a:uLnTx/>
              <a:uFillTx/>
              <a:latin typeface="Barlow-Regular" panose="02040502050405020303"/>
            </a:endParaRPr>
          </a:p>
          <a:p>
            <a:pPr marL="143510" marR="0" lvl="0" indent="-143510" algn="l" defTabSz="914400" rtl="0" eaLnBrk="1" fontAlgn="auto" latinLnBrk="0" hangingPunct="1">
              <a:lnSpc>
                <a:spcPct val="100000"/>
              </a:lnSpc>
              <a:spcBef>
                <a:spcPts val="0"/>
              </a:spcBef>
              <a:spcAft>
                <a:spcPts val="0"/>
              </a:spcAft>
              <a:buClr>
                <a:srgbClr val="FFFFFF"/>
              </a:buClr>
              <a:buSzPct val="100000"/>
              <a:buFont typeface="Arial" panose="020B0604020202020204" pitchFamily="34" charset="0"/>
              <a:buChar char="•"/>
              <a:tabLst/>
              <a:defRPr/>
            </a:pPr>
            <a:endParaRPr lang="en-US" sz="900" b="0" i="0" u="none" strike="noStrike" kern="1200" cap="none" spc="0" normalizeH="0" baseline="0" noProof="0">
              <a:ln>
                <a:noFill/>
              </a:ln>
              <a:solidFill>
                <a:srgbClr val="414042"/>
              </a:solidFill>
              <a:effectLst/>
              <a:uLnTx/>
              <a:uFillTx/>
              <a:latin typeface="Barlow-Regular" panose="02040502050405020303"/>
            </a:endParaRPr>
          </a:p>
        </p:txBody>
      </p:sp>
      <p:sp>
        <p:nvSpPr>
          <p:cNvPr id="95" name="TextBox 94">
            <a:extLst>
              <a:ext uri="{FF2B5EF4-FFF2-40B4-BE49-F238E27FC236}">
                <a16:creationId xmlns:a16="http://schemas.microsoft.com/office/drawing/2014/main" id="{533CD734-AB6F-4001-9C2F-7C768FEA46B0}"/>
              </a:ext>
            </a:extLst>
          </p:cNvPr>
          <p:cNvSpPr txBox="1"/>
          <p:nvPr/>
        </p:nvSpPr>
        <p:spPr>
          <a:xfrm>
            <a:off x="2244654" y="4783062"/>
            <a:ext cx="1608180" cy="984885"/>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a:ln>
                  <a:noFill/>
                </a:ln>
                <a:solidFill>
                  <a:srgbClr val="414042"/>
                </a:solidFill>
                <a:effectLst/>
                <a:uLnTx/>
                <a:uFillTx/>
                <a:latin typeface="Barlow ExtraBold" pitchFamily="2" charset="77"/>
                <a:ea typeface="+mn-ea"/>
                <a:cs typeface="+mn-cs"/>
              </a:rPr>
              <a:t>Solution Idea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a:ln>
                  <a:noFill/>
                </a:ln>
                <a:solidFill>
                  <a:srgbClr val="414042"/>
                </a:solidFill>
                <a:effectLst/>
                <a:uLnTx/>
                <a:uFillTx/>
                <a:latin typeface="Barlow ExtraBold" pitchFamily="2" charset="77"/>
                <a:ea typeface="+mn-ea"/>
                <a:cs typeface="+mn-cs"/>
              </a:rPr>
              <a:t>Generation</a:t>
            </a:r>
          </a:p>
          <a:p>
            <a:pPr marL="143510" marR="0" lvl="0" indent="-14351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414042"/>
                </a:solidFill>
                <a:effectLst/>
                <a:uLnTx/>
                <a:uFillTx/>
                <a:latin typeface="Barlow-Regular" panose="02040502050405020303"/>
                <a:ea typeface="+mn-ea"/>
                <a:cs typeface="+mn-cs"/>
              </a:rPr>
              <a:t>Examine Ideation Techniques</a:t>
            </a:r>
            <a:endParaRPr lang="en-US" sz="1000" b="0" i="0" u="none" strike="noStrike" kern="1200" cap="none" spc="0" normalizeH="0" baseline="0" noProof="0">
              <a:ln>
                <a:noFill/>
              </a:ln>
              <a:solidFill>
                <a:srgbClr val="414042"/>
              </a:solidFill>
              <a:effectLst/>
              <a:uLnTx/>
              <a:uFillTx/>
              <a:latin typeface="Barlow-Regular" panose="02040502050405020303"/>
            </a:endParaRPr>
          </a:p>
          <a:p>
            <a:pPr marL="143510" indent="-143510">
              <a:lnSpc>
                <a:spcPct val="90000"/>
              </a:lnSpc>
              <a:buClr>
                <a:srgbClr val="414042"/>
              </a:buClr>
              <a:buSzPct val="100000"/>
              <a:buFont typeface="Arial" panose="020B0604020202020204" pitchFamily="34" charset="0"/>
              <a:buChar char="•"/>
              <a:defRPr/>
            </a:pPr>
            <a:r>
              <a:rPr kumimoji="0" lang="en-US" sz="1000" b="0" i="0" u="none" strike="noStrike" kern="1200" cap="none" spc="0" normalizeH="0" baseline="0" noProof="0">
                <a:ln>
                  <a:noFill/>
                </a:ln>
                <a:solidFill>
                  <a:schemeClr val="accent1"/>
                </a:solidFill>
                <a:effectLst/>
                <a:uLnTx/>
                <a:uFillTx/>
                <a:latin typeface="Barlow-Regular" panose="02040502050405020303"/>
                <a:ea typeface="+mn-ea"/>
                <a:cs typeface="+mn-cs"/>
              </a:rPr>
              <a:t>Generate solution ideas</a:t>
            </a:r>
            <a:r>
              <a:rPr lang="en-US" sz="1000">
                <a:solidFill>
                  <a:schemeClr val="accent1"/>
                </a:solidFill>
                <a:latin typeface="Barlow-Regular" panose="02040502050405020303"/>
              </a:rPr>
              <a:t> </a:t>
            </a:r>
            <a:endParaRPr lang="en-US" sz="1000" b="0" i="0" u="none" strike="noStrike" kern="1200" cap="none" spc="0" normalizeH="0" baseline="0" noProof="0">
              <a:ln>
                <a:noFill/>
              </a:ln>
              <a:solidFill>
                <a:schemeClr val="accent1"/>
              </a:solidFill>
              <a:effectLst/>
              <a:uLnTx/>
              <a:uFillTx/>
              <a:latin typeface="Barlow-Regular" panose="02040502050405020303"/>
            </a:endParaRPr>
          </a:p>
        </p:txBody>
      </p:sp>
      <p:sp>
        <p:nvSpPr>
          <p:cNvPr id="96" name="TextBox 95">
            <a:extLst>
              <a:ext uri="{FF2B5EF4-FFF2-40B4-BE49-F238E27FC236}">
                <a16:creationId xmlns:a16="http://schemas.microsoft.com/office/drawing/2014/main" id="{C0181455-FA50-430A-AD66-3DF7B54399A0}"/>
              </a:ext>
            </a:extLst>
          </p:cNvPr>
          <p:cNvSpPr txBox="1"/>
          <p:nvPr/>
        </p:nvSpPr>
        <p:spPr>
          <a:xfrm>
            <a:off x="2849537" y="2692268"/>
            <a:ext cx="1470447" cy="129266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a:ln>
                  <a:noFill/>
                </a:ln>
                <a:solidFill>
                  <a:srgbClr val="414042"/>
                </a:solidFill>
                <a:effectLst/>
                <a:uLnTx/>
                <a:uFillTx/>
                <a:latin typeface="Barlow ExtraBold" pitchFamily="2" charset="77"/>
                <a:ea typeface="+mn-ea"/>
                <a:cs typeface="+mn-cs"/>
              </a:rPr>
              <a:t>Opportunity &amp;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a:ln>
                  <a:noFill/>
                </a:ln>
                <a:solidFill>
                  <a:srgbClr val="414042"/>
                </a:solidFill>
                <a:effectLst/>
                <a:uLnTx/>
                <a:uFillTx/>
                <a:latin typeface="Barlow ExtraBold" pitchFamily="2" charset="77"/>
                <a:ea typeface="+mn-ea"/>
                <a:cs typeface="+mn-cs"/>
              </a:rPr>
              <a:t>Competition Mapping</a:t>
            </a:r>
          </a:p>
          <a:p>
            <a:pPr marL="144000" marR="0" lvl="0" indent="-14400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414042"/>
                </a:solidFill>
                <a:effectLst/>
                <a:uLnTx/>
                <a:uFillTx/>
                <a:latin typeface="Barlow-Regular" panose="02040502050405020303"/>
                <a:ea typeface="+mn-ea"/>
                <a:cs typeface="+mn-cs"/>
              </a:rPr>
              <a:t>Identify Global competitors</a:t>
            </a:r>
          </a:p>
          <a:p>
            <a:pPr marL="144000" marR="0" lvl="0" indent="-14400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414042"/>
                </a:solidFill>
                <a:effectLst/>
                <a:uLnTx/>
                <a:uFillTx/>
                <a:latin typeface="Barlow-Regular" panose="02040502050405020303"/>
                <a:ea typeface="+mn-ea"/>
                <a:cs typeface="+mn-cs"/>
              </a:rPr>
              <a:t>Review Industry Trends and Estimate Market Size (TAM)</a:t>
            </a:r>
          </a:p>
        </p:txBody>
      </p:sp>
      <p:sp>
        <p:nvSpPr>
          <p:cNvPr id="97" name="TextBox 96">
            <a:extLst>
              <a:ext uri="{FF2B5EF4-FFF2-40B4-BE49-F238E27FC236}">
                <a16:creationId xmlns:a16="http://schemas.microsoft.com/office/drawing/2014/main" id="{66209C6D-39F7-4968-98D3-E07F8D58D708}"/>
              </a:ext>
            </a:extLst>
          </p:cNvPr>
          <p:cNvSpPr txBox="1"/>
          <p:nvPr/>
        </p:nvSpPr>
        <p:spPr>
          <a:xfrm>
            <a:off x="3992265" y="4777580"/>
            <a:ext cx="1530339" cy="9848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a:ln>
                  <a:noFill/>
                </a:ln>
                <a:solidFill>
                  <a:srgbClr val="414042"/>
                </a:solidFill>
                <a:effectLst/>
                <a:uLnTx/>
                <a:uFillTx/>
                <a:latin typeface="Barlow ExtraBold" pitchFamily="2" charset="77"/>
                <a:ea typeface="+mn-ea"/>
                <a:cs typeface="+mn-cs"/>
              </a:rPr>
              <a:t>Prototype </a:t>
            </a:r>
            <a:r>
              <a:rPr kumimoji="0" lang="en-IN" sz="1100" b="1" i="0" u="none" strike="noStrike" kern="1200" cap="none" spc="0" normalizeH="0" baseline="0" noProof="0" err="1">
                <a:ln>
                  <a:noFill/>
                </a:ln>
                <a:solidFill>
                  <a:srgbClr val="414042"/>
                </a:solidFill>
                <a:effectLst/>
                <a:uLnTx/>
                <a:uFillTx/>
                <a:latin typeface="Barlow ExtraBold" pitchFamily="2" charset="77"/>
                <a:ea typeface="+mn-ea"/>
                <a:cs typeface="+mn-cs"/>
              </a:rPr>
              <a:t>Devp</a:t>
            </a:r>
            <a:r>
              <a:rPr kumimoji="0" lang="en-IN" sz="1100" b="1" i="0" u="none" strike="noStrike" kern="1200" cap="none" spc="0" normalizeH="0" baseline="0" noProof="0">
                <a:ln>
                  <a:noFill/>
                </a:ln>
                <a:solidFill>
                  <a:srgbClr val="414042"/>
                </a:solidFill>
                <a:effectLst/>
                <a:uLnTx/>
                <a:uFillTx/>
                <a:latin typeface="Barlow ExtraBold" pitchFamily="2" charset="77"/>
                <a:ea typeface="+mn-ea"/>
                <a:cs typeface="+mn-cs"/>
              </a:rPr>
              <a:t>. &amp; MVP</a:t>
            </a:r>
          </a:p>
          <a:p>
            <a:pPr marL="144000" marR="0" lvl="0" indent="-14400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414042"/>
                </a:solidFill>
                <a:effectLst/>
                <a:uLnTx/>
                <a:uFillTx/>
                <a:latin typeface="Barlow-Regular" panose="02040502050405020303"/>
                <a:ea typeface="+mn-ea"/>
                <a:cs typeface="+mn-cs"/>
              </a:rPr>
              <a:t>Overview  of Prototypes &amp; MVP</a:t>
            </a:r>
          </a:p>
          <a:p>
            <a:pPr marL="144000" marR="0" lvl="0" indent="-14400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414042"/>
                </a:solidFill>
                <a:effectLst/>
                <a:uLnTx/>
                <a:uFillTx/>
                <a:latin typeface="Barlow-Regular" panose="02040502050405020303"/>
                <a:ea typeface="+mn-ea"/>
                <a:cs typeface="+mn-cs"/>
              </a:rPr>
              <a:t>Build a n initial Prototype</a:t>
            </a:r>
          </a:p>
        </p:txBody>
      </p:sp>
      <p:sp>
        <p:nvSpPr>
          <p:cNvPr id="98" name="TextBox 97">
            <a:extLst>
              <a:ext uri="{FF2B5EF4-FFF2-40B4-BE49-F238E27FC236}">
                <a16:creationId xmlns:a16="http://schemas.microsoft.com/office/drawing/2014/main" id="{A37B439D-8E28-4102-85FA-A91845961966}"/>
              </a:ext>
            </a:extLst>
          </p:cNvPr>
          <p:cNvSpPr txBox="1"/>
          <p:nvPr/>
        </p:nvSpPr>
        <p:spPr>
          <a:xfrm>
            <a:off x="4728282" y="2692268"/>
            <a:ext cx="1468127" cy="112338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a:ln>
                  <a:noFill/>
                </a:ln>
                <a:solidFill>
                  <a:srgbClr val="414042"/>
                </a:solidFill>
                <a:effectLst/>
                <a:uLnTx/>
                <a:uFillTx/>
                <a:latin typeface="Barlow ExtraBold" pitchFamily="2" charset="77"/>
                <a:ea typeface="+mn-ea"/>
                <a:cs typeface="+mn-cs"/>
              </a:rPr>
              <a:t>Opportunity Assessment</a:t>
            </a:r>
          </a:p>
          <a:p>
            <a:pPr marL="144000" marR="0" lvl="0" indent="-14400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414042"/>
                </a:solidFill>
                <a:effectLst/>
                <a:uLnTx/>
                <a:uFillTx/>
                <a:latin typeface="Barlow-Regular" panose="02040502050405020303"/>
                <a:ea typeface="+mn-ea"/>
                <a:cs typeface="+mn-cs"/>
              </a:rPr>
              <a:t>Map  your Relative Position in the Market</a:t>
            </a:r>
          </a:p>
          <a:p>
            <a:pPr marL="144000" marR="0" lvl="0" indent="-14400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414042"/>
                </a:solidFill>
                <a:effectLst/>
                <a:uLnTx/>
                <a:uFillTx/>
                <a:latin typeface="Barlow-Regular" panose="02040502050405020303"/>
                <a:ea typeface="+mn-ea"/>
                <a:cs typeface="+mn-cs"/>
              </a:rPr>
              <a:t>Estimate </a:t>
            </a:r>
            <a:br>
              <a:rPr kumimoji="0" lang="en-US" sz="1000" b="0" i="0" u="none" strike="noStrike" kern="1200" cap="none" spc="0" normalizeH="0" baseline="0" noProof="0">
                <a:ln>
                  <a:noFill/>
                </a:ln>
                <a:solidFill>
                  <a:srgbClr val="414042"/>
                </a:solidFill>
                <a:effectLst/>
                <a:uLnTx/>
                <a:uFillTx/>
                <a:latin typeface="Barlow-Regular" panose="02040502050405020303"/>
                <a:ea typeface="+mn-ea"/>
                <a:cs typeface="+mn-cs"/>
              </a:rPr>
            </a:br>
            <a:r>
              <a:rPr kumimoji="0" lang="en-US" sz="1000" b="0" i="0" u="none" strike="noStrike" kern="1200" cap="none" spc="0" normalizeH="0" baseline="0" noProof="0">
                <a:ln>
                  <a:noFill/>
                </a:ln>
                <a:solidFill>
                  <a:srgbClr val="414042"/>
                </a:solidFill>
                <a:effectLst/>
                <a:uLnTx/>
                <a:uFillTx/>
                <a:latin typeface="Barlow-Regular" panose="02040502050405020303"/>
                <a:ea typeface="+mn-ea"/>
                <a:cs typeface="+mn-cs"/>
              </a:rPr>
              <a:t>Opportunity Size</a:t>
            </a:r>
          </a:p>
        </p:txBody>
      </p:sp>
      <p:sp>
        <p:nvSpPr>
          <p:cNvPr id="99" name="TextBox 98">
            <a:extLst>
              <a:ext uri="{FF2B5EF4-FFF2-40B4-BE49-F238E27FC236}">
                <a16:creationId xmlns:a16="http://schemas.microsoft.com/office/drawing/2014/main" id="{607F84AE-6AA4-4B65-A436-E473AD78C4E9}"/>
              </a:ext>
            </a:extLst>
          </p:cNvPr>
          <p:cNvSpPr txBox="1"/>
          <p:nvPr/>
        </p:nvSpPr>
        <p:spPr>
          <a:xfrm>
            <a:off x="5779740" y="4785274"/>
            <a:ext cx="1507611" cy="14927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a:ln>
                  <a:noFill/>
                </a:ln>
                <a:solidFill>
                  <a:srgbClr val="414042"/>
                </a:solidFill>
                <a:effectLst/>
                <a:uLnTx/>
                <a:uFillTx/>
                <a:latin typeface="Barlow ExtraBold" pitchFamily="2" charset="77"/>
                <a:ea typeface="+mn-ea"/>
                <a:cs typeface="+mn-cs"/>
              </a:rPr>
              <a:t>Business Modelling</a:t>
            </a:r>
          </a:p>
          <a:p>
            <a:pPr marL="144000" marR="0" lvl="0" indent="-144000" algn="l" defTabSz="914400" rtl="0" eaLnBrk="1" fontAlgn="auto" latinLnBrk="0" hangingPunct="1">
              <a:lnSpc>
                <a:spcPct val="10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414042"/>
                </a:solidFill>
                <a:effectLst/>
                <a:uLnTx/>
                <a:uFillTx/>
                <a:latin typeface="Barlow-Regular" panose="02040502050405020303"/>
                <a:ea typeface="+mn-ea"/>
                <a:cs typeface="+mn-cs"/>
              </a:rPr>
              <a:t>Examine </a:t>
            </a:r>
            <a:br>
              <a:rPr kumimoji="0" lang="en-US" sz="1000" b="0" i="0" u="none" strike="noStrike" kern="1200" cap="none" spc="0" normalizeH="0" baseline="0" noProof="0">
                <a:ln>
                  <a:noFill/>
                </a:ln>
                <a:solidFill>
                  <a:srgbClr val="414042"/>
                </a:solidFill>
                <a:effectLst/>
                <a:uLnTx/>
                <a:uFillTx/>
                <a:latin typeface="Barlow-Regular" panose="02040502050405020303"/>
                <a:ea typeface="+mn-ea"/>
                <a:cs typeface="+mn-cs"/>
              </a:rPr>
            </a:br>
            <a:r>
              <a:rPr kumimoji="0" lang="en-US" sz="1000" b="0" i="0" u="none" strike="noStrike" kern="1200" cap="none" spc="0" normalizeH="0" baseline="0" noProof="0">
                <a:ln>
                  <a:noFill/>
                </a:ln>
                <a:solidFill>
                  <a:srgbClr val="414042"/>
                </a:solidFill>
                <a:effectLst/>
                <a:uLnTx/>
                <a:uFillTx/>
                <a:latin typeface="Barlow-Regular" panose="02040502050405020303"/>
                <a:ea typeface="+mn-ea"/>
                <a:cs typeface="+mn-cs"/>
              </a:rPr>
              <a:t>Revenue Model</a:t>
            </a:r>
          </a:p>
          <a:p>
            <a:pPr marL="144000" marR="0" lvl="0" indent="-144000" algn="l" defTabSz="914400" rtl="0" eaLnBrk="1" fontAlgn="auto" latinLnBrk="0" hangingPunct="1">
              <a:lnSpc>
                <a:spcPct val="10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414042"/>
                </a:solidFill>
                <a:effectLst/>
                <a:uLnTx/>
                <a:uFillTx/>
                <a:latin typeface="Barlow-Regular" panose="02040502050405020303"/>
                <a:ea typeface="+mn-ea"/>
                <a:cs typeface="+mn-cs"/>
              </a:rPr>
              <a:t>Revenue Models, contd.</a:t>
            </a:r>
          </a:p>
          <a:p>
            <a:pPr marL="144000" marR="0" lvl="0" indent="-144000" algn="l" defTabSz="914400" rtl="0" eaLnBrk="1" fontAlgn="auto" latinLnBrk="0" hangingPunct="1">
              <a:lnSpc>
                <a:spcPct val="10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414042"/>
                </a:solidFill>
                <a:effectLst/>
                <a:uLnTx/>
                <a:uFillTx/>
                <a:latin typeface="Barlow-Regular" panose="02040502050405020303"/>
                <a:ea typeface="+mn-ea"/>
                <a:cs typeface="+mn-cs"/>
              </a:rPr>
              <a:t>Review &amp; Organize the Lean Canvas</a:t>
            </a:r>
          </a:p>
          <a:p>
            <a:pPr marL="144000" marR="0" lvl="0" indent="-144000" algn="l" defTabSz="914400" rtl="0" eaLnBrk="1" fontAlgn="auto" latinLnBrk="0" hangingPunct="1">
              <a:lnSpc>
                <a:spcPct val="10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414042"/>
                </a:solidFill>
                <a:effectLst/>
                <a:uLnTx/>
                <a:uFillTx/>
                <a:latin typeface="Barlow-Regular" panose="02040502050405020303"/>
                <a:ea typeface="+mn-ea"/>
                <a:cs typeface="+mn-cs"/>
              </a:rPr>
              <a:t>Build the LC for </a:t>
            </a:r>
            <a:br>
              <a:rPr kumimoji="0" lang="en-US" sz="1000" b="0" i="0" u="none" strike="noStrike" kern="1200" cap="none" spc="0" normalizeH="0" baseline="0" noProof="0">
                <a:ln>
                  <a:noFill/>
                </a:ln>
                <a:solidFill>
                  <a:srgbClr val="414042"/>
                </a:solidFill>
                <a:effectLst/>
                <a:uLnTx/>
                <a:uFillTx/>
                <a:latin typeface="Barlow-Regular" panose="02040502050405020303"/>
                <a:ea typeface="+mn-ea"/>
                <a:cs typeface="+mn-cs"/>
              </a:rPr>
            </a:br>
            <a:r>
              <a:rPr kumimoji="0" lang="en-US" sz="1000" b="0" i="0" u="none" strike="noStrike" kern="1200" cap="none" spc="0" normalizeH="0" baseline="0" noProof="0">
                <a:ln>
                  <a:noFill/>
                </a:ln>
                <a:solidFill>
                  <a:srgbClr val="414042"/>
                </a:solidFill>
                <a:effectLst/>
                <a:uLnTx/>
                <a:uFillTx/>
                <a:latin typeface="Barlow-Regular" panose="02040502050405020303"/>
                <a:ea typeface="+mn-ea"/>
                <a:cs typeface="+mn-cs"/>
              </a:rPr>
              <a:t>your Startup</a:t>
            </a:r>
          </a:p>
        </p:txBody>
      </p:sp>
      <p:sp>
        <p:nvSpPr>
          <p:cNvPr id="100" name="TextBox 99">
            <a:extLst>
              <a:ext uri="{FF2B5EF4-FFF2-40B4-BE49-F238E27FC236}">
                <a16:creationId xmlns:a16="http://schemas.microsoft.com/office/drawing/2014/main" id="{A2D8DA7E-DA04-4605-BD55-8D9D8D79C684}"/>
              </a:ext>
            </a:extLst>
          </p:cNvPr>
          <p:cNvSpPr txBox="1"/>
          <p:nvPr/>
        </p:nvSpPr>
        <p:spPr>
          <a:xfrm>
            <a:off x="6578067" y="2692268"/>
            <a:ext cx="1418568" cy="140038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a:ln>
                  <a:noFill/>
                </a:ln>
                <a:solidFill>
                  <a:srgbClr val="414042"/>
                </a:solidFill>
                <a:effectLst/>
                <a:uLnTx/>
                <a:uFillTx/>
                <a:latin typeface="Barlow ExtraBold" pitchFamily="2" charset="77"/>
                <a:ea typeface="+mn-ea"/>
                <a:cs typeface="+mn-cs"/>
              </a:rPr>
              <a:t>Marketing &amp; Sales Strategy</a:t>
            </a:r>
          </a:p>
          <a:p>
            <a:pPr marL="144000" marR="0" lvl="0" indent="-14400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414042"/>
                </a:solidFill>
                <a:effectLst/>
                <a:uLnTx/>
                <a:uFillTx/>
                <a:latin typeface="Barlow-Regular" panose="02040502050405020303"/>
                <a:ea typeface="+mn-ea"/>
                <a:cs typeface="+mn-cs"/>
              </a:rPr>
              <a:t>Understand Marketing &amp; Sales</a:t>
            </a:r>
          </a:p>
          <a:p>
            <a:pPr marL="144000" marR="0" lvl="0" indent="-14400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414042"/>
                </a:solidFill>
                <a:effectLst/>
                <a:uLnTx/>
                <a:uFillTx/>
                <a:latin typeface="Barlow-Regular" panose="02040502050405020303"/>
                <a:ea typeface="+mn-ea"/>
                <a:cs typeface="+mn-cs"/>
              </a:rPr>
              <a:t>Recommend a Go-To-Market (GTM) approach</a:t>
            </a:r>
          </a:p>
          <a:p>
            <a:pPr marL="144000" marR="0" lvl="0" indent="-14400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414042"/>
                </a:solidFill>
                <a:effectLst/>
                <a:uLnTx/>
                <a:uFillTx/>
                <a:latin typeface="Barlow-Regular" panose="02040502050405020303"/>
                <a:ea typeface="+mn-ea"/>
                <a:cs typeface="+mn-cs"/>
              </a:rPr>
              <a:t>Map a Sales Process</a:t>
            </a:r>
          </a:p>
        </p:txBody>
      </p:sp>
      <p:sp>
        <p:nvSpPr>
          <p:cNvPr id="101" name="TextBox 100">
            <a:extLst>
              <a:ext uri="{FF2B5EF4-FFF2-40B4-BE49-F238E27FC236}">
                <a16:creationId xmlns:a16="http://schemas.microsoft.com/office/drawing/2014/main" id="{F918E407-5CD6-4224-B079-879433A90114}"/>
              </a:ext>
            </a:extLst>
          </p:cNvPr>
          <p:cNvSpPr txBox="1"/>
          <p:nvPr/>
        </p:nvSpPr>
        <p:spPr>
          <a:xfrm>
            <a:off x="7633528" y="4777580"/>
            <a:ext cx="1683905" cy="153888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a:ln>
                  <a:noFill/>
                </a:ln>
                <a:solidFill>
                  <a:srgbClr val="414042"/>
                </a:solidFill>
                <a:effectLst/>
                <a:uLnTx/>
                <a:uFillTx/>
                <a:latin typeface="Barlow ExtraBold" pitchFamily="2" charset="77"/>
                <a:ea typeface="+mn-ea"/>
                <a:cs typeface="+mn-cs"/>
              </a:rPr>
              <a:t>Financial Mgmt. for Profitability</a:t>
            </a:r>
          </a:p>
          <a:p>
            <a:pPr marL="144000" marR="0" lvl="0" indent="-14400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414042"/>
                </a:solidFill>
                <a:effectLst/>
                <a:uLnTx/>
                <a:uFillTx/>
                <a:latin typeface="Barlow-Regular" panose="02040502050405020303"/>
                <a:ea typeface="+mn-ea"/>
                <a:cs typeface="+mn-cs"/>
              </a:rPr>
              <a:t>Understand Startup Costs</a:t>
            </a:r>
          </a:p>
          <a:p>
            <a:pPr marL="144000" marR="0" lvl="0" indent="-14400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414042"/>
                </a:solidFill>
                <a:effectLst/>
                <a:uLnTx/>
                <a:uFillTx/>
                <a:latin typeface="Barlow-Regular" panose="02040502050405020303"/>
                <a:ea typeface="+mn-ea"/>
                <a:cs typeface="+mn-cs"/>
              </a:rPr>
              <a:t>Get Started with Financial Planning</a:t>
            </a:r>
          </a:p>
          <a:p>
            <a:pPr marL="144000" marR="0" lvl="0" indent="-14400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414042"/>
                </a:solidFill>
                <a:effectLst/>
                <a:uLnTx/>
                <a:uFillTx/>
                <a:latin typeface="Barlow-Regular" panose="02040502050405020303"/>
                <a:ea typeface="+mn-ea"/>
                <a:cs typeface="+mn-cs"/>
              </a:rPr>
              <a:t>Analyze the path to Profitability</a:t>
            </a:r>
          </a:p>
          <a:p>
            <a:pPr marL="144000" marR="0" lvl="0" indent="-14400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414042"/>
                </a:solidFill>
                <a:effectLst/>
                <a:uLnTx/>
                <a:uFillTx/>
                <a:latin typeface="Barlow-Regular" panose="02040502050405020303"/>
                <a:ea typeface="+mn-ea"/>
                <a:cs typeface="+mn-cs"/>
              </a:rPr>
              <a:t>Understand &amp; Explore Bootstrapping options</a:t>
            </a:r>
          </a:p>
        </p:txBody>
      </p:sp>
      <p:sp>
        <p:nvSpPr>
          <p:cNvPr id="102" name="TextBox 101">
            <a:extLst>
              <a:ext uri="{FF2B5EF4-FFF2-40B4-BE49-F238E27FC236}">
                <a16:creationId xmlns:a16="http://schemas.microsoft.com/office/drawing/2014/main" id="{2469209E-8DF9-4EE7-AF21-51516DB79126}"/>
              </a:ext>
            </a:extLst>
          </p:cNvPr>
          <p:cNvSpPr txBox="1"/>
          <p:nvPr/>
        </p:nvSpPr>
        <p:spPr>
          <a:xfrm>
            <a:off x="8433436" y="2692268"/>
            <a:ext cx="1418568" cy="112338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a:ln>
                  <a:noFill/>
                </a:ln>
                <a:solidFill>
                  <a:srgbClr val="414042"/>
                </a:solidFill>
                <a:effectLst/>
                <a:uLnTx/>
                <a:uFillTx/>
                <a:latin typeface="Barlow ExtraBold" pitchFamily="2" charset="77"/>
                <a:ea typeface="+mn-ea"/>
                <a:cs typeface="+mn-cs"/>
              </a:rPr>
              <a:t>Team &amp; Talent Requirement</a:t>
            </a:r>
          </a:p>
          <a:p>
            <a:pPr marL="144000" marR="0" lvl="0" indent="-14400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414042"/>
                </a:solidFill>
                <a:effectLst/>
                <a:uLnTx/>
                <a:uFillTx/>
                <a:latin typeface="Barlow-Regular" panose="02040502050405020303"/>
                <a:ea typeface="+mn-ea"/>
                <a:cs typeface="+mn-cs"/>
              </a:rPr>
              <a:t>Finding </a:t>
            </a:r>
            <a:r>
              <a:rPr lang="en-US" sz="1000">
                <a:solidFill>
                  <a:srgbClr val="414042"/>
                </a:solidFill>
                <a:latin typeface="Barlow-Regular" panose="02040502050405020303"/>
              </a:rPr>
              <a:t>T</a:t>
            </a:r>
            <a:r>
              <a:rPr kumimoji="0" lang="en-US" sz="1000" b="0" i="0" u="none" strike="noStrike" kern="1200" cap="none" spc="0" normalizeH="0" baseline="0" noProof="0" err="1">
                <a:ln>
                  <a:noFill/>
                </a:ln>
                <a:solidFill>
                  <a:srgbClr val="414042"/>
                </a:solidFill>
                <a:effectLst/>
                <a:uLnTx/>
                <a:uFillTx/>
                <a:latin typeface="Barlow-Regular" panose="02040502050405020303"/>
                <a:ea typeface="+mn-ea"/>
                <a:cs typeface="+mn-cs"/>
              </a:rPr>
              <a:t>eam</a:t>
            </a:r>
            <a:r>
              <a:rPr lang="en-US" sz="1000">
                <a:solidFill>
                  <a:srgbClr val="414042"/>
                </a:solidFill>
                <a:latin typeface="Barlow-Regular" panose="02040502050405020303"/>
              </a:rPr>
              <a:t> M</a:t>
            </a:r>
            <a:r>
              <a:rPr kumimoji="0" lang="en-US" sz="1000" b="0" i="0" u="none" strike="noStrike" kern="1200" cap="none" spc="0" normalizeH="0" baseline="0" noProof="0">
                <a:ln>
                  <a:noFill/>
                </a:ln>
                <a:solidFill>
                  <a:srgbClr val="414042"/>
                </a:solidFill>
                <a:effectLst/>
                <a:uLnTx/>
                <a:uFillTx/>
                <a:latin typeface="Barlow-Regular" panose="02040502050405020303"/>
                <a:ea typeface="+mn-ea"/>
                <a:cs typeface="+mn-cs"/>
              </a:rPr>
              <a:t>embers &amp; Mentors</a:t>
            </a:r>
          </a:p>
          <a:p>
            <a:pPr marL="144000" marR="0" lvl="0" indent="-14400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414042"/>
                </a:solidFill>
                <a:effectLst/>
                <a:uLnTx/>
                <a:uFillTx/>
                <a:latin typeface="Barlow-Regular" panose="02040502050405020303"/>
                <a:ea typeface="+mn-ea"/>
                <a:cs typeface="+mn-cs"/>
              </a:rPr>
              <a:t>Building an Initial </a:t>
            </a:r>
            <a:r>
              <a:rPr lang="en-US" sz="1000">
                <a:solidFill>
                  <a:srgbClr val="414042"/>
                </a:solidFill>
                <a:latin typeface="Barlow-Regular" panose="02040502050405020303"/>
              </a:rPr>
              <a:t>T</a:t>
            </a:r>
            <a:r>
              <a:rPr kumimoji="0" lang="en-US" sz="1000" b="0" i="0" u="none" strike="noStrike" kern="1200" cap="none" spc="0" normalizeH="0" baseline="0" noProof="0" err="1">
                <a:ln>
                  <a:noFill/>
                </a:ln>
                <a:solidFill>
                  <a:srgbClr val="414042"/>
                </a:solidFill>
                <a:effectLst/>
                <a:uLnTx/>
                <a:uFillTx/>
                <a:latin typeface="Barlow-Regular" panose="02040502050405020303"/>
                <a:ea typeface="+mn-ea"/>
                <a:cs typeface="+mn-cs"/>
              </a:rPr>
              <a:t>eam</a:t>
            </a:r>
            <a:endParaRPr kumimoji="0" lang="en-US" sz="1000" b="0" i="0" u="none" strike="noStrike" kern="1200" cap="none" spc="0" normalizeH="0" baseline="0" noProof="0">
              <a:ln>
                <a:noFill/>
              </a:ln>
              <a:solidFill>
                <a:srgbClr val="414042"/>
              </a:solidFill>
              <a:effectLst/>
              <a:uLnTx/>
              <a:uFillTx/>
              <a:latin typeface="Barlow-Regular" panose="02040502050405020303"/>
              <a:ea typeface="+mn-ea"/>
              <a:cs typeface="+mn-cs"/>
            </a:endParaRPr>
          </a:p>
        </p:txBody>
      </p:sp>
      <p:sp>
        <p:nvSpPr>
          <p:cNvPr id="3" name="Rectangle: Rounded Corners 2">
            <a:extLst>
              <a:ext uri="{FF2B5EF4-FFF2-40B4-BE49-F238E27FC236}">
                <a16:creationId xmlns:a16="http://schemas.microsoft.com/office/drawing/2014/main" id="{5136CE36-E8B3-4F1F-97CA-D1BA4F8989AF}"/>
              </a:ext>
            </a:extLst>
          </p:cNvPr>
          <p:cNvSpPr/>
          <p:nvPr/>
        </p:nvSpPr>
        <p:spPr>
          <a:xfrm>
            <a:off x="452834" y="1619273"/>
            <a:ext cx="829612" cy="435921"/>
          </a:xfrm>
          <a:prstGeom prst="roundRect">
            <a:avLst>
              <a:gd name="adj" fmla="val 6609"/>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FFFFFF"/>
                </a:solidFill>
                <a:effectLst/>
                <a:uLnTx/>
                <a:uFillTx/>
                <a:latin typeface="Barlow-Regular" panose="02040502050405020303"/>
                <a:ea typeface="+mn-ea"/>
                <a:cs typeface="+mn-cs"/>
              </a:rPr>
              <a:t>01</a:t>
            </a:r>
          </a:p>
        </p:txBody>
      </p:sp>
      <p:sp>
        <p:nvSpPr>
          <p:cNvPr id="55" name="Rectangle: Rounded Corners 54">
            <a:extLst>
              <a:ext uri="{FF2B5EF4-FFF2-40B4-BE49-F238E27FC236}">
                <a16:creationId xmlns:a16="http://schemas.microsoft.com/office/drawing/2014/main" id="{2FB38F42-522E-4B17-AB91-314AEFF8FD4A}"/>
              </a:ext>
            </a:extLst>
          </p:cNvPr>
          <p:cNvSpPr/>
          <p:nvPr/>
        </p:nvSpPr>
        <p:spPr>
          <a:xfrm>
            <a:off x="1360222" y="1619273"/>
            <a:ext cx="829612" cy="435921"/>
          </a:xfrm>
          <a:prstGeom prst="roundRect">
            <a:avLst>
              <a:gd name="adj" fmla="val 6609"/>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FFFFFF"/>
                </a:solidFill>
                <a:effectLst/>
                <a:uLnTx/>
                <a:uFillTx/>
                <a:latin typeface="Barlow-Regular" panose="02040502050405020303"/>
                <a:ea typeface="+mn-ea"/>
                <a:cs typeface="+mn-cs"/>
              </a:rPr>
              <a:t>02</a:t>
            </a:r>
          </a:p>
        </p:txBody>
      </p:sp>
      <p:sp>
        <p:nvSpPr>
          <p:cNvPr id="64" name="Rectangle: Rounded Corners 63">
            <a:extLst>
              <a:ext uri="{FF2B5EF4-FFF2-40B4-BE49-F238E27FC236}">
                <a16:creationId xmlns:a16="http://schemas.microsoft.com/office/drawing/2014/main" id="{F64F29C5-4178-4D4F-95EE-DC5B9D4CBD97}"/>
              </a:ext>
            </a:extLst>
          </p:cNvPr>
          <p:cNvSpPr/>
          <p:nvPr/>
        </p:nvSpPr>
        <p:spPr>
          <a:xfrm>
            <a:off x="2267609" y="1619273"/>
            <a:ext cx="829612" cy="435921"/>
          </a:xfrm>
          <a:prstGeom prst="roundRect">
            <a:avLst>
              <a:gd name="adj" fmla="val 6609"/>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FFFFFF"/>
                </a:solidFill>
                <a:effectLst/>
                <a:uLnTx/>
                <a:uFillTx/>
                <a:latin typeface="Barlow-Regular" panose="02040502050405020303"/>
                <a:ea typeface="+mn-ea"/>
                <a:cs typeface="+mn-cs"/>
              </a:rPr>
              <a:t>03</a:t>
            </a:r>
          </a:p>
        </p:txBody>
      </p:sp>
      <p:sp>
        <p:nvSpPr>
          <p:cNvPr id="65" name="Rectangle: Rounded Corners 64">
            <a:extLst>
              <a:ext uri="{FF2B5EF4-FFF2-40B4-BE49-F238E27FC236}">
                <a16:creationId xmlns:a16="http://schemas.microsoft.com/office/drawing/2014/main" id="{E69F30C9-3CEF-4208-9C1F-5B4BC9B605E7}"/>
              </a:ext>
            </a:extLst>
          </p:cNvPr>
          <p:cNvSpPr/>
          <p:nvPr/>
        </p:nvSpPr>
        <p:spPr>
          <a:xfrm>
            <a:off x="3174997" y="1619273"/>
            <a:ext cx="829612" cy="435921"/>
          </a:xfrm>
          <a:prstGeom prst="roundRect">
            <a:avLst>
              <a:gd name="adj" fmla="val 6609"/>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FFFFFF"/>
                </a:solidFill>
                <a:effectLst/>
                <a:uLnTx/>
                <a:uFillTx/>
                <a:latin typeface="Barlow-Regular" panose="02040502050405020303"/>
                <a:ea typeface="+mn-ea"/>
                <a:cs typeface="+mn-cs"/>
              </a:rPr>
              <a:t>04</a:t>
            </a:r>
          </a:p>
        </p:txBody>
      </p:sp>
      <p:sp>
        <p:nvSpPr>
          <p:cNvPr id="66" name="Rectangle: Rounded Corners 65">
            <a:extLst>
              <a:ext uri="{FF2B5EF4-FFF2-40B4-BE49-F238E27FC236}">
                <a16:creationId xmlns:a16="http://schemas.microsoft.com/office/drawing/2014/main" id="{F0C62021-D01F-4B67-8A98-FC6C59AF3135}"/>
              </a:ext>
            </a:extLst>
          </p:cNvPr>
          <p:cNvSpPr/>
          <p:nvPr/>
        </p:nvSpPr>
        <p:spPr>
          <a:xfrm>
            <a:off x="4082384" y="1619273"/>
            <a:ext cx="829612" cy="435921"/>
          </a:xfrm>
          <a:prstGeom prst="roundRect">
            <a:avLst>
              <a:gd name="adj" fmla="val 6609"/>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FFFFFF"/>
                </a:solidFill>
                <a:effectLst/>
                <a:uLnTx/>
                <a:uFillTx/>
                <a:latin typeface="Barlow-Regular" panose="02040502050405020303"/>
                <a:ea typeface="+mn-ea"/>
                <a:cs typeface="+mn-cs"/>
              </a:rPr>
              <a:t>05</a:t>
            </a:r>
          </a:p>
        </p:txBody>
      </p:sp>
      <p:sp>
        <p:nvSpPr>
          <p:cNvPr id="67" name="Rectangle: Rounded Corners 66">
            <a:extLst>
              <a:ext uri="{FF2B5EF4-FFF2-40B4-BE49-F238E27FC236}">
                <a16:creationId xmlns:a16="http://schemas.microsoft.com/office/drawing/2014/main" id="{F793AE9F-8E36-4D35-B053-521A0DDF20CB}"/>
              </a:ext>
            </a:extLst>
          </p:cNvPr>
          <p:cNvSpPr/>
          <p:nvPr/>
        </p:nvSpPr>
        <p:spPr>
          <a:xfrm>
            <a:off x="4989772" y="1619273"/>
            <a:ext cx="829612" cy="435921"/>
          </a:xfrm>
          <a:prstGeom prst="roundRect">
            <a:avLst>
              <a:gd name="adj" fmla="val 6609"/>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FFFFFF"/>
                </a:solidFill>
                <a:effectLst/>
                <a:uLnTx/>
                <a:uFillTx/>
                <a:latin typeface="Barlow-Regular" panose="02040502050405020303"/>
                <a:ea typeface="+mn-ea"/>
                <a:cs typeface="+mn-cs"/>
              </a:rPr>
              <a:t>06</a:t>
            </a:r>
          </a:p>
        </p:txBody>
      </p:sp>
      <p:sp>
        <p:nvSpPr>
          <p:cNvPr id="68" name="Rectangle: Rounded Corners 67">
            <a:extLst>
              <a:ext uri="{FF2B5EF4-FFF2-40B4-BE49-F238E27FC236}">
                <a16:creationId xmlns:a16="http://schemas.microsoft.com/office/drawing/2014/main" id="{698CC8D5-321D-4E8F-8176-820A6BE7BF93}"/>
              </a:ext>
            </a:extLst>
          </p:cNvPr>
          <p:cNvSpPr/>
          <p:nvPr/>
        </p:nvSpPr>
        <p:spPr>
          <a:xfrm>
            <a:off x="5897160" y="1619273"/>
            <a:ext cx="829612" cy="435921"/>
          </a:xfrm>
          <a:prstGeom prst="roundRect">
            <a:avLst>
              <a:gd name="adj" fmla="val 6609"/>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FFFFFF"/>
                </a:solidFill>
                <a:effectLst/>
                <a:uLnTx/>
                <a:uFillTx/>
                <a:latin typeface="Barlow-Regular" panose="02040502050405020303"/>
                <a:ea typeface="+mn-ea"/>
                <a:cs typeface="+mn-cs"/>
              </a:rPr>
              <a:t>07</a:t>
            </a:r>
          </a:p>
        </p:txBody>
      </p:sp>
      <p:sp>
        <p:nvSpPr>
          <p:cNvPr id="69" name="Rectangle: Rounded Corners 68">
            <a:extLst>
              <a:ext uri="{FF2B5EF4-FFF2-40B4-BE49-F238E27FC236}">
                <a16:creationId xmlns:a16="http://schemas.microsoft.com/office/drawing/2014/main" id="{B5E72EBA-BD47-43E1-91C0-DEBE9F9FD4E1}"/>
              </a:ext>
            </a:extLst>
          </p:cNvPr>
          <p:cNvSpPr/>
          <p:nvPr/>
        </p:nvSpPr>
        <p:spPr>
          <a:xfrm>
            <a:off x="6804547" y="1619273"/>
            <a:ext cx="829612" cy="435921"/>
          </a:xfrm>
          <a:prstGeom prst="roundRect">
            <a:avLst>
              <a:gd name="adj" fmla="val 6609"/>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FFFFFF"/>
                </a:solidFill>
                <a:effectLst/>
                <a:uLnTx/>
                <a:uFillTx/>
                <a:latin typeface="Barlow-Regular" panose="02040502050405020303"/>
                <a:ea typeface="+mn-ea"/>
                <a:cs typeface="+mn-cs"/>
              </a:rPr>
              <a:t>08</a:t>
            </a:r>
          </a:p>
        </p:txBody>
      </p:sp>
      <p:sp>
        <p:nvSpPr>
          <p:cNvPr id="70" name="Rectangle: Rounded Corners 69">
            <a:extLst>
              <a:ext uri="{FF2B5EF4-FFF2-40B4-BE49-F238E27FC236}">
                <a16:creationId xmlns:a16="http://schemas.microsoft.com/office/drawing/2014/main" id="{5D18ACC3-6013-4843-B33C-98C76E70EFCC}"/>
              </a:ext>
            </a:extLst>
          </p:cNvPr>
          <p:cNvSpPr/>
          <p:nvPr/>
        </p:nvSpPr>
        <p:spPr>
          <a:xfrm>
            <a:off x="7711935" y="1619273"/>
            <a:ext cx="829612" cy="435921"/>
          </a:xfrm>
          <a:prstGeom prst="roundRect">
            <a:avLst>
              <a:gd name="adj" fmla="val 6609"/>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FFFFFF"/>
                </a:solidFill>
                <a:effectLst/>
                <a:uLnTx/>
                <a:uFillTx/>
                <a:latin typeface="Barlow-Regular" panose="02040502050405020303"/>
                <a:ea typeface="+mn-ea"/>
                <a:cs typeface="+mn-cs"/>
              </a:rPr>
              <a:t>09</a:t>
            </a:r>
          </a:p>
        </p:txBody>
      </p:sp>
      <p:sp>
        <p:nvSpPr>
          <p:cNvPr id="71" name="Rectangle: Rounded Corners 70">
            <a:extLst>
              <a:ext uri="{FF2B5EF4-FFF2-40B4-BE49-F238E27FC236}">
                <a16:creationId xmlns:a16="http://schemas.microsoft.com/office/drawing/2014/main" id="{12CA30AF-261C-40C9-9C2F-E548E150BC53}"/>
              </a:ext>
            </a:extLst>
          </p:cNvPr>
          <p:cNvSpPr/>
          <p:nvPr/>
        </p:nvSpPr>
        <p:spPr>
          <a:xfrm>
            <a:off x="8619322" y="1619273"/>
            <a:ext cx="829612" cy="435921"/>
          </a:xfrm>
          <a:prstGeom prst="roundRect">
            <a:avLst>
              <a:gd name="adj" fmla="val 6609"/>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FFFFFF"/>
                </a:solidFill>
                <a:effectLst/>
                <a:uLnTx/>
                <a:uFillTx/>
                <a:latin typeface="Barlow-Regular" panose="02040502050405020303"/>
                <a:ea typeface="+mn-ea"/>
                <a:cs typeface="+mn-cs"/>
              </a:rPr>
              <a:t>10</a:t>
            </a:r>
          </a:p>
        </p:txBody>
      </p:sp>
      <p:sp>
        <p:nvSpPr>
          <p:cNvPr id="72" name="Rectangle: Rounded Corners 71">
            <a:extLst>
              <a:ext uri="{FF2B5EF4-FFF2-40B4-BE49-F238E27FC236}">
                <a16:creationId xmlns:a16="http://schemas.microsoft.com/office/drawing/2014/main" id="{B9D46813-9EB4-4F0A-A71C-78C767B055DA}"/>
              </a:ext>
            </a:extLst>
          </p:cNvPr>
          <p:cNvSpPr/>
          <p:nvPr/>
        </p:nvSpPr>
        <p:spPr>
          <a:xfrm>
            <a:off x="9526710" y="1619273"/>
            <a:ext cx="829612" cy="435921"/>
          </a:xfrm>
          <a:prstGeom prst="roundRect">
            <a:avLst>
              <a:gd name="adj" fmla="val 6609"/>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FFFFFF"/>
                </a:solidFill>
                <a:effectLst/>
                <a:uLnTx/>
                <a:uFillTx/>
                <a:latin typeface="Barlow-Regular" panose="02040502050405020303"/>
                <a:ea typeface="+mn-ea"/>
                <a:cs typeface="+mn-cs"/>
              </a:rPr>
              <a:t>11</a:t>
            </a:r>
          </a:p>
        </p:txBody>
      </p:sp>
      <p:sp>
        <p:nvSpPr>
          <p:cNvPr id="73" name="Rectangle: Rounded Corners 72">
            <a:extLst>
              <a:ext uri="{FF2B5EF4-FFF2-40B4-BE49-F238E27FC236}">
                <a16:creationId xmlns:a16="http://schemas.microsoft.com/office/drawing/2014/main" id="{FE9BD710-148B-475B-9AB1-36E3842FA014}"/>
              </a:ext>
            </a:extLst>
          </p:cNvPr>
          <p:cNvSpPr/>
          <p:nvPr/>
        </p:nvSpPr>
        <p:spPr>
          <a:xfrm>
            <a:off x="10434097" y="1619273"/>
            <a:ext cx="829612" cy="435921"/>
          </a:xfrm>
          <a:prstGeom prst="roundRect">
            <a:avLst>
              <a:gd name="adj" fmla="val 6609"/>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FFFFFF"/>
                </a:solidFill>
                <a:effectLst/>
                <a:uLnTx/>
                <a:uFillTx/>
                <a:latin typeface="Barlow-Regular" panose="02040502050405020303"/>
                <a:ea typeface="+mn-ea"/>
                <a:cs typeface="+mn-cs"/>
              </a:rPr>
              <a:t>12</a:t>
            </a:r>
          </a:p>
        </p:txBody>
      </p:sp>
      <p:grpSp>
        <p:nvGrpSpPr>
          <p:cNvPr id="174" name="Group 173">
            <a:extLst>
              <a:ext uri="{FF2B5EF4-FFF2-40B4-BE49-F238E27FC236}">
                <a16:creationId xmlns:a16="http://schemas.microsoft.com/office/drawing/2014/main" id="{918DBAAB-5D37-41CD-BEF4-1DAFD6EC1A0B}"/>
              </a:ext>
            </a:extLst>
          </p:cNvPr>
          <p:cNvGrpSpPr/>
          <p:nvPr/>
        </p:nvGrpSpPr>
        <p:grpSpPr>
          <a:xfrm rot="20005947">
            <a:off x="11382551" y="1442025"/>
            <a:ext cx="787720" cy="314532"/>
            <a:chOff x="9427453" y="2133698"/>
            <a:chExt cx="2503146" cy="999494"/>
          </a:xfrm>
        </p:grpSpPr>
        <p:sp>
          <p:nvSpPr>
            <p:cNvPr id="175" name="Graphic 2466">
              <a:extLst>
                <a:ext uri="{FF2B5EF4-FFF2-40B4-BE49-F238E27FC236}">
                  <a16:creationId xmlns:a16="http://schemas.microsoft.com/office/drawing/2014/main" id="{60E678A8-752D-4845-BE9C-6C4F402127EE}"/>
                </a:ext>
              </a:extLst>
            </p:cNvPr>
            <p:cNvSpPr/>
            <p:nvPr/>
          </p:nvSpPr>
          <p:spPr>
            <a:xfrm rot="20630650">
              <a:off x="10725569" y="2177257"/>
              <a:ext cx="917450" cy="117833"/>
            </a:xfrm>
            <a:custGeom>
              <a:avLst/>
              <a:gdLst>
                <a:gd name="connsiteX0" fmla="*/ 95620 w 974126"/>
                <a:gd name="connsiteY0" fmla="*/ 67474 h 125112"/>
                <a:gd name="connsiteX1" fmla="*/ 139973 w 974126"/>
                <a:gd name="connsiteY1" fmla="*/ 57497 h 125112"/>
                <a:gd name="connsiteX2" fmla="*/ 383266 w 974126"/>
                <a:gd name="connsiteY2" fmla="*/ 9931 h 125112"/>
                <a:gd name="connsiteX3" fmla="*/ 621297 w 974126"/>
                <a:gd name="connsiteY3" fmla="*/ 2961 h 125112"/>
                <a:gd name="connsiteX4" fmla="*/ 960609 w 974126"/>
                <a:gd name="connsiteY4" fmla="*/ 90779 h 125112"/>
                <a:gd name="connsiteX5" fmla="*/ 974072 w 974126"/>
                <a:gd name="connsiteY5" fmla="*/ 99526 h 125112"/>
                <a:gd name="connsiteX6" fmla="*/ 948445 w 974126"/>
                <a:gd name="connsiteY6" fmla="*/ 122967 h 125112"/>
                <a:gd name="connsiteX7" fmla="*/ 902725 w 974126"/>
                <a:gd name="connsiteY7" fmla="*/ 124812 h 125112"/>
                <a:gd name="connsiteX8" fmla="*/ 68215 w 974126"/>
                <a:gd name="connsiteY8" fmla="*/ 124744 h 125112"/>
                <a:gd name="connsiteX9" fmla="*/ 7118 w 974126"/>
                <a:gd name="connsiteY9" fmla="*/ 118047 h 125112"/>
                <a:gd name="connsiteX10" fmla="*/ 216 w 974126"/>
                <a:gd name="connsiteY10" fmla="*/ 109504 h 125112"/>
                <a:gd name="connsiteX11" fmla="*/ 14431 w 974126"/>
                <a:gd name="connsiteY11" fmla="*/ 91667 h 125112"/>
                <a:gd name="connsiteX12" fmla="*/ 22700 w 974126"/>
                <a:gd name="connsiteY12" fmla="*/ 88728 h 125112"/>
                <a:gd name="connsiteX13" fmla="*/ 38282 w 974126"/>
                <a:gd name="connsiteY13" fmla="*/ 84013 h 125112"/>
                <a:gd name="connsiteX14" fmla="*/ 45663 w 974126"/>
                <a:gd name="connsiteY14" fmla="*/ 81348 h 125112"/>
                <a:gd name="connsiteX15" fmla="*/ 63431 w 974126"/>
                <a:gd name="connsiteY15" fmla="*/ 72942 h 125112"/>
                <a:gd name="connsiteX16" fmla="*/ 95620 w 974126"/>
                <a:gd name="connsiteY16" fmla="*/ 67474 h 125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74126" h="125112">
                  <a:moveTo>
                    <a:pt x="95620" y="67474"/>
                  </a:moveTo>
                  <a:cubicBezTo>
                    <a:pt x="111134" y="67474"/>
                    <a:pt x="125348" y="61255"/>
                    <a:pt x="139973" y="57497"/>
                  </a:cubicBezTo>
                  <a:cubicBezTo>
                    <a:pt x="220137" y="36789"/>
                    <a:pt x="301189" y="20798"/>
                    <a:pt x="383266" y="9931"/>
                  </a:cubicBezTo>
                  <a:cubicBezTo>
                    <a:pt x="462336" y="-525"/>
                    <a:pt x="541954" y="-2507"/>
                    <a:pt x="621297" y="2961"/>
                  </a:cubicBezTo>
                  <a:cubicBezTo>
                    <a:pt x="739595" y="11162"/>
                    <a:pt x="853178" y="39660"/>
                    <a:pt x="960609" y="90779"/>
                  </a:cubicBezTo>
                  <a:cubicBezTo>
                    <a:pt x="965394" y="93034"/>
                    <a:pt x="969631" y="96588"/>
                    <a:pt x="974072" y="99526"/>
                  </a:cubicBezTo>
                  <a:cubicBezTo>
                    <a:pt x="975098" y="117773"/>
                    <a:pt x="961361" y="120439"/>
                    <a:pt x="948445" y="122967"/>
                  </a:cubicBezTo>
                  <a:cubicBezTo>
                    <a:pt x="933410" y="125837"/>
                    <a:pt x="917965" y="124812"/>
                    <a:pt x="902725" y="124812"/>
                  </a:cubicBezTo>
                  <a:cubicBezTo>
                    <a:pt x="624578" y="124881"/>
                    <a:pt x="346431" y="124881"/>
                    <a:pt x="68215" y="124744"/>
                  </a:cubicBezTo>
                  <a:cubicBezTo>
                    <a:pt x="47645" y="124744"/>
                    <a:pt x="26596" y="127478"/>
                    <a:pt x="7118" y="118047"/>
                  </a:cubicBezTo>
                  <a:cubicBezTo>
                    <a:pt x="3906" y="115996"/>
                    <a:pt x="1583" y="113058"/>
                    <a:pt x="216" y="109504"/>
                  </a:cubicBezTo>
                  <a:cubicBezTo>
                    <a:pt x="-1424" y="98501"/>
                    <a:pt x="6572" y="95152"/>
                    <a:pt x="14431" y="91667"/>
                  </a:cubicBezTo>
                  <a:cubicBezTo>
                    <a:pt x="17097" y="90505"/>
                    <a:pt x="19898" y="89548"/>
                    <a:pt x="22700" y="88728"/>
                  </a:cubicBezTo>
                  <a:cubicBezTo>
                    <a:pt x="27894" y="87225"/>
                    <a:pt x="33157" y="85926"/>
                    <a:pt x="38282" y="84013"/>
                  </a:cubicBezTo>
                  <a:cubicBezTo>
                    <a:pt x="40674" y="82988"/>
                    <a:pt x="43134" y="82099"/>
                    <a:pt x="45663" y="81348"/>
                  </a:cubicBezTo>
                  <a:cubicBezTo>
                    <a:pt x="51950" y="79434"/>
                    <a:pt x="57827" y="76495"/>
                    <a:pt x="63431" y="72942"/>
                  </a:cubicBezTo>
                  <a:cubicBezTo>
                    <a:pt x="73409" y="66928"/>
                    <a:pt x="84002" y="64331"/>
                    <a:pt x="95620" y="67474"/>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76" name="Graphic 2466">
              <a:extLst>
                <a:ext uri="{FF2B5EF4-FFF2-40B4-BE49-F238E27FC236}">
                  <a16:creationId xmlns:a16="http://schemas.microsoft.com/office/drawing/2014/main" id="{65F8385C-3065-4677-9EBA-1C1E2E793CEE}"/>
                </a:ext>
              </a:extLst>
            </p:cNvPr>
            <p:cNvSpPr/>
            <p:nvPr/>
          </p:nvSpPr>
          <p:spPr>
            <a:xfrm rot="20630650">
              <a:off x="10560140" y="2736266"/>
              <a:ext cx="413220" cy="247927"/>
            </a:xfrm>
            <a:custGeom>
              <a:avLst/>
              <a:gdLst>
                <a:gd name="connsiteX0" fmla="*/ 438748 w 438747"/>
                <a:gd name="connsiteY0" fmla="*/ 109362 h 263243"/>
                <a:gd name="connsiteX1" fmla="*/ 385306 w 438747"/>
                <a:gd name="connsiteY1" fmla="*/ 140867 h 263243"/>
                <a:gd name="connsiteX2" fmla="*/ 273158 w 438747"/>
                <a:gd name="connsiteY2" fmla="*/ 201895 h 263243"/>
                <a:gd name="connsiteX3" fmla="*/ 230719 w 438747"/>
                <a:gd name="connsiteY3" fmla="*/ 218024 h 263243"/>
                <a:gd name="connsiteX4" fmla="*/ 12984 w 438747"/>
                <a:gd name="connsiteY4" fmla="*/ 262240 h 263243"/>
                <a:gd name="connsiteX5" fmla="*/ 0 w 438747"/>
                <a:gd name="connsiteY5" fmla="*/ 260190 h 263243"/>
                <a:gd name="connsiteX6" fmla="*/ 14283 w 438747"/>
                <a:gd name="connsiteY6" fmla="*/ 228411 h 263243"/>
                <a:gd name="connsiteX7" fmla="*/ 104561 w 438747"/>
                <a:gd name="connsiteY7" fmla="*/ 53937 h 263243"/>
                <a:gd name="connsiteX8" fmla="*/ 129779 w 438747"/>
                <a:gd name="connsiteY8" fmla="*/ 4459 h 263243"/>
                <a:gd name="connsiteX9" fmla="*/ 137774 w 438747"/>
                <a:gd name="connsiteY9" fmla="*/ 16 h 263243"/>
                <a:gd name="connsiteX10" fmla="*/ 165248 w 438747"/>
                <a:gd name="connsiteY10" fmla="*/ 6099 h 263243"/>
                <a:gd name="connsiteX11" fmla="*/ 266529 w 438747"/>
                <a:gd name="connsiteY11" fmla="*/ 43549 h 263243"/>
                <a:gd name="connsiteX12" fmla="*/ 306508 w 438747"/>
                <a:gd name="connsiteY12" fmla="*/ 56944 h 263243"/>
                <a:gd name="connsiteX13" fmla="*/ 346830 w 438747"/>
                <a:gd name="connsiteY13" fmla="*/ 70271 h 263243"/>
                <a:gd name="connsiteX14" fmla="*/ 393301 w 438747"/>
                <a:gd name="connsiteY14" fmla="*/ 83597 h 263243"/>
                <a:gd name="connsiteX15" fmla="*/ 438748 w 438747"/>
                <a:gd name="connsiteY15" fmla="*/ 109362 h 263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8747" h="263243">
                  <a:moveTo>
                    <a:pt x="438748" y="109362"/>
                  </a:moveTo>
                  <a:cubicBezTo>
                    <a:pt x="420979" y="119886"/>
                    <a:pt x="403415" y="130889"/>
                    <a:pt x="385306" y="140867"/>
                  </a:cubicBezTo>
                  <a:cubicBezTo>
                    <a:pt x="348059" y="161369"/>
                    <a:pt x="310131" y="180846"/>
                    <a:pt x="273158" y="201895"/>
                  </a:cubicBezTo>
                  <a:cubicBezTo>
                    <a:pt x="259627" y="209618"/>
                    <a:pt x="245685" y="214948"/>
                    <a:pt x="230719" y="218024"/>
                  </a:cubicBezTo>
                  <a:cubicBezTo>
                    <a:pt x="158140" y="232853"/>
                    <a:pt x="85562" y="247478"/>
                    <a:pt x="12984" y="262240"/>
                  </a:cubicBezTo>
                  <a:cubicBezTo>
                    <a:pt x="8747" y="263128"/>
                    <a:pt x="4647" y="264700"/>
                    <a:pt x="0" y="260190"/>
                  </a:cubicBezTo>
                  <a:cubicBezTo>
                    <a:pt x="1845" y="248845"/>
                    <a:pt x="8884" y="238936"/>
                    <a:pt x="14283" y="228411"/>
                  </a:cubicBezTo>
                  <a:cubicBezTo>
                    <a:pt x="44216" y="170185"/>
                    <a:pt x="74628" y="112232"/>
                    <a:pt x="104561" y="53937"/>
                  </a:cubicBezTo>
                  <a:cubicBezTo>
                    <a:pt x="113035" y="37467"/>
                    <a:pt x="124448" y="22500"/>
                    <a:pt x="129779" y="4459"/>
                  </a:cubicBezTo>
                  <a:cubicBezTo>
                    <a:pt x="131897" y="2067"/>
                    <a:pt x="134563" y="563"/>
                    <a:pt x="137774" y="16"/>
                  </a:cubicBezTo>
                  <a:cubicBezTo>
                    <a:pt x="147411" y="-257"/>
                    <a:pt x="156295" y="2955"/>
                    <a:pt x="165248" y="6099"/>
                  </a:cubicBezTo>
                  <a:cubicBezTo>
                    <a:pt x="198598" y="19630"/>
                    <a:pt x="232290" y="32341"/>
                    <a:pt x="266529" y="43549"/>
                  </a:cubicBezTo>
                  <a:cubicBezTo>
                    <a:pt x="279650" y="48607"/>
                    <a:pt x="293045" y="52980"/>
                    <a:pt x="306508" y="56944"/>
                  </a:cubicBezTo>
                  <a:cubicBezTo>
                    <a:pt x="319766" y="61933"/>
                    <a:pt x="333230" y="66239"/>
                    <a:pt x="346830" y="70271"/>
                  </a:cubicBezTo>
                  <a:cubicBezTo>
                    <a:pt x="361796" y="76421"/>
                    <a:pt x="377515" y="80180"/>
                    <a:pt x="393301" y="83597"/>
                  </a:cubicBezTo>
                  <a:cubicBezTo>
                    <a:pt x="408268" y="92413"/>
                    <a:pt x="431572" y="86741"/>
                    <a:pt x="438748" y="109362"/>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77" name="Graphic 2466">
              <a:extLst>
                <a:ext uri="{FF2B5EF4-FFF2-40B4-BE49-F238E27FC236}">
                  <a16:creationId xmlns:a16="http://schemas.microsoft.com/office/drawing/2014/main" id="{9D27EEBB-D85C-4FAC-8820-67B3FD847B42}"/>
                </a:ext>
              </a:extLst>
            </p:cNvPr>
            <p:cNvSpPr/>
            <p:nvPr/>
          </p:nvSpPr>
          <p:spPr>
            <a:xfrm rot="20630650">
              <a:off x="10421711" y="2256090"/>
              <a:ext cx="411952" cy="247804"/>
            </a:xfrm>
            <a:custGeom>
              <a:avLst/>
              <a:gdLst>
                <a:gd name="connsiteX0" fmla="*/ 437401 w 437401"/>
                <a:gd name="connsiteY0" fmla="*/ 154245 h 263112"/>
                <a:gd name="connsiteX1" fmla="*/ 403640 w 437401"/>
                <a:gd name="connsiteY1" fmla="*/ 167845 h 263112"/>
                <a:gd name="connsiteX2" fmla="*/ 383958 w 437401"/>
                <a:gd name="connsiteY2" fmla="*/ 173859 h 263112"/>
                <a:gd name="connsiteX3" fmla="*/ 384027 w 437401"/>
                <a:gd name="connsiteY3" fmla="*/ 173859 h 263112"/>
                <a:gd name="connsiteX4" fmla="*/ 363867 w 437401"/>
                <a:gd name="connsiteY4" fmla="*/ 180146 h 263112"/>
                <a:gd name="connsiteX5" fmla="*/ 364208 w 437401"/>
                <a:gd name="connsiteY5" fmla="*/ 180010 h 263112"/>
                <a:gd name="connsiteX6" fmla="*/ 343842 w 437401"/>
                <a:gd name="connsiteY6" fmla="*/ 186434 h 263112"/>
                <a:gd name="connsiteX7" fmla="*/ 344184 w 437401"/>
                <a:gd name="connsiteY7" fmla="*/ 186229 h 263112"/>
                <a:gd name="connsiteX8" fmla="*/ 232379 w 437401"/>
                <a:gd name="connsiteY8" fmla="*/ 230992 h 263112"/>
                <a:gd name="connsiteX9" fmla="*/ 215020 w 437401"/>
                <a:gd name="connsiteY9" fmla="*/ 237963 h 263112"/>
                <a:gd name="connsiteX10" fmla="*/ 206341 w 437401"/>
                <a:gd name="connsiteY10" fmla="*/ 241243 h 263112"/>
                <a:gd name="connsiteX11" fmla="*/ 136496 w 437401"/>
                <a:gd name="connsiteY11" fmla="*/ 263112 h 263112"/>
                <a:gd name="connsiteX12" fmla="*/ 128842 w 437401"/>
                <a:gd name="connsiteY12" fmla="*/ 258192 h 263112"/>
                <a:gd name="connsiteX13" fmla="*/ 114628 w 437401"/>
                <a:gd name="connsiteY13" fmla="*/ 228873 h 263112"/>
                <a:gd name="connsiteX14" fmla="*/ 4462 w 437401"/>
                <a:gd name="connsiteY14" fmla="*/ 17017 h 263112"/>
                <a:gd name="connsiteX15" fmla="*/ 567 w 437401"/>
                <a:gd name="connsiteY15" fmla="*/ 0 h 263112"/>
                <a:gd name="connsiteX16" fmla="*/ 70001 w 437401"/>
                <a:gd name="connsiteY16" fmla="*/ 12233 h 263112"/>
                <a:gd name="connsiteX17" fmla="*/ 223563 w 437401"/>
                <a:gd name="connsiteY17" fmla="*/ 43670 h 263112"/>
                <a:gd name="connsiteX18" fmla="*/ 275296 w 437401"/>
                <a:gd name="connsiteY18" fmla="*/ 62737 h 263112"/>
                <a:gd name="connsiteX19" fmla="*/ 421477 w 437401"/>
                <a:gd name="connsiteY19" fmla="*/ 143037 h 263112"/>
                <a:gd name="connsiteX20" fmla="*/ 437401 w 437401"/>
                <a:gd name="connsiteY20" fmla="*/ 154245 h 263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37401" h="263112">
                  <a:moveTo>
                    <a:pt x="437401" y="154245"/>
                  </a:moveTo>
                  <a:cubicBezTo>
                    <a:pt x="426125" y="158756"/>
                    <a:pt x="414917" y="163334"/>
                    <a:pt x="403640" y="167845"/>
                  </a:cubicBezTo>
                  <a:cubicBezTo>
                    <a:pt x="398037" y="173039"/>
                    <a:pt x="389289" y="167913"/>
                    <a:pt x="383958" y="173859"/>
                  </a:cubicBezTo>
                  <a:lnTo>
                    <a:pt x="384027" y="173859"/>
                  </a:lnTo>
                  <a:cubicBezTo>
                    <a:pt x="378492" y="179736"/>
                    <a:pt x="369538" y="174816"/>
                    <a:pt x="363867" y="180146"/>
                  </a:cubicBezTo>
                  <a:lnTo>
                    <a:pt x="364208" y="180010"/>
                  </a:lnTo>
                  <a:cubicBezTo>
                    <a:pt x="358809" y="186502"/>
                    <a:pt x="349719" y="181513"/>
                    <a:pt x="343842" y="186434"/>
                  </a:cubicBezTo>
                  <a:lnTo>
                    <a:pt x="344184" y="186229"/>
                  </a:lnTo>
                  <a:cubicBezTo>
                    <a:pt x="311449" y="212472"/>
                    <a:pt x="269009" y="214522"/>
                    <a:pt x="232379" y="230992"/>
                  </a:cubicBezTo>
                  <a:cubicBezTo>
                    <a:pt x="226570" y="233247"/>
                    <a:pt x="220760" y="235571"/>
                    <a:pt x="215020" y="237963"/>
                  </a:cubicBezTo>
                  <a:cubicBezTo>
                    <a:pt x="212218" y="239261"/>
                    <a:pt x="209280" y="240286"/>
                    <a:pt x="206341" y="241243"/>
                  </a:cubicBezTo>
                  <a:cubicBezTo>
                    <a:pt x="182285" y="245959"/>
                    <a:pt x="161714" y="262019"/>
                    <a:pt x="136496" y="263112"/>
                  </a:cubicBezTo>
                  <a:cubicBezTo>
                    <a:pt x="133353" y="262429"/>
                    <a:pt x="130825" y="260789"/>
                    <a:pt x="128842" y="258192"/>
                  </a:cubicBezTo>
                  <a:cubicBezTo>
                    <a:pt x="124126" y="248419"/>
                    <a:pt x="119617" y="238509"/>
                    <a:pt x="114628" y="228873"/>
                  </a:cubicBezTo>
                  <a:cubicBezTo>
                    <a:pt x="77929" y="158209"/>
                    <a:pt x="41161" y="87681"/>
                    <a:pt x="4462" y="17017"/>
                  </a:cubicBezTo>
                  <a:cubicBezTo>
                    <a:pt x="2001" y="12301"/>
                    <a:pt x="-1347" y="7654"/>
                    <a:pt x="567" y="0"/>
                  </a:cubicBezTo>
                  <a:cubicBezTo>
                    <a:pt x="24008" y="888"/>
                    <a:pt x="46902" y="7791"/>
                    <a:pt x="70001" y="12233"/>
                  </a:cubicBezTo>
                  <a:cubicBezTo>
                    <a:pt x="121325" y="22006"/>
                    <a:pt x="172444" y="33009"/>
                    <a:pt x="223563" y="43670"/>
                  </a:cubicBezTo>
                  <a:cubicBezTo>
                    <a:pt x="241742" y="47429"/>
                    <a:pt x="258895" y="53443"/>
                    <a:pt x="275296" y="62737"/>
                  </a:cubicBezTo>
                  <a:cubicBezTo>
                    <a:pt x="323682" y="90073"/>
                    <a:pt x="372750" y="116248"/>
                    <a:pt x="421477" y="143037"/>
                  </a:cubicBezTo>
                  <a:cubicBezTo>
                    <a:pt x="427150" y="146181"/>
                    <a:pt x="432139" y="150555"/>
                    <a:pt x="437401" y="154245"/>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78" name="Graphic 2466">
              <a:extLst>
                <a:ext uri="{FF2B5EF4-FFF2-40B4-BE49-F238E27FC236}">
                  <a16:creationId xmlns:a16="http://schemas.microsoft.com/office/drawing/2014/main" id="{F43C4DE1-BFD8-4F6C-97D0-FB97AF266F22}"/>
                </a:ext>
              </a:extLst>
            </p:cNvPr>
            <p:cNvSpPr/>
            <p:nvPr/>
          </p:nvSpPr>
          <p:spPr>
            <a:xfrm rot="20630650">
              <a:off x="10663080" y="2591893"/>
              <a:ext cx="1170009" cy="56918"/>
            </a:xfrm>
            <a:custGeom>
              <a:avLst/>
              <a:gdLst>
                <a:gd name="connsiteX0" fmla="*/ 105655 w 1242287"/>
                <a:gd name="connsiteY0" fmla="*/ 51207 h 60434"/>
                <a:gd name="connsiteX1" fmla="*/ 0 w 1242287"/>
                <a:gd name="connsiteY1" fmla="*/ 12321 h 60434"/>
                <a:gd name="connsiteX2" fmla="*/ 42576 w 1242287"/>
                <a:gd name="connsiteY2" fmla="*/ 293 h 60434"/>
                <a:gd name="connsiteX3" fmla="*/ 1201978 w 1242287"/>
                <a:gd name="connsiteY3" fmla="*/ 225 h 60434"/>
                <a:gd name="connsiteX4" fmla="*/ 1234099 w 1242287"/>
                <a:gd name="connsiteY4" fmla="*/ 5077 h 60434"/>
                <a:gd name="connsiteX5" fmla="*/ 1225077 w 1242287"/>
                <a:gd name="connsiteY5" fmla="*/ 38222 h 60434"/>
                <a:gd name="connsiteX6" fmla="*/ 1195691 w 1242287"/>
                <a:gd name="connsiteY6" fmla="*/ 57631 h 60434"/>
                <a:gd name="connsiteX7" fmla="*/ 1133637 w 1242287"/>
                <a:gd name="connsiteY7" fmla="*/ 60433 h 60434"/>
                <a:gd name="connsiteX8" fmla="*/ 193131 w 1242287"/>
                <a:gd name="connsiteY8" fmla="*/ 60433 h 60434"/>
                <a:gd name="connsiteX9" fmla="*/ 105655 w 1242287"/>
                <a:gd name="connsiteY9" fmla="*/ 51207 h 60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42287" h="60434">
                  <a:moveTo>
                    <a:pt x="105655" y="51207"/>
                  </a:moveTo>
                  <a:cubicBezTo>
                    <a:pt x="68751" y="42733"/>
                    <a:pt x="33898" y="28723"/>
                    <a:pt x="0" y="12321"/>
                  </a:cubicBezTo>
                  <a:cubicBezTo>
                    <a:pt x="11550" y="-1006"/>
                    <a:pt x="27542" y="293"/>
                    <a:pt x="42576" y="293"/>
                  </a:cubicBezTo>
                  <a:cubicBezTo>
                    <a:pt x="429044" y="-49"/>
                    <a:pt x="815511" y="-117"/>
                    <a:pt x="1201978" y="225"/>
                  </a:cubicBezTo>
                  <a:cubicBezTo>
                    <a:pt x="1212913" y="225"/>
                    <a:pt x="1223848" y="635"/>
                    <a:pt x="1234099" y="5077"/>
                  </a:cubicBezTo>
                  <a:cubicBezTo>
                    <a:pt x="1254328" y="22367"/>
                    <a:pt x="1231502" y="28108"/>
                    <a:pt x="1225077" y="38222"/>
                  </a:cubicBezTo>
                  <a:cubicBezTo>
                    <a:pt x="1216672" y="46833"/>
                    <a:pt x="1208675" y="55991"/>
                    <a:pt x="1195691" y="57631"/>
                  </a:cubicBezTo>
                  <a:cubicBezTo>
                    <a:pt x="1175052" y="59954"/>
                    <a:pt x="1154413" y="60433"/>
                    <a:pt x="1133637" y="60433"/>
                  </a:cubicBezTo>
                  <a:cubicBezTo>
                    <a:pt x="820158" y="60296"/>
                    <a:pt x="506610" y="60296"/>
                    <a:pt x="193131" y="60433"/>
                  </a:cubicBezTo>
                  <a:cubicBezTo>
                    <a:pt x="163608" y="60501"/>
                    <a:pt x="134427" y="58246"/>
                    <a:pt x="105655" y="51207"/>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79" name="Graphic 2466">
              <a:extLst>
                <a:ext uri="{FF2B5EF4-FFF2-40B4-BE49-F238E27FC236}">
                  <a16:creationId xmlns:a16="http://schemas.microsoft.com/office/drawing/2014/main" id="{9B91A81A-8CC8-4E53-BF3A-9389580FB673}"/>
                </a:ext>
              </a:extLst>
            </p:cNvPr>
            <p:cNvSpPr/>
            <p:nvPr/>
          </p:nvSpPr>
          <p:spPr>
            <a:xfrm rot="20630650">
              <a:off x="10618089" y="2276995"/>
              <a:ext cx="1109167" cy="61819"/>
            </a:xfrm>
            <a:custGeom>
              <a:avLst/>
              <a:gdLst>
                <a:gd name="connsiteX0" fmla="*/ 0 w 1177686"/>
                <a:gd name="connsiteY0" fmla="*/ 47087 h 65638"/>
                <a:gd name="connsiteX1" fmla="*/ 3759 w 1177686"/>
                <a:gd name="connsiteY1" fmla="*/ 45857 h 65638"/>
                <a:gd name="connsiteX2" fmla="*/ 19546 w 1177686"/>
                <a:gd name="connsiteY2" fmla="*/ 39979 h 65638"/>
                <a:gd name="connsiteX3" fmla="*/ 137160 w 1177686"/>
                <a:gd name="connsiteY3" fmla="*/ 0 h 65638"/>
                <a:gd name="connsiteX4" fmla="*/ 149257 w 1177686"/>
                <a:gd name="connsiteY4" fmla="*/ 13258 h 65638"/>
                <a:gd name="connsiteX5" fmla="*/ 172151 w 1177686"/>
                <a:gd name="connsiteY5" fmla="*/ 13941 h 65638"/>
                <a:gd name="connsiteX6" fmla="*/ 1068782 w 1177686"/>
                <a:gd name="connsiteY6" fmla="*/ 13941 h 65638"/>
                <a:gd name="connsiteX7" fmla="*/ 1088396 w 1177686"/>
                <a:gd name="connsiteY7" fmla="*/ 13805 h 65638"/>
                <a:gd name="connsiteX8" fmla="*/ 1108898 w 1177686"/>
                <a:gd name="connsiteY8" fmla="*/ 137 h 65638"/>
                <a:gd name="connsiteX9" fmla="*/ 1170884 w 1177686"/>
                <a:gd name="connsiteY9" fmla="*/ 33624 h 65638"/>
                <a:gd name="connsiteX10" fmla="*/ 1176761 w 1177686"/>
                <a:gd name="connsiteY10" fmla="*/ 50162 h 65638"/>
                <a:gd name="connsiteX11" fmla="*/ 1122362 w 1177686"/>
                <a:gd name="connsiteY11" fmla="*/ 64650 h 65638"/>
                <a:gd name="connsiteX12" fmla="*/ 670150 w 1177686"/>
                <a:gd name="connsiteY12" fmla="*/ 64924 h 65638"/>
                <a:gd name="connsiteX13" fmla="*/ 54058 w 1177686"/>
                <a:gd name="connsiteY13" fmla="*/ 64445 h 65638"/>
                <a:gd name="connsiteX14" fmla="*/ 0 w 1177686"/>
                <a:gd name="connsiteY14" fmla="*/ 47087 h 65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77686" h="65638">
                  <a:moveTo>
                    <a:pt x="0" y="47087"/>
                  </a:moveTo>
                  <a:cubicBezTo>
                    <a:pt x="821" y="45242"/>
                    <a:pt x="2051" y="44900"/>
                    <a:pt x="3759" y="45857"/>
                  </a:cubicBezTo>
                  <a:cubicBezTo>
                    <a:pt x="9021" y="43875"/>
                    <a:pt x="15241" y="44490"/>
                    <a:pt x="19546" y="39979"/>
                  </a:cubicBezTo>
                  <a:cubicBezTo>
                    <a:pt x="57543" y="23031"/>
                    <a:pt x="96430" y="8816"/>
                    <a:pt x="137160" y="0"/>
                  </a:cubicBezTo>
                  <a:cubicBezTo>
                    <a:pt x="138664" y="6697"/>
                    <a:pt x="141261" y="12711"/>
                    <a:pt x="149257" y="13258"/>
                  </a:cubicBezTo>
                  <a:cubicBezTo>
                    <a:pt x="156843" y="13805"/>
                    <a:pt x="164497" y="13941"/>
                    <a:pt x="172151" y="13941"/>
                  </a:cubicBezTo>
                  <a:cubicBezTo>
                    <a:pt x="471005" y="13941"/>
                    <a:pt x="769928" y="13941"/>
                    <a:pt x="1068782" y="13941"/>
                  </a:cubicBezTo>
                  <a:cubicBezTo>
                    <a:pt x="1075343" y="13941"/>
                    <a:pt x="1081904" y="13873"/>
                    <a:pt x="1088396" y="13805"/>
                  </a:cubicBezTo>
                  <a:cubicBezTo>
                    <a:pt x="1098169" y="13668"/>
                    <a:pt x="1104729" y="8748"/>
                    <a:pt x="1108898" y="137"/>
                  </a:cubicBezTo>
                  <a:cubicBezTo>
                    <a:pt x="1131656" y="7449"/>
                    <a:pt x="1152227" y="18657"/>
                    <a:pt x="1170884" y="33624"/>
                  </a:cubicBezTo>
                  <a:cubicBezTo>
                    <a:pt x="1179153" y="36904"/>
                    <a:pt x="1178127" y="43465"/>
                    <a:pt x="1176761" y="50162"/>
                  </a:cubicBezTo>
                  <a:cubicBezTo>
                    <a:pt x="1162409" y="69024"/>
                    <a:pt x="1141360" y="64582"/>
                    <a:pt x="1122362" y="64650"/>
                  </a:cubicBezTo>
                  <a:cubicBezTo>
                    <a:pt x="971602" y="65129"/>
                    <a:pt x="820911" y="64924"/>
                    <a:pt x="670150" y="64924"/>
                  </a:cubicBezTo>
                  <a:cubicBezTo>
                    <a:pt x="464786" y="64924"/>
                    <a:pt x="259422" y="65197"/>
                    <a:pt x="54058" y="64445"/>
                  </a:cubicBezTo>
                  <a:cubicBezTo>
                    <a:pt x="35127" y="64309"/>
                    <a:pt x="11550" y="72646"/>
                    <a:pt x="0" y="47087"/>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80" name="Graphic 2466">
              <a:extLst>
                <a:ext uri="{FF2B5EF4-FFF2-40B4-BE49-F238E27FC236}">
                  <a16:creationId xmlns:a16="http://schemas.microsoft.com/office/drawing/2014/main" id="{6EBD129A-26D5-480E-8C03-04DAA23A9A56}"/>
                </a:ext>
              </a:extLst>
            </p:cNvPr>
            <p:cNvSpPr/>
            <p:nvPr/>
          </p:nvSpPr>
          <p:spPr>
            <a:xfrm rot="20630650">
              <a:off x="10364759" y="2564753"/>
              <a:ext cx="142970" cy="262603"/>
            </a:xfrm>
            <a:custGeom>
              <a:avLst/>
              <a:gdLst>
                <a:gd name="connsiteX0" fmla="*/ 9158 w 151802"/>
                <a:gd name="connsiteY0" fmla="*/ 57271 h 278826"/>
                <a:gd name="connsiteX1" fmla="*/ 10798 w 151802"/>
                <a:gd name="connsiteY1" fmla="*/ 15037 h 278826"/>
                <a:gd name="connsiteX2" fmla="*/ 27747 w 151802"/>
                <a:gd name="connsiteY2" fmla="*/ 207 h 278826"/>
                <a:gd name="connsiteX3" fmla="*/ 49752 w 151802"/>
                <a:gd name="connsiteY3" fmla="*/ 5605 h 278826"/>
                <a:gd name="connsiteX4" fmla="*/ 139484 w 151802"/>
                <a:gd name="connsiteY4" fmla="*/ 34240 h 278826"/>
                <a:gd name="connsiteX5" fmla="*/ 147548 w 151802"/>
                <a:gd name="connsiteY5" fmla="*/ 38956 h 278826"/>
                <a:gd name="connsiteX6" fmla="*/ 151443 w 151802"/>
                <a:gd name="connsiteY6" fmla="*/ 58433 h 278826"/>
                <a:gd name="connsiteX7" fmla="*/ 151512 w 151802"/>
                <a:gd name="connsiteY7" fmla="*/ 72990 h 278826"/>
                <a:gd name="connsiteX8" fmla="*/ 151512 w 151802"/>
                <a:gd name="connsiteY8" fmla="*/ 87273 h 278826"/>
                <a:gd name="connsiteX9" fmla="*/ 151512 w 151802"/>
                <a:gd name="connsiteY9" fmla="*/ 106135 h 278826"/>
                <a:gd name="connsiteX10" fmla="*/ 151717 w 151802"/>
                <a:gd name="connsiteY10" fmla="*/ 120350 h 278826"/>
                <a:gd name="connsiteX11" fmla="*/ 151649 w 151802"/>
                <a:gd name="connsiteY11" fmla="*/ 139349 h 278826"/>
                <a:gd name="connsiteX12" fmla="*/ 151649 w 151802"/>
                <a:gd name="connsiteY12" fmla="*/ 158347 h 278826"/>
                <a:gd name="connsiteX13" fmla="*/ 151580 w 151802"/>
                <a:gd name="connsiteY13" fmla="*/ 177346 h 278826"/>
                <a:gd name="connsiteX14" fmla="*/ 151512 w 151802"/>
                <a:gd name="connsiteY14" fmla="*/ 191561 h 278826"/>
                <a:gd name="connsiteX15" fmla="*/ 151443 w 151802"/>
                <a:gd name="connsiteY15" fmla="*/ 210560 h 278826"/>
                <a:gd name="connsiteX16" fmla="*/ 151170 w 151802"/>
                <a:gd name="connsiteY16" fmla="*/ 225048 h 278826"/>
                <a:gd name="connsiteX17" fmla="*/ 148026 w 151802"/>
                <a:gd name="connsiteY17" fmla="*/ 239468 h 278826"/>
                <a:gd name="connsiteX18" fmla="*/ 140851 w 151802"/>
                <a:gd name="connsiteY18" fmla="*/ 245892 h 278826"/>
                <a:gd name="connsiteX19" fmla="*/ 51392 w 151802"/>
                <a:gd name="connsiteY19" fmla="*/ 272818 h 278826"/>
                <a:gd name="connsiteX20" fmla="*/ 26380 w 151802"/>
                <a:gd name="connsiteY20" fmla="*/ 278695 h 278826"/>
                <a:gd name="connsiteX21" fmla="*/ 11004 w 151802"/>
                <a:gd name="connsiteY21" fmla="*/ 265711 h 278826"/>
                <a:gd name="connsiteX22" fmla="*/ 9021 w 151802"/>
                <a:gd name="connsiteY22" fmla="*/ 217325 h 278826"/>
                <a:gd name="connsiteX23" fmla="*/ 0 w 151802"/>
                <a:gd name="connsiteY23" fmla="*/ 176116 h 278826"/>
                <a:gd name="connsiteX24" fmla="*/ 1845 w 151802"/>
                <a:gd name="connsiteY24" fmla="*/ 106135 h 278826"/>
                <a:gd name="connsiteX25" fmla="*/ 9158 w 151802"/>
                <a:gd name="connsiteY25" fmla="*/ 57271 h 278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1802" h="278826">
                  <a:moveTo>
                    <a:pt x="9158" y="57271"/>
                  </a:moveTo>
                  <a:cubicBezTo>
                    <a:pt x="9705" y="43193"/>
                    <a:pt x="9910" y="29115"/>
                    <a:pt x="10798" y="15037"/>
                  </a:cubicBezTo>
                  <a:cubicBezTo>
                    <a:pt x="11482" y="4307"/>
                    <a:pt x="17632" y="-1160"/>
                    <a:pt x="27747" y="207"/>
                  </a:cubicBezTo>
                  <a:cubicBezTo>
                    <a:pt x="35196" y="1163"/>
                    <a:pt x="42509" y="3350"/>
                    <a:pt x="49752" y="5605"/>
                  </a:cubicBezTo>
                  <a:cubicBezTo>
                    <a:pt x="79686" y="15037"/>
                    <a:pt x="109619" y="24673"/>
                    <a:pt x="139484" y="34240"/>
                  </a:cubicBezTo>
                  <a:cubicBezTo>
                    <a:pt x="143243" y="34035"/>
                    <a:pt x="145908" y="35607"/>
                    <a:pt x="147548" y="38956"/>
                  </a:cubicBezTo>
                  <a:cubicBezTo>
                    <a:pt x="150487" y="45106"/>
                    <a:pt x="151238" y="51736"/>
                    <a:pt x="151443" y="58433"/>
                  </a:cubicBezTo>
                  <a:cubicBezTo>
                    <a:pt x="151580" y="63285"/>
                    <a:pt x="151580" y="68137"/>
                    <a:pt x="151512" y="72990"/>
                  </a:cubicBezTo>
                  <a:cubicBezTo>
                    <a:pt x="151580" y="77705"/>
                    <a:pt x="151580" y="82489"/>
                    <a:pt x="151512" y="87273"/>
                  </a:cubicBezTo>
                  <a:cubicBezTo>
                    <a:pt x="151580" y="93560"/>
                    <a:pt x="151512" y="99848"/>
                    <a:pt x="151512" y="106135"/>
                  </a:cubicBezTo>
                  <a:cubicBezTo>
                    <a:pt x="151649" y="110850"/>
                    <a:pt x="151786" y="115566"/>
                    <a:pt x="151717" y="120350"/>
                  </a:cubicBezTo>
                  <a:cubicBezTo>
                    <a:pt x="151649" y="126705"/>
                    <a:pt x="151649" y="132993"/>
                    <a:pt x="151649" y="139349"/>
                  </a:cubicBezTo>
                  <a:cubicBezTo>
                    <a:pt x="151854" y="145704"/>
                    <a:pt x="151854" y="152060"/>
                    <a:pt x="151649" y="158347"/>
                  </a:cubicBezTo>
                  <a:cubicBezTo>
                    <a:pt x="151717" y="164703"/>
                    <a:pt x="151786" y="170990"/>
                    <a:pt x="151580" y="177346"/>
                  </a:cubicBezTo>
                  <a:cubicBezTo>
                    <a:pt x="151649" y="182062"/>
                    <a:pt x="151580" y="186845"/>
                    <a:pt x="151512" y="191561"/>
                  </a:cubicBezTo>
                  <a:cubicBezTo>
                    <a:pt x="151580" y="197917"/>
                    <a:pt x="151580" y="204204"/>
                    <a:pt x="151443" y="210560"/>
                  </a:cubicBezTo>
                  <a:cubicBezTo>
                    <a:pt x="151512" y="215412"/>
                    <a:pt x="151443" y="220196"/>
                    <a:pt x="151170" y="225048"/>
                  </a:cubicBezTo>
                  <a:cubicBezTo>
                    <a:pt x="150965" y="230037"/>
                    <a:pt x="150009" y="234821"/>
                    <a:pt x="148026" y="239468"/>
                  </a:cubicBezTo>
                  <a:cubicBezTo>
                    <a:pt x="146523" y="242611"/>
                    <a:pt x="144131" y="244730"/>
                    <a:pt x="140851" y="245892"/>
                  </a:cubicBezTo>
                  <a:cubicBezTo>
                    <a:pt x="109824" y="250812"/>
                    <a:pt x="81463" y="264617"/>
                    <a:pt x="51392" y="272818"/>
                  </a:cubicBezTo>
                  <a:cubicBezTo>
                    <a:pt x="43123" y="275073"/>
                    <a:pt x="34786" y="277534"/>
                    <a:pt x="26380" y="278695"/>
                  </a:cubicBezTo>
                  <a:cubicBezTo>
                    <a:pt x="18316" y="279789"/>
                    <a:pt x="11482" y="273912"/>
                    <a:pt x="11004" y="265711"/>
                  </a:cubicBezTo>
                  <a:cubicBezTo>
                    <a:pt x="9978" y="249582"/>
                    <a:pt x="9636" y="233454"/>
                    <a:pt x="9021" y="217325"/>
                  </a:cubicBezTo>
                  <a:cubicBezTo>
                    <a:pt x="274" y="204819"/>
                    <a:pt x="3213" y="189852"/>
                    <a:pt x="0" y="176116"/>
                  </a:cubicBezTo>
                  <a:cubicBezTo>
                    <a:pt x="1436" y="152812"/>
                    <a:pt x="1982" y="129507"/>
                    <a:pt x="1845" y="106135"/>
                  </a:cubicBezTo>
                  <a:cubicBezTo>
                    <a:pt x="3622" y="89665"/>
                    <a:pt x="-1776" y="72238"/>
                    <a:pt x="9158" y="57271"/>
                  </a:cubicBezTo>
                  <a:close/>
                </a:path>
              </a:pathLst>
            </a:custGeom>
            <a:solidFill>
              <a:schemeClr val="bg1"/>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81" name="Graphic 2466">
              <a:extLst>
                <a:ext uri="{FF2B5EF4-FFF2-40B4-BE49-F238E27FC236}">
                  <a16:creationId xmlns:a16="http://schemas.microsoft.com/office/drawing/2014/main" id="{7C20AE9C-447E-48C8-A76A-B338FFC18C1C}"/>
                </a:ext>
              </a:extLst>
            </p:cNvPr>
            <p:cNvSpPr/>
            <p:nvPr/>
          </p:nvSpPr>
          <p:spPr>
            <a:xfrm rot="20630650">
              <a:off x="11748945" y="2133698"/>
              <a:ext cx="181654" cy="316589"/>
            </a:xfrm>
            <a:custGeom>
              <a:avLst/>
              <a:gdLst>
                <a:gd name="connsiteX0" fmla="*/ 0 w 192876"/>
                <a:gd name="connsiteY0" fmla="*/ 336146 h 336146"/>
                <a:gd name="connsiteX1" fmla="*/ 14899 w 192876"/>
                <a:gd name="connsiteY1" fmla="*/ 309356 h 336146"/>
                <a:gd name="connsiteX2" fmla="*/ 36904 w 192876"/>
                <a:gd name="connsiteY2" fmla="*/ 255914 h 336146"/>
                <a:gd name="connsiteX3" fmla="*/ 50026 w 192876"/>
                <a:gd name="connsiteY3" fmla="*/ 223179 h 336146"/>
                <a:gd name="connsiteX4" fmla="*/ 56450 w 192876"/>
                <a:gd name="connsiteY4" fmla="*/ 197209 h 336146"/>
                <a:gd name="connsiteX5" fmla="*/ 59661 w 192876"/>
                <a:gd name="connsiteY5" fmla="*/ 170693 h 336146"/>
                <a:gd name="connsiteX6" fmla="*/ 57338 w 192876"/>
                <a:gd name="connsiteY6" fmla="*/ 130850 h 336146"/>
                <a:gd name="connsiteX7" fmla="*/ 46472 w 192876"/>
                <a:gd name="connsiteY7" fmla="*/ 94288 h 336146"/>
                <a:gd name="connsiteX8" fmla="*/ 43328 w 192876"/>
                <a:gd name="connsiteY8" fmla="*/ 86565 h 336146"/>
                <a:gd name="connsiteX9" fmla="*/ 36016 w 192876"/>
                <a:gd name="connsiteY9" fmla="*/ 71394 h 336146"/>
                <a:gd name="connsiteX10" fmla="*/ 17974 w 192876"/>
                <a:gd name="connsiteY10" fmla="*/ 41461 h 336146"/>
                <a:gd name="connsiteX11" fmla="*/ 6151 w 192876"/>
                <a:gd name="connsiteY11" fmla="*/ 6880 h 336146"/>
                <a:gd name="connsiteX12" fmla="*/ 16334 w 192876"/>
                <a:gd name="connsiteY12" fmla="*/ 593 h 336146"/>
                <a:gd name="connsiteX13" fmla="*/ 175500 w 192876"/>
                <a:gd name="connsiteY13" fmla="*/ 129894 h 336146"/>
                <a:gd name="connsiteX14" fmla="*/ 179873 w 192876"/>
                <a:gd name="connsiteY14" fmla="*/ 134746 h 336146"/>
                <a:gd name="connsiteX15" fmla="*/ 178711 w 192876"/>
                <a:gd name="connsiteY15" fmla="*/ 196252 h 336146"/>
                <a:gd name="connsiteX16" fmla="*/ 125201 w 192876"/>
                <a:gd name="connsiteY16" fmla="*/ 248943 h 336146"/>
                <a:gd name="connsiteX17" fmla="*/ 31984 w 192876"/>
                <a:gd name="connsiteY17" fmla="*/ 320359 h 336146"/>
                <a:gd name="connsiteX18" fmla="*/ 0 w 192876"/>
                <a:gd name="connsiteY18" fmla="*/ 336146 h 336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2876" h="336146">
                  <a:moveTo>
                    <a:pt x="0" y="336146"/>
                  </a:moveTo>
                  <a:cubicBezTo>
                    <a:pt x="4989" y="327193"/>
                    <a:pt x="9910" y="318241"/>
                    <a:pt x="14899" y="309356"/>
                  </a:cubicBezTo>
                  <a:cubicBezTo>
                    <a:pt x="14079" y="288171"/>
                    <a:pt x="31232" y="274434"/>
                    <a:pt x="36904" y="255914"/>
                  </a:cubicBezTo>
                  <a:cubicBezTo>
                    <a:pt x="42576" y="245526"/>
                    <a:pt x="46950" y="234592"/>
                    <a:pt x="50026" y="223179"/>
                  </a:cubicBezTo>
                  <a:cubicBezTo>
                    <a:pt x="52623" y="214636"/>
                    <a:pt x="54399" y="205889"/>
                    <a:pt x="56450" y="197209"/>
                  </a:cubicBezTo>
                  <a:cubicBezTo>
                    <a:pt x="58569" y="188462"/>
                    <a:pt x="60277" y="179714"/>
                    <a:pt x="59661" y="170693"/>
                  </a:cubicBezTo>
                  <a:cubicBezTo>
                    <a:pt x="59252" y="157366"/>
                    <a:pt x="61166" y="143903"/>
                    <a:pt x="57338" y="130850"/>
                  </a:cubicBezTo>
                  <a:cubicBezTo>
                    <a:pt x="54195" y="118549"/>
                    <a:pt x="50982" y="106179"/>
                    <a:pt x="46472" y="94288"/>
                  </a:cubicBezTo>
                  <a:cubicBezTo>
                    <a:pt x="45310" y="91759"/>
                    <a:pt x="44285" y="89162"/>
                    <a:pt x="43328" y="86565"/>
                  </a:cubicBezTo>
                  <a:cubicBezTo>
                    <a:pt x="41141" y="81372"/>
                    <a:pt x="38613" y="76383"/>
                    <a:pt x="36016" y="71394"/>
                  </a:cubicBezTo>
                  <a:cubicBezTo>
                    <a:pt x="30959" y="60869"/>
                    <a:pt x="24330" y="51233"/>
                    <a:pt x="17974" y="41461"/>
                  </a:cubicBezTo>
                  <a:cubicBezTo>
                    <a:pt x="12438" y="30458"/>
                    <a:pt x="5126" y="20138"/>
                    <a:pt x="6151" y="6880"/>
                  </a:cubicBezTo>
                  <a:cubicBezTo>
                    <a:pt x="7859" y="2096"/>
                    <a:pt x="10388" y="-1457"/>
                    <a:pt x="16334" y="593"/>
                  </a:cubicBezTo>
                  <a:cubicBezTo>
                    <a:pt x="75654" y="35925"/>
                    <a:pt x="127865" y="80141"/>
                    <a:pt x="175500" y="129894"/>
                  </a:cubicBezTo>
                  <a:cubicBezTo>
                    <a:pt x="177003" y="131465"/>
                    <a:pt x="178506" y="133037"/>
                    <a:pt x="179873" y="134746"/>
                  </a:cubicBezTo>
                  <a:cubicBezTo>
                    <a:pt x="197163" y="156341"/>
                    <a:pt x="197642" y="175340"/>
                    <a:pt x="178711" y="196252"/>
                  </a:cubicBezTo>
                  <a:cubicBezTo>
                    <a:pt x="161968" y="214773"/>
                    <a:pt x="143858" y="232268"/>
                    <a:pt x="125201" y="248943"/>
                  </a:cubicBezTo>
                  <a:cubicBezTo>
                    <a:pt x="95951" y="275049"/>
                    <a:pt x="64855" y="298900"/>
                    <a:pt x="31984" y="320359"/>
                  </a:cubicBezTo>
                  <a:cubicBezTo>
                    <a:pt x="22006" y="326852"/>
                    <a:pt x="12302" y="334369"/>
                    <a:pt x="0" y="336146"/>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82" name="Graphic 2466">
              <a:extLst>
                <a:ext uri="{FF2B5EF4-FFF2-40B4-BE49-F238E27FC236}">
                  <a16:creationId xmlns:a16="http://schemas.microsoft.com/office/drawing/2014/main" id="{13C94D15-8B67-4AD6-B87B-3541E15A024C}"/>
                </a:ext>
              </a:extLst>
            </p:cNvPr>
            <p:cNvSpPr/>
            <p:nvPr/>
          </p:nvSpPr>
          <p:spPr>
            <a:xfrm rot="20630650">
              <a:off x="9941736" y="2603606"/>
              <a:ext cx="87946" cy="435422"/>
            </a:xfrm>
            <a:custGeom>
              <a:avLst/>
              <a:gdLst>
                <a:gd name="connsiteX0" fmla="*/ 93 w 93378"/>
                <a:gd name="connsiteY0" fmla="*/ 746 h 462320"/>
                <a:gd name="connsiteX1" fmla="*/ 51623 w 93378"/>
                <a:gd name="connsiteY1" fmla="*/ 6282 h 462320"/>
                <a:gd name="connsiteX2" fmla="*/ 78207 w 93378"/>
                <a:gd name="connsiteY2" fmla="*/ 14688 h 462320"/>
                <a:gd name="connsiteX3" fmla="*/ 89142 w 93378"/>
                <a:gd name="connsiteY3" fmla="*/ 54326 h 462320"/>
                <a:gd name="connsiteX4" fmla="*/ 89073 w 93378"/>
                <a:gd name="connsiteY4" fmla="*/ 216977 h 462320"/>
                <a:gd name="connsiteX5" fmla="*/ 93379 w 93378"/>
                <a:gd name="connsiteY5" fmla="*/ 261330 h 462320"/>
                <a:gd name="connsiteX6" fmla="*/ 89278 w 93378"/>
                <a:gd name="connsiteY6" fmla="*/ 401907 h 462320"/>
                <a:gd name="connsiteX7" fmla="*/ 82922 w 93378"/>
                <a:gd name="connsiteY7" fmla="*/ 450087 h 462320"/>
                <a:gd name="connsiteX8" fmla="*/ 44788 w 93378"/>
                <a:gd name="connsiteY8" fmla="*/ 462320 h 462320"/>
                <a:gd name="connsiteX9" fmla="*/ 29480 w 93378"/>
                <a:gd name="connsiteY9" fmla="*/ 456101 h 462320"/>
                <a:gd name="connsiteX10" fmla="*/ 28729 w 93378"/>
                <a:gd name="connsiteY10" fmla="*/ 299122 h 462320"/>
                <a:gd name="connsiteX11" fmla="*/ 28386 w 93378"/>
                <a:gd name="connsiteY11" fmla="*/ 63142 h 462320"/>
                <a:gd name="connsiteX12" fmla="*/ 9183 w 93378"/>
                <a:gd name="connsiteY12" fmla="*/ 14688 h 462320"/>
                <a:gd name="connsiteX13" fmla="*/ 93 w 93378"/>
                <a:gd name="connsiteY13" fmla="*/ 746 h 462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3378" h="462320">
                  <a:moveTo>
                    <a:pt x="93" y="746"/>
                  </a:moveTo>
                  <a:cubicBezTo>
                    <a:pt x="17452" y="815"/>
                    <a:pt x="35221" y="-3081"/>
                    <a:pt x="51623" y="6282"/>
                  </a:cubicBezTo>
                  <a:cubicBezTo>
                    <a:pt x="59208" y="12979"/>
                    <a:pt x="70758" y="7444"/>
                    <a:pt x="78207" y="14688"/>
                  </a:cubicBezTo>
                  <a:cubicBezTo>
                    <a:pt x="89210" y="25896"/>
                    <a:pt x="89073" y="40316"/>
                    <a:pt x="89142" y="54326"/>
                  </a:cubicBezTo>
                  <a:cubicBezTo>
                    <a:pt x="89484" y="108520"/>
                    <a:pt x="89962" y="162783"/>
                    <a:pt x="89073" y="216977"/>
                  </a:cubicBezTo>
                  <a:cubicBezTo>
                    <a:pt x="86203" y="223948"/>
                    <a:pt x="88321" y="245748"/>
                    <a:pt x="93379" y="261330"/>
                  </a:cubicBezTo>
                  <a:cubicBezTo>
                    <a:pt x="85519" y="308007"/>
                    <a:pt x="90987" y="355094"/>
                    <a:pt x="89278" y="401907"/>
                  </a:cubicBezTo>
                  <a:cubicBezTo>
                    <a:pt x="88664" y="418172"/>
                    <a:pt x="91261" y="434847"/>
                    <a:pt x="82922" y="450087"/>
                  </a:cubicBezTo>
                  <a:cubicBezTo>
                    <a:pt x="71783" y="458972"/>
                    <a:pt x="56953" y="456375"/>
                    <a:pt x="44788" y="462320"/>
                  </a:cubicBezTo>
                  <a:cubicBezTo>
                    <a:pt x="38843" y="462252"/>
                    <a:pt x="32692" y="462799"/>
                    <a:pt x="29480" y="456101"/>
                  </a:cubicBezTo>
                  <a:cubicBezTo>
                    <a:pt x="26815" y="403820"/>
                    <a:pt x="29138" y="351471"/>
                    <a:pt x="28729" y="299122"/>
                  </a:cubicBezTo>
                  <a:cubicBezTo>
                    <a:pt x="28181" y="220462"/>
                    <a:pt x="28865" y="141802"/>
                    <a:pt x="28386" y="63142"/>
                  </a:cubicBezTo>
                  <a:cubicBezTo>
                    <a:pt x="28250" y="44826"/>
                    <a:pt x="30232" y="25007"/>
                    <a:pt x="9183" y="14688"/>
                  </a:cubicBezTo>
                  <a:cubicBezTo>
                    <a:pt x="3989" y="11476"/>
                    <a:pt x="-727" y="7922"/>
                    <a:pt x="93" y="746"/>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83" name="Graphic 2466">
              <a:extLst>
                <a:ext uri="{FF2B5EF4-FFF2-40B4-BE49-F238E27FC236}">
                  <a16:creationId xmlns:a16="http://schemas.microsoft.com/office/drawing/2014/main" id="{44F51D8A-891F-458D-B240-D0F530055C3F}"/>
                </a:ext>
              </a:extLst>
            </p:cNvPr>
            <p:cNvSpPr/>
            <p:nvPr/>
          </p:nvSpPr>
          <p:spPr>
            <a:xfrm rot="20630650">
              <a:off x="10769777" y="2630125"/>
              <a:ext cx="1026680" cy="22183"/>
            </a:xfrm>
            <a:custGeom>
              <a:avLst/>
              <a:gdLst>
                <a:gd name="connsiteX0" fmla="*/ 0 w 1090104"/>
                <a:gd name="connsiteY0" fmla="*/ 1138 h 23553"/>
                <a:gd name="connsiteX1" fmla="*/ 101691 w 1090104"/>
                <a:gd name="connsiteY1" fmla="*/ 796 h 23553"/>
                <a:gd name="connsiteX2" fmla="*/ 1052790 w 1090104"/>
                <a:gd name="connsiteY2" fmla="*/ 1001 h 23553"/>
                <a:gd name="connsiteX3" fmla="*/ 1090104 w 1090104"/>
                <a:gd name="connsiteY3" fmla="*/ 7562 h 23553"/>
                <a:gd name="connsiteX4" fmla="*/ 1064203 w 1090104"/>
                <a:gd name="connsiteY4" fmla="*/ 21299 h 23553"/>
                <a:gd name="connsiteX5" fmla="*/ 985679 w 1090104"/>
                <a:gd name="connsiteY5" fmla="*/ 23485 h 23553"/>
                <a:gd name="connsiteX6" fmla="*/ 126499 w 1090104"/>
                <a:gd name="connsiteY6" fmla="*/ 23554 h 23553"/>
                <a:gd name="connsiteX7" fmla="*/ 38886 w 1090104"/>
                <a:gd name="connsiteY7" fmla="*/ 14465 h 23553"/>
                <a:gd name="connsiteX8" fmla="*/ 0 w 1090104"/>
                <a:gd name="connsiteY8" fmla="*/ 1138 h 23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0104" h="23553">
                  <a:moveTo>
                    <a:pt x="0" y="1138"/>
                  </a:moveTo>
                  <a:cubicBezTo>
                    <a:pt x="33897" y="1001"/>
                    <a:pt x="67794" y="796"/>
                    <a:pt x="101691" y="796"/>
                  </a:cubicBezTo>
                  <a:cubicBezTo>
                    <a:pt x="418723" y="796"/>
                    <a:pt x="735757" y="728"/>
                    <a:pt x="1052790" y="1001"/>
                  </a:cubicBezTo>
                  <a:cubicBezTo>
                    <a:pt x="1065297" y="1001"/>
                    <a:pt x="1079306" y="-3783"/>
                    <a:pt x="1090104" y="7562"/>
                  </a:cubicBezTo>
                  <a:cubicBezTo>
                    <a:pt x="1083065" y="15148"/>
                    <a:pt x="1074317" y="19590"/>
                    <a:pt x="1064203" y="21299"/>
                  </a:cubicBezTo>
                  <a:cubicBezTo>
                    <a:pt x="1038096" y="23417"/>
                    <a:pt x="1011854" y="23485"/>
                    <a:pt x="985679" y="23485"/>
                  </a:cubicBezTo>
                  <a:cubicBezTo>
                    <a:pt x="699263" y="23417"/>
                    <a:pt x="412915" y="23349"/>
                    <a:pt x="126499" y="23554"/>
                  </a:cubicBezTo>
                  <a:cubicBezTo>
                    <a:pt x="96907" y="23554"/>
                    <a:pt x="67725" y="20957"/>
                    <a:pt x="38886" y="14465"/>
                  </a:cubicBezTo>
                  <a:cubicBezTo>
                    <a:pt x="24808" y="13371"/>
                    <a:pt x="11823" y="8997"/>
                    <a:pt x="0" y="1138"/>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84" name="Graphic 2466">
              <a:extLst>
                <a:ext uri="{FF2B5EF4-FFF2-40B4-BE49-F238E27FC236}">
                  <a16:creationId xmlns:a16="http://schemas.microsoft.com/office/drawing/2014/main" id="{FF3E2386-9A58-414C-BFC8-7F1CF2164DBB}"/>
                </a:ext>
              </a:extLst>
            </p:cNvPr>
            <p:cNvSpPr/>
            <p:nvPr/>
          </p:nvSpPr>
          <p:spPr>
            <a:xfrm rot="20630650">
              <a:off x="10809703" y="2641102"/>
              <a:ext cx="965598" cy="21304"/>
            </a:xfrm>
            <a:custGeom>
              <a:avLst/>
              <a:gdLst>
                <a:gd name="connsiteX0" fmla="*/ 0 w 1025248"/>
                <a:gd name="connsiteY0" fmla="*/ 478 h 22620"/>
                <a:gd name="connsiteX1" fmla="*/ 32736 w 1025248"/>
                <a:gd name="connsiteY1" fmla="*/ 0 h 22620"/>
                <a:gd name="connsiteX2" fmla="*/ 985065 w 1025248"/>
                <a:gd name="connsiteY2" fmla="*/ 0 h 22620"/>
                <a:gd name="connsiteX3" fmla="*/ 1011239 w 1025248"/>
                <a:gd name="connsiteY3" fmla="*/ 273 h 22620"/>
                <a:gd name="connsiteX4" fmla="*/ 1025249 w 1025248"/>
                <a:gd name="connsiteY4" fmla="*/ 7381 h 22620"/>
                <a:gd name="connsiteX5" fmla="*/ 998938 w 1025248"/>
                <a:gd name="connsiteY5" fmla="*/ 20366 h 22620"/>
                <a:gd name="connsiteX6" fmla="*/ 923695 w 1025248"/>
                <a:gd name="connsiteY6" fmla="*/ 22621 h 22620"/>
                <a:gd name="connsiteX7" fmla="*/ 130462 w 1025248"/>
                <a:gd name="connsiteY7" fmla="*/ 22552 h 22620"/>
                <a:gd name="connsiteX8" fmla="*/ 39638 w 1025248"/>
                <a:gd name="connsiteY8" fmla="*/ 13395 h 22620"/>
                <a:gd name="connsiteX9" fmla="*/ 0 w 1025248"/>
                <a:gd name="connsiteY9" fmla="*/ 478 h 22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5248" h="22620">
                  <a:moveTo>
                    <a:pt x="0" y="478"/>
                  </a:moveTo>
                  <a:cubicBezTo>
                    <a:pt x="10934" y="342"/>
                    <a:pt x="21801" y="0"/>
                    <a:pt x="32736" y="0"/>
                  </a:cubicBezTo>
                  <a:cubicBezTo>
                    <a:pt x="350178" y="0"/>
                    <a:pt x="667622" y="0"/>
                    <a:pt x="985065" y="0"/>
                  </a:cubicBezTo>
                  <a:cubicBezTo>
                    <a:pt x="993812" y="0"/>
                    <a:pt x="1002492" y="68"/>
                    <a:pt x="1011239" y="273"/>
                  </a:cubicBezTo>
                  <a:cubicBezTo>
                    <a:pt x="1016980" y="410"/>
                    <a:pt x="1021695" y="2870"/>
                    <a:pt x="1025249" y="7381"/>
                  </a:cubicBezTo>
                  <a:cubicBezTo>
                    <a:pt x="1017937" y="14693"/>
                    <a:pt x="1009121" y="18930"/>
                    <a:pt x="998938" y="20366"/>
                  </a:cubicBezTo>
                  <a:cubicBezTo>
                    <a:pt x="973925" y="22552"/>
                    <a:pt x="948844" y="22621"/>
                    <a:pt x="923695" y="22621"/>
                  </a:cubicBezTo>
                  <a:cubicBezTo>
                    <a:pt x="659284" y="22552"/>
                    <a:pt x="394873" y="22552"/>
                    <a:pt x="130462" y="22552"/>
                  </a:cubicBezTo>
                  <a:cubicBezTo>
                    <a:pt x="99914" y="22552"/>
                    <a:pt x="69503" y="20502"/>
                    <a:pt x="39638" y="13395"/>
                  </a:cubicBezTo>
                  <a:cubicBezTo>
                    <a:pt x="25423" y="12506"/>
                    <a:pt x="12165" y="8201"/>
                    <a:pt x="0" y="478"/>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85" name="Graphic 2466">
              <a:extLst>
                <a:ext uri="{FF2B5EF4-FFF2-40B4-BE49-F238E27FC236}">
                  <a16:creationId xmlns:a16="http://schemas.microsoft.com/office/drawing/2014/main" id="{2FF45F84-0146-4E76-BBD1-3988CD5421CE}"/>
                </a:ext>
              </a:extLst>
            </p:cNvPr>
            <p:cNvSpPr/>
            <p:nvPr/>
          </p:nvSpPr>
          <p:spPr>
            <a:xfrm rot="20630650">
              <a:off x="10850422" y="2651161"/>
              <a:ext cx="903422" cy="21883"/>
            </a:xfrm>
            <a:custGeom>
              <a:avLst/>
              <a:gdLst>
                <a:gd name="connsiteX0" fmla="*/ 0 w 959231"/>
                <a:gd name="connsiteY0" fmla="*/ 372 h 23235"/>
                <a:gd name="connsiteX1" fmla="*/ 170032 w 959231"/>
                <a:gd name="connsiteY1" fmla="*/ 30 h 23235"/>
                <a:gd name="connsiteX2" fmla="*/ 915698 w 959231"/>
                <a:gd name="connsiteY2" fmla="*/ 30 h 23235"/>
                <a:gd name="connsiteX3" fmla="*/ 945153 w 959231"/>
                <a:gd name="connsiteY3" fmla="*/ 235 h 23235"/>
                <a:gd name="connsiteX4" fmla="*/ 959232 w 959231"/>
                <a:gd name="connsiteY4" fmla="*/ 7274 h 23235"/>
                <a:gd name="connsiteX5" fmla="*/ 932578 w 959231"/>
                <a:gd name="connsiteY5" fmla="*/ 19508 h 23235"/>
                <a:gd name="connsiteX6" fmla="*/ 694137 w 959231"/>
                <a:gd name="connsiteY6" fmla="*/ 22378 h 23235"/>
                <a:gd name="connsiteX7" fmla="*/ 141670 w 959231"/>
                <a:gd name="connsiteY7" fmla="*/ 22720 h 23235"/>
                <a:gd name="connsiteX8" fmla="*/ 44489 w 959231"/>
                <a:gd name="connsiteY8" fmla="*/ 13835 h 23235"/>
                <a:gd name="connsiteX9" fmla="*/ 0 w 959231"/>
                <a:gd name="connsiteY9" fmla="*/ 372 h 23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9231" h="23235">
                  <a:moveTo>
                    <a:pt x="0" y="372"/>
                  </a:moveTo>
                  <a:cubicBezTo>
                    <a:pt x="56654" y="235"/>
                    <a:pt x="113377" y="30"/>
                    <a:pt x="170032" y="30"/>
                  </a:cubicBezTo>
                  <a:cubicBezTo>
                    <a:pt x="418587" y="-38"/>
                    <a:pt x="667143" y="30"/>
                    <a:pt x="915698" y="30"/>
                  </a:cubicBezTo>
                  <a:cubicBezTo>
                    <a:pt x="925539" y="30"/>
                    <a:pt x="935312" y="99"/>
                    <a:pt x="945153" y="235"/>
                  </a:cubicBezTo>
                  <a:cubicBezTo>
                    <a:pt x="950893" y="372"/>
                    <a:pt x="955609" y="2764"/>
                    <a:pt x="959232" y="7274"/>
                  </a:cubicBezTo>
                  <a:cubicBezTo>
                    <a:pt x="951782" y="14450"/>
                    <a:pt x="942830" y="18482"/>
                    <a:pt x="932578" y="19508"/>
                  </a:cubicBezTo>
                  <a:cubicBezTo>
                    <a:pt x="853166" y="25863"/>
                    <a:pt x="773618" y="22104"/>
                    <a:pt x="694137" y="22378"/>
                  </a:cubicBezTo>
                  <a:cubicBezTo>
                    <a:pt x="509959" y="22993"/>
                    <a:pt x="325849" y="22378"/>
                    <a:pt x="141670" y="22720"/>
                  </a:cubicBezTo>
                  <a:cubicBezTo>
                    <a:pt x="108866" y="22788"/>
                    <a:pt x="76541" y="20259"/>
                    <a:pt x="44489" y="13835"/>
                  </a:cubicBezTo>
                  <a:cubicBezTo>
                    <a:pt x="28429" y="13220"/>
                    <a:pt x="13736" y="8300"/>
                    <a:pt x="0" y="372"/>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86" name="Graphic 2466">
              <a:extLst>
                <a:ext uri="{FF2B5EF4-FFF2-40B4-BE49-F238E27FC236}">
                  <a16:creationId xmlns:a16="http://schemas.microsoft.com/office/drawing/2014/main" id="{924CC2FF-0920-43A5-B64A-54B0F6044BE7}"/>
                </a:ext>
              </a:extLst>
            </p:cNvPr>
            <p:cNvSpPr/>
            <p:nvPr/>
          </p:nvSpPr>
          <p:spPr>
            <a:xfrm rot="20630650">
              <a:off x="10895266" y="2660137"/>
              <a:ext cx="836482" cy="22300"/>
            </a:xfrm>
            <a:custGeom>
              <a:avLst/>
              <a:gdLst>
                <a:gd name="connsiteX0" fmla="*/ 0 w 888156"/>
                <a:gd name="connsiteY0" fmla="*/ 1328 h 23677"/>
                <a:gd name="connsiteX1" fmla="*/ 29454 w 888156"/>
                <a:gd name="connsiteY1" fmla="*/ 645 h 23677"/>
                <a:gd name="connsiteX2" fmla="*/ 854055 w 888156"/>
                <a:gd name="connsiteY2" fmla="*/ 782 h 23677"/>
                <a:gd name="connsiteX3" fmla="*/ 888157 w 888156"/>
                <a:gd name="connsiteY3" fmla="*/ 7001 h 23677"/>
                <a:gd name="connsiteX4" fmla="*/ 855490 w 888156"/>
                <a:gd name="connsiteY4" fmla="*/ 20395 h 23677"/>
                <a:gd name="connsiteX5" fmla="*/ 257508 w 888156"/>
                <a:gd name="connsiteY5" fmla="*/ 23061 h 23677"/>
                <a:gd name="connsiteX6" fmla="*/ 61711 w 888156"/>
                <a:gd name="connsiteY6" fmla="*/ 19917 h 23677"/>
                <a:gd name="connsiteX7" fmla="*/ 50094 w 888156"/>
                <a:gd name="connsiteY7" fmla="*/ 20737 h 23677"/>
                <a:gd name="connsiteX8" fmla="*/ 32735 w 888156"/>
                <a:gd name="connsiteY8" fmla="*/ 13288 h 23677"/>
                <a:gd name="connsiteX9" fmla="*/ 0 w 888156"/>
                <a:gd name="connsiteY9" fmla="*/ 1328 h 2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8156" h="23677">
                  <a:moveTo>
                    <a:pt x="0" y="1328"/>
                  </a:moveTo>
                  <a:cubicBezTo>
                    <a:pt x="9841" y="1055"/>
                    <a:pt x="19614" y="645"/>
                    <a:pt x="29454" y="645"/>
                  </a:cubicBezTo>
                  <a:cubicBezTo>
                    <a:pt x="304321" y="577"/>
                    <a:pt x="579188" y="577"/>
                    <a:pt x="854055" y="782"/>
                  </a:cubicBezTo>
                  <a:cubicBezTo>
                    <a:pt x="865604" y="782"/>
                    <a:pt x="878315" y="-3250"/>
                    <a:pt x="888157" y="7001"/>
                  </a:cubicBezTo>
                  <a:cubicBezTo>
                    <a:pt x="878521" y="14450"/>
                    <a:pt x="867586" y="18824"/>
                    <a:pt x="855490" y="20395"/>
                  </a:cubicBezTo>
                  <a:cubicBezTo>
                    <a:pt x="656208" y="26683"/>
                    <a:pt x="456858" y="21762"/>
                    <a:pt x="257508" y="23061"/>
                  </a:cubicBezTo>
                  <a:cubicBezTo>
                    <a:pt x="192243" y="23471"/>
                    <a:pt x="126909" y="25043"/>
                    <a:pt x="61711" y="19917"/>
                  </a:cubicBezTo>
                  <a:cubicBezTo>
                    <a:pt x="57816" y="20190"/>
                    <a:pt x="53920" y="20464"/>
                    <a:pt x="50094" y="20737"/>
                  </a:cubicBezTo>
                  <a:cubicBezTo>
                    <a:pt x="45173" y="16227"/>
                    <a:pt x="38817" y="15270"/>
                    <a:pt x="32735" y="13288"/>
                  </a:cubicBezTo>
                  <a:cubicBezTo>
                    <a:pt x="21595" y="9734"/>
                    <a:pt x="9567" y="8778"/>
                    <a:pt x="0" y="1328"/>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87" name="Graphic 2466">
              <a:extLst>
                <a:ext uri="{FF2B5EF4-FFF2-40B4-BE49-F238E27FC236}">
                  <a16:creationId xmlns:a16="http://schemas.microsoft.com/office/drawing/2014/main" id="{8660295F-4519-441A-9F2A-16CC723BD01C}"/>
                </a:ext>
              </a:extLst>
            </p:cNvPr>
            <p:cNvSpPr/>
            <p:nvPr/>
          </p:nvSpPr>
          <p:spPr>
            <a:xfrm rot="20630650">
              <a:off x="10956220" y="2668093"/>
              <a:ext cx="747595" cy="22530"/>
            </a:xfrm>
            <a:custGeom>
              <a:avLst/>
              <a:gdLst>
                <a:gd name="connsiteX0" fmla="*/ 0 w 793778"/>
                <a:gd name="connsiteY0" fmla="*/ 6930 h 23922"/>
                <a:gd name="connsiteX1" fmla="*/ 11345 w 793778"/>
                <a:gd name="connsiteY1" fmla="*/ 1395 h 23922"/>
                <a:gd name="connsiteX2" fmla="*/ 37451 w 793778"/>
                <a:gd name="connsiteY2" fmla="*/ 780 h 23922"/>
                <a:gd name="connsiteX3" fmla="*/ 756602 w 793778"/>
                <a:gd name="connsiteY3" fmla="*/ 985 h 23922"/>
                <a:gd name="connsiteX4" fmla="*/ 793779 w 793778"/>
                <a:gd name="connsiteY4" fmla="*/ 7477 h 23922"/>
                <a:gd name="connsiteX5" fmla="*/ 760702 w 793778"/>
                <a:gd name="connsiteY5" fmla="*/ 19915 h 23922"/>
                <a:gd name="connsiteX6" fmla="*/ 101008 w 793778"/>
                <a:gd name="connsiteY6" fmla="*/ 23332 h 23922"/>
                <a:gd name="connsiteX7" fmla="*/ 52349 w 793778"/>
                <a:gd name="connsiteY7" fmla="*/ 20462 h 23922"/>
                <a:gd name="connsiteX8" fmla="*/ 0 w 793778"/>
                <a:gd name="connsiteY8" fmla="*/ 6930 h 2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3778" h="23922">
                  <a:moveTo>
                    <a:pt x="0" y="6930"/>
                  </a:moveTo>
                  <a:cubicBezTo>
                    <a:pt x="3759" y="5017"/>
                    <a:pt x="7381" y="1805"/>
                    <a:pt x="11345" y="1395"/>
                  </a:cubicBezTo>
                  <a:cubicBezTo>
                    <a:pt x="19956" y="438"/>
                    <a:pt x="28772" y="780"/>
                    <a:pt x="37451" y="780"/>
                  </a:cubicBezTo>
                  <a:cubicBezTo>
                    <a:pt x="277191" y="780"/>
                    <a:pt x="516862" y="711"/>
                    <a:pt x="756602" y="985"/>
                  </a:cubicBezTo>
                  <a:cubicBezTo>
                    <a:pt x="769108" y="985"/>
                    <a:pt x="783050" y="-3731"/>
                    <a:pt x="793779" y="7477"/>
                  </a:cubicBezTo>
                  <a:cubicBezTo>
                    <a:pt x="783938" y="14721"/>
                    <a:pt x="772798" y="18685"/>
                    <a:pt x="760702" y="19915"/>
                  </a:cubicBezTo>
                  <a:cubicBezTo>
                    <a:pt x="540849" y="27774"/>
                    <a:pt x="320929" y="21282"/>
                    <a:pt x="101008" y="23332"/>
                  </a:cubicBezTo>
                  <a:cubicBezTo>
                    <a:pt x="84811" y="23469"/>
                    <a:pt x="68751" y="18343"/>
                    <a:pt x="52349" y="20462"/>
                  </a:cubicBezTo>
                  <a:cubicBezTo>
                    <a:pt x="34034" y="19300"/>
                    <a:pt x="16676" y="14379"/>
                    <a:pt x="0" y="6930"/>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88" name="Graphic 2466">
              <a:extLst>
                <a:ext uri="{FF2B5EF4-FFF2-40B4-BE49-F238E27FC236}">
                  <a16:creationId xmlns:a16="http://schemas.microsoft.com/office/drawing/2014/main" id="{7B26EF2B-E9C4-4AFA-BA83-0B03EE804470}"/>
                </a:ext>
              </a:extLst>
            </p:cNvPr>
            <p:cNvSpPr/>
            <p:nvPr/>
          </p:nvSpPr>
          <p:spPr>
            <a:xfrm rot="20630650">
              <a:off x="11008651" y="2677566"/>
              <a:ext cx="667139" cy="22613"/>
            </a:xfrm>
            <a:custGeom>
              <a:avLst/>
              <a:gdLst>
                <a:gd name="connsiteX0" fmla="*/ 0 w 708352"/>
                <a:gd name="connsiteY0" fmla="*/ 7128 h 24009"/>
                <a:gd name="connsiteX1" fmla="*/ 11140 w 708352"/>
                <a:gd name="connsiteY1" fmla="*/ 1319 h 24009"/>
                <a:gd name="connsiteX2" fmla="*/ 33965 w 708352"/>
                <a:gd name="connsiteY2" fmla="*/ 636 h 24009"/>
                <a:gd name="connsiteX3" fmla="*/ 674114 w 708352"/>
                <a:gd name="connsiteY3" fmla="*/ 772 h 24009"/>
                <a:gd name="connsiteX4" fmla="*/ 708353 w 708352"/>
                <a:gd name="connsiteY4" fmla="*/ 6581 h 24009"/>
                <a:gd name="connsiteX5" fmla="*/ 668920 w 708352"/>
                <a:gd name="connsiteY5" fmla="*/ 19430 h 24009"/>
                <a:gd name="connsiteX6" fmla="*/ 52690 w 708352"/>
                <a:gd name="connsiteY6" fmla="*/ 19771 h 24009"/>
                <a:gd name="connsiteX7" fmla="*/ 0 w 708352"/>
                <a:gd name="connsiteY7" fmla="*/ 7128 h 24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08352" h="24009">
                  <a:moveTo>
                    <a:pt x="0" y="7128"/>
                  </a:moveTo>
                  <a:cubicBezTo>
                    <a:pt x="3691" y="5078"/>
                    <a:pt x="7245" y="1866"/>
                    <a:pt x="11140" y="1319"/>
                  </a:cubicBezTo>
                  <a:cubicBezTo>
                    <a:pt x="18657" y="294"/>
                    <a:pt x="26311" y="636"/>
                    <a:pt x="33965" y="636"/>
                  </a:cubicBezTo>
                  <a:cubicBezTo>
                    <a:pt x="247326" y="636"/>
                    <a:pt x="460754" y="567"/>
                    <a:pt x="674114" y="772"/>
                  </a:cubicBezTo>
                  <a:cubicBezTo>
                    <a:pt x="685663" y="772"/>
                    <a:pt x="698307" y="-3123"/>
                    <a:pt x="708353" y="6581"/>
                  </a:cubicBezTo>
                  <a:cubicBezTo>
                    <a:pt x="696188" y="13757"/>
                    <a:pt x="683067" y="18199"/>
                    <a:pt x="668920" y="19430"/>
                  </a:cubicBezTo>
                  <a:cubicBezTo>
                    <a:pt x="463488" y="25854"/>
                    <a:pt x="258055" y="25102"/>
                    <a:pt x="52690" y="19771"/>
                  </a:cubicBezTo>
                  <a:cubicBezTo>
                    <a:pt x="34376" y="18678"/>
                    <a:pt x="16744" y="14714"/>
                    <a:pt x="0" y="7128"/>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89" name="Graphic 2466">
              <a:extLst>
                <a:ext uri="{FF2B5EF4-FFF2-40B4-BE49-F238E27FC236}">
                  <a16:creationId xmlns:a16="http://schemas.microsoft.com/office/drawing/2014/main" id="{03BE25CE-3BBF-4688-AC97-5115EFE8C57D}"/>
                </a:ext>
              </a:extLst>
            </p:cNvPr>
            <p:cNvSpPr/>
            <p:nvPr/>
          </p:nvSpPr>
          <p:spPr>
            <a:xfrm rot="20630650">
              <a:off x="11061364" y="2687648"/>
              <a:ext cx="580439" cy="22436"/>
            </a:xfrm>
            <a:custGeom>
              <a:avLst/>
              <a:gdLst>
                <a:gd name="connsiteX0" fmla="*/ 0 w 616296"/>
                <a:gd name="connsiteY0" fmla="*/ 6720 h 23822"/>
                <a:gd name="connsiteX1" fmla="*/ 11481 w 616296"/>
                <a:gd name="connsiteY1" fmla="*/ 1253 h 23822"/>
                <a:gd name="connsiteX2" fmla="*/ 34375 w 616296"/>
                <a:gd name="connsiteY2" fmla="*/ 638 h 23822"/>
                <a:gd name="connsiteX3" fmla="*/ 581785 w 616296"/>
                <a:gd name="connsiteY3" fmla="*/ 774 h 23822"/>
                <a:gd name="connsiteX4" fmla="*/ 616297 w 616296"/>
                <a:gd name="connsiteY4" fmla="*/ 6310 h 23822"/>
                <a:gd name="connsiteX5" fmla="*/ 564016 w 616296"/>
                <a:gd name="connsiteY5" fmla="*/ 19978 h 23822"/>
                <a:gd name="connsiteX6" fmla="*/ 65539 w 616296"/>
                <a:gd name="connsiteY6" fmla="*/ 19978 h 23822"/>
                <a:gd name="connsiteX7" fmla="*/ 0 w 616296"/>
                <a:gd name="connsiteY7" fmla="*/ 6720 h 23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6296" h="23822">
                  <a:moveTo>
                    <a:pt x="0" y="6720"/>
                  </a:moveTo>
                  <a:cubicBezTo>
                    <a:pt x="3827" y="4806"/>
                    <a:pt x="7449" y="1799"/>
                    <a:pt x="11481" y="1253"/>
                  </a:cubicBezTo>
                  <a:cubicBezTo>
                    <a:pt x="18998" y="296"/>
                    <a:pt x="26721" y="638"/>
                    <a:pt x="34375" y="638"/>
                  </a:cubicBezTo>
                  <a:cubicBezTo>
                    <a:pt x="216845" y="638"/>
                    <a:pt x="399315" y="569"/>
                    <a:pt x="581785" y="774"/>
                  </a:cubicBezTo>
                  <a:cubicBezTo>
                    <a:pt x="593403" y="774"/>
                    <a:pt x="606046" y="-3053"/>
                    <a:pt x="616297" y="6310"/>
                  </a:cubicBezTo>
                  <a:cubicBezTo>
                    <a:pt x="599691" y="13896"/>
                    <a:pt x="582400" y="19090"/>
                    <a:pt x="564016" y="19978"/>
                  </a:cubicBezTo>
                  <a:cubicBezTo>
                    <a:pt x="397880" y="25240"/>
                    <a:pt x="231675" y="24967"/>
                    <a:pt x="65539" y="19978"/>
                  </a:cubicBezTo>
                  <a:cubicBezTo>
                    <a:pt x="42917" y="19568"/>
                    <a:pt x="21185" y="14374"/>
                    <a:pt x="0" y="6720"/>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90" name="Graphic 2466">
              <a:extLst>
                <a:ext uri="{FF2B5EF4-FFF2-40B4-BE49-F238E27FC236}">
                  <a16:creationId xmlns:a16="http://schemas.microsoft.com/office/drawing/2014/main" id="{96517870-9D15-4CD2-B5D3-5A0BDE814F94}"/>
                </a:ext>
              </a:extLst>
            </p:cNvPr>
            <p:cNvSpPr/>
            <p:nvPr/>
          </p:nvSpPr>
          <p:spPr>
            <a:xfrm rot="20630650">
              <a:off x="11126265" y="2697851"/>
              <a:ext cx="469475" cy="22203"/>
            </a:xfrm>
            <a:custGeom>
              <a:avLst/>
              <a:gdLst>
                <a:gd name="connsiteX0" fmla="*/ 0 w 498477"/>
                <a:gd name="connsiteY0" fmla="*/ 6853 h 23575"/>
                <a:gd name="connsiteX1" fmla="*/ 11276 w 498477"/>
                <a:gd name="connsiteY1" fmla="*/ 1249 h 23575"/>
                <a:gd name="connsiteX2" fmla="*/ 34034 w 498477"/>
                <a:gd name="connsiteY2" fmla="*/ 634 h 23575"/>
                <a:gd name="connsiteX3" fmla="*/ 464444 w 498477"/>
                <a:gd name="connsiteY3" fmla="*/ 771 h 23575"/>
                <a:gd name="connsiteX4" fmla="*/ 498477 w 498477"/>
                <a:gd name="connsiteY4" fmla="*/ 6853 h 23575"/>
                <a:gd name="connsiteX5" fmla="*/ 432870 w 498477"/>
                <a:gd name="connsiteY5" fmla="*/ 19975 h 23575"/>
                <a:gd name="connsiteX6" fmla="*/ 78729 w 498477"/>
                <a:gd name="connsiteY6" fmla="*/ 19838 h 23575"/>
                <a:gd name="connsiteX7" fmla="*/ 0 w 498477"/>
                <a:gd name="connsiteY7" fmla="*/ 6853 h 23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8477" h="23575">
                  <a:moveTo>
                    <a:pt x="0" y="6853"/>
                  </a:moveTo>
                  <a:cubicBezTo>
                    <a:pt x="3758" y="4871"/>
                    <a:pt x="7312" y="1796"/>
                    <a:pt x="11276" y="1249"/>
                  </a:cubicBezTo>
                  <a:cubicBezTo>
                    <a:pt x="18794" y="224"/>
                    <a:pt x="26448" y="634"/>
                    <a:pt x="34034" y="634"/>
                  </a:cubicBezTo>
                  <a:cubicBezTo>
                    <a:pt x="177481" y="634"/>
                    <a:pt x="320928" y="498"/>
                    <a:pt x="464444" y="771"/>
                  </a:cubicBezTo>
                  <a:cubicBezTo>
                    <a:pt x="475925" y="771"/>
                    <a:pt x="488637" y="-3193"/>
                    <a:pt x="498477" y="6853"/>
                  </a:cubicBezTo>
                  <a:cubicBezTo>
                    <a:pt x="477224" y="14439"/>
                    <a:pt x="455696" y="20248"/>
                    <a:pt x="432870" y="19975"/>
                  </a:cubicBezTo>
                  <a:cubicBezTo>
                    <a:pt x="314846" y="25579"/>
                    <a:pt x="196753" y="23939"/>
                    <a:pt x="78729" y="19838"/>
                  </a:cubicBezTo>
                  <a:cubicBezTo>
                    <a:pt x="51870" y="19496"/>
                    <a:pt x="25628" y="14849"/>
                    <a:pt x="0" y="6853"/>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91" name="Graphic 2466">
              <a:extLst>
                <a:ext uri="{FF2B5EF4-FFF2-40B4-BE49-F238E27FC236}">
                  <a16:creationId xmlns:a16="http://schemas.microsoft.com/office/drawing/2014/main" id="{9868586F-4EE4-4C05-BA84-E7111C898EF4}"/>
                </a:ext>
              </a:extLst>
            </p:cNvPr>
            <p:cNvSpPr/>
            <p:nvPr/>
          </p:nvSpPr>
          <p:spPr>
            <a:xfrm rot="20630650">
              <a:off x="10032322" y="2560592"/>
              <a:ext cx="108395" cy="178754"/>
            </a:xfrm>
            <a:custGeom>
              <a:avLst/>
              <a:gdLst>
                <a:gd name="connsiteX0" fmla="*/ 35543 w 115091"/>
                <a:gd name="connsiteY0" fmla="*/ 1588 h 189796"/>
                <a:gd name="connsiteX1" fmla="*/ 61854 w 115091"/>
                <a:gd name="connsiteY1" fmla="*/ 8081 h 189796"/>
                <a:gd name="connsiteX2" fmla="*/ 65203 w 115091"/>
                <a:gd name="connsiteY2" fmla="*/ 143601 h 189796"/>
                <a:gd name="connsiteX3" fmla="*/ 73062 w 115091"/>
                <a:gd name="connsiteY3" fmla="*/ 148589 h 189796"/>
                <a:gd name="connsiteX4" fmla="*/ 115092 w 115091"/>
                <a:gd name="connsiteY4" fmla="*/ 178113 h 189796"/>
                <a:gd name="connsiteX5" fmla="*/ 107575 w 115091"/>
                <a:gd name="connsiteY5" fmla="*/ 185152 h 189796"/>
                <a:gd name="connsiteX6" fmla="*/ 40600 w 115091"/>
                <a:gd name="connsiteY6" fmla="*/ 188569 h 189796"/>
                <a:gd name="connsiteX7" fmla="*/ 11624 w 115091"/>
                <a:gd name="connsiteY7" fmla="*/ 151733 h 189796"/>
                <a:gd name="connsiteX8" fmla="*/ 10804 w 115091"/>
                <a:gd name="connsiteY8" fmla="*/ 79634 h 189796"/>
                <a:gd name="connsiteX9" fmla="*/ 621 w 115091"/>
                <a:gd name="connsiteY9" fmla="*/ 42319 h 189796"/>
                <a:gd name="connsiteX10" fmla="*/ 6976 w 115091"/>
                <a:gd name="connsiteY10" fmla="*/ 22637 h 189796"/>
                <a:gd name="connsiteX11" fmla="*/ 35543 w 115091"/>
                <a:gd name="connsiteY11" fmla="*/ 1588 h 189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5091" h="189796">
                  <a:moveTo>
                    <a:pt x="35543" y="1588"/>
                  </a:moveTo>
                  <a:cubicBezTo>
                    <a:pt x="44769" y="1998"/>
                    <a:pt x="54337" y="768"/>
                    <a:pt x="61854" y="8081"/>
                  </a:cubicBezTo>
                  <a:cubicBezTo>
                    <a:pt x="57208" y="53391"/>
                    <a:pt x="49963" y="98769"/>
                    <a:pt x="65203" y="143601"/>
                  </a:cubicBezTo>
                  <a:cubicBezTo>
                    <a:pt x="68005" y="144967"/>
                    <a:pt x="70602" y="146676"/>
                    <a:pt x="73062" y="148589"/>
                  </a:cubicBezTo>
                  <a:cubicBezTo>
                    <a:pt x="82493" y="164855"/>
                    <a:pt x="110855" y="154330"/>
                    <a:pt x="115092" y="178113"/>
                  </a:cubicBezTo>
                  <a:cubicBezTo>
                    <a:pt x="113383" y="181325"/>
                    <a:pt x="110855" y="183580"/>
                    <a:pt x="107575" y="185152"/>
                  </a:cubicBezTo>
                  <a:cubicBezTo>
                    <a:pt x="85500" y="191917"/>
                    <a:pt x="63016" y="189594"/>
                    <a:pt x="40600" y="188569"/>
                  </a:cubicBezTo>
                  <a:cubicBezTo>
                    <a:pt x="18253" y="186245"/>
                    <a:pt x="12581" y="170868"/>
                    <a:pt x="11624" y="151733"/>
                  </a:cubicBezTo>
                  <a:cubicBezTo>
                    <a:pt x="10462" y="127745"/>
                    <a:pt x="11624" y="103690"/>
                    <a:pt x="10804" y="79634"/>
                  </a:cubicBezTo>
                  <a:cubicBezTo>
                    <a:pt x="10325" y="66444"/>
                    <a:pt x="8275" y="53596"/>
                    <a:pt x="621" y="42319"/>
                  </a:cubicBezTo>
                  <a:cubicBezTo>
                    <a:pt x="-1907" y="34255"/>
                    <a:pt x="3901" y="28925"/>
                    <a:pt x="6976" y="22637"/>
                  </a:cubicBezTo>
                  <a:cubicBezTo>
                    <a:pt x="14699" y="13343"/>
                    <a:pt x="15587" y="-5587"/>
                    <a:pt x="35543" y="1588"/>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92" name="Graphic 2466">
              <a:extLst>
                <a:ext uri="{FF2B5EF4-FFF2-40B4-BE49-F238E27FC236}">
                  <a16:creationId xmlns:a16="http://schemas.microsoft.com/office/drawing/2014/main" id="{AE69E007-44DF-4810-8302-1A38ED2A89D3}"/>
                </a:ext>
              </a:extLst>
            </p:cNvPr>
            <p:cNvSpPr/>
            <p:nvPr/>
          </p:nvSpPr>
          <p:spPr>
            <a:xfrm rot="20630650">
              <a:off x="11203421" y="2708137"/>
              <a:ext cx="333537" cy="20626"/>
            </a:xfrm>
            <a:custGeom>
              <a:avLst/>
              <a:gdLst>
                <a:gd name="connsiteX0" fmla="*/ 0 w 354141"/>
                <a:gd name="connsiteY0" fmla="*/ 6600 h 21900"/>
                <a:gd name="connsiteX1" fmla="*/ 24260 w 354141"/>
                <a:gd name="connsiteY1" fmla="*/ 450 h 21900"/>
                <a:gd name="connsiteX2" fmla="*/ 138117 w 354141"/>
                <a:gd name="connsiteY2" fmla="*/ 381 h 21900"/>
                <a:gd name="connsiteX3" fmla="*/ 323457 w 354141"/>
                <a:gd name="connsiteY3" fmla="*/ 518 h 21900"/>
                <a:gd name="connsiteX4" fmla="*/ 354142 w 354141"/>
                <a:gd name="connsiteY4" fmla="*/ 6737 h 21900"/>
                <a:gd name="connsiteX5" fmla="*/ 263795 w 354141"/>
                <a:gd name="connsiteY5" fmla="*/ 19449 h 21900"/>
                <a:gd name="connsiteX6" fmla="*/ 28703 w 354141"/>
                <a:gd name="connsiteY6" fmla="*/ 12546 h 21900"/>
                <a:gd name="connsiteX7" fmla="*/ 0 w 354141"/>
                <a:gd name="connsiteY7" fmla="*/ 6600 h 21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4141" h="21900">
                  <a:moveTo>
                    <a:pt x="0" y="6600"/>
                  </a:moveTo>
                  <a:cubicBezTo>
                    <a:pt x="6697" y="-985"/>
                    <a:pt x="15718" y="518"/>
                    <a:pt x="24260" y="450"/>
                  </a:cubicBezTo>
                  <a:cubicBezTo>
                    <a:pt x="62190" y="381"/>
                    <a:pt x="100119" y="381"/>
                    <a:pt x="138117" y="381"/>
                  </a:cubicBezTo>
                  <a:cubicBezTo>
                    <a:pt x="199897" y="381"/>
                    <a:pt x="261676" y="245"/>
                    <a:pt x="323457" y="518"/>
                  </a:cubicBezTo>
                  <a:cubicBezTo>
                    <a:pt x="333913" y="586"/>
                    <a:pt x="345394" y="-2762"/>
                    <a:pt x="354142" y="6737"/>
                  </a:cubicBezTo>
                  <a:cubicBezTo>
                    <a:pt x="324755" y="15963"/>
                    <a:pt x="294138" y="17672"/>
                    <a:pt x="263795" y="19449"/>
                  </a:cubicBezTo>
                  <a:cubicBezTo>
                    <a:pt x="185272" y="24096"/>
                    <a:pt x="106817" y="22319"/>
                    <a:pt x="28703" y="12546"/>
                  </a:cubicBezTo>
                  <a:cubicBezTo>
                    <a:pt x="19067" y="11453"/>
                    <a:pt x="9635" y="8651"/>
                    <a:pt x="0" y="6600"/>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93" name="Graphic 2466">
              <a:extLst>
                <a:ext uri="{FF2B5EF4-FFF2-40B4-BE49-F238E27FC236}">
                  <a16:creationId xmlns:a16="http://schemas.microsoft.com/office/drawing/2014/main" id="{5167A608-82EC-4500-9FD6-61B9E1712417}"/>
                </a:ext>
              </a:extLst>
            </p:cNvPr>
            <p:cNvSpPr/>
            <p:nvPr/>
          </p:nvSpPr>
          <p:spPr>
            <a:xfrm rot="20630650">
              <a:off x="10104822" y="2838586"/>
              <a:ext cx="117989" cy="168210"/>
            </a:xfrm>
            <a:custGeom>
              <a:avLst/>
              <a:gdLst>
                <a:gd name="connsiteX0" fmla="*/ 75662 w 125278"/>
                <a:gd name="connsiteY0" fmla="*/ 168758 h 178601"/>
                <a:gd name="connsiteX1" fmla="*/ 55091 w 125278"/>
                <a:gd name="connsiteY1" fmla="*/ 174909 h 178601"/>
                <a:gd name="connsiteX2" fmla="*/ 7116 w 125278"/>
                <a:gd name="connsiteY2" fmla="*/ 155500 h 178601"/>
                <a:gd name="connsiteX3" fmla="*/ 282 w 125278"/>
                <a:gd name="connsiteY3" fmla="*/ 148119 h 178601"/>
                <a:gd name="connsiteX4" fmla="*/ 2538 w 125278"/>
                <a:gd name="connsiteY4" fmla="*/ 138347 h 178601"/>
                <a:gd name="connsiteX5" fmla="*/ 10943 w 125278"/>
                <a:gd name="connsiteY5" fmla="*/ 131991 h 178601"/>
                <a:gd name="connsiteX6" fmla="*/ 24338 w 125278"/>
                <a:gd name="connsiteY6" fmla="*/ 94677 h 178601"/>
                <a:gd name="connsiteX7" fmla="*/ 24884 w 125278"/>
                <a:gd name="connsiteY7" fmla="*/ 40073 h 178601"/>
                <a:gd name="connsiteX8" fmla="*/ 60627 w 125278"/>
                <a:gd name="connsiteY8" fmla="*/ 708 h 178601"/>
                <a:gd name="connsiteX9" fmla="*/ 108329 w 125278"/>
                <a:gd name="connsiteY9" fmla="*/ 2007 h 178601"/>
                <a:gd name="connsiteX10" fmla="*/ 125277 w 125278"/>
                <a:gd name="connsiteY10" fmla="*/ 13351 h 178601"/>
                <a:gd name="connsiteX11" fmla="*/ 108739 w 125278"/>
                <a:gd name="connsiteY11" fmla="*/ 23808 h 178601"/>
                <a:gd name="connsiteX12" fmla="*/ 86733 w 125278"/>
                <a:gd name="connsiteY12" fmla="*/ 26473 h 178601"/>
                <a:gd name="connsiteX13" fmla="*/ 80788 w 125278"/>
                <a:gd name="connsiteY13" fmla="*/ 26678 h 178601"/>
                <a:gd name="connsiteX14" fmla="*/ 74842 w 125278"/>
                <a:gd name="connsiteY14" fmla="*/ 25789 h 178601"/>
                <a:gd name="connsiteX15" fmla="*/ 79694 w 125278"/>
                <a:gd name="connsiteY15" fmla="*/ 26746 h 178601"/>
                <a:gd name="connsiteX16" fmla="*/ 108192 w 125278"/>
                <a:gd name="connsiteY16" fmla="*/ 32692 h 178601"/>
                <a:gd name="connsiteX17" fmla="*/ 103955 w 125278"/>
                <a:gd name="connsiteY17" fmla="*/ 40688 h 178601"/>
                <a:gd name="connsiteX18" fmla="*/ 80514 w 125278"/>
                <a:gd name="connsiteY18" fmla="*/ 46770 h 178601"/>
                <a:gd name="connsiteX19" fmla="*/ 71767 w 125278"/>
                <a:gd name="connsiteY19" fmla="*/ 55244 h 178601"/>
                <a:gd name="connsiteX20" fmla="*/ 75662 w 125278"/>
                <a:gd name="connsiteY20" fmla="*/ 168758 h 178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5278" h="178601">
                  <a:moveTo>
                    <a:pt x="75662" y="168758"/>
                  </a:moveTo>
                  <a:cubicBezTo>
                    <a:pt x="69990" y="174704"/>
                    <a:pt x="62472" y="174704"/>
                    <a:pt x="55091" y="174909"/>
                  </a:cubicBezTo>
                  <a:cubicBezTo>
                    <a:pt x="31582" y="187005"/>
                    <a:pt x="21331" y="166435"/>
                    <a:pt x="7116" y="155500"/>
                  </a:cubicBezTo>
                  <a:cubicBezTo>
                    <a:pt x="4314" y="153518"/>
                    <a:pt x="2059" y="151058"/>
                    <a:pt x="282" y="148119"/>
                  </a:cubicBezTo>
                  <a:cubicBezTo>
                    <a:pt x="-470" y="144497"/>
                    <a:pt x="282" y="141285"/>
                    <a:pt x="2538" y="138347"/>
                  </a:cubicBezTo>
                  <a:cubicBezTo>
                    <a:pt x="4998" y="135750"/>
                    <a:pt x="7868" y="133700"/>
                    <a:pt x="10943" y="131991"/>
                  </a:cubicBezTo>
                  <a:cubicBezTo>
                    <a:pt x="25568" y="123243"/>
                    <a:pt x="23586" y="108208"/>
                    <a:pt x="24338" y="94677"/>
                  </a:cubicBezTo>
                  <a:cubicBezTo>
                    <a:pt x="25363" y="76498"/>
                    <a:pt x="24680" y="58251"/>
                    <a:pt x="24884" y="40073"/>
                  </a:cubicBezTo>
                  <a:cubicBezTo>
                    <a:pt x="25226" y="16153"/>
                    <a:pt x="34315" y="845"/>
                    <a:pt x="60627" y="708"/>
                  </a:cubicBezTo>
                  <a:cubicBezTo>
                    <a:pt x="76550" y="-248"/>
                    <a:pt x="92542" y="-590"/>
                    <a:pt x="108329" y="2007"/>
                  </a:cubicBezTo>
                  <a:cubicBezTo>
                    <a:pt x="115436" y="3169"/>
                    <a:pt x="125141" y="4399"/>
                    <a:pt x="125277" y="13351"/>
                  </a:cubicBezTo>
                  <a:cubicBezTo>
                    <a:pt x="125414" y="22577"/>
                    <a:pt x="116120" y="23739"/>
                    <a:pt x="108739" y="23808"/>
                  </a:cubicBezTo>
                  <a:cubicBezTo>
                    <a:pt x="101221" y="23944"/>
                    <a:pt x="93978" y="25584"/>
                    <a:pt x="86733" y="26473"/>
                  </a:cubicBezTo>
                  <a:cubicBezTo>
                    <a:pt x="84819" y="26541"/>
                    <a:pt x="82770" y="26541"/>
                    <a:pt x="80788" y="26678"/>
                  </a:cubicBezTo>
                  <a:cubicBezTo>
                    <a:pt x="78737" y="26883"/>
                    <a:pt x="76756" y="26678"/>
                    <a:pt x="74842" y="25789"/>
                  </a:cubicBezTo>
                  <a:cubicBezTo>
                    <a:pt x="75799" y="29138"/>
                    <a:pt x="78259" y="25311"/>
                    <a:pt x="79694" y="26746"/>
                  </a:cubicBezTo>
                  <a:cubicBezTo>
                    <a:pt x="89262" y="28660"/>
                    <a:pt x="100948" y="19980"/>
                    <a:pt x="108192" y="32692"/>
                  </a:cubicBezTo>
                  <a:cubicBezTo>
                    <a:pt x="108192" y="36109"/>
                    <a:pt x="106757" y="38774"/>
                    <a:pt x="103955" y="40688"/>
                  </a:cubicBezTo>
                  <a:cubicBezTo>
                    <a:pt x="96642" y="44788"/>
                    <a:pt x="88510" y="45540"/>
                    <a:pt x="80514" y="46770"/>
                  </a:cubicBezTo>
                  <a:cubicBezTo>
                    <a:pt x="76345" y="48342"/>
                    <a:pt x="71834" y="50324"/>
                    <a:pt x="71767" y="55244"/>
                  </a:cubicBezTo>
                  <a:cubicBezTo>
                    <a:pt x="71493" y="93242"/>
                    <a:pt x="66299" y="131239"/>
                    <a:pt x="75662" y="168758"/>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94" name="Graphic 2466">
              <a:extLst>
                <a:ext uri="{FF2B5EF4-FFF2-40B4-BE49-F238E27FC236}">
                  <a16:creationId xmlns:a16="http://schemas.microsoft.com/office/drawing/2014/main" id="{40BB69F4-430A-4550-9482-52E44331FD7C}"/>
                </a:ext>
              </a:extLst>
            </p:cNvPr>
            <p:cNvSpPr/>
            <p:nvPr/>
          </p:nvSpPr>
          <p:spPr>
            <a:xfrm rot="20630650">
              <a:off x="10214114" y="2834692"/>
              <a:ext cx="68205" cy="114731"/>
            </a:xfrm>
            <a:custGeom>
              <a:avLst/>
              <a:gdLst>
                <a:gd name="connsiteX0" fmla="*/ 57848 w 72418"/>
                <a:gd name="connsiteY0" fmla="*/ 106560 h 121818"/>
                <a:gd name="connsiteX1" fmla="*/ 26753 w 72418"/>
                <a:gd name="connsiteY1" fmla="*/ 120569 h 121818"/>
                <a:gd name="connsiteX2" fmla="*/ 2082 w 72418"/>
                <a:gd name="connsiteY2" fmla="*/ 96240 h 121818"/>
                <a:gd name="connsiteX3" fmla="*/ 5636 w 72418"/>
                <a:gd name="connsiteY3" fmla="*/ 18878 h 121818"/>
                <a:gd name="connsiteX4" fmla="*/ 52107 w 72418"/>
                <a:gd name="connsiteY4" fmla="*/ 631 h 121818"/>
                <a:gd name="connsiteX5" fmla="*/ 64955 w 72418"/>
                <a:gd name="connsiteY5" fmla="*/ 8764 h 121818"/>
                <a:gd name="connsiteX6" fmla="*/ 72268 w 72418"/>
                <a:gd name="connsiteY6" fmla="*/ 24551 h 121818"/>
                <a:gd name="connsiteX7" fmla="*/ 57848 w 72418"/>
                <a:gd name="connsiteY7" fmla="*/ 106560 h 12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418" h="121818">
                  <a:moveTo>
                    <a:pt x="57848" y="106560"/>
                  </a:moveTo>
                  <a:cubicBezTo>
                    <a:pt x="49169" y="114965"/>
                    <a:pt x="38507" y="118998"/>
                    <a:pt x="26753" y="120569"/>
                  </a:cubicBezTo>
                  <a:cubicBezTo>
                    <a:pt x="4679" y="126583"/>
                    <a:pt x="3243" y="109635"/>
                    <a:pt x="2082" y="96240"/>
                  </a:cubicBezTo>
                  <a:cubicBezTo>
                    <a:pt x="-106" y="70476"/>
                    <a:pt x="-2429" y="44369"/>
                    <a:pt x="5636" y="18878"/>
                  </a:cubicBezTo>
                  <a:cubicBezTo>
                    <a:pt x="16502" y="1041"/>
                    <a:pt x="33450" y="-1487"/>
                    <a:pt x="52107" y="631"/>
                  </a:cubicBezTo>
                  <a:cubicBezTo>
                    <a:pt x="57301" y="1930"/>
                    <a:pt x="61880" y="4253"/>
                    <a:pt x="64955" y="8764"/>
                  </a:cubicBezTo>
                  <a:cubicBezTo>
                    <a:pt x="53269" y="20518"/>
                    <a:pt x="74386" y="17170"/>
                    <a:pt x="72268" y="24551"/>
                  </a:cubicBezTo>
                  <a:cubicBezTo>
                    <a:pt x="46093" y="48196"/>
                    <a:pt x="53337" y="77583"/>
                    <a:pt x="57848" y="106560"/>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95" name="Graphic 2466">
              <a:extLst>
                <a:ext uri="{FF2B5EF4-FFF2-40B4-BE49-F238E27FC236}">
                  <a16:creationId xmlns:a16="http://schemas.microsoft.com/office/drawing/2014/main" id="{B4B75360-AE48-4F89-92EB-8BB2EEDD8558}"/>
                </a:ext>
              </a:extLst>
            </p:cNvPr>
            <p:cNvSpPr/>
            <p:nvPr/>
          </p:nvSpPr>
          <p:spPr>
            <a:xfrm rot="20630650">
              <a:off x="10081708" y="2563834"/>
              <a:ext cx="67246" cy="140141"/>
            </a:xfrm>
            <a:custGeom>
              <a:avLst/>
              <a:gdLst>
                <a:gd name="connsiteX0" fmla="*/ 18933 w 71400"/>
                <a:gd name="connsiteY0" fmla="*/ 141157 h 148798"/>
                <a:gd name="connsiteX1" fmla="*/ 11757 w 71400"/>
                <a:gd name="connsiteY1" fmla="*/ 139653 h 148798"/>
                <a:gd name="connsiteX2" fmla="*/ 4717 w 71400"/>
                <a:gd name="connsiteY2" fmla="*/ 13496 h 148798"/>
                <a:gd name="connsiteX3" fmla="*/ 26108 w 71400"/>
                <a:gd name="connsiteY3" fmla="*/ 1810 h 148798"/>
                <a:gd name="connsiteX4" fmla="*/ 45654 w 71400"/>
                <a:gd name="connsiteY4" fmla="*/ 8029 h 148798"/>
                <a:gd name="connsiteX5" fmla="*/ 47704 w 71400"/>
                <a:gd name="connsiteY5" fmla="*/ 94822 h 148798"/>
                <a:gd name="connsiteX6" fmla="*/ 65883 w 71400"/>
                <a:gd name="connsiteY6" fmla="*/ 128719 h 148798"/>
                <a:gd name="connsiteX7" fmla="*/ 69026 w 71400"/>
                <a:gd name="connsiteY7" fmla="*/ 142934 h 148798"/>
                <a:gd name="connsiteX8" fmla="*/ 18933 w 71400"/>
                <a:gd name="connsiteY8" fmla="*/ 141157 h 148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400" h="148798">
                  <a:moveTo>
                    <a:pt x="18933" y="141157"/>
                  </a:moveTo>
                  <a:cubicBezTo>
                    <a:pt x="16541" y="140679"/>
                    <a:pt x="14148" y="140132"/>
                    <a:pt x="11757" y="139653"/>
                  </a:cubicBezTo>
                  <a:cubicBezTo>
                    <a:pt x="-8472" y="98649"/>
                    <a:pt x="3214" y="55663"/>
                    <a:pt x="4717" y="13496"/>
                  </a:cubicBezTo>
                  <a:cubicBezTo>
                    <a:pt x="5059" y="3245"/>
                    <a:pt x="13944" y="-3384"/>
                    <a:pt x="26108" y="1810"/>
                  </a:cubicBezTo>
                  <a:cubicBezTo>
                    <a:pt x="33216" y="1947"/>
                    <a:pt x="40323" y="2220"/>
                    <a:pt x="45654" y="8029"/>
                  </a:cubicBezTo>
                  <a:cubicBezTo>
                    <a:pt x="50164" y="36869"/>
                    <a:pt x="46269" y="65914"/>
                    <a:pt x="47704" y="94822"/>
                  </a:cubicBezTo>
                  <a:cubicBezTo>
                    <a:pt x="48387" y="109037"/>
                    <a:pt x="49139" y="123115"/>
                    <a:pt x="65883" y="128719"/>
                  </a:cubicBezTo>
                  <a:cubicBezTo>
                    <a:pt x="70120" y="132751"/>
                    <a:pt x="74083" y="136851"/>
                    <a:pt x="69026" y="142934"/>
                  </a:cubicBezTo>
                  <a:cubicBezTo>
                    <a:pt x="51941" y="152775"/>
                    <a:pt x="35335" y="148879"/>
                    <a:pt x="18933" y="141157"/>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96" name="Graphic 2466">
              <a:extLst>
                <a:ext uri="{FF2B5EF4-FFF2-40B4-BE49-F238E27FC236}">
                  <a16:creationId xmlns:a16="http://schemas.microsoft.com/office/drawing/2014/main" id="{3DA04BEE-195B-4FE9-8955-A9B45E704757}"/>
                </a:ext>
              </a:extLst>
            </p:cNvPr>
            <p:cNvSpPr/>
            <p:nvPr/>
          </p:nvSpPr>
          <p:spPr>
            <a:xfrm rot="20630650">
              <a:off x="10315519" y="2763624"/>
              <a:ext cx="85568" cy="88881"/>
            </a:xfrm>
            <a:custGeom>
              <a:avLst/>
              <a:gdLst>
                <a:gd name="connsiteX0" fmla="*/ 87369 w 90854"/>
                <a:gd name="connsiteY0" fmla="*/ 34506 h 94372"/>
                <a:gd name="connsiteX1" fmla="*/ 34952 w 90854"/>
                <a:gd name="connsiteY1" fmla="*/ 80363 h 94372"/>
                <a:gd name="connsiteX2" fmla="*/ 27844 w 90854"/>
                <a:gd name="connsiteY2" fmla="*/ 85899 h 94372"/>
                <a:gd name="connsiteX3" fmla="*/ 27161 w 90854"/>
                <a:gd name="connsiteY3" fmla="*/ 86377 h 94372"/>
                <a:gd name="connsiteX4" fmla="*/ 15474 w 90854"/>
                <a:gd name="connsiteY4" fmla="*/ 94373 h 94372"/>
                <a:gd name="connsiteX5" fmla="*/ 15679 w 90854"/>
                <a:gd name="connsiteY5" fmla="*/ 94305 h 94372"/>
                <a:gd name="connsiteX6" fmla="*/ 1123 w 90854"/>
                <a:gd name="connsiteY6" fmla="*/ 56854 h 94372"/>
                <a:gd name="connsiteX7" fmla="*/ 4745 w 90854"/>
                <a:gd name="connsiteY7" fmla="*/ 47491 h 94372"/>
                <a:gd name="connsiteX8" fmla="*/ 18276 w 90854"/>
                <a:gd name="connsiteY8" fmla="*/ 33140 h 94372"/>
                <a:gd name="connsiteX9" fmla="*/ 86139 w 90854"/>
                <a:gd name="connsiteY9" fmla="*/ 131 h 94372"/>
                <a:gd name="connsiteX10" fmla="*/ 87369 w 90854"/>
                <a:gd name="connsiteY10" fmla="*/ 34506 h 94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0854" h="94372">
                  <a:moveTo>
                    <a:pt x="87369" y="34506"/>
                  </a:moveTo>
                  <a:cubicBezTo>
                    <a:pt x="72129" y="52412"/>
                    <a:pt x="54975" y="68062"/>
                    <a:pt x="34952" y="80363"/>
                  </a:cubicBezTo>
                  <a:cubicBezTo>
                    <a:pt x="32764" y="82413"/>
                    <a:pt x="30373" y="84259"/>
                    <a:pt x="27844" y="85899"/>
                  </a:cubicBezTo>
                  <a:lnTo>
                    <a:pt x="27161" y="86377"/>
                  </a:lnTo>
                  <a:cubicBezTo>
                    <a:pt x="24564" y="90956"/>
                    <a:pt x="17661" y="89247"/>
                    <a:pt x="15474" y="94373"/>
                  </a:cubicBezTo>
                  <a:lnTo>
                    <a:pt x="15679" y="94305"/>
                  </a:lnTo>
                  <a:cubicBezTo>
                    <a:pt x="-6804" y="88632"/>
                    <a:pt x="1670" y="71000"/>
                    <a:pt x="1123" y="56854"/>
                  </a:cubicBezTo>
                  <a:cubicBezTo>
                    <a:pt x="1806" y="53573"/>
                    <a:pt x="3036" y="50430"/>
                    <a:pt x="4745" y="47491"/>
                  </a:cubicBezTo>
                  <a:cubicBezTo>
                    <a:pt x="8504" y="42024"/>
                    <a:pt x="13424" y="37582"/>
                    <a:pt x="18276" y="33140"/>
                  </a:cubicBezTo>
                  <a:cubicBezTo>
                    <a:pt x="40829" y="22137"/>
                    <a:pt x="57094" y="-1988"/>
                    <a:pt x="86139" y="131"/>
                  </a:cubicBezTo>
                  <a:cubicBezTo>
                    <a:pt x="92836" y="11407"/>
                    <a:pt x="91606" y="22888"/>
                    <a:pt x="87369" y="34506"/>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97" name="Graphic 2466">
              <a:extLst>
                <a:ext uri="{FF2B5EF4-FFF2-40B4-BE49-F238E27FC236}">
                  <a16:creationId xmlns:a16="http://schemas.microsoft.com/office/drawing/2014/main" id="{1B6B36F3-A91A-4C64-93B0-C75EA2417201}"/>
                </a:ext>
              </a:extLst>
            </p:cNvPr>
            <p:cNvSpPr/>
            <p:nvPr/>
          </p:nvSpPr>
          <p:spPr>
            <a:xfrm rot="20630650">
              <a:off x="10461883" y="2533843"/>
              <a:ext cx="132283" cy="36045"/>
            </a:xfrm>
            <a:custGeom>
              <a:avLst/>
              <a:gdLst>
                <a:gd name="connsiteX0" fmla="*/ 132787 w 140454"/>
                <a:gd name="connsiteY0" fmla="*/ 0 h 38272"/>
                <a:gd name="connsiteX1" fmla="*/ 138528 w 140454"/>
                <a:gd name="connsiteY1" fmla="*/ 1845 h 38272"/>
                <a:gd name="connsiteX2" fmla="*/ 127320 w 140454"/>
                <a:gd name="connsiteY2" fmla="*/ 33077 h 38272"/>
                <a:gd name="connsiteX3" fmla="*/ 548 w 140454"/>
                <a:gd name="connsiteY3" fmla="*/ 27063 h 38272"/>
                <a:gd name="connsiteX4" fmla="*/ 138 w 140454"/>
                <a:gd name="connsiteY4" fmla="*/ 10798 h 38272"/>
                <a:gd name="connsiteX5" fmla="*/ 8475 w 140454"/>
                <a:gd name="connsiteY5" fmla="*/ 2255 h 38272"/>
                <a:gd name="connsiteX6" fmla="*/ 34650 w 140454"/>
                <a:gd name="connsiteY6" fmla="*/ 1435 h 38272"/>
                <a:gd name="connsiteX7" fmla="*/ 132787 w 140454"/>
                <a:gd name="connsiteY7" fmla="*/ 0 h 38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0454" h="38272">
                  <a:moveTo>
                    <a:pt x="132787" y="0"/>
                  </a:moveTo>
                  <a:cubicBezTo>
                    <a:pt x="134770" y="478"/>
                    <a:pt x="136683" y="1093"/>
                    <a:pt x="138528" y="1845"/>
                  </a:cubicBezTo>
                  <a:cubicBezTo>
                    <a:pt x="143039" y="15240"/>
                    <a:pt x="139758" y="25765"/>
                    <a:pt x="127320" y="33077"/>
                  </a:cubicBezTo>
                  <a:cubicBezTo>
                    <a:pt x="84812" y="36699"/>
                    <a:pt x="42031" y="45242"/>
                    <a:pt x="548" y="27063"/>
                  </a:cubicBezTo>
                  <a:cubicBezTo>
                    <a:pt x="343" y="21664"/>
                    <a:pt x="-272" y="16197"/>
                    <a:pt x="138" y="10798"/>
                  </a:cubicBezTo>
                  <a:cubicBezTo>
                    <a:pt x="480" y="6082"/>
                    <a:pt x="3692" y="2597"/>
                    <a:pt x="8475" y="2255"/>
                  </a:cubicBezTo>
                  <a:cubicBezTo>
                    <a:pt x="17155" y="1572"/>
                    <a:pt x="25902" y="1572"/>
                    <a:pt x="34650" y="1435"/>
                  </a:cubicBezTo>
                  <a:cubicBezTo>
                    <a:pt x="67385" y="957"/>
                    <a:pt x="100052" y="478"/>
                    <a:pt x="132787" y="0"/>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98" name="Graphic 2466">
              <a:extLst>
                <a:ext uri="{FF2B5EF4-FFF2-40B4-BE49-F238E27FC236}">
                  <a16:creationId xmlns:a16="http://schemas.microsoft.com/office/drawing/2014/main" id="{DAF73A57-5B5C-47B1-B175-1314C3783D28}"/>
                </a:ext>
              </a:extLst>
            </p:cNvPr>
            <p:cNvSpPr/>
            <p:nvPr/>
          </p:nvSpPr>
          <p:spPr>
            <a:xfrm rot="20630650">
              <a:off x="10130781" y="2569650"/>
              <a:ext cx="56101" cy="121710"/>
            </a:xfrm>
            <a:custGeom>
              <a:avLst/>
              <a:gdLst>
                <a:gd name="connsiteX0" fmla="*/ 19179 w 59567"/>
                <a:gd name="connsiteY0" fmla="*/ 120482 h 129229"/>
                <a:gd name="connsiteX1" fmla="*/ 12549 w 59567"/>
                <a:gd name="connsiteY1" fmla="*/ 114673 h 129229"/>
                <a:gd name="connsiteX2" fmla="*/ 5442 w 59567"/>
                <a:gd name="connsiteY2" fmla="*/ 14895 h 129229"/>
                <a:gd name="connsiteX3" fmla="*/ 32299 w 59567"/>
                <a:gd name="connsiteY3" fmla="*/ 3072 h 129229"/>
                <a:gd name="connsiteX4" fmla="*/ 59567 w 59567"/>
                <a:gd name="connsiteY4" fmla="*/ 15647 h 129229"/>
                <a:gd name="connsiteX5" fmla="*/ 53690 w 59567"/>
                <a:gd name="connsiteY5" fmla="*/ 102918 h 129229"/>
                <a:gd name="connsiteX6" fmla="*/ 37904 w 59567"/>
                <a:gd name="connsiteY6" fmla="*/ 129230 h 129229"/>
                <a:gd name="connsiteX7" fmla="*/ 19179 w 59567"/>
                <a:gd name="connsiteY7" fmla="*/ 120482 h 129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567" h="129229">
                  <a:moveTo>
                    <a:pt x="19179" y="120482"/>
                  </a:moveTo>
                  <a:cubicBezTo>
                    <a:pt x="16991" y="118568"/>
                    <a:pt x="14805" y="116586"/>
                    <a:pt x="12549" y="114673"/>
                  </a:cubicBezTo>
                  <a:cubicBezTo>
                    <a:pt x="-6518" y="82621"/>
                    <a:pt x="521" y="48451"/>
                    <a:pt x="5442" y="14895"/>
                  </a:cubicBezTo>
                  <a:cubicBezTo>
                    <a:pt x="7560" y="612"/>
                    <a:pt x="18700" y="-3557"/>
                    <a:pt x="32299" y="3072"/>
                  </a:cubicBezTo>
                  <a:cubicBezTo>
                    <a:pt x="42619" y="4644"/>
                    <a:pt x="51982" y="8266"/>
                    <a:pt x="59567" y="15647"/>
                  </a:cubicBezTo>
                  <a:cubicBezTo>
                    <a:pt x="45490" y="43940"/>
                    <a:pt x="43918" y="73053"/>
                    <a:pt x="53690" y="102918"/>
                  </a:cubicBezTo>
                  <a:cubicBezTo>
                    <a:pt x="64352" y="121234"/>
                    <a:pt x="56013" y="128204"/>
                    <a:pt x="37904" y="129230"/>
                  </a:cubicBezTo>
                  <a:cubicBezTo>
                    <a:pt x="30591" y="128751"/>
                    <a:pt x="23688" y="127179"/>
                    <a:pt x="19179" y="120482"/>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99" name="Graphic 2466">
              <a:extLst>
                <a:ext uri="{FF2B5EF4-FFF2-40B4-BE49-F238E27FC236}">
                  <a16:creationId xmlns:a16="http://schemas.microsoft.com/office/drawing/2014/main" id="{E9E5B43D-105E-4365-9A30-FAA2FB95B1ED}"/>
                </a:ext>
              </a:extLst>
            </p:cNvPr>
            <p:cNvSpPr/>
            <p:nvPr/>
          </p:nvSpPr>
          <p:spPr>
            <a:xfrm rot="20630650">
              <a:off x="10114720" y="2565073"/>
              <a:ext cx="43950" cy="118495"/>
            </a:xfrm>
            <a:custGeom>
              <a:avLst/>
              <a:gdLst>
                <a:gd name="connsiteX0" fmla="*/ 46666 w 46665"/>
                <a:gd name="connsiteY0" fmla="*/ 14215 h 125815"/>
                <a:gd name="connsiteX1" fmla="*/ 27052 w 46665"/>
                <a:gd name="connsiteY1" fmla="*/ 32735 h 125815"/>
                <a:gd name="connsiteX2" fmla="*/ 26847 w 46665"/>
                <a:gd name="connsiteY2" fmla="*/ 125815 h 125815"/>
                <a:gd name="connsiteX3" fmla="*/ 10787 w 46665"/>
                <a:gd name="connsiteY3" fmla="*/ 124790 h 125815"/>
                <a:gd name="connsiteX4" fmla="*/ 1970 w 46665"/>
                <a:gd name="connsiteY4" fmla="*/ 116658 h 125815"/>
                <a:gd name="connsiteX5" fmla="*/ 4158 w 46665"/>
                <a:gd name="connsiteY5" fmla="*/ 4579 h 125815"/>
                <a:gd name="connsiteX6" fmla="*/ 8532 w 46665"/>
                <a:gd name="connsiteY6" fmla="*/ 0 h 125815"/>
                <a:gd name="connsiteX7" fmla="*/ 46666 w 46665"/>
                <a:gd name="connsiteY7" fmla="*/ 14215 h 125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665" h="125815">
                  <a:moveTo>
                    <a:pt x="46666" y="14215"/>
                  </a:moveTo>
                  <a:cubicBezTo>
                    <a:pt x="27735" y="18315"/>
                    <a:pt x="27257" y="18315"/>
                    <a:pt x="27052" y="32735"/>
                  </a:cubicBezTo>
                  <a:cubicBezTo>
                    <a:pt x="26710" y="63762"/>
                    <a:pt x="26915" y="94789"/>
                    <a:pt x="26847" y="125815"/>
                  </a:cubicBezTo>
                  <a:cubicBezTo>
                    <a:pt x="21517" y="125542"/>
                    <a:pt x="16049" y="125610"/>
                    <a:pt x="10787" y="124790"/>
                  </a:cubicBezTo>
                  <a:cubicBezTo>
                    <a:pt x="6344" y="124107"/>
                    <a:pt x="2107" y="121168"/>
                    <a:pt x="1970" y="116658"/>
                  </a:cubicBezTo>
                  <a:cubicBezTo>
                    <a:pt x="1082" y="79275"/>
                    <a:pt x="-3018" y="41825"/>
                    <a:pt x="4158" y="4579"/>
                  </a:cubicBezTo>
                  <a:cubicBezTo>
                    <a:pt x="4499" y="2802"/>
                    <a:pt x="7028" y="1504"/>
                    <a:pt x="8532" y="0"/>
                  </a:cubicBezTo>
                  <a:cubicBezTo>
                    <a:pt x="22337" y="1914"/>
                    <a:pt x="35389" y="5672"/>
                    <a:pt x="46666" y="14215"/>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00" name="Graphic 2466">
              <a:extLst>
                <a:ext uri="{FF2B5EF4-FFF2-40B4-BE49-F238E27FC236}">
                  <a16:creationId xmlns:a16="http://schemas.microsoft.com/office/drawing/2014/main" id="{69FCE6E5-EE7E-4687-84C9-648D4B34BD67}"/>
                </a:ext>
              </a:extLst>
            </p:cNvPr>
            <p:cNvSpPr/>
            <p:nvPr/>
          </p:nvSpPr>
          <p:spPr>
            <a:xfrm rot="20630650">
              <a:off x="10172074" y="2864803"/>
              <a:ext cx="46509" cy="119621"/>
            </a:xfrm>
            <a:custGeom>
              <a:avLst/>
              <a:gdLst>
                <a:gd name="connsiteX0" fmla="*/ 11476 w 49382"/>
                <a:gd name="connsiteY0" fmla="*/ 0 h 127010"/>
                <a:gd name="connsiteX1" fmla="*/ 37718 w 49382"/>
                <a:gd name="connsiteY1" fmla="*/ 752 h 127010"/>
                <a:gd name="connsiteX2" fmla="*/ 45509 w 49382"/>
                <a:gd name="connsiteY2" fmla="*/ 118845 h 127010"/>
                <a:gd name="connsiteX3" fmla="*/ 26305 w 49382"/>
                <a:gd name="connsiteY3" fmla="*/ 125200 h 127010"/>
                <a:gd name="connsiteX4" fmla="*/ 4573 w 49382"/>
                <a:gd name="connsiteY4" fmla="*/ 113651 h 127010"/>
                <a:gd name="connsiteX5" fmla="*/ 11476 w 49382"/>
                <a:gd name="connsiteY5" fmla="*/ 0 h 127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382" h="127010">
                  <a:moveTo>
                    <a:pt x="11476" y="0"/>
                  </a:moveTo>
                  <a:cubicBezTo>
                    <a:pt x="20223" y="273"/>
                    <a:pt x="28971" y="478"/>
                    <a:pt x="37718" y="752"/>
                  </a:cubicBezTo>
                  <a:cubicBezTo>
                    <a:pt x="57127" y="39023"/>
                    <a:pt x="46739" y="79275"/>
                    <a:pt x="45509" y="118845"/>
                  </a:cubicBezTo>
                  <a:cubicBezTo>
                    <a:pt x="40315" y="124654"/>
                    <a:pt x="33345" y="124995"/>
                    <a:pt x="26305" y="125200"/>
                  </a:cubicBezTo>
                  <a:cubicBezTo>
                    <a:pt x="14277" y="130258"/>
                    <a:pt x="5257" y="124175"/>
                    <a:pt x="4573" y="113651"/>
                  </a:cubicBezTo>
                  <a:cubicBezTo>
                    <a:pt x="2113" y="75653"/>
                    <a:pt x="-7386" y="36836"/>
                    <a:pt x="11476" y="0"/>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01" name="Graphic 2466">
              <a:extLst>
                <a:ext uri="{FF2B5EF4-FFF2-40B4-BE49-F238E27FC236}">
                  <a16:creationId xmlns:a16="http://schemas.microsoft.com/office/drawing/2014/main" id="{386FCDB2-2A63-46DB-8679-21371C625F34}"/>
                </a:ext>
              </a:extLst>
            </p:cNvPr>
            <p:cNvSpPr/>
            <p:nvPr/>
          </p:nvSpPr>
          <p:spPr>
            <a:xfrm rot="20630650">
              <a:off x="10204246" y="2850244"/>
              <a:ext cx="38878" cy="117993"/>
            </a:xfrm>
            <a:custGeom>
              <a:avLst/>
              <a:gdLst>
                <a:gd name="connsiteX0" fmla="*/ 7997 w 41279"/>
                <a:gd name="connsiteY0" fmla="*/ 125282 h 125282"/>
                <a:gd name="connsiteX1" fmla="*/ 1 w 41279"/>
                <a:gd name="connsiteY1" fmla="*/ 101773 h 125282"/>
                <a:gd name="connsiteX2" fmla="*/ 206 w 41279"/>
                <a:gd name="connsiteY2" fmla="*/ 7189 h 125282"/>
                <a:gd name="connsiteX3" fmla="*/ 138 w 41279"/>
                <a:gd name="connsiteY3" fmla="*/ 5208 h 125282"/>
                <a:gd name="connsiteX4" fmla="*/ 26176 w 41279"/>
                <a:gd name="connsiteY4" fmla="*/ 5618 h 125282"/>
                <a:gd name="connsiteX5" fmla="*/ 26312 w 41279"/>
                <a:gd name="connsiteY5" fmla="*/ 94051 h 125282"/>
                <a:gd name="connsiteX6" fmla="*/ 41279 w 41279"/>
                <a:gd name="connsiteY6" fmla="*/ 112024 h 125282"/>
                <a:gd name="connsiteX7" fmla="*/ 7997 w 41279"/>
                <a:gd name="connsiteY7" fmla="*/ 125282 h 125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279" h="125282">
                  <a:moveTo>
                    <a:pt x="7997" y="125282"/>
                  </a:moveTo>
                  <a:cubicBezTo>
                    <a:pt x="-272" y="119337"/>
                    <a:pt x="1" y="110521"/>
                    <a:pt x="1" y="101773"/>
                  </a:cubicBezTo>
                  <a:cubicBezTo>
                    <a:pt x="69" y="70268"/>
                    <a:pt x="138" y="38695"/>
                    <a:pt x="206" y="7189"/>
                  </a:cubicBezTo>
                  <a:cubicBezTo>
                    <a:pt x="206" y="7189"/>
                    <a:pt x="138" y="5208"/>
                    <a:pt x="138" y="5208"/>
                  </a:cubicBezTo>
                  <a:cubicBezTo>
                    <a:pt x="8954" y="-2037"/>
                    <a:pt x="17634" y="-1558"/>
                    <a:pt x="26176" y="5618"/>
                  </a:cubicBezTo>
                  <a:cubicBezTo>
                    <a:pt x="26245" y="35072"/>
                    <a:pt x="26449" y="64596"/>
                    <a:pt x="26312" y="94051"/>
                  </a:cubicBezTo>
                  <a:cubicBezTo>
                    <a:pt x="26245" y="104575"/>
                    <a:pt x="31302" y="110179"/>
                    <a:pt x="41279" y="112024"/>
                  </a:cubicBezTo>
                  <a:cubicBezTo>
                    <a:pt x="31438" y="119542"/>
                    <a:pt x="20503" y="124326"/>
                    <a:pt x="7997" y="125282"/>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02" name="Graphic 2466">
              <a:extLst>
                <a:ext uri="{FF2B5EF4-FFF2-40B4-BE49-F238E27FC236}">
                  <a16:creationId xmlns:a16="http://schemas.microsoft.com/office/drawing/2014/main" id="{46D4DEA1-DE23-46F8-9B99-AB4C7F68D360}"/>
                </a:ext>
              </a:extLst>
            </p:cNvPr>
            <p:cNvSpPr/>
            <p:nvPr/>
          </p:nvSpPr>
          <p:spPr>
            <a:xfrm rot="20630650">
              <a:off x="10165158" y="2576000"/>
              <a:ext cx="45150" cy="91531"/>
            </a:xfrm>
            <a:custGeom>
              <a:avLst/>
              <a:gdLst>
                <a:gd name="connsiteX0" fmla="*/ 8439 w 47939"/>
                <a:gd name="connsiteY0" fmla="*/ 92944 h 97186"/>
                <a:gd name="connsiteX1" fmla="*/ 6114 w 47939"/>
                <a:gd name="connsiteY1" fmla="*/ 90688 h 97186"/>
                <a:gd name="connsiteX2" fmla="*/ 3723 w 47939"/>
                <a:gd name="connsiteY2" fmla="*/ 11276 h 97186"/>
                <a:gd name="connsiteX3" fmla="*/ 21833 w 47939"/>
                <a:gd name="connsiteY3" fmla="*/ 0 h 97186"/>
                <a:gd name="connsiteX4" fmla="*/ 47940 w 47939"/>
                <a:gd name="connsiteY4" fmla="*/ 13258 h 97186"/>
                <a:gd name="connsiteX5" fmla="*/ 35501 w 47939"/>
                <a:gd name="connsiteY5" fmla="*/ 93627 h 97186"/>
                <a:gd name="connsiteX6" fmla="*/ 8439 w 47939"/>
                <a:gd name="connsiteY6" fmla="*/ 92944 h 97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939" h="97186">
                  <a:moveTo>
                    <a:pt x="8439" y="92944"/>
                  </a:moveTo>
                  <a:cubicBezTo>
                    <a:pt x="7619" y="92192"/>
                    <a:pt x="6456" y="91645"/>
                    <a:pt x="6114" y="90688"/>
                  </a:cubicBezTo>
                  <a:cubicBezTo>
                    <a:pt x="-3726" y="64514"/>
                    <a:pt x="511" y="37724"/>
                    <a:pt x="3723" y="11276"/>
                  </a:cubicBezTo>
                  <a:cubicBezTo>
                    <a:pt x="4748" y="3075"/>
                    <a:pt x="14179" y="1298"/>
                    <a:pt x="21833" y="0"/>
                  </a:cubicBezTo>
                  <a:cubicBezTo>
                    <a:pt x="31879" y="1777"/>
                    <a:pt x="40764" y="5741"/>
                    <a:pt x="47940" y="13258"/>
                  </a:cubicBezTo>
                  <a:cubicBezTo>
                    <a:pt x="37210" y="39023"/>
                    <a:pt x="51630" y="68614"/>
                    <a:pt x="35501" y="93627"/>
                  </a:cubicBezTo>
                  <a:cubicBezTo>
                    <a:pt x="26275" y="99914"/>
                    <a:pt x="17322" y="96702"/>
                    <a:pt x="8439" y="92944"/>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03" name="Graphic 2466">
              <a:extLst>
                <a:ext uri="{FF2B5EF4-FFF2-40B4-BE49-F238E27FC236}">
                  <a16:creationId xmlns:a16="http://schemas.microsoft.com/office/drawing/2014/main" id="{F43E5530-2E96-4BE9-BCCE-9BDED25CA367}"/>
                </a:ext>
              </a:extLst>
            </p:cNvPr>
            <p:cNvSpPr/>
            <p:nvPr/>
          </p:nvSpPr>
          <p:spPr>
            <a:xfrm rot="20630650">
              <a:off x="10073263" y="2566805"/>
              <a:ext cx="32234" cy="135809"/>
            </a:xfrm>
            <a:custGeom>
              <a:avLst/>
              <a:gdLst>
                <a:gd name="connsiteX0" fmla="*/ 34225 w 34225"/>
                <a:gd name="connsiteY0" fmla="*/ 6356 h 144199"/>
                <a:gd name="connsiteX1" fmla="*/ 19601 w 34225"/>
                <a:gd name="connsiteY1" fmla="*/ 24261 h 144199"/>
                <a:gd name="connsiteX2" fmla="*/ 19533 w 34225"/>
                <a:gd name="connsiteY2" fmla="*/ 82624 h 144199"/>
                <a:gd name="connsiteX3" fmla="*/ 19874 w 34225"/>
                <a:gd name="connsiteY3" fmla="*/ 144199 h 144199"/>
                <a:gd name="connsiteX4" fmla="*/ 192 w 34225"/>
                <a:gd name="connsiteY4" fmla="*/ 129438 h 144199"/>
                <a:gd name="connsiteX5" fmla="*/ 123 w 34225"/>
                <a:gd name="connsiteY5" fmla="*/ 15172 h 144199"/>
                <a:gd name="connsiteX6" fmla="*/ 14065 w 34225"/>
                <a:gd name="connsiteY6" fmla="*/ 0 h 144199"/>
                <a:gd name="connsiteX7" fmla="*/ 34225 w 34225"/>
                <a:gd name="connsiteY7" fmla="*/ 6356 h 144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25" h="144199">
                  <a:moveTo>
                    <a:pt x="34225" y="6356"/>
                  </a:moveTo>
                  <a:cubicBezTo>
                    <a:pt x="24179" y="8133"/>
                    <a:pt x="19464" y="13941"/>
                    <a:pt x="19601" y="24261"/>
                  </a:cubicBezTo>
                  <a:cubicBezTo>
                    <a:pt x="19805" y="43738"/>
                    <a:pt x="19533" y="63147"/>
                    <a:pt x="19533" y="82624"/>
                  </a:cubicBezTo>
                  <a:cubicBezTo>
                    <a:pt x="19601" y="103126"/>
                    <a:pt x="19737" y="123697"/>
                    <a:pt x="19874" y="144199"/>
                  </a:cubicBezTo>
                  <a:cubicBezTo>
                    <a:pt x="2037" y="141739"/>
                    <a:pt x="260" y="140987"/>
                    <a:pt x="192" y="129438"/>
                  </a:cubicBezTo>
                  <a:cubicBezTo>
                    <a:pt x="-149" y="91372"/>
                    <a:pt x="55" y="53237"/>
                    <a:pt x="123" y="15172"/>
                  </a:cubicBezTo>
                  <a:cubicBezTo>
                    <a:pt x="123" y="5877"/>
                    <a:pt x="5728" y="1640"/>
                    <a:pt x="14065" y="0"/>
                  </a:cubicBezTo>
                  <a:cubicBezTo>
                    <a:pt x="21377" y="205"/>
                    <a:pt x="28690" y="478"/>
                    <a:pt x="34225" y="6356"/>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04" name="Graphic 2466">
              <a:extLst>
                <a:ext uri="{FF2B5EF4-FFF2-40B4-BE49-F238E27FC236}">
                  <a16:creationId xmlns:a16="http://schemas.microsoft.com/office/drawing/2014/main" id="{FE7C7056-6F2B-4518-8B03-A3718A5844ED}"/>
                </a:ext>
              </a:extLst>
            </p:cNvPr>
            <p:cNvSpPr/>
            <p:nvPr/>
          </p:nvSpPr>
          <p:spPr>
            <a:xfrm rot="20630650">
              <a:off x="10521879" y="2738023"/>
              <a:ext cx="137548" cy="47619"/>
            </a:xfrm>
            <a:custGeom>
              <a:avLst/>
              <a:gdLst>
                <a:gd name="connsiteX0" fmla="*/ 0 w 146045"/>
                <a:gd name="connsiteY0" fmla="*/ 18920 h 50561"/>
                <a:gd name="connsiteX1" fmla="*/ 1777 w 146045"/>
                <a:gd name="connsiteY1" fmla="*/ 10856 h 50561"/>
                <a:gd name="connsiteX2" fmla="*/ 128686 w 146045"/>
                <a:gd name="connsiteY2" fmla="*/ 4568 h 50561"/>
                <a:gd name="connsiteX3" fmla="*/ 144473 w 146045"/>
                <a:gd name="connsiteY3" fmla="*/ 22474 h 50561"/>
                <a:gd name="connsiteX4" fmla="*/ 136818 w 146045"/>
                <a:gd name="connsiteY4" fmla="*/ 48375 h 50561"/>
                <a:gd name="connsiteX5" fmla="*/ 133812 w 146045"/>
                <a:gd name="connsiteY5" fmla="*/ 50562 h 50561"/>
                <a:gd name="connsiteX6" fmla="*/ 132513 w 146045"/>
                <a:gd name="connsiteY6" fmla="*/ 49331 h 50561"/>
                <a:gd name="connsiteX7" fmla="*/ 133607 w 146045"/>
                <a:gd name="connsiteY7" fmla="*/ 47896 h 50561"/>
                <a:gd name="connsiteX8" fmla="*/ 50983 w 146045"/>
                <a:gd name="connsiteY8" fmla="*/ 40242 h 50561"/>
                <a:gd name="connsiteX9" fmla="*/ 1367 w 146045"/>
                <a:gd name="connsiteY9" fmla="*/ 30264 h 50561"/>
                <a:gd name="connsiteX10" fmla="*/ 0 w 146045"/>
                <a:gd name="connsiteY10" fmla="*/ 18920 h 5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045" h="50561">
                  <a:moveTo>
                    <a:pt x="0" y="18920"/>
                  </a:moveTo>
                  <a:cubicBezTo>
                    <a:pt x="616" y="16255"/>
                    <a:pt x="1231" y="13521"/>
                    <a:pt x="1777" y="10856"/>
                  </a:cubicBezTo>
                  <a:cubicBezTo>
                    <a:pt x="43260" y="-7323"/>
                    <a:pt x="86110" y="2313"/>
                    <a:pt x="128686" y="4568"/>
                  </a:cubicBezTo>
                  <a:cubicBezTo>
                    <a:pt x="136818" y="8054"/>
                    <a:pt x="141329" y="14614"/>
                    <a:pt x="144473" y="22474"/>
                  </a:cubicBezTo>
                  <a:cubicBezTo>
                    <a:pt x="146592" y="32451"/>
                    <a:pt x="148437" y="42361"/>
                    <a:pt x="136818" y="48375"/>
                  </a:cubicBezTo>
                  <a:cubicBezTo>
                    <a:pt x="135452" y="48648"/>
                    <a:pt x="134495" y="49400"/>
                    <a:pt x="133812" y="50562"/>
                  </a:cubicBezTo>
                  <a:cubicBezTo>
                    <a:pt x="133812" y="50562"/>
                    <a:pt x="132513" y="49331"/>
                    <a:pt x="132513" y="49331"/>
                  </a:cubicBezTo>
                  <a:lnTo>
                    <a:pt x="133607" y="47896"/>
                  </a:lnTo>
                  <a:cubicBezTo>
                    <a:pt x="107296" y="32588"/>
                    <a:pt x="78524" y="42976"/>
                    <a:pt x="50983" y="40242"/>
                  </a:cubicBezTo>
                  <a:cubicBezTo>
                    <a:pt x="34034" y="38602"/>
                    <a:pt x="15992" y="43454"/>
                    <a:pt x="1367" y="30264"/>
                  </a:cubicBezTo>
                  <a:cubicBezTo>
                    <a:pt x="957" y="26506"/>
                    <a:pt x="479" y="22679"/>
                    <a:pt x="0" y="18920"/>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05" name="Graphic 2466">
              <a:extLst>
                <a:ext uri="{FF2B5EF4-FFF2-40B4-BE49-F238E27FC236}">
                  <a16:creationId xmlns:a16="http://schemas.microsoft.com/office/drawing/2014/main" id="{BF553005-65FD-4354-8D94-8B7CEC21473E}"/>
                </a:ext>
              </a:extLst>
            </p:cNvPr>
            <p:cNvSpPr/>
            <p:nvPr/>
          </p:nvSpPr>
          <p:spPr>
            <a:xfrm rot="20630650">
              <a:off x="10165360" y="2868850"/>
              <a:ext cx="32615" cy="123966"/>
            </a:xfrm>
            <a:custGeom>
              <a:avLst/>
              <a:gdLst>
                <a:gd name="connsiteX0" fmla="*/ 19869 w 34630"/>
                <a:gd name="connsiteY0" fmla="*/ 0 h 131624"/>
                <a:gd name="connsiteX1" fmla="*/ 19596 w 34630"/>
                <a:gd name="connsiteY1" fmla="*/ 104151 h 131624"/>
                <a:gd name="connsiteX2" fmla="*/ 34630 w 34630"/>
                <a:gd name="connsiteY2" fmla="*/ 125200 h 131624"/>
                <a:gd name="connsiteX3" fmla="*/ 14470 w 34630"/>
                <a:gd name="connsiteY3" fmla="*/ 131624 h 131624"/>
                <a:gd name="connsiteX4" fmla="*/ 187 w 34630"/>
                <a:gd name="connsiteY4" fmla="*/ 116658 h 131624"/>
                <a:gd name="connsiteX5" fmla="*/ 187 w 34630"/>
                <a:gd name="connsiteY5" fmla="*/ 15240 h 131624"/>
                <a:gd name="connsiteX6" fmla="*/ 19869 w 34630"/>
                <a:gd name="connsiteY6" fmla="*/ 0 h 131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630" h="131624">
                  <a:moveTo>
                    <a:pt x="19869" y="0"/>
                  </a:moveTo>
                  <a:cubicBezTo>
                    <a:pt x="19801" y="34717"/>
                    <a:pt x="19869" y="69434"/>
                    <a:pt x="19596" y="104151"/>
                  </a:cubicBezTo>
                  <a:cubicBezTo>
                    <a:pt x="19527" y="115086"/>
                    <a:pt x="22261" y="123424"/>
                    <a:pt x="34630" y="125200"/>
                  </a:cubicBezTo>
                  <a:cubicBezTo>
                    <a:pt x="29095" y="131009"/>
                    <a:pt x="21851" y="131419"/>
                    <a:pt x="14470" y="131624"/>
                  </a:cubicBezTo>
                  <a:cubicBezTo>
                    <a:pt x="6270" y="129916"/>
                    <a:pt x="187" y="126020"/>
                    <a:pt x="187" y="116658"/>
                  </a:cubicBezTo>
                  <a:cubicBezTo>
                    <a:pt x="50" y="82829"/>
                    <a:pt x="-155" y="49069"/>
                    <a:pt x="187" y="15240"/>
                  </a:cubicBezTo>
                  <a:cubicBezTo>
                    <a:pt x="392" y="3690"/>
                    <a:pt x="1827" y="3075"/>
                    <a:pt x="19869" y="0"/>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06" name="Graphic 2466">
              <a:extLst>
                <a:ext uri="{FF2B5EF4-FFF2-40B4-BE49-F238E27FC236}">
                  <a16:creationId xmlns:a16="http://schemas.microsoft.com/office/drawing/2014/main" id="{1A55DD83-E7F4-4530-99E1-61F5B7C854A3}"/>
                </a:ext>
              </a:extLst>
            </p:cNvPr>
            <p:cNvSpPr/>
            <p:nvPr/>
          </p:nvSpPr>
          <p:spPr>
            <a:xfrm rot="20630650">
              <a:off x="10255983" y="2844223"/>
              <a:ext cx="40065" cy="82839"/>
            </a:xfrm>
            <a:custGeom>
              <a:avLst/>
              <a:gdLst>
                <a:gd name="connsiteX0" fmla="*/ 12662 w 42540"/>
                <a:gd name="connsiteY0" fmla="*/ 87956 h 87956"/>
                <a:gd name="connsiteX1" fmla="*/ 566 w 42540"/>
                <a:gd name="connsiteY1" fmla="*/ 78799 h 87956"/>
                <a:gd name="connsiteX2" fmla="*/ 156 w 42540"/>
                <a:gd name="connsiteY2" fmla="*/ 19957 h 87956"/>
                <a:gd name="connsiteX3" fmla="*/ 7878 w 42540"/>
                <a:gd name="connsiteY3" fmla="*/ 10526 h 87956"/>
                <a:gd name="connsiteX4" fmla="*/ 25715 w 42540"/>
                <a:gd name="connsiteY4" fmla="*/ 3419 h 87956"/>
                <a:gd name="connsiteX5" fmla="*/ 39930 w 42540"/>
                <a:gd name="connsiteY5" fmla="*/ 2257 h 87956"/>
                <a:gd name="connsiteX6" fmla="*/ 38426 w 42540"/>
                <a:gd name="connsiteY6" fmla="*/ 74562 h 87956"/>
                <a:gd name="connsiteX7" fmla="*/ 12662 w 42540"/>
                <a:gd name="connsiteY7" fmla="*/ 87956 h 87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540" h="87956">
                  <a:moveTo>
                    <a:pt x="12662" y="87956"/>
                  </a:moveTo>
                  <a:cubicBezTo>
                    <a:pt x="7195" y="86795"/>
                    <a:pt x="770" y="84813"/>
                    <a:pt x="566" y="78799"/>
                  </a:cubicBezTo>
                  <a:cubicBezTo>
                    <a:pt x="-254" y="59185"/>
                    <a:pt x="19" y="39571"/>
                    <a:pt x="156" y="19957"/>
                  </a:cubicBezTo>
                  <a:cubicBezTo>
                    <a:pt x="156" y="15173"/>
                    <a:pt x="3504" y="11825"/>
                    <a:pt x="7878" y="10526"/>
                  </a:cubicBezTo>
                  <a:cubicBezTo>
                    <a:pt x="14029" y="8681"/>
                    <a:pt x="21000" y="8955"/>
                    <a:pt x="25715" y="3419"/>
                  </a:cubicBezTo>
                  <a:cubicBezTo>
                    <a:pt x="30089" y="-887"/>
                    <a:pt x="34873" y="-955"/>
                    <a:pt x="39930" y="2257"/>
                  </a:cubicBezTo>
                  <a:cubicBezTo>
                    <a:pt x="44645" y="26450"/>
                    <a:pt x="42254" y="50506"/>
                    <a:pt x="38426" y="74562"/>
                  </a:cubicBezTo>
                  <a:cubicBezTo>
                    <a:pt x="31524" y="82352"/>
                    <a:pt x="22640" y="86111"/>
                    <a:pt x="12662" y="87956"/>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07" name="Graphic 2466">
              <a:extLst>
                <a:ext uri="{FF2B5EF4-FFF2-40B4-BE49-F238E27FC236}">
                  <a16:creationId xmlns:a16="http://schemas.microsoft.com/office/drawing/2014/main" id="{ACC49A70-4A26-4CE0-90AF-67A41CA9AC07}"/>
                </a:ext>
              </a:extLst>
            </p:cNvPr>
            <p:cNvSpPr/>
            <p:nvPr/>
          </p:nvSpPr>
          <p:spPr>
            <a:xfrm rot="20630650">
              <a:off x="10527293" y="2767410"/>
              <a:ext cx="124565" cy="18482"/>
            </a:xfrm>
            <a:custGeom>
              <a:avLst/>
              <a:gdLst>
                <a:gd name="connsiteX0" fmla="*/ 21 w 132260"/>
                <a:gd name="connsiteY0" fmla="*/ 70 h 19624"/>
                <a:gd name="connsiteX1" fmla="*/ 114082 w 132260"/>
                <a:gd name="connsiteY1" fmla="*/ 2 h 19624"/>
                <a:gd name="connsiteX2" fmla="*/ 132261 w 132260"/>
                <a:gd name="connsiteY2" fmla="*/ 17634 h 19624"/>
                <a:gd name="connsiteX3" fmla="*/ 12664 w 132260"/>
                <a:gd name="connsiteY3" fmla="*/ 19138 h 19624"/>
                <a:gd name="connsiteX4" fmla="*/ 21 w 132260"/>
                <a:gd name="connsiteY4" fmla="*/ 70 h 19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260" h="19624">
                  <a:moveTo>
                    <a:pt x="21" y="70"/>
                  </a:moveTo>
                  <a:cubicBezTo>
                    <a:pt x="38019" y="70"/>
                    <a:pt x="76085" y="344"/>
                    <a:pt x="114082" y="2"/>
                  </a:cubicBezTo>
                  <a:cubicBezTo>
                    <a:pt x="126725" y="-135"/>
                    <a:pt x="131714" y="6153"/>
                    <a:pt x="132261" y="17634"/>
                  </a:cubicBezTo>
                  <a:cubicBezTo>
                    <a:pt x="92418" y="21324"/>
                    <a:pt x="52507" y="18659"/>
                    <a:pt x="12664" y="19138"/>
                  </a:cubicBezTo>
                  <a:cubicBezTo>
                    <a:pt x="21" y="19274"/>
                    <a:pt x="-115" y="18386"/>
                    <a:pt x="21" y="70"/>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08" name="Graphic 2466">
              <a:extLst>
                <a:ext uri="{FF2B5EF4-FFF2-40B4-BE49-F238E27FC236}">
                  <a16:creationId xmlns:a16="http://schemas.microsoft.com/office/drawing/2014/main" id="{85558CFE-E6FE-4165-893C-317A38A2F9A8}"/>
                </a:ext>
              </a:extLst>
            </p:cNvPr>
            <p:cNvSpPr/>
            <p:nvPr/>
          </p:nvSpPr>
          <p:spPr>
            <a:xfrm rot="20630650">
              <a:off x="10465748" y="2558837"/>
              <a:ext cx="134539" cy="28142"/>
            </a:xfrm>
            <a:custGeom>
              <a:avLst/>
              <a:gdLst>
                <a:gd name="connsiteX0" fmla="*/ 2871 w 142850"/>
                <a:gd name="connsiteY0" fmla="*/ 0 h 29880"/>
                <a:gd name="connsiteX1" fmla="*/ 134427 w 142850"/>
                <a:gd name="connsiteY1" fmla="*/ 68 h 29880"/>
                <a:gd name="connsiteX2" fmla="*/ 142764 w 142850"/>
                <a:gd name="connsiteY2" fmla="*/ 12096 h 29880"/>
                <a:gd name="connsiteX3" fmla="*/ 126977 w 142850"/>
                <a:gd name="connsiteY3" fmla="*/ 26995 h 29880"/>
                <a:gd name="connsiteX4" fmla="*/ 32941 w 142850"/>
                <a:gd name="connsiteY4" fmla="*/ 29182 h 29880"/>
                <a:gd name="connsiteX5" fmla="*/ 3075 w 142850"/>
                <a:gd name="connsiteY5" fmla="*/ 13190 h 29880"/>
                <a:gd name="connsiteX6" fmla="*/ 0 w 142850"/>
                <a:gd name="connsiteY6" fmla="*/ 6766 h 29880"/>
                <a:gd name="connsiteX7" fmla="*/ 2871 w 142850"/>
                <a:gd name="connsiteY7" fmla="*/ 0 h 29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2850" h="29880">
                  <a:moveTo>
                    <a:pt x="2871" y="0"/>
                  </a:moveTo>
                  <a:cubicBezTo>
                    <a:pt x="46745" y="0"/>
                    <a:pt x="90552" y="68"/>
                    <a:pt x="134427" y="68"/>
                  </a:cubicBezTo>
                  <a:cubicBezTo>
                    <a:pt x="140030" y="2119"/>
                    <a:pt x="143447" y="5672"/>
                    <a:pt x="142764" y="12096"/>
                  </a:cubicBezTo>
                  <a:cubicBezTo>
                    <a:pt x="140304" y="20024"/>
                    <a:pt x="134563" y="24534"/>
                    <a:pt x="126977" y="26995"/>
                  </a:cubicBezTo>
                  <a:cubicBezTo>
                    <a:pt x="95746" y="32120"/>
                    <a:pt x="64309" y="28772"/>
                    <a:pt x="32941" y="29182"/>
                  </a:cubicBezTo>
                  <a:cubicBezTo>
                    <a:pt x="20365" y="29318"/>
                    <a:pt x="9568" y="24944"/>
                    <a:pt x="3075" y="13190"/>
                  </a:cubicBezTo>
                  <a:cubicBezTo>
                    <a:pt x="2051" y="11071"/>
                    <a:pt x="1025" y="8884"/>
                    <a:pt x="0" y="6766"/>
                  </a:cubicBezTo>
                  <a:cubicBezTo>
                    <a:pt x="957" y="4511"/>
                    <a:pt x="1914" y="2255"/>
                    <a:pt x="2871" y="0"/>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09" name="Graphic 2466">
              <a:extLst>
                <a:ext uri="{FF2B5EF4-FFF2-40B4-BE49-F238E27FC236}">
                  <a16:creationId xmlns:a16="http://schemas.microsoft.com/office/drawing/2014/main" id="{1F0562C4-DC4D-4A8A-9F8E-5C1556E38E2E}"/>
                </a:ext>
              </a:extLst>
            </p:cNvPr>
            <p:cNvSpPr/>
            <p:nvPr/>
          </p:nvSpPr>
          <p:spPr>
            <a:xfrm rot="20630650">
              <a:off x="10303753" y="2616855"/>
              <a:ext cx="55841" cy="75838"/>
            </a:xfrm>
            <a:custGeom>
              <a:avLst/>
              <a:gdLst>
                <a:gd name="connsiteX0" fmla="*/ 57352 w 59291"/>
                <a:gd name="connsiteY0" fmla="*/ 31113 h 80523"/>
                <a:gd name="connsiteX1" fmla="*/ 57078 w 59291"/>
                <a:gd name="connsiteY1" fmla="*/ 80523 h 80523"/>
                <a:gd name="connsiteX2" fmla="*/ 15664 w 59291"/>
                <a:gd name="connsiteY2" fmla="*/ 54895 h 80523"/>
                <a:gd name="connsiteX3" fmla="*/ 3499 w 59291"/>
                <a:gd name="connsiteY3" fmla="*/ 40339 h 80523"/>
                <a:gd name="connsiteX4" fmla="*/ 14 w 59291"/>
                <a:gd name="connsiteY4" fmla="*/ 30839 h 80523"/>
                <a:gd name="connsiteX5" fmla="*/ 21063 w 59291"/>
                <a:gd name="connsiteY5" fmla="*/ 769 h 80523"/>
                <a:gd name="connsiteX6" fmla="*/ 20790 w 59291"/>
                <a:gd name="connsiteY6" fmla="*/ 633 h 80523"/>
                <a:gd name="connsiteX7" fmla="*/ 28648 w 59291"/>
                <a:gd name="connsiteY7" fmla="*/ 7262 h 80523"/>
                <a:gd name="connsiteX8" fmla="*/ 57352 w 59291"/>
                <a:gd name="connsiteY8" fmla="*/ 31113 h 80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291" h="80523">
                  <a:moveTo>
                    <a:pt x="57352" y="31113"/>
                  </a:moveTo>
                  <a:cubicBezTo>
                    <a:pt x="59881" y="47583"/>
                    <a:pt x="60086" y="64053"/>
                    <a:pt x="57078" y="80523"/>
                  </a:cubicBezTo>
                  <a:cubicBezTo>
                    <a:pt x="38079" y="80386"/>
                    <a:pt x="27213" y="67128"/>
                    <a:pt x="15664" y="54895"/>
                  </a:cubicBezTo>
                  <a:cubicBezTo>
                    <a:pt x="11495" y="50111"/>
                    <a:pt x="7053" y="45601"/>
                    <a:pt x="3499" y="40339"/>
                  </a:cubicBezTo>
                  <a:cubicBezTo>
                    <a:pt x="1859" y="37332"/>
                    <a:pt x="697" y="34188"/>
                    <a:pt x="14" y="30839"/>
                  </a:cubicBezTo>
                  <a:cubicBezTo>
                    <a:pt x="1996" y="17308"/>
                    <a:pt x="-7503" y="-4356"/>
                    <a:pt x="21063" y="769"/>
                  </a:cubicBezTo>
                  <a:lnTo>
                    <a:pt x="20790" y="633"/>
                  </a:lnTo>
                  <a:cubicBezTo>
                    <a:pt x="22498" y="3913"/>
                    <a:pt x="25163" y="6100"/>
                    <a:pt x="28648" y="7262"/>
                  </a:cubicBezTo>
                  <a:cubicBezTo>
                    <a:pt x="38216" y="15258"/>
                    <a:pt x="47784" y="23185"/>
                    <a:pt x="57352" y="31113"/>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10" name="Graphic 2466">
              <a:extLst>
                <a:ext uri="{FF2B5EF4-FFF2-40B4-BE49-F238E27FC236}">
                  <a16:creationId xmlns:a16="http://schemas.microsoft.com/office/drawing/2014/main" id="{D5F87A82-439D-4D4E-BB84-B1CCA600C078}"/>
                </a:ext>
              </a:extLst>
            </p:cNvPr>
            <p:cNvSpPr/>
            <p:nvPr/>
          </p:nvSpPr>
          <p:spPr>
            <a:xfrm rot="20630650">
              <a:off x="10208154" y="2582431"/>
              <a:ext cx="50267" cy="84652"/>
            </a:xfrm>
            <a:custGeom>
              <a:avLst/>
              <a:gdLst>
                <a:gd name="connsiteX0" fmla="*/ 29615 w 53372"/>
                <a:gd name="connsiteY0" fmla="*/ 6902 h 89881"/>
                <a:gd name="connsiteX1" fmla="*/ 49844 w 53372"/>
                <a:gd name="connsiteY1" fmla="*/ 19819 h 89881"/>
                <a:gd name="connsiteX2" fmla="*/ 46700 w 53372"/>
                <a:gd name="connsiteY2" fmla="*/ 84264 h 89881"/>
                <a:gd name="connsiteX3" fmla="*/ 31187 w 53372"/>
                <a:gd name="connsiteY3" fmla="*/ 89800 h 89881"/>
                <a:gd name="connsiteX4" fmla="*/ 10821 w 53372"/>
                <a:gd name="connsiteY4" fmla="*/ 78729 h 89881"/>
                <a:gd name="connsiteX5" fmla="*/ 17177 w 53372"/>
                <a:gd name="connsiteY5" fmla="*/ 0 h 89881"/>
                <a:gd name="connsiteX6" fmla="*/ 17177 w 53372"/>
                <a:gd name="connsiteY6" fmla="*/ 0 h 89881"/>
                <a:gd name="connsiteX7" fmla="*/ 29615 w 53372"/>
                <a:gd name="connsiteY7" fmla="*/ 6902 h 89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372" h="89881">
                  <a:moveTo>
                    <a:pt x="29615" y="6902"/>
                  </a:moveTo>
                  <a:cubicBezTo>
                    <a:pt x="37611" y="9294"/>
                    <a:pt x="44787" y="12848"/>
                    <a:pt x="49844" y="19819"/>
                  </a:cubicBezTo>
                  <a:cubicBezTo>
                    <a:pt x="53603" y="41551"/>
                    <a:pt x="56541" y="63215"/>
                    <a:pt x="46700" y="84264"/>
                  </a:cubicBezTo>
                  <a:cubicBezTo>
                    <a:pt x="42669" y="89185"/>
                    <a:pt x="37201" y="90210"/>
                    <a:pt x="31187" y="89800"/>
                  </a:cubicBezTo>
                  <a:cubicBezTo>
                    <a:pt x="23191" y="88365"/>
                    <a:pt x="16425" y="84674"/>
                    <a:pt x="10821" y="78729"/>
                  </a:cubicBezTo>
                  <a:cubicBezTo>
                    <a:pt x="-5512" y="43328"/>
                    <a:pt x="-3326" y="16607"/>
                    <a:pt x="17177" y="0"/>
                  </a:cubicBezTo>
                  <a:lnTo>
                    <a:pt x="17177" y="0"/>
                  </a:lnTo>
                  <a:cubicBezTo>
                    <a:pt x="20321" y="4237"/>
                    <a:pt x="26676" y="2460"/>
                    <a:pt x="29615" y="6902"/>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11" name="Graphic 2466">
              <a:extLst>
                <a:ext uri="{FF2B5EF4-FFF2-40B4-BE49-F238E27FC236}">
                  <a16:creationId xmlns:a16="http://schemas.microsoft.com/office/drawing/2014/main" id="{66EDADBD-C7FE-4D48-9841-41371BC809CB}"/>
                </a:ext>
              </a:extLst>
            </p:cNvPr>
            <p:cNvSpPr/>
            <p:nvPr/>
          </p:nvSpPr>
          <p:spPr>
            <a:xfrm rot="20630650">
              <a:off x="10281297" y="2826432"/>
              <a:ext cx="41333" cy="80036"/>
            </a:xfrm>
            <a:custGeom>
              <a:avLst/>
              <a:gdLst>
                <a:gd name="connsiteX0" fmla="*/ 6899 w 43887"/>
                <a:gd name="connsiteY0" fmla="*/ 84980 h 84980"/>
                <a:gd name="connsiteX1" fmla="*/ 2936 w 43887"/>
                <a:gd name="connsiteY1" fmla="*/ 79923 h 84980"/>
                <a:gd name="connsiteX2" fmla="*/ 7173 w 43887"/>
                <a:gd name="connsiteY2" fmla="*/ 12813 h 84980"/>
                <a:gd name="connsiteX3" fmla="*/ 39293 w 43887"/>
                <a:gd name="connsiteY3" fmla="*/ 3997 h 84980"/>
                <a:gd name="connsiteX4" fmla="*/ 39771 w 43887"/>
                <a:gd name="connsiteY4" fmla="*/ 65298 h 84980"/>
                <a:gd name="connsiteX5" fmla="*/ 6899 w 43887"/>
                <a:gd name="connsiteY5" fmla="*/ 84980 h 84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87" h="84980">
                  <a:moveTo>
                    <a:pt x="6899" y="84980"/>
                  </a:moveTo>
                  <a:cubicBezTo>
                    <a:pt x="5533" y="83340"/>
                    <a:pt x="3209" y="81768"/>
                    <a:pt x="2936" y="79923"/>
                  </a:cubicBezTo>
                  <a:cubicBezTo>
                    <a:pt x="-3" y="57303"/>
                    <a:pt x="-3352" y="34613"/>
                    <a:pt x="7173" y="12813"/>
                  </a:cubicBezTo>
                  <a:cubicBezTo>
                    <a:pt x="14622" y="-2086"/>
                    <a:pt x="26035" y="-2496"/>
                    <a:pt x="39293" y="3997"/>
                  </a:cubicBezTo>
                  <a:cubicBezTo>
                    <a:pt x="48860" y="24362"/>
                    <a:pt x="40660" y="44864"/>
                    <a:pt x="39771" y="65298"/>
                  </a:cubicBezTo>
                  <a:cubicBezTo>
                    <a:pt x="30682" y="74934"/>
                    <a:pt x="19132" y="80538"/>
                    <a:pt x="6899" y="84980"/>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12" name="Graphic 2466">
              <a:extLst>
                <a:ext uri="{FF2B5EF4-FFF2-40B4-BE49-F238E27FC236}">
                  <a16:creationId xmlns:a16="http://schemas.microsoft.com/office/drawing/2014/main" id="{47C5B11A-C830-460E-84B0-951CFE7EE2C0}"/>
                </a:ext>
              </a:extLst>
            </p:cNvPr>
            <p:cNvSpPr/>
            <p:nvPr/>
          </p:nvSpPr>
          <p:spPr>
            <a:xfrm rot="20630650">
              <a:off x="10251258" y="2591574"/>
              <a:ext cx="33367" cy="72409"/>
            </a:xfrm>
            <a:custGeom>
              <a:avLst/>
              <a:gdLst>
                <a:gd name="connsiteX0" fmla="*/ 0 w 35428"/>
                <a:gd name="connsiteY0" fmla="*/ 64855 h 76882"/>
                <a:gd name="connsiteX1" fmla="*/ 0 w 35428"/>
                <a:gd name="connsiteY1" fmla="*/ 17154 h 76882"/>
                <a:gd name="connsiteX2" fmla="*/ 6492 w 35428"/>
                <a:gd name="connsiteY2" fmla="*/ 0 h 76882"/>
                <a:gd name="connsiteX3" fmla="*/ 33282 w 35428"/>
                <a:gd name="connsiteY3" fmla="*/ 18930 h 76882"/>
                <a:gd name="connsiteX4" fmla="*/ 27472 w 35428"/>
                <a:gd name="connsiteY4" fmla="*/ 72373 h 76882"/>
                <a:gd name="connsiteX5" fmla="*/ 0 w 35428"/>
                <a:gd name="connsiteY5" fmla="*/ 64855 h 76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28" h="76882">
                  <a:moveTo>
                    <a:pt x="0" y="64855"/>
                  </a:moveTo>
                  <a:cubicBezTo>
                    <a:pt x="0" y="48932"/>
                    <a:pt x="0" y="33009"/>
                    <a:pt x="0" y="17154"/>
                  </a:cubicBezTo>
                  <a:cubicBezTo>
                    <a:pt x="0" y="10593"/>
                    <a:pt x="957" y="4442"/>
                    <a:pt x="6492" y="0"/>
                  </a:cubicBezTo>
                  <a:cubicBezTo>
                    <a:pt x="16948" y="4169"/>
                    <a:pt x="26652" y="9431"/>
                    <a:pt x="33282" y="18930"/>
                  </a:cubicBezTo>
                  <a:cubicBezTo>
                    <a:pt x="33897" y="37041"/>
                    <a:pt x="40320" y="55766"/>
                    <a:pt x="27472" y="72373"/>
                  </a:cubicBezTo>
                  <a:cubicBezTo>
                    <a:pt x="15581" y="79822"/>
                    <a:pt x="6082" y="78524"/>
                    <a:pt x="0" y="64855"/>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13" name="Graphic 2466">
              <a:extLst>
                <a:ext uri="{FF2B5EF4-FFF2-40B4-BE49-F238E27FC236}">
                  <a16:creationId xmlns:a16="http://schemas.microsoft.com/office/drawing/2014/main" id="{DDCE90D9-C2DE-4114-A4DA-8EF0C7041E28}"/>
                </a:ext>
              </a:extLst>
            </p:cNvPr>
            <p:cNvSpPr/>
            <p:nvPr/>
          </p:nvSpPr>
          <p:spPr>
            <a:xfrm rot="20630650">
              <a:off x="10198680" y="2582048"/>
              <a:ext cx="24651" cy="84555"/>
            </a:xfrm>
            <a:custGeom>
              <a:avLst/>
              <a:gdLst>
                <a:gd name="connsiteX0" fmla="*/ 26174 w 26174"/>
                <a:gd name="connsiteY0" fmla="*/ 6971 h 89778"/>
                <a:gd name="connsiteX1" fmla="*/ 23988 w 26174"/>
                <a:gd name="connsiteY1" fmla="*/ 9294 h 89778"/>
                <a:gd name="connsiteX2" fmla="*/ 26174 w 26174"/>
                <a:gd name="connsiteY2" fmla="*/ 84811 h 89778"/>
                <a:gd name="connsiteX3" fmla="*/ 14079 w 26174"/>
                <a:gd name="connsiteY3" fmla="*/ 89663 h 89778"/>
                <a:gd name="connsiteX4" fmla="*/ 0 w 26174"/>
                <a:gd name="connsiteY4" fmla="*/ 78524 h 89778"/>
                <a:gd name="connsiteX5" fmla="*/ 137 w 26174"/>
                <a:gd name="connsiteY5" fmla="*/ 14625 h 89778"/>
                <a:gd name="connsiteX6" fmla="*/ 14010 w 26174"/>
                <a:gd name="connsiteY6" fmla="*/ 0 h 89778"/>
                <a:gd name="connsiteX7" fmla="*/ 26174 w 26174"/>
                <a:gd name="connsiteY7" fmla="*/ 6971 h 89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174" h="89778">
                  <a:moveTo>
                    <a:pt x="26174" y="6971"/>
                  </a:moveTo>
                  <a:cubicBezTo>
                    <a:pt x="25423" y="7722"/>
                    <a:pt x="24261" y="8406"/>
                    <a:pt x="23988" y="9294"/>
                  </a:cubicBezTo>
                  <a:cubicBezTo>
                    <a:pt x="16948" y="34649"/>
                    <a:pt x="15992" y="59867"/>
                    <a:pt x="26174" y="84811"/>
                  </a:cubicBezTo>
                  <a:cubicBezTo>
                    <a:pt x="23236" y="89253"/>
                    <a:pt x="18931" y="90142"/>
                    <a:pt x="14079" y="89663"/>
                  </a:cubicBezTo>
                  <a:cubicBezTo>
                    <a:pt x="7791" y="88023"/>
                    <a:pt x="2597" y="84948"/>
                    <a:pt x="0" y="78524"/>
                  </a:cubicBezTo>
                  <a:cubicBezTo>
                    <a:pt x="0" y="57201"/>
                    <a:pt x="0" y="35947"/>
                    <a:pt x="137" y="14625"/>
                  </a:cubicBezTo>
                  <a:cubicBezTo>
                    <a:pt x="205" y="5536"/>
                    <a:pt x="5809" y="1504"/>
                    <a:pt x="14010" y="0"/>
                  </a:cubicBezTo>
                  <a:cubicBezTo>
                    <a:pt x="19136" y="478"/>
                    <a:pt x="23577" y="2187"/>
                    <a:pt x="26174" y="6971"/>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14" name="Graphic 2466">
              <a:extLst>
                <a:ext uri="{FF2B5EF4-FFF2-40B4-BE49-F238E27FC236}">
                  <a16:creationId xmlns:a16="http://schemas.microsoft.com/office/drawing/2014/main" id="{FD9017D8-265B-4C21-BCC2-1DC9C41D3F33}"/>
                </a:ext>
              </a:extLst>
            </p:cNvPr>
            <p:cNvSpPr/>
            <p:nvPr/>
          </p:nvSpPr>
          <p:spPr>
            <a:xfrm rot="20630650">
              <a:off x="10307821" y="2815386"/>
              <a:ext cx="32360" cy="65759"/>
            </a:xfrm>
            <a:custGeom>
              <a:avLst/>
              <a:gdLst>
                <a:gd name="connsiteX0" fmla="*/ 7229 w 34359"/>
                <a:gd name="connsiteY0" fmla="*/ 69821 h 69821"/>
                <a:gd name="connsiteX1" fmla="*/ 7092 w 34359"/>
                <a:gd name="connsiteY1" fmla="*/ 9886 h 69821"/>
                <a:gd name="connsiteX2" fmla="*/ 26500 w 34359"/>
                <a:gd name="connsiteY2" fmla="*/ 3667 h 69821"/>
                <a:gd name="connsiteX3" fmla="*/ 27252 w 34359"/>
                <a:gd name="connsiteY3" fmla="*/ 34694 h 69821"/>
                <a:gd name="connsiteX4" fmla="*/ 34360 w 34359"/>
                <a:gd name="connsiteY4" fmla="*/ 51164 h 69821"/>
                <a:gd name="connsiteX5" fmla="*/ 16112 w 34359"/>
                <a:gd name="connsiteY5" fmla="*/ 64081 h 69821"/>
                <a:gd name="connsiteX6" fmla="*/ 7502 w 34359"/>
                <a:gd name="connsiteY6" fmla="*/ 69684 h 69821"/>
                <a:gd name="connsiteX7" fmla="*/ 7229 w 34359"/>
                <a:gd name="connsiteY7" fmla="*/ 69821 h 6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59" h="69821">
                  <a:moveTo>
                    <a:pt x="7229" y="69821"/>
                  </a:moveTo>
                  <a:cubicBezTo>
                    <a:pt x="-4457" y="49866"/>
                    <a:pt x="-84" y="29910"/>
                    <a:pt x="7092" y="9886"/>
                  </a:cubicBezTo>
                  <a:cubicBezTo>
                    <a:pt x="9962" y="-3235"/>
                    <a:pt x="17821" y="-1048"/>
                    <a:pt x="26500" y="3667"/>
                  </a:cubicBezTo>
                  <a:cubicBezTo>
                    <a:pt x="26774" y="13987"/>
                    <a:pt x="27048" y="24375"/>
                    <a:pt x="27252" y="34694"/>
                  </a:cubicBezTo>
                  <a:cubicBezTo>
                    <a:pt x="27389" y="41186"/>
                    <a:pt x="29097" y="46927"/>
                    <a:pt x="34360" y="51164"/>
                  </a:cubicBezTo>
                  <a:cubicBezTo>
                    <a:pt x="30260" y="58340"/>
                    <a:pt x="23767" y="62030"/>
                    <a:pt x="16112" y="64081"/>
                  </a:cubicBezTo>
                  <a:cubicBezTo>
                    <a:pt x="12559" y="64969"/>
                    <a:pt x="9826" y="67019"/>
                    <a:pt x="7502" y="69684"/>
                  </a:cubicBezTo>
                  <a:lnTo>
                    <a:pt x="7229" y="69821"/>
                  </a:ln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15" name="Graphic 2466">
              <a:extLst>
                <a:ext uri="{FF2B5EF4-FFF2-40B4-BE49-F238E27FC236}">
                  <a16:creationId xmlns:a16="http://schemas.microsoft.com/office/drawing/2014/main" id="{EE25ECC6-15A3-413B-A0E4-E086C324653D}"/>
                </a:ext>
              </a:extLst>
            </p:cNvPr>
            <p:cNvSpPr/>
            <p:nvPr/>
          </p:nvSpPr>
          <p:spPr>
            <a:xfrm rot="20630650">
              <a:off x="10110147" y="2987126"/>
              <a:ext cx="69013" cy="37489"/>
            </a:xfrm>
            <a:custGeom>
              <a:avLst/>
              <a:gdLst>
                <a:gd name="connsiteX0" fmla="*/ 25780 w 73276"/>
                <a:gd name="connsiteY0" fmla="*/ 100 h 39805"/>
                <a:gd name="connsiteX1" fmla="*/ 44641 w 73276"/>
                <a:gd name="connsiteY1" fmla="*/ 7959 h 39805"/>
                <a:gd name="connsiteX2" fmla="*/ 73276 w 73276"/>
                <a:gd name="connsiteY2" fmla="*/ 26342 h 39805"/>
                <a:gd name="connsiteX3" fmla="*/ 6849 w 73276"/>
                <a:gd name="connsiteY3" fmla="*/ 39806 h 39805"/>
                <a:gd name="connsiteX4" fmla="*/ 3364 w 73276"/>
                <a:gd name="connsiteY4" fmla="*/ 36252 h 39805"/>
                <a:gd name="connsiteX5" fmla="*/ 1792 w 73276"/>
                <a:gd name="connsiteY5" fmla="*/ 12196 h 39805"/>
                <a:gd name="connsiteX6" fmla="*/ 25780 w 73276"/>
                <a:gd name="connsiteY6" fmla="*/ 100 h 39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76" h="39805">
                  <a:moveTo>
                    <a:pt x="25780" y="100"/>
                  </a:moveTo>
                  <a:cubicBezTo>
                    <a:pt x="33229" y="168"/>
                    <a:pt x="43617" y="-1677"/>
                    <a:pt x="44641" y="7959"/>
                  </a:cubicBezTo>
                  <a:cubicBezTo>
                    <a:pt x="46760" y="27436"/>
                    <a:pt x="60428" y="25454"/>
                    <a:pt x="73276" y="26342"/>
                  </a:cubicBezTo>
                  <a:cubicBezTo>
                    <a:pt x="52091" y="35500"/>
                    <a:pt x="29743" y="39122"/>
                    <a:pt x="6849" y="39806"/>
                  </a:cubicBezTo>
                  <a:cubicBezTo>
                    <a:pt x="5687" y="38644"/>
                    <a:pt x="4525" y="37482"/>
                    <a:pt x="3364" y="36252"/>
                  </a:cubicBezTo>
                  <a:cubicBezTo>
                    <a:pt x="-737" y="28461"/>
                    <a:pt x="-873" y="20397"/>
                    <a:pt x="1792" y="12196"/>
                  </a:cubicBezTo>
                  <a:cubicBezTo>
                    <a:pt x="5550" y="-174"/>
                    <a:pt x="17441" y="3585"/>
                    <a:pt x="25780" y="100"/>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16" name="Graphic 2466">
              <a:extLst>
                <a:ext uri="{FF2B5EF4-FFF2-40B4-BE49-F238E27FC236}">
                  <a16:creationId xmlns:a16="http://schemas.microsoft.com/office/drawing/2014/main" id="{8B82782F-E7FE-4924-9F18-BB7D0ADF9A80}"/>
                </a:ext>
              </a:extLst>
            </p:cNvPr>
            <p:cNvSpPr/>
            <p:nvPr/>
          </p:nvSpPr>
          <p:spPr>
            <a:xfrm rot="20630650">
              <a:off x="10277849" y="2601587"/>
              <a:ext cx="38682" cy="65425"/>
            </a:xfrm>
            <a:custGeom>
              <a:avLst/>
              <a:gdLst>
                <a:gd name="connsiteX0" fmla="*/ 0 w 41072"/>
                <a:gd name="connsiteY0" fmla="*/ 54263 h 69467"/>
                <a:gd name="connsiteX1" fmla="*/ 1162 w 41072"/>
                <a:gd name="connsiteY1" fmla="*/ 16675 h 69467"/>
                <a:gd name="connsiteX2" fmla="*/ 8133 w 41072"/>
                <a:gd name="connsiteY2" fmla="*/ 0 h 69467"/>
                <a:gd name="connsiteX3" fmla="*/ 7996 w 41072"/>
                <a:gd name="connsiteY3" fmla="*/ 0 h 69467"/>
                <a:gd name="connsiteX4" fmla="*/ 16744 w 41072"/>
                <a:gd name="connsiteY4" fmla="*/ 6287 h 69467"/>
                <a:gd name="connsiteX5" fmla="*/ 20981 w 41072"/>
                <a:gd name="connsiteY5" fmla="*/ 9021 h 69467"/>
                <a:gd name="connsiteX6" fmla="*/ 26858 w 41072"/>
                <a:gd name="connsiteY6" fmla="*/ 13873 h 69467"/>
                <a:gd name="connsiteX7" fmla="*/ 41073 w 41072"/>
                <a:gd name="connsiteY7" fmla="*/ 26380 h 69467"/>
                <a:gd name="connsiteX8" fmla="*/ 27473 w 41072"/>
                <a:gd name="connsiteY8" fmla="*/ 41415 h 69467"/>
                <a:gd name="connsiteX9" fmla="*/ 26516 w 41072"/>
                <a:gd name="connsiteY9" fmla="*/ 67111 h 69467"/>
                <a:gd name="connsiteX10" fmla="*/ 11140 w 41072"/>
                <a:gd name="connsiteY10" fmla="*/ 66222 h 69467"/>
                <a:gd name="connsiteX11" fmla="*/ 1914 w 41072"/>
                <a:gd name="connsiteY11" fmla="*/ 57885 h 69467"/>
                <a:gd name="connsiteX12" fmla="*/ 0 w 41072"/>
                <a:gd name="connsiteY12" fmla="*/ 54263 h 69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072" h="69467">
                  <a:moveTo>
                    <a:pt x="0" y="54263"/>
                  </a:moveTo>
                  <a:cubicBezTo>
                    <a:pt x="410" y="41756"/>
                    <a:pt x="888" y="29182"/>
                    <a:pt x="1162" y="16675"/>
                  </a:cubicBezTo>
                  <a:cubicBezTo>
                    <a:pt x="1299" y="10183"/>
                    <a:pt x="2802" y="4306"/>
                    <a:pt x="8133" y="0"/>
                  </a:cubicBezTo>
                  <a:cubicBezTo>
                    <a:pt x="8133" y="0"/>
                    <a:pt x="7996" y="0"/>
                    <a:pt x="7996" y="0"/>
                  </a:cubicBezTo>
                  <a:cubicBezTo>
                    <a:pt x="9773" y="3759"/>
                    <a:pt x="12711" y="5741"/>
                    <a:pt x="16744" y="6287"/>
                  </a:cubicBezTo>
                  <a:cubicBezTo>
                    <a:pt x="18794" y="6219"/>
                    <a:pt x="20229" y="7107"/>
                    <a:pt x="20981" y="9021"/>
                  </a:cubicBezTo>
                  <a:cubicBezTo>
                    <a:pt x="23373" y="10114"/>
                    <a:pt x="25355" y="11755"/>
                    <a:pt x="26858" y="13873"/>
                  </a:cubicBezTo>
                  <a:cubicBezTo>
                    <a:pt x="33214" y="16197"/>
                    <a:pt x="38339" y="19887"/>
                    <a:pt x="41073" y="26380"/>
                  </a:cubicBezTo>
                  <a:cubicBezTo>
                    <a:pt x="32736" y="27951"/>
                    <a:pt x="27678" y="32325"/>
                    <a:pt x="27473" y="41415"/>
                  </a:cubicBezTo>
                  <a:cubicBezTo>
                    <a:pt x="27336" y="49957"/>
                    <a:pt x="26858" y="58568"/>
                    <a:pt x="26516" y="67111"/>
                  </a:cubicBezTo>
                  <a:cubicBezTo>
                    <a:pt x="21118" y="71143"/>
                    <a:pt x="16128" y="69434"/>
                    <a:pt x="11140" y="66222"/>
                  </a:cubicBezTo>
                  <a:cubicBezTo>
                    <a:pt x="7723" y="63830"/>
                    <a:pt x="4648" y="61028"/>
                    <a:pt x="1914" y="57885"/>
                  </a:cubicBezTo>
                  <a:cubicBezTo>
                    <a:pt x="1367" y="56654"/>
                    <a:pt x="683" y="55493"/>
                    <a:pt x="0" y="54263"/>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17" name="Graphic 2466">
              <a:extLst>
                <a:ext uri="{FF2B5EF4-FFF2-40B4-BE49-F238E27FC236}">
                  <a16:creationId xmlns:a16="http://schemas.microsoft.com/office/drawing/2014/main" id="{7AAE9D08-56BE-487C-AA64-92911EB3F559}"/>
                </a:ext>
              </a:extLst>
            </p:cNvPr>
            <p:cNvSpPr/>
            <p:nvPr/>
          </p:nvSpPr>
          <p:spPr>
            <a:xfrm rot="20630650">
              <a:off x="9970363" y="2572618"/>
              <a:ext cx="76113" cy="37988"/>
            </a:xfrm>
            <a:custGeom>
              <a:avLst/>
              <a:gdLst>
                <a:gd name="connsiteX0" fmla="*/ 80816 w 80815"/>
                <a:gd name="connsiteY0" fmla="*/ 9447 h 40335"/>
                <a:gd name="connsiteX1" fmla="*/ 67216 w 80815"/>
                <a:gd name="connsiteY1" fmla="*/ 20518 h 40335"/>
                <a:gd name="connsiteX2" fmla="*/ 59083 w 80815"/>
                <a:gd name="connsiteY2" fmla="*/ 36783 h 40335"/>
                <a:gd name="connsiteX3" fmla="*/ 2839 w 80815"/>
                <a:gd name="connsiteY3" fmla="*/ 32888 h 40335"/>
                <a:gd name="connsiteX4" fmla="*/ 1267 w 80815"/>
                <a:gd name="connsiteY4" fmla="*/ 23594 h 40335"/>
                <a:gd name="connsiteX5" fmla="*/ 721 w 80815"/>
                <a:gd name="connsiteY5" fmla="*/ 22500 h 40335"/>
                <a:gd name="connsiteX6" fmla="*/ 54026 w 80815"/>
                <a:gd name="connsiteY6" fmla="*/ 3023 h 40335"/>
                <a:gd name="connsiteX7" fmla="*/ 80816 w 80815"/>
                <a:gd name="connsiteY7" fmla="*/ 9447 h 40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815" h="40335">
                  <a:moveTo>
                    <a:pt x="80816" y="9447"/>
                  </a:moveTo>
                  <a:cubicBezTo>
                    <a:pt x="74324" y="10746"/>
                    <a:pt x="68310" y="12727"/>
                    <a:pt x="67216" y="20518"/>
                  </a:cubicBezTo>
                  <a:cubicBezTo>
                    <a:pt x="66328" y="26874"/>
                    <a:pt x="65371" y="33161"/>
                    <a:pt x="59083" y="36783"/>
                  </a:cubicBezTo>
                  <a:cubicBezTo>
                    <a:pt x="39811" y="43071"/>
                    <a:pt x="21155" y="40542"/>
                    <a:pt x="2839" y="32888"/>
                  </a:cubicBezTo>
                  <a:cubicBezTo>
                    <a:pt x="-305" y="30223"/>
                    <a:pt x="-851" y="27147"/>
                    <a:pt x="1267" y="23594"/>
                  </a:cubicBezTo>
                  <a:lnTo>
                    <a:pt x="721" y="22500"/>
                  </a:lnTo>
                  <a:cubicBezTo>
                    <a:pt x="15755" y="8422"/>
                    <a:pt x="30380" y="-6545"/>
                    <a:pt x="54026" y="3023"/>
                  </a:cubicBezTo>
                  <a:cubicBezTo>
                    <a:pt x="63320" y="3638"/>
                    <a:pt x="73230" y="1861"/>
                    <a:pt x="80816" y="9447"/>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18" name="Graphic 2466">
              <a:extLst>
                <a:ext uri="{FF2B5EF4-FFF2-40B4-BE49-F238E27FC236}">
                  <a16:creationId xmlns:a16="http://schemas.microsoft.com/office/drawing/2014/main" id="{24D3948A-6160-40E5-96D7-AEA4E7D59AE0}"/>
                </a:ext>
              </a:extLst>
            </p:cNvPr>
            <p:cNvSpPr/>
            <p:nvPr/>
          </p:nvSpPr>
          <p:spPr>
            <a:xfrm rot="20630650">
              <a:off x="10037034" y="3023874"/>
              <a:ext cx="86634" cy="30765"/>
            </a:xfrm>
            <a:custGeom>
              <a:avLst/>
              <a:gdLst>
                <a:gd name="connsiteX0" fmla="*/ 91645 w 91986"/>
                <a:gd name="connsiteY0" fmla="*/ 21186 h 32666"/>
                <a:gd name="connsiteX1" fmla="*/ 86451 w 91986"/>
                <a:gd name="connsiteY1" fmla="*/ 24808 h 32666"/>
                <a:gd name="connsiteX2" fmla="*/ 0 w 91986"/>
                <a:gd name="connsiteY2" fmla="*/ 32667 h 32666"/>
                <a:gd name="connsiteX3" fmla="*/ 65539 w 91986"/>
                <a:gd name="connsiteY3" fmla="*/ 0 h 32666"/>
                <a:gd name="connsiteX4" fmla="*/ 68683 w 91986"/>
                <a:gd name="connsiteY4" fmla="*/ 2802 h 32666"/>
                <a:gd name="connsiteX5" fmla="*/ 91986 w 91986"/>
                <a:gd name="connsiteY5" fmla="*/ 19887 h 32666"/>
                <a:gd name="connsiteX6" fmla="*/ 91645 w 91986"/>
                <a:gd name="connsiteY6" fmla="*/ 21186 h 32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986" h="32666">
                  <a:moveTo>
                    <a:pt x="91645" y="21186"/>
                  </a:moveTo>
                  <a:cubicBezTo>
                    <a:pt x="89937" y="22416"/>
                    <a:pt x="88297" y="24534"/>
                    <a:pt x="86451" y="24808"/>
                  </a:cubicBezTo>
                  <a:cubicBezTo>
                    <a:pt x="57884" y="28566"/>
                    <a:pt x="28771" y="26175"/>
                    <a:pt x="0" y="32667"/>
                  </a:cubicBezTo>
                  <a:cubicBezTo>
                    <a:pt x="18862" y="14283"/>
                    <a:pt x="43259" y="9431"/>
                    <a:pt x="65539" y="0"/>
                  </a:cubicBezTo>
                  <a:cubicBezTo>
                    <a:pt x="66564" y="957"/>
                    <a:pt x="67589" y="1914"/>
                    <a:pt x="68683" y="2802"/>
                  </a:cubicBezTo>
                  <a:cubicBezTo>
                    <a:pt x="73672" y="12233"/>
                    <a:pt x="85221" y="12780"/>
                    <a:pt x="91986" y="19887"/>
                  </a:cubicBezTo>
                  <a:cubicBezTo>
                    <a:pt x="91918" y="19887"/>
                    <a:pt x="91645" y="21186"/>
                    <a:pt x="91645" y="21186"/>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19" name="Graphic 2466">
              <a:extLst>
                <a:ext uri="{FF2B5EF4-FFF2-40B4-BE49-F238E27FC236}">
                  <a16:creationId xmlns:a16="http://schemas.microsoft.com/office/drawing/2014/main" id="{C0D50B6B-0E51-4C07-ADAB-BD90CAEBF3AE}"/>
                </a:ext>
              </a:extLst>
            </p:cNvPr>
            <p:cNvSpPr/>
            <p:nvPr/>
          </p:nvSpPr>
          <p:spPr>
            <a:xfrm rot="20630650">
              <a:off x="9950672" y="2572956"/>
              <a:ext cx="68355" cy="28066"/>
            </a:xfrm>
            <a:custGeom>
              <a:avLst/>
              <a:gdLst>
                <a:gd name="connsiteX0" fmla="*/ 72578 w 72577"/>
                <a:gd name="connsiteY0" fmla="*/ 9502 h 29800"/>
                <a:gd name="connsiteX1" fmla="*/ 43123 w 72577"/>
                <a:gd name="connsiteY1" fmla="*/ 23853 h 29800"/>
                <a:gd name="connsiteX2" fmla="*/ 19273 w 72577"/>
                <a:gd name="connsiteY2" fmla="*/ 28979 h 29800"/>
                <a:gd name="connsiteX3" fmla="*/ 13122 w 72577"/>
                <a:gd name="connsiteY3" fmla="*/ 22692 h 29800"/>
                <a:gd name="connsiteX4" fmla="*/ 0 w 72577"/>
                <a:gd name="connsiteY4" fmla="*/ 16473 h 29800"/>
                <a:gd name="connsiteX5" fmla="*/ 0 w 72577"/>
                <a:gd name="connsiteY5" fmla="*/ 16473 h 29800"/>
                <a:gd name="connsiteX6" fmla="*/ 33145 w 72577"/>
                <a:gd name="connsiteY6" fmla="*/ 2805 h 29800"/>
                <a:gd name="connsiteX7" fmla="*/ 72578 w 72577"/>
                <a:gd name="connsiteY7" fmla="*/ 9502 h 29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577" h="29800">
                  <a:moveTo>
                    <a:pt x="72578" y="9502"/>
                  </a:moveTo>
                  <a:cubicBezTo>
                    <a:pt x="60960" y="10459"/>
                    <a:pt x="49274" y="8545"/>
                    <a:pt x="43123" y="23853"/>
                  </a:cubicBezTo>
                  <a:cubicBezTo>
                    <a:pt x="39638" y="32669"/>
                    <a:pt x="27815" y="29116"/>
                    <a:pt x="19273" y="28979"/>
                  </a:cubicBezTo>
                  <a:cubicBezTo>
                    <a:pt x="17222" y="26861"/>
                    <a:pt x="15171" y="24742"/>
                    <a:pt x="13122" y="22692"/>
                  </a:cubicBezTo>
                  <a:cubicBezTo>
                    <a:pt x="9499" y="18933"/>
                    <a:pt x="3554" y="20300"/>
                    <a:pt x="0" y="16473"/>
                  </a:cubicBezTo>
                  <a:lnTo>
                    <a:pt x="0" y="16473"/>
                  </a:lnTo>
                  <a:cubicBezTo>
                    <a:pt x="1503" y="-1706"/>
                    <a:pt x="3076" y="-2389"/>
                    <a:pt x="33145" y="2805"/>
                  </a:cubicBezTo>
                  <a:cubicBezTo>
                    <a:pt x="46404" y="4445"/>
                    <a:pt x="60755" y="-476"/>
                    <a:pt x="72578" y="9502"/>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20" name="Graphic 2466">
              <a:extLst>
                <a:ext uri="{FF2B5EF4-FFF2-40B4-BE49-F238E27FC236}">
                  <a16:creationId xmlns:a16="http://schemas.microsoft.com/office/drawing/2014/main" id="{A50105AE-85EF-4B34-9B5E-1B81CC7DD18D}"/>
                </a:ext>
              </a:extLst>
            </p:cNvPr>
            <p:cNvSpPr/>
            <p:nvPr/>
          </p:nvSpPr>
          <p:spPr>
            <a:xfrm rot="20630650">
              <a:off x="9911890" y="2580327"/>
              <a:ext cx="69319" cy="18845"/>
            </a:xfrm>
            <a:custGeom>
              <a:avLst/>
              <a:gdLst>
                <a:gd name="connsiteX0" fmla="*/ 73602 w 73602"/>
                <a:gd name="connsiteY0" fmla="*/ 6410 h 20009"/>
                <a:gd name="connsiteX1" fmla="*/ 54877 w 73602"/>
                <a:gd name="connsiteY1" fmla="*/ 7093 h 20009"/>
                <a:gd name="connsiteX2" fmla="*/ 40457 w 73602"/>
                <a:gd name="connsiteY2" fmla="*/ 20009 h 20009"/>
                <a:gd name="connsiteX3" fmla="*/ 0 w 73602"/>
                <a:gd name="connsiteY3" fmla="*/ 6205 h 20009"/>
                <a:gd name="connsiteX4" fmla="*/ 73602 w 73602"/>
                <a:gd name="connsiteY4" fmla="*/ 6410 h 2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602" h="20009">
                  <a:moveTo>
                    <a:pt x="73602" y="6410"/>
                  </a:moveTo>
                  <a:cubicBezTo>
                    <a:pt x="67384" y="6683"/>
                    <a:pt x="61096" y="7025"/>
                    <a:pt x="54877" y="7093"/>
                  </a:cubicBezTo>
                  <a:cubicBezTo>
                    <a:pt x="46198" y="7161"/>
                    <a:pt x="41346" y="11398"/>
                    <a:pt x="40457" y="20009"/>
                  </a:cubicBezTo>
                  <a:cubicBezTo>
                    <a:pt x="26584" y="17617"/>
                    <a:pt x="13668" y="12697"/>
                    <a:pt x="0" y="6205"/>
                  </a:cubicBezTo>
                  <a:cubicBezTo>
                    <a:pt x="17973" y="-2338"/>
                    <a:pt x="50845" y="-1860"/>
                    <a:pt x="73602" y="6410"/>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21" name="Graphic 2466">
              <a:extLst>
                <a:ext uri="{FF2B5EF4-FFF2-40B4-BE49-F238E27FC236}">
                  <a16:creationId xmlns:a16="http://schemas.microsoft.com/office/drawing/2014/main" id="{38499E52-02C0-4718-93C2-3D8800F4C474}"/>
                </a:ext>
              </a:extLst>
            </p:cNvPr>
            <p:cNvSpPr/>
            <p:nvPr/>
          </p:nvSpPr>
          <p:spPr>
            <a:xfrm rot="20630650">
              <a:off x="10076303" y="2992589"/>
              <a:ext cx="56705" cy="27717"/>
            </a:xfrm>
            <a:custGeom>
              <a:avLst/>
              <a:gdLst>
                <a:gd name="connsiteX0" fmla="*/ 60208 w 60208"/>
                <a:gd name="connsiteY0" fmla="*/ 6141 h 29430"/>
                <a:gd name="connsiteX1" fmla="*/ 41482 w 60208"/>
                <a:gd name="connsiteY1" fmla="*/ 18716 h 29430"/>
                <a:gd name="connsiteX2" fmla="*/ 15034 w 60208"/>
                <a:gd name="connsiteY2" fmla="*/ 26302 h 29430"/>
                <a:gd name="connsiteX3" fmla="*/ 15102 w 60208"/>
                <a:gd name="connsiteY3" fmla="*/ 24662 h 29430"/>
                <a:gd name="connsiteX4" fmla="*/ 1845 w 60208"/>
                <a:gd name="connsiteY4" fmla="*/ 18511 h 29430"/>
                <a:gd name="connsiteX5" fmla="*/ 68 w 60208"/>
                <a:gd name="connsiteY5" fmla="*/ 13317 h 29430"/>
                <a:gd name="connsiteX6" fmla="*/ 1230 w 60208"/>
                <a:gd name="connsiteY6" fmla="*/ 10583 h 29430"/>
                <a:gd name="connsiteX7" fmla="*/ 8884 w 60208"/>
                <a:gd name="connsiteY7" fmla="*/ 6141 h 29430"/>
                <a:gd name="connsiteX8" fmla="*/ 34375 w 60208"/>
                <a:gd name="connsiteY8" fmla="*/ 879 h 29430"/>
                <a:gd name="connsiteX9" fmla="*/ 47428 w 60208"/>
                <a:gd name="connsiteY9" fmla="*/ 674 h 29430"/>
                <a:gd name="connsiteX10" fmla="*/ 54604 w 60208"/>
                <a:gd name="connsiteY10" fmla="*/ 5594 h 29430"/>
                <a:gd name="connsiteX11" fmla="*/ 60208 w 60208"/>
                <a:gd name="connsiteY11" fmla="*/ 6141 h 29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208" h="29430">
                  <a:moveTo>
                    <a:pt x="60208" y="6141"/>
                  </a:moveTo>
                  <a:cubicBezTo>
                    <a:pt x="53989" y="10310"/>
                    <a:pt x="47701" y="14479"/>
                    <a:pt x="41482" y="18716"/>
                  </a:cubicBezTo>
                  <a:cubicBezTo>
                    <a:pt x="34033" y="25892"/>
                    <a:pt x="26789" y="34024"/>
                    <a:pt x="15034" y="26302"/>
                  </a:cubicBezTo>
                  <a:cubicBezTo>
                    <a:pt x="15034" y="26302"/>
                    <a:pt x="15102" y="24662"/>
                    <a:pt x="15102" y="24662"/>
                  </a:cubicBezTo>
                  <a:cubicBezTo>
                    <a:pt x="11959" y="19878"/>
                    <a:pt x="6970" y="18989"/>
                    <a:pt x="1845" y="18511"/>
                  </a:cubicBezTo>
                  <a:cubicBezTo>
                    <a:pt x="341" y="16871"/>
                    <a:pt x="-206" y="15094"/>
                    <a:pt x="68" y="13317"/>
                  </a:cubicBezTo>
                  <a:cubicBezTo>
                    <a:pt x="410" y="11472"/>
                    <a:pt x="819" y="10583"/>
                    <a:pt x="1230" y="10583"/>
                  </a:cubicBezTo>
                  <a:cubicBezTo>
                    <a:pt x="3485" y="8601"/>
                    <a:pt x="6013" y="7166"/>
                    <a:pt x="8884" y="6141"/>
                  </a:cubicBezTo>
                  <a:cubicBezTo>
                    <a:pt x="17290" y="4091"/>
                    <a:pt x="26038" y="3476"/>
                    <a:pt x="34375" y="879"/>
                  </a:cubicBezTo>
                  <a:cubicBezTo>
                    <a:pt x="38681" y="-146"/>
                    <a:pt x="43054" y="-351"/>
                    <a:pt x="47428" y="674"/>
                  </a:cubicBezTo>
                  <a:cubicBezTo>
                    <a:pt x="50161" y="1836"/>
                    <a:pt x="52554" y="3544"/>
                    <a:pt x="54604" y="5594"/>
                  </a:cubicBezTo>
                  <a:cubicBezTo>
                    <a:pt x="56517" y="5936"/>
                    <a:pt x="58363" y="6141"/>
                    <a:pt x="60208" y="6141"/>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22" name="Graphic 2466">
              <a:extLst>
                <a:ext uri="{FF2B5EF4-FFF2-40B4-BE49-F238E27FC236}">
                  <a16:creationId xmlns:a16="http://schemas.microsoft.com/office/drawing/2014/main" id="{AF29B858-1A6D-4AB3-8B0F-E76DBF970639}"/>
                </a:ext>
              </a:extLst>
            </p:cNvPr>
            <p:cNvSpPr/>
            <p:nvPr/>
          </p:nvSpPr>
          <p:spPr>
            <a:xfrm rot="20630650">
              <a:off x="9932390" y="2609962"/>
              <a:ext cx="45115" cy="14793"/>
            </a:xfrm>
            <a:custGeom>
              <a:avLst/>
              <a:gdLst>
                <a:gd name="connsiteX0" fmla="*/ 46950 w 47902"/>
                <a:gd name="connsiteY0" fmla="*/ 820 h 15707"/>
                <a:gd name="connsiteX1" fmla="*/ 46950 w 47902"/>
                <a:gd name="connsiteY1" fmla="*/ 7723 h 15707"/>
                <a:gd name="connsiteX2" fmla="*/ 45515 w 47902"/>
                <a:gd name="connsiteY2" fmla="*/ 15172 h 15707"/>
                <a:gd name="connsiteX3" fmla="*/ 20571 w 47902"/>
                <a:gd name="connsiteY3" fmla="*/ 7723 h 15707"/>
                <a:gd name="connsiteX4" fmla="*/ 0 w 47902"/>
                <a:gd name="connsiteY4" fmla="*/ 0 h 15707"/>
                <a:gd name="connsiteX5" fmla="*/ 46950 w 47902"/>
                <a:gd name="connsiteY5" fmla="*/ 820 h 15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902" h="15707">
                  <a:moveTo>
                    <a:pt x="46950" y="820"/>
                  </a:moveTo>
                  <a:cubicBezTo>
                    <a:pt x="46950" y="3144"/>
                    <a:pt x="46950" y="5467"/>
                    <a:pt x="46950" y="7723"/>
                  </a:cubicBezTo>
                  <a:cubicBezTo>
                    <a:pt x="48590" y="10593"/>
                    <a:pt x="48112" y="13121"/>
                    <a:pt x="45515" y="15172"/>
                  </a:cubicBezTo>
                  <a:cubicBezTo>
                    <a:pt x="35742" y="17632"/>
                    <a:pt x="28634" y="11003"/>
                    <a:pt x="20571" y="7723"/>
                  </a:cubicBezTo>
                  <a:cubicBezTo>
                    <a:pt x="13190" y="6561"/>
                    <a:pt x="5194" y="6971"/>
                    <a:pt x="0" y="0"/>
                  </a:cubicBezTo>
                  <a:cubicBezTo>
                    <a:pt x="15650" y="342"/>
                    <a:pt x="31300" y="615"/>
                    <a:pt x="46950" y="820"/>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23" name="Graphic 2466">
              <a:extLst>
                <a:ext uri="{FF2B5EF4-FFF2-40B4-BE49-F238E27FC236}">
                  <a16:creationId xmlns:a16="http://schemas.microsoft.com/office/drawing/2014/main" id="{13E20661-70D7-40E5-B3CF-0EFC2F993E40}"/>
                </a:ext>
              </a:extLst>
            </p:cNvPr>
            <p:cNvSpPr/>
            <p:nvPr/>
          </p:nvSpPr>
          <p:spPr>
            <a:xfrm rot="20630650">
              <a:off x="10043405" y="3014914"/>
              <a:ext cx="37846" cy="13078"/>
            </a:xfrm>
            <a:custGeom>
              <a:avLst/>
              <a:gdLst>
                <a:gd name="connsiteX0" fmla="*/ 0 w 40184"/>
                <a:gd name="connsiteY0" fmla="*/ 13886 h 13886"/>
                <a:gd name="connsiteX1" fmla="*/ 137 w 40184"/>
                <a:gd name="connsiteY1" fmla="*/ 8487 h 13886"/>
                <a:gd name="connsiteX2" fmla="*/ 33008 w 40184"/>
                <a:gd name="connsiteY2" fmla="*/ 1517 h 13886"/>
                <a:gd name="connsiteX3" fmla="*/ 40184 w 40184"/>
                <a:gd name="connsiteY3" fmla="*/ 1927 h 13886"/>
                <a:gd name="connsiteX4" fmla="*/ 39433 w 40184"/>
                <a:gd name="connsiteY4" fmla="*/ 8009 h 13886"/>
                <a:gd name="connsiteX5" fmla="*/ 0 w 40184"/>
                <a:gd name="connsiteY5" fmla="*/ 13886 h 13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84" h="13886">
                  <a:moveTo>
                    <a:pt x="0" y="13886"/>
                  </a:moveTo>
                  <a:cubicBezTo>
                    <a:pt x="137" y="12109"/>
                    <a:pt x="205" y="10264"/>
                    <a:pt x="137" y="8487"/>
                  </a:cubicBezTo>
                  <a:cubicBezTo>
                    <a:pt x="10251" y="2268"/>
                    <a:pt x="21459" y="1038"/>
                    <a:pt x="33008" y="1517"/>
                  </a:cubicBezTo>
                  <a:cubicBezTo>
                    <a:pt x="35537" y="-602"/>
                    <a:pt x="37929" y="-534"/>
                    <a:pt x="40184" y="1927"/>
                  </a:cubicBezTo>
                  <a:cubicBezTo>
                    <a:pt x="40048" y="3977"/>
                    <a:pt x="39774" y="6027"/>
                    <a:pt x="39433" y="8009"/>
                  </a:cubicBezTo>
                  <a:cubicBezTo>
                    <a:pt x="26243" y="9923"/>
                    <a:pt x="13122" y="11904"/>
                    <a:pt x="0" y="13886"/>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24" name="Graphic 2466">
              <a:extLst>
                <a:ext uri="{FF2B5EF4-FFF2-40B4-BE49-F238E27FC236}">
                  <a16:creationId xmlns:a16="http://schemas.microsoft.com/office/drawing/2014/main" id="{AFA2A932-F982-497D-A83C-F64C8802709B}"/>
                </a:ext>
              </a:extLst>
            </p:cNvPr>
            <p:cNvSpPr/>
            <p:nvPr/>
          </p:nvSpPr>
          <p:spPr>
            <a:xfrm rot="20630650">
              <a:off x="10381251" y="2746679"/>
              <a:ext cx="11909" cy="39895"/>
            </a:xfrm>
            <a:custGeom>
              <a:avLst/>
              <a:gdLst>
                <a:gd name="connsiteX0" fmla="*/ 6546 w 12645"/>
                <a:gd name="connsiteY0" fmla="*/ 42223 h 42359"/>
                <a:gd name="connsiteX1" fmla="*/ 395 w 12645"/>
                <a:gd name="connsiteY1" fmla="*/ 9351 h 42359"/>
                <a:gd name="connsiteX2" fmla="*/ 9417 w 12645"/>
                <a:gd name="connsiteY2" fmla="*/ 193 h 42359"/>
                <a:gd name="connsiteX3" fmla="*/ 10237 w 12645"/>
                <a:gd name="connsiteY3" fmla="*/ 41403 h 42359"/>
                <a:gd name="connsiteX4" fmla="*/ 8528 w 12645"/>
                <a:gd name="connsiteY4" fmla="*/ 42359 h 42359"/>
                <a:gd name="connsiteX5" fmla="*/ 6546 w 12645"/>
                <a:gd name="connsiteY5" fmla="*/ 42223 h 42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45" h="42359">
                  <a:moveTo>
                    <a:pt x="6546" y="42223"/>
                  </a:moveTo>
                  <a:cubicBezTo>
                    <a:pt x="4701" y="31220"/>
                    <a:pt x="10100" y="18919"/>
                    <a:pt x="395" y="9351"/>
                  </a:cubicBezTo>
                  <a:cubicBezTo>
                    <a:pt x="-1245" y="1765"/>
                    <a:pt x="2309" y="-764"/>
                    <a:pt x="9417" y="193"/>
                  </a:cubicBezTo>
                  <a:cubicBezTo>
                    <a:pt x="14063" y="13861"/>
                    <a:pt x="13107" y="27598"/>
                    <a:pt x="10237" y="41403"/>
                  </a:cubicBezTo>
                  <a:cubicBezTo>
                    <a:pt x="10237" y="41403"/>
                    <a:pt x="8528" y="42359"/>
                    <a:pt x="8528" y="42359"/>
                  </a:cubicBezTo>
                  <a:lnTo>
                    <a:pt x="6546" y="42223"/>
                  </a:ln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25" name="Graphic 2466">
              <a:extLst>
                <a:ext uri="{FF2B5EF4-FFF2-40B4-BE49-F238E27FC236}">
                  <a16:creationId xmlns:a16="http://schemas.microsoft.com/office/drawing/2014/main" id="{E34B4531-73AE-44A9-A1C5-0566A6B28156}"/>
                </a:ext>
              </a:extLst>
            </p:cNvPr>
            <p:cNvSpPr/>
            <p:nvPr/>
          </p:nvSpPr>
          <p:spPr>
            <a:xfrm rot="20630650">
              <a:off x="11701656" y="2152658"/>
              <a:ext cx="21626" cy="19774"/>
            </a:xfrm>
            <a:custGeom>
              <a:avLst/>
              <a:gdLst>
                <a:gd name="connsiteX0" fmla="*/ 22962 w 22962"/>
                <a:gd name="connsiteY0" fmla="*/ 12643 h 20996"/>
                <a:gd name="connsiteX1" fmla="*/ 15513 w 22962"/>
                <a:gd name="connsiteY1" fmla="*/ 20776 h 20996"/>
                <a:gd name="connsiteX2" fmla="*/ 4032 w 22962"/>
                <a:gd name="connsiteY2" fmla="*/ 11823 h 20996"/>
                <a:gd name="connsiteX3" fmla="*/ 0 w 22962"/>
                <a:gd name="connsiteY3" fmla="*/ 0 h 20996"/>
                <a:gd name="connsiteX4" fmla="*/ 22962 w 22962"/>
                <a:gd name="connsiteY4" fmla="*/ 12643 h 20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962" h="20996">
                  <a:moveTo>
                    <a:pt x="22962" y="12643"/>
                  </a:moveTo>
                  <a:cubicBezTo>
                    <a:pt x="20502" y="15377"/>
                    <a:pt x="17974" y="18110"/>
                    <a:pt x="15513" y="20776"/>
                  </a:cubicBezTo>
                  <a:cubicBezTo>
                    <a:pt x="8406" y="22006"/>
                    <a:pt x="5399" y="17974"/>
                    <a:pt x="4032" y="11823"/>
                  </a:cubicBezTo>
                  <a:cubicBezTo>
                    <a:pt x="2665" y="7859"/>
                    <a:pt x="1366" y="3964"/>
                    <a:pt x="0" y="0"/>
                  </a:cubicBezTo>
                  <a:cubicBezTo>
                    <a:pt x="8952" y="1845"/>
                    <a:pt x="17154" y="5126"/>
                    <a:pt x="22962" y="12643"/>
                  </a:cubicBezTo>
                  <a:close/>
                </a:path>
              </a:pathLst>
            </a:custGeom>
            <a:solidFill>
              <a:schemeClr val="bg1"/>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26" name="Graphic 2466">
              <a:extLst>
                <a:ext uri="{FF2B5EF4-FFF2-40B4-BE49-F238E27FC236}">
                  <a16:creationId xmlns:a16="http://schemas.microsoft.com/office/drawing/2014/main" id="{5230C8EA-4D37-4A8E-9868-8829CC438059}"/>
                </a:ext>
              </a:extLst>
            </p:cNvPr>
            <p:cNvSpPr/>
            <p:nvPr/>
          </p:nvSpPr>
          <p:spPr>
            <a:xfrm rot="20630650">
              <a:off x="10213590" y="2584899"/>
              <a:ext cx="11714" cy="6438"/>
            </a:xfrm>
            <a:custGeom>
              <a:avLst/>
              <a:gdLst>
                <a:gd name="connsiteX0" fmla="*/ 12438 w 12438"/>
                <a:gd name="connsiteY0" fmla="*/ 6836 h 6835"/>
                <a:gd name="connsiteX1" fmla="*/ 0 w 12438"/>
                <a:gd name="connsiteY1" fmla="*/ 1 h 6835"/>
                <a:gd name="connsiteX2" fmla="*/ 12438 w 12438"/>
                <a:gd name="connsiteY2" fmla="*/ 6836 h 6835"/>
              </a:gdLst>
              <a:ahLst/>
              <a:cxnLst>
                <a:cxn ang="0">
                  <a:pos x="connsiteX0" y="connsiteY0"/>
                </a:cxn>
                <a:cxn ang="0">
                  <a:pos x="connsiteX1" y="connsiteY1"/>
                </a:cxn>
                <a:cxn ang="0">
                  <a:pos x="connsiteX2" y="connsiteY2"/>
                </a:cxn>
              </a:cxnLst>
              <a:rect l="l" t="t" r="r" b="b"/>
              <a:pathLst>
                <a:path w="12438" h="6835">
                  <a:moveTo>
                    <a:pt x="12438" y="6836"/>
                  </a:moveTo>
                  <a:cubicBezTo>
                    <a:pt x="7108" y="6699"/>
                    <a:pt x="2597" y="5127"/>
                    <a:pt x="0" y="1"/>
                  </a:cubicBezTo>
                  <a:cubicBezTo>
                    <a:pt x="5468" y="-67"/>
                    <a:pt x="9568" y="2257"/>
                    <a:pt x="12438" y="6836"/>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27" name="Graphic 2466">
              <a:extLst>
                <a:ext uri="{FF2B5EF4-FFF2-40B4-BE49-F238E27FC236}">
                  <a16:creationId xmlns:a16="http://schemas.microsoft.com/office/drawing/2014/main" id="{4BCAA046-6D59-4B45-8378-10700AD86A78}"/>
                </a:ext>
              </a:extLst>
            </p:cNvPr>
            <p:cNvSpPr/>
            <p:nvPr/>
          </p:nvSpPr>
          <p:spPr>
            <a:xfrm rot="20630650">
              <a:off x="9952992" y="2596025"/>
              <a:ext cx="12357" cy="5885"/>
            </a:xfrm>
            <a:custGeom>
              <a:avLst/>
              <a:gdLst>
                <a:gd name="connsiteX0" fmla="*/ 0 w 13121"/>
                <a:gd name="connsiteY0" fmla="*/ 0 h 6249"/>
                <a:gd name="connsiteX1" fmla="*/ 13122 w 13121"/>
                <a:gd name="connsiteY1" fmla="*/ 6219 h 6249"/>
                <a:gd name="connsiteX2" fmla="*/ 0 w 13121"/>
                <a:gd name="connsiteY2" fmla="*/ 0 h 6249"/>
              </a:gdLst>
              <a:ahLst/>
              <a:cxnLst>
                <a:cxn ang="0">
                  <a:pos x="connsiteX0" y="connsiteY0"/>
                </a:cxn>
                <a:cxn ang="0">
                  <a:pos x="connsiteX1" y="connsiteY1"/>
                </a:cxn>
                <a:cxn ang="0">
                  <a:pos x="connsiteX2" y="connsiteY2"/>
                </a:cxn>
              </a:cxnLst>
              <a:rect l="l" t="t" r="r" b="b"/>
              <a:pathLst>
                <a:path w="13121" h="6249">
                  <a:moveTo>
                    <a:pt x="0" y="0"/>
                  </a:moveTo>
                  <a:cubicBezTo>
                    <a:pt x="5399" y="0"/>
                    <a:pt x="10114" y="1298"/>
                    <a:pt x="13122" y="6219"/>
                  </a:cubicBezTo>
                  <a:cubicBezTo>
                    <a:pt x="7654" y="6492"/>
                    <a:pt x="3007" y="4989"/>
                    <a:pt x="0" y="0"/>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28" name="Graphic 2466">
              <a:extLst>
                <a:ext uri="{FF2B5EF4-FFF2-40B4-BE49-F238E27FC236}">
                  <a16:creationId xmlns:a16="http://schemas.microsoft.com/office/drawing/2014/main" id="{9A0B7000-E80F-475F-9AE2-19C75DE3C4A8}"/>
                </a:ext>
              </a:extLst>
            </p:cNvPr>
            <p:cNvSpPr/>
            <p:nvPr/>
          </p:nvSpPr>
          <p:spPr>
            <a:xfrm rot="20630650">
              <a:off x="10342307" y="2849688"/>
              <a:ext cx="11007" cy="7530"/>
            </a:xfrm>
            <a:custGeom>
              <a:avLst/>
              <a:gdLst>
                <a:gd name="connsiteX0" fmla="*/ 0 w 11686"/>
                <a:gd name="connsiteY0" fmla="*/ 7996 h 7995"/>
                <a:gd name="connsiteX1" fmla="*/ 11687 w 11686"/>
                <a:gd name="connsiteY1" fmla="*/ 0 h 7995"/>
                <a:gd name="connsiteX2" fmla="*/ 0 w 11686"/>
                <a:gd name="connsiteY2" fmla="*/ 7996 h 7995"/>
              </a:gdLst>
              <a:ahLst/>
              <a:cxnLst>
                <a:cxn ang="0">
                  <a:pos x="connsiteX0" y="connsiteY0"/>
                </a:cxn>
                <a:cxn ang="0">
                  <a:pos x="connsiteX1" y="connsiteY1"/>
                </a:cxn>
                <a:cxn ang="0">
                  <a:pos x="connsiteX2" y="connsiteY2"/>
                </a:cxn>
              </a:cxnLst>
              <a:rect l="l" t="t" r="r" b="b"/>
              <a:pathLst>
                <a:path w="11686" h="7995">
                  <a:moveTo>
                    <a:pt x="0" y="7996"/>
                  </a:moveTo>
                  <a:cubicBezTo>
                    <a:pt x="1845" y="2255"/>
                    <a:pt x="6219" y="410"/>
                    <a:pt x="11687" y="0"/>
                  </a:cubicBezTo>
                  <a:cubicBezTo>
                    <a:pt x="9295" y="4852"/>
                    <a:pt x="5468" y="7586"/>
                    <a:pt x="0" y="7996"/>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29" name="Graphic 2466">
              <a:extLst>
                <a:ext uri="{FF2B5EF4-FFF2-40B4-BE49-F238E27FC236}">
                  <a16:creationId xmlns:a16="http://schemas.microsoft.com/office/drawing/2014/main" id="{A83598DA-7CC9-4E3A-AE92-7FEB5DEA594D}"/>
                </a:ext>
              </a:extLst>
            </p:cNvPr>
            <p:cNvSpPr/>
            <p:nvPr/>
          </p:nvSpPr>
          <p:spPr>
            <a:xfrm rot="20630650">
              <a:off x="10277404" y="2604901"/>
              <a:ext cx="8238" cy="5921"/>
            </a:xfrm>
            <a:custGeom>
              <a:avLst/>
              <a:gdLst>
                <a:gd name="connsiteX0" fmla="*/ 8748 w 8747"/>
                <a:gd name="connsiteY0" fmla="*/ 6287 h 6287"/>
                <a:gd name="connsiteX1" fmla="*/ 0 w 8747"/>
                <a:gd name="connsiteY1" fmla="*/ 0 h 6287"/>
                <a:gd name="connsiteX2" fmla="*/ 8748 w 8747"/>
                <a:gd name="connsiteY2" fmla="*/ 6287 h 6287"/>
              </a:gdLst>
              <a:ahLst/>
              <a:cxnLst>
                <a:cxn ang="0">
                  <a:pos x="connsiteX0" y="connsiteY0"/>
                </a:cxn>
                <a:cxn ang="0">
                  <a:pos x="connsiteX1" y="connsiteY1"/>
                </a:cxn>
                <a:cxn ang="0">
                  <a:pos x="connsiteX2" y="connsiteY2"/>
                </a:cxn>
              </a:cxnLst>
              <a:rect l="l" t="t" r="r" b="b"/>
              <a:pathLst>
                <a:path w="8747" h="6287">
                  <a:moveTo>
                    <a:pt x="8748" y="6287"/>
                  </a:moveTo>
                  <a:cubicBezTo>
                    <a:pt x="4511" y="6014"/>
                    <a:pt x="1640" y="3895"/>
                    <a:pt x="0" y="0"/>
                  </a:cubicBezTo>
                  <a:cubicBezTo>
                    <a:pt x="4169" y="342"/>
                    <a:pt x="7108" y="2460"/>
                    <a:pt x="8748" y="6287"/>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30" name="Graphic 2466">
              <a:extLst>
                <a:ext uri="{FF2B5EF4-FFF2-40B4-BE49-F238E27FC236}">
                  <a16:creationId xmlns:a16="http://schemas.microsoft.com/office/drawing/2014/main" id="{3500DEA4-ABBC-48AD-9A88-B9F0552BBA6F}"/>
                </a:ext>
              </a:extLst>
            </p:cNvPr>
            <p:cNvSpPr/>
            <p:nvPr/>
          </p:nvSpPr>
          <p:spPr>
            <a:xfrm rot="20630650">
              <a:off x="10291379" y="2610055"/>
              <a:ext cx="5535" cy="4576"/>
            </a:xfrm>
            <a:custGeom>
              <a:avLst/>
              <a:gdLst>
                <a:gd name="connsiteX0" fmla="*/ 5877 w 5877"/>
                <a:gd name="connsiteY0" fmla="*/ 4859 h 4859"/>
                <a:gd name="connsiteX1" fmla="*/ 0 w 5877"/>
                <a:gd name="connsiteY1" fmla="*/ 7 h 4859"/>
                <a:gd name="connsiteX2" fmla="*/ 5877 w 5877"/>
                <a:gd name="connsiteY2" fmla="*/ 4859 h 4859"/>
              </a:gdLst>
              <a:ahLst/>
              <a:cxnLst>
                <a:cxn ang="0">
                  <a:pos x="connsiteX0" y="connsiteY0"/>
                </a:cxn>
                <a:cxn ang="0">
                  <a:pos x="connsiteX1" y="connsiteY1"/>
                </a:cxn>
                <a:cxn ang="0">
                  <a:pos x="connsiteX2" y="connsiteY2"/>
                </a:cxn>
              </a:cxnLst>
              <a:rect l="l" t="t" r="r" b="b"/>
              <a:pathLst>
                <a:path w="5877" h="4859">
                  <a:moveTo>
                    <a:pt x="5877" y="4859"/>
                  </a:moveTo>
                  <a:cubicBezTo>
                    <a:pt x="3895" y="3219"/>
                    <a:pt x="1981" y="1579"/>
                    <a:pt x="0" y="7"/>
                  </a:cubicBezTo>
                  <a:cubicBezTo>
                    <a:pt x="3417" y="-130"/>
                    <a:pt x="5194" y="1716"/>
                    <a:pt x="5877" y="4859"/>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31" name="Graphic 2466">
              <a:extLst>
                <a:ext uri="{FF2B5EF4-FFF2-40B4-BE49-F238E27FC236}">
                  <a16:creationId xmlns:a16="http://schemas.microsoft.com/office/drawing/2014/main" id="{57CB8AD7-398F-4C0E-A4CE-031A6BB3B853}"/>
                </a:ext>
              </a:extLst>
            </p:cNvPr>
            <p:cNvSpPr/>
            <p:nvPr/>
          </p:nvSpPr>
          <p:spPr>
            <a:xfrm rot="20630650">
              <a:off x="10314019" y="2620154"/>
              <a:ext cx="7401" cy="6243"/>
            </a:xfrm>
            <a:custGeom>
              <a:avLst/>
              <a:gdLst>
                <a:gd name="connsiteX0" fmla="*/ 7859 w 7858"/>
                <a:gd name="connsiteY0" fmla="*/ 6629 h 6629"/>
                <a:gd name="connsiteX1" fmla="*/ 0 w 7858"/>
                <a:gd name="connsiteY1" fmla="*/ 0 h 6629"/>
                <a:gd name="connsiteX2" fmla="*/ 7859 w 7858"/>
                <a:gd name="connsiteY2" fmla="*/ 6629 h 6629"/>
              </a:gdLst>
              <a:ahLst/>
              <a:cxnLst>
                <a:cxn ang="0">
                  <a:pos x="connsiteX0" y="connsiteY0"/>
                </a:cxn>
                <a:cxn ang="0">
                  <a:pos x="connsiteX1" y="connsiteY1"/>
                </a:cxn>
                <a:cxn ang="0">
                  <a:pos x="connsiteX2" y="connsiteY2"/>
                </a:cxn>
              </a:cxnLst>
              <a:rect l="l" t="t" r="r" b="b"/>
              <a:pathLst>
                <a:path w="7858" h="6629">
                  <a:moveTo>
                    <a:pt x="7859" y="6629"/>
                  </a:moveTo>
                  <a:cubicBezTo>
                    <a:pt x="3963" y="5946"/>
                    <a:pt x="1366" y="3690"/>
                    <a:pt x="0" y="0"/>
                  </a:cubicBezTo>
                  <a:cubicBezTo>
                    <a:pt x="4032" y="478"/>
                    <a:pt x="6629" y="2802"/>
                    <a:pt x="7859" y="6629"/>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32" name="Graphic 2466">
              <a:extLst>
                <a:ext uri="{FF2B5EF4-FFF2-40B4-BE49-F238E27FC236}">
                  <a16:creationId xmlns:a16="http://schemas.microsoft.com/office/drawing/2014/main" id="{722ABEC0-79D7-4597-9851-0D5F655883BF}"/>
                </a:ext>
              </a:extLst>
            </p:cNvPr>
            <p:cNvSpPr/>
            <p:nvPr/>
          </p:nvSpPr>
          <p:spPr>
            <a:xfrm rot="20630650">
              <a:off x="10351684" y="2841651"/>
              <a:ext cx="6694" cy="5213"/>
            </a:xfrm>
            <a:custGeom>
              <a:avLst/>
              <a:gdLst>
                <a:gd name="connsiteX0" fmla="*/ 0 w 7107"/>
                <a:gd name="connsiteY0" fmla="*/ 5536 h 5535"/>
                <a:gd name="connsiteX1" fmla="*/ 7108 w 7107"/>
                <a:gd name="connsiteY1" fmla="*/ 0 h 5535"/>
                <a:gd name="connsiteX2" fmla="*/ 0 w 7107"/>
                <a:gd name="connsiteY2" fmla="*/ 5536 h 5535"/>
              </a:gdLst>
              <a:ahLst/>
              <a:cxnLst>
                <a:cxn ang="0">
                  <a:pos x="connsiteX0" y="connsiteY0"/>
                </a:cxn>
                <a:cxn ang="0">
                  <a:pos x="connsiteX1" y="connsiteY1"/>
                </a:cxn>
                <a:cxn ang="0">
                  <a:pos x="connsiteX2" y="connsiteY2"/>
                </a:cxn>
              </a:cxnLst>
              <a:rect l="l" t="t" r="r" b="b"/>
              <a:pathLst>
                <a:path w="7107" h="5535">
                  <a:moveTo>
                    <a:pt x="0" y="5536"/>
                  </a:moveTo>
                  <a:cubicBezTo>
                    <a:pt x="2392" y="3690"/>
                    <a:pt x="4715" y="1845"/>
                    <a:pt x="7108" y="0"/>
                  </a:cubicBezTo>
                  <a:cubicBezTo>
                    <a:pt x="6014" y="3485"/>
                    <a:pt x="3827" y="5536"/>
                    <a:pt x="0" y="5536"/>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33" name="Graphic 2466">
              <a:extLst>
                <a:ext uri="{FF2B5EF4-FFF2-40B4-BE49-F238E27FC236}">
                  <a16:creationId xmlns:a16="http://schemas.microsoft.com/office/drawing/2014/main" id="{C732F31F-5950-47A3-AF24-00DC5BF7FF87}"/>
                </a:ext>
              </a:extLst>
            </p:cNvPr>
            <p:cNvSpPr/>
            <p:nvPr/>
          </p:nvSpPr>
          <p:spPr>
            <a:xfrm rot="20630650">
              <a:off x="10323359" y="2876056"/>
              <a:ext cx="8110" cy="5277"/>
            </a:xfrm>
            <a:custGeom>
              <a:avLst/>
              <a:gdLst>
                <a:gd name="connsiteX0" fmla="*/ 0 w 8611"/>
                <a:gd name="connsiteY0" fmla="*/ 5604 h 5603"/>
                <a:gd name="connsiteX1" fmla="*/ 8611 w 8611"/>
                <a:gd name="connsiteY1" fmla="*/ 0 h 5603"/>
                <a:gd name="connsiteX2" fmla="*/ 0 w 8611"/>
                <a:gd name="connsiteY2" fmla="*/ 5604 h 5603"/>
              </a:gdLst>
              <a:ahLst/>
              <a:cxnLst>
                <a:cxn ang="0">
                  <a:pos x="connsiteX0" y="connsiteY0"/>
                </a:cxn>
                <a:cxn ang="0">
                  <a:pos x="connsiteX1" y="connsiteY1"/>
                </a:cxn>
                <a:cxn ang="0">
                  <a:pos x="connsiteX2" y="connsiteY2"/>
                </a:cxn>
              </a:cxnLst>
              <a:rect l="l" t="t" r="r" b="b"/>
              <a:pathLst>
                <a:path w="8611" h="5603">
                  <a:moveTo>
                    <a:pt x="0" y="5604"/>
                  </a:moveTo>
                  <a:cubicBezTo>
                    <a:pt x="1845" y="2187"/>
                    <a:pt x="4715" y="273"/>
                    <a:pt x="8611" y="0"/>
                  </a:cubicBezTo>
                  <a:cubicBezTo>
                    <a:pt x="6834" y="3554"/>
                    <a:pt x="4032" y="5467"/>
                    <a:pt x="0" y="5604"/>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34" name="Graphic 2466">
              <a:extLst>
                <a:ext uri="{FF2B5EF4-FFF2-40B4-BE49-F238E27FC236}">
                  <a16:creationId xmlns:a16="http://schemas.microsoft.com/office/drawing/2014/main" id="{97F80176-EBCA-4E10-9A2F-DCAB54928BDB}"/>
                </a:ext>
              </a:extLst>
            </p:cNvPr>
            <p:cNvSpPr/>
            <p:nvPr/>
          </p:nvSpPr>
          <p:spPr>
            <a:xfrm rot="20630650">
              <a:off x="10787031" y="2366624"/>
              <a:ext cx="18536" cy="5941"/>
            </a:xfrm>
            <a:custGeom>
              <a:avLst/>
              <a:gdLst>
                <a:gd name="connsiteX0" fmla="*/ 0 w 19682"/>
                <a:gd name="connsiteY0" fmla="*/ 6247 h 6308"/>
                <a:gd name="connsiteX1" fmla="*/ 19682 w 19682"/>
                <a:gd name="connsiteY1" fmla="*/ 233 h 6308"/>
                <a:gd name="connsiteX2" fmla="*/ 0 w 19682"/>
                <a:gd name="connsiteY2" fmla="*/ 6247 h 6308"/>
              </a:gdLst>
              <a:ahLst/>
              <a:cxnLst>
                <a:cxn ang="0">
                  <a:pos x="connsiteX0" y="connsiteY0"/>
                </a:cxn>
                <a:cxn ang="0">
                  <a:pos x="connsiteX1" y="connsiteY1"/>
                </a:cxn>
                <a:cxn ang="0">
                  <a:pos x="connsiteX2" y="connsiteY2"/>
                </a:cxn>
              </a:cxnLst>
              <a:rect l="l" t="t" r="r" b="b"/>
              <a:pathLst>
                <a:path w="19682" h="6308">
                  <a:moveTo>
                    <a:pt x="0" y="6247"/>
                  </a:moveTo>
                  <a:cubicBezTo>
                    <a:pt x="5536" y="917"/>
                    <a:pt x="12233" y="-655"/>
                    <a:pt x="19682" y="233"/>
                  </a:cubicBezTo>
                  <a:cubicBezTo>
                    <a:pt x="14693" y="7341"/>
                    <a:pt x="7176" y="6247"/>
                    <a:pt x="0" y="6247"/>
                  </a:cubicBezTo>
                  <a:close/>
                </a:path>
              </a:pathLst>
            </a:custGeom>
            <a:solidFill>
              <a:schemeClr val="bg1"/>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35" name="Graphic 2466">
              <a:extLst>
                <a:ext uri="{FF2B5EF4-FFF2-40B4-BE49-F238E27FC236}">
                  <a16:creationId xmlns:a16="http://schemas.microsoft.com/office/drawing/2014/main" id="{1BBD0B3A-A74F-4BCF-94FC-D7467B3E5345}"/>
                </a:ext>
              </a:extLst>
            </p:cNvPr>
            <p:cNvSpPr/>
            <p:nvPr/>
          </p:nvSpPr>
          <p:spPr>
            <a:xfrm rot="20630650">
              <a:off x="10770494" y="2377368"/>
              <a:ext cx="18987" cy="6229"/>
            </a:xfrm>
            <a:custGeom>
              <a:avLst/>
              <a:gdLst>
                <a:gd name="connsiteX0" fmla="*/ 0 w 20160"/>
                <a:gd name="connsiteY0" fmla="*/ 6402 h 6614"/>
                <a:gd name="connsiteX1" fmla="*/ 20160 w 20160"/>
                <a:gd name="connsiteY1" fmla="*/ 115 h 6614"/>
                <a:gd name="connsiteX2" fmla="*/ 0 w 20160"/>
                <a:gd name="connsiteY2" fmla="*/ 6402 h 6614"/>
              </a:gdLst>
              <a:ahLst/>
              <a:cxnLst>
                <a:cxn ang="0">
                  <a:pos x="connsiteX0" y="connsiteY0"/>
                </a:cxn>
                <a:cxn ang="0">
                  <a:pos x="connsiteX1" y="connsiteY1"/>
                </a:cxn>
                <a:cxn ang="0">
                  <a:pos x="connsiteX2" y="connsiteY2"/>
                </a:cxn>
              </a:cxnLst>
              <a:rect l="l" t="t" r="r" b="b"/>
              <a:pathLst>
                <a:path w="20160" h="6614">
                  <a:moveTo>
                    <a:pt x="0" y="6402"/>
                  </a:moveTo>
                  <a:cubicBezTo>
                    <a:pt x="5535" y="456"/>
                    <a:pt x="12643" y="-364"/>
                    <a:pt x="20160" y="115"/>
                  </a:cubicBezTo>
                  <a:cubicBezTo>
                    <a:pt x="15171" y="7769"/>
                    <a:pt x="7449" y="6675"/>
                    <a:pt x="0" y="6402"/>
                  </a:cubicBezTo>
                  <a:close/>
                </a:path>
              </a:pathLst>
            </a:custGeom>
            <a:solidFill>
              <a:schemeClr val="bg1"/>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36" name="Graphic 2466">
              <a:extLst>
                <a:ext uri="{FF2B5EF4-FFF2-40B4-BE49-F238E27FC236}">
                  <a16:creationId xmlns:a16="http://schemas.microsoft.com/office/drawing/2014/main" id="{C3F6C0B1-99E0-4F6C-8DA4-46DB8E18DA29}"/>
                </a:ext>
              </a:extLst>
            </p:cNvPr>
            <p:cNvSpPr/>
            <p:nvPr/>
          </p:nvSpPr>
          <p:spPr>
            <a:xfrm rot="20630650">
              <a:off x="10754040" y="2388216"/>
              <a:ext cx="19180" cy="6467"/>
            </a:xfrm>
            <a:custGeom>
              <a:avLst/>
              <a:gdLst>
                <a:gd name="connsiteX0" fmla="*/ 0 w 20365"/>
                <a:gd name="connsiteY0" fmla="*/ 6462 h 6866"/>
                <a:gd name="connsiteX1" fmla="*/ 20365 w 20365"/>
                <a:gd name="connsiteY1" fmla="*/ 38 h 6866"/>
                <a:gd name="connsiteX2" fmla="*/ 0 w 20365"/>
                <a:gd name="connsiteY2" fmla="*/ 6462 h 6866"/>
              </a:gdLst>
              <a:ahLst/>
              <a:cxnLst>
                <a:cxn ang="0">
                  <a:pos x="connsiteX0" y="connsiteY0"/>
                </a:cxn>
                <a:cxn ang="0">
                  <a:pos x="connsiteX1" y="connsiteY1"/>
                </a:cxn>
                <a:cxn ang="0">
                  <a:pos x="connsiteX2" y="connsiteY2"/>
                </a:cxn>
              </a:cxnLst>
              <a:rect l="l" t="t" r="r" b="b"/>
              <a:pathLst>
                <a:path w="20365" h="6866">
                  <a:moveTo>
                    <a:pt x="0" y="6462"/>
                  </a:moveTo>
                  <a:cubicBezTo>
                    <a:pt x="5468" y="243"/>
                    <a:pt x="12848" y="-167"/>
                    <a:pt x="20365" y="38"/>
                  </a:cubicBezTo>
                  <a:cubicBezTo>
                    <a:pt x="15513" y="8239"/>
                    <a:pt x="7654" y="7009"/>
                    <a:pt x="0" y="6462"/>
                  </a:cubicBezTo>
                  <a:close/>
                </a:path>
              </a:pathLst>
            </a:custGeom>
            <a:solidFill>
              <a:schemeClr val="bg1"/>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37" name="Graphic 2466">
              <a:extLst>
                <a:ext uri="{FF2B5EF4-FFF2-40B4-BE49-F238E27FC236}">
                  <a16:creationId xmlns:a16="http://schemas.microsoft.com/office/drawing/2014/main" id="{1B52F81F-3FAB-40FE-8860-0B115BCC5F44}"/>
                </a:ext>
              </a:extLst>
            </p:cNvPr>
            <p:cNvSpPr/>
            <p:nvPr/>
          </p:nvSpPr>
          <p:spPr>
            <a:xfrm rot="20630650">
              <a:off x="10625061" y="2550645"/>
              <a:ext cx="1220542" cy="54793"/>
            </a:xfrm>
            <a:custGeom>
              <a:avLst/>
              <a:gdLst>
                <a:gd name="connsiteX0" fmla="*/ 63 w 1295941"/>
                <a:gd name="connsiteY0" fmla="*/ 49158 h 58178"/>
                <a:gd name="connsiteX1" fmla="*/ 1772 w 1295941"/>
                <a:gd name="connsiteY1" fmla="*/ 25717 h 58178"/>
                <a:gd name="connsiteX2" fmla="*/ 4779 w 1295941"/>
                <a:gd name="connsiteY2" fmla="*/ 7948 h 58178"/>
                <a:gd name="connsiteX3" fmla="*/ 42776 w 1295941"/>
                <a:gd name="connsiteY3" fmla="*/ 226 h 58178"/>
                <a:gd name="connsiteX4" fmla="*/ 977405 w 1295941"/>
                <a:gd name="connsiteY4" fmla="*/ 89 h 58178"/>
                <a:gd name="connsiteX5" fmla="*/ 990390 w 1295941"/>
                <a:gd name="connsiteY5" fmla="*/ 1046 h 58178"/>
                <a:gd name="connsiteX6" fmla="*/ 993534 w 1295941"/>
                <a:gd name="connsiteY6" fmla="*/ 909 h 58178"/>
                <a:gd name="connsiteX7" fmla="*/ 1154477 w 1295941"/>
                <a:gd name="connsiteY7" fmla="*/ 89 h 58178"/>
                <a:gd name="connsiteX8" fmla="*/ 1295942 w 1295941"/>
                <a:gd name="connsiteY8" fmla="*/ 5078 h 58178"/>
                <a:gd name="connsiteX9" fmla="*/ 1267444 w 1295941"/>
                <a:gd name="connsiteY9" fmla="*/ 57291 h 58178"/>
                <a:gd name="connsiteX10" fmla="*/ 69907 w 1295941"/>
                <a:gd name="connsiteY10" fmla="*/ 57496 h 58178"/>
                <a:gd name="connsiteX11" fmla="*/ 27400 w 1295941"/>
                <a:gd name="connsiteY11" fmla="*/ 58179 h 58178"/>
                <a:gd name="connsiteX12" fmla="*/ 63 w 1295941"/>
                <a:gd name="connsiteY12" fmla="*/ 49158 h 58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95941" h="58178">
                  <a:moveTo>
                    <a:pt x="63" y="49158"/>
                  </a:moveTo>
                  <a:cubicBezTo>
                    <a:pt x="611" y="41367"/>
                    <a:pt x="1225" y="33508"/>
                    <a:pt x="1772" y="25717"/>
                  </a:cubicBezTo>
                  <a:cubicBezTo>
                    <a:pt x="-757" y="19225"/>
                    <a:pt x="-1235" y="13006"/>
                    <a:pt x="4779" y="7948"/>
                  </a:cubicBezTo>
                  <a:cubicBezTo>
                    <a:pt x="16397" y="294"/>
                    <a:pt x="29655" y="226"/>
                    <a:pt x="42776" y="226"/>
                  </a:cubicBezTo>
                  <a:cubicBezTo>
                    <a:pt x="354343" y="-184"/>
                    <a:pt x="665840" y="89"/>
                    <a:pt x="977405" y="89"/>
                  </a:cubicBezTo>
                  <a:cubicBezTo>
                    <a:pt x="981779" y="89"/>
                    <a:pt x="986085" y="841"/>
                    <a:pt x="990390" y="1046"/>
                  </a:cubicBezTo>
                  <a:cubicBezTo>
                    <a:pt x="994696" y="1251"/>
                    <a:pt x="989639" y="-594"/>
                    <a:pt x="993534" y="909"/>
                  </a:cubicBezTo>
                  <a:cubicBezTo>
                    <a:pt x="1047318" y="21958"/>
                    <a:pt x="1100898" y="19225"/>
                    <a:pt x="1154477" y="89"/>
                  </a:cubicBezTo>
                  <a:cubicBezTo>
                    <a:pt x="1201495" y="4873"/>
                    <a:pt x="1249060" y="-4900"/>
                    <a:pt x="1295942" y="5078"/>
                  </a:cubicBezTo>
                  <a:cubicBezTo>
                    <a:pt x="1290679" y="24829"/>
                    <a:pt x="1280087" y="41641"/>
                    <a:pt x="1267444" y="57291"/>
                  </a:cubicBezTo>
                  <a:cubicBezTo>
                    <a:pt x="868265" y="57359"/>
                    <a:pt x="469086" y="57359"/>
                    <a:pt x="69907" y="57496"/>
                  </a:cubicBezTo>
                  <a:cubicBezTo>
                    <a:pt x="55761" y="57496"/>
                    <a:pt x="41547" y="57974"/>
                    <a:pt x="27400" y="58179"/>
                  </a:cubicBezTo>
                  <a:cubicBezTo>
                    <a:pt x="17217" y="58111"/>
                    <a:pt x="9016" y="52575"/>
                    <a:pt x="63" y="49158"/>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38" name="Graphic 2466">
              <a:extLst>
                <a:ext uri="{FF2B5EF4-FFF2-40B4-BE49-F238E27FC236}">
                  <a16:creationId xmlns:a16="http://schemas.microsoft.com/office/drawing/2014/main" id="{520B79F6-B478-47A6-9336-9E9F9D724145}"/>
                </a:ext>
              </a:extLst>
            </p:cNvPr>
            <p:cNvSpPr/>
            <p:nvPr/>
          </p:nvSpPr>
          <p:spPr>
            <a:xfrm rot="20630650">
              <a:off x="10556633" y="2325245"/>
              <a:ext cx="1206082" cy="61291"/>
            </a:xfrm>
            <a:custGeom>
              <a:avLst/>
              <a:gdLst>
                <a:gd name="connsiteX0" fmla="*/ 1253731 w 1280588"/>
                <a:gd name="connsiteY0" fmla="*/ 0 h 65078"/>
                <a:gd name="connsiteX1" fmla="*/ 1265212 w 1280588"/>
                <a:gd name="connsiteY1" fmla="*/ 8953 h 65078"/>
                <a:gd name="connsiteX2" fmla="*/ 1280589 w 1280588"/>
                <a:gd name="connsiteY2" fmla="*/ 38134 h 65078"/>
                <a:gd name="connsiteX3" fmla="*/ 1246282 w 1280588"/>
                <a:gd name="connsiteY3" fmla="*/ 57475 h 65078"/>
                <a:gd name="connsiteX4" fmla="*/ 1116297 w 1280588"/>
                <a:gd name="connsiteY4" fmla="*/ 63899 h 65078"/>
                <a:gd name="connsiteX5" fmla="*/ 1040849 w 1280588"/>
                <a:gd name="connsiteY5" fmla="*/ 63489 h 65078"/>
                <a:gd name="connsiteX6" fmla="*/ 962667 w 1280588"/>
                <a:gd name="connsiteY6" fmla="*/ 58636 h 65078"/>
                <a:gd name="connsiteX7" fmla="*/ 72118 w 1280588"/>
                <a:gd name="connsiteY7" fmla="*/ 58568 h 65078"/>
                <a:gd name="connsiteX8" fmla="*/ 6716 w 1280588"/>
                <a:gd name="connsiteY8" fmla="*/ 60413 h 65078"/>
                <a:gd name="connsiteX9" fmla="*/ 156 w 1280588"/>
                <a:gd name="connsiteY9" fmla="*/ 53853 h 65078"/>
                <a:gd name="connsiteX10" fmla="*/ 6579 w 1280588"/>
                <a:gd name="connsiteY10" fmla="*/ 28567 h 65078"/>
                <a:gd name="connsiteX11" fmla="*/ 78952 w 1280588"/>
                <a:gd name="connsiteY11" fmla="*/ 1709 h 65078"/>
                <a:gd name="connsiteX12" fmla="*/ 90297 w 1280588"/>
                <a:gd name="connsiteY12" fmla="*/ 7313 h 65078"/>
                <a:gd name="connsiteX13" fmla="*/ 116471 w 1280588"/>
                <a:gd name="connsiteY13" fmla="*/ 7928 h 65078"/>
                <a:gd name="connsiteX14" fmla="*/ 1213888 w 1280588"/>
                <a:gd name="connsiteY14" fmla="*/ 7928 h 65078"/>
                <a:gd name="connsiteX15" fmla="*/ 1240063 w 1280588"/>
                <a:gd name="connsiteY15" fmla="*/ 7586 h 65078"/>
                <a:gd name="connsiteX16" fmla="*/ 1253731 w 1280588"/>
                <a:gd name="connsiteY16" fmla="*/ 0 h 65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80588" h="65078">
                  <a:moveTo>
                    <a:pt x="1253731" y="0"/>
                  </a:moveTo>
                  <a:cubicBezTo>
                    <a:pt x="1257558" y="3007"/>
                    <a:pt x="1261385" y="5946"/>
                    <a:pt x="1265212" y="8953"/>
                  </a:cubicBezTo>
                  <a:cubicBezTo>
                    <a:pt x="1270338" y="18657"/>
                    <a:pt x="1275463" y="28361"/>
                    <a:pt x="1280589" y="38134"/>
                  </a:cubicBezTo>
                  <a:cubicBezTo>
                    <a:pt x="1278538" y="60960"/>
                    <a:pt x="1259608" y="57338"/>
                    <a:pt x="1246282" y="57475"/>
                  </a:cubicBezTo>
                  <a:cubicBezTo>
                    <a:pt x="1202817" y="58090"/>
                    <a:pt x="1159557" y="59867"/>
                    <a:pt x="1116297" y="63899"/>
                  </a:cubicBezTo>
                  <a:cubicBezTo>
                    <a:pt x="1091148" y="65402"/>
                    <a:pt x="1065999" y="65676"/>
                    <a:pt x="1040849" y="63489"/>
                  </a:cubicBezTo>
                  <a:cubicBezTo>
                    <a:pt x="1015017" y="58500"/>
                    <a:pt x="988842" y="58636"/>
                    <a:pt x="962667" y="58636"/>
                  </a:cubicBezTo>
                  <a:cubicBezTo>
                    <a:pt x="665795" y="58636"/>
                    <a:pt x="368991" y="58636"/>
                    <a:pt x="72118" y="58568"/>
                  </a:cubicBezTo>
                  <a:cubicBezTo>
                    <a:pt x="50249" y="58568"/>
                    <a:pt x="28516" y="60550"/>
                    <a:pt x="6716" y="60413"/>
                  </a:cubicBezTo>
                  <a:cubicBezTo>
                    <a:pt x="4530" y="58226"/>
                    <a:pt x="2342" y="56039"/>
                    <a:pt x="156" y="53853"/>
                  </a:cubicBezTo>
                  <a:cubicBezTo>
                    <a:pt x="-664" y="44627"/>
                    <a:pt x="1796" y="36289"/>
                    <a:pt x="6579" y="28567"/>
                  </a:cubicBezTo>
                  <a:cubicBezTo>
                    <a:pt x="30021" y="17837"/>
                    <a:pt x="53598" y="7313"/>
                    <a:pt x="78952" y="1709"/>
                  </a:cubicBezTo>
                  <a:cubicBezTo>
                    <a:pt x="82711" y="3690"/>
                    <a:pt x="86333" y="6902"/>
                    <a:pt x="90297" y="7313"/>
                  </a:cubicBezTo>
                  <a:cubicBezTo>
                    <a:pt x="98908" y="8269"/>
                    <a:pt x="107724" y="7928"/>
                    <a:pt x="116471" y="7928"/>
                  </a:cubicBezTo>
                  <a:cubicBezTo>
                    <a:pt x="482300" y="7928"/>
                    <a:pt x="848060" y="7928"/>
                    <a:pt x="1213888" y="7928"/>
                  </a:cubicBezTo>
                  <a:cubicBezTo>
                    <a:pt x="1222636" y="7928"/>
                    <a:pt x="1231383" y="7859"/>
                    <a:pt x="1240063" y="7586"/>
                  </a:cubicBezTo>
                  <a:cubicBezTo>
                    <a:pt x="1245735" y="7449"/>
                    <a:pt x="1250314" y="4647"/>
                    <a:pt x="1253731" y="0"/>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39" name="Graphic 2466">
              <a:extLst>
                <a:ext uri="{FF2B5EF4-FFF2-40B4-BE49-F238E27FC236}">
                  <a16:creationId xmlns:a16="http://schemas.microsoft.com/office/drawing/2014/main" id="{6E8513E9-B901-49E3-8870-B1BB68ED3209}"/>
                </a:ext>
              </a:extLst>
            </p:cNvPr>
            <p:cNvSpPr/>
            <p:nvPr/>
          </p:nvSpPr>
          <p:spPr>
            <a:xfrm rot="20630650">
              <a:off x="10645765" y="2465490"/>
              <a:ext cx="14868" cy="5771"/>
            </a:xfrm>
            <a:custGeom>
              <a:avLst/>
              <a:gdLst>
                <a:gd name="connsiteX0" fmla="*/ 15787 w 15787"/>
                <a:gd name="connsiteY0" fmla="*/ 42 h 6128"/>
                <a:gd name="connsiteX1" fmla="*/ 0 w 15787"/>
                <a:gd name="connsiteY1" fmla="*/ 5919 h 6128"/>
                <a:gd name="connsiteX2" fmla="*/ 15787 w 15787"/>
                <a:gd name="connsiteY2" fmla="*/ 42 h 6128"/>
              </a:gdLst>
              <a:ahLst/>
              <a:cxnLst>
                <a:cxn ang="0">
                  <a:pos x="connsiteX0" y="connsiteY0"/>
                </a:cxn>
                <a:cxn ang="0">
                  <a:pos x="connsiteX1" y="connsiteY1"/>
                </a:cxn>
                <a:cxn ang="0">
                  <a:pos x="connsiteX2" y="connsiteY2"/>
                </a:cxn>
              </a:cxnLst>
              <a:rect l="l" t="t" r="r" b="b"/>
              <a:pathLst>
                <a:path w="15787" h="6128">
                  <a:moveTo>
                    <a:pt x="15787" y="42"/>
                  </a:moveTo>
                  <a:cubicBezTo>
                    <a:pt x="12028" y="6124"/>
                    <a:pt x="6219" y="6534"/>
                    <a:pt x="0" y="5919"/>
                  </a:cubicBezTo>
                  <a:cubicBezTo>
                    <a:pt x="4032" y="725"/>
                    <a:pt x="9705" y="-231"/>
                    <a:pt x="15787" y="42"/>
                  </a:cubicBezTo>
                  <a:close/>
                </a:path>
              </a:pathLst>
            </a:custGeom>
            <a:solidFill>
              <a:schemeClr val="bg1"/>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40" name="Graphic 2466">
              <a:extLst>
                <a:ext uri="{FF2B5EF4-FFF2-40B4-BE49-F238E27FC236}">
                  <a16:creationId xmlns:a16="http://schemas.microsoft.com/office/drawing/2014/main" id="{23A85A3A-3941-40A6-BDAE-6C407377BDCD}"/>
                </a:ext>
              </a:extLst>
            </p:cNvPr>
            <p:cNvSpPr/>
            <p:nvPr/>
          </p:nvSpPr>
          <p:spPr>
            <a:xfrm rot="20630650">
              <a:off x="10002070" y="2676207"/>
              <a:ext cx="384339" cy="189394"/>
            </a:xfrm>
            <a:custGeom>
              <a:avLst/>
              <a:gdLst>
                <a:gd name="connsiteX0" fmla="*/ 405261 w 408081"/>
                <a:gd name="connsiteY0" fmla="*/ 132207 h 201094"/>
                <a:gd name="connsiteX1" fmla="*/ 396240 w 408081"/>
                <a:gd name="connsiteY1" fmla="*/ 141365 h 201094"/>
                <a:gd name="connsiteX2" fmla="*/ 336510 w 408081"/>
                <a:gd name="connsiteY2" fmla="*/ 180524 h 201094"/>
                <a:gd name="connsiteX3" fmla="*/ 322774 w 408081"/>
                <a:gd name="connsiteY3" fmla="*/ 186607 h 201094"/>
                <a:gd name="connsiteX4" fmla="*/ 322842 w 408081"/>
                <a:gd name="connsiteY4" fmla="*/ 186470 h 201094"/>
                <a:gd name="connsiteX5" fmla="*/ 303433 w 408081"/>
                <a:gd name="connsiteY5" fmla="*/ 192689 h 201094"/>
                <a:gd name="connsiteX6" fmla="*/ 270971 w 408081"/>
                <a:gd name="connsiteY6" fmla="*/ 200070 h 201094"/>
                <a:gd name="connsiteX7" fmla="*/ 257918 w 408081"/>
                <a:gd name="connsiteY7" fmla="*/ 201095 h 201094"/>
                <a:gd name="connsiteX8" fmla="*/ 248898 w 408081"/>
                <a:gd name="connsiteY8" fmla="*/ 199796 h 201094"/>
                <a:gd name="connsiteX9" fmla="*/ 244182 w 408081"/>
                <a:gd name="connsiteY9" fmla="*/ 197746 h 201094"/>
                <a:gd name="connsiteX10" fmla="*/ 250469 w 408081"/>
                <a:gd name="connsiteY10" fmla="*/ 193031 h 201094"/>
                <a:gd name="connsiteX11" fmla="*/ 261472 w 408081"/>
                <a:gd name="connsiteY11" fmla="*/ 185650 h 201094"/>
                <a:gd name="connsiteX12" fmla="*/ 244387 w 408081"/>
                <a:gd name="connsiteY12" fmla="*/ 186607 h 201094"/>
                <a:gd name="connsiteX13" fmla="*/ 198667 w 408081"/>
                <a:gd name="connsiteY13" fmla="*/ 193167 h 201094"/>
                <a:gd name="connsiteX14" fmla="*/ 172629 w 408081"/>
                <a:gd name="connsiteY14" fmla="*/ 192757 h 201094"/>
                <a:gd name="connsiteX15" fmla="*/ 140235 w 408081"/>
                <a:gd name="connsiteY15" fmla="*/ 186060 h 201094"/>
                <a:gd name="connsiteX16" fmla="*/ 137638 w 408081"/>
                <a:gd name="connsiteY16" fmla="*/ 183053 h 201094"/>
                <a:gd name="connsiteX17" fmla="*/ 140304 w 408081"/>
                <a:gd name="connsiteY17" fmla="*/ 181618 h 201094"/>
                <a:gd name="connsiteX18" fmla="*/ 183632 w 408081"/>
                <a:gd name="connsiteY18" fmla="*/ 171708 h 201094"/>
                <a:gd name="connsiteX19" fmla="*/ 186912 w 408081"/>
                <a:gd name="connsiteY19" fmla="*/ 166720 h 201094"/>
                <a:gd name="connsiteX20" fmla="*/ 128002 w 408081"/>
                <a:gd name="connsiteY20" fmla="*/ 166720 h 201094"/>
                <a:gd name="connsiteX21" fmla="*/ 95131 w 408081"/>
                <a:gd name="connsiteY21" fmla="*/ 165421 h 201094"/>
                <a:gd name="connsiteX22" fmla="*/ 73808 w 408081"/>
                <a:gd name="connsiteY22" fmla="*/ 156058 h 201094"/>
                <a:gd name="connsiteX23" fmla="*/ 86178 w 408081"/>
                <a:gd name="connsiteY23" fmla="*/ 142254 h 201094"/>
                <a:gd name="connsiteX24" fmla="*/ 93080 w 408081"/>
                <a:gd name="connsiteY24" fmla="*/ 142800 h 201094"/>
                <a:gd name="connsiteX25" fmla="*/ 83512 w 408081"/>
                <a:gd name="connsiteY25" fmla="*/ 141160 h 201094"/>
                <a:gd name="connsiteX26" fmla="*/ 75106 w 408081"/>
                <a:gd name="connsiteY26" fmla="*/ 140135 h 201094"/>
                <a:gd name="connsiteX27" fmla="*/ 55698 w 408081"/>
                <a:gd name="connsiteY27" fmla="*/ 133438 h 201094"/>
                <a:gd name="connsiteX28" fmla="*/ 37109 w 408081"/>
                <a:gd name="connsiteY28" fmla="*/ 126740 h 201094"/>
                <a:gd name="connsiteX29" fmla="*/ 26790 w 408081"/>
                <a:gd name="connsiteY29" fmla="*/ 120931 h 201094"/>
                <a:gd name="connsiteX30" fmla="*/ 22348 w 408081"/>
                <a:gd name="connsiteY30" fmla="*/ 114507 h 201094"/>
                <a:gd name="connsiteX31" fmla="*/ 0 w 408081"/>
                <a:gd name="connsiteY31" fmla="*/ 98652 h 201094"/>
                <a:gd name="connsiteX32" fmla="*/ 15856 w 408081"/>
                <a:gd name="connsiteY32" fmla="*/ 82865 h 201094"/>
                <a:gd name="connsiteX33" fmla="*/ 20502 w 408081"/>
                <a:gd name="connsiteY33" fmla="*/ 76100 h 201094"/>
                <a:gd name="connsiteX34" fmla="*/ 31369 w 408081"/>
                <a:gd name="connsiteY34" fmla="*/ 69744 h 201094"/>
                <a:gd name="connsiteX35" fmla="*/ 51050 w 408081"/>
                <a:gd name="connsiteY35" fmla="*/ 61270 h 201094"/>
                <a:gd name="connsiteX36" fmla="*/ 95131 w 408081"/>
                <a:gd name="connsiteY36" fmla="*/ 51634 h 201094"/>
                <a:gd name="connsiteX37" fmla="*/ 68614 w 408081"/>
                <a:gd name="connsiteY37" fmla="*/ 46371 h 201094"/>
                <a:gd name="connsiteX38" fmla="*/ 86725 w 408081"/>
                <a:gd name="connsiteY38" fmla="*/ 31610 h 201094"/>
                <a:gd name="connsiteX39" fmla="*/ 114471 w 408081"/>
                <a:gd name="connsiteY39" fmla="*/ 30243 h 201094"/>
                <a:gd name="connsiteX40" fmla="*/ 184794 w 408081"/>
                <a:gd name="connsiteY40" fmla="*/ 28671 h 201094"/>
                <a:gd name="connsiteX41" fmla="*/ 206458 w 408081"/>
                <a:gd name="connsiteY41" fmla="*/ 27988 h 201094"/>
                <a:gd name="connsiteX42" fmla="*/ 185340 w 408081"/>
                <a:gd name="connsiteY42" fmla="*/ 23409 h 201094"/>
                <a:gd name="connsiteX43" fmla="*/ 149325 w 408081"/>
                <a:gd name="connsiteY43" fmla="*/ 15550 h 201094"/>
                <a:gd name="connsiteX44" fmla="*/ 147275 w 408081"/>
                <a:gd name="connsiteY44" fmla="*/ 4137 h 201094"/>
                <a:gd name="connsiteX45" fmla="*/ 198804 w 408081"/>
                <a:gd name="connsiteY45" fmla="*/ 2633 h 201094"/>
                <a:gd name="connsiteX46" fmla="*/ 217393 w 408081"/>
                <a:gd name="connsiteY46" fmla="*/ 4205 h 201094"/>
                <a:gd name="connsiteX47" fmla="*/ 252998 w 408081"/>
                <a:gd name="connsiteY47" fmla="*/ 3863 h 201094"/>
                <a:gd name="connsiteX48" fmla="*/ 270971 w 408081"/>
                <a:gd name="connsiteY48" fmla="*/ 2702 h 201094"/>
                <a:gd name="connsiteX49" fmla="*/ 291405 w 408081"/>
                <a:gd name="connsiteY49" fmla="*/ 2838 h 201094"/>
                <a:gd name="connsiteX50" fmla="*/ 303707 w 408081"/>
                <a:gd name="connsiteY50" fmla="*/ 2565 h 201094"/>
                <a:gd name="connsiteX51" fmla="*/ 328788 w 408081"/>
                <a:gd name="connsiteY51" fmla="*/ 10971 h 201094"/>
                <a:gd name="connsiteX52" fmla="*/ 328856 w 408081"/>
                <a:gd name="connsiteY52" fmla="*/ 10902 h 201094"/>
                <a:gd name="connsiteX53" fmla="*/ 342593 w 408081"/>
                <a:gd name="connsiteY53" fmla="*/ 17395 h 201094"/>
                <a:gd name="connsiteX54" fmla="*/ 355372 w 408081"/>
                <a:gd name="connsiteY54" fmla="*/ 23819 h 201094"/>
                <a:gd name="connsiteX55" fmla="*/ 355304 w 408081"/>
                <a:gd name="connsiteY55" fmla="*/ 23751 h 201094"/>
                <a:gd name="connsiteX56" fmla="*/ 368289 w 408081"/>
                <a:gd name="connsiteY56" fmla="*/ 32088 h 201094"/>
                <a:gd name="connsiteX57" fmla="*/ 405876 w 408081"/>
                <a:gd name="connsiteY57" fmla="*/ 62842 h 201094"/>
                <a:gd name="connsiteX58" fmla="*/ 405261 w 408081"/>
                <a:gd name="connsiteY58" fmla="*/ 132207 h 201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408081" h="201094">
                  <a:moveTo>
                    <a:pt x="405261" y="132207"/>
                  </a:moveTo>
                  <a:cubicBezTo>
                    <a:pt x="402254" y="135283"/>
                    <a:pt x="399247" y="138358"/>
                    <a:pt x="396240" y="141365"/>
                  </a:cubicBezTo>
                  <a:cubicBezTo>
                    <a:pt x="376353" y="154418"/>
                    <a:pt x="356397" y="167471"/>
                    <a:pt x="336510" y="180524"/>
                  </a:cubicBezTo>
                  <a:cubicBezTo>
                    <a:pt x="332820" y="184488"/>
                    <a:pt x="326875" y="183463"/>
                    <a:pt x="322774" y="186607"/>
                  </a:cubicBezTo>
                  <a:lnTo>
                    <a:pt x="322842" y="186470"/>
                  </a:lnTo>
                  <a:cubicBezTo>
                    <a:pt x="315667" y="186333"/>
                    <a:pt x="308833" y="187358"/>
                    <a:pt x="303433" y="192689"/>
                  </a:cubicBezTo>
                  <a:cubicBezTo>
                    <a:pt x="292089" y="192757"/>
                    <a:pt x="281154" y="194739"/>
                    <a:pt x="270971" y="200070"/>
                  </a:cubicBezTo>
                  <a:cubicBezTo>
                    <a:pt x="266598" y="200412"/>
                    <a:pt x="262292" y="200753"/>
                    <a:pt x="257918" y="201095"/>
                  </a:cubicBezTo>
                  <a:cubicBezTo>
                    <a:pt x="254912" y="200685"/>
                    <a:pt x="251836" y="200412"/>
                    <a:pt x="248898" y="199796"/>
                  </a:cubicBezTo>
                  <a:cubicBezTo>
                    <a:pt x="247189" y="199455"/>
                    <a:pt x="244250" y="198498"/>
                    <a:pt x="244182" y="197746"/>
                  </a:cubicBezTo>
                  <a:cubicBezTo>
                    <a:pt x="244113" y="193714"/>
                    <a:pt x="247941" y="194056"/>
                    <a:pt x="250469" y="193031"/>
                  </a:cubicBezTo>
                  <a:cubicBezTo>
                    <a:pt x="253749" y="189955"/>
                    <a:pt x="255526" y="184625"/>
                    <a:pt x="261472" y="185650"/>
                  </a:cubicBezTo>
                  <a:cubicBezTo>
                    <a:pt x="255663" y="183600"/>
                    <a:pt x="249991" y="184625"/>
                    <a:pt x="244387" y="186607"/>
                  </a:cubicBezTo>
                  <a:cubicBezTo>
                    <a:pt x="228942" y="187427"/>
                    <a:pt x="213565" y="188725"/>
                    <a:pt x="198667" y="193167"/>
                  </a:cubicBezTo>
                  <a:cubicBezTo>
                    <a:pt x="189988" y="193031"/>
                    <a:pt x="181308" y="192894"/>
                    <a:pt x="172629" y="192757"/>
                  </a:cubicBezTo>
                  <a:cubicBezTo>
                    <a:pt x="162857" y="185718"/>
                    <a:pt x="150829" y="189272"/>
                    <a:pt x="140235" y="186060"/>
                  </a:cubicBezTo>
                  <a:cubicBezTo>
                    <a:pt x="137638" y="185035"/>
                    <a:pt x="136750" y="184010"/>
                    <a:pt x="137638" y="183053"/>
                  </a:cubicBezTo>
                  <a:cubicBezTo>
                    <a:pt x="138527" y="182096"/>
                    <a:pt x="139347" y="181618"/>
                    <a:pt x="140304" y="181618"/>
                  </a:cubicBezTo>
                  <a:cubicBezTo>
                    <a:pt x="154724" y="178337"/>
                    <a:pt x="169212" y="175125"/>
                    <a:pt x="183632" y="171708"/>
                  </a:cubicBezTo>
                  <a:cubicBezTo>
                    <a:pt x="184383" y="171503"/>
                    <a:pt x="184794" y="170000"/>
                    <a:pt x="186912" y="166720"/>
                  </a:cubicBezTo>
                  <a:cubicBezTo>
                    <a:pt x="166274" y="166720"/>
                    <a:pt x="147138" y="166720"/>
                    <a:pt x="128002" y="166720"/>
                  </a:cubicBezTo>
                  <a:cubicBezTo>
                    <a:pt x="117205" y="161731"/>
                    <a:pt x="106133" y="164601"/>
                    <a:pt x="95131" y="165421"/>
                  </a:cubicBezTo>
                  <a:cubicBezTo>
                    <a:pt x="87066" y="164464"/>
                    <a:pt x="79686" y="161936"/>
                    <a:pt x="73808" y="156058"/>
                  </a:cubicBezTo>
                  <a:cubicBezTo>
                    <a:pt x="70597" y="144987"/>
                    <a:pt x="78387" y="143552"/>
                    <a:pt x="86178" y="142254"/>
                  </a:cubicBezTo>
                  <a:cubicBezTo>
                    <a:pt x="88502" y="141843"/>
                    <a:pt x="90688" y="143279"/>
                    <a:pt x="93080" y="142800"/>
                  </a:cubicBezTo>
                  <a:cubicBezTo>
                    <a:pt x="89937" y="141980"/>
                    <a:pt x="86793" y="141433"/>
                    <a:pt x="83512" y="141160"/>
                  </a:cubicBezTo>
                  <a:cubicBezTo>
                    <a:pt x="80642" y="141023"/>
                    <a:pt x="77840" y="140613"/>
                    <a:pt x="75106" y="140135"/>
                  </a:cubicBezTo>
                  <a:cubicBezTo>
                    <a:pt x="68546" y="138153"/>
                    <a:pt x="62190" y="135624"/>
                    <a:pt x="55698" y="133438"/>
                  </a:cubicBezTo>
                  <a:cubicBezTo>
                    <a:pt x="49547" y="131182"/>
                    <a:pt x="43260" y="129064"/>
                    <a:pt x="37109" y="126740"/>
                  </a:cubicBezTo>
                  <a:cubicBezTo>
                    <a:pt x="33419" y="125305"/>
                    <a:pt x="29933" y="123391"/>
                    <a:pt x="26790" y="120931"/>
                  </a:cubicBezTo>
                  <a:cubicBezTo>
                    <a:pt x="24739" y="119223"/>
                    <a:pt x="23236" y="117036"/>
                    <a:pt x="22348" y="114507"/>
                  </a:cubicBezTo>
                  <a:cubicBezTo>
                    <a:pt x="14830" y="109177"/>
                    <a:pt x="7245" y="103846"/>
                    <a:pt x="0" y="98652"/>
                  </a:cubicBezTo>
                  <a:cubicBezTo>
                    <a:pt x="1982" y="89016"/>
                    <a:pt x="12370" y="89563"/>
                    <a:pt x="15856" y="82865"/>
                  </a:cubicBezTo>
                  <a:cubicBezTo>
                    <a:pt x="16812" y="80200"/>
                    <a:pt x="18384" y="77945"/>
                    <a:pt x="20502" y="76100"/>
                  </a:cubicBezTo>
                  <a:cubicBezTo>
                    <a:pt x="23782" y="73434"/>
                    <a:pt x="27473" y="71384"/>
                    <a:pt x="31369" y="69744"/>
                  </a:cubicBezTo>
                  <a:cubicBezTo>
                    <a:pt x="37998" y="67079"/>
                    <a:pt x="44627" y="64413"/>
                    <a:pt x="51050" y="61270"/>
                  </a:cubicBezTo>
                  <a:cubicBezTo>
                    <a:pt x="64309" y="53274"/>
                    <a:pt x="80369" y="58126"/>
                    <a:pt x="95131" y="51634"/>
                  </a:cubicBezTo>
                  <a:cubicBezTo>
                    <a:pt x="84538" y="53752"/>
                    <a:pt x="72031" y="60108"/>
                    <a:pt x="68614" y="46371"/>
                  </a:cubicBezTo>
                  <a:cubicBezTo>
                    <a:pt x="66154" y="36257"/>
                    <a:pt x="78660" y="34343"/>
                    <a:pt x="86725" y="31610"/>
                  </a:cubicBezTo>
                  <a:cubicBezTo>
                    <a:pt x="95951" y="31268"/>
                    <a:pt x="105450" y="35915"/>
                    <a:pt x="114471" y="30243"/>
                  </a:cubicBezTo>
                  <a:cubicBezTo>
                    <a:pt x="137912" y="29696"/>
                    <a:pt x="161353" y="29218"/>
                    <a:pt x="184794" y="28671"/>
                  </a:cubicBezTo>
                  <a:cubicBezTo>
                    <a:pt x="192038" y="25596"/>
                    <a:pt x="199350" y="25322"/>
                    <a:pt x="206458" y="27988"/>
                  </a:cubicBezTo>
                  <a:cubicBezTo>
                    <a:pt x="200376" y="23409"/>
                    <a:pt x="191491" y="29355"/>
                    <a:pt x="185340" y="23409"/>
                  </a:cubicBezTo>
                  <a:cubicBezTo>
                    <a:pt x="173312" y="20812"/>
                    <a:pt x="161284" y="18488"/>
                    <a:pt x="149325" y="15550"/>
                  </a:cubicBezTo>
                  <a:cubicBezTo>
                    <a:pt x="140782" y="13499"/>
                    <a:pt x="145156" y="8442"/>
                    <a:pt x="147275" y="4137"/>
                  </a:cubicBezTo>
                  <a:cubicBezTo>
                    <a:pt x="164497" y="3658"/>
                    <a:pt x="181650" y="3180"/>
                    <a:pt x="198804" y="2633"/>
                  </a:cubicBezTo>
                  <a:cubicBezTo>
                    <a:pt x="205022" y="3180"/>
                    <a:pt x="211173" y="3658"/>
                    <a:pt x="217393" y="4205"/>
                  </a:cubicBezTo>
                  <a:cubicBezTo>
                    <a:pt x="229284" y="11312"/>
                    <a:pt x="241107" y="1677"/>
                    <a:pt x="252998" y="3863"/>
                  </a:cubicBezTo>
                  <a:cubicBezTo>
                    <a:pt x="258738" y="-374"/>
                    <a:pt x="265983" y="20812"/>
                    <a:pt x="270971" y="2702"/>
                  </a:cubicBezTo>
                  <a:cubicBezTo>
                    <a:pt x="277874" y="-1057"/>
                    <a:pt x="284640" y="-784"/>
                    <a:pt x="291405" y="2838"/>
                  </a:cubicBezTo>
                  <a:cubicBezTo>
                    <a:pt x="295506" y="2770"/>
                    <a:pt x="299607" y="2633"/>
                    <a:pt x="303707" y="2565"/>
                  </a:cubicBezTo>
                  <a:cubicBezTo>
                    <a:pt x="311430" y="7212"/>
                    <a:pt x="319493" y="10971"/>
                    <a:pt x="328788" y="10971"/>
                  </a:cubicBezTo>
                  <a:cubicBezTo>
                    <a:pt x="328788" y="10971"/>
                    <a:pt x="328856" y="10902"/>
                    <a:pt x="328856" y="10902"/>
                  </a:cubicBezTo>
                  <a:cubicBezTo>
                    <a:pt x="333230" y="13499"/>
                    <a:pt x="339381" y="12338"/>
                    <a:pt x="342593" y="17395"/>
                  </a:cubicBezTo>
                  <a:cubicBezTo>
                    <a:pt x="345600" y="22042"/>
                    <a:pt x="350110" y="23682"/>
                    <a:pt x="355372" y="23819"/>
                  </a:cubicBezTo>
                  <a:cubicBezTo>
                    <a:pt x="355372" y="23819"/>
                    <a:pt x="355304" y="23751"/>
                    <a:pt x="355304" y="23751"/>
                  </a:cubicBezTo>
                  <a:cubicBezTo>
                    <a:pt x="359405" y="26963"/>
                    <a:pt x="366580" y="25254"/>
                    <a:pt x="368289" y="32088"/>
                  </a:cubicBezTo>
                  <a:cubicBezTo>
                    <a:pt x="380795" y="42339"/>
                    <a:pt x="393302" y="52590"/>
                    <a:pt x="405876" y="62842"/>
                  </a:cubicBezTo>
                  <a:cubicBezTo>
                    <a:pt x="408473" y="86077"/>
                    <a:pt x="409362" y="109177"/>
                    <a:pt x="405261" y="132207"/>
                  </a:cubicBezTo>
                  <a:close/>
                </a:path>
              </a:pathLst>
            </a:custGeom>
            <a:solidFill>
              <a:schemeClr val="bg1"/>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41" name="Graphic 2466">
              <a:extLst>
                <a:ext uri="{FF2B5EF4-FFF2-40B4-BE49-F238E27FC236}">
                  <a16:creationId xmlns:a16="http://schemas.microsoft.com/office/drawing/2014/main" id="{91AADD16-0C93-4D5F-B80B-84729E71EFE7}"/>
                </a:ext>
              </a:extLst>
            </p:cNvPr>
            <p:cNvSpPr/>
            <p:nvPr/>
          </p:nvSpPr>
          <p:spPr>
            <a:xfrm rot="20630650">
              <a:off x="10471608" y="2569994"/>
              <a:ext cx="136020" cy="34693"/>
            </a:xfrm>
            <a:custGeom>
              <a:avLst/>
              <a:gdLst>
                <a:gd name="connsiteX0" fmla="*/ 1393 w 144422"/>
                <a:gd name="connsiteY0" fmla="*/ 0 h 36836"/>
                <a:gd name="connsiteX1" fmla="*/ 35769 w 144422"/>
                <a:gd name="connsiteY1" fmla="*/ 6697 h 36836"/>
                <a:gd name="connsiteX2" fmla="*/ 132745 w 144422"/>
                <a:gd name="connsiteY2" fmla="*/ 6561 h 36836"/>
                <a:gd name="connsiteX3" fmla="*/ 143816 w 144422"/>
                <a:gd name="connsiteY3" fmla="*/ 16402 h 36836"/>
                <a:gd name="connsiteX4" fmla="*/ 137597 w 144422"/>
                <a:gd name="connsiteY4" fmla="*/ 35469 h 36836"/>
                <a:gd name="connsiteX5" fmla="*/ 126662 w 144422"/>
                <a:gd name="connsiteY5" fmla="*/ 36631 h 36836"/>
                <a:gd name="connsiteX6" fmla="*/ 38229 w 144422"/>
                <a:gd name="connsiteY6" fmla="*/ 35537 h 36836"/>
                <a:gd name="connsiteX7" fmla="*/ 1530 w 144422"/>
                <a:gd name="connsiteY7" fmla="*/ 19750 h 36836"/>
                <a:gd name="connsiteX8" fmla="*/ 1393 w 144422"/>
                <a:gd name="connsiteY8" fmla="*/ 0 h 36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422" h="36836">
                  <a:moveTo>
                    <a:pt x="1393" y="0"/>
                  </a:moveTo>
                  <a:cubicBezTo>
                    <a:pt x="12123" y="6082"/>
                    <a:pt x="23741" y="6766"/>
                    <a:pt x="35769" y="6697"/>
                  </a:cubicBezTo>
                  <a:cubicBezTo>
                    <a:pt x="68094" y="6424"/>
                    <a:pt x="100420" y="6561"/>
                    <a:pt x="132745" y="6561"/>
                  </a:cubicBezTo>
                  <a:cubicBezTo>
                    <a:pt x="138280" y="7791"/>
                    <a:pt x="141902" y="11140"/>
                    <a:pt x="143816" y="16402"/>
                  </a:cubicBezTo>
                  <a:cubicBezTo>
                    <a:pt x="145251" y="23919"/>
                    <a:pt x="144499" y="30685"/>
                    <a:pt x="137597" y="35469"/>
                  </a:cubicBezTo>
                  <a:cubicBezTo>
                    <a:pt x="134043" y="36767"/>
                    <a:pt x="130353" y="37109"/>
                    <a:pt x="126662" y="36631"/>
                  </a:cubicBezTo>
                  <a:cubicBezTo>
                    <a:pt x="97207" y="34580"/>
                    <a:pt x="67752" y="36152"/>
                    <a:pt x="38229" y="35537"/>
                  </a:cubicBezTo>
                  <a:cubicBezTo>
                    <a:pt x="23809" y="35264"/>
                    <a:pt x="9389" y="35127"/>
                    <a:pt x="1530" y="19750"/>
                  </a:cubicBezTo>
                  <a:cubicBezTo>
                    <a:pt x="-452" y="13121"/>
                    <a:pt x="-520" y="6561"/>
                    <a:pt x="1393" y="0"/>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42" name="Graphic 2466">
              <a:extLst>
                <a:ext uri="{FF2B5EF4-FFF2-40B4-BE49-F238E27FC236}">
                  <a16:creationId xmlns:a16="http://schemas.microsoft.com/office/drawing/2014/main" id="{23EDB9E0-C1C2-45CA-B15C-C2384C1E5D72}"/>
                </a:ext>
              </a:extLst>
            </p:cNvPr>
            <p:cNvSpPr/>
            <p:nvPr/>
          </p:nvSpPr>
          <p:spPr>
            <a:xfrm rot="20630650">
              <a:off x="10510443" y="2697129"/>
              <a:ext cx="128050" cy="39310"/>
            </a:xfrm>
            <a:custGeom>
              <a:avLst/>
              <a:gdLst>
                <a:gd name="connsiteX0" fmla="*/ 137 w 135961"/>
                <a:gd name="connsiteY0" fmla="*/ 30653 h 41738"/>
                <a:gd name="connsiteX1" fmla="*/ 0 w 135961"/>
                <a:gd name="connsiteY1" fmla="*/ 11039 h 41738"/>
                <a:gd name="connsiteX2" fmla="*/ 131078 w 135961"/>
                <a:gd name="connsiteY2" fmla="*/ 8510 h 41738"/>
                <a:gd name="connsiteX3" fmla="*/ 131967 w 135961"/>
                <a:gd name="connsiteY3" fmla="*/ 32566 h 41738"/>
                <a:gd name="connsiteX4" fmla="*/ 137 w 135961"/>
                <a:gd name="connsiteY4" fmla="*/ 30653 h 417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961" h="41738">
                  <a:moveTo>
                    <a:pt x="137" y="30653"/>
                  </a:moveTo>
                  <a:cubicBezTo>
                    <a:pt x="68" y="24092"/>
                    <a:pt x="0" y="17600"/>
                    <a:pt x="0" y="11039"/>
                  </a:cubicBezTo>
                  <a:cubicBezTo>
                    <a:pt x="43397" y="-5363"/>
                    <a:pt x="87135" y="-1126"/>
                    <a:pt x="131078" y="8510"/>
                  </a:cubicBezTo>
                  <a:cubicBezTo>
                    <a:pt x="137433" y="16301"/>
                    <a:pt x="137433" y="24297"/>
                    <a:pt x="131967" y="32566"/>
                  </a:cubicBezTo>
                  <a:cubicBezTo>
                    <a:pt x="87819" y="43501"/>
                    <a:pt x="43875" y="46713"/>
                    <a:pt x="137" y="30653"/>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43" name="Graphic 2466">
              <a:extLst>
                <a:ext uri="{FF2B5EF4-FFF2-40B4-BE49-F238E27FC236}">
                  <a16:creationId xmlns:a16="http://schemas.microsoft.com/office/drawing/2014/main" id="{E61054ED-1628-4DDA-AE36-5A88675DC554}"/>
                </a:ext>
              </a:extLst>
            </p:cNvPr>
            <p:cNvSpPr/>
            <p:nvPr/>
          </p:nvSpPr>
          <p:spPr>
            <a:xfrm rot="20630650">
              <a:off x="10501480" y="2667023"/>
              <a:ext cx="127859" cy="36739"/>
            </a:xfrm>
            <a:custGeom>
              <a:avLst/>
              <a:gdLst>
                <a:gd name="connsiteX0" fmla="*/ 68 w 135758"/>
                <a:gd name="connsiteY0" fmla="*/ 31174 h 39009"/>
                <a:gd name="connsiteX1" fmla="*/ 0 w 135758"/>
                <a:gd name="connsiteY1" fmla="*/ 11492 h 39009"/>
                <a:gd name="connsiteX2" fmla="*/ 130873 w 135758"/>
                <a:gd name="connsiteY2" fmla="*/ 9032 h 39009"/>
                <a:gd name="connsiteX3" fmla="*/ 131761 w 135758"/>
                <a:gd name="connsiteY3" fmla="*/ 32951 h 39009"/>
                <a:gd name="connsiteX4" fmla="*/ 68 w 135758"/>
                <a:gd name="connsiteY4" fmla="*/ 31174 h 39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58" h="39009">
                  <a:moveTo>
                    <a:pt x="68" y="31174"/>
                  </a:moveTo>
                  <a:cubicBezTo>
                    <a:pt x="68" y="24613"/>
                    <a:pt x="0" y="18053"/>
                    <a:pt x="0" y="11492"/>
                  </a:cubicBezTo>
                  <a:cubicBezTo>
                    <a:pt x="43328" y="-5525"/>
                    <a:pt x="86998" y="-1288"/>
                    <a:pt x="130873" y="9032"/>
                  </a:cubicBezTo>
                  <a:cubicBezTo>
                    <a:pt x="137160" y="16754"/>
                    <a:pt x="137296" y="24750"/>
                    <a:pt x="131761" y="32951"/>
                  </a:cubicBezTo>
                  <a:cubicBezTo>
                    <a:pt x="87749" y="40127"/>
                    <a:pt x="43807" y="42519"/>
                    <a:pt x="68" y="31174"/>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44" name="Graphic 2466">
              <a:extLst>
                <a:ext uri="{FF2B5EF4-FFF2-40B4-BE49-F238E27FC236}">
                  <a16:creationId xmlns:a16="http://schemas.microsoft.com/office/drawing/2014/main" id="{E9773612-44ED-4B9B-9FB1-DABDFF6E7C21}"/>
                </a:ext>
              </a:extLst>
            </p:cNvPr>
            <p:cNvSpPr/>
            <p:nvPr/>
          </p:nvSpPr>
          <p:spPr>
            <a:xfrm rot="20630650">
              <a:off x="10495407" y="2650282"/>
              <a:ext cx="127949" cy="28745"/>
            </a:xfrm>
            <a:custGeom>
              <a:avLst/>
              <a:gdLst>
                <a:gd name="connsiteX0" fmla="*/ 130804 w 135853"/>
                <a:gd name="connsiteY0" fmla="*/ 30520 h 30520"/>
                <a:gd name="connsiteX1" fmla="*/ 68 w 135853"/>
                <a:gd name="connsiteY1" fmla="*/ 30179 h 30520"/>
                <a:gd name="connsiteX2" fmla="*/ 0 w 135853"/>
                <a:gd name="connsiteY2" fmla="*/ 10496 h 30520"/>
                <a:gd name="connsiteX3" fmla="*/ 122193 w 135853"/>
                <a:gd name="connsiteY3" fmla="*/ 3047 h 30520"/>
                <a:gd name="connsiteX4" fmla="*/ 132513 w 135853"/>
                <a:gd name="connsiteY4" fmla="*/ 8856 h 30520"/>
                <a:gd name="connsiteX5" fmla="*/ 130804 w 135853"/>
                <a:gd name="connsiteY5" fmla="*/ 30520 h 30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5853" h="30520">
                  <a:moveTo>
                    <a:pt x="130804" y="30520"/>
                  </a:moveTo>
                  <a:cubicBezTo>
                    <a:pt x="87203" y="30384"/>
                    <a:pt x="43670" y="30315"/>
                    <a:pt x="68" y="30179"/>
                  </a:cubicBezTo>
                  <a:cubicBezTo>
                    <a:pt x="68" y="23618"/>
                    <a:pt x="0" y="17057"/>
                    <a:pt x="0" y="10496"/>
                  </a:cubicBezTo>
                  <a:cubicBezTo>
                    <a:pt x="39775" y="-7614"/>
                    <a:pt x="81326" y="3252"/>
                    <a:pt x="122193" y="3047"/>
                  </a:cubicBezTo>
                  <a:cubicBezTo>
                    <a:pt x="126089" y="4209"/>
                    <a:pt x="129506" y="6123"/>
                    <a:pt x="132513" y="8856"/>
                  </a:cubicBezTo>
                  <a:cubicBezTo>
                    <a:pt x="137092" y="16510"/>
                    <a:pt x="137365" y="23755"/>
                    <a:pt x="130804" y="30520"/>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45" name="Graphic 2466">
              <a:extLst>
                <a:ext uri="{FF2B5EF4-FFF2-40B4-BE49-F238E27FC236}">
                  <a16:creationId xmlns:a16="http://schemas.microsoft.com/office/drawing/2014/main" id="{A12F51A4-48CE-4058-90CD-78958B3A30C5}"/>
                </a:ext>
              </a:extLst>
            </p:cNvPr>
            <p:cNvSpPr/>
            <p:nvPr/>
          </p:nvSpPr>
          <p:spPr>
            <a:xfrm rot="20630650">
              <a:off x="10487605" y="2620021"/>
              <a:ext cx="128033" cy="35859"/>
            </a:xfrm>
            <a:custGeom>
              <a:avLst/>
              <a:gdLst>
                <a:gd name="connsiteX0" fmla="*/ 0 w 135942"/>
                <a:gd name="connsiteY0" fmla="*/ 24187 h 38074"/>
                <a:gd name="connsiteX1" fmla="*/ 68 w 135942"/>
                <a:gd name="connsiteY1" fmla="*/ 11065 h 38074"/>
                <a:gd name="connsiteX2" fmla="*/ 130668 w 135942"/>
                <a:gd name="connsiteY2" fmla="*/ 8332 h 38074"/>
                <a:gd name="connsiteX3" fmla="*/ 132445 w 135942"/>
                <a:gd name="connsiteY3" fmla="*/ 31978 h 38074"/>
                <a:gd name="connsiteX4" fmla="*/ 14352 w 135942"/>
                <a:gd name="connsiteY4" fmla="*/ 36010 h 38074"/>
                <a:gd name="connsiteX5" fmla="*/ 0 w 135942"/>
                <a:gd name="connsiteY5" fmla="*/ 24187 h 38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5942" h="38074">
                  <a:moveTo>
                    <a:pt x="0" y="24187"/>
                  </a:moveTo>
                  <a:cubicBezTo>
                    <a:pt x="0" y="19813"/>
                    <a:pt x="68" y="15439"/>
                    <a:pt x="68" y="11065"/>
                  </a:cubicBezTo>
                  <a:cubicBezTo>
                    <a:pt x="43260" y="-5473"/>
                    <a:pt x="86930" y="-962"/>
                    <a:pt x="130668" y="8332"/>
                  </a:cubicBezTo>
                  <a:cubicBezTo>
                    <a:pt x="137297" y="15781"/>
                    <a:pt x="137433" y="23709"/>
                    <a:pt x="132445" y="31978"/>
                  </a:cubicBezTo>
                  <a:cubicBezTo>
                    <a:pt x="93422" y="42707"/>
                    <a:pt x="53716" y="36010"/>
                    <a:pt x="14352" y="36010"/>
                  </a:cubicBezTo>
                  <a:cubicBezTo>
                    <a:pt x="7450" y="36010"/>
                    <a:pt x="3554" y="29654"/>
                    <a:pt x="0" y="24187"/>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46" name="Graphic 2466">
              <a:extLst>
                <a:ext uri="{FF2B5EF4-FFF2-40B4-BE49-F238E27FC236}">
                  <a16:creationId xmlns:a16="http://schemas.microsoft.com/office/drawing/2014/main" id="{57042780-1D8A-4E58-8635-D845660FBE98}"/>
                </a:ext>
              </a:extLst>
            </p:cNvPr>
            <p:cNvSpPr/>
            <p:nvPr/>
          </p:nvSpPr>
          <p:spPr>
            <a:xfrm rot="20630650">
              <a:off x="10485417" y="2598023"/>
              <a:ext cx="138234" cy="63294"/>
            </a:xfrm>
            <a:custGeom>
              <a:avLst/>
              <a:gdLst>
                <a:gd name="connsiteX0" fmla="*/ 131283 w 146773"/>
                <a:gd name="connsiteY0" fmla="*/ 52829 h 67204"/>
                <a:gd name="connsiteX1" fmla="*/ 131146 w 146773"/>
                <a:gd name="connsiteY1" fmla="*/ 33283 h 67204"/>
                <a:gd name="connsiteX2" fmla="*/ 36495 w 146773"/>
                <a:gd name="connsiteY2" fmla="*/ 26722 h 67204"/>
                <a:gd name="connsiteX3" fmla="*/ 0 w 146773"/>
                <a:gd name="connsiteY3" fmla="*/ 13533 h 67204"/>
                <a:gd name="connsiteX4" fmla="*/ 0 w 146773"/>
                <a:gd name="connsiteY4" fmla="*/ 411 h 67204"/>
                <a:gd name="connsiteX5" fmla="*/ 128139 w 146773"/>
                <a:gd name="connsiteY5" fmla="*/ 3282 h 67204"/>
                <a:gd name="connsiteX6" fmla="*/ 146728 w 146773"/>
                <a:gd name="connsiteY6" fmla="*/ 36700 h 67204"/>
                <a:gd name="connsiteX7" fmla="*/ 141056 w 146773"/>
                <a:gd name="connsiteY7" fmla="*/ 64173 h 67204"/>
                <a:gd name="connsiteX8" fmla="*/ 131283 w 146773"/>
                <a:gd name="connsiteY8" fmla="*/ 65950 h 67204"/>
                <a:gd name="connsiteX9" fmla="*/ 131283 w 146773"/>
                <a:gd name="connsiteY9" fmla="*/ 65950 h 67204"/>
                <a:gd name="connsiteX10" fmla="*/ 131283 w 146773"/>
                <a:gd name="connsiteY10" fmla="*/ 52829 h 67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773" h="67204">
                  <a:moveTo>
                    <a:pt x="131283" y="52829"/>
                  </a:moveTo>
                  <a:cubicBezTo>
                    <a:pt x="131215" y="46336"/>
                    <a:pt x="131146" y="39844"/>
                    <a:pt x="131146" y="33283"/>
                  </a:cubicBezTo>
                  <a:cubicBezTo>
                    <a:pt x="100461" y="19137"/>
                    <a:pt x="68000" y="29798"/>
                    <a:pt x="36495" y="26722"/>
                  </a:cubicBezTo>
                  <a:cubicBezTo>
                    <a:pt x="23031" y="25424"/>
                    <a:pt x="7928" y="29661"/>
                    <a:pt x="0" y="13533"/>
                  </a:cubicBezTo>
                  <a:cubicBezTo>
                    <a:pt x="0" y="9159"/>
                    <a:pt x="0" y="4785"/>
                    <a:pt x="0" y="411"/>
                  </a:cubicBezTo>
                  <a:cubicBezTo>
                    <a:pt x="42713" y="1778"/>
                    <a:pt x="85563" y="-2869"/>
                    <a:pt x="128139" y="3282"/>
                  </a:cubicBezTo>
                  <a:cubicBezTo>
                    <a:pt x="143243" y="9432"/>
                    <a:pt x="146455" y="22212"/>
                    <a:pt x="146728" y="36700"/>
                  </a:cubicBezTo>
                  <a:cubicBezTo>
                    <a:pt x="146933" y="46268"/>
                    <a:pt x="146660" y="55767"/>
                    <a:pt x="141056" y="64173"/>
                  </a:cubicBezTo>
                  <a:cubicBezTo>
                    <a:pt x="138322" y="67522"/>
                    <a:pt x="135042" y="68069"/>
                    <a:pt x="131283" y="65950"/>
                  </a:cubicBezTo>
                  <a:lnTo>
                    <a:pt x="131283" y="65950"/>
                  </a:lnTo>
                  <a:cubicBezTo>
                    <a:pt x="127387" y="61576"/>
                    <a:pt x="127319" y="57203"/>
                    <a:pt x="131283" y="52829"/>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47" name="Graphic 2466">
              <a:extLst>
                <a:ext uri="{FF2B5EF4-FFF2-40B4-BE49-F238E27FC236}">
                  <a16:creationId xmlns:a16="http://schemas.microsoft.com/office/drawing/2014/main" id="{BDAD443E-E729-487A-BB29-BF83C0C3441A}"/>
                </a:ext>
              </a:extLst>
            </p:cNvPr>
            <p:cNvSpPr/>
            <p:nvPr/>
          </p:nvSpPr>
          <p:spPr>
            <a:xfrm rot="20630650">
              <a:off x="10481719" y="2613390"/>
              <a:ext cx="124804" cy="18665"/>
            </a:xfrm>
            <a:custGeom>
              <a:avLst/>
              <a:gdLst>
                <a:gd name="connsiteX0" fmla="*/ 1437 w 132514"/>
                <a:gd name="connsiteY0" fmla="*/ 0 h 19818"/>
                <a:gd name="connsiteX1" fmla="*/ 35949 w 132514"/>
                <a:gd name="connsiteY1" fmla="*/ 6629 h 19818"/>
                <a:gd name="connsiteX2" fmla="*/ 117138 w 132514"/>
                <a:gd name="connsiteY2" fmla="*/ 6697 h 19818"/>
                <a:gd name="connsiteX3" fmla="*/ 132515 w 132514"/>
                <a:gd name="connsiteY3" fmla="*/ 19819 h 19818"/>
                <a:gd name="connsiteX4" fmla="*/ 1437 w 132514"/>
                <a:gd name="connsiteY4" fmla="*/ 19682 h 19818"/>
                <a:gd name="connsiteX5" fmla="*/ 1437 w 132514"/>
                <a:gd name="connsiteY5" fmla="*/ 0 h 1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514" h="19818">
                  <a:moveTo>
                    <a:pt x="1437" y="0"/>
                  </a:moveTo>
                  <a:cubicBezTo>
                    <a:pt x="12167" y="6356"/>
                    <a:pt x="23921" y="6766"/>
                    <a:pt x="35949" y="6629"/>
                  </a:cubicBezTo>
                  <a:cubicBezTo>
                    <a:pt x="63012" y="6424"/>
                    <a:pt x="90075" y="6697"/>
                    <a:pt x="117138" y="6697"/>
                  </a:cubicBezTo>
                  <a:cubicBezTo>
                    <a:pt x="126090" y="6697"/>
                    <a:pt x="131353" y="10729"/>
                    <a:pt x="132515" y="19819"/>
                  </a:cubicBezTo>
                  <a:cubicBezTo>
                    <a:pt x="88845" y="19819"/>
                    <a:pt x="45175" y="19750"/>
                    <a:pt x="1437" y="19682"/>
                  </a:cubicBezTo>
                  <a:cubicBezTo>
                    <a:pt x="-340" y="13121"/>
                    <a:pt x="-613" y="6561"/>
                    <a:pt x="1437" y="0"/>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48" name="Graphic 2466">
              <a:extLst>
                <a:ext uri="{FF2B5EF4-FFF2-40B4-BE49-F238E27FC236}">
                  <a16:creationId xmlns:a16="http://schemas.microsoft.com/office/drawing/2014/main" id="{6EEBCD03-E00A-448F-AC2F-A6FD6F81185A}"/>
                </a:ext>
              </a:extLst>
            </p:cNvPr>
            <p:cNvSpPr/>
            <p:nvPr/>
          </p:nvSpPr>
          <p:spPr>
            <a:xfrm rot="20630650">
              <a:off x="10490441" y="2643020"/>
              <a:ext cx="124849" cy="18536"/>
            </a:xfrm>
            <a:custGeom>
              <a:avLst/>
              <a:gdLst>
                <a:gd name="connsiteX0" fmla="*/ 132562 w 132561"/>
                <a:gd name="connsiteY0" fmla="*/ 6492 h 19682"/>
                <a:gd name="connsiteX1" fmla="*/ 132562 w 132561"/>
                <a:gd name="connsiteY1" fmla="*/ 19614 h 19682"/>
                <a:gd name="connsiteX2" fmla="*/ 1347 w 132561"/>
                <a:gd name="connsiteY2" fmla="*/ 19682 h 19682"/>
                <a:gd name="connsiteX3" fmla="*/ 1279 w 132561"/>
                <a:gd name="connsiteY3" fmla="*/ 0 h 19682"/>
                <a:gd name="connsiteX4" fmla="*/ 35654 w 132561"/>
                <a:gd name="connsiteY4" fmla="*/ 6629 h 19682"/>
                <a:gd name="connsiteX5" fmla="*/ 132562 w 132561"/>
                <a:gd name="connsiteY5" fmla="*/ 6492 h 19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561" h="19682">
                  <a:moveTo>
                    <a:pt x="132562" y="6492"/>
                  </a:moveTo>
                  <a:cubicBezTo>
                    <a:pt x="132562" y="10866"/>
                    <a:pt x="132562" y="15240"/>
                    <a:pt x="132562" y="19614"/>
                  </a:cubicBezTo>
                  <a:cubicBezTo>
                    <a:pt x="88824" y="19614"/>
                    <a:pt x="45085" y="19682"/>
                    <a:pt x="1347" y="19682"/>
                  </a:cubicBezTo>
                  <a:cubicBezTo>
                    <a:pt x="-225" y="13121"/>
                    <a:pt x="-634" y="6561"/>
                    <a:pt x="1279" y="0"/>
                  </a:cubicBezTo>
                  <a:cubicBezTo>
                    <a:pt x="11940" y="6219"/>
                    <a:pt x="23626" y="6766"/>
                    <a:pt x="35654" y="6629"/>
                  </a:cubicBezTo>
                  <a:cubicBezTo>
                    <a:pt x="67979" y="6356"/>
                    <a:pt x="100236" y="6492"/>
                    <a:pt x="132562" y="6492"/>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49" name="Graphic 2466">
              <a:extLst>
                <a:ext uri="{FF2B5EF4-FFF2-40B4-BE49-F238E27FC236}">
                  <a16:creationId xmlns:a16="http://schemas.microsoft.com/office/drawing/2014/main" id="{98F03EB0-7CA5-42BD-B0CD-BFDC3E3D1381}"/>
                </a:ext>
              </a:extLst>
            </p:cNvPr>
            <p:cNvSpPr/>
            <p:nvPr/>
          </p:nvSpPr>
          <p:spPr>
            <a:xfrm rot="20630650">
              <a:off x="10476123" y="2589195"/>
              <a:ext cx="125383" cy="18617"/>
            </a:xfrm>
            <a:custGeom>
              <a:avLst/>
              <a:gdLst>
                <a:gd name="connsiteX0" fmla="*/ 131283 w 133128"/>
                <a:gd name="connsiteY0" fmla="*/ 19682 h 19767"/>
                <a:gd name="connsiteX1" fmla="*/ 34376 w 133128"/>
                <a:gd name="connsiteY1" fmla="*/ 19750 h 19767"/>
                <a:gd name="connsiteX2" fmla="*/ 0 w 133128"/>
                <a:gd name="connsiteY2" fmla="*/ 13121 h 19767"/>
                <a:gd name="connsiteX3" fmla="*/ 0 w 133128"/>
                <a:gd name="connsiteY3" fmla="*/ 0 h 19767"/>
                <a:gd name="connsiteX4" fmla="*/ 34854 w 133128"/>
                <a:gd name="connsiteY4" fmla="*/ 6629 h 19767"/>
                <a:gd name="connsiteX5" fmla="*/ 110302 w 133128"/>
                <a:gd name="connsiteY5" fmla="*/ 6561 h 19767"/>
                <a:gd name="connsiteX6" fmla="*/ 131283 w 133128"/>
                <a:gd name="connsiteY6" fmla="*/ 13121 h 19767"/>
                <a:gd name="connsiteX7" fmla="*/ 132923 w 133128"/>
                <a:gd name="connsiteY7" fmla="*/ 17495 h 19767"/>
                <a:gd name="connsiteX8" fmla="*/ 131283 w 133128"/>
                <a:gd name="connsiteY8" fmla="*/ 19682 h 19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128" h="19767">
                  <a:moveTo>
                    <a:pt x="131283" y="19682"/>
                  </a:moveTo>
                  <a:cubicBezTo>
                    <a:pt x="98957" y="19682"/>
                    <a:pt x="66701" y="19477"/>
                    <a:pt x="34376" y="19750"/>
                  </a:cubicBezTo>
                  <a:cubicBezTo>
                    <a:pt x="22348" y="19887"/>
                    <a:pt x="10730" y="19340"/>
                    <a:pt x="0" y="13121"/>
                  </a:cubicBezTo>
                  <a:cubicBezTo>
                    <a:pt x="0" y="8748"/>
                    <a:pt x="0" y="4374"/>
                    <a:pt x="0" y="0"/>
                  </a:cubicBezTo>
                  <a:cubicBezTo>
                    <a:pt x="10798" y="6424"/>
                    <a:pt x="22758" y="6766"/>
                    <a:pt x="34854" y="6629"/>
                  </a:cubicBezTo>
                  <a:cubicBezTo>
                    <a:pt x="60003" y="6356"/>
                    <a:pt x="85153" y="6561"/>
                    <a:pt x="110302" y="6561"/>
                  </a:cubicBezTo>
                  <a:cubicBezTo>
                    <a:pt x="117956" y="6561"/>
                    <a:pt x="125747" y="6287"/>
                    <a:pt x="131283" y="13121"/>
                  </a:cubicBezTo>
                  <a:cubicBezTo>
                    <a:pt x="132923" y="14557"/>
                    <a:pt x="133470" y="16060"/>
                    <a:pt x="132923" y="17495"/>
                  </a:cubicBezTo>
                  <a:cubicBezTo>
                    <a:pt x="132376" y="18999"/>
                    <a:pt x="131830" y="19682"/>
                    <a:pt x="131283" y="19682"/>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50" name="Graphic 2466">
              <a:extLst>
                <a:ext uri="{FF2B5EF4-FFF2-40B4-BE49-F238E27FC236}">
                  <a16:creationId xmlns:a16="http://schemas.microsoft.com/office/drawing/2014/main" id="{91C622A4-0ECA-4D30-AEE2-E65587142690}"/>
                </a:ext>
              </a:extLst>
            </p:cNvPr>
            <p:cNvSpPr/>
            <p:nvPr/>
          </p:nvSpPr>
          <p:spPr>
            <a:xfrm rot="20630650">
              <a:off x="10517181" y="2730516"/>
              <a:ext cx="126279" cy="19761"/>
            </a:xfrm>
            <a:custGeom>
              <a:avLst/>
              <a:gdLst>
                <a:gd name="connsiteX0" fmla="*/ 131693 w 134080"/>
                <a:gd name="connsiteY0" fmla="*/ 20639 h 20981"/>
                <a:gd name="connsiteX1" fmla="*/ 0 w 134080"/>
                <a:gd name="connsiteY1" fmla="*/ 20981 h 20981"/>
                <a:gd name="connsiteX2" fmla="*/ 68 w 134080"/>
                <a:gd name="connsiteY2" fmla="*/ 7655 h 20981"/>
                <a:gd name="connsiteX3" fmla="*/ 128823 w 134080"/>
                <a:gd name="connsiteY3" fmla="*/ 4306 h 20981"/>
                <a:gd name="connsiteX4" fmla="*/ 131693 w 134080"/>
                <a:gd name="connsiteY4" fmla="*/ 20639 h 20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080" h="20981">
                  <a:moveTo>
                    <a:pt x="131693" y="20639"/>
                  </a:moveTo>
                  <a:cubicBezTo>
                    <a:pt x="87819" y="20776"/>
                    <a:pt x="43875" y="20844"/>
                    <a:pt x="0" y="20981"/>
                  </a:cubicBezTo>
                  <a:cubicBezTo>
                    <a:pt x="0" y="16539"/>
                    <a:pt x="68" y="12097"/>
                    <a:pt x="68" y="7655"/>
                  </a:cubicBezTo>
                  <a:cubicBezTo>
                    <a:pt x="42713" y="-4852"/>
                    <a:pt x="85768" y="957"/>
                    <a:pt x="128823" y="4306"/>
                  </a:cubicBezTo>
                  <a:cubicBezTo>
                    <a:pt x="134973" y="8816"/>
                    <a:pt x="135452" y="14352"/>
                    <a:pt x="131693" y="20639"/>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51" name="Graphic 2466">
              <a:extLst>
                <a:ext uri="{FF2B5EF4-FFF2-40B4-BE49-F238E27FC236}">
                  <a16:creationId xmlns:a16="http://schemas.microsoft.com/office/drawing/2014/main" id="{BD4C9CB1-7444-48AC-AA73-639C8FA8F771}"/>
                </a:ext>
              </a:extLst>
            </p:cNvPr>
            <p:cNvSpPr/>
            <p:nvPr/>
          </p:nvSpPr>
          <p:spPr>
            <a:xfrm rot="20630650">
              <a:off x="10514765" y="2725657"/>
              <a:ext cx="126140" cy="12357"/>
            </a:xfrm>
            <a:custGeom>
              <a:avLst/>
              <a:gdLst>
                <a:gd name="connsiteX0" fmla="*/ 131556 w 133932"/>
                <a:gd name="connsiteY0" fmla="*/ 13053 h 13121"/>
                <a:gd name="connsiteX1" fmla="*/ 0 w 133932"/>
                <a:gd name="connsiteY1" fmla="*/ 13121 h 13121"/>
                <a:gd name="connsiteX2" fmla="*/ 68 w 133932"/>
                <a:gd name="connsiteY2" fmla="*/ 0 h 13121"/>
                <a:gd name="connsiteX3" fmla="*/ 131283 w 133932"/>
                <a:gd name="connsiteY3" fmla="*/ 0 h 13121"/>
                <a:gd name="connsiteX4" fmla="*/ 131556 w 133932"/>
                <a:gd name="connsiteY4" fmla="*/ 13053 h 131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932" h="13121">
                  <a:moveTo>
                    <a:pt x="131556" y="13053"/>
                  </a:moveTo>
                  <a:cubicBezTo>
                    <a:pt x="87682" y="13053"/>
                    <a:pt x="43875" y="13121"/>
                    <a:pt x="0" y="13121"/>
                  </a:cubicBezTo>
                  <a:cubicBezTo>
                    <a:pt x="68" y="8748"/>
                    <a:pt x="68" y="4374"/>
                    <a:pt x="68" y="0"/>
                  </a:cubicBezTo>
                  <a:cubicBezTo>
                    <a:pt x="43807" y="0"/>
                    <a:pt x="87545" y="0"/>
                    <a:pt x="131283" y="0"/>
                  </a:cubicBezTo>
                  <a:cubicBezTo>
                    <a:pt x="134769" y="4306"/>
                    <a:pt x="134769" y="8679"/>
                    <a:pt x="131556" y="13053"/>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52" name="Graphic 2466">
              <a:extLst>
                <a:ext uri="{FF2B5EF4-FFF2-40B4-BE49-F238E27FC236}">
                  <a16:creationId xmlns:a16="http://schemas.microsoft.com/office/drawing/2014/main" id="{95DB90FB-050B-4615-88B3-1503F3711940}"/>
                </a:ext>
              </a:extLst>
            </p:cNvPr>
            <p:cNvSpPr/>
            <p:nvPr/>
          </p:nvSpPr>
          <p:spPr>
            <a:xfrm rot="20630650">
              <a:off x="10506190" y="2696006"/>
              <a:ext cx="125937" cy="12487"/>
            </a:xfrm>
            <a:custGeom>
              <a:avLst/>
              <a:gdLst>
                <a:gd name="connsiteX0" fmla="*/ 205 w 133717"/>
                <a:gd name="connsiteY0" fmla="*/ 0 h 13258"/>
                <a:gd name="connsiteX1" fmla="*/ 131010 w 133717"/>
                <a:gd name="connsiteY1" fmla="*/ 137 h 13258"/>
                <a:gd name="connsiteX2" fmla="*/ 130941 w 133717"/>
                <a:gd name="connsiteY2" fmla="*/ 13258 h 13258"/>
                <a:gd name="connsiteX3" fmla="*/ 0 w 133717"/>
                <a:gd name="connsiteY3" fmla="*/ 13190 h 13258"/>
                <a:gd name="connsiteX4" fmla="*/ 205 w 133717"/>
                <a:gd name="connsiteY4" fmla="*/ 0 h 132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717" h="13258">
                  <a:moveTo>
                    <a:pt x="205" y="0"/>
                  </a:moveTo>
                  <a:cubicBezTo>
                    <a:pt x="43807" y="68"/>
                    <a:pt x="87408" y="68"/>
                    <a:pt x="131010" y="137"/>
                  </a:cubicBezTo>
                  <a:cubicBezTo>
                    <a:pt x="134632" y="4511"/>
                    <a:pt x="134632" y="8953"/>
                    <a:pt x="130941" y="13258"/>
                  </a:cubicBezTo>
                  <a:cubicBezTo>
                    <a:pt x="87271" y="13258"/>
                    <a:pt x="43670" y="13190"/>
                    <a:pt x="0" y="13190"/>
                  </a:cubicBezTo>
                  <a:cubicBezTo>
                    <a:pt x="68" y="8816"/>
                    <a:pt x="137" y="4442"/>
                    <a:pt x="205" y="0"/>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53" name="Graphic 2466">
              <a:extLst>
                <a:ext uri="{FF2B5EF4-FFF2-40B4-BE49-F238E27FC236}">
                  <a16:creationId xmlns:a16="http://schemas.microsoft.com/office/drawing/2014/main" id="{ACA899AB-5165-4FD8-8931-E0E4FE021641}"/>
                </a:ext>
              </a:extLst>
            </p:cNvPr>
            <p:cNvSpPr/>
            <p:nvPr/>
          </p:nvSpPr>
          <p:spPr>
            <a:xfrm rot="20630650">
              <a:off x="11594720" y="2210412"/>
              <a:ext cx="180595" cy="62689"/>
            </a:xfrm>
            <a:custGeom>
              <a:avLst/>
              <a:gdLst>
                <a:gd name="connsiteX0" fmla="*/ 0 w 191751"/>
                <a:gd name="connsiteY0" fmla="*/ 16402 h 66562"/>
                <a:gd name="connsiteX1" fmla="*/ 38134 w 191751"/>
                <a:gd name="connsiteY1" fmla="*/ 11618 h 66562"/>
                <a:gd name="connsiteX2" fmla="*/ 66769 w 191751"/>
                <a:gd name="connsiteY2" fmla="*/ 9294 h 66562"/>
                <a:gd name="connsiteX3" fmla="*/ 144062 w 191751"/>
                <a:gd name="connsiteY3" fmla="*/ 9158 h 66562"/>
                <a:gd name="connsiteX4" fmla="*/ 166615 w 191751"/>
                <a:gd name="connsiteY4" fmla="*/ 0 h 66562"/>
                <a:gd name="connsiteX5" fmla="*/ 185340 w 191751"/>
                <a:gd name="connsiteY5" fmla="*/ 34512 h 66562"/>
                <a:gd name="connsiteX6" fmla="*/ 191628 w 191751"/>
                <a:gd name="connsiteY6" fmla="*/ 48454 h 66562"/>
                <a:gd name="connsiteX7" fmla="*/ 191628 w 191751"/>
                <a:gd name="connsiteY7" fmla="*/ 48454 h 66562"/>
                <a:gd name="connsiteX8" fmla="*/ 177618 w 191751"/>
                <a:gd name="connsiteY8" fmla="*/ 62669 h 66562"/>
                <a:gd name="connsiteX9" fmla="*/ 36220 w 191751"/>
                <a:gd name="connsiteY9" fmla="*/ 45857 h 66562"/>
                <a:gd name="connsiteX10" fmla="*/ 0 w 191751"/>
                <a:gd name="connsiteY10" fmla="*/ 16402 h 66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1751" h="66562">
                  <a:moveTo>
                    <a:pt x="0" y="16402"/>
                  </a:moveTo>
                  <a:cubicBezTo>
                    <a:pt x="12780" y="15240"/>
                    <a:pt x="25491" y="15787"/>
                    <a:pt x="38134" y="11618"/>
                  </a:cubicBezTo>
                  <a:cubicBezTo>
                    <a:pt x="47019" y="8748"/>
                    <a:pt x="57201" y="9363"/>
                    <a:pt x="66769" y="9294"/>
                  </a:cubicBezTo>
                  <a:cubicBezTo>
                    <a:pt x="92534" y="9021"/>
                    <a:pt x="118298" y="9158"/>
                    <a:pt x="144062" y="9158"/>
                  </a:cubicBezTo>
                  <a:cubicBezTo>
                    <a:pt x="152810" y="9158"/>
                    <a:pt x="161421" y="8748"/>
                    <a:pt x="166615" y="0"/>
                  </a:cubicBezTo>
                  <a:cubicBezTo>
                    <a:pt x="176046" y="9773"/>
                    <a:pt x="182333" y="21254"/>
                    <a:pt x="185340" y="34512"/>
                  </a:cubicBezTo>
                  <a:cubicBezTo>
                    <a:pt x="188620" y="38613"/>
                    <a:pt x="187322" y="44832"/>
                    <a:pt x="191628" y="48454"/>
                  </a:cubicBezTo>
                  <a:lnTo>
                    <a:pt x="191628" y="48454"/>
                  </a:lnTo>
                  <a:cubicBezTo>
                    <a:pt x="192858" y="58910"/>
                    <a:pt x="184657" y="62395"/>
                    <a:pt x="177618" y="62669"/>
                  </a:cubicBezTo>
                  <a:cubicBezTo>
                    <a:pt x="129711" y="64240"/>
                    <a:pt x="80300" y="76952"/>
                    <a:pt x="36220" y="45857"/>
                  </a:cubicBezTo>
                  <a:cubicBezTo>
                    <a:pt x="22348" y="38339"/>
                    <a:pt x="4237" y="35811"/>
                    <a:pt x="0" y="16402"/>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54" name="Graphic 2466">
              <a:extLst>
                <a:ext uri="{FF2B5EF4-FFF2-40B4-BE49-F238E27FC236}">
                  <a16:creationId xmlns:a16="http://schemas.microsoft.com/office/drawing/2014/main" id="{71E53747-C107-46DF-B6F6-C6E684FC90AC}"/>
                </a:ext>
              </a:extLst>
            </p:cNvPr>
            <p:cNvSpPr/>
            <p:nvPr/>
          </p:nvSpPr>
          <p:spPr>
            <a:xfrm rot="20630650">
              <a:off x="11637149" y="2235599"/>
              <a:ext cx="162520" cy="73247"/>
            </a:xfrm>
            <a:custGeom>
              <a:avLst/>
              <a:gdLst>
                <a:gd name="connsiteX0" fmla="*/ 0 w 172560"/>
                <a:gd name="connsiteY0" fmla="*/ 0 h 77772"/>
                <a:gd name="connsiteX1" fmla="*/ 14625 w 172560"/>
                <a:gd name="connsiteY1" fmla="*/ 6014 h 77772"/>
                <a:gd name="connsiteX2" fmla="*/ 52349 w 172560"/>
                <a:gd name="connsiteY2" fmla="*/ 20024 h 77772"/>
                <a:gd name="connsiteX3" fmla="*/ 136409 w 172560"/>
                <a:gd name="connsiteY3" fmla="*/ 19819 h 77772"/>
                <a:gd name="connsiteX4" fmla="*/ 157047 w 172560"/>
                <a:gd name="connsiteY4" fmla="*/ 13190 h 77772"/>
                <a:gd name="connsiteX5" fmla="*/ 170306 w 172560"/>
                <a:gd name="connsiteY5" fmla="*/ 52144 h 77772"/>
                <a:gd name="connsiteX6" fmla="*/ 158004 w 172560"/>
                <a:gd name="connsiteY6" fmla="*/ 72851 h 77772"/>
                <a:gd name="connsiteX7" fmla="*/ 39912 w 172560"/>
                <a:gd name="connsiteY7" fmla="*/ 64377 h 77772"/>
                <a:gd name="connsiteX8" fmla="*/ 0 w 172560"/>
                <a:gd name="connsiteY8" fmla="*/ 0 h 77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2560" h="77772">
                  <a:moveTo>
                    <a:pt x="0" y="0"/>
                  </a:moveTo>
                  <a:cubicBezTo>
                    <a:pt x="5468" y="547"/>
                    <a:pt x="10935" y="1845"/>
                    <a:pt x="14625" y="6014"/>
                  </a:cubicBezTo>
                  <a:cubicBezTo>
                    <a:pt x="24739" y="17700"/>
                    <a:pt x="37519" y="20366"/>
                    <a:pt x="52349" y="20024"/>
                  </a:cubicBezTo>
                  <a:cubicBezTo>
                    <a:pt x="80369" y="19340"/>
                    <a:pt x="108388" y="19819"/>
                    <a:pt x="136409" y="19819"/>
                  </a:cubicBezTo>
                  <a:cubicBezTo>
                    <a:pt x="143995" y="19819"/>
                    <a:pt x="151649" y="19956"/>
                    <a:pt x="157047" y="13190"/>
                  </a:cubicBezTo>
                  <a:cubicBezTo>
                    <a:pt x="165317" y="24876"/>
                    <a:pt x="170169" y="37724"/>
                    <a:pt x="170306" y="52144"/>
                  </a:cubicBezTo>
                  <a:cubicBezTo>
                    <a:pt x="176934" y="65402"/>
                    <a:pt x="167777" y="72100"/>
                    <a:pt x="158004" y="72851"/>
                  </a:cubicBezTo>
                  <a:cubicBezTo>
                    <a:pt x="118367" y="75790"/>
                    <a:pt x="77840" y="85836"/>
                    <a:pt x="39912" y="64377"/>
                  </a:cubicBezTo>
                  <a:cubicBezTo>
                    <a:pt x="27884" y="42166"/>
                    <a:pt x="957" y="29045"/>
                    <a:pt x="0" y="0"/>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55" name="Graphic 2466">
              <a:extLst>
                <a:ext uri="{FF2B5EF4-FFF2-40B4-BE49-F238E27FC236}">
                  <a16:creationId xmlns:a16="http://schemas.microsoft.com/office/drawing/2014/main" id="{3156EE60-2CF9-4969-BE68-F7C5B7434666}"/>
                </a:ext>
              </a:extLst>
            </p:cNvPr>
            <p:cNvSpPr/>
            <p:nvPr/>
          </p:nvSpPr>
          <p:spPr>
            <a:xfrm rot="20630650">
              <a:off x="11674540" y="2359743"/>
              <a:ext cx="150163" cy="51087"/>
            </a:xfrm>
            <a:custGeom>
              <a:avLst/>
              <a:gdLst>
                <a:gd name="connsiteX0" fmla="*/ 146181 w 159439"/>
                <a:gd name="connsiteY0" fmla="*/ 47682 h 54243"/>
                <a:gd name="connsiteX1" fmla="*/ 118025 w 159439"/>
                <a:gd name="connsiteY1" fmla="*/ 54243 h 54243"/>
                <a:gd name="connsiteX2" fmla="*/ 20502 w 159439"/>
                <a:gd name="connsiteY2" fmla="*/ 54106 h 54243"/>
                <a:gd name="connsiteX3" fmla="*/ 0 w 159439"/>
                <a:gd name="connsiteY3" fmla="*/ 46657 h 54243"/>
                <a:gd name="connsiteX4" fmla="*/ 137 w 159439"/>
                <a:gd name="connsiteY4" fmla="*/ 41941 h 54243"/>
                <a:gd name="connsiteX5" fmla="*/ 3007 w 159439"/>
                <a:gd name="connsiteY5" fmla="*/ 32715 h 54243"/>
                <a:gd name="connsiteX6" fmla="*/ 41483 w 159439"/>
                <a:gd name="connsiteY6" fmla="*/ 458 h 54243"/>
                <a:gd name="connsiteX7" fmla="*/ 119733 w 159439"/>
                <a:gd name="connsiteY7" fmla="*/ 4627 h 54243"/>
                <a:gd name="connsiteX8" fmla="*/ 159440 w 159439"/>
                <a:gd name="connsiteY8" fmla="*/ 15015 h 54243"/>
                <a:gd name="connsiteX9" fmla="*/ 146181 w 159439"/>
                <a:gd name="connsiteY9" fmla="*/ 47682 h 54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439" h="54243">
                  <a:moveTo>
                    <a:pt x="146181" y="47682"/>
                  </a:moveTo>
                  <a:cubicBezTo>
                    <a:pt x="137160" y="51577"/>
                    <a:pt x="128071" y="54311"/>
                    <a:pt x="118025" y="54243"/>
                  </a:cubicBezTo>
                  <a:cubicBezTo>
                    <a:pt x="85494" y="53901"/>
                    <a:pt x="53033" y="54106"/>
                    <a:pt x="20502" y="54106"/>
                  </a:cubicBezTo>
                  <a:cubicBezTo>
                    <a:pt x="12712" y="54106"/>
                    <a:pt x="5262" y="53423"/>
                    <a:pt x="0" y="46657"/>
                  </a:cubicBezTo>
                  <a:cubicBezTo>
                    <a:pt x="68" y="45085"/>
                    <a:pt x="68" y="43513"/>
                    <a:pt x="137" y="41941"/>
                  </a:cubicBezTo>
                  <a:cubicBezTo>
                    <a:pt x="752" y="38729"/>
                    <a:pt x="1777" y="35722"/>
                    <a:pt x="3007" y="32715"/>
                  </a:cubicBezTo>
                  <a:cubicBezTo>
                    <a:pt x="12781" y="18364"/>
                    <a:pt x="16334" y="-3437"/>
                    <a:pt x="41483" y="458"/>
                  </a:cubicBezTo>
                  <a:cubicBezTo>
                    <a:pt x="67316" y="6541"/>
                    <a:pt x="93627" y="3534"/>
                    <a:pt x="119733" y="4627"/>
                  </a:cubicBezTo>
                  <a:cubicBezTo>
                    <a:pt x="133607" y="5174"/>
                    <a:pt x="148505" y="2850"/>
                    <a:pt x="159440" y="15015"/>
                  </a:cubicBezTo>
                  <a:cubicBezTo>
                    <a:pt x="159029" y="27522"/>
                    <a:pt x="153631" y="37978"/>
                    <a:pt x="146181" y="47682"/>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56" name="Graphic 2466">
              <a:extLst>
                <a:ext uri="{FF2B5EF4-FFF2-40B4-BE49-F238E27FC236}">
                  <a16:creationId xmlns:a16="http://schemas.microsoft.com/office/drawing/2014/main" id="{F75FDFD1-4068-4B2D-B15E-10760BDBDED6}"/>
                </a:ext>
              </a:extLst>
            </p:cNvPr>
            <p:cNvSpPr/>
            <p:nvPr/>
          </p:nvSpPr>
          <p:spPr>
            <a:xfrm rot="20630650">
              <a:off x="11679430" y="2278048"/>
              <a:ext cx="135445" cy="59288"/>
            </a:xfrm>
            <a:custGeom>
              <a:avLst/>
              <a:gdLst>
                <a:gd name="connsiteX0" fmla="*/ 5882 w 143813"/>
                <a:gd name="connsiteY0" fmla="*/ 478 h 62950"/>
                <a:gd name="connsiteX1" fmla="*/ 30484 w 143813"/>
                <a:gd name="connsiteY1" fmla="*/ 13873 h 62950"/>
                <a:gd name="connsiteX2" fmla="*/ 121651 w 143813"/>
                <a:gd name="connsiteY2" fmla="*/ 13463 h 62950"/>
                <a:gd name="connsiteX3" fmla="*/ 137027 w 143813"/>
                <a:gd name="connsiteY3" fmla="*/ 0 h 62950"/>
                <a:gd name="connsiteX4" fmla="*/ 142426 w 143813"/>
                <a:gd name="connsiteY4" fmla="*/ 46540 h 62950"/>
                <a:gd name="connsiteX5" fmla="*/ 116320 w 143813"/>
                <a:gd name="connsiteY5" fmla="*/ 62190 h 62950"/>
                <a:gd name="connsiteX6" fmla="*/ 39095 w 143813"/>
                <a:gd name="connsiteY6" fmla="*/ 62122 h 62950"/>
                <a:gd name="connsiteX7" fmla="*/ 6906 w 143813"/>
                <a:gd name="connsiteY7" fmla="*/ 39091 h 62950"/>
                <a:gd name="connsiteX8" fmla="*/ 5882 w 143813"/>
                <a:gd name="connsiteY8" fmla="*/ 478 h 6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813" h="62950">
                  <a:moveTo>
                    <a:pt x="5882" y="478"/>
                  </a:moveTo>
                  <a:cubicBezTo>
                    <a:pt x="13057" y="6766"/>
                    <a:pt x="18730" y="14215"/>
                    <a:pt x="30484" y="13873"/>
                  </a:cubicBezTo>
                  <a:cubicBezTo>
                    <a:pt x="60827" y="12985"/>
                    <a:pt x="91239" y="13463"/>
                    <a:pt x="121651" y="13463"/>
                  </a:cubicBezTo>
                  <a:cubicBezTo>
                    <a:pt x="130808" y="13463"/>
                    <a:pt x="135592" y="8679"/>
                    <a:pt x="137027" y="0"/>
                  </a:cubicBezTo>
                  <a:cubicBezTo>
                    <a:pt x="145570" y="14762"/>
                    <a:pt x="144339" y="30617"/>
                    <a:pt x="142426" y="46540"/>
                  </a:cubicBezTo>
                  <a:cubicBezTo>
                    <a:pt x="137301" y="57680"/>
                    <a:pt x="127596" y="61780"/>
                    <a:pt x="116320" y="62190"/>
                  </a:cubicBezTo>
                  <a:cubicBezTo>
                    <a:pt x="90555" y="63147"/>
                    <a:pt x="64791" y="63284"/>
                    <a:pt x="39095" y="62122"/>
                  </a:cubicBezTo>
                  <a:cubicBezTo>
                    <a:pt x="23650" y="61438"/>
                    <a:pt x="13262" y="52896"/>
                    <a:pt x="6906" y="39091"/>
                  </a:cubicBezTo>
                  <a:cubicBezTo>
                    <a:pt x="1849" y="26448"/>
                    <a:pt x="-5190" y="13668"/>
                    <a:pt x="5882" y="478"/>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57" name="Graphic 2466">
              <a:extLst>
                <a:ext uri="{FF2B5EF4-FFF2-40B4-BE49-F238E27FC236}">
                  <a16:creationId xmlns:a16="http://schemas.microsoft.com/office/drawing/2014/main" id="{8E0065B2-91BA-45A9-8149-6C0A16CF8518}"/>
                </a:ext>
              </a:extLst>
            </p:cNvPr>
            <p:cNvSpPr/>
            <p:nvPr/>
          </p:nvSpPr>
          <p:spPr>
            <a:xfrm rot="20630650">
              <a:off x="11694114" y="2335499"/>
              <a:ext cx="128782" cy="34563"/>
            </a:xfrm>
            <a:custGeom>
              <a:avLst/>
              <a:gdLst>
                <a:gd name="connsiteX0" fmla="*/ 129357 w 136737"/>
                <a:gd name="connsiteY0" fmla="*/ 36699 h 36698"/>
                <a:gd name="connsiteX1" fmla="*/ 21447 w 136737"/>
                <a:gd name="connsiteY1" fmla="*/ 36426 h 36698"/>
                <a:gd name="connsiteX2" fmla="*/ 3132 w 136737"/>
                <a:gd name="connsiteY2" fmla="*/ 22142 h 36698"/>
                <a:gd name="connsiteX3" fmla="*/ 12904 w 136737"/>
                <a:gd name="connsiteY3" fmla="*/ 0 h 36698"/>
                <a:gd name="connsiteX4" fmla="*/ 100654 w 136737"/>
                <a:gd name="connsiteY4" fmla="*/ 478 h 36698"/>
                <a:gd name="connsiteX5" fmla="*/ 136738 w 136737"/>
                <a:gd name="connsiteY5" fmla="*/ 10661 h 36698"/>
                <a:gd name="connsiteX6" fmla="*/ 129357 w 136737"/>
                <a:gd name="connsiteY6" fmla="*/ 36699 h 36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737" h="36698">
                  <a:moveTo>
                    <a:pt x="129357" y="36699"/>
                  </a:moveTo>
                  <a:cubicBezTo>
                    <a:pt x="93410" y="36562"/>
                    <a:pt x="57394" y="36357"/>
                    <a:pt x="21447" y="36426"/>
                  </a:cubicBezTo>
                  <a:cubicBezTo>
                    <a:pt x="11264" y="36426"/>
                    <a:pt x="4772" y="32599"/>
                    <a:pt x="3132" y="22142"/>
                  </a:cubicBezTo>
                  <a:cubicBezTo>
                    <a:pt x="-2951" y="10661"/>
                    <a:pt x="-422" y="2939"/>
                    <a:pt x="12904" y="0"/>
                  </a:cubicBezTo>
                  <a:cubicBezTo>
                    <a:pt x="42154" y="957"/>
                    <a:pt x="71404" y="68"/>
                    <a:pt x="100654" y="478"/>
                  </a:cubicBezTo>
                  <a:cubicBezTo>
                    <a:pt x="113502" y="683"/>
                    <a:pt x="127034" y="-888"/>
                    <a:pt x="136738" y="10661"/>
                  </a:cubicBezTo>
                  <a:cubicBezTo>
                    <a:pt x="136123" y="19887"/>
                    <a:pt x="136396" y="29318"/>
                    <a:pt x="129357" y="36699"/>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58" name="Graphic 2466">
              <a:extLst>
                <a:ext uri="{FF2B5EF4-FFF2-40B4-BE49-F238E27FC236}">
                  <a16:creationId xmlns:a16="http://schemas.microsoft.com/office/drawing/2014/main" id="{4CD5FEA5-1CBE-47F5-977D-EB581D5A9A15}"/>
                </a:ext>
              </a:extLst>
            </p:cNvPr>
            <p:cNvSpPr/>
            <p:nvPr/>
          </p:nvSpPr>
          <p:spPr>
            <a:xfrm rot="20630650">
              <a:off x="11689887" y="2307970"/>
              <a:ext cx="130180" cy="37589"/>
            </a:xfrm>
            <a:custGeom>
              <a:avLst/>
              <a:gdLst>
                <a:gd name="connsiteX0" fmla="*/ 133392 w 138222"/>
                <a:gd name="connsiteY0" fmla="*/ 39911 h 39911"/>
                <a:gd name="connsiteX1" fmla="*/ 29446 w 138222"/>
                <a:gd name="connsiteY1" fmla="*/ 39433 h 39911"/>
                <a:gd name="connsiteX2" fmla="*/ 6141 w 138222"/>
                <a:gd name="connsiteY2" fmla="*/ 31300 h 39911"/>
                <a:gd name="connsiteX3" fmla="*/ 7509 w 138222"/>
                <a:gd name="connsiteY3" fmla="*/ 0 h 39911"/>
                <a:gd name="connsiteX4" fmla="*/ 14343 w 138222"/>
                <a:gd name="connsiteY4" fmla="*/ 10935 h 39911"/>
                <a:gd name="connsiteX5" fmla="*/ 23774 w 138222"/>
                <a:gd name="connsiteY5" fmla="*/ 18930 h 39911"/>
                <a:gd name="connsiteX6" fmla="*/ 128403 w 138222"/>
                <a:gd name="connsiteY6" fmla="*/ 17359 h 39911"/>
                <a:gd name="connsiteX7" fmla="*/ 137356 w 138222"/>
                <a:gd name="connsiteY7" fmla="*/ 13327 h 39911"/>
                <a:gd name="connsiteX8" fmla="*/ 133392 w 138222"/>
                <a:gd name="connsiteY8" fmla="*/ 39911 h 3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8222" h="39911">
                  <a:moveTo>
                    <a:pt x="133392" y="39911"/>
                  </a:moveTo>
                  <a:cubicBezTo>
                    <a:pt x="98743" y="39774"/>
                    <a:pt x="64094" y="39569"/>
                    <a:pt x="29446" y="39433"/>
                  </a:cubicBezTo>
                  <a:cubicBezTo>
                    <a:pt x="20766" y="39364"/>
                    <a:pt x="11882" y="39774"/>
                    <a:pt x="6141" y="31300"/>
                  </a:cubicBezTo>
                  <a:cubicBezTo>
                    <a:pt x="-2196" y="20502"/>
                    <a:pt x="-2333" y="10046"/>
                    <a:pt x="7509" y="0"/>
                  </a:cubicBezTo>
                  <a:cubicBezTo>
                    <a:pt x="9832" y="3622"/>
                    <a:pt x="12429" y="7108"/>
                    <a:pt x="14343" y="10935"/>
                  </a:cubicBezTo>
                  <a:cubicBezTo>
                    <a:pt x="16392" y="15103"/>
                    <a:pt x="19126" y="18862"/>
                    <a:pt x="23774" y="18930"/>
                  </a:cubicBezTo>
                  <a:cubicBezTo>
                    <a:pt x="58627" y="19340"/>
                    <a:pt x="93618" y="22074"/>
                    <a:pt x="128403" y="17359"/>
                  </a:cubicBezTo>
                  <a:cubicBezTo>
                    <a:pt x="131479" y="16949"/>
                    <a:pt x="134349" y="14693"/>
                    <a:pt x="137356" y="13327"/>
                  </a:cubicBezTo>
                  <a:cubicBezTo>
                    <a:pt x="138654" y="22621"/>
                    <a:pt x="139269" y="31710"/>
                    <a:pt x="133392" y="39911"/>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59" name="Graphic 2466">
              <a:extLst>
                <a:ext uri="{FF2B5EF4-FFF2-40B4-BE49-F238E27FC236}">
                  <a16:creationId xmlns:a16="http://schemas.microsoft.com/office/drawing/2014/main" id="{AA665D22-B8EB-41AD-8B0D-484FAE96542D}"/>
                </a:ext>
              </a:extLst>
            </p:cNvPr>
            <p:cNvSpPr/>
            <p:nvPr/>
          </p:nvSpPr>
          <p:spPr>
            <a:xfrm rot="20630650">
              <a:off x="11767965" y="2218406"/>
              <a:ext cx="5973" cy="13130"/>
            </a:xfrm>
            <a:custGeom>
              <a:avLst/>
              <a:gdLst>
                <a:gd name="connsiteX0" fmla="*/ 6325 w 6342"/>
                <a:gd name="connsiteY0" fmla="*/ 13941 h 13941"/>
                <a:gd name="connsiteX1" fmla="*/ 37 w 6342"/>
                <a:gd name="connsiteY1" fmla="*/ 0 h 13941"/>
                <a:gd name="connsiteX2" fmla="*/ 6325 w 6342"/>
                <a:gd name="connsiteY2" fmla="*/ 13941 h 13941"/>
              </a:gdLst>
              <a:ahLst/>
              <a:cxnLst>
                <a:cxn ang="0">
                  <a:pos x="connsiteX0" y="connsiteY0"/>
                </a:cxn>
                <a:cxn ang="0">
                  <a:pos x="connsiteX1" y="connsiteY1"/>
                </a:cxn>
                <a:cxn ang="0">
                  <a:pos x="connsiteX2" y="connsiteY2"/>
                </a:cxn>
              </a:cxnLst>
              <a:rect l="l" t="t" r="r" b="b"/>
              <a:pathLst>
                <a:path w="6342" h="13941">
                  <a:moveTo>
                    <a:pt x="6325" y="13941"/>
                  </a:moveTo>
                  <a:cubicBezTo>
                    <a:pt x="925" y="10798"/>
                    <a:pt x="-237" y="5741"/>
                    <a:pt x="37" y="0"/>
                  </a:cubicBezTo>
                  <a:cubicBezTo>
                    <a:pt x="5026" y="3349"/>
                    <a:pt x="6529" y="8269"/>
                    <a:pt x="6325" y="13941"/>
                  </a:cubicBezTo>
                  <a:close/>
                </a:path>
              </a:pathLst>
            </a:custGeom>
            <a:solidFill>
              <a:schemeClr val="bg1"/>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60" name="Graphic 2466">
              <a:extLst>
                <a:ext uri="{FF2B5EF4-FFF2-40B4-BE49-F238E27FC236}">
                  <a16:creationId xmlns:a16="http://schemas.microsoft.com/office/drawing/2014/main" id="{07E477B7-939B-49DE-B674-7E7997889D53}"/>
                </a:ext>
              </a:extLst>
            </p:cNvPr>
            <p:cNvSpPr/>
            <p:nvPr/>
          </p:nvSpPr>
          <p:spPr>
            <a:xfrm rot="20630650">
              <a:off x="9978345" y="2607118"/>
              <a:ext cx="47797" cy="198128"/>
            </a:xfrm>
            <a:custGeom>
              <a:avLst/>
              <a:gdLst>
                <a:gd name="connsiteX0" fmla="*/ 19819 w 50750"/>
                <a:gd name="connsiteY0" fmla="*/ 209139 h 210368"/>
                <a:gd name="connsiteX1" fmla="*/ 13873 w 50750"/>
                <a:gd name="connsiteY1" fmla="*/ 210369 h 210368"/>
                <a:gd name="connsiteX2" fmla="*/ 6629 w 50750"/>
                <a:gd name="connsiteY2" fmla="*/ 183511 h 210368"/>
                <a:gd name="connsiteX3" fmla="*/ 6629 w 50750"/>
                <a:gd name="connsiteY3" fmla="*/ 34801 h 210368"/>
                <a:gd name="connsiteX4" fmla="*/ 0 w 50750"/>
                <a:gd name="connsiteY4" fmla="*/ 562 h 210368"/>
                <a:gd name="connsiteX5" fmla="*/ 26857 w 50750"/>
                <a:gd name="connsiteY5" fmla="*/ 4799 h 210368"/>
                <a:gd name="connsiteX6" fmla="*/ 38271 w 50750"/>
                <a:gd name="connsiteY6" fmla="*/ 7670 h 210368"/>
                <a:gd name="connsiteX7" fmla="*/ 48590 w 50750"/>
                <a:gd name="connsiteY7" fmla="*/ 30906 h 210368"/>
                <a:gd name="connsiteX8" fmla="*/ 46198 w 50750"/>
                <a:gd name="connsiteY8" fmla="*/ 196700 h 210368"/>
                <a:gd name="connsiteX9" fmla="*/ 27473 w 50750"/>
                <a:gd name="connsiteY9" fmla="*/ 203808 h 210368"/>
                <a:gd name="connsiteX10" fmla="*/ 19819 w 50750"/>
                <a:gd name="connsiteY10" fmla="*/ 209139 h 210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750" h="210368">
                  <a:moveTo>
                    <a:pt x="19819" y="209139"/>
                  </a:moveTo>
                  <a:cubicBezTo>
                    <a:pt x="17905" y="209685"/>
                    <a:pt x="15923" y="210095"/>
                    <a:pt x="13873" y="210369"/>
                  </a:cubicBezTo>
                  <a:cubicBezTo>
                    <a:pt x="4852" y="203193"/>
                    <a:pt x="6629" y="193010"/>
                    <a:pt x="6629" y="183511"/>
                  </a:cubicBezTo>
                  <a:cubicBezTo>
                    <a:pt x="6492" y="133964"/>
                    <a:pt x="6492" y="84348"/>
                    <a:pt x="6629" y="34801"/>
                  </a:cubicBezTo>
                  <a:cubicBezTo>
                    <a:pt x="6629" y="22910"/>
                    <a:pt x="7039" y="11019"/>
                    <a:pt x="0" y="562"/>
                  </a:cubicBezTo>
                  <a:cubicBezTo>
                    <a:pt x="9499" y="-1625"/>
                    <a:pt x="17905" y="3159"/>
                    <a:pt x="26857" y="4799"/>
                  </a:cubicBezTo>
                  <a:cubicBezTo>
                    <a:pt x="31027" y="4184"/>
                    <a:pt x="34854" y="5141"/>
                    <a:pt x="38271" y="7670"/>
                  </a:cubicBezTo>
                  <a:cubicBezTo>
                    <a:pt x="45242" y="13821"/>
                    <a:pt x="48453" y="22158"/>
                    <a:pt x="48590" y="30906"/>
                  </a:cubicBezTo>
                  <a:cubicBezTo>
                    <a:pt x="49479" y="86193"/>
                    <a:pt x="54126" y="141549"/>
                    <a:pt x="46198" y="196700"/>
                  </a:cubicBezTo>
                  <a:cubicBezTo>
                    <a:pt x="41551" y="203193"/>
                    <a:pt x="34444" y="203398"/>
                    <a:pt x="27473" y="203808"/>
                  </a:cubicBezTo>
                  <a:cubicBezTo>
                    <a:pt x="24397" y="204901"/>
                    <a:pt x="22006" y="206952"/>
                    <a:pt x="19819" y="209139"/>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61" name="Graphic 2466">
              <a:extLst>
                <a:ext uri="{FF2B5EF4-FFF2-40B4-BE49-F238E27FC236}">
                  <a16:creationId xmlns:a16="http://schemas.microsoft.com/office/drawing/2014/main" id="{DFA1F6FA-2384-489F-8977-C333C35EF207}"/>
                </a:ext>
              </a:extLst>
            </p:cNvPr>
            <p:cNvSpPr/>
            <p:nvPr/>
          </p:nvSpPr>
          <p:spPr>
            <a:xfrm rot="20630650">
              <a:off x="10045963" y="2825164"/>
              <a:ext cx="43768" cy="185949"/>
            </a:xfrm>
            <a:custGeom>
              <a:avLst/>
              <a:gdLst>
                <a:gd name="connsiteX0" fmla="*/ 27473 w 46472"/>
                <a:gd name="connsiteY0" fmla="*/ 6287 h 197436"/>
                <a:gd name="connsiteX1" fmla="*/ 46472 w 46472"/>
                <a:gd name="connsiteY1" fmla="*/ 13326 h 197436"/>
                <a:gd name="connsiteX2" fmla="*/ 42509 w 46472"/>
                <a:gd name="connsiteY2" fmla="*/ 159097 h 197436"/>
                <a:gd name="connsiteX3" fmla="*/ 13327 w 46472"/>
                <a:gd name="connsiteY3" fmla="*/ 197027 h 197436"/>
                <a:gd name="connsiteX4" fmla="*/ 7176 w 46472"/>
                <a:gd name="connsiteY4" fmla="*/ 197437 h 197436"/>
                <a:gd name="connsiteX5" fmla="*/ 0 w 46472"/>
                <a:gd name="connsiteY5" fmla="*/ 197027 h 197436"/>
                <a:gd name="connsiteX6" fmla="*/ 205 w 46472"/>
                <a:gd name="connsiteY6" fmla="*/ 34717 h 197436"/>
                <a:gd name="connsiteX7" fmla="*/ 820 w 46472"/>
                <a:gd name="connsiteY7" fmla="*/ 12028 h 197436"/>
                <a:gd name="connsiteX8" fmla="*/ 13873 w 46472"/>
                <a:gd name="connsiteY8" fmla="*/ 0 h 197436"/>
                <a:gd name="connsiteX9" fmla="*/ 19887 w 46472"/>
                <a:gd name="connsiteY9" fmla="*/ 1025 h 197436"/>
                <a:gd name="connsiteX10" fmla="*/ 27473 w 46472"/>
                <a:gd name="connsiteY10" fmla="*/ 6287 h 19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472" h="197436">
                  <a:moveTo>
                    <a:pt x="27473" y="6287"/>
                  </a:moveTo>
                  <a:cubicBezTo>
                    <a:pt x="34512" y="6697"/>
                    <a:pt x="41620" y="6971"/>
                    <a:pt x="46472" y="13326"/>
                  </a:cubicBezTo>
                  <a:cubicBezTo>
                    <a:pt x="37861" y="61712"/>
                    <a:pt x="43738" y="110507"/>
                    <a:pt x="42509" y="159097"/>
                  </a:cubicBezTo>
                  <a:cubicBezTo>
                    <a:pt x="41961" y="180078"/>
                    <a:pt x="37315" y="195318"/>
                    <a:pt x="13327" y="197027"/>
                  </a:cubicBezTo>
                  <a:cubicBezTo>
                    <a:pt x="11276" y="197300"/>
                    <a:pt x="9227" y="197437"/>
                    <a:pt x="7176" y="197437"/>
                  </a:cubicBezTo>
                  <a:cubicBezTo>
                    <a:pt x="4784" y="197300"/>
                    <a:pt x="2393" y="197163"/>
                    <a:pt x="0" y="197027"/>
                  </a:cubicBezTo>
                  <a:cubicBezTo>
                    <a:pt x="68" y="142901"/>
                    <a:pt x="68" y="88843"/>
                    <a:pt x="205" y="34717"/>
                  </a:cubicBezTo>
                  <a:cubicBezTo>
                    <a:pt x="205" y="27131"/>
                    <a:pt x="342" y="19545"/>
                    <a:pt x="820" y="12028"/>
                  </a:cubicBezTo>
                  <a:cubicBezTo>
                    <a:pt x="1367" y="4100"/>
                    <a:pt x="7245" y="1504"/>
                    <a:pt x="13873" y="0"/>
                  </a:cubicBezTo>
                  <a:cubicBezTo>
                    <a:pt x="15924" y="137"/>
                    <a:pt x="17905" y="547"/>
                    <a:pt x="19887" y="1025"/>
                  </a:cubicBezTo>
                  <a:cubicBezTo>
                    <a:pt x="22211" y="3075"/>
                    <a:pt x="24535" y="5126"/>
                    <a:pt x="27473" y="6287"/>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62" name="Graphic 2466">
              <a:extLst>
                <a:ext uri="{FF2B5EF4-FFF2-40B4-BE49-F238E27FC236}">
                  <a16:creationId xmlns:a16="http://schemas.microsoft.com/office/drawing/2014/main" id="{09602E08-2132-440E-9113-000B3C69D439}"/>
                </a:ext>
              </a:extLst>
            </p:cNvPr>
            <p:cNvSpPr/>
            <p:nvPr/>
          </p:nvSpPr>
          <p:spPr>
            <a:xfrm rot="20630650">
              <a:off x="10022474" y="2604196"/>
              <a:ext cx="55574" cy="145477"/>
            </a:xfrm>
            <a:custGeom>
              <a:avLst/>
              <a:gdLst>
                <a:gd name="connsiteX0" fmla="*/ 59007 w 59007"/>
                <a:gd name="connsiteY0" fmla="*/ 145368 h 154464"/>
                <a:gd name="connsiteX1" fmla="*/ 32218 w 59007"/>
                <a:gd name="connsiteY1" fmla="*/ 151587 h 154464"/>
                <a:gd name="connsiteX2" fmla="*/ 3446 w 59007"/>
                <a:gd name="connsiteY2" fmla="*/ 133203 h 154464"/>
                <a:gd name="connsiteX3" fmla="*/ 7820 w 59007"/>
                <a:gd name="connsiteY3" fmla="*/ 4107 h 154464"/>
                <a:gd name="connsiteX4" fmla="*/ 18618 w 59007"/>
                <a:gd name="connsiteY4" fmla="*/ 1168 h 154464"/>
                <a:gd name="connsiteX5" fmla="*/ 26477 w 59007"/>
                <a:gd name="connsiteY5" fmla="*/ 6636 h 154464"/>
                <a:gd name="connsiteX6" fmla="*/ 38368 w 59007"/>
                <a:gd name="connsiteY6" fmla="*/ 23448 h 154464"/>
                <a:gd name="connsiteX7" fmla="*/ 38437 w 59007"/>
                <a:gd name="connsiteY7" fmla="*/ 84954 h 154464"/>
                <a:gd name="connsiteX8" fmla="*/ 38505 w 59007"/>
                <a:gd name="connsiteY8" fmla="*/ 123772 h 154464"/>
                <a:gd name="connsiteX9" fmla="*/ 59007 w 59007"/>
                <a:gd name="connsiteY9" fmla="*/ 145368 h 154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007" h="154464">
                  <a:moveTo>
                    <a:pt x="59007" y="145368"/>
                  </a:moveTo>
                  <a:cubicBezTo>
                    <a:pt x="51216" y="152270"/>
                    <a:pt x="41512" y="151245"/>
                    <a:pt x="32218" y="151587"/>
                  </a:cubicBezTo>
                  <a:cubicBezTo>
                    <a:pt x="13493" y="159788"/>
                    <a:pt x="4266" y="149468"/>
                    <a:pt x="3446" y="133203"/>
                  </a:cubicBezTo>
                  <a:cubicBezTo>
                    <a:pt x="1260" y="90148"/>
                    <a:pt x="-4960" y="46683"/>
                    <a:pt x="7820" y="4107"/>
                  </a:cubicBezTo>
                  <a:cubicBezTo>
                    <a:pt x="10554" y="-62"/>
                    <a:pt x="14108" y="-1087"/>
                    <a:pt x="18618" y="1168"/>
                  </a:cubicBezTo>
                  <a:cubicBezTo>
                    <a:pt x="21215" y="3014"/>
                    <a:pt x="23607" y="5747"/>
                    <a:pt x="26477" y="6636"/>
                  </a:cubicBezTo>
                  <a:cubicBezTo>
                    <a:pt x="35020" y="9233"/>
                    <a:pt x="38437" y="14768"/>
                    <a:pt x="38368" y="23448"/>
                  </a:cubicBezTo>
                  <a:cubicBezTo>
                    <a:pt x="38232" y="43950"/>
                    <a:pt x="38368" y="64452"/>
                    <a:pt x="38437" y="84954"/>
                  </a:cubicBezTo>
                  <a:cubicBezTo>
                    <a:pt x="38437" y="97871"/>
                    <a:pt x="38232" y="110856"/>
                    <a:pt x="38505" y="123772"/>
                  </a:cubicBezTo>
                  <a:cubicBezTo>
                    <a:pt x="38915" y="140789"/>
                    <a:pt x="39052" y="140789"/>
                    <a:pt x="59007" y="145368"/>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63" name="Graphic 2466">
              <a:extLst>
                <a:ext uri="{FF2B5EF4-FFF2-40B4-BE49-F238E27FC236}">
                  <a16:creationId xmlns:a16="http://schemas.microsoft.com/office/drawing/2014/main" id="{87D8ED6B-839A-4DD6-A4D3-1337E8CAE398}"/>
                </a:ext>
              </a:extLst>
            </p:cNvPr>
            <p:cNvSpPr/>
            <p:nvPr/>
          </p:nvSpPr>
          <p:spPr>
            <a:xfrm rot="20630650">
              <a:off x="9976614" y="2602091"/>
              <a:ext cx="54452" cy="16701"/>
            </a:xfrm>
            <a:custGeom>
              <a:avLst/>
              <a:gdLst>
                <a:gd name="connsiteX0" fmla="*/ 45652 w 57816"/>
                <a:gd name="connsiteY0" fmla="*/ 14330 h 17733"/>
                <a:gd name="connsiteX1" fmla="*/ 39091 w 57816"/>
                <a:gd name="connsiteY1" fmla="*/ 14398 h 17733"/>
                <a:gd name="connsiteX2" fmla="*/ 6492 w 57816"/>
                <a:gd name="connsiteY2" fmla="*/ 7701 h 17733"/>
                <a:gd name="connsiteX3" fmla="*/ 410 w 57816"/>
                <a:gd name="connsiteY3" fmla="*/ 5651 h 17733"/>
                <a:gd name="connsiteX4" fmla="*/ 0 w 57816"/>
                <a:gd name="connsiteY4" fmla="*/ 1345 h 17733"/>
                <a:gd name="connsiteX5" fmla="*/ 57816 w 57816"/>
                <a:gd name="connsiteY5" fmla="*/ 7564 h 17733"/>
                <a:gd name="connsiteX6" fmla="*/ 45652 w 57816"/>
                <a:gd name="connsiteY6" fmla="*/ 14330 h 17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816" h="17733">
                  <a:moveTo>
                    <a:pt x="45652" y="14330"/>
                  </a:moveTo>
                  <a:cubicBezTo>
                    <a:pt x="43465" y="14330"/>
                    <a:pt x="41278" y="14398"/>
                    <a:pt x="39091" y="14398"/>
                  </a:cubicBezTo>
                  <a:cubicBezTo>
                    <a:pt x="25970" y="23214"/>
                    <a:pt x="16880" y="12280"/>
                    <a:pt x="6492" y="7701"/>
                  </a:cubicBezTo>
                  <a:cubicBezTo>
                    <a:pt x="4442" y="7086"/>
                    <a:pt x="2460" y="6402"/>
                    <a:pt x="410" y="5651"/>
                  </a:cubicBezTo>
                  <a:cubicBezTo>
                    <a:pt x="274" y="4216"/>
                    <a:pt x="137" y="2780"/>
                    <a:pt x="0" y="1345"/>
                  </a:cubicBezTo>
                  <a:cubicBezTo>
                    <a:pt x="19956" y="-2960"/>
                    <a:pt x="38681" y="4147"/>
                    <a:pt x="57816" y="7564"/>
                  </a:cubicBezTo>
                  <a:cubicBezTo>
                    <a:pt x="55424" y="12827"/>
                    <a:pt x="50436" y="13373"/>
                    <a:pt x="45652" y="14330"/>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64" name="Graphic 2466">
              <a:extLst>
                <a:ext uri="{FF2B5EF4-FFF2-40B4-BE49-F238E27FC236}">
                  <a16:creationId xmlns:a16="http://schemas.microsoft.com/office/drawing/2014/main" id="{D34A99BD-AE73-4A61-9C3A-935AB951943D}"/>
                </a:ext>
              </a:extLst>
            </p:cNvPr>
            <p:cNvSpPr/>
            <p:nvPr/>
          </p:nvSpPr>
          <p:spPr>
            <a:xfrm rot="20630650">
              <a:off x="10157005" y="2702780"/>
              <a:ext cx="19631" cy="6684"/>
            </a:xfrm>
            <a:custGeom>
              <a:avLst/>
              <a:gdLst>
                <a:gd name="connsiteX0" fmla="*/ 546 w 20844"/>
                <a:gd name="connsiteY0" fmla="*/ 647 h 7097"/>
                <a:gd name="connsiteX1" fmla="*/ 20844 w 20844"/>
                <a:gd name="connsiteY1" fmla="*/ 3927 h 7097"/>
                <a:gd name="connsiteX2" fmla="*/ 0 w 20844"/>
                <a:gd name="connsiteY2" fmla="*/ 5909 h 7097"/>
                <a:gd name="connsiteX3" fmla="*/ 546 w 20844"/>
                <a:gd name="connsiteY3" fmla="*/ 647 h 7097"/>
              </a:gdLst>
              <a:ahLst/>
              <a:cxnLst>
                <a:cxn ang="0">
                  <a:pos x="connsiteX0" y="connsiteY0"/>
                </a:cxn>
                <a:cxn ang="0">
                  <a:pos x="connsiteX1" y="connsiteY1"/>
                </a:cxn>
                <a:cxn ang="0">
                  <a:pos x="connsiteX2" y="connsiteY2"/>
                </a:cxn>
                <a:cxn ang="0">
                  <a:pos x="connsiteX3" y="connsiteY3"/>
                </a:cxn>
              </a:cxnLst>
              <a:rect l="l" t="t" r="r" b="b"/>
              <a:pathLst>
                <a:path w="20844" h="7097">
                  <a:moveTo>
                    <a:pt x="546" y="647"/>
                  </a:moveTo>
                  <a:cubicBezTo>
                    <a:pt x="7449" y="578"/>
                    <a:pt x="14830" y="-2087"/>
                    <a:pt x="20844" y="3927"/>
                  </a:cubicBezTo>
                  <a:cubicBezTo>
                    <a:pt x="14215" y="8916"/>
                    <a:pt x="7039" y="6729"/>
                    <a:pt x="0" y="5909"/>
                  </a:cubicBezTo>
                  <a:cubicBezTo>
                    <a:pt x="342" y="4200"/>
                    <a:pt x="478" y="2424"/>
                    <a:pt x="546" y="647"/>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65" name="Graphic 2466">
              <a:extLst>
                <a:ext uri="{FF2B5EF4-FFF2-40B4-BE49-F238E27FC236}">
                  <a16:creationId xmlns:a16="http://schemas.microsoft.com/office/drawing/2014/main" id="{D914BD07-7D7B-4874-994B-6AE9D4A23527}"/>
                </a:ext>
              </a:extLst>
            </p:cNvPr>
            <p:cNvSpPr/>
            <p:nvPr/>
          </p:nvSpPr>
          <p:spPr>
            <a:xfrm rot="20630650">
              <a:off x="10098613" y="2848592"/>
              <a:ext cx="61533" cy="132724"/>
            </a:xfrm>
            <a:custGeom>
              <a:avLst/>
              <a:gdLst>
                <a:gd name="connsiteX0" fmla="*/ 31917 w 65334"/>
                <a:gd name="connsiteY0" fmla="*/ 2739 h 140923"/>
                <a:gd name="connsiteX1" fmla="*/ 65334 w 65334"/>
                <a:gd name="connsiteY1" fmla="*/ 9026 h 140923"/>
                <a:gd name="connsiteX2" fmla="*/ 55699 w 65334"/>
                <a:gd name="connsiteY2" fmla="*/ 9846 h 140923"/>
                <a:gd name="connsiteX3" fmla="*/ 37998 w 65334"/>
                <a:gd name="connsiteY3" fmla="*/ 27273 h 140923"/>
                <a:gd name="connsiteX4" fmla="*/ 37725 w 65334"/>
                <a:gd name="connsiteY4" fmla="*/ 92060 h 140923"/>
                <a:gd name="connsiteX5" fmla="*/ 37725 w 65334"/>
                <a:gd name="connsiteY5" fmla="*/ 108257 h 140923"/>
                <a:gd name="connsiteX6" fmla="*/ 11550 w 65334"/>
                <a:gd name="connsiteY6" fmla="*/ 140924 h 140923"/>
                <a:gd name="connsiteX7" fmla="*/ 4785 w 65334"/>
                <a:gd name="connsiteY7" fmla="*/ 14493 h 140923"/>
                <a:gd name="connsiteX8" fmla="*/ 31917 w 65334"/>
                <a:gd name="connsiteY8" fmla="*/ 2739 h 140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334" h="140923">
                  <a:moveTo>
                    <a:pt x="31917" y="2739"/>
                  </a:moveTo>
                  <a:cubicBezTo>
                    <a:pt x="43329" y="3490"/>
                    <a:pt x="55220" y="1440"/>
                    <a:pt x="65334" y="9026"/>
                  </a:cubicBezTo>
                  <a:cubicBezTo>
                    <a:pt x="62123" y="9299"/>
                    <a:pt x="58842" y="9299"/>
                    <a:pt x="55699" y="9846"/>
                  </a:cubicBezTo>
                  <a:cubicBezTo>
                    <a:pt x="40186" y="12374"/>
                    <a:pt x="38272" y="13810"/>
                    <a:pt x="37998" y="27273"/>
                  </a:cubicBezTo>
                  <a:cubicBezTo>
                    <a:pt x="37520" y="48869"/>
                    <a:pt x="37794" y="70464"/>
                    <a:pt x="37725" y="92060"/>
                  </a:cubicBezTo>
                  <a:cubicBezTo>
                    <a:pt x="37725" y="97459"/>
                    <a:pt x="37794" y="102858"/>
                    <a:pt x="37725" y="108257"/>
                  </a:cubicBezTo>
                  <a:cubicBezTo>
                    <a:pt x="37315" y="131903"/>
                    <a:pt x="37246" y="131903"/>
                    <a:pt x="11550" y="140924"/>
                  </a:cubicBezTo>
                  <a:cubicBezTo>
                    <a:pt x="-8064" y="99782"/>
                    <a:pt x="2803" y="56728"/>
                    <a:pt x="4785" y="14493"/>
                  </a:cubicBezTo>
                  <a:cubicBezTo>
                    <a:pt x="5400" y="142"/>
                    <a:pt x="18521" y="-3070"/>
                    <a:pt x="31917" y="2739"/>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66" name="Graphic 2466">
              <a:extLst>
                <a:ext uri="{FF2B5EF4-FFF2-40B4-BE49-F238E27FC236}">
                  <a16:creationId xmlns:a16="http://schemas.microsoft.com/office/drawing/2014/main" id="{39A0C2B5-2C83-45E4-A140-67326894C598}"/>
                </a:ext>
              </a:extLst>
            </p:cNvPr>
            <p:cNvSpPr/>
            <p:nvPr/>
          </p:nvSpPr>
          <p:spPr>
            <a:xfrm rot="20630650">
              <a:off x="10083064" y="2830683"/>
              <a:ext cx="44025" cy="164064"/>
            </a:xfrm>
            <a:custGeom>
              <a:avLst/>
              <a:gdLst>
                <a:gd name="connsiteX0" fmla="*/ 46746 w 46745"/>
                <a:gd name="connsiteY0" fmla="*/ 28840 h 174200"/>
                <a:gd name="connsiteX1" fmla="*/ 26448 w 46745"/>
                <a:gd name="connsiteY1" fmla="*/ 50504 h 174200"/>
                <a:gd name="connsiteX2" fmla="*/ 26379 w 46745"/>
                <a:gd name="connsiteY2" fmla="*/ 167025 h 174200"/>
                <a:gd name="connsiteX3" fmla="*/ 23099 w 46745"/>
                <a:gd name="connsiteY3" fmla="*/ 167025 h 174200"/>
                <a:gd name="connsiteX4" fmla="*/ 19819 w 46745"/>
                <a:gd name="connsiteY4" fmla="*/ 167025 h 174200"/>
                <a:gd name="connsiteX5" fmla="*/ 13122 w 46745"/>
                <a:gd name="connsiteY5" fmla="*/ 173585 h 174200"/>
                <a:gd name="connsiteX6" fmla="*/ 0 w 46745"/>
                <a:gd name="connsiteY6" fmla="*/ 174200 h 174200"/>
                <a:gd name="connsiteX7" fmla="*/ 205 w 46745"/>
                <a:gd name="connsiteY7" fmla="*/ 25149 h 174200"/>
                <a:gd name="connsiteX8" fmla="*/ 26653 w 46745"/>
                <a:gd name="connsiteY8" fmla="*/ 2733 h 174200"/>
                <a:gd name="connsiteX9" fmla="*/ 32530 w 46745"/>
                <a:gd name="connsiteY9" fmla="*/ 3553 h 174200"/>
                <a:gd name="connsiteX10" fmla="*/ 27064 w 46745"/>
                <a:gd name="connsiteY10" fmla="*/ 22347 h 174200"/>
                <a:gd name="connsiteX11" fmla="*/ 46746 w 46745"/>
                <a:gd name="connsiteY11" fmla="*/ 28840 h 17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745" h="174200">
                  <a:moveTo>
                    <a:pt x="46746" y="28840"/>
                  </a:moveTo>
                  <a:cubicBezTo>
                    <a:pt x="26995" y="33213"/>
                    <a:pt x="26516" y="33213"/>
                    <a:pt x="26448" y="50504"/>
                  </a:cubicBezTo>
                  <a:cubicBezTo>
                    <a:pt x="26175" y="89321"/>
                    <a:pt x="26379" y="128207"/>
                    <a:pt x="26379" y="167025"/>
                  </a:cubicBezTo>
                  <a:cubicBezTo>
                    <a:pt x="26379" y="167025"/>
                    <a:pt x="23099" y="167025"/>
                    <a:pt x="23099" y="167025"/>
                  </a:cubicBezTo>
                  <a:lnTo>
                    <a:pt x="19819" y="167025"/>
                  </a:lnTo>
                  <a:cubicBezTo>
                    <a:pt x="18110" y="169758"/>
                    <a:pt x="15308" y="171398"/>
                    <a:pt x="13122" y="173585"/>
                  </a:cubicBezTo>
                  <a:cubicBezTo>
                    <a:pt x="8748" y="173790"/>
                    <a:pt x="4374" y="173995"/>
                    <a:pt x="0" y="174200"/>
                  </a:cubicBezTo>
                  <a:cubicBezTo>
                    <a:pt x="137" y="124517"/>
                    <a:pt x="-68" y="74833"/>
                    <a:pt x="205" y="25149"/>
                  </a:cubicBezTo>
                  <a:cubicBezTo>
                    <a:pt x="274" y="7517"/>
                    <a:pt x="4100" y="-6014"/>
                    <a:pt x="26653" y="2733"/>
                  </a:cubicBezTo>
                  <a:cubicBezTo>
                    <a:pt x="28704" y="2528"/>
                    <a:pt x="30617" y="2802"/>
                    <a:pt x="32530" y="3553"/>
                  </a:cubicBezTo>
                  <a:cubicBezTo>
                    <a:pt x="39228" y="12301"/>
                    <a:pt x="17496" y="12779"/>
                    <a:pt x="27064" y="22347"/>
                  </a:cubicBezTo>
                  <a:cubicBezTo>
                    <a:pt x="34376" y="22416"/>
                    <a:pt x="41483" y="22757"/>
                    <a:pt x="46746" y="28840"/>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67" name="Graphic 2466">
              <a:extLst>
                <a:ext uri="{FF2B5EF4-FFF2-40B4-BE49-F238E27FC236}">
                  <a16:creationId xmlns:a16="http://schemas.microsoft.com/office/drawing/2014/main" id="{7BD0A301-B3E9-4D9A-A6DD-4578BF974353}"/>
                </a:ext>
              </a:extLst>
            </p:cNvPr>
            <p:cNvSpPr/>
            <p:nvPr/>
          </p:nvSpPr>
          <p:spPr>
            <a:xfrm rot="20630650">
              <a:off x="10150800" y="2861630"/>
              <a:ext cx="7852" cy="4978"/>
            </a:xfrm>
            <a:custGeom>
              <a:avLst/>
              <a:gdLst>
                <a:gd name="connsiteX0" fmla="*/ 8337 w 8337"/>
                <a:gd name="connsiteY0" fmla="*/ 459 h 5286"/>
                <a:gd name="connsiteX1" fmla="*/ 8269 w 8337"/>
                <a:gd name="connsiteY1" fmla="*/ 4901 h 5286"/>
                <a:gd name="connsiteX2" fmla="*/ 0 w 8337"/>
                <a:gd name="connsiteY2" fmla="*/ 2578 h 5286"/>
                <a:gd name="connsiteX3" fmla="*/ 8337 w 8337"/>
                <a:gd name="connsiteY3" fmla="*/ 459 h 5286"/>
              </a:gdLst>
              <a:ahLst/>
              <a:cxnLst>
                <a:cxn ang="0">
                  <a:pos x="connsiteX0" y="connsiteY0"/>
                </a:cxn>
                <a:cxn ang="0">
                  <a:pos x="connsiteX1" y="connsiteY1"/>
                </a:cxn>
                <a:cxn ang="0">
                  <a:pos x="connsiteX2" y="connsiteY2"/>
                </a:cxn>
                <a:cxn ang="0">
                  <a:pos x="connsiteX3" y="connsiteY3"/>
                </a:cxn>
              </a:cxnLst>
              <a:rect l="l" t="t" r="r" b="b"/>
              <a:pathLst>
                <a:path w="8337" h="5286">
                  <a:moveTo>
                    <a:pt x="8337" y="459"/>
                  </a:moveTo>
                  <a:cubicBezTo>
                    <a:pt x="8201" y="1962"/>
                    <a:pt x="8201" y="3398"/>
                    <a:pt x="8269" y="4901"/>
                  </a:cubicBezTo>
                  <a:cubicBezTo>
                    <a:pt x="4989" y="5516"/>
                    <a:pt x="0" y="5790"/>
                    <a:pt x="0" y="2578"/>
                  </a:cubicBezTo>
                  <a:cubicBezTo>
                    <a:pt x="68" y="-566"/>
                    <a:pt x="5057" y="-224"/>
                    <a:pt x="8337" y="459"/>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68" name="Graphic 2466">
              <a:extLst>
                <a:ext uri="{FF2B5EF4-FFF2-40B4-BE49-F238E27FC236}">
                  <a16:creationId xmlns:a16="http://schemas.microsoft.com/office/drawing/2014/main" id="{AC779D40-BEC6-42DB-8FB5-B2A61F9D0E71}"/>
                </a:ext>
              </a:extLst>
            </p:cNvPr>
            <p:cNvSpPr/>
            <p:nvPr/>
          </p:nvSpPr>
          <p:spPr>
            <a:xfrm rot="20630650">
              <a:off x="10117546" y="2986685"/>
              <a:ext cx="6308" cy="6178"/>
            </a:xfrm>
            <a:custGeom>
              <a:avLst/>
              <a:gdLst>
                <a:gd name="connsiteX0" fmla="*/ 0 w 6697"/>
                <a:gd name="connsiteY0" fmla="*/ 6561 h 6560"/>
                <a:gd name="connsiteX1" fmla="*/ 6697 w 6697"/>
                <a:gd name="connsiteY1" fmla="*/ 0 h 6560"/>
                <a:gd name="connsiteX2" fmla="*/ 6629 w 6697"/>
                <a:gd name="connsiteY2" fmla="*/ 6492 h 6560"/>
                <a:gd name="connsiteX3" fmla="*/ 0 w 6697"/>
                <a:gd name="connsiteY3" fmla="*/ 6561 h 6560"/>
              </a:gdLst>
              <a:ahLst/>
              <a:cxnLst>
                <a:cxn ang="0">
                  <a:pos x="connsiteX0" y="connsiteY0"/>
                </a:cxn>
                <a:cxn ang="0">
                  <a:pos x="connsiteX1" y="connsiteY1"/>
                </a:cxn>
                <a:cxn ang="0">
                  <a:pos x="connsiteX2" y="connsiteY2"/>
                </a:cxn>
                <a:cxn ang="0">
                  <a:pos x="connsiteX3" y="connsiteY3"/>
                </a:cxn>
              </a:cxnLst>
              <a:rect l="l" t="t" r="r" b="b"/>
              <a:pathLst>
                <a:path w="6697" h="6560">
                  <a:moveTo>
                    <a:pt x="0" y="6561"/>
                  </a:moveTo>
                  <a:cubicBezTo>
                    <a:pt x="2255" y="4374"/>
                    <a:pt x="4442" y="2187"/>
                    <a:pt x="6697" y="0"/>
                  </a:cubicBezTo>
                  <a:cubicBezTo>
                    <a:pt x="6629" y="2187"/>
                    <a:pt x="6629" y="4305"/>
                    <a:pt x="6629" y="6492"/>
                  </a:cubicBezTo>
                  <a:cubicBezTo>
                    <a:pt x="4374" y="6492"/>
                    <a:pt x="2187" y="6561"/>
                    <a:pt x="0" y="6561"/>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69" name="Graphic 2466">
              <a:extLst>
                <a:ext uri="{FF2B5EF4-FFF2-40B4-BE49-F238E27FC236}">
                  <a16:creationId xmlns:a16="http://schemas.microsoft.com/office/drawing/2014/main" id="{B384AA01-D8FA-4E47-8835-460CB308421E}"/>
                </a:ext>
              </a:extLst>
            </p:cNvPr>
            <p:cNvSpPr/>
            <p:nvPr/>
          </p:nvSpPr>
          <p:spPr>
            <a:xfrm rot="20630650">
              <a:off x="10252902" y="2828880"/>
              <a:ext cx="26325" cy="11727"/>
            </a:xfrm>
            <a:custGeom>
              <a:avLst/>
              <a:gdLst>
                <a:gd name="connsiteX0" fmla="*/ 0 w 27951"/>
                <a:gd name="connsiteY0" fmla="*/ 6097 h 12452"/>
                <a:gd name="connsiteX1" fmla="*/ 27951 w 27951"/>
                <a:gd name="connsiteY1" fmla="*/ 1791 h 12452"/>
                <a:gd name="connsiteX2" fmla="*/ 6014 w 27951"/>
                <a:gd name="connsiteY2" fmla="*/ 12452 h 12452"/>
                <a:gd name="connsiteX3" fmla="*/ 0 w 27951"/>
                <a:gd name="connsiteY3" fmla="*/ 6097 h 12452"/>
              </a:gdLst>
              <a:ahLst/>
              <a:cxnLst>
                <a:cxn ang="0">
                  <a:pos x="connsiteX0" y="connsiteY0"/>
                </a:cxn>
                <a:cxn ang="0">
                  <a:pos x="connsiteX1" y="connsiteY1"/>
                </a:cxn>
                <a:cxn ang="0">
                  <a:pos x="connsiteX2" y="connsiteY2"/>
                </a:cxn>
                <a:cxn ang="0">
                  <a:pos x="connsiteX3" y="connsiteY3"/>
                </a:cxn>
              </a:cxnLst>
              <a:rect l="l" t="t" r="r" b="b"/>
              <a:pathLst>
                <a:path w="27951" h="12452">
                  <a:moveTo>
                    <a:pt x="0" y="6097"/>
                  </a:moveTo>
                  <a:cubicBezTo>
                    <a:pt x="7791" y="-1284"/>
                    <a:pt x="16812" y="-942"/>
                    <a:pt x="27951" y="1791"/>
                  </a:cubicBezTo>
                  <a:cubicBezTo>
                    <a:pt x="21049" y="8284"/>
                    <a:pt x="13805" y="10881"/>
                    <a:pt x="6014" y="12452"/>
                  </a:cubicBezTo>
                  <a:cubicBezTo>
                    <a:pt x="4032" y="10402"/>
                    <a:pt x="2051" y="8215"/>
                    <a:pt x="0" y="6097"/>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70" name="Graphic 2466">
              <a:extLst>
                <a:ext uri="{FF2B5EF4-FFF2-40B4-BE49-F238E27FC236}">
                  <a16:creationId xmlns:a16="http://schemas.microsoft.com/office/drawing/2014/main" id="{707ADF7D-72CC-46E0-B391-0AA6D2357A5C}"/>
                </a:ext>
              </a:extLst>
            </p:cNvPr>
            <p:cNvSpPr/>
            <p:nvPr/>
          </p:nvSpPr>
          <p:spPr>
            <a:xfrm rot="20630650">
              <a:off x="10323112" y="2810219"/>
              <a:ext cx="12937" cy="5951"/>
            </a:xfrm>
            <a:custGeom>
              <a:avLst/>
              <a:gdLst>
                <a:gd name="connsiteX0" fmla="*/ 0 w 13736"/>
                <a:gd name="connsiteY0" fmla="*/ 6105 h 6319"/>
                <a:gd name="connsiteX1" fmla="*/ 13737 w 13736"/>
                <a:gd name="connsiteY1" fmla="*/ 23 h 6319"/>
                <a:gd name="connsiteX2" fmla="*/ 0 w 13736"/>
                <a:gd name="connsiteY2" fmla="*/ 6105 h 6319"/>
              </a:gdLst>
              <a:ahLst/>
              <a:cxnLst>
                <a:cxn ang="0">
                  <a:pos x="connsiteX0" y="connsiteY0"/>
                </a:cxn>
                <a:cxn ang="0">
                  <a:pos x="connsiteX1" y="connsiteY1"/>
                </a:cxn>
                <a:cxn ang="0">
                  <a:pos x="connsiteX2" y="connsiteY2"/>
                </a:cxn>
              </a:cxnLst>
              <a:rect l="l" t="t" r="r" b="b"/>
              <a:pathLst>
                <a:path w="13736" h="6319">
                  <a:moveTo>
                    <a:pt x="0" y="6105"/>
                  </a:moveTo>
                  <a:cubicBezTo>
                    <a:pt x="3144" y="912"/>
                    <a:pt x="8201" y="-182"/>
                    <a:pt x="13737" y="23"/>
                  </a:cubicBezTo>
                  <a:cubicBezTo>
                    <a:pt x="10730" y="5490"/>
                    <a:pt x="5878" y="6925"/>
                    <a:pt x="0" y="6105"/>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71" name="Graphic 2466">
              <a:extLst>
                <a:ext uri="{FF2B5EF4-FFF2-40B4-BE49-F238E27FC236}">
                  <a16:creationId xmlns:a16="http://schemas.microsoft.com/office/drawing/2014/main" id="{8F96A3F0-6527-422B-9EE1-9F44B729E28F}"/>
                </a:ext>
              </a:extLst>
            </p:cNvPr>
            <p:cNvSpPr/>
            <p:nvPr/>
          </p:nvSpPr>
          <p:spPr>
            <a:xfrm rot="20630650">
              <a:off x="10179251" y="2660479"/>
              <a:ext cx="44926" cy="20146"/>
            </a:xfrm>
            <a:custGeom>
              <a:avLst/>
              <a:gdLst>
                <a:gd name="connsiteX0" fmla="*/ 40526 w 47701"/>
                <a:gd name="connsiteY0" fmla="*/ 21391 h 21390"/>
                <a:gd name="connsiteX1" fmla="*/ 0 w 47701"/>
                <a:gd name="connsiteY1" fmla="*/ 14625 h 21390"/>
                <a:gd name="connsiteX2" fmla="*/ 6218 w 47701"/>
                <a:gd name="connsiteY2" fmla="*/ 13600 h 21390"/>
                <a:gd name="connsiteX3" fmla="*/ 9977 w 47701"/>
                <a:gd name="connsiteY3" fmla="*/ 3895 h 21390"/>
                <a:gd name="connsiteX4" fmla="*/ 8406 w 47701"/>
                <a:gd name="connsiteY4" fmla="*/ 1162 h 21390"/>
                <a:gd name="connsiteX5" fmla="*/ 33897 w 47701"/>
                <a:gd name="connsiteY5" fmla="*/ 0 h 21390"/>
                <a:gd name="connsiteX6" fmla="*/ 47702 w 47701"/>
                <a:gd name="connsiteY6" fmla="*/ 6014 h 21390"/>
                <a:gd name="connsiteX7" fmla="*/ 42713 w 47701"/>
                <a:gd name="connsiteY7" fmla="*/ 15718 h 21390"/>
                <a:gd name="connsiteX8" fmla="*/ 40526 w 47701"/>
                <a:gd name="connsiteY8" fmla="*/ 21391 h 21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701" h="21390">
                  <a:moveTo>
                    <a:pt x="40526" y="21391"/>
                  </a:moveTo>
                  <a:cubicBezTo>
                    <a:pt x="26857" y="20229"/>
                    <a:pt x="12574" y="22552"/>
                    <a:pt x="0" y="14625"/>
                  </a:cubicBezTo>
                  <a:cubicBezTo>
                    <a:pt x="2050" y="14283"/>
                    <a:pt x="4169" y="13873"/>
                    <a:pt x="6218" y="13600"/>
                  </a:cubicBezTo>
                  <a:cubicBezTo>
                    <a:pt x="15992" y="12096"/>
                    <a:pt x="15992" y="12096"/>
                    <a:pt x="9977" y="3895"/>
                  </a:cubicBezTo>
                  <a:cubicBezTo>
                    <a:pt x="9363" y="3075"/>
                    <a:pt x="8952" y="2050"/>
                    <a:pt x="8406" y="1162"/>
                  </a:cubicBezTo>
                  <a:cubicBezTo>
                    <a:pt x="16880" y="752"/>
                    <a:pt x="25423" y="410"/>
                    <a:pt x="33897" y="0"/>
                  </a:cubicBezTo>
                  <a:cubicBezTo>
                    <a:pt x="38476" y="1982"/>
                    <a:pt x="43054" y="4032"/>
                    <a:pt x="47702" y="6014"/>
                  </a:cubicBezTo>
                  <a:cubicBezTo>
                    <a:pt x="47633" y="10046"/>
                    <a:pt x="38680" y="9499"/>
                    <a:pt x="42713" y="15718"/>
                  </a:cubicBezTo>
                  <a:cubicBezTo>
                    <a:pt x="43191" y="18110"/>
                    <a:pt x="42439" y="19956"/>
                    <a:pt x="40526" y="21391"/>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72" name="Graphic 2466">
              <a:extLst>
                <a:ext uri="{FF2B5EF4-FFF2-40B4-BE49-F238E27FC236}">
                  <a16:creationId xmlns:a16="http://schemas.microsoft.com/office/drawing/2014/main" id="{7A72B80D-D46C-413F-B632-66E8B2A1CBAD}"/>
                </a:ext>
              </a:extLst>
            </p:cNvPr>
            <p:cNvSpPr/>
            <p:nvPr/>
          </p:nvSpPr>
          <p:spPr>
            <a:xfrm rot="20630650">
              <a:off x="10629535" y="2639589"/>
              <a:ext cx="15565" cy="106137"/>
            </a:xfrm>
            <a:custGeom>
              <a:avLst/>
              <a:gdLst>
                <a:gd name="connsiteX0" fmla="*/ 0 w 16527"/>
                <a:gd name="connsiteY0" fmla="*/ 52622 h 112694"/>
                <a:gd name="connsiteX1" fmla="*/ 137 w 16527"/>
                <a:gd name="connsiteY1" fmla="*/ 39501 h 112694"/>
                <a:gd name="connsiteX2" fmla="*/ 0 w 16527"/>
                <a:gd name="connsiteY2" fmla="*/ 20024 h 112694"/>
                <a:gd name="connsiteX3" fmla="*/ 410 w 16527"/>
                <a:gd name="connsiteY3" fmla="*/ 0 h 112694"/>
                <a:gd name="connsiteX4" fmla="*/ 6629 w 16527"/>
                <a:gd name="connsiteY4" fmla="*/ 342 h 112694"/>
                <a:gd name="connsiteX5" fmla="*/ 14557 w 16527"/>
                <a:gd name="connsiteY5" fmla="*/ 13531 h 112694"/>
                <a:gd name="connsiteX6" fmla="*/ 16060 w 16527"/>
                <a:gd name="connsiteY6" fmla="*/ 34512 h 112694"/>
                <a:gd name="connsiteX7" fmla="*/ 16265 w 16527"/>
                <a:gd name="connsiteY7" fmla="*/ 61097 h 112694"/>
                <a:gd name="connsiteX8" fmla="*/ 7791 w 16527"/>
                <a:gd name="connsiteY8" fmla="*/ 97522 h 112694"/>
                <a:gd name="connsiteX9" fmla="*/ 5877 w 16527"/>
                <a:gd name="connsiteY9" fmla="*/ 112694 h 112694"/>
                <a:gd name="connsiteX10" fmla="*/ 752 w 16527"/>
                <a:gd name="connsiteY10" fmla="*/ 98342 h 112694"/>
                <a:gd name="connsiteX11" fmla="*/ 683 w 16527"/>
                <a:gd name="connsiteY11" fmla="*/ 85221 h 112694"/>
                <a:gd name="connsiteX12" fmla="*/ 478 w 16527"/>
                <a:gd name="connsiteY12" fmla="*/ 72100 h 112694"/>
                <a:gd name="connsiteX13" fmla="*/ 0 w 16527"/>
                <a:gd name="connsiteY13" fmla="*/ 52622 h 112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527" h="112694">
                  <a:moveTo>
                    <a:pt x="0" y="52622"/>
                  </a:moveTo>
                  <a:cubicBezTo>
                    <a:pt x="68" y="48249"/>
                    <a:pt x="68" y="43875"/>
                    <a:pt x="137" y="39501"/>
                  </a:cubicBezTo>
                  <a:cubicBezTo>
                    <a:pt x="68" y="33009"/>
                    <a:pt x="68" y="26516"/>
                    <a:pt x="0" y="20024"/>
                  </a:cubicBezTo>
                  <a:cubicBezTo>
                    <a:pt x="137" y="13326"/>
                    <a:pt x="274" y="6697"/>
                    <a:pt x="410" y="0"/>
                  </a:cubicBezTo>
                  <a:cubicBezTo>
                    <a:pt x="2460" y="68"/>
                    <a:pt x="4511" y="205"/>
                    <a:pt x="6629" y="342"/>
                  </a:cubicBezTo>
                  <a:cubicBezTo>
                    <a:pt x="11140" y="3622"/>
                    <a:pt x="13326" y="8269"/>
                    <a:pt x="14557" y="13531"/>
                  </a:cubicBezTo>
                  <a:cubicBezTo>
                    <a:pt x="16128" y="20434"/>
                    <a:pt x="15855" y="27473"/>
                    <a:pt x="16060" y="34512"/>
                  </a:cubicBezTo>
                  <a:cubicBezTo>
                    <a:pt x="17017" y="43396"/>
                    <a:pt x="16197" y="52212"/>
                    <a:pt x="16265" y="61097"/>
                  </a:cubicBezTo>
                  <a:cubicBezTo>
                    <a:pt x="16743" y="74013"/>
                    <a:pt x="17222" y="86930"/>
                    <a:pt x="7791" y="97522"/>
                  </a:cubicBezTo>
                  <a:cubicBezTo>
                    <a:pt x="7176" y="102580"/>
                    <a:pt x="6560" y="107637"/>
                    <a:pt x="5877" y="112694"/>
                  </a:cubicBezTo>
                  <a:cubicBezTo>
                    <a:pt x="4169" y="107910"/>
                    <a:pt x="2460" y="103126"/>
                    <a:pt x="752" y="98342"/>
                  </a:cubicBezTo>
                  <a:cubicBezTo>
                    <a:pt x="752" y="93969"/>
                    <a:pt x="683" y="89595"/>
                    <a:pt x="683" y="85221"/>
                  </a:cubicBezTo>
                  <a:cubicBezTo>
                    <a:pt x="615" y="80847"/>
                    <a:pt x="546" y="76473"/>
                    <a:pt x="478" y="72100"/>
                  </a:cubicBezTo>
                  <a:cubicBezTo>
                    <a:pt x="274" y="65676"/>
                    <a:pt x="137" y="59115"/>
                    <a:pt x="0" y="52622"/>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73" name="Graphic 2466">
              <a:extLst>
                <a:ext uri="{FF2B5EF4-FFF2-40B4-BE49-F238E27FC236}">
                  <a16:creationId xmlns:a16="http://schemas.microsoft.com/office/drawing/2014/main" id="{36F626D4-01F2-414C-9247-895CAFF1E260}"/>
                </a:ext>
              </a:extLst>
            </p:cNvPr>
            <p:cNvSpPr/>
            <p:nvPr/>
          </p:nvSpPr>
          <p:spPr>
            <a:xfrm rot="20630650">
              <a:off x="10570881" y="2399049"/>
              <a:ext cx="982847" cy="43135"/>
            </a:xfrm>
            <a:custGeom>
              <a:avLst/>
              <a:gdLst>
                <a:gd name="connsiteX0" fmla="*/ 6560 w 1043563"/>
                <a:gd name="connsiteY0" fmla="*/ 33214 h 45799"/>
                <a:gd name="connsiteX1" fmla="*/ 0 w 1043563"/>
                <a:gd name="connsiteY1" fmla="*/ 26653 h 45799"/>
                <a:gd name="connsiteX2" fmla="*/ 6560 w 1043563"/>
                <a:gd name="connsiteY2" fmla="*/ 13532 h 45799"/>
                <a:gd name="connsiteX3" fmla="*/ 15786 w 1043563"/>
                <a:gd name="connsiteY3" fmla="*/ 1504 h 45799"/>
                <a:gd name="connsiteX4" fmla="*/ 41893 w 1043563"/>
                <a:gd name="connsiteY4" fmla="*/ 479 h 45799"/>
                <a:gd name="connsiteX5" fmla="*/ 988754 w 1043563"/>
                <a:gd name="connsiteY5" fmla="*/ 1 h 45799"/>
                <a:gd name="connsiteX6" fmla="*/ 1043564 w 1043563"/>
                <a:gd name="connsiteY6" fmla="*/ 7245 h 45799"/>
                <a:gd name="connsiteX7" fmla="*/ 987662 w 1043563"/>
                <a:gd name="connsiteY7" fmla="*/ 42167 h 45799"/>
                <a:gd name="connsiteX8" fmla="*/ 719833 w 1043563"/>
                <a:gd name="connsiteY8" fmla="*/ 44080 h 45799"/>
                <a:gd name="connsiteX9" fmla="*/ 62736 w 1043563"/>
                <a:gd name="connsiteY9" fmla="*/ 44559 h 45799"/>
                <a:gd name="connsiteX10" fmla="*/ 6560 w 1043563"/>
                <a:gd name="connsiteY10" fmla="*/ 33214 h 45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3563" h="45799">
                  <a:moveTo>
                    <a:pt x="6560" y="33214"/>
                  </a:moveTo>
                  <a:cubicBezTo>
                    <a:pt x="4374" y="31027"/>
                    <a:pt x="2187" y="28840"/>
                    <a:pt x="0" y="26653"/>
                  </a:cubicBezTo>
                  <a:cubicBezTo>
                    <a:pt x="2187" y="22280"/>
                    <a:pt x="4374" y="17906"/>
                    <a:pt x="6560" y="13532"/>
                  </a:cubicBezTo>
                  <a:cubicBezTo>
                    <a:pt x="7586" y="7928"/>
                    <a:pt x="9704" y="2324"/>
                    <a:pt x="15786" y="1504"/>
                  </a:cubicBezTo>
                  <a:cubicBezTo>
                    <a:pt x="24397" y="342"/>
                    <a:pt x="33214" y="479"/>
                    <a:pt x="41893" y="479"/>
                  </a:cubicBezTo>
                  <a:cubicBezTo>
                    <a:pt x="357490" y="411"/>
                    <a:pt x="673089" y="616"/>
                    <a:pt x="988754" y="1"/>
                  </a:cubicBezTo>
                  <a:cubicBezTo>
                    <a:pt x="1007753" y="-68"/>
                    <a:pt x="1025112" y="6493"/>
                    <a:pt x="1043564" y="7245"/>
                  </a:cubicBezTo>
                  <a:cubicBezTo>
                    <a:pt x="1033244" y="32121"/>
                    <a:pt x="1010145" y="36631"/>
                    <a:pt x="987662" y="42167"/>
                  </a:cubicBezTo>
                  <a:cubicBezTo>
                    <a:pt x="898408" y="49548"/>
                    <a:pt x="809087" y="43260"/>
                    <a:pt x="719833" y="44080"/>
                  </a:cubicBezTo>
                  <a:cubicBezTo>
                    <a:pt x="500801" y="46062"/>
                    <a:pt x="281769" y="44832"/>
                    <a:pt x="62736" y="44559"/>
                  </a:cubicBezTo>
                  <a:cubicBezTo>
                    <a:pt x="43465" y="44559"/>
                    <a:pt x="23099" y="47771"/>
                    <a:pt x="6560" y="33214"/>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74" name="Graphic 2466">
              <a:extLst>
                <a:ext uri="{FF2B5EF4-FFF2-40B4-BE49-F238E27FC236}">
                  <a16:creationId xmlns:a16="http://schemas.microsoft.com/office/drawing/2014/main" id="{71CE1546-6E05-4425-A85F-2210C021AF9B}"/>
                </a:ext>
              </a:extLst>
            </p:cNvPr>
            <p:cNvSpPr/>
            <p:nvPr/>
          </p:nvSpPr>
          <p:spPr>
            <a:xfrm rot="20630650">
              <a:off x="10311955" y="2659982"/>
              <a:ext cx="12229" cy="7894"/>
            </a:xfrm>
            <a:custGeom>
              <a:avLst/>
              <a:gdLst>
                <a:gd name="connsiteX0" fmla="*/ 12985 w 12984"/>
                <a:gd name="connsiteY0" fmla="*/ 8382 h 8382"/>
                <a:gd name="connsiteX1" fmla="*/ 0 w 12984"/>
                <a:gd name="connsiteY1" fmla="*/ 45 h 8382"/>
                <a:gd name="connsiteX2" fmla="*/ 12985 w 12984"/>
                <a:gd name="connsiteY2" fmla="*/ 8382 h 8382"/>
              </a:gdLst>
              <a:ahLst/>
              <a:cxnLst>
                <a:cxn ang="0">
                  <a:pos x="connsiteX0" y="connsiteY0"/>
                </a:cxn>
                <a:cxn ang="0">
                  <a:pos x="connsiteX1" y="connsiteY1"/>
                </a:cxn>
                <a:cxn ang="0">
                  <a:pos x="connsiteX2" y="connsiteY2"/>
                </a:cxn>
              </a:cxnLst>
              <a:rect l="l" t="t" r="r" b="b"/>
              <a:pathLst>
                <a:path w="12984" h="8382">
                  <a:moveTo>
                    <a:pt x="12985" y="8382"/>
                  </a:moveTo>
                  <a:cubicBezTo>
                    <a:pt x="7723" y="7084"/>
                    <a:pt x="2597" y="5444"/>
                    <a:pt x="0" y="45"/>
                  </a:cubicBezTo>
                  <a:cubicBezTo>
                    <a:pt x="6288" y="-297"/>
                    <a:pt x="11482" y="1207"/>
                    <a:pt x="12985" y="8382"/>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75" name="Graphic 2466">
              <a:extLst>
                <a:ext uri="{FF2B5EF4-FFF2-40B4-BE49-F238E27FC236}">
                  <a16:creationId xmlns:a16="http://schemas.microsoft.com/office/drawing/2014/main" id="{4427A5B6-8B59-4091-8FCC-8440CFCF86F4}"/>
                </a:ext>
              </a:extLst>
            </p:cNvPr>
            <p:cNvSpPr/>
            <p:nvPr/>
          </p:nvSpPr>
          <p:spPr>
            <a:xfrm rot="20630650">
              <a:off x="10210286" y="2658222"/>
              <a:ext cx="38380" cy="14687"/>
            </a:xfrm>
            <a:custGeom>
              <a:avLst/>
              <a:gdLst>
                <a:gd name="connsiteX0" fmla="*/ 6444 w 40751"/>
                <a:gd name="connsiteY0" fmla="*/ 8338 h 15594"/>
                <a:gd name="connsiteX1" fmla="*/ 21 w 40751"/>
                <a:gd name="connsiteY1" fmla="*/ 3417 h 15594"/>
                <a:gd name="connsiteX2" fmla="*/ 5009 w 40751"/>
                <a:gd name="connsiteY2" fmla="*/ 1298 h 15594"/>
                <a:gd name="connsiteX3" fmla="*/ 14441 w 40751"/>
                <a:gd name="connsiteY3" fmla="*/ 0 h 15594"/>
                <a:gd name="connsiteX4" fmla="*/ 26810 w 40751"/>
                <a:gd name="connsiteY4" fmla="*/ 273 h 15594"/>
                <a:gd name="connsiteX5" fmla="*/ 40752 w 40751"/>
                <a:gd name="connsiteY5" fmla="*/ 7381 h 15594"/>
                <a:gd name="connsiteX6" fmla="*/ 20591 w 40751"/>
                <a:gd name="connsiteY6" fmla="*/ 14010 h 15594"/>
                <a:gd name="connsiteX7" fmla="*/ 6444 w 40751"/>
                <a:gd name="connsiteY7" fmla="*/ 8338 h 15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751" h="15594">
                  <a:moveTo>
                    <a:pt x="6444" y="8338"/>
                  </a:moveTo>
                  <a:cubicBezTo>
                    <a:pt x="3642" y="7449"/>
                    <a:pt x="-321" y="7723"/>
                    <a:pt x="21" y="3417"/>
                  </a:cubicBezTo>
                  <a:cubicBezTo>
                    <a:pt x="89" y="2597"/>
                    <a:pt x="3164" y="1640"/>
                    <a:pt x="5009" y="1298"/>
                  </a:cubicBezTo>
                  <a:cubicBezTo>
                    <a:pt x="8084" y="683"/>
                    <a:pt x="11297" y="410"/>
                    <a:pt x="14441" y="0"/>
                  </a:cubicBezTo>
                  <a:cubicBezTo>
                    <a:pt x="18541" y="68"/>
                    <a:pt x="22710" y="137"/>
                    <a:pt x="26810" y="273"/>
                  </a:cubicBezTo>
                  <a:cubicBezTo>
                    <a:pt x="31457" y="2665"/>
                    <a:pt x="36104" y="4989"/>
                    <a:pt x="40752" y="7381"/>
                  </a:cubicBezTo>
                  <a:cubicBezTo>
                    <a:pt x="33849" y="9021"/>
                    <a:pt x="25580" y="6424"/>
                    <a:pt x="20591" y="14010"/>
                  </a:cubicBezTo>
                  <a:cubicBezTo>
                    <a:pt x="13142" y="18930"/>
                    <a:pt x="10818" y="11071"/>
                    <a:pt x="6444" y="8338"/>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76" name="Graphic 2466">
              <a:extLst>
                <a:ext uri="{FF2B5EF4-FFF2-40B4-BE49-F238E27FC236}">
                  <a16:creationId xmlns:a16="http://schemas.microsoft.com/office/drawing/2014/main" id="{03340F04-10A9-49C3-AA9C-FD0DB2D1E6C7}"/>
                </a:ext>
              </a:extLst>
            </p:cNvPr>
            <p:cNvSpPr/>
            <p:nvPr/>
          </p:nvSpPr>
          <p:spPr>
            <a:xfrm rot="20630650">
              <a:off x="10092327" y="3010437"/>
              <a:ext cx="27724" cy="24764"/>
            </a:xfrm>
            <a:custGeom>
              <a:avLst/>
              <a:gdLst>
                <a:gd name="connsiteX0" fmla="*/ 2920 w 29436"/>
                <a:gd name="connsiteY0" fmla="*/ 7586 h 26293"/>
                <a:gd name="connsiteX1" fmla="*/ 29368 w 29436"/>
                <a:gd name="connsiteY1" fmla="*/ 0 h 26293"/>
                <a:gd name="connsiteX2" fmla="*/ 29436 w 29436"/>
                <a:gd name="connsiteY2" fmla="*/ 25833 h 26293"/>
                <a:gd name="connsiteX3" fmla="*/ 14059 w 29436"/>
                <a:gd name="connsiteY3" fmla="*/ 26243 h 26293"/>
                <a:gd name="connsiteX4" fmla="*/ 2920 w 29436"/>
                <a:gd name="connsiteY4" fmla="*/ 7586 h 26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36" h="26293">
                  <a:moveTo>
                    <a:pt x="2920" y="7586"/>
                  </a:moveTo>
                  <a:cubicBezTo>
                    <a:pt x="11736" y="5057"/>
                    <a:pt x="20552" y="2529"/>
                    <a:pt x="29368" y="0"/>
                  </a:cubicBezTo>
                  <a:cubicBezTo>
                    <a:pt x="29368" y="8611"/>
                    <a:pt x="29368" y="17222"/>
                    <a:pt x="29436" y="25833"/>
                  </a:cubicBezTo>
                  <a:cubicBezTo>
                    <a:pt x="24311" y="25969"/>
                    <a:pt x="19185" y="26448"/>
                    <a:pt x="14059" y="26243"/>
                  </a:cubicBezTo>
                  <a:cubicBezTo>
                    <a:pt x="-1658" y="25559"/>
                    <a:pt x="-2273" y="24329"/>
                    <a:pt x="2920" y="7586"/>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77" name="Graphic 2466">
              <a:extLst>
                <a:ext uri="{FF2B5EF4-FFF2-40B4-BE49-F238E27FC236}">
                  <a16:creationId xmlns:a16="http://schemas.microsoft.com/office/drawing/2014/main" id="{A4E47555-B9E5-421C-B15B-3527C81994FC}"/>
                </a:ext>
              </a:extLst>
            </p:cNvPr>
            <p:cNvSpPr/>
            <p:nvPr/>
          </p:nvSpPr>
          <p:spPr>
            <a:xfrm rot="20630650">
              <a:off x="10284316" y="2655036"/>
              <a:ext cx="12937" cy="6369"/>
            </a:xfrm>
            <a:custGeom>
              <a:avLst/>
              <a:gdLst>
                <a:gd name="connsiteX0" fmla="*/ 13737 w 13736"/>
                <a:gd name="connsiteY0" fmla="*/ 6762 h 6762"/>
                <a:gd name="connsiteX1" fmla="*/ 0 w 13736"/>
                <a:gd name="connsiteY1" fmla="*/ 270 h 6762"/>
                <a:gd name="connsiteX2" fmla="*/ 13737 w 13736"/>
                <a:gd name="connsiteY2" fmla="*/ 6762 h 6762"/>
              </a:gdLst>
              <a:ahLst/>
              <a:cxnLst>
                <a:cxn ang="0">
                  <a:pos x="connsiteX0" y="connsiteY0"/>
                </a:cxn>
                <a:cxn ang="0">
                  <a:pos x="connsiteX1" y="connsiteY1"/>
                </a:cxn>
                <a:cxn ang="0">
                  <a:pos x="connsiteX2" y="connsiteY2"/>
                </a:cxn>
              </a:cxnLst>
              <a:rect l="l" t="t" r="r" b="b"/>
              <a:pathLst>
                <a:path w="13736" h="6762">
                  <a:moveTo>
                    <a:pt x="13737" y="6762"/>
                  </a:moveTo>
                  <a:cubicBezTo>
                    <a:pt x="8201" y="6557"/>
                    <a:pt x="3076" y="5600"/>
                    <a:pt x="0" y="270"/>
                  </a:cubicBezTo>
                  <a:cubicBezTo>
                    <a:pt x="6082" y="-619"/>
                    <a:pt x="11140" y="475"/>
                    <a:pt x="13737" y="6762"/>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78" name="Graphic 2466">
              <a:extLst>
                <a:ext uri="{FF2B5EF4-FFF2-40B4-BE49-F238E27FC236}">
                  <a16:creationId xmlns:a16="http://schemas.microsoft.com/office/drawing/2014/main" id="{B36CAC45-9D3C-4F57-882E-AB470C0EA811}"/>
                </a:ext>
              </a:extLst>
            </p:cNvPr>
            <p:cNvSpPr/>
            <p:nvPr/>
          </p:nvSpPr>
          <p:spPr>
            <a:xfrm rot="20630650">
              <a:off x="10059534" y="2833167"/>
              <a:ext cx="49753" cy="173023"/>
            </a:xfrm>
            <a:custGeom>
              <a:avLst/>
              <a:gdLst>
                <a:gd name="connsiteX0" fmla="*/ 52827 w 52827"/>
                <a:gd name="connsiteY0" fmla="*/ 6561 h 183712"/>
                <a:gd name="connsiteX1" fmla="*/ 32940 w 52827"/>
                <a:gd name="connsiteY1" fmla="*/ 25491 h 183712"/>
                <a:gd name="connsiteX2" fmla="*/ 32803 w 52827"/>
                <a:gd name="connsiteY2" fmla="*/ 139894 h 183712"/>
                <a:gd name="connsiteX3" fmla="*/ 26106 w 52827"/>
                <a:gd name="connsiteY3" fmla="*/ 177959 h 183712"/>
                <a:gd name="connsiteX4" fmla="*/ 0 w 52827"/>
                <a:gd name="connsiteY4" fmla="*/ 183632 h 183712"/>
                <a:gd name="connsiteX5" fmla="*/ 10592 w 52827"/>
                <a:gd name="connsiteY5" fmla="*/ 176661 h 183712"/>
                <a:gd name="connsiteX6" fmla="*/ 19203 w 52827"/>
                <a:gd name="connsiteY6" fmla="*/ 164291 h 183712"/>
                <a:gd name="connsiteX7" fmla="*/ 19545 w 52827"/>
                <a:gd name="connsiteY7" fmla="*/ 138390 h 183712"/>
                <a:gd name="connsiteX8" fmla="*/ 19545 w 52827"/>
                <a:gd name="connsiteY8" fmla="*/ 18520 h 183712"/>
                <a:gd name="connsiteX9" fmla="*/ 33077 w 52827"/>
                <a:gd name="connsiteY9" fmla="*/ 0 h 183712"/>
                <a:gd name="connsiteX10" fmla="*/ 52827 w 52827"/>
                <a:gd name="connsiteY10" fmla="*/ 6561 h 183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27" h="183712">
                  <a:moveTo>
                    <a:pt x="52827" y="6561"/>
                  </a:moveTo>
                  <a:cubicBezTo>
                    <a:pt x="33624" y="10661"/>
                    <a:pt x="33077" y="10661"/>
                    <a:pt x="32940" y="25491"/>
                  </a:cubicBezTo>
                  <a:cubicBezTo>
                    <a:pt x="32599" y="63625"/>
                    <a:pt x="32667" y="101759"/>
                    <a:pt x="32803" y="139894"/>
                  </a:cubicBezTo>
                  <a:cubicBezTo>
                    <a:pt x="32871" y="153015"/>
                    <a:pt x="33077" y="166068"/>
                    <a:pt x="26106" y="177959"/>
                  </a:cubicBezTo>
                  <a:cubicBezTo>
                    <a:pt x="18794" y="186092"/>
                    <a:pt x="8952" y="183017"/>
                    <a:pt x="0" y="183632"/>
                  </a:cubicBezTo>
                  <a:cubicBezTo>
                    <a:pt x="3554" y="181240"/>
                    <a:pt x="6834" y="178438"/>
                    <a:pt x="10592" y="176661"/>
                  </a:cubicBezTo>
                  <a:cubicBezTo>
                    <a:pt x="16060" y="174064"/>
                    <a:pt x="19067" y="170237"/>
                    <a:pt x="19203" y="164291"/>
                  </a:cubicBezTo>
                  <a:cubicBezTo>
                    <a:pt x="19409" y="155680"/>
                    <a:pt x="19545" y="147001"/>
                    <a:pt x="19545" y="138390"/>
                  </a:cubicBezTo>
                  <a:cubicBezTo>
                    <a:pt x="19614" y="98411"/>
                    <a:pt x="19682" y="58431"/>
                    <a:pt x="19545" y="18520"/>
                  </a:cubicBezTo>
                  <a:cubicBezTo>
                    <a:pt x="19477" y="8748"/>
                    <a:pt x="22211" y="1572"/>
                    <a:pt x="33077" y="0"/>
                  </a:cubicBezTo>
                  <a:cubicBezTo>
                    <a:pt x="40458" y="137"/>
                    <a:pt x="47633" y="410"/>
                    <a:pt x="52827" y="6561"/>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grpSp>
          <p:nvGrpSpPr>
            <p:cNvPr id="279" name="Group 278">
              <a:extLst>
                <a:ext uri="{FF2B5EF4-FFF2-40B4-BE49-F238E27FC236}">
                  <a16:creationId xmlns:a16="http://schemas.microsoft.com/office/drawing/2014/main" id="{9AA664F1-D5B5-4F51-BDD8-A443A99799C3}"/>
                </a:ext>
              </a:extLst>
            </p:cNvPr>
            <p:cNvGrpSpPr/>
            <p:nvPr/>
          </p:nvGrpSpPr>
          <p:grpSpPr>
            <a:xfrm rot="20630650">
              <a:off x="9427453" y="2675735"/>
              <a:ext cx="572245" cy="457457"/>
              <a:chOff x="9395207" y="3072944"/>
              <a:chExt cx="607596" cy="485717"/>
            </a:xfrm>
            <a:gradFill>
              <a:gsLst>
                <a:gs pos="0">
                  <a:srgbClr val="BF2026"/>
                </a:gs>
                <a:gs pos="100000">
                  <a:srgbClr val="F68721">
                    <a:alpha val="87843"/>
                  </a:srgbClr>
                </a:gs>
              </a:gsLst>
              <a:lin ang="10800000" scaled="0"/>
            </a:gradFill>
          </p:grpSpPr>
          <p:sp>
            <p:nvSpPr>
              <p:cNvPr id="303" name="Graphic 2466">
                <a:extLst>
                  <a:ext uri="{FF2B5EF4-FFF2-40B4-BE49-F238E27FC236}">
                    <a16:creationId xmlns:a16="http://schemas.microsoft.com/office/drawing/2014/main" id="{1A10202C-5291-4BD9-BA4E-C2752AA4F0C2}"/>
                  </a:ext>
                </a:extLst>
              </p:cNvPr>
              <p:cNvSpPr/>
              <p:nvPr/>
            </p:nvSpPr>
            <p:spPr>
              <a:xfrm>
                <a:off x="9818822" y="3076853"/>
                <a:ext cx="104917" cy="53095"/>
              </a:xfrm>
              <a:custGeom>
                <a:avLst/>
                <a:gdLst>
                  <a:gd name="connsiteX0" fmla="*/ 68916 w 104917"/>
                  <a:gd name="connsiteY0" fmla="*/ 49858 h 53095"/>
                  <a:gd name="connsiteX1" fmla="*/ 23880 w 104917"/>
                  <a:gd name="connsiteY1" fmla="*/ 41931 h 53095"/>
                  <a:gd name="connsiteX2" fmla="*/ 371 w 104917"/>
                  <a:gd name="connsiteY2" fmla="*/ 17260 h 53095"/>
                  <a:gd name="connsiteX3" fmla="*/ 31397 w 104917"/>
                  <a:gd name="connsiteY3" fmla="*/ 858 h 53095"/>
                  <a:gd name="connsiteX4" fmla="*/ 63039 w 104917"/>
                  <a:gd name="connsiteY4" fmla="*/ 2430 h 53095"/>
                  <a:gd name="connsiteX5" fmla="*/ 89624 w 104917"/>
                  <a:gd name="connsiteY5" fmla="*/ 3660 h 53095"/>
                  <a:gd name="connsiteX6" fmla="*/ 101720 w 104917"/>
                  <a:gd name="connsiteY6" fmla="*/ 41862 h 53095"/>
                  <a:gd name="connsiteX7" fmla="*/ 68916 w 104917"/>
                  <a:gd name="connsiteY7" fmla="*/ 49858 h 53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917" h="53095">
                    <a:moveTo>
                      <a:pt x="68916" y="49858"/>
                    </a:moveTo>
                    <a:cubicBezTo>
                      <a:pt x="53335" y="50610"/>
                      <a:pt x="38505" y="46988"/>
                      <a:pt x="23880" y="41931"/>
                    </a:cubicBezTo>
                    <a:cubicBezTo>
                      <a:pt x="11852" y="37625"/>
                      <a:pt x="-2500" y="34208"/>
                      <a:pt x="371" y="17260"/>
                    </a:cubicBezTo>
                    <a:cubicBezTo>
                      <a:pt x="3241" y="-99"/>
                      <a:pt x="20531" y="5437"/>
                      <a:pt x="31397" y="858"/>
                    </a:cubicBezTo>
                    <a:cubicBezTo>
                      <a:pt x="41990" y="448"/>
                      <a:pt x="52652" y="-1534"/>
                      <a:pt x="63039" y="2430"/>
                    </a:cubicBezTo>
                    <a:cubicBezTo>
                      <a:pt x="71924" y="2840"/>
                      <a:pt x="80740" y="3250"/>
                      <a:pt x="89624" y="3660"/>
                    </a:cubicBezTo>
                    <a:cubicBezTo>
                      <a:pt x="105548" y="12612"/>
                      <a:pt x="108008" y="26827"/>
                      <a:pt x="101720" y="41862"/>
                    </a:cubicBezTo>
                    <a:cubicBezTo>
                      <a:pt x="95091" y="57717"/>
                      <a:pt x="81355" y="53138"/>
                      <a:pt x="68916" y="49858"/>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04" name="Graphic 2466">
                <a:extLst>
                  <a:ext uri="{FF2B5EF4-FFF2-40B4-BE49-F238E27FC236}">
                    <a16:creationId xmlns:a16="http://schemas.microsoft.com/office/drawing/2014/main" id="{282BCCBA-004B-4419-9A68-419B0154ACA8}"/>
                  </a:ext>
                </a:extLst>
              </p:cNvPr>
              <p:cNvSpPr/>
              <p:nvPr/>
            </p:nvSpPr>
            <p:spPr>
              <a:xfrm>
                <a:off x="9887738" y="3080444"/>
                <a:ext cx="69653" cy="59541"/>
              </a:xfrm>
              <a:custGeom>
                <a:avLst/>
                <a:gdLst>
                  <a:gd name="connsiteX0" fmla="*/ 0 w 69653"/>
                  <a:gd name="connsiteY0" fmla="*/ 46267 h 59541"/>
                  <a:gd name="connsiteX1" fmla="*/ 26585 w 69653"/>
                  <a:gd name="connsiteY1" fmla="*/ 15035 h 59541"/>
                  <a:gd name="connsiteX2" fmla="*/ 20707 w 69653"/>
                  <a:gd name="connsiteY2" fmla="*/ 68 h 59541"/>
                  <a:gd name="connsiteX3" fmla="*/ 33966 w 69653"/>
                  <a:gd name="connsiteY3" fmla="*/ 0 h 59541"/>
                  <a:gd name="connsiteX4" fmla="*/ 55561 w 69653"/>
                  <a:gd name="connsiteY4" fmla="*/ 57133 h 59541"/>
                  <a:gd name="connsiteX5" fmla="*/ 26449 w 69653"/>
                  <a:gd name="connsiteY5" fmla="*/ 53033 h 59541"/>
                  <a:gd name="connsiteX6" fmla="*/ 0 w 69653"/>
                  <a:gd name="connsiteY6" fmla="*/ 46267 h 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653" h="59541">
                    <a:moveTo>
                      <a:pt x="0" y="46267"/>
                    </a:moveTo>
                    <a:cubicBezTo>
                      <a:pt x="28157" y="47975"/>
                      <a:pt x="28772" y="39091"/>
                      <a:pt x="26585" y="15035"/>
                    </a:cubicBezTo>
                    <a:cubicBezTo>
                      <a:pt x="26107" y="9909"/>
                      <a:pt x="22758" y="5057"/>
                      <a:pt x="20707" y="68"/>
                    </a:cubicBezTo>
                    <a:cubicBezTo>
                      <a:pt x="25150" y="68"/>
                      <a:pt x="29524" y="0"/>
                      <a:pt x="33966" y="0"/>
                    </a:cubicBezTo>
                    <a:cubicBezTo>
                      <a:pt x="73057" y="8133"/>
                      <a:pt x="79686" y="25696"/>
                      <a:pt x="55561" y="57133"/>
                    </a:cubicBezTo>
                    <a:cubicBezTo>
                      <a:pt x="45037" y="61507"/>
                      <a:pt x="35401" y="59798"/>
                      <a:pt x="26449" y="53033"/>
                    </a:cubicBezTo>
                    <a:cubicBezTo>
                      <a:pt x="17018" y="52964"/>
                      <a:pt x="7655" y="52964"/>
                      <a:pt x="0" y="46267"/>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05" name="Graphic 2466">
                <a:extLst>
                  <a:ext uri="{FF2B5EF4-FFF2-40B4-BE49-F238E27FC236}">
                    <a16:creationId xmlns:a16="http://schemas.microsoft.com/office/drawing/2014/main" id="{57CD9720-2FEB-4E66-831E-448AFD9E6A35}"/>
                  </a:ext>
                </a:extLst>
              </p:cNvPr>
              <p:cNvSpPr/>
              <p:nvPr/>
            </p:nvSpPr>
            <p:spPr>
              <a:xfrm>
                <a:off x="9921704" y="3080513"/>
                <a:ext cx="50732" cy="64594"/>
              </a:xfrm>
              <a:custGeom>
                <a:avLst/>
                <a:gdLst>
                  <a:gd name="connsiteX0" fmla="*/ 19614 w 50732"/>
                  <a:gd name="connsiteY0" fmla="*/ 52281 h 64594"/>
                  <a:gd name="connsiteX1" fmla="*/ 25149 w 50732"/>
                  <a:gd name="connsiteY1" fmla="*/ 16060 h 64594"/>
                  <a:gd name="connsiteX2" fmla="*/ 17017 w 50732"/>
                  <a:gd name="connsiteY2" fmla="*/ 7449 h 64594"/>
                  <a:gd name="connsiteX3" fmla="*/ 0 w 50732"/>
                  <a:gd name="connsiteY3" fmla="*/ 0 h 64594"/>
                  <a:gd name="connsiteX4" fmla="*/ 32871 w 50732"/>
                  <a:gd name="connsiteY4" fmla="*/ 615 h 64594"/>
                  <a:gd name="connsiteX5" fmla="*/ 39364 w 50732"/>
                  <a:gd name="connsiteY5" fmla="*/ 6629 h 64594"/>
                  <a:gd name="connsiteX6" fmla="*/ 48453 w 50732"/>
                  <a:gd name="connsiteY6" fmla="*/ 58021 h 64594"/>
                  <a:gd name="connsiteX7" fmla="*/ 39569 w 50732"/>
                  <a:gd name="connsiteY7" fmla="*/ 64309 h 64594"/>
                  <a:gd name="connsiteX8" fmla="*/ 19614 w 50732"/>
                  <a:gd name="connsiteY8" fmla="*/ 52281 h 64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732" h="64594">
                    <a:moveTo>
                      <a:pt x="19614" y="52281"/>
                    </a:moveTo>
                    <a:cubicBezTo>
                      <a:pt x="30411" y="41620"/>
                      <a:pt x="25423" y="28361"/>
                      <a:pt x="25149" y="16060"/>
                    </a:cubicBezTo>
                    <a:cubicBezTo>
                      <a:pt x="25012" y="11344"/>
                      <a:pt x="21254" y="8543"/>
                      <a:pt x="17017" y="7449"/>
                    </a:cubicBezTo>
                    <a:cubicBezTo>
                      <a:pt x="10866" y="5877"/>
                      <a:pt x="4169" y="5809"/>
                      <a:pt x="0" y="0"/>
                    </a:cubicBezTo>
                    <a:cubicBezTo>
                      <a:pt x="10934" y="205"/>
                      <a:pt x="21869" y="410"/>
                      <a:pt x="32871" y="615"/>
                    </a:cubicBezTo>
                    <a:cubicBezTo>
                      <a:pt x="35059" y="2597"/>
                      <a:pt x="37245" y="4647"/>
                      <a:pt x="39364" y="6629"/>
                    </a:cubicBezTo>
                    <a:cubicBezTo>
                      <a:pt x="50914" y="22211"/>
                      <a:pt x="53101" y="39501"/>
                      <a:pt x="48453" y="58021"/>
                    </a:cubicBezTo>
                    <a:cubicBezTo>
                      <a:pt x="46130" y="61097"/>
                      <a:pt x="43191" y="63147"/>
                      <a:pt x="39569" y="64309"/>
                    </a:cubicBezTo>
                    <a:cubicBezTo>
                      <a:pt x="30138" y="64855"/>
                      <a:pt x="20365" y="66017"/>
                      <a:pt x="19614" y="52281"/>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06" name="Graphic 2466">
                <a:extLst>
                  <a:ext uri="{FF2B5EF4-FFF2-40B4-BE49-F238E27FC236}">
                    <a16:creationId xmlns:a16="http://schemas.microsoft.com/office/drawing/2014/main" id="{ECB92983-5764-4B7B-A425-7AE8909CE8A5}"/>
                  </a:ext>
                </a:extLst>
              </p:cNvPr>
              <p:cNvSpPr/>
              <p:nvPr/>
            </p:nvSpPr>
            <p:spPr>
              <a:xfrm>
                <a:off x="9874207" y="3536978"/>
                <a:ext cx="88111" cy="21683"/>
              </a:xfrm>
              <a:custGeom>
                <a:avLst/>
                <a:gdLst>
                  <a:gd name="connsiteX0" fmla="*/ 46882 w 88111"/>
                  <a:gd name="connsiteY0" fmla="*/ 21236 h 21683"/>
                  <a:gd name="connsiteX1" fmla="*/ 29045 w 88111"/>
                  <a:gd name="connsiteY1" fmla="*/ 16248 h 21683"/>
                  <a:gd name="connsiteX2" fmla="*/ 410 w 88111"/>
                  <a:gd name="connsiteY2" fmla="*/ 14607 h 21683"/>
                  <a:gd name="connsiteX3" fmla="*/ 0 w 88111"/>
                  <a:gd name="connsiteY3" fmla="*/ 9687 h 21683"/>
                  <a:gd name="connsiteX4" fmla="*/ 7518 w 88111"/>
                  <a:gd name="connsiteY4" fmla="*/ 3468 h 21683"/>
                  <a:gd name="connsiteX5" fmla="*/ 46609 w 88111"/>
                  <a:gd name="connsiteY5" fmla="*/ 187 h 21683"/>
                  <a:gd name="connsiteX6" fmla="*/ 61438 w 88111"/>
                  <a:gd name="connsiteY6" fmla="*/ 119 h 21683"/>
                  <a:gd name="connsiteX7" fmla="*/ 85563 w 88111"/>
                  <a:gd name="connsiteY7" fmla="*/ 6133 h 21683"/>
                  <a:gd name="connsiteX8" fmla="*/ 86725 w 88111"/>
                  <a:gd name="connsiteY8" fmla="*/ 14949 h 21683"/>
                  <a:gd name="connsiteX9" fmla="*/ 46882 w 88111"/>
                  <a:gd name="connsiteY9" fmla="*/ 21236 h 21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111" h="21683">
                    <a:moveTo>
                      <a:pt x="46882" y="21236"/>
                    </a:moveTo>
                    <a:cubicBezTo>
                      <a:pt x="41893" y="16043"/>
                      <a:pt x="35401" y="16453"/>
                      <a:pt x="29045" y="16248"/>
                    </a:cubicBezTo>
                    <a:cubicBezTo>
                      <a:pt x="19478" y="15906"/>
                      <a:pt x="9910" y="15154"/>
                      <a:pt x="410" y="14607"/>
                    </a:cubicBezTo>
                    <a:cubicBezTo>
                      <a:pt x="274" y="12967"/>
                      <a:pt x="137" y="11327"/>
                      <a:pt x="0" y="9687"/>
                    </a:cubicBezTo>
                    <a:cubicBezTo>
                      <a:pt x="1845" y="6885"/>
                      <a:pt x="4374" y="4766"/>
                      <a:pt x="7518" y="3468"/>
                    </a:cubicBezTo>
                    <a:cubicBezTo>
                      <a:pt x="20298" y="-701"/>
                      <a:pt x="33487" y="529"/>
                      <a:pt x="46609" y="187"/>
                    </a:cubicBezTo>
                    <a:cubicBezTo>
                      <a:pt x="51529" y="119"/>
                      <a:pt x="56518" y="-154"/>
                      <a:pt x="61438" y="119"/>
                    </a:cubicBezTo>
                    <a:cubicBezTo>
                      <a:pt x="69845" y="666"/>
                      <a:pt x="78319" y="1007"/>
                      <a:pt x="85563" y="6133"/>
                    </a:cubicBezTo>
                    <a:cubicBezTo>
                      <a:pt x="88502" y="8730"/>
                      <a:pt x="88911" y="11669"/>
                      <a:pt x="86725" y="14949"/>
                    </a:cubicBezTo>
                    <a:cubicBezTo>
                      <a:pt x="73125" y="15222"/>
                      <a:pt x="60823" y="23697"/>
                      <a:pt x="46882" y="21236"/>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07" name="Graphic 2466">
                <a:extLst>
                  <a:ext uri="{FF2B5EF4-FFF2-40B4-BE49-F238E27FC236}">
                    <a16:creationId xmlns:a16="http://schemas.microsoft.com/office/drawing/2014/main" id="{03F5BC8F-3A01-45DB-AEF3-8B473E7DADB9}"/>
                  </a:ext>
                </a:extLst>
              </p:cNvPr>
              <p:cNvSpPr/>
              <p:nvPr/>
            </p:nvSpPr>
            <p:spPr>
              <a:xfrm>
                <a:off x="9960864" y="3533747"/>
                <a:ext cx="41939" cy="18506"/>
              </a:xfrm>
              <a:custGeom>
                <a:avLst/>
                <a:gdLst>
                  <a:gd name="connsiteX0" fmla="*/ 0 w 41939"/>
                  <a:gd name="connsiteY0" fmla="*/ 18180 h 18506"/>
                  <a:gd name="connsiteX1" fmla="*/ 205 w 41939"/>
                  <a:gd name="connsiteY1" fmla="*/ 11756 h 18506"/>
                  <a:gd name="connsiteX2" fmla="*/ 26106 w 41939"/>
                  <a:gd name="connsiteY2" fmla="*/ 4922 h 18506"/>
                  <a:gd name="connsiteX3" fmla="*/ 39296 w 41939"/>
                  <a:gd name="connsiteY3" fmla="*/ 5947 h 18506"/>
                  <a:gd name="connsiteX4" fmla="*/ 41619 w 41939"/>
                  <a:gd name="connsiteY4" fmla="*/ 9637 h 18506"/>
                  <a:gd name="connsiteX5" fmla="*/ 39159 w 41939"/>
                  <a:gd name="connsiteY5" fmla="*/ 11346 h 18506"/>
                  <a:gd name="connsiteX6" fmla="*/ 0 w 41939"/>
                  <a:gd name="connsiteY6" fmla="*/ 18180 h 18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939" h="18506">
                    <a:moveTo>
                      <a:pt x="0" y="18180"/>
                    </a:moveTo>
                    <a:cubicBezTo>
                      <a:pt x="137" y="16062"/>
                      <a:pt x="274" y="13875"/>
                      <a:pt x="205" y="11756"/>
                    </a:cubicBezTo>
                    <a:cubicBezTo>
                      <a:pt x="5057" y="-4714"/>
                      <a:pt x="15377" y="-750"/>
                      <a:pt x="26106" y="4922"/>
                    </a:cubicBezTo>
                    <a:cubicBezTo>
                      <a:pt x="30480" y="5264"/>
                      <a:pt x="34922" y="5605"/>
                      <a:pt x="39296" y="5947"/>
                    </a:cubicBezTo>
                    <a:cubicBezTo>
                      <a:pt x="41688" y="7245"/>
                      <a:pt x="42439" y="8476"/>
                      <a:pt x="41619" y="9637"/>
                    </a:cubicBezTo>
                    <a:cubicBezTo>
                      <a:pt x="40799" y="10799"/>
                      <a:pt x="39979" y="11346"/>
                      <a:pt x="39159" y="11346"/>
                    </a:cubicBezTo>
                    <a:cubicBezTo>
                      <a:pt x="25696" y="11414"/>
                      <a:pt x="13805" y="20299"/>
                      <a:pt x="0" y="18180"/>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08" name="Graphic 2466">
                <a:extLst>
                  <a:ext uri="{FF2B5EF4-FFF2-40B4-BE49-F238E27FC236}">
                    <a16:creationId xmlns:a16="http://schemas.microsoft.com/office/drawing/2014/main" id="{E42AF4CD-C4DC-4458-9141-6AB96111D34C}"/>
                  </a:ext>
                </a:extLst>
              </p:cNvPr>
              <p:cNvSpPr/>
              <p:nvPr/>
            </p:nvSpPr>
            <p:spPr>
              <a:xfrm>
                <a:off x="9834648" y="3073413"/>
                <a:ext cx="47213" cy="9793"/>
              </a:xfrm>
              <a:custGeom>
                <a:avLst/>
                <a:gdLst>
                  <a:gd name="connsiteX0" fmla="*/ 47214 w 47213"/>
                  <a:gd name="connsiteY0" fmla="*/ 5870 h 9793"/>
                  <a:gd name="connsiteX1" fmla="*/ 14479 w 47213"/>
                  <a:gd name="connsiteY1" fmla="*/ 7852 h 9793"/>
                  <a:gd name="connsiteX2" fmla="*/ 1972 w 47213"/>
                  <a:gd name="connsiteY2" fmla="*/ 8740 h 9793"/>
                  <a:gd name="connsiteX3" fmla="*/ 59 w 47213"/>
                  <a:gd name="connsiteY3" fmla="*/ 3751 h 9793"/>
                  <a:gd name="connsiteX4" fmla="*/ 1152 w 47213"/>
                  <a:gd name="connsiteY4" fmla="*/ 1018 h 9793"/>
                  <a:gd name="connsiteX5" fmla="*/ 47214 w 47213"/>
                  <a:gd name="connsiteY5" fmla="*/ 5870 h 9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213" h="9793">
                    <a:moveTo>
                      <a:pt x="47214" y="5870"/>
                    </a:moveTo>
                    <a:cubicBezTo>
                      <a:pt x="36279" y="6553"/>
                      <a:pt x="25413" y="7168"/>
                      <a:pt x="14479" y="7852"/>
                    </a:cubicBezTo>
                    <a:cubicBezTo>
                      <a:pt x="10446" y="10380"/>
                      <a:pt x="6278" y="10175"/>
                      <a:pt x="1972" y="8740"/>
                    </a:cubicBezTo>
                    <a:cubicBezTo>
                      <a:pt x="469" y="7168"/>
                      <a:pt x="-215" y="5528"/>
                      <a:pt x="59" y="3751"/>
                    </a:cubicBezTo>
                    <a:cubicBezTo>
                      <a:pt x="332" y="1975"/>
                      <a:pt x="674" y="1018"/>
                      <a:pt x="1152" y="1018"/>
                    </a:cubicBezTo>
                    <a:cubicBezTo>
                      <a:pt x="16734" y="813"/>
                      <a:pt x="32657" y="-3083"/>
                      <a:pt x="47214" y="5870"/>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09" name="Graphic 2466">
                <a:extLst>
                  <a:ext uri="{FF2B5EF4-FFF2-40B4-BE49-F238E27FC236}">
                    <a16:creationId xmlns:a16="http://schemas.microsoft.com/office/drawing/2014/main" id="{99AB9F35-CC08-45C1-A84B-65064834A6F4}"/>
                  </a:ext>
                </a:extLst>
              </p:cNvPr>
              <p:cNvSpPr/>
              <p:nvPr/>
            </p:nvSpPr>
            <p:spPr>
              <a:xfrm>
                <a:off x="9796914" y="3072944"/>
                <a:ext cx="38930" cy="14067"/>
              </a:xfrm>
              <a:custGeom>
                <a:avLst/>
                <a:gdLst>
                  <a:gd name="connsiteX0" fmla="*/ 38886 w 38930"/>
                  <a:gd name="connsiteY0" fmla="*/ 1555 h 14067"/>
                  <a:gd name="connsiteX1" fmla="*/ 38817 w 38930"/>
                  <a:gd name="connsiteY1" fmla="*/ 6270 h 14067"/>
                  <a:gd name="connsiteX2" fmla="*/ 0 w 38930"/>
                  <a:gd name="connsiteY2" fmla="*/ 7090 h 14067"/>
                  <a:gd name="connsiteX3" fmla="*/ 0 w 38930"/>
                  <a:gd name="connsiteY3" fmla="*/ 1281 h 14067"/>
                  <a:gd name="connsiteX4" fmla="*/ 38886 w 38930"/>
                  <a:gd name="connsiteY4" fmla="*/ 1555 h 140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30" h="14067">
                    <a:moveTo>
                      <a:pt x="38886" y="1555"/>
                    </a:moveTo>
                    <a:cubicBezTo>
                      <a:pt x="38954" y="3126"/>
                      <a:pt x="38954" y="4698"/>
                      <a:pt x="38817" y="6270"/>
                    </a:cubicBezTo>
                    <a:cubicBezTo>
                      <a:pt x="26037" y="12831"/>
                      <a:pt x="13189" y="19528"/>
                      <a:pt x="0" y="7090"/>
                    </a:cubicBezTo>
                    <a:cubicBezTo>
                      <a:pt x="68" y="5177"/>
                      <a:pt x="68" y="3263"/>
                      <a:pt x="0" y="1281"/>
                    </a:cubicBezTo>
                    <a:cubicBezTo>
                      <a:pt x="12985" y="-1521"/>
                      <a:pt x="25969" y="1076"/>
                      <a:pt x="38886" y="1555"/>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10" name="Graphic 2466">
                <a:extLst>
                  <a:ext uri="{FF2B5EF4-FFF2-40B4-BE49-F238E27FC236}">
                    <a16:creationId xmlns:a16="http://schemas.microsoft.com/office/drawing/2014/main" id="{5F405E74-8921-440D-9788-2E7F6213DD0C}"/>
                  </a:ext>
                </a:extLst>
              </p:cNvPr>
              <p:cNvSpPr/>
              <p:nvPr/>
            </p:nvSpPr>
            <p:spPr>
              <a:xfrm>
                <a:off x="9729393" y="3139832"/>
                <a:ext cx="105109" cy="350948"/>
              </a:xfrm>
              <a:custGeom>
                <a:avLst/>
                <a:gdLst>
                  <a:gd name="connsiteX0" fmla="*/ 80574 w 105109"/>
                  <a:gd name="connsiteY0" fmla="*/ 137 h 350948"/>
                  <a:gd name="connsiteX1" fmla="*/ 87476 w 105109"/>
                  <a:gd name="connsiteY1" fmla="*/ 0 h 350948"/>
                  <a:gd name="connsiteX2" fmla="*/ 105108 w 105109"/>
                  <a:gd name="connsiteY2" fmla="*/ 27131 h 350948"/>
                  <a:gd name="connsiteX3" fmla="*/ 104425 w 105109"/>
                  <a:gd name="connsiteY3" fmla="*/ 318878 h 350948"/>
                  <a:gd name="connsiteX4" fmla="*/ 96224 w 105109"/>
                  <a:gd name="connsiteY4" fmla="*/ 346625 h 350948"/>
                  <a:gd name="connsiteX5" fmla="*/ 41141 w 105109"/>
                  <a:gd name="connsiteY5" fmla="*/ 347923 h 350948"/>
                  <a:gd name="connsiteX6" fmla="*/ 0 w 105109"/>
                  <a:gd name="connsiteY6" fmla="*/ 341636 h 350948"/>
                  <a:gd name="connsiteX7" fmla="*/ 11754 w 105109"/>
                  <a:gd name="connsiteY7" fmla="*/ 299196 h 350948"/>
                  <a:gd name="connsiteX8" fmla="*/ 21596 w 105109"/>
                  <a:gd name="connsiteY8" fmla="*/ 282384 h 350948"/>
                  <a:gd name="connsiteX9" fmla="*/ 23988 w 105109"/>
                  <a:gd name="connsiteY9" fmla="*/ 65812 h 350948"/>
                  <a:gd name="connsiteX10" fmla="*/ 29045 w 105109"/>
                  <a:gd name="connsiteY10" fmla="*/ 41073 h 350948"/>
                  <a:gd name="connsiteX11" fmla="*/ 40457 w 105109"/>
                  <a:gd name="connsiteY11" fmla="*/ 4374 h 350948"/>
                  <a:gd name="connsiteX12" fmla="*/ 80574 w 105109"/>
                  <a:gd name="connsiteY12" fmla="*/ 137 h 350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109" h="350948">
                    <a:moveTo>
                      <a:pt x="80574" y="137"/>
                    </a:moveTo>
                    <a:cubicBezTo>
                      <a:pt x="82897" y="68"/>
                      <a:pt x="85221" y="68"/>
                      <a:pt x="87476" y="0"/>
                    </a:cubicBezTo>
                    <a:cubicBezTo>
                      <a:pt x="102101" y="3349"/>
                      <a:pt x="105177" y="14010"/>
                      <a:pt x="105108" y="27131"/>
                    </a:cubicBezTo>
                    <a:cubicBezTo>
                      <a:pt x="104493" y="124380"/>
                      <a:pt x="105655" y="221629"/>
                      <a:pt x="104425" y="318878"/>
                    </a:cubicBezTo>
                    <a:cubicBezTo>
                      <a:pt x="104288" y="328719"/>
                      <a:pt x="102852" y="338560"/>
                      <a:pt x="96224" y="346625"/>
                    </a:cubicBezTo>
                    <a:cubicBezTo>
                      <a:pt x="77977" y="353322"/>
                      <a:pt x="59593" y="350998"/>
                      <a:pt x="41141" y="347923"/>
                    </a:cubicBezTo>
                    <a:cubicBezTo>
                      <a:pt x="27405" y="345736"/>
                      <a:pt x="12917" y="348743"/>
                      <a:pt x="0" y="341636"/>
                    </a:cubicBezTo>
                    <a:cubicBezTo>
                      <a:pt x="11618" y="329676"/>
                      <a:pt x="-2802" y="310404"/>
                      <a:pt x="11754" y="299196"/>
                    </a:cubicBezTo>
                    <a:cubicBezTo>
                      <a:pt x="16128" y="294276"/>
                      <a:pt x="19682" y="288808"/>
                      <a:pt x="21596" y="282384"/>
                    </a:cubicBezTo>
                    <a:cubicBezTo>
                      <a:pt x="27951" y="210216"/>
                      <a:pt x="23031" y="137980"/>
                      <a:pt x="23988" y="65812"/>
                    </a:cubicBezTo>
                    <a:cubicBezTo>
                      <a:pt x="19682" y="56313"/>
                      <a:pt x="37451" y="51461"/>
                      <a:pt x="29045" y="41073"/>
                    </a:cubicBezTo>
                    <a:cubicBezTo>
                      <a:pt x="26311" y="26790"/>
                      <a:pt x="25765" y="13190"/>
                      <a:pt x="40457" y="4374"/>
                    </a:cubicBezTo>
                    <a:cubicBezTo>
                      <a:pt x="53511" y="-68"/>
                      <a:pt x="67726" y="6356"/>
                      <a:pt x="80574" y="137"/>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11" name="Graphic 2466">
                <a:extLst>
                  <a:ext uri="{FF2B5EF4-FFF2-40B4-BE49-F238E27FC236}">
                    <a16:creationId xmlns:a16="http://schemas.microsoft.com/office/drawing/2014/main" id="{FA252625-7BB5-4ED3-81F7-52A76CB12A35}"/>
                  </a:ext>
                </a:extLst>
              </p:cNvPr>
              <p:cNvSpPr/>
              <p:nvPr/>
            </p:nvSpPr>
            <p:spPr>
              <a:xfrm>
                <a:off x="9816869" y="3137944"/>
                <a:ext cx="76858" cy="353031"/>
              </a:xfrm>
              <a:custGeom>
                <a:avLst/>
                <a:gdLst>
                  <a:gd name="connsiteX0" fmla="*/ 6356 w 76858"/>
                  <a:gd name="connsiteY0" fmla="*/ 348444 h 353031"/>
                  <a:gd name="connsiteX1" fmla="*/ 6493 w 76858"/>
                  <a:gd name="connsiteY1" fmla="*/ 54032 h 353031"/>
                  <a:gd name="connsiteX2" fmla="*/ 8475 w 76858"/>
                  <a:gd name="connsiteY2" fmla="*/ 18290 h 353031"/>
                  <a:gd name="connsiteX3" fmla="*/ 0 w 76858"/>
                  <a:gd name="connsiteY3" fmla="*/ 1956 h 353031"/>
                  <a:gd name="connsiteX4" fmla="*/ 45857 w 76858"/>
                  <a:gd name="connsiteY4" fmla="*/ 1683 h 353031"/>
                  <a:gd name="connsiteX5" fmla="*/ 76200 w 76858"/>
                  <a:gd name="connsiteY5" fmla="*/ 36400 h 353031"/>
                  <a:gd name="connsiteX6" fmla="*/ 75927 w 76858"/>
                  <a:gd name="connsiteY6" fmla="*/ 323773 h 353031"/>
                  <a:gd name="connsiteX7" fmla="*/ 68068 w 76858"/>
                  <a:gd name="connsiteY7" fmla="*/ 348239 h 353031"/>
                  <a:gd name="connsiteX8" fmla="*/ 6356 w 76858"/>
                  <a:gd name="connsiteY8" fmla="*/ 348444 h 353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858" h="353031">
                    <a:moveTo>
                      <a:pt x="6356" y="348444"/>
                    </a:moveTo>
                    <a:cubicBezTo>
                      <a:pt x="6356" y="250307"/>
                      <a:pt x="6356" y="152169"/>
                      <a:pt x="6493" y="54032"/>
                    </a:cubicBezTo>
                    <a:cubicBezTo>
                      <a:pt x="6493" y="42072"/>
                      <a:pt x="6493" y="29976"/>
                      <a:pt x="8475" y="18290"/>
                    </a:cubicBezTo>
                    <a:cubicBezTo>
                      <a:pt x="9978" y="9611"/>
                      <a:pt x="2802" y="7287"/>
                      <a:pt x="0" y="1956"/>
                    </a:cubicBezTo>
                    <a:cubicBezTo>
                      <a:pt x="15309" y="-777"/>
                      <a:pt x="30549" y="-436"/>
                      <a:pt x="45857" y="1683"/>
                    </a:cubicBezTo>
                    <a:cubicBezTo>
                      <a:pt x="66223" y="4280"/>
                      <a:pt x="75995" y="15624"/>
                      <a:pt x="76200" y="36400"/>
                    </a:cubicBezTo>
                    <a:cubicBezTo>
                      <a:pt x="76952" y="132214"/>
                      <a:pt x="77294" y="227959"/>
                      <a:pt x="75927" y="323773"/>
                    </a:cubicBezTo>
                    <a:cubicBezTo>
                      <a:pt x="75791" y="332521"/>
                      <a:pt x="73808" y="341063"/>
                      <a:pt x="68068" y="348239"/>
                    </a:cubicBezTo>
                    <a:cubicBezTo>
                      <a:pt x="47566" y="354732"/>
                      <a:pt x="26995" y="354458"/>
                      <a:pt x="6356" y="348444"/>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12" name="Graphic 2466">
                <a:extLst>
                  <a:ext uri="{FF2B5EF4-FFF2-40B4-BE49-F238E27FC236}">
                    <a16:creationId xmlns:a16="http://schemas.microsoft.com/office/drawing/2014/main" id="{6BB3486A-D81C-447D-B6FD-503EA4C7E4DE}"/>
                  </a:ext>
                </a:extLst>
              </p:cNvPr>
              <p:cNvSpPr/>
              <p:nvPr/>
            </p:nvSpPr>
            <p:spPr>
              <a:xfrm>
                <a:off x="9862795" y="3139012"/>
                <a:ext cx="70691" cy="355010"/>
              </a:xfrm>
              <a:custGeom>
                <a:avLst/>
                <a:gdLst>
                  <a:gd name="connsiteX0" fmla="*/ 19477 w 70691"/>
                  <a:gd name="connsiteY0" fmla="*/ 347171 h 355010"/>
                  <a:gd name="connsiteX1" fmla="*/ 19545 w 70691"/>
                  <a:gd name="connsiteY1" fmla="*/ 43055 h 355010"/>
                  <a:gd name="connsiteX2" fmla="*/ 19477 w 70691"/>
                  <a:gd name="connsiteY2" fmla="*/ 23441 h 355010"/>
                  <a:gd name="connsiteX3" fmla="*/ 7723 w 70691"/>
                  <a:gd name="connsiteY3" fmla="*/ 6287 h 355010"/>
                  <a:gd name="connsiteX4" fmla="*/ 0 w 70691"/>
                  <a:gd name="connsiteY4" fmla="*/ 547 h 355010"/>
                  <a:gd name="connsiteX5" fmla="*/ 52280 w 70691"/>
                  <a:gd name="connsiteY5" fmla="*/ 0 h 355010"/>
                  <a:gd name="connsiteX6" fmla="*/ 65744 w 70691"/>
                  <a:gd name="connsiteY6" fmla="*/ 12711 h 355010"/>
                  <a:gd name="connsiteX7" fmla="*/ 69844 w 70691"/>
                  <a:gd name="connsiteY7" fmla="*/ 116384 h 355010"/>
                  <a:gd name="connsiteX8" fmla="*/ 69844 w 70691"/>
                  <a:gd name="connsiteY8" fmla="*/ 298513 h 355010"/>
                  <a:gd name="connsiteX9" fmla="*/ 55561 w 70691"/>
                  <a:gd name="connsiteY9" fmla="*/ 349973 h 355010"/>
                  <a:gd name="connsiteX10" fmla="*/ 19477 w 70691"/>
                  <a:gd name="connsiteY10" fmla="*/ 347171 h 355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0691" h="355010">
                    <a:moveTo>
                      <a:pt x="19477" y="347171"/>
                    </a:moveTo>
                    <a:cubicBezTo>
                      <a:pt x="19477" y="245822"/>
                      <a:pt x="19545" y="144472"/>
                      <a:pt x="19545" y="43055"/>
                    </a:cubicBezTo>
                    <a:cubicBezTo>
                      <a:pt x="19545" y="36494"/>
                      <a:pt x="19340" y="30002"/>
                      <a:pt x="19477" y="23441"/>
                    </a:cubicBezTo>
                    <a:cubicBezTo>
                      <a:pt x="19682" y="14830"/>
                      <a:pt x="16470" y="8953"/>
                      <a:pt x="7723" y="6287"/>
                    </a:cubicBezTo>
                    <a:cubicBezTo>
                      <a:pt x="4852" y="5399"/>
                      <a:pt x="2529" y="2529"/>
                      <a:pt x="0" y="547"/>
                    </a:cubicBezTo>
                    <a:cubicBezTo>
                      <a:pt x="17426" y="342"/>
                      <a:pt x="34854" y="205"/>
                      <a:pt x="52280" y="0"/>
                    </a:cubicBezTo>
                    <a:cubicBezTo>
                      <a:pt x="59047" y="1845"/>
                      <a:pt x="63147" y="6492"/>
                      <a:pt x="65744" y="12711"/>
                    </a:cubicBezTo>
                    <a:cubicBezTo>
                      <a:pt x="73876" y="46950"/>
                      <a:pt x="69434" y="81804"/>
                      <a:pt x="69844" y="116384"/>
                    </a:cubicBezTo>
                    <a:cubicBezTo>
                      <a:pt x="70596" y="177071"/>
                      <a:pt x="70391" y="237826"/>
                      <a:pt x="69844" y="298513"/>
                    </a:cubicBezTo>
                    <a:cubicBezTo>
                      <a:pt x="69707" y="316760"/>
                      <a:pt x="71347" y="335895"/>
                      <a:pt x="55561" y="349973"/>
                    </a:cubicBezTo>
                    <a:cubicBezTo>
                      <a:pt x="42781" y="358037"/>
                      <a:pt x="30890" y="355919"/>
                      <a:pt x="19477" y="347171"/>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13" name="Graphic 2466">
                <a:extLst>
                  <a:ext uri="{FF2B5EF4-FFF2-40B4-BE49-F238E27FC236}">
                    <a16:creationId xmlns:a16="http://schemas.microsoft.com/office/drawing/2014/main" id="{06ECA308-5B32-4772-94A4-13864566D22E}"/>
                  </a:ext>
                </a:extLst>
              </p:cNvPr>
              <p:cNvSpPr/>
              <p:nvPr/>
            </p:nvSpPr>
            <p:spPr>
              <a:xfrm>
                <a:off x="9676770" y="3189174"/>
                <a:ext cx="87408" cy="251355"/>
              </a:xfrm>
              <a:custGeom>
                <a:avLst/>
                <a:gdLst>
                  <a:gd name="connsiteX0" fmla="*/ 80916 w 87408"/>
                  <a:gd name="connsiteY0" fmla="*/ 9158 h 251355"/>
                  <a:gd name="connsiteX1" fmla="*/ 87408 w 87408"/>
                  <a:gd name="connsiteY1" fmla="*/ 26653 h 251355"/>
                  <a:gd name="connsiteX2" fmla="*/ 87408 w 87408"/>
                  <a:gd name="connsiteY2" fmla="*/ 228122 h 251355"/>
                  <a:gd name="connsiteX3" fmla="*/ 80437 w 87408"/>
                  <a:gd name="connsiteY3" fmla="*/ 245412 h 251355"/>
                  <a:gd name="connsiteX4" fmla="*/ 26995 w 87408"/>
                  <a:gd name="connsiteY4" fmla="*/ 239808 h 251355"/>
                  <a:gd name="connsiteX5" fmla="*/ 0 w 87408"/>
                  <a:gd name="connsiteY5" fmla="*/ 233179 h 251355"/>
                  <a:gd name="connsiteX6" fmla="*/ 25013 w 87408"/>
                  <a:gd name="connsiteY6" fmla="*/ 173586 h 251355"/>
                  <a:gd name="connsiteX7" fmla="*/ 24876 w 87408"/>
                  <a:gd name="connsiteY7" fmla="*/ 69093 h 251355"/>
                  <a:gd name="connsiteX8" fmla="*/ 7587 w 87408"/>
                  <a:gd name="connsiteY8" fmla="*/ 14967 h 251355"/>
                  <a:gd name="connsiteX9" fmla="*/ 21733 w 87408"/>
                  <a:gd name="connsiteY9" fmla="*/ 8679 h 251355"/>
                  <a:gd name="connsiteX10" fmla="*/ 48523 w 87408"/>
                  <a:gd name="connsiteY10" fmla="*/ 0 h 251355"/>
                  <a:gd name="connsiteX11" fmla="*/ 80916 w 87408"/>
                  <a:gd name="connsiteY11" fmla="*/ 9158 h 251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7408" h="251355">
                    <a:moveTo>
                      <a:pt x="80916" y="9158"/>
                    </a:moveTo>
                    <a:cubicBezTo>
                      <a:pt x="86588" y="13668"/>
                      <a:pt x="87408" y="20024"/>
                      <a:pt x="87408" y="26653"/>
                    </a:cubicBezTo>
                    <a:cubicBezTo>
                      <a:pt x="87408" y="93832"/>
                      <a:pt x="87408" y="160943"/>
                      <a:pt x="87408" y="228122"/>
                    </a:cubicBezTo>
                    <a:cubicBezTo>
                      <a:pt x="87408" y="234819"/>
                      <a:pt x="86246" y="241038"/>
                      <a:pt x="80437" y="245412"/>
                    </a:cubicBezTo>
                    <a:cubicBezTo>
                      <a:pt x="61575" y="253613"/>
                      <a:pt x="43465" y="254706"/>
                      <a:pt x="26995" y="239808"/>
                    </a:cubicBezTo>
                    <a:cubicBezTo>
                      <a:pt x="17838" y="238099"/>
                      <a:pt x="7859" y="239876"/>
                      <a:pt x="0" y="233179"/>
                    </a:cubicBezTo>
                    <a:cubicBezTo>
                      <a:pt x="20093" y="218281"/>
                      <a:pt x="26107" y="198257"/>
                      <a:pt x="25013" y="173586"/>
                    </a:cubicBezTo>
                    <a:cubicBezTo>
                      <a:pt x="23441" y="138800"/>
                      <a:pt x="23852" y="103946"/>
                      <a:pt x="24876" y="69093"/>
                    </a:cubicBezTo>
                    <a:cubicBezTo>
                      <a:pt x="25492" y="48522"/>
                      <a:pt x="21322" y="30480"/>
                      <a:pt x="7587" y="14967"/>
                    </a:cubicBezTo>
                    <a:cubicBezTo>
                      <a:pt x="12302" y="12848"/>
                      <a:pt x="17018" y="10729"/>
                      <a:pt x="21733" y="8679"/>
                    </a:cubicBezTo>
                    <a:cubicBezTo>
                      <a:pt x="29387" y="1777"/>
                      <a:pt x="38681" y="0"/>
                      <a:pt x="48523" y="0"/>
                    </a:cubicBezTo>
                    <a:cubicBezTo>
                      <a:pt x="60140" y="273"/>
                      <a:pt x="71963" y="-478"/>
                      <a:pt x="80916" y="9158"/>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14" name="Graphic 2466">
                <a:extLst>
                  <a:ext uri="{FF2B5EF4-FFF2-40B4-BE49-F238E27FC236}">
                    <a16:creationId xmlns:a16="http://schemas.microsoft.com/office/drawing/2014/main" id="{E1E7ABCD-BE1B-48D8-9FED-D33E62639921}"/>
                  </a:ext>
                </a:extLst>
              </p:cNvPr>
              <p:cNvSpPr/>
              <p:nvPr/>
            </p:nvSpPr>
            <p:spPr>
              <a:xfrm>
                <a:off x="9645197" y="3204233"/>
                <a:ext cx="66618" cy="218257"/>
              </a:xfrm>
              <a:custGeom>
                <a:avLst/>
                <a:gdLst>
                  <a:gd name="connsiteX0" fmla="*/ 39160 w 66618"/>
                  <a:gd name="connsiteY0" fmla="*/ 45 h 218257"/>
                  <a:gd name="connsiteX1" fmla="*/ 52144 w 66618"/>
                  <a:gd name="connsiteY1" fmla="*/ 1070 h 218257"/>
                  <a:gd name="connsiteX2" fmla="*/ 66223 w 66618"/>
                  <a:gd name="connsiteY2" fmla="*/ 15490 h 218257"/>
                  <a:gd name="connsiteX3" fmla="*/ 66564 w 66618"/>
                  <a:gd name="connsiteY3" fmla="*/ 51301 h 218257"/>
                  <a:gd name="connsiteX4" fmla="*/ 66564 w 66618"/>
                  <a:gd name="connsiteY4" fmla="*/ 178278 h 218257"/>
                  <a:gd name="connsiteX5" fmla="*/ 66154 w 66618"/>
                  <a:gd name="connsiteY5" fmla="*/ 197823 h 218257"/>
                  <a:gd name="connsiteX6" fmla="*/ 47770 w 66618"/>
                  <a:gd name="connsiteY6" fmla="*/ 216754 h 218257"/>
                  <a:gd name="connsiteX7" fmla="*/ 31573 w 66618"/>
                  <a:gd name="connsiteY7" fmla="*/ 218257 h 218257"/>
                  <a:gd name="connsiteX8" fmla="*/ 0 w 66618"/>
                  <a:gd name="connsiteY8" fmla="*/ 211082 h 218257"/>
                  <a:gd name="connsiteX9" fmla="*/ 2734 w 66618"/>
                  <a:gd name="connsiteY9" fmla="*/ 41665 h 218257"/>
                  <a:gd name="connsiteX10" fmla="*/ 7381 w 66618"/>
                  <a:gd name="connsiteY10" fmla="*/ 7016 h 218257"/>
                  <a:gd name="connsiteX11" fmla="*/ 39160 w 66618"/>
                  <a:gd name="connsiteY11" fmla="*/ 45 h 218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6618" h="218257">
                    <a:moveTo>
                      <a:pt x="39160" y="45"/>
                    </a:moveTo>
                    <a:cubicBezTo>
                      <a:pt x="43465" y="387"/>
                      <a:pt x="47839" y="797"/>
                      <a:pt x="52144" y="1070"/>
                    </a:cubicBezTo>
                    <a:cubicBezTo>
                      <a:pt x="61234" y="1617"/>
                      <a:pt x="66086" y="6401"/>
                      <a:pt x="66223" y="15490"/>
                    </a:cubicBezTo>
                    <a:cubicBezTo>
                      <a:pt x="66496" y="27450"/>
                      <a:pt x="66564" y="39341"/>
                      <a:pt x="66564" y="51301"/>
                    </a:cubicBezTo>
                    <a:cubicBezTo>
                      <a:pt x="66632" y="93604"/>
                      <a:pt x="66564" y="135975"/>
                      <a:pt x="66564" y="178278"/>
                    </a:cubicBezTo>
                    <a:cubicBezTo>
                      <a:pt x="66564" y="184770"/>
                      <a:pt x="66838" y="191331"/>
                      <a:pt x="66154" y="197823"/>
                    </a:cubicBezTo>
                    <a:cubicBezTo>
                      <a:pt x="64992" y="209783"/>
                      <a:pt x="60551" y="214294"/>
                      <a:pt x="47770" y="216754"/>
                    </a:cubicBezTo>
                    <a:cubicBezTo>
                      <a:pt x="42440" y="217779"/>
                      <a:pt x="36973" y="217779"/>
                      <a:pt x="31573" y="218257"/>
                    </a:cubicBezTo>
                    <a:cubicBezTo>
                      <a:pt x="20502" y="218121"/>
                      <a:pt x="9499" y="218121"/>
                      <a:pt x="0" y="211082"/>
                    </a:cubicBezTo>
                    <a:cubicBezTo>
                      <a:pt x="5741" y="154700"/>
                      <a:pt x="3213" y="98183"/>
                      <a:pt x="2734" y="41665"/>
                    </a:cubicBezTo>
                    <a:cubicBezTo>
                      <a:pt x="2665" y="29842"/>
                      <a:pt x="-683" y="17677"/>
                      <a:pt x="7381" y="7016"/>
                    </a:cubicBezTo>
                    <a:cubicBezTo>
                      <a:pt x="17017" y="45"/>
                      <a:pt x="28020" y="-160"/>
                      <a:pt x="39160" y="45"/>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15" name="Graphic 2466">
                <a:extLst>
                  <a:ext uri="{FF2B5EF4-FFF2-40B4-BE49-F238E27FC236}">
                    <a16:creationId xmlns:a16="http://schemas.microsoft.com/office/drawing/2014/main" id="{9C06702B-749A-4C8E-8477-D33E600957EE}"/>
                  </a:ext>
                </a:extLst>
              </p:cNvPr>
              <p:cNvSpPr/>
              <p:nvPr/>
            </p:nvSpPr>
            <p:spPr>
              <a:xfrm>
                <a:off x="9535507" y="3223497"/>
                <a:ext cx="90042" cy="179199"/>
              </a:xfrm>
              <a:custGeom>
                <a:avLst/>
                <a:gdLst>
                  <a:gd name="connsiteX0" fmla="*/ 11690 w 90042"/>
                  <a:gd name="connsiteY0" fmla="*/ 18984 h 179199"/>
                  <a:gd name="connsiteX1" fmla="*/ 69779 w 90042"/>
                  <a:gd name="connsiteY1" fmla="*/ 190 h 179199"/>
                  <a:gd name="connsiteX2" fmla="*/ 86181 w 90042"/>
                  <a:gd name="connsiteY2" fmla="*/ 15977 h 179199"/>
                  <a:gd name="connsiteX3" fmla="*/ 86318 w 90042"/>
                  <a:gd name="connsiteY3" fmla="*/ 157852 h 179199"/>
                  <a:gd name="connsiteX4" fmla="*/ 63082 w 90042"/>
                  <a:gd name="connsiteY4" fmla="*/ 178970 h 179199"/>
                  <a:gd name="connsiteX5" fmla="*/ 5129 w 90042"/>
                  <a:gd name="connsiteY5" fmla="*/ 159561 h 179199"/>
                  <a:gd name="connsiteX6" fmla="*/ 11690 w 90042"/>
                  <a:gd name="connsiteY6" fmla="*/ 18984 h 17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042" h="179199">
                    <a:moveTo>
                      <a:pt x="11690" y="18984"/>
                    </a:moveTo>
                    <a:cubicBezTo>
                      <a:pt x="29937" y="9211"/>
                      <a:pt x="49140" y="2445"/>
                      <a:pt x="69779" y="190"/>
                    </a:cubicBezTo>
                    <a:cubicBezTo>
                      <a:pt x="81807" y="-1450"/>
                      <a:pt x="85293" y="7844"/>
                      <a:pt x="86181" y="15977"/>
                    </a:cubicBezTo>
                    <a:cubicBezTo>
                      <a:pt x="91307" y="63200"/>
                      <a:pt x="91307" y="110629"/>
                      <a:pt x="86318" y="157852"/>
                    </a:cubicBezTo>
                    <a:cubicBezTo>
                      <a:pt x="85019" y="169812"/>
                      <a:pt x="79005" y="180951"/>
                      <a:pt x="63082" y="178970"/>
                    </a:cubicBezTo>
                    <a:cubicBezTo>
                      <a:pt x="42443" y="176509"/>
                      <a:pt x="23240" y="169675"/>
                      <a:pt x="5129" y="159561"/>
                    </a:cubicBezTo>
                    <a:cubicBezTo>
                      <a:pt x="1849" y="112406"/>
                      <a:pt x="-7378" y="65045"/>
                      <a:pt x="11690" y="18984"/>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16" name="Graphic 2466">
                <a:extLst>
                  <a:ext uri="{FF2B5EF4-FFF2-40B4-BE49-F238E27FC236}">
                    <a16:creationId xmlns:a16="http://schemas.microsoft.com/office/drawing/2014/main" id="{F5F5634F-EAD7-4AA3-B316-0D30742B53DB}"/>
                  </a:ext>
                </a:extLst>
              </p:cNvPr>
              <p:cNvSpPr/>
              <p:nvPr/>
            </p:nvSpPr>
            <p:spPr>
              <a:xfrm>
                <a:off x="9598589" y="3211112"/>
                <a:ext cx="60836" cy="204065"/>
              </a:xfrm>
              <a:custGeom>
                <a:avLst/>
                <a:gdLst>
                  <a:gd name="connsiteX0" fmla="*/ 0 w 60836"/>
                  <a:gd name="connsiteY0" fmla="*/ 191354 h 204065"/>
                  <a:gd name="connsiteX1" fmla="*/ 14762 w 60836"/>
                  <a:gd name="connsiteY1" fmla="*/ 168460 h 204065"/>
                  <a:gd name="connsiteX2" fmla="*/ 14693 w 60836"/>
                  <a:gd name="connsiteY2" fmla="*/ 29250 h 204065"/>
                  <a:gd name="connsiteX3" fmla="*/ 6697 w 60836"/>
                  <a:gd name="connsiteY3" fmla="*/ 12506 h 204065"/>
                  <a:gd name="connsiteX4" fmla="*/ 27473 w 60836"/>
                  <a:gd name="connsiteY4" fmla="*/ 6561 h 204065"/>
                  <a:gd name="connsiteX5" fmla="*/ 47361 w 60836"/>
                  <a:gd name="connsiteY5" fmla="*/ 1162 h 204065"/>
                  <a:gd name="connsiteX6" fmla="*/ 53989 w 60836"/>
                  <a:gd name="connsiteY6" fmla="*/ 0 h 204065"/>
                  <a:gd name="connsiteX7" fmla="*/ 60823 w 60836"/>
                  <a:gd name="connsiteY7" fmla="*/ 54741 h 204065"/>
                  <a:gd name="connsiteX8" fmla="*/ 60687 w 60836"/>
                  <a:gd name="connsiteY8" fmla="*/ 185614 h 204065"/>
                  <a:gd name="connsiteX9" fmla="*/ 46608 w 60836"/>
                  <a:gd name="connsiteY9" fmla="*/ 204066 h 204065"/>
                  <a:gd name="connsiteX10" fmla="*/ 0 w 60836"/>
                  <a:gd name="connsiteY10" fmla="*/ 191354 h 204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0836" h="204065">
                    <a:moveTo>
                      <a:pt x="0" y="191354"/>
                    </a:moveTo>
                    <a:cubicBezTo>
                      <a:pt x="9841" y="186912"/>
                      <a:pt x="14762" y="179395"/>
                      <a:pt x="14762" y="168460"/>
                    </a:cubicBezTo>
                    <a:cubicBezTo>
                      <a:pt x="14693" y="122057"/>
                      <a:pt x="14693" y="75653"/>
                      <a:pt x="14693" y="29250"/>
                    </a:cubicBezTo>
                    <a:cubicBezTo>
                      <a:pt x="14693" y="22416"/>
                      <a:pt x="12574" y="16607"/>
                      <a:pt x="6697" y="12506"/>
                    </a:cubicBezTo>
                    <a:cubicBezTo>
                      <a:pt x="12506" y="6492"/>
                      <a:pt x="19887" y="6287"/>
                      <a:pt x="27473" y="6561"/>
                    </a:cubicBezTo>
                    <a:cubicBezTo>
                      <a:pt x="33145" y="1298"/>
                      <a:pt x="41551" y="5946"/>
                      <a:pt x="47361" y="1162"/>
                    </a:cubicBezTo>
                    <a:cubicBezTo>
                      <a:pt x="49547" y="752"/>
                      <a:pt x="51802" y="410"/>
                      <a:pt x="53989" y="0"/>
                    </a:cubicBezTo>
                    <a:cubicBezTo>
                      <a:pt x="60072" y="17769"/>
                      <a:pt x="60960" y="36084"/>
                      <a:pt x="60823" y="54741"/>
                    </a:cubicBezTo>
                    <a:cubicBezTo>
                      <a:pt x="60413" y="98342"/>
                      <a:pt x="60550" y="142012"/>
                      <a:pt x="60687" y="185614"/>
                    </a:cubicBezTo>
                    <a:cubicBezTo>
                      <a:pt x="60687" y="195728"/>
                      <a:pt x="57338" y="202494"/>
                      <a:pt x="46608" y="204066"/>
                    </a:cubicBezTo>
                    <a:cubicBezTo>
                      <a:pt x="30002" y="203861"/>
                      <a:pt x="14625" y="199008"/>
                      <a:pt x="0" y="191354"/>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17" name="Graphic 2466">
                <a:extLst>
                  <a:ext uri="{FF2B5EF4-FFF2-40B4-BE49-F238E27FC236}">
                    <a16:creationId xmlns:a16="http://schemas.microsoft.com/office/drawing/2014/main" id="{0D54813B-C1FC-4B66-A0B9-38CAD9A99DE7}"/>
                  </a:ext>
                </a:extLst>
              </p:cNvPr>
              <p:cNvSpPr/>
              <p:nvPr/>
            </p:nvSpPr>
            <p:spPr>
              <a:xfrm>
                <a:off x="9475233" y="3242480"/>
                <a:ext cx="72607" cy="140713"/>
              </a:xfrm>
              <a:custGeom>
                <a:avLst/>
                <a:gdLst>
                  <a:gd name="connsiteX0" fmla="*/ 71963 w 72607"/>
                  <a:gd name="connsiteY0" fmla="*/ 0 h 140713"/>
                  <a:gd name="connsiteX1" fmla="*/ 72578 w 72607"/>
                  <a:gd name="connsiteY1" fmla="*/ 116794 h 140713"/>
                  <a:gd name="connsiteX2" fmla="*/ 65403 w 72607"/>
                  <a:gd name="connsiteY2" fmla="*/ 140645 h 140713"/>
                  <a:gd name="connsiteX3" fmla="*/ 65675 w 72607"/>
                  <a:gd name="connsiteY3" fmla="*/ 140714 h 140713"/>
                  <a:gd name="connsiteX4" fmla="*/ 45857 w 72607"/>
                  <a:gd name="connsiteY4" fmla="*/ 133265 h 140713"/>
                  <a:gd name="connsiteX5" fmla="*/ 0 w 72607"/>
                  <a:gd name="connsiteY5" fmla="*/ 113582 h 140713"/>
                  <a:gd name="connsiteX6" fmla="*/ 5604 w 72607"/>
                  <a:gd name="connsiteY6" fmla="*/ 27268 h 140713"/>
                  <a:gd name="connsiteX7" fmla="*/ 33624 w 72607"/>
                  <a:gd name="connsiteY7" fmla="*/ 14967 h 140713"/>
                  <a:gd name="connsiteX8" fmla="*/ 46130 w 72607"/>
                  <a:gd name="connsiteY8" fmla="*/ 9499 h 140713"/>
                  <a:gd name="connsiteX9" fmla="*/ 51734 w 72607"/>
                  <a:gd name="connsiteY9" fmla="*/ 7791 h 140713"/>
                  <a:gd name="connsiteX10" fmla="*/ 65881 w 72607"/>
                  <a:gd name="connsiteY10" fmla="*/ 2187 h 140713"/>
                  <a:gd name="connsiteX11" fmla="*/ 71963 w 72607"/>
                  <a:gd name="connsiteY11" fmla="*/ 0 h 140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2607" h="140713">
                    <a:moveTo>
                      <a:pt x="71963" y="0"/>
                    </a:moveTo>
                    <a:cubicBezTo>
                      <a:pt x="72168" y="38954"/>
                      <a:pt x="72374" y="77840"/>
                      <a:pt x="72578" y="116794"/>
                    </a:cubicBezTo>
                    <a:cubicBezTo>
                      <a:pt x="72646" y="125474"/>
                      <a:pt x="73125" y="134290"/>
                      <a:pt x="65403" y="140645"/>
                    </a:cubicBezTo>
                    <a:cubicBezTo>
                      <a:pt x="65403" y="140645"/>
                      <a:pt x="65675" y="140714"/>
                      <a:pt x="65675" y="140714"/>
                    </a:cubicBezTo>
                    <a:cubicBezTo>
                      <a:pt x="61166" y="132581"/>
                      <a:pt x="51187" y="139210"/>
                      <a:pt x="45857" y="133265"/>
                    </a:cubicBezTo>
                    <a:cubicBezTo>
                      <a:pt x="29318" y="129574"/>
                      <a:pt x="13668" y="123834"/>
                      <a:pt x="0" y="113582"/>
                    </a:cubicBezTo>
                    <a:cubicBezTo>
                      <a:pt x="5946" y="85084"/>
                      <a:pt x="1709" y="55903"/>
                      <a:pt x="5604" y="27268"/>
                    </a:cubicBezTo>
                    <a:cubicBezTo>
                      <a:pt x="13600" y="20024"/>
                      <a:pt x="22895" y="15923"/>
                      <a:pt x="33624" y="14967"/>
                    </a:cubicBezTo>
                    <a:cubicBezTo>
                      <a:pt x="36836" y="10866"/>
                      <a:pt x="42509" y="12506"/>
                      <a:pt x="46130" y="9499"/>
                    </a:cubicBezTo>
                    <a:cubicBezTo>
                      <a:pt x="47634" y="7586"/>
                      <a:pt x="49479" y="7039"/>
                      <a:pt x="51734" y="7791"/>
                    </a:cubicBezTo>
                    <a:cubicBezTo>
                      <a:pt x="56040" y="4852"/>
                      <a:pt x="61986" y="6082"/>
                      <a:pt x="65881" y="2187"/>
                    </a:cubicBezTo>
                    <a:cubicBezTo>
                      <a:pt x="67863" y="1435"/>
                      <a:pt x="69913" y="683"/>
                      <a:pt x="71963" y="0"/>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18" name="Graphic 2466">
                <a:extLst>
                  <a:ext uri="{FF2B5EF4-FFF2-40B4-BE49-F238E27FC236}">
                    <a16:creationId xmlns:a16="http://schemas.microsoft.com/office/drawing/2014/main" id="{03F0866D-06BE-421A-A587-B9B86E03F354}"/>
                  </a:ext>
                </a:extLst>
              </p:cNvPr>
              <p:cNvSpPr/>
              <p:nvPr/>
            </p:nvSpPr>
            <p:spPr>
              <a:xfrm>
                <a:off x="9395207" y="3269612"/>
                <a:ext cx="93042" cy="86382"/>
              </a:xfrm>
              <a:custGeom>
                <a:avLst/>
                <a:gdLst>
                  <a:gd name="connsiteX0" fmla="*/ 85563 w 93042"/>
                  <a:gd name="connsiteY0" fmla="*/ 0 h 86382"/>
                  <a:gd name="connsiteX1" fmla="*/ 92397 w 93042"/>
                  <a:gd name="connsiteY1" fmla="*/ 10319 h 86382"/>
                  <a:gd name="connsiteX2" fmla="*/ 92875 w 93042"/>
                  <a:gd name="connsiteY2" fmla="*/ 74560 h 86382"/>
                  <a:gd name="connsiteX3" fmla="*/ 79958 w 93042"/>
                  <a:gd name="connsiteY3" fmla="*/ 86383 h 86382"/>
                  <a:gd name="connsiteX4" fmla="*/ 0 w 93042"/>
                  <a:gd name="connsiteY4" fmla="*/ 45515 h 86382"/>
                  <a:gd name="connsiteX5" fmla="*/ 85563 w 93042"/>
                  <a:gd name="connsiteY5" fmla="*/ 0 h 86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042" h="86382">
                    <a:moveTo>
                      <a:pt x="85563" y="0"/>
                    </a:moveTo>
                    <a:cubicBezTo>
                      <a:pt x="87955" y="3417"/>
                      <a:pt x="92260" y="6766"/>
                      <a:pt x="92397" y="10319"/>
                    </a:cubicBezTo>
                    <a:cubicBezTo>
                      <a:pt x="93149" y="31710"/>
                      <a:pt x="93149" y="53101"/>
                      <a:pt x="92875" y="74560"/>
                    </a:cubicBezTo>
                    <a:cubicBezTo>
                      <a:pt x="92807" y="82419"/>
                      <a:pt x="86588" y="84948"/>
                      <a:pt x="79958" y="86383"/>
                    </a:cubicBezTo>
                    <a:cubicBezTo>
                      <a:pt x="51050" y="77498"/>
                      <a:pt x="25696" y="62053"/>
                      <a:pt x="0" y="45515"/>
                    </a:cubicBezTo>
                    <a:cubicBezTo>
                      <a:pt x="23236" y="26995"/>
                      <a:pt x="54331" y="10661"/>
                      <a:pt x="85563" y="0"/>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19" name="Graphic 2466">
                <a:extLst>
                  <a:ext uri="{FF2B5EF4-FFF2-40B4-BE49-F238E27FC236}">
                    <a16:creationId xmlns:a16="http://schemas.microsoft.com/office/drawing/2014/main" id="{7ED900C6-DF16-49A5-B586-5690449E6ACA}"/>
                  </a:ext>
                </a:extLst>
              </p:cNvPr>
              <p:cNvSpPr/>
              <p:nvPr/>
            </p:nvSpPr>
            <p:spPr>
              <a:xfrm>
                <a:off x="9574943" y="3437022"/>
                <a:ext cx="169553" cy="44445"/>
              </a:xfrm>
              <a:custGeom>
                <a:avLst/>
                <a:gdLst>
                  <a:gd name="connsiteX0" fmla="*/ 169553 w 169553"/>
                  <a:gd name="connsiteY0" fmla="*/ 5150 h 44445"/>
                  <a:gd name="connsiteX1" fmla="*/ 164633 w 169553"/>
                  <a:gd name="connsiteY1" fmla="*/ 35766 h 44445"/>
                  <a:gd name="connsiteX2" fmla="*/ 154382 w 169553"/>
                  <a:gd name="connsiteY2" fmla="*/ 44446 h 44445"/>
                  <a:gd name="connsiteX3" fmla="*/ 0 w 169553"/>
                  <a:gd name="connsiteY3" fmla="*/ 9660 h 44445"/>
                  <a:gd name="connsiteX4" fmla="*/ 683 w 169553"/>
                  <a:gd name="connsiteY4" fmla="*/ 3578 h 44445"/>
                  <a:gd name="connsiteX5" fmla="*/ 169553 w 169553"/>
                  <a:gd name="connsiteY5" fmla="*/ 5150 h 4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553" h="44445">
                    <a:moveTo>
                      <a:pt x="169553" y="5150"/>
                    </a:moveTo>
                    <a:cubicBezTo>
                      <a:pt x="169007" y="15469"/>
                      <a:pt x="161216" y="24353"/>
                      <a:pt x="164633" y="35766"/>
                    </a:cubicBezTo>
                    <a:cubicBezTo>
                      <a:pt x="166888" y="43147"/>
                      <a:pt x="158824" y="42669"/>
                      <a:pt x="154382" y="44446"/>
                    </a:cubicBezTo>
                    <a:cubicBezTo>
                      <a:pt x="100734" y="42395"/>
                      <a:pt x="50025" y="27634"/>
                      <a:pt x="0" y="9660"/>
                    </a:cubicBezTo>
                    <a:cubicBezTo>
                      <a:pt x="136" y="7473"/>
                      <a:pt x="273" y="3578"/>
                      <a:pt x="683" y="3578"/>
                    </a:cubicBezTo>
                    <a:cubicBezTo>
                      <a:pt x="56996" y="776"/>
                      <a:pt x="113377" y="-3530"/>
                      <a:pt x="169553" y="5150"/>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20" name="Graphic 2466">
                <a:extLst>
                  <a:ext uri="{FF2B5EF4-FFF2-40B4-BE49-F238E27FC236}">
                    <a16:creationId xmlns:a16="http://schemas.microsoft.com/office/drawing/2014/main" id="{A825D102-6DFB-4C90-91CF-542A892C2FC8}"/>
                  </a:ext>
                </a:extLst>
              </p:cNvPr>
              <p:cNvSpPr/>
              <p:nvPr/>
            </p:nvSpPr>
            <p:spPr>
              <a:xfrm>
                <a:off x="9587244" y="3142324"/>
                <a:ext cx="183631" cy="50214"/>
              </a:xfrm>
              <a:custGeom>
                <a:avLst/>
                <a:gdLst>
                  <a:gd name="connsiteX0" fmla="*/ 183632 w 183631"/>
                  <a:gd name="connsiteY0" fmla="*/ 4001 h 50214"/>
                  <a:gd name="connsiteX1" fmla="*/ 177003 w 183631"/>
                  <a:gd name="connsiteY1" fmla="*/ 42750 h 50214"/>
                  <a:gd name="connsiteX2" fmla="*/ 132855 w 183631"/>
                  <a:gd name="connsiteY2" fmla="*/ 49038 h 50214"/>
                  <a:gd name="connsiteX3" fmla="*/ 22484 w 183631"/>
                  <a:gd name="connsiteY3" fmla="*/ 45826 h 50214"/>
                  <a:gd name="connsiteX4" fmla="*/ 0 w 183631"/>
                  <a:gd name="connsiteY4" fmla="*/ 36190 h 50214"/>
                  <a:gd name="connsiteX5" fmla="*/ 3280 w 183631"/>
                  <a:gd name="connsiteY5" fmla="*/ 35369 h 50214"/>
                  <a:gd name="connsiteX6" fmla="*/ 19751 w 183631"/>
                  <a:gd name="connsiteY6" fmla="*/ 29629 h 50214"/>
                  <a:gd name="connsiteX7" fmla="*/ 23099 w 183631"/>
                  <a:gd name="connsiteY7" fmla="*/ 28877 h 50214"/>
                  <a:gd name="connsiteX8" fmla="*/ 39296 w 183631"/>
                  <a:gd name="connsiteY8" fmla="*/ 23683 h 50214"/>
                  <a:gd name="connsiteX9" fmla="*/ 44285 w 183631"/>
                  <a:gd name="connsiteY9" fmla="*/ 22658 h 50214"/>
                  <a:gd name="connsiteX10" fmla="*/ 65539 w 183631"/>
                  <a:gd name="connsiteY10" fmla="*/ 17054 h 50214"/>
                  <a:gd name="connsiteX11" fmla="*/ 70801 w 183631"/>
                  <a:gd name="connsiteY11" fmla="*/ 16166 h 50214"/>
                  <a:gd name="connsiteX12" fmla="*/ 98343 w 183631"/>
                  <a:gd name="connsiteY12" fmla="*/ 10425 h 50214"/>
                  <a:gd name="connsiteX13" fmla="*/ 108388 w 183631"/>
                  <a:gd name="connsiteY13" fmla="*/ 9195 h 50214"/>
                  <a:gd name="connsiteX14" fmla="*/ 137638 w 183631"/>
                  <a:gd name="connsiteY14" fmla="*/ 4206 h 50214"/>
                  <a:gd name="connsiteX15" fmla="*/ 155681 w 183631"/>
                  <a:gd name="connsiteY15" fmla="*/ 2771 h 50214"/>
                  <a:gd name="connsiteX16" fmla="*/ 183632 w 183631"/>
                  <a:gd name="connsiteY16" fmla="*/ 4001 h 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3631" h="50214">
                    <a:moveTo>
                      <a:pt x="183632" y="4001"/>
                    </a:moveTo>
                    <a:cubicBezTo>
                      <a:pt x="175431" y="15892"/>
                      <a:pt x="177140" y="29492"/>
                      <a:pt x="177003" y="42750"/>
                    </a:cubicBezTo>
                    <a:cubicBezTo>
                      <a:pt x="163335" y="52250"/>
                      <a:pt x="147548" y="50541"/>
                      <a:pt x="132855" y="49038"/>
                    </a:cubicBezTo>
                    <a:cubicBezTo>
                      <a:pt x="96088" y="45142"/>
                      <a:pt x="59252" y="46987"/>
                      <a:pt x="22484" y="45826"/>
                    </a:cubicBezTo>
                    <a:cubicBezTo>
                      <a:pt x="14488" y="45552"/>
                      <a:pt x="1914" y="52045"/>
                      <a:pt x="0" y="36190"/>
                    </a:cubicBezTo>
                    <a:cubicBezTo>
                      <a:pt x="752" y="34686"/>
                      <a:pt x="1845" y="34413"/>
                      <a:pt x="3280" y="35369"/>
                    </a:cubicBezTo>
                    <a:cubicBezTo>
                      <a:pt x="8885" y="33729"/>
                      <a:pt x="15171" y="34071"/>
                      <a:pt x="19751" y="29629"/>
                    </a:cubicBezTo>
                    <a:cubicBezTo>
                      <a:pt x="20571" y="28125"/>
                      <a:pt x="21733" y="27920"/>
                      <a:pt x="23099" y="28877"/>
                    </a:cubicBezTo>
                    <a:cubicBezTo>
                      <a:pt x="28498" y="27237"/>
                      <a:pt x="34512" y="27374"/>
                      <a:pt x="39296" y="23683"/>
                    </a:cubicBezTo>
                    <a:cubicBezTo>
                      <a:pt x="40732" y="22248"/>
                      <a:pt x="42372" y="21906"/>
                      <a:pt x="44285" y="22658"/>
                    </a:cubicBezTo>
                    <a:cubicBezTo>
                      <a:pt x="50709" y="18148"/>
                      <a:pt x="59389" y="22453"/>
                      <a:pt x="65539" y="17054"/>
                    </a:cubicBezTo>
                    <a:cubicBezTo>
                      <a:pt x="67111" y="15619"/>
                      <a:pt x="68820" y="15346"/>
                      <a:pt x="70801" y="16166"/>
                    </a:cubicBezTo>
                    <a:cubicBezTo>
                      <a:pt x="79139" y="10357"/>
                      <a:pt x="90142" y="16986"/>
                      <a:pt x="98343" y="10425"/>
                    </a:cubicBezTo>
                    <a:cubicBezTo>
                      <a:pt x="101691" y="10015"/>
                      <a:pt x="105040" y="9605"/>
                      <a:pt x="108388" y="9195"/>
                    </a:cubicBezTo>
                    <a:cubicBezTo>
                      <a:pt x="117683" y="4958"/>
                      <a:pt x="128481" y="9537"/>
                      <a:pt x="137638" y="4206"/>
                    </a:cubicBezTo>
                    <a:cubicBezTo>
                      <a:pt x="143516" y="2156"/>
                      <a:pt x="149530" y="1336"/>
                      <a:pt x="155681" y="2771"/>
                    </a:cubicBezTo>
                    <a:cubicBezTo>
                      <a:pt x="165112" y="-236"/>
                      <a:pt x="174543" y="-2013"/>
                      <a:pt x="183632" y="4001"/>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21" name="Graphic 2466">
                <a:extLst>
                  <a:ext uri="{FF2B5EF4-FFF2-40B4-BE49-F238E27FC236}">
                    <a16:creationId xmlns:a16="http://schemas.microsoft.com/office/drawing/2014/main" id="{85B4A8CA-A878-4061-AF5A-B4E2AEC6508E}"/>
                  </a:ext>
                </a:extLst>
              </p:cNvPr>
              <p:cNvSpPr/>
              <p:nvPr/>
            </p:nvSpPr>
            <p:spPr>
              <a:xfrm>
                <a:off x="9738052" y="3505524"/>
                <a:ext cx="143741" cy="44080"/>
              </a:xfrm>
              <a:custGeom>
                <a:avLst/>
                <a:gdLst>
                  <a:gd name="connsiteX0" fmla="*/ 88932 w 143741"/>
                  <a:gd name="connsiteY0" fmla="*/ 41209 h 44080"/>
                  <a:gd name="connsiteX1" fmla="*/ 6718 w 143741"/>
                  <a:gd name="connsiteY1" fmla="*/ 32872 h 44080"/>
                  <a:gd name="connsiteX2" fmla="*/ 636 w 143741"/>
                  <a:gd name="connsiteY2" fmla="*/ 21937 h 44080"/>
                  <a:gd name="connsiteX3" fmla="*/ 90436 w 143741"/>
                  <a:gd name="connsiteY3" fmla="*/ 7108 h 44080"/>
                  <a:gd name="connsiteX4" fmla="*/ 117909 w 143741"/>
                  <a:gd name="connsiteY4" fmla="*/ 1709 h 44080"/>
                  <a:gd name="connsiteX5" fmla="*/ 129048 w 143741"/>
                  <a:gd name="connsiteY5" fmla="*/ 0 h 44080"/>
                  <a:gd name="connsiteX6" fmla="*/ 138343 w 143741"/>
                  <a:gd name="connsiteY6" fmla="*/ 41415 h 44080"/>
                  <a:gd name="connsiteX7" fmla="*/ 138615 w 143741"/>
                  <a:gd name="connsiteY7" fmla="*/ 41209 h 44080"/>
                  <a:gd name="connsiteX8" fmla="*/ 88932 w 143741"/>
                  <a:gd name="connsiteY8" fmla="*/ 41209 h 44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741" h="44080">
                    <a:moveTo>
                      <a:pt x="88932" y="41209"/>
                    </a:moveTo>
                    <a:cubicBezTo>
                      <a:pt x="60980" y="43806"/>
                      <a:pt x="33781" y="38818"/>
                      <a:pt x="6718" y="32872"/>
                    </a:cubicBezTo>
                    <a:cubicBezTo>
                      <a:pt x="1729" y="30890"/>
                      <a:pt x="-1415" y="27815"/>
                      <a:pt x="636" y="21937"/>
                    </a:cubicBezTo>
                    <a:cubicBezTo>
                      <a:pt x="30569" y="16880"/>
                      <a:pt x="59887" y="8133"/>
                      <a:pt x="90436" y="7108"/>
                    </a:cubicBezTo>
                    <a:cubicBezTo>
                      <a:pt x="98841" y="1572"/>
                      <a:pt x="109571" y="7723"/>
                      <a:pt x="117909" y="1709"/>
                    </a:cubicBezTo>
                    <a:cubicBezTo>
                      <a:pt x="121599" y="1162"/>
                      <a:pt x="125289" y="547"/>
                      <a:pt x="129048" y="0"/>
                    </a:cubicBezTo>
                    <a:cubicBezTo>
                      <a:pt x="145928" y="9841"/>
                      <a:pt x="147158" y="15308"/>
                      <a:pt x="138343" y="41415"/>
                    </a:cubicBezTo>
                    <a:lnTo>
                      <a:pt x="138615" y="41209"/>
                    </a:lnTo>
                    <a:cubicBezTo>
                      <a:pt x="122009" y="45105"/>
                      <a:pt x="105470" y="44968"/>
                      <a:pt x="88932" y="41209"/>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22" name="Graphic 2466">
                <a:extLst>
                  <a:ext uri="{FF2B5EF4-FFF2-40B4-BE49-F238E27FC236}">
                    <a16:creationId xmlns:a16="http://schemas.microsoft.com/office/drawing/2014/main" id="{06FFB82F-A7E4-44C0-A4A0-9C89B19E254F}"/>
                  </a:ext>
                </a:extLst>
              </p:cNvPr>
              <p:cNvSpPr/>
              <p:nvPr/>
            </p:nvSpPr>
            <p:spPr>
              <a:xfrm>
                <a:off x="9725293" y="3079146"/>
                <a:ext cx="123901" cy="39569"/>
              </a:xfrm>
              <a:custGeom>
                <a:avLst/>
                <a:gdLst>
                  <a:gd name="connsiteX0" fmla="*/ 71689 w 123901"/>
                  <a:gd name="connsiteY0" fmla="*/ 820 h 39569"/>
                  <a:gd name="connsiteX1" fmla="*/ 110507 w 123901"/>
                  <a:gd name="connsiteY1" fmla="*/ 0 h 39569"/>
                  <a:gd name="connsiteX2" fmla="*/ 123902 w 123901"/>
                  <a:gd name="connsiteY2" fmla="*/ 2050 h 39569"/>
                  <a:gd name="connsiteX3" fmla="*/ 106201 w 123901"/>
                  <a:gd name="connsiteY3" fmla="*/ 8884 h 39569"/>
                  <a:gd name="connsiteX4" fmla="*/ 100871 w 123901"/>
                  <a:gd name="connsiteY4" fmla="*/ 24466 h 39569"/>
                  <a:gd name="connsiteX5" fmla="*/ 117477 w 123901"/>
                  <a:gd name="connsiteY5" fmla="*/ 39569 h 39569"/>
                  <a:gd name="connsiteX6" fmla="*/ 0 w 123901"/>
                  <a:gd name="connsiteY6" fmla="*/ 18725 h 39569"/>
                  <a:gd name="connsiteX7" fmla="*/ 71689 w 123901"/>
                  <a:gd name="connsiteY7" fmla="*/ 820 h 39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3901" h="39569">
                    <a:moveTo>
                      <a:pt x="71689" y="820"/>
                    </a:moveTo>
                    <a:cubicBezTo>
                      <a:pt x="84606" y="547"/>
                      <a:pt x="97522" y="273"/>
                      <a:pt x="110507" y="0"/>
                    </a:cubicBezTo>
                    <a:cubicBezTo>
                      <a:pt x="114949" y="683"/>
                      <a:pt x="119460" y="1367"/>
                      <a:pt x="123902" y="2050"/>
                    </a:cubicBezTo>
                    <a:cubicBezTo>
                      <a:pt x="119391" y="7928"/>
                      <a:pt x="112147" y="6766"/>
                      <a:pt x="106201" y="8884"/>
                    </a:cubicBezTo>
                    <a:cubicBezTo>
                      <a:pt x="99504" y="11208"/>
                      <a:pt x="96497" y="19477"/>
                      <a:pt x="100871" y="24466"/>
                    </a:cubicBezTo>
                    <a:cubicBezTo>
                      <a:pt x="105791" y="30070"/>
                      <a:pt x="111874" y="34581"/>
                      <a:pt x="117477" y="39569"/>
                    </a:cubicBezTo>
                    <a:cubicBezTo>
                      <a:pt x="78796" y="35674"/>
                      <a:pt x="41004" y="27405"/>
                      <a:pt x="0" y="18725"/>
                    </a:cubicBezTo>
                    <a:cubicBezTo>
                      <a:pt x="24260" y="4716"/>
                      <a:pt x="49068" y="7313"/>
                      <a:pt x="71689" y="820"/>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23" name="Graphic 2466">
                <a:extLst>
                  <a:ext uri="{FF2B5EF4-FFF2-40B4-BE49-F238E27FC236}">
                    <a16:creationId xmlns:a16="http://schemas.microsoft.com/office/drawing/2014/main" id="{A7144A2B-8C7F-426C-9750-19C660EDE189}"/>
                  </a:ext>
                </a:extLst>
              </p:cNvPr>
              <p:cNvSpPr/>
              <p:nvPr/>
            </p:nvSpPr>
            <p:spPr>
              <a:xfrm>
                <a:off x="9867032" y="3494069"/>
                <a:ext cx="64011" cy="53851"/>
              </a:xfrm>
              <a:custGeom>
                <a:avLst/>
                <a:gdLst>
                  <a:gd name="connsiteX0" fmla="*/ 9294 w 64011"/>
                  <a:gd name="connsiteY0" fmla="*/ 52869 h 53851"/>
                  <a:gd name="connsiteX1" fmla="*/ 0 w 64011"/>
                  <a:gd name="connsiteY1" fmla="*/ 11455 h 53851"/>
                  <a:gd name="connsiteX2" fmla="*/ 21185 w 64011"/>
                  <a:gd name="connsiteY2" fmla="*/ 5372 h 53851"/>
                  <a:gd name="connsiteX3" fmla="*/ 44353 w 64011"/>
                  <a:gd name="connsiteY3" fmla="*/ 315 h 53851"/>
                  <a:gd name="connsiteX4" fmla="*/ 54536 w 64011"/>
                  <a:gd name="connsiteY4" fmla="*/ 51092 h 53851"/>
                  <a:gd name="connsiteX5" fmla="*/ 9294 w 64011"/>
                  <a:gd name="connsiteY5" fmla="*/ 52869 h 53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011" h="53851">
                    <a:moveTo>
                      <a:pt x="9294" y="52869"/>
                    </a:moveTo>
                    <a:cubicBezTo>
                      <a:pt x="7312" y="38791"/>
                      <a:pt x="6834" y="24371"/>
                      <a:pt x="0" y="11455"/>
                    </a:cubicBezTo>
                    <a:cubicBezTo>
                      <a:pt x="6082" y="5919"/>
                      <a:pt x="14009" y="6944"/>
                      <a:pt x="21185" y="5372"/>
                    </a:cubicBezTo>
                    <a:cubicBezTo>
                      <a:pt x="28020" y="-232"/>
                      <a:pt x="36083" y="-437"/>
                      <a:pt x="44353" y="315"/>
                    </a:cubicBezTo>
                    <a:cubicBezTo>
                      <a:pt x="70869" y="12616"/>
                      <a:pt x="66632" y="31068"/>
                      <a:pt x="54536" y="51092"/>
                    </a:cubicBezTo>
                    <a:cubicBezTo>
                      <a:pt x="39569" y="53484"/>
                      <a:pt x="24534" y="54919"/>
                      <a:pt x="9294" y="52869"/>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24" name="Graphic 2466">
                <a:extLst>
                  <a:ext uri="{FF2B5EF4-FFF2-40B4-BE49-F238E27FC236}">
                    <a16:creationId xmlns:a16="http://schemas.microsoft.com/office/drawing/2014/main" id="{EB6501F3-00C8-4D2C-AD51-950B8DA33CBA}"/>
                  </a:ext>
                </a:extLst>
              </p:cNvPr>
              <p:cNvSpPr/>
              <p:nvPr/>
            </p:nvSpPr>
            <p:spPr>
              <a:xfrm>
                <a:off x="9572614" y="3178513"/>
                <a:ext cx="193802" cy="19818"/>
              </a:xfrm>
              <a:custGeom>
                <a:avLst/>
                <a:gdLst>
                  <a:gd name="connsiteX0" fmla="*/ 14630 w 193802"/>
                  <a:gd name="connsiteY0" fmla="*/ 0 h 19818"/>
                  <a:gd name="connsiteX1" fmla="*/ 41898 w 193802"/>
                  <a:gd name="connsiteY1" fmla="*/ 6424 h 19818"/>
                  <a:gd name="connsiteX2" fmla="*/ 191633 w 193802"/>
                  <a:gd name="connsiteY2" fmla="*/ 6561 h 19818"/>
                  <a:gd name="connsiteX3" fmla="*/ 191359 w 193802"/>
                  <a:gd name="connsiteY3" fmla="*/ 13600 h 19818"/>
                  <a:gd name="connsiteX4" fmla="*/ 185141 w 193802"/>
                  <a:gd name="connsiteY4" fmla="*/ 19819 h 19818"/>
                  <a:gd name="connsiteX5" fmla="*/ 150970 w 193802"/>
                  <a:gd name="connsiteY5" fmla="*/ 19204 h 19818"/>
                  <a:gd name="connsiteX6" fmla="*/ 126231 w 193802"/>
                  <a:gd name="connsiteY6" fmla="*/ 13190 h 19818"/>
                  <a:gd name="connsiteX7" fmla="*/ 33151 w 193802"/>
                  <a:gd name="connsiteY7" fmla="*/ 11960 h 19818"/>
                  <a:gd name="connsiteX8" fmla="*/ 4242 w 193802"/>
                  <a:gd name="connsiteY8" fmla="*/ 11550 h 19818"/>
                  <a:gd name="connsiteX9" fmla="*/ 5 w 193802"/>
                  <a:gd name="connsiteY9" fmla="*/ 8269 h 19818"/>
                  <a:gd name="connsiteX10" fmla="*/ 5335 w 193802"/>
                  <a:gd name="connsiteY10" fmla="*/ 1572 h 19818"/>
                  <a:gd name="connsiteX11" fmla="*/ 14630 w 193802"/>
                  <a:gd name="connsiteY11" fmla="*/ 0 h 1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3802" h="19818">
                    <a:moveTo>
                      <a:pt x="14630" y="0"/>
                    </a:moveTo>
                    <a:cubicBezTo>
                      <a:pt x="22079" y="9021"/>
                      <a:pt x="32467" y="6356"/>
                      <a:pt x="41898" y="6424"/>
                    </a:cubicBezTo>
                    <a:cubicBezTo>
                      <a:pt x="91787" y="6629"/>
                      <a:pt x="141743" y="6561"/>
                      <a:pt x="191633" y="6561"/>
                    </a:cubicBezTo>
                    <a:cubicBezTo>
                      <a:pt x="194503" y="9021"/>
                      <a:pt x="194640" y="11208"/>
                      <a:pt x="191359" y="13600"/>
                    </a:cubicBezTo>
                    <a:cubicBezTo>
                      <a:pt x="189036" y="15377"/>
                      <a:pt x="187190" y="17700"/>
                      <a:pt x="185141" y="19819"/>
                    </a:cubicBezTo>
                    <a:cubicBezTo>
                      <a:pt x="173727" y="19614"/>
                      <a:pt x="162314" y="19409"/>
                      <a:pt x="150970" y="19204"/>
                    </a:cubicBezTo>
                    <a:cubicBezTo>
                      <a:pt x="143794" y="12780"/>
                      <a:pt x="133201" y="20502"/>
                      <a:pt x="126231" y="13190"/>
                    </a:cubicBezTo>
                    <a:cubicBezTo>
                      <a:pt x="95204" y="12780"/>
                      <a:pt x="64177" y="12370"/>
                      <a:pt x="33151" y="11960"/>
                    </a:cubicBezTo>
                    <a:cubicBezTo>
                      <a:pt x="23514" y="11823"/>
                      <a:pt x="13878" y="11960"/>
                      <a:pt x="4242" y="11550"/>
                    </a:cubicBezTo>
                    <a:cubicBezTo>
                      <a:pt x="2738" y="11481"/>
                      <a:pt x="-131" y="8543"/>
                      <a:pt x="5" y="8269"/>
                    </a:cubicBezTo>
                    <a:cubicBezTo>
                      <a:pt x="1440" y="5809"/>
                      <a:pt x="2944" y="2802"/>
                      <a:pt x="5335" y="1572"/>
                    </a:cubicBezTo>
                    <a:cubicBezTo>
                      <a:pt x="7932" y="205"/>
                      <a:pt x="11486" y="478"/>
                      <a:pt x="14630" y="0"/>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25" name="Graphic 2466">
                <a:extLst>
                  <a:ext uri="{FF2B5EF4-FFF2-40B4-BE49-F238E27FC236}">
                    <a16:creationId xmlns:a16="http://schemas.microsoft.com/office/drawing/2014/main" id="{A6E5105A-20F1-4006-BE6A-CEA11094F6BE}"/>
                  </a:ext>
                </a:extLst>
              </p:cNvPr>
              <p:cNvSpPr/>
              <p:nvPr/>
            </p:nvSpPr>
            <p:spPr>
              <a:xfrm>
                <a:off x="9566541" y="3428091"/>
                <a:ext cx="190734" cy="18591"/>
              </a:xfrm>
              <a:custGeom>
                <a:avLst/>
                <a:gdLst>
                  <a:gd name="connsiteX0" fmla="*/ 177955 w 190734"/>
                  <a:gd name="connsiteY0" fmla="*/ 14081 h 18591"/>
                  <a:gd name="connsiteX1" fmla="*/ 32868 w 190734"/>
                  <a:gd name="connsiteY1" fmla="*/ 13739 h 18591"/>
                  <a:gd name="connsiteX2" fmla="*/ 8402 w 190734"/>
                  <a:gd name="connsiteY2" fmla="*/ 18591 h 18591"/>
                  <a:gd name="connsiteX3" fmla="*/ 679 w 190734"/>
                  <a:gd name="connsiteY3" fmla="*/ 14901 h 18591"/>
                  <a:gd name="connsiteX4" fmla="*/ 7582 w 190734"/>
                  <a:gd name="connsiteY4" fmla="*/ 7862 h 18591"/>
                  <a:gd name="connsiteX5" fmla="*/ 94306 w 190734"/>
                  <a:gd name="connsiteY5" fmla="*/ 7794 h 18591"/>
                  <a:gd name="connsiteX6" fmla="*/ 123214 w 190734"/>
                  <a:gd name="connsiteY6" fmla="*/ 7384 h 18591"/>
                  <a:gd name="connsiteX7" fmla="*/ 137293 w 190734"/>
                  <a:gd name="connsiteY7" fmla="*/ 1028 h 18591"/>
                  <a:gd name="connsiteX8" fmla="*/ 156086 w 190734"/>
                  <a:gd name="connsiteY8" fmla="*/ 2053 h 18591"/>
                  <a:gd name="connsiteX9" fmla="*/ 190735 w 190734"/>
                  <a:gd name="connsiteY9" fmla="*/ 6632 h 18591"/>
                  <a:gd name="connsiteX10" fmla="*/ 177955 w 190734"/>
                  <a:gd name="connsiteY10" fmla="*/ 14081 h 18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0734" h="18591">
                    <a:moveTo>
                      <a:pt x="177955" y="14081"/>
                    </a:moveTo>
                    <a:cubicBezTo>
                      <a:pt x="129570" y="13944"/>
                      <a:pt x="81253" y="13739"/>
                      <a:pt x="32868" y="13739"/>
                    </a:cubicBezTo>
                    <a:cubicBezTo>
                      <a:pt x="24530" y="13739"/>
                      <a:pt x="15509" y="11621"/>
                      <a:pt x="8402" y="18591"/>
                    </a:cubicBezTo>
                    <a:cubicBezTo>
                      <a:pt x="5737" y="17361"/>
                      <a:pt x="1431" y="16815"/>
                      <a:pt x="679" y="14901"/>
                    </a:cubicBezTo>
                    <a:cubicBezTo>
                      <a:pt x="-1918" y="8614"/>
                      <a:pt x="3481" y="7930"/>
                      <a:pt x="7582" y="7862"/>
                    </a:cubicBezTo>
                    <a:cubicBezTo>
                      <a:pt x="36490" y="7725"/>
                      <a:pt x="65398" y="7794"/>
                      <a:pt x="94306" y="7794"/>
                    </a:cubicBezTo>
                    <a:cubicBezTo>
                      <a:pt x="103942" y="7794"/>
                      <a:pt x="113579" y="7657"/>
                      <a:pt x="123214" y="7384"/>
                    </a:cubicBezTo>
                    <a:cubicBezTo>
                      <a:pt x="128682" y="7247"/>
                      <a:pt x="133739" y="5607"/>
                      <a:pt x="137293" y="1028"/>
                    </a:cubicBezTo>
                    <a:cubicBezTo>
                      <a:pt x="143648" y="-817"/>
                      <a:pt x="149936" y="3"/>
                      <a:pt x="156086" y="2053"/>
                    </a:cubicBezTo>
                    <a:cubicBezTo>
                      <a:pt x="167363" y="5812"/>
                      <a:pt x="178980" y="6632"/>
                      <a:pt x="190735" y="6632"/>
                    </a:cubicBezTo>
                    <a:cubicBezTo>
                      <a:pt x="188343" y="12236"/>
                      <a:pt x="182671" y="12373"/>
                      <a:pt x="177955" y="14081"/>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26" name="Graphic 2466">
                <a:extLst>
                  <a:ext uri="{FF2B5EF4-FFF2-40B4-BE49-F238E27FC236}">
                    <a16:creationId xmlns:a16="http://schemas.microsoft.com/office/drawing/2014/main" id="{B51D686D-88E2-4E42-9640-17286C836107}"/>
                  </a:ext>
                </a:extLst>
              </p:cNvPr>
              <p:cNvSpPr/>
              <p:nvPr/>
            </p:nvSpPr>
            <p:spPr>
              <a:xfrm>
                <a:off x="9770535" y="3482581"/>
                <a:ext cx="166024" cy="17202"/>
              </a:xfrm>
              <a:custGeom>
                <a:avLst/>
                <a:gdLst>
                  <a:gd name="connsiteX0" fmla="*/ 137502 w 166024"/>
                  <a:gd name="connsiteY0" fmla="*/ 17202 h 17202"/>
                  <a:gd name="connsiteX1" fmla="*/ 117751 w 166024"/>
                  <a:gd name="connsiteY1" fmla="*/ 16861 h 17202"/>
                  <a:gd name="connsiteX2" fmla="*/ 96497 w 166024"/>
                  <a:gd name="connsiteY2" fmla="*/ 11530 h 17202"/>
                  <a:gd name="connsiteX3" fmla="*/ 24876 w 166024"/>
                  <a:gd name="connsiteY3" fmla="*/ 10642 h 17202"/>
                  <a:gd name="connsiteX4" fmla="*/ 0 w 166024"/>
                  <a:gd name="connsiteY4" fmla="*/ 5243 h 17202"/>
                  <a:gd name="connsiteX5" fmla="*/ 52759 w 166024"/>
                  <a:gd name="connsiteY5" fmla="*/ 3876 h 17202"/>
                  <a:gd name="connsiteX6" fmla="*/ 111805 w 166024"/>
                  <a:gd name="connsiteY6" fmla="*/ 3671 h 17202"/>
                  <a:gd name="connsiteX7" fmla="*/ 144745 w 166024"/>
                  <a:gd name="connsiteY7" fmla="*/ 3056 h 17202"/>
                  <a:gd name="connsiteX8" fmla="*/ 163813 w 166024"/>
                  <a:gd name="connsiteY8" fmla="*/ 2441 h 17202"/>
                  <a:gd name="connsiteX9" fmla="*/ 165316 w 166024"/>
                  <a:gd name="connsiteY9" fmla="*/ 11667 h 17202"/>
                  <a:gd name="connsiteX10" fmla="*/ 137502 w 166024"/>
                  <a:gd name="connsiteY10" fmla="*/ 17202 h 1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024" h="17202">
                    <a:moveTo>
                      <a:pt x="137502" y="17202"/>
                    </a:moveTo>
                    <a:cubicBezTo>
                      <a:pt x="130940" y="17066"/>
                      <a:pt x="124312" y="16997"/>
                      <a:pt x="117751" y="16861"/>
                    </a:cubicBezTo>
                    <a:cubicBezTo>
                      <a:pt x="111874" y="10232"/>
                      <a:pt x="103946" y="11667"/>
                      <a:pt x="96497" y="11530"/>
                    </a:cubicBezTo>
                    <a:cubicBezTo>
                      <a:pt x="72646" y="11188"/>
                      <a:pt x="48727" y="11120"/>
                      <a:pt x="24876" y="10642"/>
                    </a:cubicBezTo>
                    <a:cubicBezTo>
                      <a:pt x="16334" y="10505"/>
                      <a:pt x="7312" y="11325"/>
                      <a:pt x="0" y="5243"/>
                    </a:cubicBezTo>
                    <a:cubicBezTo>
                      <a:pt x="17563" y="4764"/>
                      <a:pt x="35195" y="4354"/>
                      <a:pt x="52759" y="3876"/>
                    </a:cubicBezTo>
                    <a:cubicBezTo>
                      <a:pt x="72441" y="5926"/>
                      <a:pt x="92123" y="5789"/>
                      <a:pt x="111805" y="3671"/>
                    </a:cubicBezTo>
                    <a:cubicBezTo>
                      <a:pt x="122808" y="3466"/>
                      <a:pt x="133743" y="3261"/>
                      <a:pt x="144745" y="3056"/>
                    </a:cubicBezTo>
                    <a:cubicBezTo>
                      <a:pt x="151033" y="391"/>
                      <a:pt x="157321" y="-1933"/>
                      <a:pt x="163813" y="2441"/>
                    </a:cubicBezTo>
                    <a:cubicBezTo>
                      <a:pt x="166136" y="5243"/>
                      <a:pt x="166615" y="8318"/>
                      <a:pt x="165316" y="11667"/>
                    </a:cubicBezTo>
                    <a:cubicBezTo>
                      <a:pt x="157457" y="20619"/>
                      <a:pt x="145702" y="10027"/>
                      <a:pt x="137502" y="17202"/>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27" name="Graphic 2466">
                <a:extLst>
                  <a:ext uri="{FF2B5EF4-FFF2-40B4-BE49-F238E27FC236}">
                    <a16:creationId xmlns:a16="http://schemas.microsoft.com/office/drawing/2014/main" id="{6B215F6D-571D-4CBB-A024-711080A2461E}"/>
                  </a:ext>
                </a:extLst>
              </p:cNvPr>
              <p:cNvSpPr/>
              <p:nvPr/>
            </p:nvSpPr>
            <p:spPr>
              <a:xfrm>
                <a:off x="9914119" y="3132725"/>
                <a:ext cx="49068" cy="20870"/>
              </a:xfrm>
              <a:custGeom>
                <a:avLst/>
                <a:gdLst>
                  <a:gd name="connsiteX0" fmla="*/ 7586 w 49068"/>
                  <a:gd name="connsiteY0" fmla="*/ 13053 h 20870"/>
                  <a:gd name="connsiteX1" fmla="*/ 956 w 49068"/>
                  <a:gd name="connsiteY1" fmla="*/ 6356 h 20870"/>
                  <a:gd name="connsiteX2" fmla="*/ 0 w 49068"/>
                  <a:gd name="connsiteY2" fmla="*/ 683 h 20870"/>
                  <a:gd name="connsiteX3" fmla="*/ 27200 w 49068"/>
                  <a:gd name="connsiteY3" fmla="*/ 0 h 20870"/>
                  <a:gd name="connsiteX4" fmla="*/ 46745 w 49068"/>
                  <a:gd name="connsiteY4" fmla="*/ 6971 h 20870"/>
                  <a:gd name="connsiteX5" fmla="*/ 49068 w 49068"/>
                  <a:gd name="connsiteY5" fmla="*/ 11003 h 20870"/>
                  <a:gd name="connsiteX6" fmla="*/ 43123 w 49068"/>
                  <a:gd name="connsiteY6" fmla="*/ 17837 h 20870"/>
                  <a:gd name="connsiteX7" fmla="*/ 29318 w 49068"/>
                  <a:gd name="connsiteY7" fmla="*/ 20844 h 20870"/>
                  <a:gd name="connsiteX8" fmla="*/ 7586 w 49068"/>
                  <a:gd name="connsiteY8" fmla="*/ 13053 h 20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068" h="20870">
                    <a:moveTo>
                      <a:pt x="7586" y="13053"/>
                    </a:moveTo>
                    <a:cubicBezTo>
                      <a:pt x="5398" y="10798"/>
                      <a:pt x="3143" y="8611"/>
                      <a:pt x="956" y="6356"/>
                    </a:cubicBezTo>
                    <a:cubicBezTo>
                      <a:pt x="1024" y="4442"/>
                      <a:pt x="683" y="2529"/>
                      <a:pt x="0" y="683"/>
                    </a:cubicBezTo>
                    <a:cubicBezTo>
                      <a:pt x="9089" y="478"/>
                      <a:pt x="18110" y="273"/>
                      <a:pt x="27200" y="0"/>
                    </a:cubicBezTo>
                    <a:cubicBezTo>
                      <a:pt x="31983" y="7244"/>
                      <a:pt x="39637" y="6424"/>
                      <a:pt x="46745" y="6971"/>
                    </a:cubicBezTo>
                    <a:cubicBezTo>
                      <a:pt x="47497" y="8269"/>
                      <a:pt x="48317" y="9636"/>
                      <a:pt x="49068" y="11003"/>
                    </a:cubicBezTo>
                    <a:cubicBezTo>
                      <a:pt x="47907" y="14010"/>
                      <a:pt x="45925" y="16265"/>
                      <a:pt x="43123" y="17837"/>
                    </a:cubicBezTo>
                    <a:cubicBezTo>
                      <a:pt x="38749" y="19819"/>
                      <a:pt x="34102" y="20707"/>
                      <a:pt x="29318" y="20844"/>
                    </a:cubicBezTo>
                    <a:cubicBezTo>
                      <a:pt x="21049" y="21117"/>
                      <a:pt x="13531" y="19340"/>
                      <a:pt x="7586" y="13053"/>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28" name="Graphic 2466">
                <a:extLst>
                  <a:ext uri="{FF2B5EF4-FFF2-40B4-BE49-F238E27FC236}">
                    <a16:creationId xmlns:a16="http://schemas.microsoft.com/office/drawing/2014/main" id="{6FE4DA4F-0D12-4C91-9CAE-DA7A8D004C8E}"/>
                  </a:ext>
                </a:extLst>
              </p:cNvPr>
              <p:cNvSpPr/>
              <p:nvPr/>
            </p:nvSpPr>
            <p:spPr>
              <a:xfrm>
                <a:off x="9742856" y="3139074"/>
                <a:ext cx="67111" cy="7251"/>
              </a:xfrm>
              <a:custGeom>
                <a:avLst/>
                <a:gdLst>
                  <a:gd name="connsiteX0" fmla="*/ 28020 w 67111"/>
                  <a:gd name="connsiteY0" fmla="*/ 7251 h 7251"/>
                  <a:gd name="connsiteX1" fmla="*/ 0 w 67111"/>
                  <a:gd name="connsiteY1" fmla="*/ 6021 h 7251"/>
                  <a:gd name="connsiteX2" fmla="*/ 67111 w 67111"/>
                  <a:gd name="connsiteY2" fmla="*/ 895 h 7251"/>
                  <a:gd name="connsiteX3" fmla="*/ 49958 w 67111"/>
                  <a:gd name="connsiteY3" fmla="*/ 6773 h 7251"/>
                  <a:gd name="connsiteX4" fmla="*/ 28020 w 67111"/>
                  <a:gd name="connsiteY4" fmla="*/ 7251 h 7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111" h="7251">
                    <a:moveTo>
                      <a:pt x="28020" y="7251"/>
                    </a:moveTo>
                    <a:cubicBezTo>
                      <a:pt x="18657" y="6841"/>
                      <a:pt x="9363" y="6431"/>
                      <a:pt x="0" y="6021"/>
                    </a:cubicBezTo>
                    <a:cubicBezTo>
                      <a:pt x="21869" y="-1702"/>
                      <a:pt x="44490" y="-198"/>
                      <a:pt x="67111" y="895"/>
                    </a:cubicBezTo>
                    <a:cubicBezTo>
                      <a:pt x="62600" y="6294"/>
                      <a:pt x="56381" y="6704"/>
                      <a:pt x="49958" y="6773"/>
                    </a:cubicBezTo>
                    <a:cubicBezTo>
                      <a:pt x="42645" y="6841"/>
                      <a:pt x="35332" y="7046"/>
                      <a:pt x="28020" y="7251"/>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29" name="Graphic 2466">
                <a:extLst>
                  <a:ext uri="{FF2B5EF4-FFF2-40B4-BE49-F238E27FC236}">
                    <a16:creationId xmlns:a16="http://schemas.microsoft.com/office/drawing/2014/main" id="{ACB223D6-9D81-4186-8F3C-67E7009CAC1C}"/>
                  </a:ext>
                </a:extLst>
              </p:cNvPr>
              <p:cNvSpPr/>
              <p:nvPr/>
            </p:nvSpPr>
            <p:spPr>
              <a:xfrm>
                <a:off x="9826984" y="3546733"/>
                <a:ext cx="49683" cy="4852"/>
              </a:xfrm>
              <a:custGeom>
                <a:avLst/>
                <a:gdLst>
                  <a:gd name="connsiteX0" fmla="*/ 0 w 49683"/>
                  <a:gd name="connsiteY0" fmla="*/ 0 h 4852"/>
                  <a:gd name="connsiteX1" fmla="*/ 49683 w 49683"/>
                  <a:gd name="connsiteY1" fmla="*/ 0 h 4852"/>
                  <a:gd name="connsiteX2" fmla="*/ 47565 w 49683"/>
                  <a:gd name="connsiteY2" fmla="*/ 4852 h 4852"/>
                  <a:gd name="connsiteX3" fmla="*/ 0 w 49683"/>
                  <a:gd name="connsiteY3" fmla="*/ 0 h 4852"/>
                </a:gdLst>
                <a:ahLst/>
                <a:cxnLst>
                  <a:cxn ang="0">
                    <a:pos x="connsiteX0" y="connsiteY0"/>
                  </a:cxn>
                  <a:cxn ang="0">
                    <a:pos x="connsiteX1" y="connsiteY1"/>
                  </a:cxn>
                  <a:cxn ang="0">
                    <a:pos x="connsiteX2" y="connsiteY2"/>
                  </a:cxn>
                  <a:cxn ang="0">
                    <a:pos x="connsiteX3" y="connsiteY3"/>
                  </a:cxn>
                </a:cxnLst>
                <a:rect l="l" t="t" r="r" b="b"/>
                <a:pathLst>
                  <a:path w="49683" h="4852">
                    <a:moveTo>
                      <a:pt x="0" y="0"/>
                    </a:moveTo>
                    <a:cubicBezTo>
                      <a:pt x="16538" y="0"/>
                      <a:pt x="33145" y="0"/>
                      <a:pt x="49683" y="0"/>
                    </a:cubicBezTo>
                    <a:cubicBezTo>
                      <a:pt x="49137" y="1709"/>
                      <a:pt x="48385" y="3280"/>
                      <a:pt x="47565" y="4852"/>
                    </a:cubicBezTo>
                    <a:cubicBezTo>
                      <a:pt x="31778" y="2324"/>
                      <a:pt x="15308" y="6971"/>
                      <a:pt x="0" y="0"/>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30" name="Graphic 2466">
                <a:extLst>
                  <a:ext uri="{FF2B5EF4-FFF2-40B4-BE49-F238E27FC236}">
                    <a16:creationId xmlns:a16="http://schemas.microsoft.com/office/drawing/2014/main" id="{7E79AF6E-0099-42D3-AD27-F7C909D03090}"/>
                  </a:ext>
                </a:extLst>
              </p:cNvPr>
              <p:cNvSpPr/>
              <p:nvPr/>
            </p:nvSpPr>
            <p:spPr>
              <a:xfrm>
                <a:off x="9695564" y="3145919"/>
                <a:ext cx="29250" cy="6642"/>
              </a:xfrm>
              <a:custGeom>
                <a:avLst/>
                <a:gdLst>
                  <a:gd name="connsiteX0" fmla="*/ 29250 w 29250"/>
                  <a:gd name="connsiteY0" fmla="*/ 611 h 6642"/>
                  <a:gd name="connsiteX1" fmla="*/ 0 w 29250"/>
                  <a:gd name="connsiteY1" fmla="*/ 5599 h 6642"/>
                  <a:gd name="connsiteX2" fmla="*/ 29250 w 29250"/>
                  <a:gd name="connsiteY2" fmla="*/ 611 h 6642"/>
                </a:gdLst>
                <a:ahLst/>
                <a:cxnLst>
                  <a:cxn ang="0">
                    <a:pos x="connsiteX0" y="connsiteY0"/>
                  </a:cxn>
                  <a:cxn ang="0">
                    <a:pos x="connsiteX1" y="connsiteY1"/>
                  </a:cxn>
                  <a:cxn ang="0">
                    <a:pos x="connsiteX2" y="connsiteY2"/>
                  </a:cxn>
                </a:cxnLst>
                <a:rect l="l" t="t" r="r" b="b"/>
                <a:pathLst>
                  <a:path w="29250" h="6642">
                    <a:moveTo>
                      <a:pt x="29250" y="611"/>
                    </a:moveTo>
                    <a:cubicBezTo>
                      <a:pt x="20707" y="9495"/>
                      <a:pt x="10115" y="6078"/>
                      <a:pt x="0" y="5599"/>
                    </a:cubicBezTo>
                    <a:cubicBezTo>
                      <a:pt x="8953" y="-620"/>
                      <a:pt x="19067" y="-551"/>
                      <a:pt x="29250" y="611"/>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31" name="Graphic 2466">
                <a:extLst>
                  <a:ext uri="{FF2B5EF4-FFF2-40B4-BE49-F238E27FC236}">
                    <a16:creationId xmlns:a16="http://schemas.microsoft.com/office/drawing/2014/main" id="{BF6E4476-FFFA-4E5A-9251-4F09E73AC535}"/>
                  </a:ext>
                </a:extLst>
              </p:cNvPr>
              <p:cNvSpPr/>
              <p:nvPr/>
            </p:nvSpPr>
            <p:spPr>
              <a:xfrm>
                <a:off x="9657977" y="3152355"/>
                <a:ext cx="27541" cy="6832"/>
              </a:xfrm>
              <a:custGeom>
                <a:avLst/>
                <a:gdLst>
                  <a:gd name="connsiteX0" fmla="*/ 27542 w 27541"/>
                  <a:gd name="connsiteY0" fmla="*/ 394 h 6832"/>
                  <a:gd name="connsiteX1" fmla="*/ 0 w 27541"/>
                  <a:gd name="connsiteY1" fmla="*/ 6135 h 6832"/>
                  <a:gd name="connsiteX2" fmla="*/ 27542 w 27541"/>
                  <a:gd name="connsiteY2" fmla="*/ 394 h 6832"/>
                </a:gdLst>
                <a:ahLst/>
                <a:cxnLst>
                  <a:cxn ang="0">
                    <a:pos x="connsiteX0" y="connsiteY0"/>
                  </a:cxn>
                  <a:cxn ang="0">
                    <a:pos x="connsiteX1" y="connsiteY1"/>
                  </a:cxn>
                  <a:cxn ang="0">
                    <a:pos x="connsiteX2" y="connsiteY2"/>
                  </a:cxn>
                </a:cxnLst>
                <a:rect l="l" t="t" r="r" b="b"/>
                <a:pathLst>
                  <a:path w="27541" h="6832">
                    <a:moveTo>
                      <a:pt x="27542" y="394"/>
                    </a:moveTo>
                    <a:cubicBezTo>
                      <a:pt x="19819" y="9415"/>
                      <a:pt x="9636" y="6408"/>
                      <a:pt x="0" y="6135"/>
                    </a:cubicBezTo>
                    <a:cubicBezTo>
                      <a:pt x="8407" y="257"/>
                      <a:pt x="17769" y="-699"/>
                      <a:pt x="27542" y="394"/>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32" name="Graphic 2466">
                <a:extLst>
                  <a:ext uri="{FF2B5EF4-FFF2-40B4-BE49-F238E27FC236}">
                    <a16:creationId xmlns:a16="http://schemas.microsoft.com/office/drawing/2014/main" id="{50D87573-7F45-4572-A394-5C64B671B509}"/>
                  </a:ext>
                </a:extLst>
              </p:cNvPr>
              <p:cNvSpPr/>
              <p:nvPr/>
            </p:nvSpPr>
            <p:spPr>
              <a:xfrm>
                <a:off x="9698572" y="3190166"/>
                <a:ext cx="24944" cy="7755"/>
              </a:xfrm>
              <a:custGeom>
                <a:avLst/>
                <a:gdLst>
                  <a:gd name="connsiteX0" fmla="*/ 205 w 24944"/>
                  <a:gd name="connsiteY0" fmla="*/ 1537 h 7755"/>
                  <a:gd name="connsiteX1" fmla="*/ 24945 w 24944"/>
                  <a:gd name="connsiteY1" fmla="*/ 7551 h 7755"/>
                  <a:gd name="connsiteX2" fmla="*/ 0 w 24944"/>
                  <a:gd name="connsiteY2" fmla="*/ 7756 h 7755"/>
                  <a:gd name="connsiteX3" fmla="*/ 205 w 24944"/>
                  <a:gd name="connsiteY3" fmla="*/ 1537 h 7755"/>
                </a:gdLst>
                <a:ahLst/>
                <a:cxnLst>
                  <a:cxn ang="0">
                    <a:pos x="connsiteX0" y="connsiteY0"/>
                  </a:cxn>
                  <a:cxn ang="0">
                    <a:pos x="connsiteX1" y="connsiteY1"/>
                  </a:cxn>
                  <a:cxn ang="0">
                    <a:pos x="connsiteX2" y="connsiteY2"/>
                  </a:cxn>
                  <a:cxn ang="0">
                    <a:pos x="connsiteX3" y="connsiteY3"/>
                  </a:cxn>
                </a:cxnLst>
                <a:rect l="l" t="t" r="r" b="b"/>
                <a:pathLst>
                  <a:path w="24944" h="7755">
                    <a:moveTo>
                      <a:pt x="205" y="1537"/>
                    </a:moveTo>
                    <a:cubicBezTo>
                      <a:pt x="9226" y="238"/>
                      <a:pt x="18794" y="-3110"/>
                      <a:pt x="24945" y="7551"/>
                    </a:cubicBezTo>
                    <a:cubicBezTo>
                      <a:pt x="16606" y="7619"/>
                      <a:pt x="8269" y="7687"/>
                      <a:pt x="0" y="7756"/>
                    </a:cubicBezTo>
                    <a:cubicBezTo>
                      <a:pt x="0" y="5705"/>
                      <a:pt x="68" y="3587"/>
                      <a:pt x="205" y="1537"/>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33" name="Graphic 2466">
                <a:extLst>
                  <a:ext uri="{FF2B5EF4-FFF2-40B4-BE49-F238E27FC236}">
                    <a16:creationId xmlns:a16="http://schemas.microsoft.com/office/drawing/2014/main" id="{FAFAC3B1-32C1-452A-BDA2-C4957CE37CF0}"/>
                  </a:ext>
                </a:extLst>
              </p:cNvPr>
              <p:cNvSpPr/>
              <p:nvPr/>
            </p:nvSpPr>
            <p:spPr>
              <a:xfrm>
                <a:off x="9727898" y="3526764"/>
                <a:ext cx="16803" cy="11589"/>
              </a:xfrm>
              <a:custGeom>
                <a:avLst/>
                <a:gdLst>
                  <a:gd name="connsiteX0" fmla="*/ 10721 w 16803"/>
                  <a:gd name="connsiteY0" fmla="*/ 629 h 11589"/>
                  <a:gd name="connsiteX1" fmla="*/ 16804 w 16803"/>
                  <a:gd name="connsiteY1" fmla="*/ 11563 h 11589"/>
                  <a:gd name="connsiteX2" fmla="*/ 7851 w 16803"/>
                  <a:gd name="connsiteY2" fmla="*/ 11153 h 11589"/>
                  <a:gd name="connsiteX3" fmla="*/ 128 w 16803"/>
                  <a:gd name="connsiteY3" fmla="*/ 3431 h 11589"/>
                  <a:gd name="connsiteX4" fmla="*/ 10721 w 16803"/>
                  <a:gd name="connsiteY4" fmla="*/ 629 h 11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03" h="11589">
                    <a:moveTo>
                      <a:pt x="10721" y="629"/>
                    </a:moveTo>
                    <a:cubicBezTo>
                      <a:pt x="12772" y="4251"/>
                      <a:pt x="14821" y="7941"/>
                      <a:pt x="16804" y="11563"/>
                    </a:cubicBezTo>
                    <a:cubicBezTo>
                      <a:pt x="13796" y="11495"/>
                      <a:pt x="10721" y="11837"/>
                      <a:pt x="7851" y="11153"/>
                    </a:cubicBezTo>
                    <a:cubicBezTo>
                      <a:pt x="3750" y="10265"/>
                      <a:pt x="-828" y="7121"/>
                      <a:pt x="128" y="3431"/>
                    </a:cubicBezTo>
                    <a:cubicBezTo>
                      <a:pt x="1222" y="-601"/>
                      <a:pt x="6621" y="-396"/>
                      <a:pt x="10721" y="629"/>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34" name="Graphic 2466">
                <a:extLst>
                  <a:ext uri="{FF2B5EF4-FFF2-40B4-BE49-F238E27FC236}">
                    <a16:creationId xmlns:a16="http://schemas.microsoft.com/office/drawing/2014/main" id="{EB438564-7B19-41CA-9774-14B987873F57}"/>
                  </a:ext>
                </a:extLst>
              </p:cNvPr>
              <p:cNvSpPr/>
              <p:nvPr/>
            </p:nvSpPr>
            <p:spPr>
              <a:xfrm>
                <a:off x="9828487" y="3506815"/>
                <a:ext cx="27473" cy="6449"/>
              </a:xfrm>
              <a:custGeom>
                <a:avLst/>
                <a:gdLst>
                  <a:gd name="connsiteX0" fmla="*/ 27473 w 27473"/>
                  <a:gd name="connsiteY0" fmla="*/ 349 h 6449"/>
                  <a:gd name="connsiteX1" fmla="*/ 0 w 27473"/>
                  <a:gd name="connsiteY1" fmla="*/ 5748 h 6449"/>
                  <a:gd name="connsiteX2" fmla="*/ 27473 w 27473"/>
                  <a:gd name="connsiteY2" fmla="*/ 349 h 6449"/>
                </a:gdLst>
                <a:ahLst/>
                <a:cxnLst>
                  <a:cxn ang="0">
                    <a:pos x="connsiteX0" y="connsiteY0"/>
                  </a:cxn>
                  <a:cxn ang="0">
                    <a:pos x="connsiteX1" y="connsiteY1"/>
                  </a:cxn>
                  <a:cxn ang="0">
                    <a:pos x="connsiteX2" y="connsiteY2"/>
                  </a:cxn>
                </a:cxnLst>
                <a:rect l="l" t="t" r="r" b="b"/>
                <a:pathLst>
                  <a:path w="27473" h="6449">
                    <a:moveTo>
                      <a:pt x="27473" y="349"/>
                    </a:moveTo>
                    <a:cubicBezTo>
                      <a:pt x="19682" y="9233"/>
                      <a:pt x="9499" y="5816"/>
                      <a:pt x="0" y="5748"/>
                    </a:cubicBezTo>
                    <a:cubicBezTo>
                      <a:pt x="8337" y="-61"/>
                      <a:pt x="17768" y="-540"/>
                      <a:pt x="27473" y="349"/>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35" name="Graphic 2466">
                <a:extLst>
                  <a:ext uri="{FF2B5EF4-FFF2-40B4-BE49-F238E27FC236}">
                    <a16:creationId xmlns:a16="http://schemas.microsoft.com/office/drawing/2014/main" id="{F0D931CF-C815-4576-AD0B-9C1AE53B6A1F}"/>
                  </a:ext>
                </a:extLst>
              </p:cNvPr>
              <p:cNvSpPr/>
              <p:nvPr/>
            </p:nvSpPr>
            <p:spPr>
              <a:xfrm>
                <a:off x="9631529" y="3159082"/>
                <a:ext cx="21254" cy="6452"/>
              </a:xfrm>
              <a:custGeom>
                <a:avLst/>
                <a:gdLst>
                  <a:gd name="connsiteX0" fmla="*/ 21255 w 21254"/>
                  <a:gd name="connsiteY0" fmla="*/ 296 h 6452"/>
                  <a:gd name="connsiteX1" fmla="*/ 0 w 21254"/>
                  <a:gd name="connsiteY1" fmla="*/ 5900 h 6452"/>
                  <a:gd name="connsiteX2" fmla="*/ 21255 w 21254"/>
                  <a:gd name="connsiteY2" fmla="*/ 296 h 6452"/>
                </a:gdLst>
                <a:ahLst/>
                <a:cxnLst>
                  <a:cxn ang="0">
                    <a:pos x="connsiteX0" y="connsiteY0"/>
                  </a:cxn>
                  <a:cxn ang="0">
                    <a:pos x="connsiteX1" y="connsiteY1"/>
                  </a:cxn>
                  <a:cxn ang="0">
                    <a:pos x="connsiteX2" y="connsiteY2"/>
                  </a:cxn>
                </a:cxnLst>
                <a:rect l="l" t="t" r="r" b="b"/>
                <a:pathLst>
                  <a:path w="21254" h="6452">
                    <a:moveTo>
                      <a:pt x="21255" y="296"/>
                    </a:moveTo>
                    <a:cubicBezTo>
                      <a:pt x="15650" y="7677"/>
                      <a:pt x="7791" y="6720"/>
                      <a:pt x="0" y="5900"/>
                    </a:cubicBezTo>
                    <a:cubicBezTo>
                      <a:pt x="6219" y="570"/>
                      <a:pt x="13395" y="-660"/>
                      <a:pt x="21255" y="296"/>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36" name="Graphic 2466">
                <a:extLst>
                  <a:ext uri="{FF2B5EF4-FFF2-40B4-BE49-F238E27FC236}">
                    <a16:creationId xmlns:a16="http://schemas.microsoft.com/office/drawing/2014/main" id="{46CCBF3A-EFA0-4ED4-AD65-C3C09200E185}"/>
                  </a:ext>
                </a:extLst>
              </p:cNvPr>
              <p:cNvSpPr/>
              <p:nvPr/>
            </p:nvSpPr>
            <p:spPr>
              <a:xfrm>
                <a:off x="9625994" y="3211949"/>
                <a:ext cx="19955" cy="5969"/>
              </a:xfrm>
              <a:custGeom>
                <a:avLst/>
                <a:gdLst>
                  <a:gd name="connsiteX0" fmla="*/ 19956 w 19955"/>
                  <a:gd name="connsiteY0" fmla="*/ 325 h 5969"/>
                  <a:gd name="connsiteX1" fmla="*/ 0 w 19955"/>
                  <a:gd name="connsiteY1" fmla="*/ 5723 h 5969"/>
                  <a:gd name="connsiteX2" fmla="*/ 19956 w 19955"/>
                  <a:gd name="connsiteY2" fmla="*/ 325 h 5969"/>
                </a:gdLst>
                <a:ahLst/>
                <a:cxnLst>
                  <a:cxn ang="0">
                    <a:pos x="connsiteX0" y="connsiteY0"/>
                  </a:cxn>
                  <a:cxn ang="0">
                    <a:pos x="connsiteX1" y="connsiteY1"/>
                  </a:cxn>
                  <a:cxn ang="0">
                    <a:pos x="connsiteX2" y="connsiteY2"/>
                  </a:cxn>
                </a:cxnLst>
                <a:rect l="l" t="t" r="r" b="b"/>
                <a:pathLst>
                  <a:path w="19955" h="5969">
                    <a:moveTo>
                      <a:pt x="19956" y="325"/>
                    </a:moveTo>
                    <a:cubicBezTo>
                      <a:pt x="14693" y="7159"/>
                      <a:pt x="7244" y="5997"/>
                      <a:pt x="0" y="5723"/>
                    </a:cubicBezTo>
                    <a:cubicBezTo>
                      <a:pt x="5809" y="598"/>
                      <a:pt x="12574" y="-701"/>
                      <a:pt x="19956" y="325"/>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37" name="Graphic 2466">
                <a:extLst>
                  <a:ext uri="{FF2B5EF4-FFF2-40B4-BE49-F238E27FC236}">
                    <a16:creationId xmlns:a16="http://schemas.microsoft.com/office/drawing/2014/main" id="{E003A126-EE8B-4C5B-A040-244C3736EAE3}"/>
                  </a:ext>
                </a:extLst>
              </p:cNvPr>
              <p:cNvSpPr/>
              <p:nvPr/>
            </p:nvSpPr>
            <p:spPr>
              <a:xfrm>
                <a:off x="9521022" y="3375543"/>
                <a:ext cx="19819" cy="7582"/>
              </a:xfrm>
              <a:custGeom>
                <a:avLst/>
                <a:gdLst>
                  <a:gd name="connsiteX0" fmla="*/ 0 w 19819"/>
                  <a:gd name="connsiteY0" fmla="*/ 134 h 7582"/>
                  <a:gd name="connsiteX1" fmla="*/ 19819 w 19819"/>
                  <a:gd name="connsiteY1" fmla="*/ 7583 h 7582"/>
                  <a:gd name="connsiteX2" fmla="*/ 0 w 19819"/>
                  <a:gd name="connsiteY2" fmla="*/ 134 h 7582"/>
                </a:gdLst>
                <a:ahLst/>
                <a:cxnLst>
                  <a:cxn ang="0">
                    <a:pos x="connsiteX0" y="connsiteY0"/>
                  </a:cxn>
                  <a:cxn ang="0">
                    <a:pos x="connsiteX1" y="connsiteY1"/>
                  </a:cxn>
                  <a:cxn ang="0">
                    <a:pos x="connsiteX2" y="connsiteY2"/>
                  </a:cxn>
                </a:cxnLst>
                <a:rect l="l" t="t" r="r" b="b"/>
                <a:pathLst>
                  <a:path w="19819" h="7582">
                    <a:moveTo>
                      <a:pt x="0" y="134"/>
                    </a:moveTo>
                    <a:cubicBezTo>
                      <a:pt x="7586" y="-3"/>
                      <a:pt x="15582" y="-1233"/>
                      <a:pt x="19819" y="7583"/>
                    </a:cubicBezTo>
                    <a:cubicBezTo>
                      <a:pt x="12301" y="7514"/>
                      <a:pt x="5262" y="6216"/>
                      <a:pt x="0" y="134"/>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38" name="Graphic 2466">
                <a:extLst>
                  <a:ext uri="{FF2B5EF4-FFF2-40B4-BE49-F238E27FC236}">
                    <a16:creationId xmlns:a16="http://schemas.microsoft.com/office/drawing/2014/main" id="{88F60969-062E-4598-89BB-406DF5BB29EA}"/>
                  </a:ext>
                </a:extLst>
              </p:cNvPr>
              <p:cNvSpPr/>
              <p:nvPr/>
            </p:nvSpPr>
            <p:spPr>
              <a:xfrm>
                <a:off x="9610343" y="3165723"/>
                <a:ext cx="16196" cy="5780"/>
              </a:xfrm>
              <a:custGeom>
                <a:avLst/>
                <a:gdLst>
                  <a:gd name="connsiteX0" fmla="*/ 16197 w 16196"/>
                  <a:gd name="connsiteY0" fmla="*/ 216 h 5780"/>
                  <a:gd name="connsiteX1" fmla="*/ 0 w 16196"/>
                  <a:gd name="connsiteY1" fmla="*/ 5410 h 5780"/>
                  <a:gd name="connsiteX2" fmla="*/ 16197 w 16196"/>
                  <a:gd name="connsiteY2" fmla="*/ 216 h 5780"/>
                </a:gdLst>
                <a:ahLst/>
                <a:cxnLst>
                  <a:cxn ang="0">
                    <a:pos x="connsiteX0" y="connsiteY0"/>
                  </a:cxn>
                  <a:cxn ang="0">
                    <a:pos x="connsiteX1" y="connsiteY1"/>
                  </a:cxn>
                  <a:cxn ang="0">
                    <a:pos x="connsiteX2" y="connsiteY2"/>
                  </a:cxn>
                </a:cxnLst>
                <a:rect l="l" t="t" r="r" b="b"/>
                <a:pathLst>
                  <a:path w="16196" h="5780">
                    <a:moveTo>
                      <a:pt x="16197" y="216"/>
                    </a:moveTo>
                    <a:cubicBezTo>
                      <a:pt x="12096" y="5956"/>
                      <a:pt x="6288" y="6298"/>
                      <a:pt x="0" y="5410"/>
                    </a:cubicBezTo>
                    <a:cubicBezTo>
                      <a:pt x="4442" y="557"/>
                      <a:pt x="10046" y="-536"/>
                      <a:pt x="16197" y="216"/>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39" name="Graphic 2466">
                <a:extLst>
                  <a:ext uri="{FF2B5EF4-FFF2-40B4-BE49-F238E27FC236}">
                    <a16:creationId xmlns:a16="http://schemas.microsoft.com/office/drawing/2014/main" id="{EB46F305-C54B-4B74-8811-FD4AB36A154C}"/>
                  </a:ext>
                </a:extLst>
              </p:cNvPr>
              <p:cNvSpPr/>
              <p:nvPr/>
            </p:nvSpPr>
            <p:spPr>
              <a:xfrm>
                <a:off x="9590524" y="3171782"/>
                <a:ext cx="16470" cy="6177"/>
              </a:xfrm>
              <a:custGeom>
                <a:avLst/>
                <a:gdLst>
                  <a:gd name="connsiteX0" fmla="*/ 16470 w 16470"/>
                  <a:gd name="connsiteY0" fmla="*/ 102 h 6177"/>
                  <a:gd name="connsiteX1" fmla="*/ 0 w 16470"/>
                  <a:gd name="connsiteY1" fmla="*/ 5842 h 6177"/>
                  <a:gd name="connsiteX2" fmla="*/ 16470 w 16470"/>
                  <a:gd name="connsiteY2" fmla="*/ 102 h 6177"/>
                </a:gdLst>
                <a:ahLst/>
                <a:cxnLst>
                  <a:cxn ang="0">
                    <a:pos x="connsiteX0" y="connsiteY0"/>
                  </a:cxn>
                  <a:cxn ang="0">
                    <a:pos x="connsiteX1" y="connsiteY1"/>
                  </a:cxn>
                  <a:cxn ang="0">
                    <a:pos x="connsiteX2" y="connsiteY2"/>
                  </a:cxn>
                </a:cxnLst>
                <a:rect l="l" t="t" r="r" b="b"/>
                <a:pathLst>
                  <a:path w="16470" h="6177">
                    <a:moveTo>
                      <a:pt x="16470" y="102"/>
                    </a:moveTo>
                    <a:cubicBezTo>
                      <a:pt x="12438" y="6184"/>
                      <a:pt x="6493" y="6731"/>
                      <a:pt x="0" y="5842"/>
                    </a:cubicBezTo>
                    <a:cubicBezTo>
                      <a:pt x="4306" y="717"/>
                      <a:pt x="10115" y="-377"/>
                      <a:pt x="16470" y="102"/>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40" name="Graphic 2466">
                <a:extLst>
                  <a:ext uri="{FF2B5EF4-FFF2-40B4-BE49-F238E27FC236}">
                    <a16:creationId xmlns:a16="http://schemas.microsoft.com/office/drawing/2014/main" id="{F401EDE8-6C92-4071-8232-4258CCBF20C7}"/>
                  </a:ext>
                </a:extLst>
              </p:cNvPr>
              <p:cNvSpPr/>
              <p:nvPr/>
            </p:nvSpPr>
            <p:spPr>
              <a:xfrm>
                <a:off x="9526968" y="3244525"/>
                <a:ext cx="14146" cy="5881"/>
              </a:xfrm>
              <a:custGeom>
                <a:avLst/>
                <a:gdLst>
                  <a:gd name="connsiteX0" fmla="*/ 14146 w 14146"/>
                  <a:gd name="connsiteY0" fmla="*/ 142 h 5881"/>
                  <a:gd name="connsiteX1" fmla="*/ 0 w 14146"/>
                  <a:gd name="connsiteY1" fmla="*/ 5746 h 5881"/>
                  <a:gd name="connsiteX2" fmla="*/ 14146 w 14146"/>
                  <a:gd name="connsiteY2" fmla="*/ 142 h 5881"/>
                </a:gdLst>
                <a:ahLst/>
                <a:cxnLst>
                  <a:cxn ang="0">
                    <a:pos x="connsiteX0" y="connsiteY0"/>
                  </a:cxn>
                  <a:cxn ang="0">
                    <a:pos x="connsiteX1" y="connsiteY1"/>
                  </a:cxn>
                  <a:cxn ang="0">
                    <a:pos x="connsiteX2" y="connsiteY2"/>
                  </a:cxn>
                </a:cxnLst>
                <a:rect l="l" t="t" r="r" b="b"/>
                <a:pathLst>
                  <a:path w="14146" h="5881">
                    <a:moveTo>
                      <a:pt x="14146" y="142"/>
                    </a:moveTo>
                    <a:cubicBezTo>
                      <a:pt x="10729" y="5336"/>
                      <a:pt x="5672" y="6293"/>
                      <a:pt x="0" y="5746"/>
                    </a:cubicBezTo>
                    <a:cubicBezTo>
                      <a:pt x="3485" y="825"/>
                      <a:pt x="8474" y="-473"/>
                      <a:pt x="14146" y="142"/>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41" name="Graphic 2466">
                <a:extLst>
                  <a:ext uri="{FF2B5EF4-FFF2-40B4-BE49-F238E27FC236}">
                    <a16:creationId xmlns:a16="http://schemas.microsoft.com/office/drawing/2014/main" id="{D590B0EA-9B26-4AEA-AA2D-282932787327}"/>
                  </a:ext>
                </a:extLst>
              </p:cNvPr>
              <p:cNvSpPr/>
              <p:nvPr/>
            </p:nvSpPr>
            <p:spPr>
              <a:xfrm>
                <a:off x="9508789" y="3251762"/>
                <a:ext cx="12506" cy="5620"/>
              </a:xfrm>
              <a:custGeom>
                <a:avLst/>
                <a:gdLst>
                  <a:gd name="connsiteX0" fmla="*/ 12506 w 12506"/>
                  <a:gd name="connsiteY0" fmla="*/ 150 h 5620"/>
                  <a:gd name="connsiteX1" fmla="*/ 0 w 12506"/>
                  <a:gd name="connsiteY1" fmla="*/ 5617 h 5620"/>
                  <a:gd name="connsiteX2" fmla="*/ 12506 w 12506"/>
                  <a:gd name="connsiteY2" fmla="*/ 150 h 5620"/>
                </a:gdLst>
                <a:ahLst/>
                <a:cxnLst>
                  <a:cxn ang="0">
                    <a:pos x="connsiteX0" y="connsiteY0"/>
                  </a:cxn>
                  <a:cxn ang="0">
                    <a:pos x="connsiteX1" y="connsiteY1"/>
                  </a:cxn>
                  <a:cxn ang="0">
                    <a:pos x="connsiteX2" y="connsiteY2"/>
                  </a:cxn>
                </a:cxnLst>
                <a:rect l="l" t="t" r="r" b="b"/>
                <a:pathLst>
                  <a:path w="12506" h="5620">
                    <a:moveTo>
                      <a:pt x="12506" y="150"/>
                    </a:moveTo>
                    <a:cubicBezTo>
                      <a:pt x="9499" y="4660"/>
                      <a:pt x="4989" y="5685"/>
                      <a:pt x="0" y="5617"/>
                    </a:cubicBezTo>
                    <a:cubicBezTo>
                      <a:pt x="3212" y="1517"/>
                      <a:pt x="7245" y="-602"/>
                      <a:pt x="12506" y="150"/>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42" name="Graphic 2466">
                <a:extLst>
                  <a:ext uri="{FF2B5EF4-FFF2-40B4-BE49-F238E27FC236}">
                    <a16:creationId xmlns:a16="http://schemas.microsoft.com/office/drawing/2014/main" id="{47F8F67D-10C4-4C04-9E3B-9FD5E0CB73F5}"/>
                  </a:ext>
                </a:extLst>
              </p:cNvPr>
              <p:cNvSpPr/>
              <p:nvPr/>
            </p:nvSpPr>
            <p:spPr>
              <a:xfrm>
                <a:off x="9935031" y="3086922"/>
                <a:ext cx="59046" cy="458513"/>
              </a:xfrm>
              <a:custGeom>
                <a:avLst/>
                <a:gdLst>
                  <a:gd name="connsiteX0" fmla="*/ 51939 w 59046"/>
                  <a:gd name="connsiteY0" fmla="*/ 451679 h 458513"/>
                  <a:gd name="connsiteX1" fmla="*/ 26038 w 59046"/>
                  <a:gd name="connsiteY1" fmla="*/ 458513 h 458513"/>
                  <a:gd name="connsiteX2" fmla="*/ 0 w 59046"/>
                  <a:gd name="connsiteY2" fmla="*/ 457830 h 458513"/>
                  <a:gd name="connsiteX3" fmla="*/ 8543 w 59046"/>
                  <a:gd name="connsiteY3" fmla="*/ 407053 h 458513"/>
                  <a:gd name="connsiteX4" fmla="*/ 17632 w 59046"/>
                  <a:gd name="connsiteY4" fmla="*/ 378486 h 458513"/>
                  <a:gd name="connsiteX5" fmla="*/ 16676 w 59046"/>
                  <a:gd name="connsiteY5" fmla="*/ 92343 h 458513"/>
                  <a:gd name="connsiteX6" fmla="*/ 26038 w 59046"/>
                  <a:gd name="connsiteY6" fmla="*/ 58856 h 458513"/>
                  <a:gd name="connsiteX7" fmla="*/ 25901 w 59046"/>
                  <a:gd name="connsiteY7" fmla="*/ 58515 h 458513"/>
                  <a:gd name="connsiteX8" fmla="*/ 32599 w 59046"/>
                  <a:gd name="connsiteY8" fmla="*/ 52432 h 458513"/>
                  <a:gd name="connsiteX9" fmla="*/ 26038 w 59046"/>
                  <a:gd name="connsiteY9" fmla="*/ 15 h 458513"/>
                  <a:gd name="connsiteX10" fmla="*/ 48112 w 59046"/>
                  <a:gd name="connsiteY10" fmla="*/ 4730 h 458513"/>
                  <a:gd name="connsiteX11" fmla="*/ 58500 w 59046"/>
                  <a:gd name="connsiteY11" fmla="*/ 20107 h 458513"/>
                  <a:gd name="connsiteX12" fmla="*/ 58773 w 59046"/>
                  <a:gd name="connsiteY12" fmla="*/ 39789 h 458513"/>
                  <a:gd name="connsiteX13" fmla="*/ 59047 w 59046"/>
                  <a:gd name="connsiteY13" fmla="*/ 406711 h 458513"/>
                  <a:gd name="connsiteX14" fmla="*/ 51939 w 59046"/>
                  <a:gd name="connsiteY14" fmla="*/ 451679 h 458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9046" h="458513">
                    <a:moveTo>
                      <a:pt x="51939" y="451679"/>
                    </a:moveTo>
                    <a:cubicBezTo>
                      <a:pt x="43123" y="453319"/>
                      <a:pt x="33214" y="450654"/>
                      <a:pt x="26038" y="458513"/>
                    </a:cubicBezTo>
                    <a:cubicBezTo>
                      <a:pt x="17359" y="458308"/>
                      <a:pt x="8679" y="458035"/>
                      <a:pt x="0" y="457830"/>
                    </a:cubicBezTo>
                    <a:cubicBezTo>
                      <a:pt x="615" y="440540"/>
                      <a:pt x="3963" y="423728"/>
                      <a:pt x="8543" y="407053"/>
                    </a:cubicBezTo>
                    <a:cubicBezTo>
                      <a:pt x="14762" y="398578"/>
                      <a:pt x="23646" y="391061"/>
                      <a:pt x="17632" y="378486"/>
                    </a:cubicBezTo>
                    <a:cubicBezTo>
                      <a:pt x="15377" y="283014"/>
                      <a:pt x="17017" y="187679"/>
                      <a:pt x="16676" y="92343"/>
                    </a:cubicBezTo>
                    <a:cubicBezTo>
                      <a:pt x="16607" y="80315"/>
                      <a:pt x="16948" y="68356"/>
                      <a:pt x="26038" y="58856"/>
                    </a:cubicBezTo>
                    <a:lnTo>
                      <a:pt x="25901" y="58515"/>
                    </a:lnTo>
                    <a:cubicBezTo>
                      <a:pt x="28020" y="56396"/>
                      <a:pt x="30275" y="54346"/>
                      <a:pt x="32599" y="52432"/>
                    </a:cubicBezTo>
                    <a:cubicBezTo>
                      <a:pt x="27200" y="35347"/>
                      <a:pt x="24876" y="17920"/>
                      <a:pt x="26038" y="15"/>
                    </a:cubicBezTo>
                    <a:cubicBezTo>
                      <a:pt x="33761" y="-122"/>
                      <a:pt x="41210" y="630"/>
                      <a:pt x="48112" y="4730"/>
                    </a:cubicBezTo>
                    <a:cubicBezTo>
                      <a:pt x="54126" y="8284"/>
                      <a:pt x="58363" y="12795"/>
                      <a:pt x="58500" y="20107"/>
                    </a:cubicBezTo>
                    <a:cubicBezTo>
                      <a:pt x="58636" y="26668"/>
                      <a:pt x="58773" y="33228"/>
                      <a:pt x="58773" y="39789"/>
                    </a:cubicBezTo>
                    <a:cubicBezTo>
                      <a:pt x="58773" y="162119"/>
                      <a:pt x="58569" y="284449"/>
                      <a:pt x="59047" y="406711"/>
                    </a:cubicBezTo>
                    <a:cubicBezTo>
                      <a:pt x="59047" y="422361"/>
                      <a:pt x="56586" y="437123"/>
                      <a:pt x="51939" y="451679"/>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43" name="Graphic 2466">
                <a:extLst>
                  <a:ext uri="{FF2B5EF4-FFF2-40B4-BE49-F238E27FC236}">
                    <a16:creationId xmlns:a16="http://schemas.microsoft.com/office/drawing/2014/main" id="{BD96E67F-8C3D-48B5-A6CD-AEBA199E1509}"/>
                  </a:ext>
                </a:extLst>
              </p:cNvPr>
              <p:cNvSpPr/>
              <p:nvPr/>
            </p:nvSpPr>
            <p:spPr>
              <a:xfrm>
                <a:off x="9960864" y="3139422"/>
                <a:ext cx="6697" cy="6082"/>
              </a:xfrm>
              <a:custGeom>
                <a:avLst/>
                <a:gdLst>
                  <a:gd name="connsiteX0" fmla="*/ 6697 w 6697"/>
                  <a:gd name="connsiteY0" fmla="*/ 0 h 6082"/>
                  <a:gd name="connsiteX1" fmla="*/ 0 w 6697"/>
                  <a:gd name="connsiteY1" fmla="*/ 6082 h 6082"/>
                  <a:gd name="connsiteX2" fmla="*/ 0 w 6697"/>
                  <a:gd name="connsiteY2" fmla="*/ 342 h 6082"/>
                  <a:gd name="connsiteX3" fmla="*/ 6697 w 6697"/>
                  <a:gd name="connsiteY3" fmla="*/ 0 h 6082"/>
                </a:gdLst>
                <a:ahLst/>
                <a:cxnLst>
                  <a:cxn ang="0">
                    <a:pos x="connsiteX0" y="connsiteY0"/>
                  </a:cxn>
                  <a:cxn ang="0">
                    <a:pos x="connsiteX1" y="connsiteY1"/>
                  </a:cxn>
                  <a:cxn ang="0">
                    <a:pos x="connsiteX2" y="connsiteY2"/>
                  </a:cxn>
                  <a:cxn ang="0">
                    <a:pos x="connsiteX3" y="connsiteY3"/>
                  </a:cxn>
                </a:cxnLst>
                <a:rect l="l" t="t" r="r" b="b"/>
                <a:pathLst>
                  <a:path w="6697" h="6082">
                    <a:moveTo>
                      <a:pt x="6697" y="0"/>
                    </a:moveTo>
                    <a:cubicBezTo>
                      <a:pt x="4442" y="2050"/>
                      <a:pt x="2255" y="4100"/>
                      <a:pt x="0" y="6082"/>
                    </a:cubicBezTo>
                    <a:cubicBezTo>
                      <a:pt x="68" y="4169"/>
                      <a:pt x="68" y="2255"/>
                      <a:pt x="0" y="342"/>
                    </a:cubicBezTo>
                    <a:cubicBezTo>
                      <a:pt x="2255" y="205"/>
                      <a:pt x="4442" y="68"/>
                      <a:pt x="6697" y="0"/>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44" name="Graphic 2466">
                <a:extLst>
                  <a:ext uri="{FF2B5EF4-FFF2-40B4-BE49-F238E27FC236}">
                    <a16:creationId xmlns:a16="http://schemas.microsoft.com/office/drawing/2014/main" id="{A10C245D-7B80-4C73-AF08-89DC860B473A}"/>
                  </a:ext>
                </a:extLst>
              </p:cNvPr>
              <p:cNvSpPr/>
              <p:nvPr/>
            </p:nvSpPr>
            <p:spPr>
              <a:xfrm>
                <a:off x="9907968" y="3490734"/>
                <a:ext cx="40211" cy="54427"/>
              </a:xfrm>
              <a:custGeom>
                <a:avLst/>
                <a:gdLst>
                  <a:gd name="connsiteX0" fmla="*/ 39774 w 40211"/>
                  <a:gd name="connsiteY0" fmla="*/ 3104 h 54427"/>
                  <a:gd name="connsiteX1" fmla="*/ 40048 w 40211"/>
                  <a:gd name="connsiteY1" fmla="*/ 27912 h 54427"/>
                  <a:gd name="connsiteX2" fmla="*/ 26994 w 40211"/>
                  <a:gd name="connsiteY2" fmla="*/ 54086 h 54427"/>
                  <a:gd name="connsiteX3" fmla="*/ 13600 w 40211"/>
                  <a:gd name="connsiteY3" fmla="*/ 54428 h 54427"/>
                  <a:gd name="connsiteX4" fmla="*/ 13395 w 40211"/>
                  <a:gd name="connsiteY4" fmla="*/ 23333 h 54427"/>
                  <a:gd name="connsiteX5" fmla="*/ 0 w 40211"/>
                  <a:gd name="connsiteY5" fmla="*/ 9118 h 54427"/>
                  <a:gd name="connsiteX6" fmla="*/ 26516 w 40211"/>
                  <a:gd name="connsiteY6" fmla="*/ 2557 h 54427"/>
                  <a:gd name="connsiteX7" fmla="*/ 39774 w 40211"/>
                  <a:gd name="connsiteY7" fmla="*/ 3104 h 54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211" h="54427">
                    <a:moveTo>
                      <a:pt x="39774" y="3104"/>
                    </a:moveTo>
                    <a:cubicBezTo>
                      <a:pt x="39842" y="11373"/>
                      <a:pt x="39228" y="19711"/>
                      <a:pt x="40048" y="27912"/>
                    </a:cubicBezTo>
                    <a:cubicBezTo>
                      <a:pt x="41277" y="39666"/>
                      <a:pt x="35468" y="47389"/>
                      <a:pt x="26994" y="54086"/>
                    </a:cubicBezTo>
                    <a:cubicBezTo>
                      <a:pt x="22552" y="54223"/>
                      <a:pt x="18042" y="54291"/>
                      <a:pt x="13600" y="54428"/>
                    </a:cubicBezTo>
                    <a:cubicBezTo>
                      <a:pt x="13531" y="44040"/>
                      <a:pt x="13463" y="33652"/>
                      <a:pt x="13395" y="23333"/>
                    </a:cubicBezTo>
                    <a:cubicBezTo>
                      <a:pt x="13326" y="14448"/>
                      <a:pt x="8064" y="10485"/>
                      <a:pt x="0" y="9118"/>
                    </a:cubicBezTo>
                    <a:cubicBezTo>
                      <a:pt x="7586" y="1942"/>
                      <a:pt x="17426" y="3787"/>
                      <a:pt x="26516" y="2557"/>
                    </a:cubicBezTo>
                    <a:cubicBezTo>
                      <a:pt x="31163" y="-1133"/>
                      <a:pt x="35537" y="-723"/>
                      <a:pt x="39774" y="3104"/>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45" name="Graphic 2466">
                <a:extLst>
                  <a:ext uri="{FF2B5EF4-FFF2-40B4-BE49-F238E27FC236}">
                    <a16:creationId xmlns:a16="http://schemas.microsoft.com/office/drawing/2014/main" id="{611F567D-9162-417F-A219-7CA4C81953D6}"/>
                  </a:ext>
                </a:extLst>
              </p:cNvPr>
              <p:cNvSpPr/>
              <p:nvPr/>
            </p:nvSpPr>
            <p:spPr>
              <a:xfrm>
                <a:off x="9915143" y="3145778"/>
                <a:ext cx="39503" cy="340952"/>
              </a:xfrm>
              <a:custGeom>
                <a:avLst/>
                <a:gdLst>
                  <a:gd name="connsiteX0" fmla="*/ 6561 w 39503"/>
                  <a:gd name="connsiteY0" fmla="*/ 0 h 340952"/>
                  <a:gd name="connsiteX1" fmla="*/ 32667 w 39503"/>
                  <a:gd name="connsiteY1" fmla="*/ 410 h 340952"/>
                  <a:gd name="connsiteX2" fmla="*/ 39228 w 39503"/>
                  <a:gd name="connsiteY2" fmla="*/ 24876 h 340952"/>
                  <a:gd name="connsiteX3" fmla="*/ 38272 w 39503"/>
                  <a:gd name="connsiteY3" fmla="*/ 327421 h 340952"/>
                  <a:gd name="connsiteX4" fmla="*/ 19682 w 39503"/>
                  <a:gd name="connsiteY4" fmla="*/ 340952 h 340952"/>
                  <a:gd name="connsiteX5" fmla="*/ 0 w 39503"/>
                  <a:gd name="connsiteY5" fmla="*/ 339791 h 340952"/>
                  <a:gd name="connsiteX6" fmla="*/ 6424 w 39503"/>
                  <a:gd name="connsiteY6" fmla="*/ 301725 h 340952"/>
                  <a:gd name="connsiteX7" fmla="*/ 6561 w 39503"/>
                  <a:gd name="connsiteY7" fmla="*/ 0 h 340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503" h="340952">
                    <a:moveTo>
                      <a:pt x="6561" y="0"/>
                    </a:moveTo>
                    <a:cubicBezTo>
                      <a:pt x="15241" y="137"/>
                      <a:pt x="23919" y="273"/>
                      <a:pt x="32667" y="410"/>
                    </a:cubicBezTo>
                    <a:cubicBezTo>
                      <a:pt x="39023" y="7449"/>
                      <a:pt x="39296" y="16197"/>
                      <a:pt x="39228" y="24876"/>
                    </a:cubicBezTo>
                    <a:cubicBezTo>
                      <a:pt x="38750" y="125747"/>
                      <a:pt x="40663" y="226618"/>
                      <a:pt x="38272" y="327421"/>
                    </a:cubicBezTo>
                    <a:cubicBezTo>
                      <a:pt x="36084" y="337399"/>
                      <a:pt x="28772" y="340406"/>
                      <a:pt x="19682" y="340952"/>
                    </a:cubicBezTo>
                    <a:cubicBezTo>
                      <a:pt x="13122" y="340542"/>
                      <a:pt x="6561" y="340132"/>
                      <a:pt x="0" y="339791"/>
                    </a:cubicBezTo>
                    <a:cubicBezTo>
                      <a:pt x="8270" y="328173"/>
                      <a:pt x="6424" y="314778"/>
                      <a:pt x="6424" y="301725"/>
                    </a:cubicBezTo>
                    <a:cubicBezTo>
                      <a:pt x="6561" y="201195"/>
                      <a:pt x="6561" y="100598"/>
                      <a:pt x="6561" y="0"/>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46" name="Graphic 2466">
                <a:extLst>
                  <a:ext uri="{FF2B5EF4-FFF2-40B4-BE49-F238E27FC236}">
                    <a16:creationId xmlns:a16="http://schemas.microsoft.com/office/drawing/2014/main" id="{E96F8044-17BE-4CBE-8D6B-310237AB9C40}"/>
                  </a:ext>
                </a:extLst>
              </p:cNvPr>
              <p:cNvSpPr/>
              <p:nvPr/>
            </p:nvSpPr>
            <p:spPr>
              <a:xfrm>
                <a:off x="9934553" y="3477461"/>
                <a:ext cx="28326" cy="16376"/>
              </a:xfrm>
              <a:custGeom>
                <a:avLst/>
                <a:gdLst>
                  <a:gd name="connsiteX0" fmla="*/ 341 w 28326"/>
                  <a:gd name="connsiteY0" fmla="*/ 9337 h 16376"/>
                  <a:gd name="connsiteX1" fmla="*/ 13395 w 28326"/>
                  <a:gd name="connsiteY1" fmla="*/ 2913 h 16376"/>
                  <a:gd name="connsiteX2" fmla="*/ 26516 w 28326"/>
                  <a:gd name="connsiteY2" fmla="*/ 2981 h 16376"/>
                  <a:gd name="connsiteX3" fmla="*/ 24808 w 28326"/>
                  <a:gd name="connsiteY3" fmla="*/ 10294 h 16376"/>
                  <a:gd name="connsiteX4" fmla="*/ 13258 w 28326"/>
                  <a:gd name="connsiteY4" fmla="*/ 16376 h 16376"/>
                  <a:gd name="connsiteX5" fmla="*/ 0 w 28326"/>
                  <a:gd name="connsiteY5" fmla="*/ 15830 h 16376"/>
                  <a:gd name="connsiteX6" fmla="*/ 341 w 28326"/>
                  <a:gd name="connsiteY6" fmla="*/ 9337 h 1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326" h="16376">
                    <a:moveTo>
                      <a:pt x="341" y="9337"/>
                    </a:moveTo>
                    <a:cubicBezTo>
                      <a:pt x="3349" y="4417"/>
                      <a:pt x="8132" y="3255"/>
                      <a:pt x="13395" y="2913"/>
                    </a:cubicBezTo>
                    <a:cubicBezTo>
                      <a:pt x="17768" y="-982"/>
                      <a:pt x="22142" y="-982"/>
                      <a:pt x="26516" y="2981"/>
                    </a:cubicBezTo>
                    <a:cubicBezTo>
                      <a:pt x="29728" y="6262"/>
                      <a:pt x="28361" y="8449"/>
                      <a:pt x="24808" y="10294"/>
                    </a:cubicBezTo>
                    <a:cubicBezTo>
                      <a:pt x="20912" y="12276"/>
                      <a:pt x="17085" y="14326"/>
                      <a:pt x="13258" y="16376"/>
                    </a:cubicBezTo>
                    <a:cubicBezTo>
                      <a:pt x="8815" y="16171"/>
                      <a:pt x="4441" y="15966"/>
                      <a:pt x="0" y="15830"/>
                    </a:cubicBezTo>
                    <a:cubicBezTo>
                      <a:pt x="410" y="13643"/>
                      <a:pt x="478" y="11456"/>
                      <a:pt x="341" y="9337"/>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47" name="Graphic 2466">
                <a:extLst>
                  <a:ext uri="{FF2B5EF4-FFF2-40B4-BE49-F238E27FC236}">
                    <a16:creationId xmlns:a16="http://schemas.microsoft.com/office/drawing/2014/main" id="{2A9B2DD8-E3C0-4227-BA31-F6A2CE913E50}"/>
                  </a:ext>
                </a:extLst>
              </p:cNvPr>
              <p:cNvSpPr/>
              <p:nvPr/>
            </p:nvSpPr>
            <p:spPr>
              <a:xfrm>
                <a:off x="9947742" y="3145846"/>
                <a:ext cx="13258" cy="334596"/>
              </a:xfrm>
              <a:custGeom>
                <a:avLst/>
                <a:gdLst>
                  <a:gd name="connsiteX0" fmla="*/ 13259 w 13258"/>
                  <a:gd name="connsiteY0" fmla="*/ 334597 h 334596"/>
                  <a:gd name="connsiteX1" fmla="*/ 137 w 13258"/>
                  <a:gd name="connsiteY1" fmla="*/ 334528 h 334596"/>
                  <a:gd name="connsiteX2" fmla="*/ 0 w 13258"/>
                  <a:gd name="connsiteY2" fmla="*/ 342 h 334596"/>
                  <a:gd name="connsiteX3" fmla="*/ 13259 w 13258"/>
                  <a:gd name="connsiteY3" fmla="*/ 0 h 334596"/>
                  <a:gd name="connsiteX4" fmla="*/ 13259 w 13258"/>
                  <a:gd name="connsiteY4" fmla="*/ 334597 h 3345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58" h="334596">
                    <a:moveTo>
                      <a:pt x="13259" y="334597"/>
                    </a:moveTo>
                    <a:cubicBezTo>
                      <a:pt x="8885" y="334597"/>
                      <a:pt x="4511" y="334597"/>
                      <a:pt x="137" y="334528"/>
                    </a:cubicBezTo>
                    <a:cubicBezTo>
                      <a:pt x="68" y="223133"/>
                      <a:pt x="68" y="111737"/>
                      <a:pt x="0" y="342"/>
                    </a:cubicBezTo>
                    <a:cubicBezTo>
                      <a:pt x="4374" y="205"/>
                      <a:pt x="8816" y="137"/>
                      <a:pt x="13259" y="0"/>
                    </a:cubicBezTo>
                    <a:cubicBezTo>
                      <a:pt x="13259" y="111532"/>
                      <a:pt x="13259" y="223064"/>
                      <a:pt x="13259" y="334597"/>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grpSp>
        <p:sp>
          <p:nvSpPr>
            <p:cNvPr id="280" name="Graphic 2466">
              <a:extLst>
                <a:ext uri="{FF2B5EF4-FFF2-40B4-BE49-F238E27FC236}">
                  <a16:creationId xmlns:a16="http://schemas.microsoft.com/office/drawing/2014/main" id="{9FDF170F-8D08-40A8-A605-05F07A82CF83}"/>
                </a:ext>
              </a:extLst>
            </p:cNvPr>
            <p:cNvSpPr/>
            <p:nvPr/>
          </p:nvSpPr>
          <p:spPr>
            <a:xfrm rot="20630650">
              <a:off x="10621859" y="2549010"/>
              <a:ext cx="939016" cy="52348"/>
            </a:xfrm>
            <a:custGeom>
              <a:avLst/>
              <a:gdLst>
                <a:gd name="connsiteX0" fmla="*/ 970098 w 997024"/>
                <a:gd name="connsiteY0" fmla="*/ 16355 h 55582"/>
                <a:gd name="connsiteX1" fmla="*/ 990053 w 997024"/>
                <a:gd name="connsiteY1" fmla="*/ 41982 h 55582"/>
                <a:gd name="connsiteX2" fmla="*/ 996819 w 997024"/>
                <a:gd name="connsiteY2" fmla="*/ 48748 h 55582"/>
                <a:gd name="connsiteX3" fmla="*/ 997024 w 997024"/>
                <a:gd name="connsiteY3" fmla="*/ 48612 h 55582"/>
                <a:gd name="connsiteX4" fmla="*/ 982741 w 997024"/>
                <a:gd name="connsiteY4" fmla="*/ 55377 h 55582"/>
                <a:gd name="connsiteX5" fmla="*/ 959847 w 997024"/>
                <a:gd name="connsiteY5" fmla="*/ 55582 h 55582"/>
                <a:gd name="connsiteX6" fmla="*/ 29728 w 997024"/>
                <a:gd name="connsiteY6" fmla="*/ 55582 h 55582"/>
                <a:gd name="connsiteX7" fmla="*/ 274 w 997024"/>
                <a:gd name="connsiteY7" fmla="*/ 54762 h 55582"/>
                <a:gd name="connsiteX8" fmla="*/ 0 w 997024"/>
                <a:gd name="connsiteY8" fmla="*/ 15945 h 55582"/>
                <a:gd name="connsiteX9" fmla="*/ 56450 w 997024"/>
                <a:gd name="connsiteY9" fmla="*/ 5078 h 55582"/>
                <a:gd name="connsiteX10" fmla="*/ 653202 w 997024"/>
                <a:gd name="connsiteY10" fmla="*/ 4942 h 55582"/>
                <a:gd name="connsiteX11" fmla="*/ 718604 w 997024"/>
                <a:gd name="connsiteY11" fmla="*/ 2481 h 55582"/>
                <a:gd name="connsiteX12" fmla="*/ 737534 w 997024"/>
                <a:gd name="connsiteY12" fmla="*/ 2345 h 55582"/>
                <a:gd name="connsiteX13" fmla="*/ 816331 w 997024"/>
                <a:gd name="connsiteY13" fmla="*/ 17516 h 55582"/>
                <a:gd name="connsiteX14" fmla="*/ 970098 w 997024"/>
                <a:gd name="connsiteY14" fmla="*/ 16355 h 55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7024" h="55582">
                  <a:moveTo>
                    <a:pt x="970098" y="16355"/>
                  </a:moveTo>
                  <a:cubicBezTo>
                    <a:pt x="976727" y="24897"/>
                    <a:pt x="983356" y="33440"/>
                    <a:pt x="990053" y="41982"/>
                  </a:cubicBezTo>
                  <a:cubicBezTo>
                    <a:pt x="992241" y="44306"/>
                    <a:pt x="993676" y="47381"/>
                    <a:pt x="996819" y="48748"/>
                  </a:cubicBezTo>
                  <a:cubicBezTo>
                    <a:pt x="996819" y="48748"/>
                    <a:pt x="997024" y="48612"/>
                    <a:pt x="997024" y="48612"/>
                  </a:cubicBezTo>
                  <a:cubicBezTo>
                    <a:pt x="993266" y="52917"/>
                    <a:pt x="988482" y="55241"/>
                    <a:pt x="982741" y="55377"/>
                  </a:cubicBezTo>
                  <a:cubicBezTo>
                    <a:pt x="975087" y="55514"/>
                    <a:pt x="967433" y="55582"/>
                    <a:pt x="959847" y="55582"/>
                  </a:cubicBezTo>
                  <a:cubicBezTo>
                    <a:pt x="649785" y="55582"/>
                    <a:pt x="339790" y="55582"/>
                    <a:pt x="29728" y="55582"/>
                  </a:cubicBezTo>
                  <a:cubicBezTo>
                    <a:pt x="19887" y="55582"/>
                    <a:pt x="10114" y="55036"/>
                    <a:pt x="274" y="54762"/>
                  </a:cubicBezTo>
                  <a:cubicBezTo>
                    <a:pt x="205" y="41846"/>
                    <a:pt x="68" y="28929"/>
                    <a:pt x="0" y="15945"/>
                  </a:cubicBezTo>
                  <a:cubicBezTo>
                    <a:pt x="16676" y="1320"/>
                    <a:pt x="37178" y="5147"/>
                    <a:pt x="56450" y="5078"/>
                  </a:cubicBezTo>
                  <a:cubicBezTo>
                    <a:pt x="255390" y="4805"/>
                    <a:pt x="454261" y="4873"/>
                    <a:pt x="653202" y="4942"/>
                  </a:cubicBezTo>
                  <a:cubicBezTo>
                    <a:pt x="675071" y="4942"/>
                    <a:pt x="696939" y="4942"/>
                    <a:pt x="718604" y="2481"/>
                  </a:cubicBezTo>
                  <a:cubicBezTo>
                    <a:pt x="724891" y="-115"/>
                    <a:pt x="731998" y="-1414"/>
                    <a:pt x="737534" y="2345"/>
                  </a:cubicBezTo>
                  <a:cubicBezTo>
                    <a:pt x="761727" y="19020"/>
                    <a:pt x="789268" y="16833"/>
                    <a:pt x="816331" y="17516"/>
                  </a:cubicBezTo>
                  <a:cubicBezTo>
                    <a:pt x="867587" y="20387"/>
                    <a:pt x="918843" y="20182"/>
                    <a:pt x="970098" y="16355"/>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81" name="Graphic 2466">
              <a:extLst>
                <a:ext uri="{FF2B5EF4-FFF2-40B4-BE49-F238E27FC236}">
                  <a16:creationId xmlns:a16="http://schemas.microsoft.com/office/drawing/2014/main" id="{005BBB5B-8105-4A75-9BAD-F2BB691950BF}"/>
                </a:ext>
              </a:extLst>
            </p:cNvPr>
            <p:cNvSpPr/>
            <p:nvPr/>
          </p:nvSpPr>
          <p:spPr>
            <a:xfrm rot="20630650">
              <a:off x="10006705" y="2601676"/>
              <a:ext cx="70028" cy="179122"/>
            </a:xfrm>
            <a:custGeom>
              <a:avLst/>
              <a:gdLst>
                <a:gd name="connsiteX0" fmla="*/ 0 w 74354"/>
                <a:gd name="connsiteY0" fmla="*/ 338 h 190188"/>
                <a:gd name="connsiteX1" fmla="*/ 32599 w 74354"/>
                <a:gd name="connsiteY1" fmla="*/ 7035 h 190188"/>
                <a:gd name="connsiteX2" fmla="*/ 32941 w 74354"/>
                <a:gd name="connsiteY2" fmla="*/ 139001 h 190188"/>
                <a:gd name="connsiteX3" fmla="*/ 52828 w 74354"/>
                <a:gd name="connsiteY3" fmla="*/ 157454 h 190188"/>
                <a:gd name="connsiteX4" fmla="*/ 40253 w 74354"/>
                <a:gd name="connsiteY4" fmla="*/ 166885 h 190188"/>
                <a:gd name="connsiteX5" fmla="*/ 58022 w 74354"/>
                <a:gd name="connsiteY5" fmla="*/ 169413 h 190188"/>
                <a:gd name="connsiteX6" fmla="*/ 74355 w 74354"/>
                <a:gd name="connsiteY6" fmla="*/ 174334 h 190188"/>
                <a:gd name="connsiteX7" fmla="*/ 13259 w 74354"/>
                <a:gd name="connsiteY7" fmla="*/ 190189 h 190188"/>
                <a:gd name="connsiteX8" fmla="*/ 6561 w 74354"/>
                <a:gd name="connsiteY8" fmla="*/ 162784 h 190188"/>
                <a:gd name="connsiteX9" fmla="*/ 6561 w 74354"/>
                <a:gd name="connsiteY9" fmla="*/ 35123 h 190188"/>
                <a:gd name="connsiteX10" fmla="*/ 0 w 74354"/>
                <a:gd name="connsiteY10" fmla="*/ 338 h 19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54" h="190188">
                  <a:moveTo>
                    <a:pt x="0" y="338"/>
                  </a:moveTo>
                  <a:cubicBezTo>
                    <a:pt x="11687" y="-1439"/>
                    <a:pt x="21870" y="4233"/>
                    <a:pt x="32599" y="7035"/>
                  </a:cubicBezTo>
                  <a:cubicBezTo>
                    <a:pt x="32667" y="51047"/>
                    <a:pt x="32530" y="94990"/>
                    <a:pt x="32941" y="139001"/>
                  </a:cubicBezTo>
                  <a:cubicBezTo>
                    <a:pt x="33078" y="153216"/>
                    <a:pt x="33692" y="153285"/>
                    <a:pt x="52828" y="157454"/>
                  </a:cubicBezTo>
                  <a:cubicBezTo>
                    <a:pt x="48727" y="160529"/>
                    <a:pt x="44558" y="163672"/>
                    <a:pt x="40253" y="166885"/>
                  </a:cubicBezTo>
                  <a:cubicBezTo>
                    <a:pt x="45720" y="171805"/>
                    <a:pt x="52212" y="168593"/>
                    <a:pt x="58022" y="169413"/>
                  </a:cubicBezTo>
                  <a:cubicBezTo>
                    <a:pt x="63011" y="170097"/>
                    <a:pt x="68341" y="169140"/>
                    <a:pt x="74355" y="174334"/>
                  </a:cubicBezTo>
                  <a:cubicBezTo>
                    <a:pt x="52828" y="179938"/>
                    <a:pt x="33009" y="185063"/>
                    <a:pt x="13259" y="190189"/>
                  </a:cubicBezTo>
                  <a:cubicBezTo>
                    <a:pt x="4237" y="182740"/>
                    <a:pt x="6630" y="172352"/>
                    <a:pt x="6561" y="162784"/>
                  </a:cubicBezTo>
                  <a:cubicBezTo>
                    <a:pt x="6356" y="120208"/>
                    <a:pt x="6424" y="77700"/>
                    <a:pt x="6561" y="35123"/>
                  </a:cubicBezTo>
                  <a:cubicBezTo>
                    <a:pt x="6561" y="23027"/>
                    <a:pt x="6834" y="11068"/>
                    <a:pt x="0" y="338"/>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82" name="Graphic 2466">
              <a:extLst>
                <a:ext uri="{FF2B5EF4-FFF2-40B4-BE49-F238E27FC236}">
                  <a16:creationId xmlns:a16="http://schemas.microsoft.com/office/drawing/2014/main" id="{228D2DC4-B91A-40D1-8C9F-3F6DFEAABA13}"/>
                </a:ext>
              </a:extLst>
            </p:cNvPr>
            <p:cNvSpPr/>
            <p:nvPr/>
          </p:nvSpPr>
          <p:spPr>
            <a:xfrm rot="20630650">
              <a:off x="10078320" y="2832135"/>
              <a:ext cx="46774" cy="17781"/>
            </a:xfrm>
            <a:custGeom>
              <a:avLst/>
              <a:gdLst>
                <a:gd name="connsiteX0" fmla="*/ 10846 w 49663"/>
                <a:gd name="connsiteY0" fmla="*/ 18862 h 18879"/>
                <a:gd name="connsiteX1" fmla="*/ 7634 w 49663"/>
                <a:gd name="connsiteY1" fmla="*/ 18589 h 18879"/>
                <a:gd name="connsiteX2" fmla="*/ 390 w 49663"/>
                <a:gd name="connsiteY2" fmla="*/ 13463 h 18879"/>
                <a:gd name="connsiteX3" fmla="*/ 5379 w 49663"/>
                <a:gd name="connsiteY3" fmla="*/ 6561 h 18879"/>
                <a:gd name="connsiteX4" fmla="*/ 16313 w 49663"/>
                <a:gd name="connsiteY4" fmla="*/ 0 h 18879"/>
                <a:gd name="connsiteX5" fmla="*/ 44470 w 49663"/>
                <a:gd name="connsiteY5" fmla="*/ 6356 h 18879"/>
                <a:gd name="connsiteX6" fmla="*/ 49664 w 49663"/>
                <a:gd name="connsiteY6" fmla="*/ 10114 h 18879"/>
                <a:gd name="connsiteX7" fmla="*/ 21644 w 49663"/>
                <a:gd name="connsiteY7" fmla="*/ 12916 h 18879"/>
                <a:gd name="connsiteX8" fmla="*/ 10846 w 49663"/>
                <a:gd name="connsiteY8" fmla="*/ 18862 h 18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663" h="18879">
                  <a:moveTo>
                    <a:pt x="10846" y="18862"/>
                  </a:moveTo>
                  <a:cubicBezTo>
                    <a:pt x="9753" y="18794"/>
                    <a:pt x="8454" y="19067"/>
                    <a:pt x="7634" y="18589"/>
                  </a:cubicBezTo>
                  <a:cubicBezTo>
                    <a:pt x="5037" y="17085"/>
                    <a:pt x="1415" y="15787"/>
                    <a:pt x="390" y="13463"/>
                  </a:cubicBezTo>
                  <a:cubicBezTo>
                    <a:pt x="-1182" y="9841"/>
                    <a:pt x="2303" y="8132"/>
                    <a:pt x="5379" y="6561"/>
                  </a:cubicBezTo>
                  <a:cubicBezTo>
                    <a:pt x="9137" y="4647"/>
                    <a:pt x="12691" y="2255"/>
                    <a:pt x="16313" y="0"/>
                  </a:cubicBezTo>
                  <a:cubicBezTo>
                    <a:pt x="25676" y="2050"/>
                    <a:pt x="35107" y="4032"/>
                    <a:pt x="44470" y="6356"/>
                  </a:cubicBezTo>
                  <a:cubicBezTo>
                    <a:pt x="46246" y="6766"/>
                    <a:pt x="47750" y="8611"/>
                    <a:pt x="49664" y="10114"/>
                  </a:cubicBezTo>
                  <a:cubicBezTo>
                    <a:pt x="40506" y="14488"/>
                    <a:pt x="30870" y="11891"/>
                    <a:pt x="21644" y="12916"/>
                  </a:cubicBezTo>
                  <a:cubicBezTo>
                    <a:pt x="17065" y="13395"/>
                    <a:pt x="13443" y="15035"/>
                    <a:pt x="10846" y="18862"/>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83" name="Graphic 2466">
              <a:extLst>
                <a:ext uri="{FF2B5EF4-FFF2-40B4-BE49-F238E27FC236}">
                  <a16:creationId xmlns:a16="http://schemas.microsoft.com/office/drawing/2014/main" id="{EF91DE3F-2CAD-493D-BDB8-B26D81E93EE5}"/>
                </a:ext>
              </a:extLst>
            </p:cNvPr>
            <p:cNvSpPr/>
            <p:nvPr/>
          </p:nvSpPr>
          <p:spPr>
            <a:xfrm rot="20630650">
              <a:off x="10218314" y="2667371"/>
              <a:ext cx="15150" cy="11485"/>
            </a:xfrm>
            <a:custGeom>
              <a:avLst/>
              <a:gdLst>
                <a:gd name="connsiteX0" fmla="*/ 0 w 16086"/>
                <a:gd name="connsiteY0" fmla="*/ 0 h 12194"/>
                <a:gd name="connsiteX1" fmla="*/ 14147 w 16086"/>
                <a:gd name="connsiteY1" fmla="*/ 5604 h 12194"/>
                <a:gd name="connsiteX2" fmla="*/ 13259 w 16086"/>
                <a:gd name="connsiteY2" fmla="*/ 11755 h 12194"/>
                <a:gd name="connsiteX3" fmla="*/ 820 w 16086"/>
                <a:gd name="connsiteY3" fmla="*/ 6971 h 12194"/>
                <a:gd name="connsiteX4" fmla="*/ 0 w 16086"/>
                <a:gd name="connsiteY4" fmla="*/ 0 h 12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86" h="12194">
                  <a:moveTo>
                    <a:pt x="0" y="0"/>
                  </a:moveTo>
                  <a:cubicBezTo>
                    <a:pt x="4716" y="1845"/>
                    <a:pt x="9431" y="3759"/>
                    <a:pt x="14147" y="5604"/>
                  </a:cubicBezTo>
                  <a:cubicBezTo>
                    <a:pt x="16539" y="8064"/>
                    <a:pt x="17222" y="10798"/>
                    <a:pt x="13259" y="11755"/>
                  </a:cubicBezTo>
                  <a:cubicBezTo>
                    <a:pt x="8270" y="13053"/>
                    <a:pt x="3827" y="11481"/>
                    <a:pt x="820" y="6971"/>
                  </a:cubicBezTo>
                  <a:cubicBezTo>
                    <a:pt x="547" y="4647"/>
                    <a:pt x="274" y="2324"/>
                    <a:pt x="0" y="0"/>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84" name="Graphic 2466">
              <a:extLst>
                <a:ext uri="{FF2B5EF4-FFF2-40B4-BE49-F238E27FC236}">
                  <a16:creationId xmlns:a16="http://schemas.microsoft.com/office/drawing/2014/main" id="{AADDAC0F-C93F-4C9D-9B59-D5F7E64BBF30}"/>
                </a:ext>
              </a:extLst>
            </p:cNvPr>
            <p:cNvSpPr/>
            <p:nvPr/>
          </p:nvSpPr>
          <p:spPr>
            <a:xfrm rot="20630650">
              <a:off x="10023610" y="2795690"/>
              <a:ext cx="7209" cy="5084"/>
            </a:xfrm>
            <a:custGeom>
              <a:avLst/>
              <a:gdLst>
                <a:gd name="connsiteX0" fmla="*/ 0 w 7654"/>
                <a:gd name="connsiteY0" fmla="*/ 5399 h 5398"/>
                <a:gd name="connsiteX1" fmla="*/ 7654 w 7654"/>
                <a:gd name="connsiteY1" fmla="*/ 0 h 5398"/>
                <a:gd name="connsiteX2" fmla="*/ 0 w 7654"/>
                <a:gd name="connsiteY2" fmla="*/ 5399 h 5398"/>
              </a:gdLst>
              <a:ahLst/>
              <a:cxnLst>
                <a:cxn ang="0">
                  <a:pos x="connsiteX0" y="connsiteY0"/>
                </a:cxn>
                <a:cxn ang="0">
                  <a:pos x="connsiteX1" y="connsiteY1"/>
                </a:cxn>
                <a:cxn ang="0">
                  <a:pos x="connsiteX2" y="connsiteY2"/>
                </a:cxn>
              </a:cxnLst>
              <a:rect l="l" t="t" r="r" b="b"/>
              <a:pathLst>
                <a:path w="7654" h="5398">
                  <a:moveTo>
                    <a:pt x="0" y="5399"/>
                  </a:moveTo>
                  <a:cubicBezTo>
                    <a:pt x="2529" y="3622"/>
                    <a:pt x="5057" y="1777"/>
                    <a:pt x="7654" y="0"/>
                  </a:cubicBezTo>
                  <a:cubicBezTo>
                    <a:pt x="5057" y="1777"/>
                    <a:pt x="2529" y="3622"/>
                    <a:pt x="0" y="5399"/>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85" name="Graphic 2466">
              <a:extLst>
                <a:ext uri="{FF2B5EF4-FFF2-40B4-BE49-F238E27FC236}">
                  <a16:creationId xmlns:a16="http://schemas.microsoft.com/office/drawing/2014/main" id="{C7E07CB8-0DCC-4A50-A74D-41ACFBE080F4}"/>
                </a:ext>
              </a:extLst>
            </p:cNvPr>
            <p:cNvSpPr/>
            <p:nvPr/>
          </p:nvSpPr>
          <p:spPr>
            <a:xfrm rot="20630650">
              <a:off x="10039829" y="2829539"/>
              <a:ext cx="7080" cy="4956"/>
            </a:xfrm>
            <a:custGeom>
              <a:avLst/>
              <a:gdLst>
                <a:gd name="connsiteX0" fmla="*/ 7517 w 7517"/>
                <a:gd name="connsiteY0" fmla="*/ 5262 h 5262"/>
                <a:gd name="connsiteX1" fmla="*/ 0 w 7517"/>
                <a:gd name="connsiteY1" fmla="*/ 0 h 5262"/>
                <a:gd name="connsiteX2" fmla="*/ 7517 w 7517"/>
                <a:gd name="connsiteY2" fmla="*/ 5262 h 5262"/>
              </a:gdLst>
              <a:ahLst/>
              <a:cxnLst>
                <a:cxn ang="0">
                  <a:pos x="connsiteX0" y="connsiteY0"/>
                </a:cxn>
                <a:cxn ang="0">
                  <a:pos x="connsiteX1" y="connsiteY1"/>
                </a:cxn>
                <a:cxn ang="0">
                  <a:pos x="connsiteX2" y="connsiteY2"/>
                </a:cxn>
              </a:cxnLst>
              <a:rect l="l" t="t" r="r" b="b"/>
              <a:pathLst>
                <a:path w="7517" h="5262">
                  <a:moveTo>
                    <a:pt x="7517" y="5262"/>
                  </a:moveTo>
                  <a:cubicBezTo>
                    <a:pt x="4989" y="3485"/>
                    <a:pt x="2460" y="1777"/>
                    <a:pt x="0" y="0"/>
                  </a:cubicBezTo>
                  <a:cubicBezTo>
                    <a:pt x="2460" y="1777"/>
                    <a:pt x="4989" y="3485"/>
                    <a:pt x="7517" y="5262"/>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86" name="Graphic 2466">
              <a:extLst>
                <a:ext uri="{FF2B5EF4-FFF2-40B4-BE49-F238E27FC236}">
                  <a16:creationId xmlns:a16="http://schemas.microsoft.com/office/drawing/2014/main" id="{E867B07D-4259-48F9-A6A0-27C5E65AED8E}"/>
                </a:ext>
              </a:extLst>
            </p:cNvPr>
            <p:cNvSpPr/>
            <p:nvPr/>
          </p:nvSpPr>
          <p:spPr>
            <a:xfrm rot="20630650">
              <a:off x="10585504" y="2434426"/>
              <a:ext cx="934059" cy="35387"/>
            </a:xfrm>
            <a:custGeom>
              <a:avLst/>
              <a:gdLst>
                <a:gd name="connsiteX0" fmla="*/ 991762 w 991761"/>
                <a:gd name="connsiteY0" fmla="*/ 405 h 37573"/>
                <a:gd name="connsiteX1" fmla="*/ 979734 w 991761"/>
                <a:gd name="connsiteY1" fmla="*/ 13663 h 37573"/>
                <a:gd name="connsiteX2" fmla="*/ 970918 w 991761"/>
                <a:gd name="connsiteY2" fmla="*/ 26374 h 37573"/>
                <a:gd name="connsiteX3" fmla="*/ 970986 w 991761"/>
                <a:gd name="connsiteY3" fmla="*/ 26306 h 37573"/>
                <a:gd name="connsiteX4" fmla="*/ 908044 w 991761"/>
                <a:gd name="connsiteY4" fmla="*/ 37036 h 37573"/>
                <a:gd name="connsiteX5" fmla="*/ 826377 w 991761"/>
                <a:gd name="connsiteY5" fmla="*/ 35532 h 37573"/>
                <a:gd name="connsiteX6" fmla="*/ 761043 w 991761"/>
                <a:gd name="connsiteY6" fmla="*/ 29723 h 37573"/>
                <a:gd name="connsiteX7" fmla="*/ 739584 w 991761"/>
                <a:gd name="connsiteY7" fmla="*/ 34029 h 37573"/>
                <a:gd name="connsiteX8" fmla="*/ 728035 w 991761"/>
                <a:gd name="connsiteY8" fmla="*/ 36967 h 37573"/>
                <a:gd name="connsiteX9" fmla="*/ 37109 w 991761"/>
                <a:gd name="connsiteY9" fmla="*/ 36831 h 37573"/>
                <a:gd name="connsiteX10" fmla="*/ 0 w 991761"/>
                <a:gd name="connsiteY10" fmla="*/ 19677 h 37573"/>
                <a:gd name="connsiteX11" fmla="*/ 0 w 991761"/>
                <a:gd name="connsiteY11" fmla="*/ 63 h 37573"/>
                <a:gd name="connsiteX12" fmla="*/ 955814 w 991761"/>
                <a:gd name="connsiteY12" fmla="*/ 63 h 37573"/>
                <a:gd name="connsiteX13" fmla="*/ 991762 w 991761"/>
                <a:gd name="connsiteY13" fmla="*/ 405 h 37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91761" h="37573">
                  <a:moveTo>
                    <a:pt x="991762" y="405"/>
                  </a:moveTo>
                  <a:cubicBezTo>
                    <a:pt x="989233" y="6146"/>
                    <a:pt x="984928" y="10314"/>
                    <a:pt x="979734" y="13663"/>
                  </a:cubicBezTo>
                  <a:cubicBezTo>
                    <a:pt x="973379" y="15508"/>
                    <a:pt x="974540" y="22616"/>
                    <a:pt x="970918" y="26374"/>
                  </a:cubicBezTo>
                  <a:lnTo>
                    <a:pt x="970986" y="26306"/>
                  </a:lnTo>
                  <a:cubicBezTo>
                    <a:pt x="952055" y="41683"/>
                    <a:pt x="929435" y="36557"/>
                    <a:pt x="908044" y="37036"/>
                  </a:cubicBezTo>
                  <a:cubicBezTo>
                    <a:pt x="880845" y="37651"/>
                    <a:pt x="853508" y="38061"/>
                    <a:pt x="826377" y="35532"/>
                  </a:cubicBezTo>
                  <a:cubicBezTo>
                    <a:pt x="804576" y="34097"/>
                    <a:pt x="783186" y="27468"/>
                    <a:pt x="761043" y="29723"/>
                  </a:cubicBezTo>
                  <a:cubicBezTo>
                    <a:pt x="753663" y="29928"/>
                    <a:pt x="746555" y="31500"/>
                    <a:pt x="739584" y="34029"/>
                  </a:cubicBezTo>
                  <a:cubicBezTo>
                    <a:pt x="735757" y="35259"/>
                    <a:pt x="731930" y="36147"/>
                    <a:pt x="728035" y="36967"/>
                  </a:cubicBezTo>
                  <a:cubicBezTo>
                    <a:pt x="497726" y="37924"/>
                    <a:pt x="267418" y="37651"/>
                    <a:pt x="37109" y="36831"/>
                  </a:cubicBezTo>
                  <a:cubicBezTo>
                    <a:pt x="23441" y="36762"/>
                    <a:pt x="5057" y="40931"/>
                    <a:pt x="0" y="19677"/>
                  </a:cubicBezTo>
                  <a:cubicBezTo>
                    <a:pt x="0" y="13116"/>
                    <a:pt x="0" y="6556"/>
                    <a:pt x="0" y="63"/>
                  </a:cubicBezTo>
                  <a:cubicBezTo>
                    <a:pt x="318605" y="63"/>
                    <a:pt x="637210" y="63"/>
                    <a:pt x="955814" y="63"/>
                  </a:cubicBezTo>
                  <a:cubicBezTo>
                    <a:pt x="967774" y="-142"/>
                    <a:pt x="979734" y="200"/>
                    <a:pt x="991762" y="405"/>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87" name="Graphic 2466">
              <a:extLst>
                <a:ext uri="{FF2B5EF4-FFF2-40B4-BE49-F238E27FC236}">
                  <a16:creationId xmlns:a16="http://schemas.microsoft.com/office/drawing/2014/main" id="{0F3B816D-F4C0-401A-96EC-2EC41E656685}"/>
                </a:ext>
              </a:extLst>
            </p:cNvPr>
            <p:cNvSpPr/>
            <p:nvPr/>
          </p:nvSpPr>
          <p:spPr>
            <a:xfrm rot="20630650">
              <a:off x="10590981" y="2485495"/>
              <a:ext cx="704599" cy="48041"/>
            </a:xfrm>
            <a:custGeom>
              <a:avLst/>
              <a:gdLst>
                <a:gd name="connsiteX0" fmla="*/ 6492 w 748126"/>
                <a:gd name="connsiteY0" fmla="*/ 0 h 51008"/>
                <a:gd name="connsiteX1" fmla="*/ 20912 w 748126"/>
                <a:gd name="connsiteY1" fmla="*/ 6424 h 51008"/>
                <a:gd name="connsiteX2" fmla="*/ 50436 w 748126"/>
                <a:gd name="connsiteY2" fmla="*/ 6561 h 51008"/>
                <a:gd name="connsiteX3" fmla="*/ 689695 w 748126"/>
                <a:gd name="connsiteY3" fmla="*/ 6356 h 51008"/>
                <a:gd name="connsiteX4" fmla="*/ 748127 w 748126"/>
                <a:gd name="connsiteY4" fmla="*/ 6902 h 51008"/>
                <a:gd name="connsiteX5" fmla="*/ 712453 w 748126"/>
                <a:gd name="connsiteY5" fmla="*/ 48180 h 51008"/>
                <a:gd name="connsiteX6" fmla="*/ 670150 w 748126"/>
                <a:gd name="connsiteY6" fmla="*/ 50777 h 51008"/>
                <a:gd name="connsiteX7" fmla="*/ 62736 w 748126"/>
                <a:gd name="connsiteY7" fmla="*/ 50709 h 51008"/>
                <a:gd name="connsiteX8" fmla="*/ 6629 w 748126"/>
                <a:gd name="connsiteY8" fmla="*/ 39296 h 51008"/>
                <a:gd name="connsiteX9" fmla="*/ 0 w 748126"/>
                <a:gd name="connsiteY9" fmla="*/ 6629 h 51008"/>
                <a:gd name="connsiteX10" fmla="*/ 0 w 748126"/>
                <a:gd name="connsiteY10" fmla="*/ 68 h 51008"/>
                <a:gd name="connsiteX11" fmla="*/ 6492 w 748126"/>
                <a:gd name="connsiteY11" fmla="*/ 0 h 51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8126" h="51008">
                  <a:moveTo>
                    <a:pt x="6492" y="0"/>
                  </a:moveTo>
                  <a:cubicBezTo>
                    <a:pt x="10251" y="4442"/>
                    <a:pt x="15171" y="6424"/>
                    <a:pt x="20912" y="6424"/>
                  </a:cubicBezTo>
                  <a:cubicBezTo>
                    <a:pt x="30753" y="6492"/>
                    <a:pt x="40594" y="6561"/>
                    <a:pt x="50436" y="6561"/>
                  </a:cubicBezTo>
                  <a:cubicBezTo>
                    <a:pt x="263522" y="6561"/>
                    <a:pt x="476609" y="6697"/>
                    <a:pt x="689695" y="6356"/>
                  </a:cubicBezTo>
                  <a:cubicBezTo>
                    <a:pt x="709172" y="6356"/>
                    <a:pt x="728650" y="10593"/>
                    <a:pt x="748127" y="6902"/>
                  </a:cubicBezTo>
                  <a:cubicBezTo>
                    <a:pt x="747716" y="30548"/>
                    <a:pt x="733365" y="42166"/>
                    <a:pt x="712453" y="48180"/>
                  </a:cubicBezTo>
                  <a:cubicBezTo>
                    <a:pt x="698443" y="51324"/>
                    <a:pt x="684297" y="50777"/>
                    <a:pt x="670150" y="50777"/>
                  </a:cubicBezTo>
                  <a:cubicBezTo>
                    <a:pt x="467656" y="50846"/>
                    <a:pt x="265230" y="50914"/>
                    <a:pt x="62736" y="50709"/>
                  </a:cubicBezTo>
                  <a:cubicBezTo>
                    <a:pt x="43465" y="50709"/>
                    <a:pt x="23099" y="53921"/>
                    <a:pt x="6629" y="39296"/>
                  </a:cubicBezTo>
                  <a:cubicBezTo>
                    <a:pt x="7175" y="27815"/>
                    <a:pt x="6082" y="16743"/>
                    <a:pt x="0" y="6629"/>
                  </a:cubicBezTo>
                  <a:cubicBezTo>
                    <a:pt x="0" y="4442"/>
                    <a:pt x="0" y="2255"/>
                    <a:pt x="0" y="68"/>
                  </a:cubicBezTo>
                  <a:cubicBezTo>
                    <a:pt x="2187" y="0"/>
                    <a:pt x="4374" y="0"/>
                    <a:pt x="6492" y="0"/>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88" name="Graphic 2466">
              <a:extLst>
                <a:ext uri="{FF2B5EF4-FFF2-40B4-BE49-F238E27FC236}">
                  <a16:creationId xmlns:a16="http://schemas.microsoft.com/office/drawing/2014/main" id="{1F12E425-AE8B-4DF8-94B8-7B59C7969FF8}"/>
                </a:ext>
              </a:extLst>
            </p:cNvPr>
            <p:cNvSpPr/>
            <p:nvPr/>
          </p:nvSpPr>
          <p:spPr>
            <a:xfrm rot="20630650">
              <a:off x="10607312" y="2523275"/>
              <a:ext cx="676925" cy="46596"/>
            </a:xfrm>
            <a:custGeom>
              <a:avLst/>
              <a:gdLst>
                <a:gd name="connsiteX0" fmla="*/ 274 w 718743"/>
                <a:gd name="connsiteY0" fmla="*/ 0 h 49474"/>
                <a:gd name="connsiteX1" fmla="*/ 715187 w 718743"/>
                <a:gd name="connsiteY1" fmla="*/ 68 h 49474"/>
                <a:gd name="connsiteX2" fmla="*/ 718741 w 718743"/>
                <a:gd name="connsiteY2" fmla="*/ 10729 h 49474"/>
                <a:gd name="connsiteX3" fmla="*/ 701861 w 718743"/>
                <a:gd name="connsiteY3" fmla="*/ 46267 h 49474"/>
                <a:gd name="connsiteX4" fmla="*/ 669467 w 718743"/>
                <a:gd name="connsiteY4" fmla="*/ 49274 h 49474"/>
                <a:gd name="connsiteX5" fmla="*/ 43738 w 718743"/>
                <a:gd name="connsiteY5" fmla="*/ 49274 h 49474"/>
                <a:gd name="connsiteX6" fmla="*/ 410 w 718743"/>
                <a:gd name="connsiteY6" fmla="*/ 39433 h 49474"/>
                <a:gd name="connsiteX7" fmla="*/ 0 w 718743"/>
                <a:gd name="connsiteY7" fmla="*/ 26585 h 49474"/>
                <a:gd name="connsiteX8" fmla="*/ 274 w 718743"/>
                <a:gd name="connsiteY8" fmla="*/ 0 h 49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8743" h="49474">
                  <a:moveTo>
                    <a:pt x="274" y="0"/>
                  </a:moveTo>
                  <a:cubicBezTo>
                    <a:pt x="238578" y="0"/>
                    <a:pt x="476882" y="68"/>
                    <a:pt x="715187" y="68"/>
                  </a:cubicBezTo>
                  <a:cubicBezTo>
                    <a:pt x="717647" y="3212"/>
                    <a:pt x="718809" y="6697"/>
                    <a:pt x="718741" y="10729"/>
                  </a:cubicBezTo>
                  <a:cubicBezTo>
                    <a:pt x="716758" y="24261"/>
                    <a:pt x="717647" y="39228"/>
                    <a:pt x="701861" y="46267"/>
                  </a:cubicBezTo>
                  <a:cubicBezTo>
                    <a:pt x="691336" y="50435"/>
                    <a:pt x="680265" y="49274"/>
                    <a:pt x="669467" y="49274"/>
                  </a:cubicBezTo>
                  <a:cubicBezTo>
                    <a:pt x="460891" y="49342"/>
                    <a:pt x="252315" y="49342"/>
                    <a:pt x="43738" y="49274"/>
                  </a:cubicBezTo>
                  <a:cubicBezTo>
                    <a:pt x="28635" y="49274"/>
                    <a:pt x="12780" y="51734"/>
                    <a:pt x="410" y="39433"/>
                  </a:cubicBezTo>
                  <a:cubicBezTo>
                    <a:pt x="274" y="35127"/>
                    <a:pt x="137" y="30890"/>
                    <a:pt x="0" y="26585"/>
                  </a:cubicBezTo>
                  <a:cubicBezTo>
                    <a:pt x="68" y="17700"/>
                    <a:pt x="205" y="8816"/>
                    <a:pt x="274" y="0"/>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89" name="Graphic 2466">
              <a:extLst>
                <a:ext uri="{FF2B5EF4-FFF2-40B4-BE49-F238E27FC236}">
                  <a16:creationId xmlns:a16="http://schemas.microsoft.com/office/drawing/2014/main" id="{5731F70C-8073-4D70-9B83-72891F367023}"/>
                </a:ext>
              </a:extLst>
            </p:cNvPr>
            <p:cNvSpPr/>
            <p:nvPr/>
          </p:nvSpPr>
          <p:spPr>
            <a:xfrm rot="20630650">
              <a:off x="11682031" y="2416565"/>
              <a:ext cx="6178" cy="6823"/>
            </a:xfrm>
            <a:custGeom>
              <a:avLst/>
              <a:gdLst>
                <a:gd name="connsiteX0" fmla="*/ 0 w 6560"/>
                <a:gd name="connsiteY0" fmla="*/ 7244 h 7244"/>
                <a:gd name="connsiteX1" fmla="*/ 6560 w 6560"/>
                <a:gd name="connsiteY1" fmla="*/ 0 h 7244"/>
                <a:gd name="connsiteX2" fmla="*/ 0 w 6560"/>
                <a:gd name="connsiteY2" fmla="*/ 7244 h 7244"/>
              </a:gdLst>
              <a:ahLst/>
              <a:cxnLst>
                <a:cxn ang="0">
                  <a:pos x="connsiteX0" y="connsiteY0"/>
                </a:cxn>
                <a:cxn ang="0">
                  <a:pos x="connsiteX1" y="connsiteY1"/>
                </a:cxn>
                <a:cxn ang="0">
                  <a:pos x="connsiteX2" y="connsiteY2"/>
                </a:cxn>
              </a:cxnLst>
              <a:rect l="l" t="t" r="r" b="b"/>
              <a:pathLst>
                <a:path w="6560" h="7244">
                  <a:moveTo>
                    <a:pt x="0" y="7244"/>
                  </a:moveTo>
                  <a:cubicBezTo>
                    <a:pt x="2187" y="4852"/>
                    <a:pt x="4374" y="2392"/>
                    <a:pt x="6560" y="0"/>
                  </a:cubicBezTo>
                  <a:cubicBezTo>
                    <a:pt x="5809" y="3690"/>
                    <a:pt x="3622" y="6082"/>
                    <a:pt x="0" y="7244"/>
                  </a:cubicBezTo>
                  <a:close/>
                </a:path>
              </a:pathLst>
            </a:custGeom>
            <a:solidFill>
              <a:schemeClr val="bg1"/>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90" name="Graphic 2466">
              <a:extLst>
                <a:ext uri="{FF2B5EF4-FFF2-40B4-BE49-F238E27FC236}">
                  <a16:creationId xmlns:a16="http://schemas.microsoft.com/office/drawing/2014/main" id="{01A336AA-9378-487A-9FA4-156C4AB1FAA6}"/>
                </a:ext>
              </a:extLst>
            </p:cNvPr>
            <p:cNvSpPr/>
            <p:nvPr/>
          </p:nvSpPr>
          <p:spPr>
            <a:xfrm rot="20630650">
              <a:off x="10618771" y="2566646"/>
              <a:ext cx="685649" cy="34020"/>
            </a:xfrm>
            <a:custGeom>
              <a:avLst/>
              <a:gdLst>
                <a:gd name="connsiteX0" fmla="*/ 727488 w 728005"/>
                <a:gd name="connsiteY0" fmla="*/ 24024 h 36121"/>
                <a:gd name="connsiteX1" fmla="*/ 717579 w 728005"/>
                <a:gd name="connsiteY1" fmla="*/ 35437 h 36121"/>
                <a:gd name="connsiteX2" fmla="*/ 701245 w 728005"/>
                <a:gd name="connsiteY2" fmla="*/ 36120 h 36121"/>
                <a:gd name="connsiteX3" fmla="*/ 273 w 728005"/>
                <a:gd name="connsiteY3" fmla="*/ 35847 h 36121"/>
                <a:gd name="connsiteX4" fmla="*/ 0 w 728005"/>
                <a:gd name="connsiteY4" fmla="*/ 9809 h 36121"/>
                <a:gd name="connsiteX5" fmla="*/ 30138 w 728005"/>
                <a:gd name="connsiteY5" fmla="*/ 104 h 36121"/>
                <a:gd name="connsiteX6" fmla="*/ 699809 w 728005"/>
                <a:gd name="connsiteY6" fmla="*/ 583 h 36121"/>
                <a:gd name="connsiteX7" fmla="*/ 709514 w 728005"/>
                <a:gd name="connsiteY7" fmla="*/ 1813 h 36121"/>
                <a:gd name="connsiteX8" fmla="*/ 727488 w 728005"/>
                <a:gd name="connsiteY8" fmla="*/ 24024 h 36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8005" h="36121">
                  <a:moveTo>
                    <a:pt x="727488" y="24024"/>
                  </a:moveTo>
                  <a:cubicBezTo>
                    <a:pt x="726325" y="29696"/>
                    <a:pt x="723865" y="34548"/>
                    <a:pt x="717579" y="35437"/>
                  </a:cubicBezTo>
                  <a:cubicBezTo>
                    <a:pt x="712179" y="36188"/>
                    <a:pt x="706712" y="36120"/>
                    <a:pt x="701245" y="36120"/>
                  </a:cubicBezTo>
                  <a:cubicBezTo>
                    <a:pt x="467587" y="36052"/>
                    <a:pt x="233930" y="35915"/>
                    <a:pt x="273" y="35847"/>
                  </a:cubicBezTo>
                  <a:cubicBezTo>
                    <a:pt x="204" y="27167"/>
                    <a:pt x="68" y="18488"/>
                    <a:pt x="0" y="9809"/>
                  </a:cubicBezTo>
                  <a:cubicBezTo>
                    <a:pt x="8406" y="1403"/>
                    <a:pt x="18998" y="104"/>
                    <a:pt x="30138" y="104"/>
                  </a:cubicBezTo>
                  <a:cubicBezTo>
                    <a:pt x="253339" y="309"/>
                    <a:pt x="476609" y="-511"/>
                    <a:pt x="699809" y="583"/>
                  </a:cubicBezTo>
                  <a:cubicBezTo>
                    <a:pt x="703090" y="583"/>
                    <a:pt x="706302" y="1335"/>
                    <a:pt x="709514" y="1813"/>
                  </a:cubicBezTo>
                  <a:cubicBezTo>
                    <a:pt x="720380" y="5367"/>
                    <a:pt x="730427" y="9467"/>
                    <a:pt x="727488" y="24024"/>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91" name="Graphic 2466">
              <a:extLst>
                <a:ext uri="{FF2B5EF4-FFF2-40B4-BE49-F238E27FC236}">
                  <a16:creationId xmlns:a16="http://schemas.microsoft.com/office/drawing/2014/main" id="{9D029756-FA3A-4380-8969-D0379248209A}"/>
                </a:ext>
              </a:extLst>
            </p:cNvPr>
            <p:cNvSpPr/>
            <p:nvPr/>
          </p:nvSpPr>
          <p:spPr>
            <a:xfrm rot="20630650">
              <a:off x="10614030" y="2559265"/>
              <a:ext cx="676162" cy="18794"/>
            </a:xfrm>
            <a:custGeom>
              <a:avLst/>
              <a:gdLst>
                <a:gd name="connsiteX0" fmla="*/ 716758 w 717932"/>
                <a:gd name="connsiteY0" fmla="*/ 19477 h 19955"/>
                <a:gd name="connsiteX1" fmla="*/ 566272 w 717932"/>
                <a:gd name="connsiteY1" fmla="*/ 19956 h 19955"/>
                <a:gd name="connsiteX2" fmla="*/ 205 w 717932"/>
                <a:gd name="connsiteY2" fmla="*/ 19887 h 19955"/>
                <a:gd name="connsiteX3" fmla="*/ 0 w 717932"/>
                <a:gd name="connsiteY3" fmla="*/ 273 h 19955"/>
                <a:gd name="connsiteX4" fmla="*/ 707805 w 717932"/>
                <a:gd name="connsiteY4" fmla="*/ 0 h 19955"/>
                <a:gd name="connsiteX5" fmla="*/ 717647 w 717932"/>
                <a:gd name="connsiteY5" fmla="*/ 11823 h 19955"/>
                <a:gd name="connsiteX6" fmla="*/ 716758 w 717932"/>
                <a:gd name="connsiteY6" fmla="*/ 19477 h 19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7932" h="19955">
                  <a:moveTo>
                    <a:pt x="716758" y="19477"/>
                  </a:moveTo>
                  <a:cubicBezTo>
                    <a:pt x="666597" y="19614"/>
                    <a:pt x="616434" y="19956"/>
                    <a:pt x="566272" y="19956"/>
                  </a:cubicBezTo>
                  <a:cubicBezTo>
                    <a:pt x="377583" y="19956"/>
                    <a:pt x="188894" y="19887"/>
                    <a:pt x="205" y="19887"/>
                  </a:cubicBezTo>
                  <a:cubicBezTo>
                    <a:pt x="137" y="13326"/>
                    <a:pt x="68" y="6834"/>
                    <a:pt x="0" y="273"/>
                  </a:cubicBezTo>
                  <a:cubicBezTo>
                    <a:pt x="235913" y="205"/>
                    <a:pt x="471893" y="137"/>
                    <a:pt x="707805" y="0"/>
                  </a:cubicBezTo>
                  <a:cubicBezTo>
                    <a:pt x="713136" y="2255"/>
                    <a:pt x="715733" y="6766"/>
                    <a:pt x="717647" y="11823"/>
                  </a:cubicBezTo>
                  <a:cubicBezTo>
                    <a:pt x="718193" y="14420"/>
                    <a:pt x="717988" y="17017"/>
                    <a:pt x="716758" y="19477"/>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92" name="Graphic 2466">
              <a:extLst>
                <a:ext uri="{FF2B5EF4-FFF2-40B4-BE49-F238E27FC236}">
                  <a16:creationId xmlns:a16="http://schemas.microsoft.com/office/drawing/2014/main" id="{5FA1585C-5BB1-40AA-BAC2-D70FE3619912}"/>
                </a:ext>
              </a:extLst>
            </p:cNvPr>
            <p:cNvSpPr/>
            <p:nvPr/>
          </p:nvSpPr>
          <p:spPr>
            <a:xfrm rot="20630650">
              <a:off x="11350253" y="2353383"/>
              <a:ext cx="142577" cy="41677"/>
            </a:xfrm>
            <a:custGeom>
              <a:avLst/>
              <a:gdLst>
                <a:gd name="connsiteX0" fmla="*/ 10 w 151384"/>
                <a:gd name="connsiteY0" fmla="*/ 0 h 44252"/>
                <a:gd name="connsiteX1" fmla="*/ 151384 w 151384"/>
                <a:gd name="connsiteY1" fmla="*/ 0 h 44252"/>
                <a:gd name="connsiteX2" fmla="*/ 138126 w 151384"/>
                <a:gd name="connsiteY2" fmla="*/ 32667 h 44252"/>
                <a:gd name="connsiteX3" fmla="*/ 33907 w 151384"/>
                <a:gd name="connsiteY3" fmla="*/ 40321 h 44252"/>
                <a:gd name="connsiteX4" fmla="*/ 10 w 151384"/>
                <a:gd name="connsiteY4" fmla="*/ 0 h 44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 h="44252">
                  <a:moveTo>
                    <a:pt x="10" y="0"/>
                  </a:moveTo>
                  <a:cubicBezTo>
                    <a:pt x="50446" y="0"/>
                    <a:pt x="100949" y="0"/>
                    <a:pt x="151384" y="0"/>
                  </a:cubicBezTo>
                  <a:cubicBezTo>
                    <a:pt x="146943" y="10866"/>
                    <a:pt x="142569" y="21801"/>
                    <a:pt x="138126" y="32667"/>
                  </a:cubicBezTo>
                  <a:cubicBezTo>
                    <a:pt x="104571" y="51666"/>
                    <a:pt x="68966" y="41961"/>
                    <a:pt x="33907" y="40321"/>
                  </a:cubicBezTo>
                  <a:cubicBezTo>
                    <a:pt x="16411" y="32120"/>
                    <a:pt x="-469" y="23373"/>
                    <a:pt x="10" y="0"/>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93" name="Graphic 2466">
              <a:extLst>
                <a:ext uri="{FF2B5EF4-FFF2-40B4-BE49-F238E27FC236}">
                  <a16:creationId xmlns:a16="http://schemas.microsoft.com/office/drawing/2014/main" id="{43A54865-7E3C-4465-9EC6-E1E675437F41}"/>
                </a:ext>
              </a:extLst>
            </p:cNvPr>
            <p:cNvSpPr/>
            <p:nvPr/>
          </p:nvSpPr>
          <p:spPr>
            <a:xfrm rot="20630650">
              <a:off x="11379095" y="2381756"/>
              <a:ext cx="110499" cy="47327"/>
            </a:xfrm>
            <a:custGeom>
              <a:avLst/>
              <a:gdLst>
                <a:gd name="connsiteX0" fmla="*/ 5998 w 117325"/>
                <a:gd name="connsiteY0" fmla="*/ 0 h 50251"/>
                <a:gd name="connsiteX1" fmla="*/ 117325 w 117325"/>
                <a:gd name="connsiteY1" fmla="*/ 68 h 50251"/>
                <a:gd name="connsiteX2" fmla="*/ 116846 w 117325"/>
                <a:gd name="connsiteY2" fmla="*/ 6766 h 50251"/>
                <a:gd name="connsiteX3" fmla="*/ 61285 w 117325"/>
                <a:gd name="connsiteY3" fmla="*/ 49752 h 50251"/>
                <a:gd name="connsiteX4" fmla="*/ 8731 w 117325"/>
                <a:gd name="connsiteY4" fmla="*/ 38202 h 50251"/>
                <a:gd name="connsiteX5" fmla="*/ 5998 w 117325"/>
                <a:gd name="connsiteY5" fmla="*/ 0 h 50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325" h="50251">
                  <a:moveTo>
                    <a:pt x="5998" y="0"/>
                  </a:moveTo>
                  <a:cubicBezTo>
                    <a:pt x="43107" y="0"/>
                    <a:pt x="80216" y="68"/>
                    <a:pt x="117325" y="68"/>
                  </a:cubicBezTo>
                  <a:cubicBezTo>
                    <a:pt x="117188" y="2324"/>
                    <a:pt x="117051" y="4510"/>
                    <a:pt x="116846" y="6766"/>
                  </a:cubicBezTo>
                  <a:cubicBezTo>
                    <a:pt x="110217" y="51256"/>
                    <a:pt x="110217" y="51461"/>
                    <a:pt x="61285" y="49752"/>
                  </a:cubicBezTo>
                  <a:cubicBezTo>
                    <a:pt x="43175" y="49137"/>
                    <a:pt x="23903" y="52827"/>
                    <a:pt x="8731" y="38202"/>
                  </a:cubicBezTo>
                  <a:cubicBezTo>
                    <a:pt x="1077" y="25969"/>
                    <a:pt x="-5005" y="13600"/>
                    <a:pt x="5998" y="0"/>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94" name="Graphic 2466">
              <a:extLst>
                <a:ext uri="{FF2B5EF4-FFF2-40B4-BE49-F238E27FC236}">
                  <a16:creationId xmlns:a16="http://schemas.microsoft.com/office/drawing/2014/main" id="{5D023DC3-E967-4B81-8A4B-551AB13E8CE9}"/>
                </a:ext>
              </a:extLst>
            </p:cNvPr>
            <p:cNvSpPr/>
            <p:nvPr/>
          </p:nvSpPr>
          <p:spPr>
            <a:xfrm rot="20630650">
              <a:off x="11367086" y="2435984"/>
              <a:ext cx="148875" cy="38454"/>
            </a:xfrm>
            <a:custGeom>
              <a:avLst/>
              <a:gdLst>
                <a:gd name="connsiteX0" fmla="*/ 158072 w 158072"/>
                <a:gd name="connsiteY0" fmla="*/ 27883 h 40829"/>
                <a:gd name="connsiteX1" fmla="*/ 145839 w 158072"/>
                <a:gd name="connsiteY1" fmla="*/ 40321 h 40829"/>
                <a:gd name="connsiteX2" fmla="*/ 107226 w 158072"/>
                <a:gd name="connsiteY2" fmla="*/ 40799 h 40829"/>
                <a:gd name="connsiteX3" fmla="*/ 23509 w 158072"/>
                <a:gd name="connsiteY3" fmla="*/ 40799 h 40829"/>
                <a:gd name="connsiteX4" fmla="*/ 0 w 158072"/>
                <a:gd name="connsiteY4" fmla="*/ 33555 h 40829"/>
                <a:gd name="connsiteX5" fmla="*/ 410 w 158072"/>
                <a:gd name="connsiteY5" fmla="*/ 28908 h 40829"/>
                <a:gd name="connsiteX6" fmla="*/ 4510 w 158072"/>
                <a:gd name="connsiteY6" fmla="*/ 20366 h 40829"/>
                <a:gd name="connsiteX7" fmla="*/ 33077 w 158072"/>
                <a:gd name="connsiteY7" fmla="*/ 4442 h 40829"/>
                <a:gd name="connsiteX8" fmla="*/ 145771 w 158072"/>
                <a:gd name="connsiteY8" fmla="*/ 0 h 40829"/>
                <a:gd name="connsiteX9" fmla="*/ 158072 w 158072"/>
                <a:gd name="connsiteY9" fmla="*/ 27883 h 40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8072" h="40829">
                  <a:moveTo>
                    <a:pt x="158072" y="27883"/>
                  </a:moveTo>
                  <a:cubicBezTo>
                    <a:pt x="156773" y="34785"/>
                    <a:pt x="153630" y="40116"/>
                    <a:pt x="145839" y="40321"/>
                  </a:cubicBezTo>
                  <a:cubicBezTo>
                    <a:pt x="132991" y="40663"/>
                    <a:pt x="120074" y="40799"/>
                    <a:pt x="107226" y="40799"/>
                  </a:cubicBezTo>
                  <a:cubicBezTo>
                    <a:pt x="79344" y="40868"/>
                    <a:pt x="51460" y="40799"/>
                    <a:pt x="23509" y="40799"/>
                  </a:cubicBezTo>
                  <a:cubicBezTo>
                    <a:pt x="14966" y="40799"/>
                    <a:pt x="6150" y="41551"/>
                    <a:pt x="0" y="33555"/>
                  </a:cubicBezTo>
                  <a:cubicBezTo>
                    <a:pt x="137" y="31984"/>
                    <a:pt x="273" y="30480"/>
                    <a:pt x="410" y="28908"/>
                  </a:cubicBezTo>
                  <a:cubicBezTo>
                    <a:pt x="1366" y="25833"/>
                    <a:pt x="2733" y="23031"/>
                    <a:pt x="4510" y="20366"/>
                  </a:cubicBezTo>
                  <a:cubicBezTo>
                    <a:pt x="12028" y="11413"/>
                    <a:pt x="19955" y="3280"/>
                    <a:pt x="33077" y="4442"/>
                  </a:cubicBezTo>
                  <a:cubicBezTo>
                    <a:pt x="70733" y="3964"/>
                    <a:pt x="108457" y="7518"/>
                    <a:pt x="145771" y="0"/>
                  </a:cubicBezTo>
                  <a:cubicBezTo>
                    <a:pt x="152810" y="8064"/>
                    <a:pt x="153698" y="18725"/>
                    <a:pt x="158072" y="27883"/>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95" name="Graphic 2466">
              <a:extLst>
                <a:ext uri="{FF2B5EF4-FFF2-40B4-BE49-F238E27FC236}">
                  <a16:creationId xmlns:a16="http://schemas.microsoft.com/office/drawing/2014/main" id="{E2B163F6-D9FF-4A56-890E-5C827FE974E2}"/>
                </a:ext>
              </a:extLst>
            </p:cNvPr>
            <p:cNvSpPr/>
            <p:nvPr/>
          </p:nvSpPr>
          <p:spPr>
            <a:xfrm rot="20630650">
              <a:off x="11379513" y="2387969"/>
              <a:ext cx="114661" cy="62025"/>
            </a:xfrm>
            <a:custGeom>
              <a:avLst/>
              <a:gdLst>
                <a:gd name="connsiteX0" fmla="*/ 121744 w 121744"/>
                <a:gd name="connsiteY0" fmla="*/ 50846 h 65857"/>
                <a:gd name="connsiteX1" fmla="*/ 110331 w 121744"/>
                <a:gd name="connsiteY1" fmla="*/ 64445 h 65857"/>
                <a:gd name="connsiteX2" fmla="*/ 7888 w 121744"/>
                <a:gd name="connsiteY2" fmla="*/ 63147 h 65857"/>
                <a:gd name="connsiteX3" fmla="*/ 2899 w 121744"/>
                <a:gd name="connsiteY3" fmla="*/ 59320 h 65857"/>
                <a:gd name="connsiteX4" fmla="*/ 15201 w 121744"/>
                <a:gd name="connsiteY4" fmla="*/ 24944 h 65857"/>
                <a:gd name="connsiteX5" fmla="*/ 35361 w 121744"/>
                <a:gd name="connsiteY5" fmla="*/ 32667 h 65857"/>
                <a:gd name="connsiteX6" fmla="*/ 80671 w 121744"/>
                <a:gd name="connsiteY6" fmla="*/ 32325 h 65857"/>
                <a:gd name="connsiteX7" fmla="*/ 110878 w 121744"/>
                <a:gd name="connsiteY7" fmla="*/ 32735 h 65857"/>
                <a:gd name="connsiteX8" fmla="*/ 116482 w 121744"/>
                <a:gd name="connsiteY8" fmla="*/ 4989 h 65857"/>
                <a:gd name="connsiteX9" fmla="*/ 120445 w 121744"/>
                <a:gd name="connsiteY9" fmla="*/ 0 h 65857"/>
                <a:gd name="connsiteX10" fmla="*/ 121744 w 121744"/>
                <a:gd name="connsiteY10" fmla="*/ 50846 h 6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744" h="65857">
                  <a:moveTo>
                    <a:pt x="121744" y="50846"/>
                  </a:moveTo>
                  <a:cubicBezTo>
                    <a:pt x="120036" y="57133"/>
                    <a:pt x="118053" y="64240"/>
                    <a:pt x="110331" y="64445"/>
                  </a:cubicBezTo>
                  <a:cubicBezTo>
                    <a:pt x="76160" y="65471"/>
                    <a:pt x="41990" y="67589"/>
                    <a:pt x="7888" y="63147"/>
                  </a:cubicBezTo>
                  <a:cubicBezTo>
                    <a:pt x="6111" y="62942"/>
                    <a:pt x="4539" y="60618"/>
                    <a:pt x="2899" y="59320"/>
                  </a:cubicBezTo>
                  <a:cubicBezTo>
                    <a:pt x="-1953" y="44627"/>
                    <a:pt x="-2431" y="31505"/>
                    <a:pt x="15201" y="24944"/>
                  </a:cubicBezTo>
                  <a:cubicBezTo>
                    <a:pt x="20190" y="32052"/>
                    <a:pt x="27639" y="32667"/>
                    <a:pt x="35361" y="32667"/>
                  </a:cubicBezTo>
                  <a:cubicBezTo>
                    <a:pt x="50464" y="32667"/>
                    <a:pt x="65705" y="33829"/>
                    <a:pt x="80671" y="32325"/>
                  </a:cubicBezTo>
                  <a:cubicBezTo>
                    <a:pt x="91196" y="31300"/>
                    <a:pt x="103087" y="42850"/>
                    <a:pt x="110878" y="32735"/>
                  </a:cubicBezTo>
                  <a:cubicBezTo>
                    <a:pt x="116072" y="26106"/>
                    <a:pt x="114568" y="14352"/>
                    <a:pt x="116482" y="4989"/>
                  </a:cubicBezTo>
                  <a:cubicBezTo>
                    <a:pt x="116824" y="3144"/>
                    <a:pt x="119079" y="1640"/>
                    <a:pt x="120445" y="0"/>
                  </a:cubicBezTo>
                  <a:cubicBezTo>
                    <a:pt x="120924" y="16949"/>
                    <a:pt x="121334" y="33897"/>
                    <a:pt x="121744" y="50846"/>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96" name="Graphic 2466">
              <a:extLst>
                <a:ext uri="{FF2B5EF4-FFF2-40B4-BE49-F238E27FC236}">
                  <a16:creationId xmlns:a16="http://schemas.microsoft.com/office/drawing/2014/main" id="{12DCF8CF-C11B-4E7C-B031-6B3BE1C28028}"/>
                </a:ext>
              </a:extLst>
            </p:cNvPr>
            <p:cNvSpPr/>
            <p:nvPr/>
          </p:nvSpPr>
          <p:spPr>
            <a:xfrm rot="20630650">
              <a:off x="11482343" y="2321560"/>
              <a:ext cx="8303" cy="11971"/>
            </a:xfrm>
            <a:custGeom>
              <a:avLst/>
              <a:gdLst>
                <a:gd name="connsiteX0" fmla="*/ 0 w 8816"/>
                <a:gd name="connsiteY0" fmla="*/ 12711 h 12711"/>
                <a:gd name="connsiteX1" fmla="*/ 8816 w 8816"/>
                <a:gd name="connsiteY1" fmla="*/ 0 h 12711"/>
                <a:gd name="connsiteX2" fmla="*/ 0 w 8816"/>
                <a:gd name="connsiteY2" fmla="*/ 12711 h 12711"/>
              </a:gdLst>
              <a:ahLst/>
              <a:cxnLst>
                <a:cxn ang="0">
                  <a:pos x="connsiteX0" y="connsiteY0"/>
                </a:cxn>
                <a:cxn ang="0">
                  <a:pos x="connsiteX1" y="connsiteY1"/>
                </a:cxn>
                <a:cxn ang="0">
                  <a:pos x="connsiteX2" y="connsiteY2"/>
                </a:cxn>
              </a:cxnLst>
              <a:rect l="l" t="t" r="r" b="b"/>
              <a:pathLst>
                <a:path w="8816" h="12711">
                  <a:moveTo>
                    <a:pt x="0" y="12711"/>
                  </a:moveTo>
                  <a:cubicBezTo>
                    <a:pt x="137" y="6561"/>
                    <a:pt x="1845" y="1435"/>
                    <a:pt x="8816" y="0"/>
                  </a:cubicBezTo>
                  <a:cubicBezTo>
                    <a:pt x="7176" y="5126"/>
                    <a:pt x="5058" y="9910"/>
                    <a:pt x="0" y="12711"/>
                  </a:cubicBezTo>
                  <a:close/>
                </a:path>
              </a:pathLst>
            </a:custGeom>
            <a:solidFill>
              <a:schemeClr val="bg1"/>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97" name="Graphic 2466">
              <a:extLst>
                <a:ext uri="{FF2B5EF4-FFF2-40B4-BE49-F238E27FC236}">
                  <a16:creationId xmlns:a16="http://schemas.microsoft.com/office/drawing/2014/main" id="{59CCB871-131E-4480-BA60-07D385104A45}"/>
                </a:ext>
              </a:extLst>
            </p:cNvPr>
            <p:cNvSpPr/>
            <p:nvPr/>
          </p:nvSpPr>
          <p:spPr>
            <a:xfrm rot="20630650">
              <a:off x="11540446" y="2458215"/>
              <a:ext cx="6372" cy="6372"/>
            </a:xfrm>
            <a:custGeom>
              <a:avLst/>
              <a:gdLst>
                <a:gd name="connsiteX0" fmla="*/ 6766 w 6765"/>
                <a:gd name="connsiteY0" fmla="*/ 6766 h 6765"/>
                <a:gd name="connsiteX1" fmla="*/ 0 w 6765"/>
                <a:gd name="connsiteY1" fmla="*/ 0 h 6765"/>
                <a:gd name="connsiteX2" fmla="*/ 6766 w 6765"/>
                <a:gd name="connsiteY2" fmla="*/ 6766 h 6765"/>
              </a:gdLst>
              <a:ahLst/>
              <a:cxnLst>
                <a:cxn ang="0">
                  <a:pos x="connsiteX0" y="connsiteY0"/>
                </a:cxn>
                <a:cxn ang="0">
                  <a:pos x="connsiteX1" y="connsiteY1"/>
                </a:cxn>
                <a:cxn ang="0">
                  <a:pos x="connsiteX2" y="connsiteY2"/>
                </a:cxn>
              </a:cxnLst>
              <a:rect l="l" t="t" r="r" b="b"/>
              <a:pathLst>
                <a:path w="6765" h="6765">
                  <a:moveTo>
                    <a:pt x="6766" y="6766"/>
                  </a:moveTo>
                  <a:cubicBezTo>
                    <a:pt x="4511" y="4511"/>
                    <a:pt x="2256" y="2255"/>
                    <a:pt x="0" y="0"/>
                  </a:cubicBezTo>
                  <a:cubicBezTo>
                    <a:pt x="2256" y="2255"/>
                    <a:pt x="4511" y="4511"/>
                    <a:pt x="6766" y="6766"/>
                  </a:cubicBezTo>
                  <a:close/>
                </a:path>
              </a:pathLst>
            </a:custGeom>
            <a:solidFill>
              <a:schemeClr val="bg1"/>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98" name="Graphic 2466">
              <a:extLst>
                <a:ext uri="{FF2B5EF4-FFF2-40B4-BE49-F238E27FC236}">
                  <a16:creationId xmlns:a16="http://schemas.microsoft.com/office/drawing/2014/main" id="{49BD9BD4-4182-4BEE-B3ED-5A50597C9D72}"/>
                </a:ext>
              </a:extLst>
            </p:cNvPr>
            <p:cNvSpPr/>
            <p:nvPr/>
          </p:nvSpPr>
          <p:spPr>
            <a:xfrm rot="20630650">
              <a:off x="11275419" y="2386736"/>
              <a:ext cx="12551" cy="6439"/>
            </a:xfrm>
            <a:custGeom>
              <a:avLst/>
              <a:gdLst>
                <a:gd name="connsiteX0" fmla="*/ 13327 w 13326"/>
                <a:gd name="connsiteY0" fmla="*/ 2 h 6836"/>
                <a:gd name="connsiteX1" fmla="*/ 0 w 13326"/>
                <a:gd name="connsiteY1" fmla="*/ 6836 h 6836"/>
                <a:gd name="connsiteX2" fmla="*/ 13327 w 13326"/>
                <a:gd name="connsiteY2" fmla="*/ 2 h 6836"/>
              </a:gdLst>
              <a:ahLst/>
              <a:cxnLst>
                <a:cxn ang="0">
                  <a:pos x="connsiteX0" y="connsiteY0"/>
                </a:cxn>
                <a:cxn ang="0">
                  <a:pos x="connsiteX1" y="connsiteY1"/>
                </a:cxn>
                <a:cxn ang="0">
                  <a:pos x="connsiteX2" y="connsiteY2"/>
                </a:cxn>
              </a:cxnLst>
              <a:rect l="l" t="t" r="r" b="b"/>
              <a:pathLst>
                <a:path w="13326" h="6836">
                  <a:moveTo>
                    <a:pt x="13327" y="2"/>
                  </a:moveTo>
                  <a:cubicBezTo>
                    <a:pt x="10046" y="4513"/>
                    <a:pt x="5399" y="6426"/>
                    <a:pt x="0" y="6836"/>
                  </a:cubicBezTo>
                  <a:cubicBezTo>
                    <a:pt x="2734" y="1301"/>
                    <a:pt x="7723" y="-66"/>
                    <a:pt x="13327" y="2"/>
                  </a:cubicBezTo>
                  <a:close/>
                </a:path>
              </a:pathLst>
            </a:custGeom>
            <a:solidFill>
              <a:schemeClr val="bg1"/>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99" name="Graphic 2466">
              <a:extLst>
                <a:ext uri="{FF2B5EF4-FFF2-40B4-BE49-F238E27FC236}">
                  <a16:creationId xmlns:a16="http://schemas.microsoft.com/office/drawing/2014/main" id="{C9179948-F5C9-417B-89BE-F5225CFD6925}"/>
                </a:ext>
              </a:extLst>
            </p:cNvPr>
            <p:cNvSpPr/>
            <p:nvPr/>
          </p:nvSpPr>
          <p:spPr>
            <a:xfrm rot="20630650">
              <a:off x="11262450" y="2437241"/>
              <a:ext cx="6372" cy="42995"/>
            </a:xfrm>
            <a:custGeom>
              <a:avLst/>
              <a:gdLst>
                <a:gd name="connsiteX0" fmla="*/ 6082 w 6765"/>
                <a:gd name="connsiteY0" fmla="*/ 0 h 45651"/>
                <a:gd name="connsiteX1" fmla="*/ 6766 w 6765"/>
                <a:gd name="connsiteY1" fmla="*/ 45652 h 45651"/>
                <a:gd name="connsiteX2" fmla="*/ 0 w 6765"/>
                <a:gd name="connsiteY2" fmla="*/ 32325 h 45651"/>
                <a:gd name="connsiteX3" fmla="*/ 6082 w 6765"/>
                <a:gd name="connsiteY3" fmla="*/ 0 h 45651"/>
              </a:gdLst>
              <a:ahLst/>
              <a:cxnLst>
                <a:cxn ang="0">
                  <a:pos x="connsiteX0" y="connsiteY0"/>
                </a:cxn>
                <a:cxn ang="0">
                  <a:pos x="connsiteX1" y="connsiteY1"/>
                </a:cxn>
                <a:cxn ang="0">
                  <a:pos x="connsiteX2" y="connsiteY2"/>
                </a:cxn>
                <a:cxn ang="0">
                  <a:pos x="connsiteX3" y="connsiteY3"/>
                </a:cxn>
              </a:cxnLst>
              <a:rect l="l" t="t" r="r" b="b"/>
              <a:pathLst>
                <a:path w="6765" h="45651">
                  <a:moveTo>
                    <a:pt x="6082" y="0"/>
                  </a:moveTo>
                  <a:cubicBezTo>
                    <a:pt x="6288" y="15240"/>
                    <a:pt x="6561" y="30412"/>
                    <a:pt x="6766" y="45652"/>
                  </a:cubicBezTo>
                  <a:cubicBezTo>
                    <a:pt x="1709" y="42645"/>
                    <a:pt x="616" y="37587"/>
                    <a:pt x="0" y="32325"/>
                  </a:cubicBezTo>
                  <a:cubicBezTo>
                    <a:pt x="1640" y="21459"/>
                    <a:pt x="-3417" y="9363"/>
                    <a:pt x="6082" y="0"/>
                  </a:cubicBezTo>
                  <a:close/>
                </a:path>
              </a:pathLst>
            </a:custGeom>
            <a:solidFill>
              <a:schemeClr val="bg1"/>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00" name="Graphic 2466">
              <a:extLst>
                <a:ext uri="{FF2B5EF4-FFF2-40B4-BE49-F238E27FC236}">
                  <a16:creationId xmlns:a16="http://schemas.microsoft.com/office/drawing/2014/main" id="{FC70FA2C-8A86-4A70-BAD5-68858C611551}"/>
                </a:ext>
              </a:extLst>
            </p:cNvPr>
            <p:cNvSpPr/>
            <p:nvPr/>
          </p:nvSpPr>
          <p:spPr>
            <a:xfrm rot="20630650">
              <a:off x="11372806" y="2481842"/>
              <a:ext cx="6758" cy="5471"/>
            </a:xfrm>
            <a:custGeom>
              <a:avLst/>
              <a:gdLst>
                <a:gd name="connsiteX0" fmla="*/ 0 w 7175"/>
                <a:gd name="connsiteY0" fmla="*/ 5809 h 5809"/>
                <a:gd name="connsiteX1" fmla="*/ 7175 w 7175"/>
                <a:gd name="connsiteY1" fmla="*/ 0 h 5809"/>
                <a:gd name="connsiteX2" fmla="*/ 0 w 7175"/>
                <a:gd name="connsiteY2" fmla="*/ 5809 h 5809"/>
              </a:gdLst>
              <a:ahLst/>
              <a:cxnLst>
                <a:cxn ang="0">
                  <a:pos x="connsiteX0" y="connsiteY0"/>
                </a:cxn>
                <a:cxn ang="0">
                  <a:pos x="connsiteX1" y="connsiteY1"/>
                </a:cxn>
                <a:cxn ang="0">
                  <a:pos x="connsiteX2" y="connsiteY2"/>
                </a:cxn>
              </a:cxnLst>
              <a:rect l="l" t="t" r="r" b="b"/>
              <a:pathLst>
                <a:path w="7175" h="5809">
                  <a:moveTo>
                    <a:pt x="0" y="5809"/>
                  </a:moveTo>
                  <a:cubicBezTo>
                    <a:pt x="1161" y="2392"/>
                    <a:pt x="3690" y="547"/>
                    <a:pt x="7175" y="0"/>
                  </a:cubicBezTo>
                  <a:cubicBezTo>
                    <a:pt x="4784" y="1982"/>
                    <a:pt x="2392" y="3895"/>
                    <a:pt x="0" y="5809"/>
                  </a:cubicBezTo>
                  <a:close/>
                </a:path>
              </a:pathLst>
            </a:custGeom>
            <a:solidFill>
              <a:schemeClr val="bg1"/>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01" name="Oval 300">
              <a:extLst>
                <a:ext uri="{FF2B5EF4-FFF2-40B4-BE49-F238E27FC236}">
                  <a16:creationId xmlns:a16="http://schemas.microsoft.com/office/drawing/2014/main" id="{1E2D6EED-563E-4281-BA03-105C5F4903E6}"/>
                </a:ext>
              </a:extLst>
            </p:cNvPr>
            <p:cNvSpPr/>
            <p:nvPr/>
          </p:nvSpPr>
          <p:spPr>
            <a:xfrm rot="20630650">
              <a:off x="11464364" y="2246300"/>
              <a:ext cx="234807" cy="234807"/>
            </a:xfrm>
            <a:prstGeom prst="ellipse">
              <a:avLst/>
            </a:prstGeom>
            <a:solidFill>
              <a:srgbClr val="BF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Barlow-Regular" panose="02040502050405020303"/>
                <a:ea typeface="+mn-ea"/>
                <a:cs typeface="+mn-cs"/>
              </a:endParaRPr>
            </a:p>
          </p:txBody>
        </p:sp>
        <p:sp>
          <p:nvSpPr>
            <p:cNvPr id="302" name="Oval 301">
              <a:extLst>
                <a:ext uri="{FF2B5EF4-FFF2-40B4-BE49-F238E27FC236}">
                  <a16:creationId xmlns:a16="http://schemas.microsoft.com/office/drawing/2014/main" id="{0DBD558A-0B55-483C-96A6-609C900398A6}"/>
                </a:ext>
              </a:extLst>
            </p:cNvPr>
            <p:cNvSpPr/>
            <p:nvPr/>
          </p:nvSpPr>
          <p:spPr>
            <a:xfrm rot="20630650">
              <a:off x="11256423" y="2367279"/>
              <a:ext cx="140614" cy="140614"/>
            </a:xfrm>
            <a:prstGeom prst="ellipse">
              <a:avLst/>
            </a:prstGeom>
            <a:solidFill>
              <a:srgbClr val="BF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Barlow-Regular" panose="02040502050405020303"/>
                <a:ea typeface="+mn-ea"/>
                <a:cs typeface="+mn-cs"/>
              </a:endParaRPr>
            </a:p>
          </p:txBody>
        </p:sp>
      </p:grpSp>
      <p:sp>
        <p:nvSpPr>
          <p:cNvPr id="13" name="Slide Number Placeholder 12">
            <a:extLst>
              <a:ext uri="{FF2B5EF4-FFF2-40B4-BE49-F238E27FC236}">
                <a16:creationId xmlns:a16="http://schemas.microsoft.com/office/drawing/2014/main" id="{0C3DF6F1-55DD-F6E2-7519-1A70817765D7}"/>
              </a:ext>
            </a:extLst>
          </p:cNvPr>
          <p:cNvSpPr>
            <a:spLocks noGrp="1"/>
          </p:cNvSpPr>
          <p:nvPr>
            <p:ph type="sldNum" sz="quarter" idx="4294967295"/>
          </p:nvPr>
        </p:nvSpPr>
        <p:spPr>
          <a:xfrm>
            <a:off x="0" y="0"/>
            <a:ext cx="0" cy="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20608C6-AA7D-401F-91BD-E754E1B697DA}" type="slidenum">
              <a:rPr kumimoji="0" lang="en-IN" sz="1200" b="0" i="0" u="none" strike="noStrike" kern="1200" cap="none" spc="0" normalizeH="0" baseline="0" noProof="0" smtClean="0">
                <a:ln>
                  <a:noFill/>
                </a:ln>
                <a:solidFill>
                  <a:srgbClr val="414042">
                    <a:tint val="82000"/>
                  </a:srgbClr>
                </a:solidFill>
                <a:effectLst/>
                <a:uLnTx/>
                <a:uFillTx/>
                <a:latin typeface="Open Sans" pitchFamily="2" charset="0"/>
                <a:ea typeface="Open Sans" pitchFamily="2" charset="0"/>
                <a:cs typeface="Open Sans"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IN" sz="1200" b="0" i="0" u="none" strike="noStrike" kern="1200" cap="none" spc="0" normalizeH="0" baseline="0" noProof="0">
              <a:ln>
                <a:noFill/>
              </a:ln>
              <a:solidFill>
                <a:srgbClr val="414042">
                  <a:tint val="82000"/>
                </a:srgbClr>
              </a:solidFill>
              <a:effectLst/>
              <a:uLnTx/>
              <a:uFillTx/>
              <a:latin typeface="Open Sans" pitchFamily="2" charset="0"/>
              <a:ea typeface="Open Sans" pitchFamily="2" charset="0"/>
              <a:cs typeface="Open Sans" pitchFamily="2" charset="0"/>
            </a:endParaRPr>
          </a:p>
        </p:txBody>
      </p:sp>
      <p:cxnSp>
        <p:nvCxnSpPr>
          <p:cNvPr id="7" name="Straight Arrow Connector 6">
            <a:extLst>
              <a:ext uri="{FF2B5EF4-FFF2-40B4-BE49-F238E27FC236}">
                <a16:creationId xmlns:a16="http://schemas.microsoft.com/office/drawing/2014/main" id="{E0D7A839-CAC0-A2DB-E546-423D55224B67}"/>
              </a:ext>
            </a:extLst>
          </p:cNvPr>
          <p:cNvCxnSpPr>
            <a:cxnSpLocks/>
          </p:cNvCxnSpPr>
          <p:nvPr/>
        </p:nvCxnSpPr>
        <p:spPr>
          <a:xfrm flipH="1" flipV="1">
            <a:off x="3638160" y="5841960"/>
            <a:ext cx="877933" cy="720226"/>
          </a:xfrm>
          <a:prstGeom prst="straightConnector1">
            <a:avLst/>
          </a:prstGeom>
          <a:ln>
            <a:solidFill>
              <a:srgbClr val="BF2026"/>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CF60D15E-A716-A43E-90FB-EFF84BA5EEC6}"/>
              </a:ext>
            </a:extLst>
          </p:cNvPr>
          <p:cNvSpPr txBox="1"/>
          <p:nvPr/>
        </p:nvSpPr>
        <p:spPr>
          <a:xfrm>
            <a:off x="4502393" y="6445279"/>
            <a:ext cx="974882" cy="276999"/>
          </a:xfrm>
          <a:prstGeom prst="rect">
            <a:avLst/>
          </a:prstGeom>
          <a:noFill/>
          <a:ln>
            <a:noFill/>
          </a:ln>
        </p:spPr>
        <p:txBody>
          <a:bodyPr wrap="none" lIns="91440" tIns="45720" rIns="91440" bIns="45720" rtlCol="0" anchor="t">
            <a:spAutoFit/>
          </a:bodyPr>
          <a:lstStyle/>
          <a:p>
            <a:r>
              <a:rPr lang="en-IN" sz="1200">
                <a:solidFill>
                  <a:schemeClr val="accent1"/>
                </a:solidFill>
              </a:rPr>
              <a:t>We are here</a:t>
            </a:r>
          </a:p>
        </p:txBody>
      </p:sp>
      <p:sp>
        <p:nvSpPr>
          <p:cNvPr id="6" name="TextBox 5">
            <a:extLst>
              <a:ext uri="{FF2B5EF4-FFF2-40B4-BE49-F238E27FC236}">
                <a16:creationId xmlns:a16="http://schemas.microsoft.com/office/drawing/2014/main" id="{80BACA03-0D1E-6A3E-0905-A3BB41B0BA2E}"/>
              </a:ext>
            </a:extLst>
          </p:cNvPr>
          <p:cNvSpPr txBox="1"/>
          <p:nvPr/>
        </p:nvSpPr>
        <p:spPr>
          <a:xfrm>
            <a:off x="2304719" y="592696"/>
            <a:ext cx="7509428" cy="707886"/>
          </a:xfrm>
          <a:prstGeom prst="rect">
            <a:avLst/>
          </a:prstGeom>
          <a:noFill/>
        </p:spPr>
        <p:txBody>
          <a:bodyPr wrap="none" rtlCol="0">
            <a:spAutoFit/>
          </a:bodyPr>
          <a:lstStyle/>
          <a:p>
            <a:pPr algn="ctr"/>
            <a:r>
              <a:rPr lang="en-US" sz="4000" b="1" dirty="0">
                <a:solidFill>
                  <a:schemeClr val="tx2"/>
                </a:solidFill>
                <a:latin typeface="Open Sans" panose="020B0606030504020204" pitchFamily="34" charset="0"/>
                <a:ea typeface="Open Sans" panose="020B0606030504020204" pitchFamily="34" charset="0"/>
                <a:cs typeface="Open Sans" panose="020B0606030504020204" pitchFamily="34" charset="0"/>
              </a:rPr>
              <a:t>WADHWANI IGNITE JOURNEY</a:t>
            </a:r>
          </a:p>
        </p:txBody>
      </p:sp>
      <p:sp>
        <p:nvSpPr>
          <p:cNvPr id="8" name="TextBox 7">
            <a:extLst>
              <a:ext uri="{FF2B5EF4-FFF2-40B4-BE49-F238E27FC236}">
                <a16:creationId xmlns:a16="http://schemas.microsoft.com/office/drawing/2014/main" id="{4365E6FF-260B-DF00-D268-A1962768A6B2}"/>
              </a:ext>
            </a:extLst>
          </p:cNvPr>
          <p:cNvSpPr txBox="1"/>
          <p:nvPr/>
        </p:nvSpPr>
        <p:spPr>
          <a:xfrm>
            <a:off x="10324187" y="2692268"/>
            <a:ext cx="1418568" cy="140038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dirty="0">
                <a:ln>
                  <a:noFill/>
                </a:ln>
                <a:solidFill>
                  <a:srgbClr val="414042"/>
                </a:solidFill>
                <a:effectLst/>
                <a:uLnTx/>
                <a:uFillTx/>
                <a:latin typeface="Barlow ExtraBold" pitchFamily="2" charset="77"/>
                <a:ea typeface="+mn-ea"/>
                <a:cs typeface="+mn-cs"/>
              </a:rPr>
              <a:t>Venture Viability Presentation</a:t>
            </a:r>
          </a:p>
          <a:p>
            <a:pPr marL="144000" marR="0" lvl="0" indent="-14400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Venture Viability Milestone Submission and Presentation Prep</a:t>
            </a:r>
          </a:p>
          <a:p>
            <a:pPr marL="144000" marR="0" lvl="0" indent="-14400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lang="en-US" sz="1000" dirty="0">
                <a:solidFill>
                  <a:srgbClr val="414042"/>
                </a:solidFill>
                <a:latin typeface="Barlow-Regular" panose="02040502050405020303"/>
              </a:rPr>
              <a:t>Venture Viability  Milestone Presentation </a:t>
            </a:r>
            <a:endPar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endParaRPr>
          </a:p>
        </p:txBody>
      </p:sp>
      <p:sp>
        <p:nvSpPr>
          <p:cNvPr id="10" name="TextBox 9">
            <a:extLst>
              <a:ext uri="{FF2B5EF4-FFF2-40B4-BE49-F238E27FC236}">
                <a16:creationId xmlns:a16="http://schemas.microsoft.com/office/drawing/2014/main" id="{BE3E08F7-D334-EB1C-442E-91FE7105B1FE}"/>
              </a:ext>
            </a:extLst>
          </p:cNvPr>
          <p:cNvSpPr txBox="1"/>
          <p:nvPr/>
        </p:nvSpPr>
        <p:spPr>
          <a:xfrm>
            <a:off x="9448934" y="4777580"/>
            <a:ext cx="1722700" cy="140038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dirty="0">
                <a:ln>
                  <a:noFill/>
                </a:ln>
                <a:solidFill>
                  <a:srgbClr val="414042"/>
                </a:solidFill>
                <a:effectLst/>
                <a:uLnTx/>
                <a:uFillTx/>
                <a:latin typeface="Barlow ExtraBold" pitchFamily="2" charset="77"/>
                <a:ea typeface="+mn-ea"/>
                <a:cs typeface="+mn-cs"/>
              </a:rPr>
              <a:t>Venture Idea and Pitch Readiness</a:t>
            </a:r>
          </a:p>
          <a:p>
            <a:pPr marL="144000" marR="0" lvl="0" indent="-14400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Thinking Beyond the Prototype - Scale Opportunity &amp; Orientation</a:t>
            </a:r>
          </a:p>
          <a:p>
            <a:pPr marL="144000" marR="0" lvl="0" indent="-14400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lang="en-US" sz="1000" dirty="0">
                <a:solidFill>
                  <a:srgbClr val="414042"/>
                </a:solidFill>
                <a:latin typeface="Barlow-Regular" panose="02040502050405020303"/>
              </a:rPr>
              <a:t>Persuasive Story-Telling for a Feasible Venture Idea</a:t>
            </a:r>
            <a:endPar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endParaRPr>
          </a:p>
        </p:txBody>
      </p:sp>
    </p:spTree>
    <p:custDataLst>
      <p:tags r:id="rId1"/>
    </p:custDataLst>
    <p:extLst>
      <p:ext uri="{BB962C8B-B14F-4D97-AF65-F5344CB8AC3E}">
        <p14:creationId xmlns:p14="http://schemas.microsoft.com/office/powerpoint/2010/main" val="32921888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18">
            <a:extLst>
              <a:ext uri="{FF2B5EF4-FFF2-40B4-BE49-F238E27FC236}">
                <a16:creationId xmlns:a16="http://schemas.microsoft.com/office/drawing/2014/main" id="{3F13AD7E-C4D3-DDDA-B5F9-D7ABF21E46C4}"/>
              </a:ext>
            </a:extLst>
          </p:cNvPr>
          <p:cNvSpPr/>
          <p:nvPr/>
        </p:nvSpPr>
        <p:spPr>
          <a:xfrm>
            <a:off x="4576522" y="2693215"/>
            <a:ext cx="1771646" cy="1619581"/>
          </a:xfrm>
          <a:prstGeom prst="roundRect">
            <a:avLst>
              <a:gd name="adj" fmla="val 3893"/>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cxnSp>
        <p:nvCxnSpPr>
          <p:cNvPr id="21" name="Straight Arrow Connector 20">
            <a:extLst>
              <a:ext uri="{FF2B5EF4-FFF2-40B4-BE49-F238E27FC236}">
                <a16:creationId xmlns:a16="http://schemas.microsoft.com/office/drawing/2014/main" id="{F486D0C2-7B61-412D-BD86-0CFA64955EFB}"/>
              </a:ext>
            </a:extLst>
          </p:cNvPr>
          <p:cNvCxnSpPr>
            <a:cxnSpLocks/>
          </p:cNvCxnSpPr>
          <p:nvPr/>
        </p:nvCxnSpPr>
        <p:spPr>
          <a:xfrm flipV="1">
            <a:off x="513794" y="1814768"/>
            <a:ext cx="10916505" cy="44930"/>
          </a:xfrm>
          <a:prstGeom prst="straightConnector1">
            <a:avLst/>
          </a:prstGeom>
          <a:ln w="44450" cap="rnd">
            <a:solidFill>
              <a:schemeClr val="accent1"/>
            </a:solidFill>
            <a:prstDash val="solid"/>
            <a:round/>
            <a:tailEnd type="stealth"/>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EB11115-37F1-4C25-AA42-C6802AAAC17F}"/>
              </a:ext>
            </a:extLst>
          </p:cNvPr>
          <p:cNvCxnSpPr>
            <a:cxnSpLocks/>
          </p:cNvCxnSpPr>
          <p:nvPr/>
        </p:nvCxnSpPr>
        <p:spPr>
          <a:xfrm>
            <a:off x="867640" y="1961310"/>
            <a:ext cx="0" cy="2775725"/>
          </a:xfrm>
          <a:prstGeom prst="line">
            <a:avLst/>
          </a:prstGeom>
          <a:ln w="28575">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E52E49F5-B8F8-4EEE-8741-8C5FC5EEC02A}"/>
              </a:ext>
            </a:extLst>
          </p:cNvPr>
          <p:cNvCxnSpPr>
            <a:cxnSpLocks/>
          </p:cNvCxnSpPr>
          <p:nvPr/>
        </p:nvCxnSpPr>
        <p:spPr>
          <a:xfrm>
            <a:off x="2682415" y="1961310"/>
            <a:ext cx="0" cy="2775725"/>
          </a:xfrm>
          <a:prstGeom prst="line">
            <a:avLst/>
          </a:prstGeom>
          <a:ln w="28575">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B50FA3EB-4E3E-437A-BDE2-05BA26384FBA}"/>
              </a:ext>
            </a:extLst>
          </p:cNvPr>
          <p:cNvCxnSpPr>
            <a:cxnSpLocks/>
          </p:cNvCxnSpPr>
          <p:nvPr/>
        </p:nvCxnSpPr>
        <p:spPr>
          <a:xfrm>
            <a:off x="4497190" y="1961310"/>
            <a:ext cx="0" cy="2775725"/>
          </a:xfrm>
          <a:prstGeom prst="line">
            <a:avLst/>
          </a:prstGeom>
          <a:ln w="28575">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E224DB12-B27F-48AA-9BED-5A28D9BFB92E}"/>
              </a:ext>
            </a:extLst>
          </p:cNvPr>
          <p:cNvCxnSpPr>
            <a:cxnSpLocks/>
          </p:cNvCxnSpPr>
          <p:nvPr/>
        </p:nvCxnSpPr>
        <p:spPr>
          <a:xfrm>
            <a:off x="6311966" y="1961310"/>
            <a:ext cx="0" cy="2775725"/>
          </a:xfrm>
          <a:prstGeom prst="line">
            <a:avLst/>
          </a:prstGeom>
          <a:ln w="28575">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E9A3DD66-DB62-4CFA-9C6E-CDC548407E4C}"/>
              </a:ext>
            </a:extLst>
          </p:cNvPr>
          <p:cNvCxnSpPr>
            <a:cxnSpLocks/>
          </p:cNvCxnSpPr>
          <p:nvPr/>
        </p:nvCxnSpPr>
        <p:spPr>
          <a:xfrm>
            <a:off x="8126741" y="1961310"/>
            <a:ext cx="0" cy="2775725"/>
          </a:xfrm>
          <a:prstGeom prst="line">
            <a:avLst/>
          </a:prstGeom>
          <a:ln w="28575">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C4B46062-B4A8-4D76-807B-4F1C1AECAEBC}"/>
              </a:ext>
            </a:extLst>
          </p:cNvPr>
          <p:cNvCxnSpPr>
            <a:cxnSpLocks/>
          </p:cNvCxnSpPr>
          <p:nvPr/>
        </p:nvCxnSpPr>
        <p:spPr>
          <a:xfrm>
            <a:off x="9941516" y="1961310"/>
            <a:ext cx="0" cy="2775725"/>
          </a:xfrm>
          <a:prstGeom prst="line">
            <a:avLst/>
          </a:prstGeom>
          <a:ln w="28575">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E62C66C1-4C44-4141-8A6C-AC3D68CAE71E}"/>
              </a:ext>
            </a:extLst>
          </p:cNvPr>
          <p:cNvCxnSpPr>
            <a:cxnSpLocks/>
          </p:cNvCxnSpPr>
          <p:nvPr/>
        </p:nvCxnSpPr>
        <p:spPr>
          <a:xfrm>
            <a:off x="1775028" y="1721819"/>
            <a:ext cx="0" cy="868851"/>
          </a:xfrm>
          <a:prstGeom prst="line">
            <a:avLst/>
          </a:prstGeom>
          <a:ln w="28575">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05961842-6985-4A48-B70A-AA600DFB46FC}"/>
              </a:ext>
            </a:extLst>
          </p:cNvPr>
          <p:cNvCxnSpPr>
            <a:cxnSpLocks/>
          </p:cNvCxnSpPr>
          <p:nvPr/>
        </p:nvCxnSpPr>
        <p:spPr>
          <a:xfrm>
            <a:off x="3589803" y="1721819"/>
            <a:ext cx="0" cy="868851"/>
          </a:xfrm>
          <a:prstGeom prst="line">
            <a:avLst/>
          </a:prstGeom>
          <a:ln w="28575">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B1E8CFED-2536-4C71-A205-B19199E6FE77}"/>
              </a:ext>
            </a:extLst>
          </p:cNvPr>
          <p:cNvCxnSpPr>
            <a:cxnSpLocks/>
          </p:cNvCxnSpPr>
          <p:nvPr/>
        </p:nvCxnSpPr>
        <p:spPr>
          <a:xfrm>
            <a:off x="5404578" y="1721819"/>
            <a:ext cx="0" cy="868851"/>
          </a:xfrm>
          <a:prstGeom prst="line">
            <a:avLst/>
          </a:prstGeom>
          <a:ln w="28575">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895AA557-922C-4FBC-BE95-D4289B012884}"/>
              </a:ext>
            </a:extLst>
          </p:cNvPr>
          <p:cNvCxnSpPr>
            <a:cxnSpLocks/>
          </p:cNvCxnSpPr>
          <p:nvPr/>
        </p:nvCxnSpPr>
        <p:spPr>
          <a:xfrm>
            <a:off x="7219353" y="1721819"/>
            <a:ext cx="0" cy="868851"/>
          </a:xfrm>
          <a:prstGeom prst="line">
            <a:avLst/>
          </a:prstGeom>
          <a:ln w="28575">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55A99589-E1D5-48B3-8B95-87CF596E58D1}"/>
              </a:ext>
            </a:extLst>
          </p:cNvPr>
          <p:cNvCxnSpPr>
            <a:cxnSpLocks/>
          </p:cNvCxnSpPr>
          <p:nvPr/>
        </p:nvCxnSpPr>
        <p:spPr>
          <a:xfrm>
            <a:off x="9034128" y="1721819"/>
            <a:ext cx="0" cy="868851"/>
          </a:xfrm>
          <a:prstGeom prst="line">
            <a:avLst/>
          </a:prstGeom>
          <a:ln w="28575">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406531EC-05A0-426C-A115-D22F842C572F}"/>
              </a:ext>
            </a:extLst>
          </p:cNvPr>
          <p:cNvCxnSpPr>
            <a:cxnSpLocks/>
          </p:cNvCxnSpPr>
          <p:nvPr/>
        </p:nvCxnSpPr>
        <p:spPr>
          <a:xfrm>
            <a:off x="10848903" y="1721819"/>
            <a:ext cx="0" cy="868851"/>
          </a:xfrm>
          <a:prstGeom prst="line">
            <a:avLst/>
          </a:prstGeom>
          <a:ln w="28575">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C0181455-FA50-430A-AD66-3DF7B54399A0}"/>
              </a:ext>
            </a:extLst>
          </p:cNvPr>
          <p:cNvSpPr txBox="1"/>
          <p:nvPr/>
        </p:nvSpPr>
        <p:spPr>
          <a:xfrm>
            <a:off x="2849537" y="2692268"/>
            <a:ext cx="1470447" cy="143116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dirty="0" err="1">
                <a:ln>
                  <a:noFill/>
                </a:ln>
                <a:solidFill>
                  <a:srgbClr val="414042"/>
                </a:solidFill>
                <a:effectLst/>
                <a:uLnTx/>
                <a:uFillTx/>
                <a:latin typeface="Barlow ExtraBold" pitchFamily="2" charset="77"/>
                <a:ea typeface="+mn-ea"/>
                <a:cs typeface="+mn-cs"/>
              </a:rPr>
              <a:t>Peluang</a:t>
            </a:r>
            <a:r>
              <a:rPr kumimoji="0" lang="en-IN" sz="1100" b="1" i="0" u="none" strike="noStrike" kern="1200" cap="none" spc="0" normalizeH="0" baseline="0" noProof="0" dirty="0">
                <a:ln>
                  <a:noFill/>
                </a:ln>
                <a:solidFill>
                  <a:srgbClr val="414042"/>
                </a:solidFill>
                <a:effectLst/>
                <a:uLnTx/>
                <a:uFillTx/>
                <a:latin typeface="Barlow ExtraBold" pitchFamily="2" charset="77"/>
                <a:ea typeface="+mn-ea"/>
                <a:cs typeface="+mn-cs"/>
              </a:rPr>
              <a:t> &amp; </a:t>
            </a:r>
            <a:r>
              <a:rPr kumimoji="0" lang="en-IN" sz="1100" b="1" i="0" u="none" strike="noStrike" kern="1200" cap="none" spc="0" normalizeH="0" baseline="0" noProof="0" dirty="0" err="1">
                <a:ln>
                  <a:noFill/>
                </a:ln>
                <a:solidFill>
                  <a:srgbClr val="414042"/>
                </a:solidFill>
                <a:effectLst/>
                <a:uLnTx/>
                <a:uFillTx/>
                <a:latin typeface="Barlow ExtraBold" pitchFamily="2" charset="77"/>
                <a:ea typeface="+mn-ea"/>
                <a:cs typeface="+mn-cs"/>
              </a:rPr>
              <a:t>pemetaan</a:t>
            </a:r>
            <a:r>
              <a:rPr kumimoji="0" lang="en-IN" sz="1100" b="1" i="0" u="none" strike="noStrike" kern="1200" cap="none" spc="0" normalizeH="0" baseline="0" noProof="0" dirty="0">
                <a:ln>
                  <a:noFill/>
                </a:ln>
                <a:solidFill>
                  <a:srgbClr val="414042"/>
                </a:solidFill>
                <a:effectLst/>
                <a:uLnTx/>
                <a:uFillTx/>
                <a:latin typeface="Barlow ExtraBold" pitchFamily="2" charset="77"/>
                <a:ea typeface="+mn-ea"/>
                <a:cs typeface="+mn-cs"/>
              </a:rPr>
              <a:t> </a:t>
            </a:r>
            <a:r>
              <a:rPr kumimoji="0" lang="en-IN" sz="1100" b="1" i="0" u="none" strike="noStrike" kern="1200" cap="none" spc="0" normalizeH="0" baseline="0" noProof="0" dirty="0" err="1">
                <a:ln>
                  <a:noFill/>
                </a:ln>
                <a:solidFill>
                  <a:srgbClr val="414042"/>
                </a:solidFill>
                <a:effectLst/>
                <a:uLnTx/>
                <a:uFillTx/>
                <a:latin typeface="Barlow ExtraBold" pitchFamily="2" charset="77"/>
                <a:ea typeface="+mn-ea"/>
                <a:cs typeface="+mn-cs"/>
              </a:rPr>
              <a:t>persaingan</a:t>
            </a:r>
            <a:endParaRPr kumimoji="0" lang="en-IN" sz="1100" b="1" i="0" u="none" strike="noStrike" kern="1200" cap="none" spc="0" normalizeH="0" baseline="0" noProof="0" dirty="0">
              <a:ln>
                <a:noFill/>
              </a:ln>
              <a:solidFill>
                <a:srgbClr val="414042"/>
              </a:solidFill>
              <a:effectLst/>
              <a:uLnTx/>
              <a:uFillTx/>
              <a:latin typeface="Barlow ExtraBold" pitchFamily="2" charset="77"/>
              <a:ea typeface="+mn-ea"/>
              <a:cs typeface="+mn-cs"/>
            </a:endParaRPr>
          </a:p>
          <a:p>
            <a:pPr marL="144000" marR="0" lvl="0" indent="-14400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Mengidentifikasi</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pesaing</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global</a:t>
            </a:r>
          </a:p>
          <a:p>
            <a:pPr marL="144000" marR="0" lvl="0" indent="-14400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Meninjau</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tren</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produksi</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dan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memperkirakan</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ukuran</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pasar (TAM)</a:t>
            </a:r>
          </a:p>
        </p:txBody>
      </p:sp>
      <p:sp>
        <p:nvSpPr>
          <p:cNvPr id="97" name="TextBox 96">
            <a:extLst>
              <a:ext uri="{FF2B5EF4-FFF2-40B4-BE49-F238E27FC236}">
                <a16:creationId xmlns:a16="http://schemas.microsoft.com/office/drawing/2014/main" id="{66209C6D-39F7-4968-98D3-E07F8D58D708}"/>
              </a:ext>
            </a:extLst>
          </p:cNvPr>
          <p:cNvSpPr txBox="1"/>
          <p:nvPr/>
        </p:nvSpPr>
        <p:spPr>
          <a:xfrm>
            <a:off x="3992265" y="4777580"/>
            <a:ext cx="1530339" cy="1123384"/>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dirty="0" err="1">
                <a:ln>
                  <a:noFill/>
                </a:ln>
                <a:solidFill>
                  <a:srgbClr val="414042"/>
                </a:solidFill>
                <a:effectLst/>
                <a:uLnTx/>
                <a:uFillTx/>
                <a:latin typeface="Barlow ExtraBold"/>
                <a:ea typeface="+mn-ea"/>
                <a:cs typeface="+mn-cs"/>
              </a:rPr>
              <a:t>Pengembangan</a:t>
            </a:r>
            <a:r>
              <a:rPr kumimoji="0" lang="en-IN" sz="1100" b="1" i="0" u="none" strike="noStrike" kern="1200" cap="none" spc="0" normalizeH="0" baseline="0" noProof="0" dirty="0">
                <a:ln>
                  <a:noFill/>
                </a:ln>
                <a:solidFill>
                  <a:srgbClr val="414042"/>
                </a:solidFill>
                <a:effectLst/>
                <a:uLnTx/>
                <a:uFillTx/>
                <a:latin typeface="Barlow ExtraBold"/>
                <a:ea typeface="+mn-ea"/>
                <a:cs typeface="+mn-cs"/>
              </a:rPr>
              <a:t> prototype dan MVP</a:t>
            </a:r>
          </a:p>
          <a:p>
            <a:pPr marL="0" marR="0" lvl="0" indent="0" algn="l" defTabSz="914400" rtl="0" eaLnBrk="1" fontAlgn="auto" latinLnBrk="0" hangingPunct="1">
              <a:lnSpc>
                <a:spcPct val="90000"/>
              </a:lnSpc>
              <a:spcBef>
                <a:spcPts val="0"/>
              </a:spcBef>
              <a:spcAft>
                <a:spcPts val="0"/>
              </a:spcAft>
              <a:buClr>
                <a:srgbClr val="414042"/>
              </a:buClr>
              <a:buSzPct val="100000"/>
              <a:buFontTx/>
              <a:buNone/>
              <a:tabLst/>
              <a:defRPr/>
            </a:pPr>
            <a:endPar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endParaRPr>
          </a:p>
          <a:p>
            <a:pPr marL="143510" marR="0" lvl="0" indent="-14351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Membuat</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prototype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awal</a:t>
            </a:r>
            <a:endPar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endParaRPr>
          </a:p>
          <a:p>
            <a:pPr marL="143510" marR="0" lvl="0" indent="-14351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Prototype yang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akan</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divalidasi</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awal</a:t>
            </a:r>
            <a:endParaRPr kumimoji="0" lang="en-US" sz="1800" b="0" i="0" u="none" strike="noStrike" kern="1200" cap="none" spc="0" normalizeH="0" baseline="0" noProof="0" dirty="0">
              <a:ln>
                <a:noFill/>
              </a:ln>
              <a:solidFill>
                <a:srgbClr val="414042"/>
              </a:solidFill>
              <a:effectLst/>
              <a:uLnTx/>
              <a:uFillTx/>
              <a:latin typeface="Aptos" panose="02110004020202020204"/>
              <a:ea typeface="+mn-ea"/>
              <a:cs typeface="+mn-cs"/>
            </a:endParaRPr>
          </a:p>
        </p:txBody>
      </p:sp>
      <p:sp>
        <p:nvSpPr>
          <p:cNvPr id="98" name="TextBox 97">
            <a:extLst>
              <a:ext uri="{FF2B5EF4-FFF2-40B4-BE49-F238E27FC236}">
                <a16:creationId xmlns:a16="http://schemas.microsoft.com/office/drawing/2014/main" id="{A37B439D-8E28-4102-85FA-A91845961966}"/>
              </a:ext>
            </a:extLst>
          </p:cNvPr>
          <p:cNvSpPr txBox="1"/>
          <p:nvPr/>
        </p:nvSpPr>
        <p:spPr>
          <a:xfrm>
            <a:off x="4728282" y="2692268"/>
            <a:ext cx="1468127" cy="1123384"/>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dirty="0" err="1">
                <a:ln>
                  <a:noFill/>
                </a:ln>
                <a:solidFill>
                  <a:srgbClr val="414042"/>
                </a:solidFill>
                <a:effectLst/>
                <a:uLnTx/>
                <a:uFillTx/>
                <a:latin typeface="Barlow ExtraBold"/>
                <a:ea typeface="+mn-ea"/>
                <a:cs typeface="+mn-cs"/>
              </a:rPr>
              <a:t>Menilai</a:t>
            </a:r>
            <a:r>
              <a:rPr kumimoji="0" lang="en-IN" sz="1100" b="1" i="0" u="none" strike="noStrike" kern="1200" cap="none" spc="0" normalizeH="0" baseline="0" noProof="0" dirty="0">
                <a:ln>
                  <a:noFill/>
                </a:ln>
                <a:solidFill>
                  <a:srgbClr val="414042"/>
                </a:solidFill>
                <a:effectLst/>
                <a:uLnTx/>
                <a:uFillTx/>
                <a:latin typeface="Barlow ExtraBold"/>
                <a:ea typeface="+mn-ea"/>
                <a:cs typeface="+mn-cs"/>
              </a:rPr>
              <a:t> </a:t>
            </a:r>
            <a:r>
              <a:rPr kumimoji="0" lang="en-IN" sz="1100" b="1" i="0" u="none" strike="noStrike" kern="1200" cap="none" spc="0" normalizeH="0" baseline="0" noProof="0" dirty="0" err="1">
                <a:ln>
                  <a:noFill/>
                </a:ln>
                <a:solidFill>
                  <a:srgbClr val="414042"/>
                </a:solidFill>
                <a:effectLst/>
                <a:uLnTx/>
                <a:uFillTx/>
                <a:latin typeface="Barlow ExtraBold"/>
                <a:ea typeface="+mn-ea"/>
                <a:cs typeface="+mn-cs"/>
              </a:rPr>
              <a:t>peluang</a:t>
            </a:r>
            <a:r>
              <a:rPr kumimoji="0" lang="en-IN" sz="1100" b="1" i="0" u="none" strike="noStrike" kern="1200" cap="none" spc="0" normalizeH="0" baseline="0" noProof="0" dirty="0">
                <a:ln>
                  <a:noFill/>
                </a:ln>
                <a:solidFill>
                  <a:srgbClr val="414042"/>
                </a:solidFill>
                <a:effectLst/>
                <a:uLnTx/>
                <a:uFillTx/>
                <a:latin typeface="Barlow ExtraBold"/>
                <a:ea typeface="+mn-ea"/>
                <a:cs typeface="+mn-cs"/>
              </a:rPr>
              <a:t> yang </a:t>
            </a:r>
            <a:r>
              <a:rPr kumimoji="0" lang="en-IN" sz="1100" b="1" i="0" u="none" strike="noStrike" kern="1200" cap="none" spc="0" normalizeH="0" baseline="0" noProof="0" dirty="0" err="1">
                <a:ln>
                  <a:noFill/>
                </a:ln>
                <a:solidFill>
                  <a:srgbClr val="414042"/>
                </a:solidFill>
                <a:effectLst/>
                <a:uLnTx/>
                <a:uFillTx/>
                <a:latin typeface="Barlow ExtraBold"/>
                <a:ea typeface="+mn-ea"/>
                <a:cs typeface="+mn-cs"/>
              </a:rPr>
              <a:t>ada</a:t>
            </a:r>
            <a:endParaRPr kumimoji="0" lang="en-IN" sz="1100" b="1" i="0" u="none" strike="noStrike" kern="1200" cap="none" spc="0" normalizeH="0" baseline="0" noProof="0" dirty="0">
              <a:ln>
                <a:noFill/>
              </a:ln>
              <a:solidFill>
                <a:srgbClr val="414042"/>
              </a:solidFill>
              <a:effectLst/>
              <a:uLnTx/>
              <a:uFillTx/>
              <a:latin typeface="Barlow ExtraBold"/>
              <a:ea typeface="+mn-ea"/>
              <a:cs typeface="+mn-cs"/>
            </a:endParaRPr>
          </a:p>
          <a:p>
            <a:pPr marL="143510" marR="0" lvl="0" indent="-14351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Memetakan</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posisi</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relative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anda</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di pasar</a:t>
            </a:r>
          </a:p>
          <a:p>
            <a:pPr marL="143510" marR="0" lvl="0" indent="-14351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Memperkirakan</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ukuran</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peluang</a:t>
            </a:r>
            <a:endPar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endParaRPr>
          </a:p>
        </p:txBody>
      </p:sp>
      <p:sp>
        <p:nvSpPr>
          <p:cNvPr id="99" name="TextBox 98">
            <a:extLst>
              <a:ext uri="{FF2B5EF4-FFF2-40B4-BE49-F238E27FC236}">
                <a16:creationId xmlns:a16="http://schemas.microsoft.com/office/drawing/2014/main" id="{607F84AE-6AA4-4B65-A436-E473AD78C4E9}"/>
              </a:ext>
            </a:extLst>
          </p:cNvPr>
          <p:cNvSpPr txBox="1"/>
          <p:nvPr/>
        </p:nvSpPr>
        <p:spPr>
          <a:xfrm>
            <a:off x="5779740" y="4785274"/>
            <a:ext cx="1507611" cy="180049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dirty="0" err="1">
                <a:ln>
                  <a:noFill/>
                </a:ln>
                <a:solidFill>
                  <a:srgbClr val="414042"/>
                </a:solidFill>
                <a:effectLst/>
                <a:uLnTx/>
                <a:uFillTx/>
                <a:latin typeface="Barlow ExtraBold" pitchFamily="2" charset="77"/>
                <a:ea typeface="+mn-ea"/>
                <a:cs typeface="+mn-cs"/>
              </a:rPr>
              <a:t>Pemodelan</a:t>
            </a:r>
            <a:r>
              <a:rPr kumimoji="0" lang="en-IN" sz="1100" b="1" i="0" u="none" strike="noStrike" kern="1200" cap="none" spc="0" normalizeH="0" baseline="0" noProof="0" dirty="0">
                <a:ln>
                  <a:noFill/>
                </a:ln>
                <a:solidFill>
                  <a:srgbClr val="414042"/>
                </a:solidFill>
                <a:effectLst/>
                <a:uLnTx/>
                <a:uFillTx/>
                <a:latin typeface="Barlow ExtraBold" pitchFamily="2" charset="77"/>
                <a:ea typeface="+mn-ea"/>
                <a:cs typeface="+mn-cs"/>
              </a:rPr>
              <a:t> </a:t>
            </a:r>
            <a:r>
              <a:rPr kumimoji="0" lang="en-IN" sz="1100" b="1" i="0" u="none" strike="noStrike" kern="1200" cap="none" spc="0" normalizeH="0" baseline="0" noProof="0" dirty="0" err="1">
                <a:ln>
                  <a:noFill/>
                </a:ln>
                <a:solidFill>
                  <a:srgbClr val="414042"/>
                </a:solidFill>
                <a:effectLst/>
                <a:uLnTx/>
                <a:uFillTx/>
                <a:latin typeface="Barlow ExtraBold" pitchFamily="2" charset="77"/>
                <a:ea typeface="+mn-ea"/>
                <a:cs typeface="+mn-cs"/>
              </a:rPr>
              <a:t>Bisnis</a:t>
            </a:r>
            <a:endParaRPr kumimoji="0" lang="en-IN" sz="1100" b="1" i="0" u="none" strike="noStrike" kern="1200" cap="none" spc="0" normalizeH="0" baseline="0" noProof="0" dirty="0">
              <a:ln>
                <a:noFill/>
              </a:ln>
              <a:solidFill>
                <a:srgbClr val="414042"/>
              </a:solidFill>
              <a:effectLst/>
              <a:uLnTx/>
              <a:uFillTx/>
              <a:latin typeface="Barlow ExtraBold" pitchFamily="2" charset="77"/>
              <a:ea typeface="+mn-ea"/>
              <a:cs typeface="+mn-cs"/>
            </a:endParaRPr>
          </a:p>
          <a:p>
            <a:pPr marL="144000" marR="0" lvl="0" indent="-144000" algn="l" defTabSz="914400" rtl="0" eaLnBrk="1" fontAlgn="auto" latinLnBrk="0" hangingPunct="1">
              <a:lnSpc>
                <a:spcPct val="10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Memeriksa</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model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pendapatan</a:t>
            </a:r>
            <a:endPar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endParaRPr>
          </a:p>
          <a:p>
            <a:pPr marL="144000" marR="0" lvl="0" indent="-144000" algn="l" defTabSz="914400" rtl="0" eaLnBrk="1" fontAlgn="auto" latinLnBrk="0" hangingPunct="1">
              <a:lnSpc>
                <a:spcPct val="10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Model-model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pendapatan</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lanjutran</a:t>
            </a:r>
            <a:endPar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endParaRPr>
          </a:p>
          <a:p>
            <a:pPr marL="144000" marR="0" lvl="0" indent="-144000" algn="l" defTabSz="914400" rtl="0" eaLnBrk="1" fontAlgn="auto" latinLnBrk="0" hangingPunct="1">
              <a:lnSpc>
                <a:spcPct val="10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Meninjau</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dan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membuat</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Lean Canvas</a:t>
            </a:r>
          </a:p>
          <a:p>
            <a:pPr marL="144000" marR="0" lvl="0" indent="-144000" algn="l" defTabSz="914400" rtl="0" eaLnBrk="1" fontAlgn="auto" latinLnBrk="0" hangingPunct="1">
              <a:lnSpc>
                <a:spcPct val="10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Membuat</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Lean Canvas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untuk</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usaha</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anda</a:t>
            </a:r>
            <a:endPar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endParaRPr>
          </a:p>
        </p:txBody>
      </p:sp>
      <p:sp>
        <p:nvSpPr>
          <p:cNvPr id="100" name="TextBox 99">
            <a:extLst>
              <a:ext uri="{FF2B5EF4-FFF2-40B4-BE49-F238E27FC236}">
                <a16:creationId xmlns:a16="http://schemas.microsoft.com/office/drawing/2014/main" id="{A2D8DA7E-DA04-4605-BD55-8D9D8D79C684}"/>
              </a:ext>
            </a:extLst>
          </p:cNvPr>
          <p:cNvSpPr txBox="1"/>
          <p:nvPr/>
        </p:nvSpPr>
        <p:spPr>
          <a:xfrm>
            <a:off x="6578067" y="2692268"/>
            <a:ext cx="1418568" cy="1708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dirty="0">
                <a:ln>
                  <a:noFill/>
                </a:ln>
                <a:solidFill>
                  <a:srgbClr val="414042"/>
                </a:solidFill>
                <a:effectLst/>
                <a:uLnTx/>
                <a:uFillTx/>
                <a:latin typeface="Barlow ExtraBold" pitchFamily="2" charset="77"/>
                <a:ea typeface="+mn-ea"/>
                <a:cs typeface="+mn-cs"/>
              </a:rPr>
              <a:t>Strategi </a:t>
            </a:r>
            <a:r>
              <a:rPr kumimoji="0" lang="en-IN" sz="1100" b="1" i="0" u="none" strike="noStrike" kern="1200" cap="none" spc="0" normalizeH="0" baseline="0" noProof="0" dirty="0" err="1">
                <a:ln>
                  <a:noFill/>
                </a:ln>
                <a:solidFill>
                  <a:srgbClr val="414042"/>
                </a:solidFill>
                <a:effectLst/>
                <a:uLnTx/>
                <a:uFillTx/>
                <a:latin typeface="Barlow ExtraBold" pitchFamily="2" charset="77"/>
                <a:ea typeface="+mn-ea"/>
                <a:cs typeface="+mn-cs"/>
              </a:rPr>
              <a:t>pemasaran</a:t>
            </a:r>
            <a:r>
              <a:rPr kumimoji="0" lang="en-IN" sz="1100" b="1" i="0" u="none" strike="noStrike" kern="1200" cap="none" spc="0" normalizeH="0" baseline="0" noProof="0" dirty="0">
                <a:ln>
                  <a:noFill/>
                </a:ln>
                <a:solidFill>
                  <a:srgbClr val="414042"/>
                </a:solidFill>
                <a:effectLst/>
                <a:uLnTx/>
                <a:uFillTx/>
                <a:latin typeface="Barlow ExtraBold" pitchFamily="2" charset="77"/>
                <a:ea typeface="+mn-ea"/>
                <a:cs typeface="+mn-cs"/>
              </a:rPr>
              <a:t> &amp; </a:t>
            </a:r>
            <a:r>
              <a:rPr kumimoji="0" lang="en-IN" sz="1100" b="1" i="0" u="none" strike="noStrike" kern="1200" cap="none" spc="0" normalizeH="0" baseline="0" noProof="0" dirty="0" err="1">
                <a:ln>
                  <a:noFill/>
                </a:ln>
                <a:solidFill>
                  <a:srgbClr val="414042"/>
                </a:solidFill>
                <a:effectLst/>
                <a:uLnTx/>
                <a:uFillTx/>
                <a:latin typeface="Barlow ExtraBold" pitchFamily="2" charset="77"/>
                <a:ea typeface="+mn-ea"/>
                <a:cs typeface="+mn-cs"/>
              </a:rPr>
              <a:t>penjualan</a:t>
            </a:r>
            <a:endParaRPr kumimoji="0" lang="en-IN" sz="1100" b="1" i="0" u="none" strike="noStrike" kern="1200" cap="none" spc="0" normalizeH="0" baseline="0" noProof="0" dirty="0">
              <a:ln>
                <a:noFill/>
              </a:ln>
              <a:solidFill>
                <a:srgbClr val="414042"/>
              </a:solidFill>
              <a:effectLst/>
              <a:uLnTx/>
              <a:uFillTx/>
              <a:latin typeface="Barlow ExtraBold" pitchFamily="2" charset="77"/>
              <a:ea typeface="+mn-ea"/>
              <a:cs typeface="+mn-cs"/>
            </a:endParaRPr>
          </a:p>
          <a:p>
            <a:pPr marL="144000" marR="0" lvl="0" indent="-14400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Memahami</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pemasaran</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&amp;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penjualan</a:t>
            </a:r>
            <a:endPar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endParaRPr>
          </a:p>
          <a:p>
            <a:pPr marL="144000" marR="0" lvl="0" indent="-14400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Merekomendasikan</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pendekatan</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Go-To-Market (GTM)</a:t>
            </a:r>
          </a:p>
          <a:p>
            <a:pPr marL="144000" marR="0" lvl="0" indent="-14400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Memetakan</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proses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penjualan</a:t>
            </a:r>
            <a:endPar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endParaRPr>
          </a:p>
        </p:txBody>
      </p:sp>
      <p:sp>
        <p:nvSpPr>
          <p:cNvPr id="101" name="TextBox 100">
            <a:extLst>
              <a:ext uri="{FF2B5EF4-FFF2-40B4-BE49-F238E27FC236}">
                <a16:creationId xmlns:a16="http://schemas.microsoft.com/office/drawing/2014/main" id="{F918E407-5CD6-4224-B079-879433A90114}"/>
              </a:ext>
            </a:extLst>
          </p:cNvPr>
          <p:cNvSpPr txBox="1"/>
          <p:nvPr/>
        </p:nvSpPr>
        <p:spPr>
          <a:xfrm>
            <a:off x="7633528" y="4777580"/>
            <a:ext cx="1683905" cy="1538883"/>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dirty="0" err="1">
                <a:ln>
                  <a:noFill/>
                </a:ln>
                <a:solidFill>
                  <a:srgbClr val="414042"/>
                </a:solidFill>
                <a:effectLst/>
                <a:uLnTx/>
                <a:uFillTx/>
                <a:latin typeface="Barlow ExtraBold"/>
                <a:ea typeface="+mn-ea"/>
                <a:cs typeface="+mn-cs"/>
              </a:rPr>
              <a:t>Penglolaan</a:t>
            </a:r>
            <a:r>
              <a:rPr kumimoji="0" lang="en-IN" sz="1100" b="1" i="0" u="none" strike="noStrike" kern="1200" cap="none" spc="0" normalizeH="0" baseline="0" noProof="0" dirty="0">
                <a:ln>
                  <a:noFill/>
                </a:ln>
                <a:solidFill>
                  <a:srgbClr val="414042"/>
                </a:solidFill>
                <a:effectLst/>
                <a:uLnTx/>
                <a:uFillTx/>
                <a:latin typeface="Barlow ExtraBold"/>
                <a:ea typeface="+mn-ea"/>
                <a:cs typeface="+mn-cs"/>
              </a:rPr>
              <a:t> </a:t>
            </a:r>
            <a:r>
              <a:rPr kumimoji="0" lang="en-IN" sz="1100" b="1" i="0" u="none" strike="noStrike" kern="1200" cap="none" spc="0" normalizeH="0" baseline="0" noProof="0" dirty="0" err="1">
                <a:ln>
                  <a:noFill/>
                </a:ln>
                <a:solidFill>
                  <a:srgbClr val="414042"/>
                </a:solidFill>
                <a:effectLst/>
                <a:uLnTx/>
                <a:uFillTx/>
                <a:latin typeface="Barlow ExtraBold"/>
                <a:ea typeface="+mn-ea"/>
                <a:cs typeface="+mn-cs"/>
              </a:rPr>
              <a:t>keuangan</a:t>
            </a:r>
            <a:r>
              <a:rPr kumimoji="0" lang="en-IN" sz="1100" b="1" i="0" u="none" strike="noStrike" kern="1200" cap="none" spc="0" normalizeH="0" baseline="0" noProof="0" dirty="0">
                <a:ln>
                  <a:noFill/>
                </a:ln>
                <a:solidFill>
                  <a:srgbClr val="414042"/>
                </a:solidFill>
                <a:effectLst/>
                <a:uLnTx/>
                <a:uFillTx/>
                <a:latin typeface="Barlow ExtraBold"/>
                <a:ea typeface="+mn-ea"/>
                <a:cs typeface="+mn-cs"/>
              </a:rPr>
              <a:t> </a:t>
            </a:r>
            <a:r>
              <a:rPr kumimoji="0" lang="en-IN" sz="1100" b="1" i="0" u="none" strike="noStrike" kern="1200" cap="none" spc="0" normalizeH="0" baseline="0" noProof="0" dirty="0" err="1">
                <a:ln>
                  <a:noFill/>
                </a:ln>
                <a:solidFill>
                  <a:srgbClr val="414042"/>
                </a:solidFill>
                <a:effectLst/>
                <a:uLnTx/>
                <a:uFillTx/>
                <a:latin typeface="Barlow ExtraBold"/>
                <a:ea typeface="+mn-ea"/>
                <a:cs typeface="+mn-cs"/>
              </a:rPr>
              <a:t>untuk</a:t>
            </a:r>
            <a:r>
              <a:rPr kumimoji="0" lang="en-IN" sz="1100" b="1" i="0" u="none" strike="noStrike" kern="1200" cap="none" spc="0" normalizeH="0" baseline="0" noProof="0" dirty="0">
                <a:ln>
                  <a:noFill/>
                </a:ln>
                <a:solidFill>
                  <a:srgbClr val="414042"/>
                </a:solidFill>
                <a:effectLst/>
                <a:uLnTx/>
                <a:uFillTx/>
                <a:latin typeface="Barlow ExtraBold"/>
                <a:ea typeface="+mn-ea"/>
                <a:cs typeface="+mn-cs"/>
              </a:rPr>
              <a:t> </a:t>
            </a:r>
            <a:r>
              <a:rPr kumimoji="0" lang="en-IN" sz="1100" b="1" i="0" u="none" strike="noStrike" kern="1200" cap="none" spc="0" normalizeH="0" baseline="0" noProof="0" dirty="0" err="1">
                <a:ln>
                  <a:noFill/>
                </a:ln>
                <a:solidFill>
                  <a:srgbClr val="414042"/>
                </a:solidFill>
                <a:effectLst/>
                <a:uLnTx/>
                <a:uFillTx/>
                <a:latin typeface="Barlow ExtraBold"/>
                <a:ea typeface="+mn-ea"/>
                <a:cs typeface="+mn-cs"/>
              </a:rPr>
              <a:t>keuntungan</a:t>
            </a:r>
            <a:endParaRPr kumimoji="0" lang="en-IN" sz="1100" b="1" i="0" u="none" strike="noStrike" kern="1200" cap="none" spc="0" normalizeH="0" baseline="0" noProof="0" dirty="0">
              <a:ln>
                <a:noFill/>
              </a:ln>
              <a:solidFill>
                <a:srgbClr val="414042"/>
              </a:solidFill>
              <a:effectLst/>
              <a:uLnTx/>
              <a:uFillTx/>
              <a:latin typeface="Barlow ExtraBold"/>
              <a:ea typeface="+mn-ea"/>
              <a:cs typeface="+mn-cs"/>
            </a:endParaRPr>
          </a:p>
          <a:p>
            <a:pPr marL="143510" marR="0" lvl="0" indent="-14351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Memahami</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biaya</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awal</a:t>
            </a:r>
            <a:endPar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endParaRPr>
          </a:p>
          <a:p>
            <a:pPr marL="143510" marR="0" lvl="0" indent="-14351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Memulai</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dengan</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perencanaan</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keuangan</a:t>
            </a:r>
            <a:endPar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endParaRPr>
          </a:p>
          <a:p>
            <a:pPr marL="143510" marR="0" lvl="0" indent="-14351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Menganalisis</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jalan</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menuju</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keuntungan</a:t>
            </a:r>
            <a:endPar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endParaRPr>
          </a:p>
          <a:p>
            <a:pPr marL="143510" marR="0" lvl="0" indent="-14351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Memahami</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tentang</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Bootstrapping dan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Pendanaan</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Lainnya</a:t>
            </a:r>
            <a:endPar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endParaRPr>
          </a:p>
        </p:txBody>
      </p:sp>
      <p:sp>
        <p:nvSpPr>
          <p:cNvPr id="102" name="TextBox 101">
            <a:extLst>
              <a:ext uri="{FF2B5EF4-FFF2-40B4-BE49-F238E27FC236}">
                <a16:creationId xmlns:a16="http://schemas.microsoft.com/office/drawing/2014/main" id="{2469209E-8DF9-4EE7-AF21-51516DB79126}"/>
              </a:ext>
            </a:extLst>
          </p:cNvPr>
          <p:cNvSpPr txBox="1"/>
          <p:nvPr/>
        </p:nvSpPr>
        <p:spPr>
          <a:xfrm>
            <a:off x="8433436" y="2692268"/>
            <a:ext cx="1418568" cy="1015663"/>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dirty="0" err="1">
                <a:ln>
                  <a:noFill/>
                </a:ln>
                <a:solidFill>
                  <a:srgbClr val="414042"/>
                </a:solidFill>
                <a:effectLst/>
                <a:uLnTx/>
                <a:uFillTx/>
                <a:latin typeface="Barlow ExtraBold"/>
                <a:ea typeface="+mn-ea"/>
                <a:cs typeface="+mn-cs"/>
              </a:rPr>
              <a:t>Persyaratan</a:t>
            </a:r>
            <a:r>
              <a:rPr kumimoji="0" lang="en-IN" sz="1100" b="1" i="0" u="none" strike="noStrike" kern="1200" cap="none" spc="0" normalizeH="0" baseline="0" noProof="0" dirty="0">
                <a:ln>
                  <a:noFill/>
                </a:ln>
                <a:solidFill>
                  <a:srgbClr val="414042"/>
                </a:solidFill>
                <a:effectLst/>
                <a:uLnTx/>
                <a:uFillTx/>
                <a:latin typeface="Barlow ExtraBold"/>
                <a:ea typeface="+mn-ea"/>
                <a:cs typeface="+mn-cs"/>
              </a:rPr>
              <a:t> dan </a:t>
            </a:r>
            <a:r>
              <a:rPr kumimoji="0" lang="en-IN" sz="1100" b="1" i="0" u="none" strike="noStrike" kern="1200" cap="none" spc="0" normalizeH="0" baseline="0" noProof="0" dirty="0" err="1">
                <a:ln>
                  <a:noFill/>
                </a:ln>
                <a:solidFill>
                  <a:srgbClr val="414042"/>
                </a:solidFill>
                <a:effectLst/>
                <a:uLnTx/>
                <a:uFillTx/>
                <a:latin typeface="Barlow ExtraBold"/>
                <a:ea typeface="+mn-ea"/>
                <a:cs typeface="+mn-cs"/>
              </a:rPr>
              <a:t>Bakat</a:t>
            </a:r>
            <a:r>
              <a:rPr kumimoji="0" lang="en-IN" sz="1100" b="1" i="0" u="none" strike="noStrike" kern="1200" cap="none" spc="0" normalizeH="0" baseline="0" noProof="0" dirty="0">
                <a:ln>
                  <a:noFill/>
                </a:ln>
                <a:solidFill>
                  <a:srgbClr val="414042"/>
                </a:solidFill>
                <a:effectLst/>
                <a:uLnTx/>
                <a:uFillTx/>
                <a:latin typeface="Barlow ExtraBold"/>
                <a:ea typeface="+mn-ea"/>
                <a:cs typeface="+mn-cs"/>
              </a:rPr>
              <a:t> yang </a:t>
            </a:r>
            <a:r>
              <a:rPr kumimoji="0" lang="en-IN" sz="1100" b="1" i="0" u="none" strike="noStrike" kern="1200" cap="none" spc="0" normalizeH="0" baseline="0" noProof="0" dirty="0" err="1">
                <a:ln>
                  <a:noFill/>
                </a:ln>
                <a:solidFill>
                  <a:srgbClr val="414042"/>
                </a:solidFill>
                <a:effectLst/>
                <a:uLnTx/>
                <a:uFillTx/>
                <a:latin typeface="Barlow ExtraBold"/>
                <a:ea typeface="+mn-ea"/>
                <a:cs typeface="+mn-cs"/>
              </a:rPr>
              <a:t>dibutuhkan</a:t>
            </a:r>
            <a:r>
              <a:rPr kumimoji="0" lang="en-IN" sz="1100" b="1" i="0" u="none" strike="noStrike" kern="1200" cap="none" spc="0" normalizeH="0" baseline="0" noProof="0" dirty="0">
                <a:ln>
                  <a:noFill/>
                </a:ln>
                <a:solidFill>
                  <a:srgbClr val="414042"/>
                </a:solidFill>
                <a:effectLst/>
                <a:uLnTx/>
                <a:uFillTx/>
                <a:latin typeface="Barlow ExtraBold"/>
                <a:ea typeface="+mn-ea"/>
                <a:cs typeface="+mn-cs"/>
              </a:rPr>
              <a:t> </a:t>
            </a:r>
            <a:r>
              <a:rPr kumimoji="0" lang="en-IN" sz="1100" b="1" i="0" u="none" strike="noStrike" kern="1200" cap="none" spc="0" normalizeH="0" baseline="0" noProof="0" dirty="0" err="1">
                <a:ln>
                  <a:noFill/>
                </a:ln>
                <a:solidFill>
                  <a:srgbClr val="414042"/>
                </a:solidFill>
                <a:effectLst/>
                <a:uLnTx/>
                <a:uFillTx/>
                <a:latin typeface="Barlow ExtraBold"/>
                <a:ea typeface="+mn-ea"/>
                <a:cs typeface="+mn-cs"/>
              </a:rPr>
              <a:t>tim</a:t>
            </a:r>
            <a:endParaRPr kumimoji="0" lang="en-IN" sz="1100" b="1" i="0" u="none" strike="noStrike" kern="1200" cap="none" spc="0" normalizeH="0" baseline="0" noProof="0" dirty="0">
              <a:ln>
                <a:noFill/>
              </a:ln>
              <a:solidFill>
                <a:srgbClr val="414042"/>
              </a:solidFill>
              <a:effectLst/>
              <a:uLnTx/>
              <a:uFillTx/>
              <a:latin typeface="Barlow ExtraBold"/>
              <a:ea typeface="+mn-ea"/>
              <a:cs typeface="+mn-cs"/>
            </a:endParaRPr>
          </a:p>
          <a:p>
            <a:pPr marL="143510" marR="0" lvl="0" indent="-14351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Menentukan</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pendiri</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dan mentor</a:t>
            </a:r>
          </a:p>
          <a:p>
            <a:pPr marL="143510" marR="0" lvl="0" indent="-14351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Membuat</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tim</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awal</a:t>
            </a:r>
            <a:endPar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endParaRPr>
          </a:p>
        </p:txBody>
      </p:sp>
      <p:sp>
        <p:nvSpPr>
          <p:cNvPr id="3" name="Rectangle: Rounded Corners 2">
            <a:extLst>
              <a:ext uri="{FF2B5EF4-FFF2-40B4-BE49-F238E27FC236}">
                <a16:creationId xmlns:a16="http://schemas.microsoft.com/office/drawing/2014/main" id="{5136CE36-E8B3-4F1F-97CA-D1BA4F8989AF}"/>
              </a:ext>
            </a:extLst>
          </p:cNvPr>
          <p:cNvSpPr/>
          <p:nvPr/>
        </p:nvSpPr>
        <p:spPr>
          <a:xfrm>
            <a:off x="452834" y="1619273"/>
            <a:ext cx="829612" cy="435921"/>
          </a:xfrm>
          <a:prstGeom prst="roundRect">
            <a:avLst>
              <a:gd name="adj" fmla="val 6609"/>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FFFFFF"/>
                </a:solidFill>
                <a:effectLst/>
                <a:uLnTx/>
                <a:uFillTx/>
                <a:latin typeface="Barlow-Regular" panose="02040502050405020303"/>
                <a:ea typeface="+mn-ea"/>
                <a:cs typeface="+mn-cs"/>
              </a:rPr>
              <a:t>01</a:t>
            </a:r>
          </a:p>
        </p:txBody>
      </p:sp>
      <p:sp>
        <p:nvSpPr>
          <p:cNvPr id="55" name="Rectangle: Rounded Corners 54">
            <a:extLst>
              <a:ext uri="{FF2B5EF4-FFF2-40B4-BE49-F238E27FC236}">
                <a16:creationId xmlns:a16="http://schemas.microsoft.com/office/drawing/2014/main" id="{2FB38F42-522E-4B17-AB91-314AEFF8FD4A}"/>
              </a:ext>
            </a:extLst>
          </p:cNvPr>
          <p:cNvSpPr/>
          <p:nvPr/>
        </p:nvSpPr>
        <p:spPr>
          <a:xfrm>
            <a:off x="1360222" y="1619273"/>
            <a:ext cx="829612" cy="435921"/>
          </a:xfrm>
          <a:prstGeom prst="roundRect">
            <a:avLst>
              <a:gd name="adj" fmla="val 6609"/>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FFFFFF"/>
                </a:solidFill>
                <a:effectLst/>
                <a:uLnTx/>
                <a:uFillTx/>
                <a:latin typeface="Barlow-Regular" panose="02040502050405020303"/>
                <a:ea typeface="+mn-ea"/>
                <a:cs typeface="+mn-cs"/>
              </a:rPr>
              <a:t>02</a:t>
            </a:r>
          </a:p>
        </p:txBody>
      </p:sp>
      <p:sp>
        <p:nvSpPr>
          <p:cNvPr id="64" name="Rectangle: Rounded Corners 63">
            <a:extLst>
              <a:ext uri="{FF2B5EF4-FFF2-40B4-BE49-F238E27FC236}">
                <a16:creationId xmlns:a16="http://schemas.microsoft.com/office/drawing/2014/main" id="{F64F29C5-4178-4D4F-95EE-DC5B9D4CBD97}"/>
              </a:ext>
            </a:extLst>
          </p:cNvPr>
          <p:cNvSpPr/>
          <p:nvPr/>
        </p:nvSpPr>
        <p:spPr>
          <a:xfrm>
            <a:off x="2267609" y="1619273"/>
            <a:ext cx="829612" cy="435921"/>
          </a:xfrm>
          <a:prstGeom prst="roundRect">
            <a:avLst>
              <a:gd name="adj" fmla="val 6609"/>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FFFFFF"/>
                </a:solidFill>
                <a:effectLst/>
                <a:uLnTx/>
                <a:uFillTx/>
                <a:latin typeface="Barlow-Regular" panose="02040502050405020303"/>
                <a:ea typeface="+mn-ea"/>
                <a:cs typeface="+mn-cs"/>
              </a:rPr>
              <a:t>03</a:t>
            </a:r>
          </a:p>
        </p:txBody>
      </p:sp>
      <p:sp>
        <p:nvSpPr>
          <p:cNvPr id="65" name="Rectangle: Rounded Corners 64">
            <a:extLst>
              <a:ext uri="{FF2B5EF4-FFF2-40B4-BE49-F238E27FC236}">
                <a16:creationId xmlns:a16="http://schemas.microsoft.com/office/drawing/2014/main" id="{E69F30C9-3CEF-4208-9C1F-5B4BC9B605E7}"/>
              </a:ext>
            </a:extLst>
          </p:cNvPr>
          <p:cNvSpPr/>
          <p:nvPr/>
        </p:nvSpPr>
        <p:spPr>
          <a:xfrm>
            <a:off x="3174997" y="1619273"/>
            <a:ext cx="829612" cy="435921"/>
          </a:xfrm>
          <a:prstGeom prst="roundRect">
            <a:avLst>
              <a:gd name="adj" fmla="val 6609"/>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FFFFFF"/>
                </a:solidFill>
                <a:effectLst/>
                <a:uLnTx/>
                <a:uFillTx/>
                <a:latin typeface="Barlow-Regular" panose="02040502050405020303"/>
                <a:ea typeface="+mn-ea"/>
                <a:cs typeface="+mn-cs"/>
              </a:rPr>
              <a:t>04</a:t>
            </a:r>
          </a:p>
        </p:txBody>
      </p:sp>
      <p:sp>
        <p:nvSpPr>
          <p:cNvPr id="66" name="Rectangle: Rounded Corners 65">
            <a:extLst>
              <a:ext uri="{FF2B5EF4-FFF2-40B4-BE49-F238E27FC236}">
                <a16:creationId xmlns:a16="http://schemas.microsoft.com/office/drawing/2014/main" id="{F0C62021-D01F-4B67-8A98-FC6C59AF3135}"/>
              </a:ext>
            </a:extLst>
          </p:cNvPr>
          <p:cNvSpPr/>
          <p:nvPr/>
        </p:nvSpPr>
        <p:spPr>
          <a:xfrm>
            <a:off x="4082384" y="1619273"/>
            <a:ext cx="829612" cy="435921"/>
          </a:xfrm>
          <a:prstGeom prst="roundRect">
            <a:avLst>
              <a:gd name="adj" fmla="val 6609"/>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FFFFFF"/>
                </a:solidFill>
                <a:effectLst/>
                <a:uLnTx/>
                <a:uFillTx/>
                <a:latin typeface="Barlow-Regular" panose="02040502050405020303"/>
                <a:ea typeface="+mn-ea"/>
                <a:cs typeface="+mn-cs"/>
              </a:rPr>
              <a:t>05</a:t>
            </a:r>
          </a:p>
        </p:txBody>
      </p:sp>
      <p:sp>
        <p:nvSpPr>
          <p:cNvPr id="67" name="Rectangle: Rounded Corners 66">
            <a:extLst>
              <a:ext uri="{FF2B5EF4-FFF2-40B4-BE49-F238E27FC236}">
                <a16:creationId xmlns:a16="http://schemas.microsoft.com/office/drawing/2014/main" id="{F793AE9F-8E36-4D35-B053-521A0DDF20CB}"/>
              </a:ext>
            </a:extLst>
          </p:cNvPr>
          <p:cNvSpPr/>
          <p:nvPr/>
        </p:nvSpPr>
        <p:spPr>
          <a:xfrm>
            <a:off x="4989772" y="1619273"/>
            <a:ext cx="829612" cy="435921"/>
          </a:xfrm>
          <a:prstGeom prst="roundRect">
            <a:avLst>
              <a:gd name="adj" fmla="val 6609"/>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FFFFFF"/>
                </a:solidFill>
                <a:effectLst/>
                <a:uLnTx/>
                <a:uFillTx/>
                <a:latin typeface="Barlow-Regular" panose="02040502050405020303"/>
                <a:ea typeface="+mn-ea"/>
                <a:cs typeface="+mn-cs"/>
              </a:rPr>
              <a:t>06</a:t>
            </a:r>
          </a:p>
        </p:txBody>
      </p:sp>
      <p:sp>
        <p:nvSpPr>
          <p:cNvPr id="68" name="Rectangle: Rounded Corners 67">
            <a:extLst>
              <a:ext uri="{FF2B5EF4-FFF2-40B4-BE49-F238E27FC236}">
                <a16:creationId xmlns:a16="http://schemas.microsoft.com/office/drawing/2014/main" id="{698CC8D5-321D-4E8F-8176-820A6BE7BF93}"/>
              </a:ext>
            </a:extLst>
          </p:cNvPr>
          <p:cNvSpPr/>
          <p:nvPr/>
        </p:nvSpPr>
        <p:spPr>
          <a:xfrm>
            <a:off x="5897160" y="1619273"/>
            <a:ext cx="829612" cy="435921"/>
          </a:xfrm>
          <a:prstGeom prst="roundRect">
            <a:avLst>
              <a:gd name="adj" fmla="val 6609"/>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FFFFFF"/>
                </a:solidFill>
                <a:effectLst/>
                <a:uLnTx/>
                <a:uFillTx/>
                <a:latin typeface="Barlow-Regular" panose="02040502050405020303"/>
                <a:ea typeface="+mn-ea"/>
                <a:cs typeface="+mn-cs"/>
              </a:rPr>
              <a:t>07</a:t>
            </a:r>
          </a:p>
        </p:txBody>
      </p:sp>
      <p:sp>
        <p:nvSpPr>
          <p:cNvPr id="69" name="Rectangle: Rounded Corners 68">
            <a:extLst>
              <a:ext uri="{FF2B5EF4-FFF2-40B4-BE49-F238E27FC236}">
                <a16:creationId xmlns:a16="http://schemas.microsoft.com/office/drawing/2014/main" id="{B5E72EBA-BD47-43E1-91C0-DEBE9F9FD4E1}"/>
              </a:ext>
            </a:extLst>
          </p:cNvPr>
          <p:cNvSpPr/>
          <p:nvPr/>
        </p:nvSpPr>
        <p:spPr>
          <a:xfrm>
            <a:off x="6804547" y="1619273"/>
            <a:ext cx="829612" cy="435921"/>
          </a:xfrm>
          <a:prstGeom prst="roundRect">
            <a:avLst>
              <a:gd name="adj" fmla="val 6609"/>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FFFFFF"/>
                </a:solidFill>
                <a:effectLst/>
                <a:uLnTx/>
                <a:uFillTx/>
                <a:latin typeface="Barlow-Regular" panose="02040502050405020303"/>
                <a:ea typeface="+mn-ea"/>
                <a:cs typeface="+mn-cs"/>
              </a:rPr>
              <a:t>08</a:t>
            </a:r>
          </a:p>
        </p:txBody>
      </p:sp>
      <p:sp>
        <p:nvSpPr>
          <p:cNvPr id="70" name="Rectangle: Rounded Corners 69">
            <a:extLst>
              <a:ext uri="{FF2B5EF4-FFF2-40B4-BE49-F238E27FC236}">
                <a16:creationId xmlns:a16="http://schemas.microsoft.com/office/drawing/2014/main" id="{5D18ACC3-6013-4843-B33C-98C76E70EFCC}"/>
              </a:ext>
            </a:extLst>
          </p:cNvPr>
          <p:cNvSpPr/>
          <p:nvPr/>
        </p:nvSpPr>
        <p:spPr>
          <a:xfrm>
            <a:off x="7711935" y="1619273"/>
            <a:ext cx="829612" cy="435921"/>
          </a:xfrm>
          <a:prstGeom prst="roundRect">
            <a:avLst>
              <a:gd name="adj" fmla="val 6609"/>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FFFFFF"/>
                </a:solidFill>
                <a:effectLst/>
                <a:uLnTx/>
                <a:uFillTx/>
                <a:latin typeface="Barlow-Regular" panose="02040502050405020303"/>
                <a:ea typeface="+mn-ea"/>
                <a:cs typeface="+mn-cs"/>
              </a:rPr>
              <a:t>09</a:t>
            </a:r>
          </a:p>
        </p:txBody>
      </p:sp>
      <p:sp>
        <p:nvSpPr>
          <p:cNvPr id="71" name="Rectangle: Rounded Corners 70">
            <a:extLst>
              <a:ext uri="{FF2B5EF4-FFF2-40B4-BE49-F238E27FC236}">
                <a16:creationId xmlns:a16="http://schemas.microsoft.com/office/drawing/2014/main" id="{12CA30AF-261C-40C9-9C2F-E548E150BC53}"/>
              </a:ext>
            </a:extLst>
          </p:cNvPr>
          <p:cNvSpPr/>
          <p:nvPr/>
        </p:nvSpPr>
        <p:spPr>
          <a:xfrm>
            <a:off x="8619322" y="1619273"/>
            <a:ext cx="829612" cy="435921"/>
          </a:xfrm>
          <a:prstGeom prst="roundRect">
            <a:avLst>
              <a:gd name="adj" fmla="val 6609"/>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FFFFFF"/>
                </a:solidFill>
                <a:effectLst/>
                <a:uLnTx/>
                <a:uFillTx/>
                <a:latin typeface="Barlow-Regular" panose="02040502050405020303"/>
                <a:ea typeface="+mn-ea"/>
                <a:cs typeface="+mn-cs"/>
              </a:rPr>
              <a:t>10</a:t>
            </a:r>
          </a:p>
        </p:txBody>
      </p:sp>
      <p:sp>
        <p:nvSpPr>
          <p:cNvPr id="72" name="Rectangle: Rounded Corners 71">
            <a:extLst>
              <a:ext uri="{FF2B5EF4-FFF2-40B4-BE49-F238E27FC236}">
                <a16:creationId xmlns:a16="http://schemas.microsoft.com/office/drawing/2014/main" id="{B9D46813-9EB4-4F0A-A71C-78C767B055DA}"/>
              </a:ext>
            </a:extLst>
          </p:cNvPr>
          <p:cNvSpPr/>
          <p:nvPr/>
        </p:nvSpPr>
        <p:spPr>
          <a:xfrm>
            <a:off x="9526710" y="1619273"/>
            <a:ext cx="829612" cy="435921"/>
          </a:xfrm>
          <a:prstGeom prst="roundRect">
            <a:avLst>
              <a:gd name="adj" fmla="val 6609"/>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FFFFFF"/>
                </a:solidFill>
                <a:effectLst/>
                <a:uLnTx/>
                <a:uFillTx/>
                <a:latin typeface="Barlow-Regular" panose="02040502050405020303"/>
                <a:ea typeface="+mn-ea"/>
                <a:cs typeface="+mn-cs"/>
              </a:rPr>
              <a:t>11</a:t>
            </a:r>
          </a:p>
        </p:txBody>
      </p:sp>
      <p:sp>
        <p:nvSpPr>
          <p:cNvPr id="73" name="Rectangle: Rounded Corners 72">
            <a:extLst>
              <a:ext uri="{FF2B5EF4-FFF2-40B4-BE49-F238E27FC236}">
                <a16:creationId xmlns:a16="http://schemas.microsoft.com/office/drawing/2014/main" id="{FE9BD710-148B-475B-9AB1-36E3842FA014}"/>
              </a:ext>
            </a:extLst>
          </p:cNvPr>
          <p:cNvSpPr/>
          <p:nvPr/>
        </p:nvSpPr>
        <p:spPr>
          <a:xfrm>
            <a:off x="10434097" y="1619273"/>
            <a:ext cx="829612" cy="435921"/>
          </a:xfrm>
          <a:prstGeom prst="roundRect">
            <a:avLst>
              <a:gd name="adj" fmla="val 6609"/>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FFFFFF"/>
                </a:solidFill>
                <a:effectLst/>
                <a:uLnTx/>
                <a:uFillTx/>
                <a:latin typeface="Barlow-Regular" panose="02040502050405020303"/>
                <a:ea typeface="+mn-ea"/>
                <a:cs typeface="+mn-cs"/>
              </a:rPr>
              <a:t>12</a:t>
            </a:r>
          </a:p>
        </p:txBody>
      </p:sp>
      <p:grpSp>
        <p:nvGrpSpPr>
          <p:cNvPr id="174" name="Group 173">
            <a:extLst>
              <a:ext uri="{FF2B5EF4-FFF2-40B4-BE49-F238E27FC236}">
                <a16:creationId xmlns:a16="http://schemas.microsoft.com/office/drawing/2014/main" id="{918DBAAB-5D37-41CD-BEF4-1DAFD6EC1A0B}"/>
              </a:ext>
            </a:extLst>
          </p:cNvPr>
          <p:cNvGrpSpPr/>
          <p:nvPr/>
        </p:nvGrpSpPr>
        <p:grpSpPr>
          <a:xfrm rot="20005947">
            <a:off x="11382551" y="1442025"/>
            <a:ext cx="787720" cy="314532"/>
            <a:chOff x="9427453" y="2133698"/>
            <a:chExt cx="2503146" cy="999494"/>
          </a:xfrm>
        </p:grpSpPr>
        <p:sp>
          <p:nvSpPr>
            <p:cNvPr id="175" name="Graphic 2466">
              <a:extLst>
                <a:ext uri="{FF2B5EF4-FFF2-40B4-BE49-F238E27FC236}">
                  <a16:creationId xmlns:a16="http://schemas.microsoft.com/office/drawing/2014/main" id="{60E678A8-752D-4845-BE9C-6C4F402127EE}"/>
                </a:ext>
              </a:extLst>
            </p:cNvPr>
            <p:cNvSpPr/>
            <p:nvPr/>
          </p:nvSpPr>
          <p:spPr>
            <a:xfrm rot="20630650">
              <a:off x="10725569" y="2177257"/>
              <a:ext cx="917450" cy="117833"/>
            </a:xfrm>
            <a:custGeom>
              <a:avLst/>
              <a:gdLst>
                <a:gd name="connsiteX0" fmla="*/ 95620 w 974126"/>
                <a:gd name="connsiteY0" fmla="*/ 67474 h 125112"/>
                <a:gd name="connsiteX1" fmla="*/ 139973 w 974126"/>
                <a:gd name="connsiteY1" fmla="*/ 57497 h 125112"/>
                <a:gd name="connsiteX2" fmla="*/ 383266 w 974126"/>
                <a:gd name="connsiteY2" fmla="*/ 9931 h 125112"/>
                <a:gd name="connsiteX3" fmla="*/ 621297 w 974126"/>
                <a:gd name="connsiteY3" fmla="*/ 2961 h 125112"/>
                <a:gd name="connsiteX4" fmla="*/ 960609 w 974126"/>
                <a:gd name="connsiteY4" fmla="*/ 90779 h 125112"/>
                <a:gd name="connsiteX5" fmla="*/ 974072 w 974126"/>
                <a:gd name="connsiteY5" fmla="*/ 99526 h 125112"/>
                <a:gd name="connsiteX6" fmla="*/ 948445 w 974126"/>
                <a:gd name="connsiteY6" fmla="*/ 122967 h 125112"/>
                <a:gd name="connsiteX7" fmla="*/ 902725 w 974126"/>
                <a:gd name="connsiteY7" fmla="*/ 124812 h 125112"/>
                <a:gd name="connsiteX8" fmla="*/ 68215 w 974126"/>
                <a:gd name="connsiteY8" fmla="*/ 124744 h 125112"/>
                <a:gd name="connsiteX9" fmla="*/ 7118 w 974126"/>
                <a:gd name="connsiteY9" fmla="*/ 118047 h 125112"/>
                <a:gd name="connsiteX10" fmla="*/ 216 w 974126"/>
                <a:gd name="connsiteY10" fmla="*/ 109504 h 125112"/>
                <a:gd name="connsiteX11" fmla="*/ 14431 w 974126"/>
                <a:gd name="connsiteY11" fmla="*/ 91667 h 125112"/>
                <a:gd name="connsiteX12" fmla="*/ 22700 w 974126"/>
                <a:gd name="connsiteY12" fmla="*/ 88728 h 125112"/>
                <a:gd name="connsiteX13" fmla="*/ 38282 w 974126"/>
                <a:gd name="connsiteY13" fmla="*/ 84013 h 125112"/>
                <a:gd name="connsiteX14" fmla="*/ 45663 w 974126"/>
                <a:gd name="connsiteY14" fmla="*/ 81348 h 125112"/>
                <a:gd name="connsiteX15" fmla="*/ 63431 w 974126"/>
                <a:gd name="connsiteY15" fmla="*/ 72942 h 125112"/>
                <a:gd name="connsiteX16" fmla="*/ 95620 w 974126"/>
                <a:gd name="connsiteY16" fmla="*/ 67474 h 125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74126" h="125112">
                  <a:moveTo>
                    <a:pt x="95620" y="67474"/>
                  </a:moveTo>
                  <a:cubicBezTo>
                    <a:pt x="111134" y="67474"/>
                    <a:pt x="125348" y="61255"/>
                    <a:pt x="139973" y="57497"/>
                  </a:cubicBezTo>
                  <a:cubicBezTo>
                    <a:pt x="220137" y="36789"/>
                    <a:pt x="301189" y="20798"/>
                    <a:pt x="383266" y="9931"/>
                  </a:cubicBezTo>
                  <a:cubicBezTo>
                    <a:pt x="462336" y="-525"/>
                    <a:pt x="541954" y="-2507"/>
                    <a:pt x="621297" y="2961"/>
                  </a:cubicBezTo>
                  <a:cubicBezTo>
                    <a:pt x="739595" y="11162"/>
                    <a:pt x="853178" y="39660"/>
                    <a:pt x="960609" y="90779"/>
                  </a:cubicBezTo>
                  <a:cubicBezTo>
                    <a:pt x="965394" y="93034"/>
                    <a:pt x="969631" y="96588"/>
                    <a:pt x="974072" y="99526"/>
                  </a:cubicBezTo>
                  <a:cubicBezTo>
                    <a:pt x="975098" y="117773"/>
                    <a:pt x="961361" y="120439"/>
                    <a:pt x="948445" y="122967"/>
                  </a:cubicBezTo>
                  <a:cubicBezTo>
                    <a:pt x="933410" y="125837"/>
                    <a:pt x="917965" y="124812"/>
                    <a:pt x="902725" y="124812"/>
                  </a:cubicBezTo>
                  <a:cubicBezTo>
                    <a:pt x="624578" y="124881"/>
                    <a:pt x="346431" y="124881"/>
                    <a:pt x="68215" y="124744"/>
                  </a:cubicBezTo>
                  <a:cubicBezTo>
                    <a:pt x="47645" y="124744"/>
                    <a:pt x="26596" y="127478"/>
                    <a:pt x="7118" y="118047"/>
                  </a:cubicBezTo>
                  <a:cubicBezTo>
                    <a:pt x="3906" y="115996"/>
                    <a:pt x="1583" y="113058"/>
                    <a:pt x="216" y="109504"/>
                  </a:cubicBezTo>
                  <a:cubicBezTo>
                    <a:pt x="-1424" y="98501"/>
                    <a:pt x="6572" y="95152"/>
                    <a:pt x="14431" y="91667"/>
                  </a:cubicBezTo>
                  <a:cubicBezTo>
                    <a:pt x="17097" y="90505"/>
                    <a:pt x="19898" y="89548"/>
                    <a:pt x="22700" y="88728"/>
                  </a:cubicBezTo>
                  <a:cubicBezTo>
                    <a:pt x="27894" y="87225"/>
                    <a:pt x="33157" y="85926"/>
                    <a:pt x="38282" y="84013"/>
                  </a:cubicBezTo>
                  <a:cubicBezTo>
                    <a:pt x="40674" y="82988"/>
                    <a:pt x="43134" y="82099"/>
                    <a:pt x="45663" y="81348"/>
                  </a:cubicBezTo>
                  <a:cubicBezTo>
                    <a:pt x="51950" y="79434"/>
                    <a:pt x="57827" y="76495"/>
                    <a:pt x="63431" y="72942"/>
                  </a:cubicBezTo>
                  <a:cubicBezTo>
                    <a:pt x="73409" y="66928"/>
                    <a:pt x="84002" y="64331"/>
                    <a:pt x="95620" y="67474"/>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76" name="Graphic 2466">
              <a:extLst>
                <a:ext uri="{FF2B5EF4-FFF2-40B4-BE49-F238E27FC236}">
                  <a16:creationId xmlns:a16="http://schemas.microsoft.com/office/drawing/2014/main" id="{65F8385C-3065-4677-9EBA-1C1E2E793CEE}"/>
                </a:ext>
              </a:extLst>
            </p:cNvPr>
            <p:cNvSpPr/>
            <p:nvPr/>
          </p:nvSpPr>
          <p:spPr>
            <a:xfrm rot="20630650">
              <a:off x="10560140" y="2736266"/>
              <a:ext cx="413220" cy="247927"/>
            </a:xfrm>
            <a:custGeom>
              <a:avLst/>
              <a:gdLst>
                <a:gd name="connsiteX0" fmla="*/ 438748 w 438747"/>
                <a:gd name="connsiteY0" fmla="*/ 109362 h 263243"/>
                <a:gd name="connsiteX1" fmla="*/ 385306 w 438747"/>
                <a:gd name="connsiteY1" fmla="*/ 140867 h 263243"/>
                <a:gd name="connsiteX2" fmla="*/ 273158 w 438747"/>
                <a:gd name="connsiteY2" fmla="*/ 201895 h 263243"/>
                <a:gd name="connsiteX3" fmla="*/ 230719 w 438747"/>
                <a:gd name="connsiteY3" fmla="*/ 218024 h 263243"/>
                <a:gd name="connsiteX4" fmla="*/ 12984 w 438747"/>
                <a:gd name="connsiteY4" fmla="*/ 262240 h 263243"/>
                <a:gd name="connsiteX5" fmla="*/ 0 w 438747"/>
                <a:gd name="connsiteY5" fmla="*/ 260190 h 263243"/>
                <a:gd name="connsiteX6" fmla="*/ 14283 w 438747"/>
                <a:gd name="connsiteY6" fmla="*/ 228411 h 263243"/>
                <a:gd name="connsiteX7" fmla="*/ 104561 w 438747"/>
                <a:gd name="connsiteY7" fmla="*/ 53937 h 263243"/>
                <a:gd name="connsiteX8" fmla="*/ 129779 w 438747"/>
                <a:gd name="connsiteY8" fmla="*/ 4459 h 263243"/>
                <a:gd name="connsiteX9" fmla="*/ 137774 w 438747"/>
                <a:gd name="connsiteY9" fmla="*/ 16 h 263243"/>
                <a:gd name="connsiteX10" fmla="*/ 165248 w 438747"/>
                <a:gd name="connsiteY10" fmla="*/ 6099 h 263243"/>
                <a:gd name="connsiteX11" fmla="*/ 266529 w 438747"/>
                <a:gd name="connsiteY11" fmla="*/ 43549 h 263243"/>
                <a:gd name="connsiteX12" fmla="*/ 306508 w 438747"/>
                <a:gd name="connsiteY12" fmla="*/ 56944 h 263243"/>
                <a:gd name="connsiteX13" fmla="*/ 346830 w 438747"/>
                <a:gd name="connsiteY13" fmla="*/ 70271 h 263243"/>
                <a:gd name="connsiteX14" fmla="*/ 393301 w 438747"/>
                <a:gd name="connsiteY14" fmla="*/ 83597 h 263243"/>
                <a:gd name="connsiteX15" fmla="*/ 438748 w 438747"/>
                <a:gd name="connsiteY15" fmla="*/ 109362 h 263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8747" h="263243">
                  <a:moveTo>
                    <a:pt x="438748" y="109362"/>
                  </a:moveTo>
                  <a:cubicBezTo>
                    <a:pt x="420979" y="119886"/>
                    <a:pt x="403415" y="130889"/>
                    <a:pt x="385306" y="140867"/>
                  </a:cubicBezTo>
                  <a:cubicBezTo>
                    <a:pt x="348059" y="161369"/>
                    <a:pt x="310131" y="180846"/>
                    <a:pt x="273158" y="201895"/>
                  </a:cubicBezTo>
                  <a:cubicBezTo>
                    <a:pt x="259627" y="209618"/>
                    <a:pt x="245685" y="214948"/>
                    <a:pt x="230719" y="218024"/>
                  </a:cubicBezTo>
                  <a:cubicBezTo>
                    <a:pt x="158140" y="232853"/>
                    <a:pt x="85562" y="247478"/>
                    <a:pt x="12984" y="262240"/>
                  </a:cubicBezTo>
                  <a:cubicBezTo>
                    <a:pt x="8747" y="263128"/>
                    <a:pt x="4647" y="264700"/>
                    <a:pt x="0" y="260190"/>
                  </a:cubicBezTo>
                  <a:cubicBezTo>
                    <a:pt x="1845" y="248845"/>
                    <a:pt x="8884" y="238936"/>
                    <a:pt x="14283" y="228411"/>
                  </a:cubicBezTo>
                  <a:cubicBezTo>
                    <a:pt x="44216" y="170185"/>
                    <a:pt x="74628" y="112232"/>
                    <a:pt x="104561" y="53937"/>
                  </a:cubicBezTo>
                  <a:cubicBezTo>
                    <a:pt x="113035" y="37467"/>
                    <a:pt x="124448" y="22500"/>
                    <a:pt x="129779" y="4459"/>
                  </a:cubicBezTo>
                  <a:cubicBezTo>
                    <a:pt x="131897" y="2067"/>
                    <a:pt x="134563" y="563"/>
                    <a:pt x="137774" y="16"/>
                  </a:cubicBezTo>
                  <a:cubicBezTo>
                    <a:pt x="147411" y="-257"/>
                    <a:pt x="156295" y="2955"/>
                    <a:pt x="165248" y="6099"/>
                  </a:cubicBezTo>
                  <a:cubicBezTo>
                    <a:pt x="198598" y="19630"/>
                    <a:pt x="232290" y="32341"/>
                    <a:pt x="266529" y="43549"/>
                  </a:cubicBezTo>
                  <a:cubicBezTo>
                    <a:pt x="279650" y="48607"/>
                    <a:pt x="293045" y="52980"/>
                    <a:pt x="306508" y="56944"/>
                  </a:cubicBezTo>
                  <a:cubicBezTo>
                    <a:pt x="319766" y="61933"/>
                    <a:pt x="333230" y="66239"/>
                    <a:pt x="346830" y="70271"/>
                  </a:cubicBezTo>
                  <a:cubicBezTo>
                    <a:pt x="361796" y="76421"/>
                    <a:pt x="377515" y="80180"/>
                    <a:pt x="393301" y="83597"/>
                  </a:cubicBezTo>
                  <a:cubicBezTo>
                    <a:pt x="408268" y="92413"/>
                    <a:pt x="431572" y="86741"/>
                    <a:pt x="438748" y="109362"/>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77" name="Graphic 2466">
              <a:extLst>
                <a:ext uri="{FF2B5EF4-FFF2-40B4-BE49-F238E27FC236}">
                  <a16:creationId xmlns:a16="http://schemas.microsoft.com/office/drawing/2014/main" id="{9D27EEBB-D85C-4FAC-8820-67B3FD847B42}"/>
                </a:ext>
              </a:extLst>
            </p:cNvPr>
            <p:cNvSpPr/>
            <p:nvPr/>
          </p:nvSpPr>
          <p:spPr>
            <a:xfrm rot="20630650">
              <a:off x="10421711" y="2256090"/>
              <a:ext cx="411952" cy="247804"/>
            </a:xfrm>
            <a:custGeom>
              <a:avLst/>
              <a:gdLst>
                <a:gd name="connsiteX0" fmla="*/ 437401 w 437401"/>
                <a:gd name="connsiteY0" fmla="*/ 154245 h 263112"/>
                <a:gd name="connsiteX1" fmla="*/ 403640 w 437401"/>
                <a:gd name="connsiteY1" fmla="*/ 167845 h 263112"/>
                <a:gd name="connsiteX2" fmla="*/ 383958 w 437401"/>
                <a:gd name="connsiteY2" fmla="*/ 173859 h 263112"/>
                <a:gd name="connsiteX3" fmla="*/ 384027 w 437401"/>
                <a:gd name="connsiteY3" fmla="*/ 173859 h 263112"/>
                <a:gd name="connsiteX4" fmla="*/ 363867 w 437401"/>
                <a:gd name="connsiteY4" fmla="*/ 180146 h 263112"/>
                <a:gd name="connsiteX5" fmla="*/ 364208 w 437401"/>
                <a:gd name="connsiteY5" fmla="*/ 180010 h 263112"/>
                <a:gd name="connsiteX6" fmla="*/ 343842 w 437401"/>
                <a:gd name="connsiteY6" fmla="*/ 186434 h 263112"/>
                <a:gd name="connsiteX7" fmla="*/ 344184 w 437401"/>
                <a:gd name="connsiteY7" fmla="*/ 186229 h 263112"/>
                <a:gd name="connsiteX8" fmla="*/ 232379 w 437401"/>
                <a:gd name="connsiteY8" fmla="*/ 230992 h 263112"/>
                <a:gd name="connsiteX9" fmla="*/ 215020 w 437401"/>
                <a:gd name="connsiteY9" fmla="*/ 237963 h 263112"/>
                <a:gd name="connsiteX10" fmla="*/ 206341 w 437401"/>
                <a:gd name="connsiteY10" fmla="*/ 241243 h 263112"/>
                <a:gd name="connsiteX11" fmla="*/ 136496 w 437401"/>
                <a:gd name="connsiteY11" fmla="*/ 263112 h 263112"/>
                <a:gd name="connsiteX12" fmla="*/ 128842 w 437401"/>
                <a:gd name="connsiteY12" fmla="*/ 258192 h 263112"/>
                <a:gd name="connsiteX13" fmla="*/ 114628 w 437401"/>
                <a:gd name="connsiteY13" fmla="*/ 228873 h 263112"/>
                <a:gd name="connsiteX14" fmla="*/ 4462 w 437401"/>
                <a:gd name="connsiteY14" fmla="*/ 17017 h 263112"/>
                <a:gd name="connsiteX15" fmla="*/ 567 w 437401"/>
                <a:gd name="connsiteY15" fmla="*/ 0 h 263112"/>
                <a:gd name="connsiteX16" fmla="*/ 70001 w 437401"/>
                <a:gd name="connsiteY16" fmla="*/ 12233 h 263112"/>
                <a:gd name="connsiteX17" fmla="*/ 223563 w 437401"/>
                <a:gd name="connsiteY17" fmla="*/ 43670 h 263112"/>
                <a:gd name="connsiteX18" fmla="*/ 275296 w 437401"/>
                <a:gd name="connsiteY18" fmla="*/ 62737 h 263112"/>
                <a:gd name="connsiteX19" fmla="*/ 421477 w 437401"/>
                <a:gd name="connsiteY19" fmla="*/ 143037 h 263112"/>
                <a:gd name="connsiteX20" fmla="*/ 437401 w 437401"/>
                <a:gd name="connsiteY20" fmla="*/ 154245 h 263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37401" h="263112">
                  <a:moveTo>
                    <a:pt x="437401" y="154245"/>
                  </a:moveTo>
                  <a:cubicBezTo>
                    <a:pt x="426125" y="158756"/>
                    <a:pt x="414917" y="163334"/>
                    <a:pt x="403640" y="167845"/>
                  </a:cubicBezTo>
                  <a:cubicBezTo>
                    <a:pt x="398037" y="173039"/>
                    <a:pt x="389289" y="167913"/>
                    <a:pt x="383958" y="173859"/>
                  </a:cubicBezTo>
                  <a:lnTo>
                    <a:pt x="384027" y="173859"/>
                  </a:lnTo>
                  <a:cubicBezTo>
                    <a:pt x="378492" y="179736"/>
                    <a:pt x="369538" y="174816"/>
                    <a:pt x="363867" y="180146"/>
                  </a:cubicBezTo>
                  <a:lnTo>
                    <a:pt x="364208" y="180010"/>
                  </a:lnTo>
                  <a:cubicBezTo>
                    <a:pt x="358809" y="186502"/>
                    <a:pt x="349719" y="181513"/>
                    <a:pt x="343842" y="186434"/>
                  </a:cubicBezTo>
                  <a:lnTo>
                    <a:pt x="344184" y="186229"/>
                  </a:lnTo>
                  <a:cubicBezTo>
                    <a:pt x="311449" y="212472"/>
                    <a:pt x="269009" y="214522"/>
                    <a:pt x="232379" y="230992"/>
                  </a:cubicBezTo>
                  <a:cubicBezTo>
                    <a:pt x="226570" y="233247"/>
                    <a:pt x="220760" y="235571"/>
                    <a:pt x="215020" y="237963"/>
                  </a:cubicBezTo>
                  <a:cubicBezTo>
                    <a:pt x="212218" y="239261"/>
                    <a:pt x="209280" y="240286"/>
                    <a:pt x="206341" y="241243"/>
                  </a:cubicBezTo>
                  <a:cubicBezTo>
                    <a:pt x="182285" y="245959"/>
                    <a:pt x="161714" y="262019"/>
                    <a:pt x="136496" y="263112"/>
                  </a:cubicBezTo>
                  <a:cubicBezTo>
                    <a:pt x="133353" y="262429"/>
                    <a:pt x="130825" y="260789"/>
                    <a:pt x="128842" y="258192"/>
                  </a:cubicBezTo>
                  <a:cubicBezTo>
                    <a:pt x="124126" y="248419"/>
                    <a:pt x="119617" y="238509"/>
                    <a:pt x="114628" y="228873"/>
                  </a:cubicBezTo>
                  <a:cubicBezTo>
                    <a:pt x="77929" y="158209"/>
                    <a:pt x="41161" y="87681"/>
                    <a:pt x="4462" y="17017"/>
                  </a:cubicBezTo>
                  <a:cubicBezTo>
                    <a:pt x="2001" y="12301"/>
                    <a:pt x="-1347" y="7654"/>
                    <a:pt x="567" y="0"/>
                  </a:cubicBezTo>
                  <a:cubicBezTo>
                    <a:pt x="24008" y="888"/>
                    <a:pt x="46902" y="7791"/>
                    <a:pt x="70001" y="12233"/>
                  </a:cubicBezTo>
                  <a:cubicBezTo>
                    <a:pt x="121325" y="22006"/>
                    <a:pt x="172444" y="33009"/>
                    <a:pt x="223563" y="43670"/>
                  </a:cubicBezTo>
                  <a:cubicBezTo>
                    <a:pt x="241742" y="47429"/>
                    <a:pt x="258895" y="53443"/>
                    <a:pt x="275296" y="62737"/>
                  </a:cubicBezTo>
                  <a:cubicBezTo>
                    <a:pt x="323682" y="90073"/>
                    <a:pt x="372750" y="116248"/>
                    <a:pt x="421477" y="143037"/>
                  </a:cubicBezTo>
                  <a:cubicBezTo>
                    <a:pt x="427150" y="146181"/>
                    <a:pt x="432139" y="150555"/>
                    <a:pt x="437401" y="154245"/>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78" name="Graphic 2466">
              <a:extLst>
                <a:ext uri="{FF2B5EF4-FFF2-40B4-BE49-F238E27FC236}">
                  <a16:creationId xmlns:a16="http://schemas.microsoft.com/office/drawing/2014/main" id="{F43C4DE1-BFD8-4F6C-97D0-FB97AF266F22}"/>
                </a:ext>
              </a:extLst>
            </p:cNvPr>
            <p:cNvSpPr/>
            <p:nvPr/>
          </p:nvSpPr>
          <p:spPr>
            <a:xfrm rot="20630650">
              <a:off x="10663080" y="2591893"/>
              <a:ext cx="1170009" cy="56918"/>
            </a:xfrm>
            <a:custGeom>
              <a:avLst/>
              <a:gdLst>
                <a:gd name="connsiteX0" fmla="*/ 105655 w 1242287"/>
                <a:gd name="connsiteY0" fmla="*/ 51207 h 60434"/>
                <a:gd name="connsiteX1" fmla="*/ 0 w 1242287"/>
                <a:gd name="connsiteY1" fmla="*/ 12321 h 60434"/>
                <a:gd name="connsiteX2" fmla="*/ 42576 w 1242287"/>
                <a:gd name="connsiteY2" fmla="*/ 293 h 60434"/>
                <a:gd name="connsiteX3" fmla="*/ 1201978 w 1242287"/>
                <a:gd name="connsiteY3" fmla="*/ 225 h 60434"/>
                <a:gd name="connsiteX4" fmla="*/ 1234099 w 1242287"/>
                <a:gd name="connsiteY4" fmla="*/ 5077 h 60434"/>
                <a:gd name="connsiteX5" fmla="*/ 1225077 w 1242287"/>
                <a:gd name="connsiteY5" fmla="*/ 38222 h 60434"/>
                <a:gd name="connsiteX6" fmla="*/ 1195691 w 1242287"/>
                <a:gd name="connsiteY6" fmla="*/ 57631 h 60434"/>
                <a:gd name="connsiteX7" fmla="*/ 1133637 w 1242287"/>
                <a:gd name="connsiteY7" fmla="*/ 60433 h 60434"/>
                <a:gd name="connsiteX8" fmla="*/ 193131 w 1242287"/>
                <a:gd name="connsiteY8" fmla="*/ 60433 h 60434"/>
                <a:gd name="connsiteX9" fmla="*/ 105655 w 1242287"/>
                <a:gd name="connsiteY9" fmla="*/ 51207 h 60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42287" h="60434">
                  <a:moveTo>
                    <a:pt x="105655" y="51207"/>
                  </a:moveTo>
                  <a:cubicBezTo>
                    <a:pt x="68751" y="42733"/>
                    <a:pt x="33898" y="28723"/>
                    <a:pt x="0" y="12321"/>
                  </a:cubicBezTo>
                  <a:cubicBezTo>
                    <a:pt x="11550" y="-1006"/>
                    <a:pt x="27542" y="293"/>
                    <a:pt x="42576" y="293"/>
                  </a:cubicBezTo>
                  <a:cubicBezTo>
                    <a:pt x="429044" y="-49"/>
                    <a:pt x="815511" y="-117"/>
                    <a:pt x="1201978" y="225"/>
                  </a:cubicBezTo>
                  <a:cubicBezTo>
                    <a:pt x="1212913" y="225"/>
                    <a:pt x="1223848" y="635"/>
                    <a:pt x="1234099" y="5077"/>
                  </a:cubicBezTo>
                  <a:cubicBezTo>
                    <a:pt x="1254328" y="22367"/>
                    <a:pt x="1231502" y="28108"/>
                    <a:pt x="1225077" y="38222"/>
                  </a:cubicBezTo>
                  <a:cubicBezTo>
                    <a:pt x="1216672" y="46833"/>
                    <a:pt x="1208675" y="55991"/>
                    <a:pt x="1195691" y="57631"/>
                  </a:cubicBezTo>
                  <a:cubicBezTo>
                    <a:pt x="1175052" y="59954"/>
                    <a:pt x="1154413" y="60433"/>
                    <a:pt x="1133637" y="60433"/>
                  </a:cubicBezTo>
                  <a:cubicBezTo>
                    <a:pt x="820158" y="60296"/>
                    <a:pt x="506610" y="60296"/>
                    <a:pt x="193131" y="60433"/>
                  </a:cubicBezTo>
                  <a:cubicBezTo>
                    <a:pt x="163608" y="60501"/>
                    <a:pt x="134427" y="58246"/>
                    <a:pt x="105655" y="51207"/>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79" name="Graphic 2466">
              <a:extLst>
                <a:ext uri="{FF2B5EF4-FFF2-40B4-BE49-F238E27FC236}">
                  <a16:creationId xmlns:a16="http://schemas.microsoft.com/office/drawing/2014/main" id="{9B91A81A-8CC8-4E53-BF3A-9389580FB673}"/>
                </a:ext>
              </a:extLst>
            </p:cNvPr>
            <p:cNvSpPr/>
            <p:nvPr/>
          </p:nvSpPr>
          <p:spPr>
            <a:xfrm rot="20630650">
              <a:off x="10618089" y="2276995"/>
              <a:ext cx="1109167" cy="61819"/>
            </a:xfrm>
            <a:custGeom>
              <a:avLst/>
              <a:gdLst>
                <a:gd name="connsiteX0" fmla="*/ 0 w 1177686"/>
                <a:gd name="connsiteY0" fmla="*/ 47087 h 65638"/>
                <a:gd name="connsiteX1" fmla="*/ 3759 w 1177686"/>
                <a:gd name="connsiteY1" fmla="*/ 45857 h 65638"/>
                <a:gd name="connsiteX2" fmla="*/ 19546 w 1177686"/>
                <a:gd name="connsiteY2" fmla="*/ 39979 h 65638"/>
                <a:gd name="connsiteX3" fmla="*/ 137160 w 1177686"/>
                <a:gd name="connsiteY3" fmla="*/ 0 h 65638"/>
                <a:gd name="connsiteX4" fmla="*/ 149257 w 1177686"/>
                <a:gd name="connsiteY4" fmla="*/ 13258 h 65638"/>
                <a:gd name="connsiteX5" fmla="*/ 172151 w 1177686"/>
                <a:gd name="connsiteY5" fmla="*/ 13941 h 65638"/>
                <a:gd name="connsiteX6" fmla="*/ 1068782 w 1177686"/>
                <a:gd name="connsiteY6" fmla="*/ 13941 h 65638"/>
                <a:gd name="connsiteX7" fmla="*/ 1088396 w 1177686"/>
                <a:gd name="connsiteY7" fmla="*/ 13805 h 65638"/>
                <a:gd name="connsiteX8" fmla="*/ 1108898 w 1177686"/>
                <a:gd name="connsiteY8" fmla="*/ 137 h 65638"/>
                <a:gd name="connsiteX9" fmla="*/ 1170884 w 1177686"/>
                <a:gd name="connsiteY9" fmla="*/ 33624 h 65638"/>
                <a:gd name="connsiteX10" fmla="*/ 1176761 w 1177686"/>
                <a:gd name="connsiteY10" fmla="*/ 50162 h 65638"/>
                <a:gd name="connsiteX11" fmla="*/ 1122362 w 1177686"/>
                <a:gd name="connsiteY11" fmla="*/ 64650 h 65638"/>
                <a:gd name="connsiteX12" fmla="*/ 670150 w 1177686"/>
                <a:gd name="connsiteY12" fmla="*/ 64924 h 65638"/>
                <a:gd name="connsiteX13" fmla="*/ 54058 w 1177686"/>
                <a:gd name="connsiteY13" fmla="*/ 64445 h 65638"/>
                <a:gd name="connsiteX14" fmla="*/ 0 w 1177686"/>
                <a:gd name="connsiteY14" fmla="*/ 47087 h 65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77686" h="65638">
                  <a:moveTo>
                    <a:pt x="0" y="47087"/>
                  </a:moveTo>
                  <a:cubicBezTo>
                    <a:pt x="821" y="45242"/>
                    <a:pt x="2051" y="44900"/>
                    <a:pt x="3759" y="45857"/>
                  </a:cubicBezTo>
                  <a:cubicBezTo>
                    <a:pt x="9021" y="43875"/>
                    <a:pt x="15241" y="44490"/>
                    <a:pt x="19546" y="39979"/>
                  </a:cubicBezTo>
                  <a:cubicBezTo>
                    <a:pt x="57543" y="23031"/>
                    <a:pt x="96430" y="8816"/>
                    <a:pt x="137160" y="0"/>
                  </a:cubicBezTo>
                  <a:cubicBezTo>
                    <a:pt x="138664" y="6697"/>
                    <a:pt x="141261" y="12711"/>
                    <a:pt x="149257" y="13258"/>
                  </a:cubicBezTo>
                  <a:cubicBezTo>
                    <a:pt x="156843" y="13805"/>
                    <a:pt x="164497" y="13941"/>
                    <a:pt x="172151" y="13941"/>
                  </a:cubicBezTo>
                  <a:cubicBezTo>
                    <a:pt x="471005" y="13941"/>
                    <a:pt x="769928" y="13941"/>
                    <a:pt x="1068782" y="13941"/>
                  </a:cubicBezTo>
                  <a:cubicBezTo>
                    <a:pt x="1075343" y="13941"/>
                    <a:pt x="1081904" y="13873"/>
                    <a:pt x="1088396" y="13805"/>
                  </a:cubicBezTo>
                  <a:cubicBezTo>
                    <a:pt x="1098169" y="13668"/>
                    <a:pt x="1104729" y="8748"/>
                    <a:pt x="1108898" y="137"/>
                  </a:cubicBezTo>
                  <a:cubicBezTo>
                    <a:pt x="1131656" y="7449"/>
                    <a:pt x="1152227" y="18657"/>
                    <a:pt x="1170884" y="33624"/>
                  </a:cubicBezTo>
                  <a:cubicBezTo>
                    <a:pt x="1179153" y="36904"/>
                    <a:pt x="1178127" y="43465"/>
                    <a:pt x="1176761" y="50162"/>
                  </a:cubicBezTo>
                  <a:cubicBezTo>
                    <a:pt x="1162409" y="69024"/>
                    <a:pt x="1141360" y="64582"/>
                    <a:pt x="1122362" y="64650"/>
                  </a:cubicBezTo>
                  <a:cubicBezTo>
                    <a:pt x="971602" y="65129"/>
                    <a:pt x="820911" y="64924"/>
                    <a:pt x="670150" y="64924"/>
                  </a:cubicBezTo>
                  <a:cubicBezTo>
                    <a:pt x="464786" y="64924"/>
                    <a:pt x="259422" y="65197"/>
                    <a:pt x="54058" y="64445"/>
                  </a:cubicBezTo>
                  <a:cubicBezTo>
                    <a:pt x="35127" y="64309"/>
                    <a:pt x="11550" y="72646"/>
                    <a:pt x="0" y="47087"/>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80" name="Graphic 2466">
              <a:extLst>
                <a:ext uri="{FF2B5EF4-FFF2-40B4-BE49-F238E27FC236}">
                  <a16:creationId xmlns:a16="http://schemas.microsoft.com/office/drawing/2014/main" id="{6EBD129A-26D5-480E-8C03-04DAA23A9A56}"/>
                </a:ext>
              </a:extLst>
            </p:cNvPr>
            <p:cNvSpPr/>
            <p:nvPr/>
          </p:nvSpPr>
          <p:spPr>
            <a:xfrm rot="20630650">
              <a:off x="10364759" y="2564753"/>
              <a:ext cx="142970" cy="262603"/>
            </a:xfrm>
            <a:custGeom>
              <a:avLst/>
              <a:gdLst>
                <a:gd name="connsiteX0" fmla="*/ 9158 w 151802"/>
                <a:gd name="connsiteY0" fmla="*/ 57271 h 278826"/>
                <a:gd name="connsiteX1" fmla="*/ 10798 w 151802"/>
                <a:gd name="connsiteY1" fmla="*/ 15037 h 278826"/>
                <a:gd name="connsiteX2" fmla="*/ 27747 w 151802"/>
                <a:gd name="connsiteY2" fmla="*/ 207 h 278826"/>
                <a:gd name="connsiteX3" fmla="*/ 49752 w 151802"/>
                <a:gd name="connsiteY3" fmla="*/ 5605 h 278826"/>
                <a:gd name="connsiteX4" fmla="*/ 139484 w 151802"/>
                <a:gd name="connsiteY4" fmla="*/ 34240 h 278826"/>
                <a:gd name="connsiteX5" fmla="*/ 147548 w 151802"/>
                <a:gd name="connsiteY5" fmla="*/ 38956 h 278826"/>
                <a:gd name="connsiteX6" fmla="*/ 151443 w 151802"/>
                <a:gd name="connsiteY6" fmla="*/ 58433 h 278826"/>
                <a:gd name="connsiteX7" fmla="*/ 151512 w 151802"/>
                <a:gd name="connsiteY7" fmla="*/ 72990 h 278826"/>
                <a:gd name="connsiteX8" fmla="*/ 151512 w 151802"/>
                <a:gd name="connsiteY8" fmla="*/ 87273 h 278826"/>
                <a:gd name="connsiteX9" fmla="*/ 151512 w 151802"/>
                <a:gd name="connsiteY9" fmla="*/ 106135 h 278826"/>
                <a:gd name="connsiteX10" fmla="*/ 151717 w 151802"/>
                <a:gd name="connsiteY10" fmla="*/ 120350 h 278826"/>
                <a:gd name="connsiteX11" fmla="*/ 151649 w 151802"/>
                <a:gd name="connsiteY11" fmla="*/ 139349 h 278826"/>
                <a:gd name="connsiteX12" fmla="*/ 151649 w 151802"/>
                <a:gd name="connsiteY12" fmla="*/ 158347 h 278826"/>
                <a:gd name="connsiteX13" fmla="*/ 151580 w 151802"/>
                <a:gd name="connsiteY13" fmla="*/ 177346 h 278826"/>
                <a:gd name="connsiteX14" fmla="*/ 151512 w 151802"/>
                <a:gd name="connsiteY14" fmla="*/ 191561 h 278826"/>
                <a:gd name="connsiteX15" fmla="*/ 151443 w 151802"/>
                <a:gd name="connsiteY15" fmla="*/ 210560 h 278826"/>
                <a:gd name="connsiteX16" fmla="*/ 151170 w 151802"/>
                <a:gd name="connsiteY16" fmla="*/ 225048 h 278826"/>
                <a:gd name="connsiteX17" fmla="*/ 148026 w 151802"/>
                <a:gd name="connsiteY17" fmla="*/ 239468 h 278826"/>
                <a:gd name="connsiteX18" fmla="*/ 140851 w 151802"/>
                <a:gd name="connsiteY18" fmla="*/ 245892 h 278826"/>
                <a:gd name="connsiteX19" fmla="*/ 51392 w 151802"/>
                <a:gd name="connsiteY19" fmla="*/ 272818 h 278826"/>
                <a:gd name="connsiteX20" fmla="*/ 26380 w 151802"/>
                <a:gd name="connsiteY20" fmla="*/ 278695 h 278826"/>
                <a:gd name="connsiteX21" fmla="*/ 11004 w 151802"/>
                <a:gd name="connsiteY21" fmla="*/ 265711 h 278826"/>
                <a:gd name="connsiteX22" fmla="*/ 9021 w 151802"/>
                <a:gd name="connsiteY22" fmla="*/ 217325 h 278826"/>
                <a:gd name="connsiteX23" fmla="*/ 0 w 151802"/>
                <a:gd name="connsiteY23" fmla="*/ 176116 h 278826"/>
                <a:gd name="connsiteX24" fmla="*/ 1845 w 151802"/>
                <a:gd name="connsiteY24" fmla="*/ 106135 h 278826"/>
                <a:gd name="connsiteX25" fmla="*/ 9158 w 151802"/>
                <a:gd name="connsiteY25" fmla="*/ 57271 h 278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1802" h="278826">
                  <a:moveTo>
                    <a:pt x="9158" y="57271"/>
                  </a:moveTo>
                  <a:cubicBezTo>
                    <a:pt x="9705" y="43193"/>
                    <a:pt x="9910" y="29115"/>
                    <a:pt x="10798" y="15037"/>
                  </a:cubicBezTo>
                  <a:cubicBezTo>
                    <a:pt x="11482" y="4307"/>
                    <a:pt x="17632" y="-1160"/>
                    <a:pt x="27747" y="207"/>
                  </a:cubicBezTo>
                  <a:cubicBezTo>
                    <a:pt x="35196" y="1163"/>
                    <a:pt x="42509" y="3350"/>
                    <a:pt x="49752" y="5605"/>
                  </a:cubicBezTo>
                  <a:cubicBezTo>
                    <a:pt x="79686" y="15037"/>
                    <a:pt x="109619" y="24673"/>
                    <a:pt x="139484" y="34240"/>
                  </a:cubicBezTo>
                  <a:cubicBezTo>
                    <a:pt x="143243" y="34035"/>
                    <a:pt x="145908" y="35607"/>
                    <a:pt x="147548" y="38956"/>
                  </a:cubicBezTo>
                  <a:cubicBezTo>
                    <a:pt x="150487" y="45106"/>
                    <a:pt x="151238" y="51736"/>
                    <a:pt x="151443" y="58433"/>
                  </a:cubicBezTo>
                  <a:cubicBezTo>
                    <a:pt x="151580" y="63285"/>
                    <a:pt x="151580" y="68137"/>
                    <a:pt x="151512" y="72990"/>
                  </a:cubicBezTo>
                  <a:cubicBezTo>
                    <a:pt x="151580" y="77705"/>
                    <a:pt x="151580" y="82489"/>
                    <a:pt x="151512" y="87273"/>
                  </a:cubicBezTo>
                  <a:cubicBezTo>
                    <a:pt x="151580" y="93560"/>
                    <a:pt x="151512" y="99848"/>
                    <a:pt x="151512" y="106135"/>
                  </a:cubicBezTo>
                  <a:cubicBezTo>
                    <a:pt x="151649" y="110850"/>
                    <a:pt x="151786" y="115566"/>
                    <a:pt x="151717" y="120350"/>
                  </a:cubicBezTo>
                  <a:cubicBezTo>
                    <a:pt x="151649" y="126705"/>
                    <a:pt x="151649" y="132993"/>
                    <a:pt x="151649" y="139349"/>
                  </a:cubicBezTo>
                  <a:cubicBezTo>
                    <a:pt x="151854" y="145704"/>
                    <a:pt x="151854" y="152060"/>
                    <a:pt x="151649" y="158347"/>
                  </a:cubicBezTo>
                  <a:cubicBezTo>
                    <a:pt x="151717" y="164703"/>
                    <a:pt x="151786" y="170990"/>
                    <a:pt x="151580" y="177346"/>
                  </a:cubicBezTo>
                  <a:cubicBezTo>
                    <a:pt x="151649" y="182062"/>
                    <a:pt x="151580" y="186845"/>
                    <a:pt x="151512" y="191561"/>
                  </a:cubicBezTo>
                  <a:cubicBezTo>
                    <a:pt x="151580" y="197917"/>
                    <a:pt x="151580" y="204204"/>
                    <a:pt x="151443" y="210560"/>
                  </a:cubicBezTo>
                  <a:cubicBezTo>
                    <a:pt x="151512" y="215412"/>
                    <a:pt x="151443" y="220196"/>
                    <a:pt x="151170" y="225048"/>
                  </a:cubicBezTo>
                  <a:cubicBezTo>
                    <a:pt x="150965" y="230037"/>
                    <a:pt x="150009" y="234821"/>
                    <a:pt x="148026" y="239468"/>
                  </a:cubicBezTo>
                  <a:cubicBezTo>
                    <a:pt x="146523" y="242611"/>
                    <a:pt x="144131" y="244730"/>
                    <a:pt x="140851" y="245892"/>
                  </a:cubicBezTo>
                  <a:cubicBezTo>
                    <a:pt x="109824" y="250812"/>
                    <a:pt x="81463" y="264617"/>
                    <a:pt x="51392" y="272818"/>
                  </a:cubicBezTo>
                  <a:cubicBezTo>
                    <a:pt x="43123" y="275073"/>
                    <a:pt x="34786" y="277534"/>
                    <a:pt x="26380" y="278695"/>
                  </a:cubicBezTo>
                  <a:cubicBezTo>
                    <a:pt x="18316" y="279789"/>
                    <a:pt x="11482" y="273912"/>
                    <a:pt x="11004" y="265711"/>
                  </a:cubicBezTo>
                  <a:cubicBezTo>
                    <a:pt x="9978" y="249582"/>
                    <a:pt x="9636" y="233454"/>
                    <a:pt x="9021" y="217325"/>
                  </a:cubicBezTo>
                  <a:cubicBezTo>
                    <a:pt x="274" y="204819"/>
                    <a:pt x="3213" y="189852"/>
                    <a:pt x="0" y="176116"/>
                  </a:cubicBezTo>
                  <a:cubicBezTo>
                    <a:pt x="1436" y="152812"/>
                    <a:pt x="1982" y="129507"/>
                    <a:pt x="1845" y="106135"/>
                  </a:cubicBezTo>
                  <a:cubicBezTo>
                    <a:pt x="3622" y="89665"/>
                    <a:pt x="-1776" y="72238"/>
                    <a:pt x="9158" y="57271"/>
                  </a:cubicBezTo>
                  <a:close/>
                </a:path>
              </a:pathLst>
            </a:custGeom>
            <a:solidFill>
              <a:schemeClr val="bg1"/>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81" name="Graphic 2466">
              <a:extLst>
                <a:ext uri="{FF2B5EF4-FFF2-40B4-BE49-F238E27FC236}">
                  <a16:creationId xmlns:a16="http://schemas.microsoft.com/office/drawing/2014/main" id="{7C20AE9C-447E-48C8-A76A-B338FFC18C1C}"/>
                </a:ext>
              </a:extLst>
            </p:cNvPr>
            <p:cNvSpPr/>
            <p:nvPr/>
          </p:nvSpPr>
          <p:spPr>
            <a:xfrm rot="20630650">
              <a:off x="11748945" y="2133698"/>
              <a:ext cx="181654" cy="316589"/>
            </a:xfrm>
            <a:custGeom>
              <a:avLst/>
              <a:gdLst>
                <a:gd name="connsiteX0" fmla="*/ 0 w 192876"/>
                <a:gd name="connsiteY0" fmla="*/ 336146 h 336146"/>
                <a:gd name="connsiteX1" fmla="*/ 14899 w 192876"/>
                <a:gd name="connsiteY1" fmla="*/ 309356 h 336146"/>
                <a:gd name="connsiteX2" fmla="*/ 36904 w 192876"/>
                <a:gd name="connsiteY2" fmla="*/ 255914 h 336146"/>
                <a:gd name="connsiteX3" fmla="*/ 50026 w 192876"/>
                <a:gd name="connsiteY3" fmla="*/ 223179 h 336146"/>
                <a:gd name="connsiteX4" fmla="*/ 56450 w 192876"/>
                <a:gd name="connsiteY4" fmla="*/ 197209 h 336146"/>
                <a:gd name="connsiteX5" fmla="*/ 59661 w 192876"/>
                <a:gd name="connsiteY5" fmla="*/ 170693 h 336146"/>
                <a:gd name="connsiteX6" fmla="*/ 57338 w 192876"/>
                <a:gd name="connsiteY6" fmla="*/ 130850 h 336146"/>
                <a:gd name="connsiteX7" fmla="*/ 46472 w 192876"/>
                <a:gd name="connsiteY7" fmla="*/ 94288 h 336146"/>
                <a:gd name="connsiteX8" fmla="*/ 43328 w 192876"/>
                <a:gd name="connsiteY8" fmla="*/ 86565 h 336146"/>
                <a:gd name="connsiteX9" fmla="*/ 36016 w 192876"/>
                <a:gd name="connsiteY9" fmla="*/ 71394 h 336146"/>
                <a:gd name="connsiteX10" fmla="*/ 17974 w 192876"/>
                <a:gd name="connsiteY10" fmla="*/ 41461 h 336146"/>
                <a:gd name="connsiteX11" fmla="*/ 6151 w 192876"/>
                <a:gd name="connsiteY11" fmla="*/ 6880 h 336146"/>
                <a:gd name="connsiteX12" fmla="*/ 16334 w 192876"/>
                <a:gd name="connsiteY12" fmla="*/ 593 h 336146"/>
                <a:gd name="connsiteX13" fmla="*/ 175500 w 192876"/>
                <a:gd name="connsiteY13" fmla="*/ 129894 h 336146"/>
                <a:gd name="connsiteX14" fmla="*/ 179873 w 192876"/>
                <a:gd name="connsiteY14" fmla="*/ 134746 h 336146"/>
                <a:gd name="connsiteX15" fmla="*/ 178711 w 192876"/>
                <a:gd name="connsiteY15" fmla="*/ 196252 h 336146"/>
                <a:gd name="connsiteX16" fmla="*/ 125201 w 192876"/>
                <a:gd name="connsiteY16" fmla="*/ 248943 h 336146"/>
                <a:gd name="connsiteX17" fmla="*/ 31984 w 192876"/>
                <a:gd name="connsiteY17" fmla="*/ 320359 h 336146"/>
                <a:gd name="connsiteX18" fmla="*/ 0 w 192876"/>
                <a:gd name="connsiteY18" fmla="*/ 336146 h 336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2876" h="336146">
                  <a:moveTo>
                    <a:pt x="0" y="336146"/>
                  </a:moveTo>
                  <a:cubicBezTo>
                    <a:pt x="4989" y="327193"/>
                    <a:pt x="9910" y="318241"/>
                    <a:pt x="14899" y="309356"/>
                  </a:cubicBezTo>
                  <a:cubicBezTo>
                    <a:pt x="14079" y="288171"/>
                    <a:pt x="31232" y="274434"/>
                    <a:pt x="36904" y="255914"/>
                  </a:cubicBezTo>
                  <a:cubicBezTo>
                    <a:pt x="42576" y="245526"/>
                    <a:pt x="46950" y="234592"/>
                    <a:pt x="50026" y="223179"/>
                  </a:cubicBezTo>
                  <a:cubicBezTo>
                    <a:pt x="52623" y="214636"/>
                    <a:pt x="54399" y="205889"/>
                    <a:pt x="56450" y="197209"/>
                  </a:cubicBezTo>
                  <a:cubicBezTo>
                    <a:pt x="58569" y="188462"/>
                    <a:pt x="60277" y="179714"/>
                    <a:pt x="59661" y="170693"/>
                  </a:cubicBezTo>
                  <a:cubicBezTo>
                    <a:pt x="59252" y="157366"/>
                    <a:pt x="61166" y="143903"/>
                    <a:pt x="57338" y="130850"/>
                  </a:cubicBezTo>
                  <a:cubicBezTo>
                    <a:pt x="54195" y="118549"/>
                    <a:pt x="50982" y="106179"/>
                    <a:pt x="46472" y="94288"/>
                  </a:cubicBezTo>
                  <a:cubicBezTo>
                    <a:pt x="45310" y="91759"/>
                    <a:pt x="44285" y="89162"/>
                    <a:pt x="43328" y="86565"/>
                  </a:cubicBezTo>
                  <a:cubicBezTo>
                    <a:pt x="41141" y="81372"/>
                    <a:pt x="38613" y="76383"/>
                    <a:pt x="36016" y="71394"/>
                  </a:cubicBezTo>
                  <a:cubicBezTo>
                    <a:pt x="30959" y="60869"/>
                    <a:pt x="24330" y="51233"/>
                    <a:pt x="17974" y="41461"/>
                  </a:cubicBezTo>
                  <a:cubicBezTo>
                    <a:pt x="12438" y="30458"/>
                    <a:pt x="5126" y="20138"/>
                    <a:pt x="6151" y="6880"/>
                  </a:cubicBezTo>
                  <a:cubicBezTo>
                    <a:pt x="7859" y="2096"/>
                    <a:pt x="10388" y="-1457"/>
                    <a:pt x="16334" y="593"/>
                  </a:cubicBezTo>
                  <a:cubicBezTo>
                    <a:pt x="75654" y="35925"/>
                    <a:pt x="127865" y="80141"/>
                    <a:pt x="175500" y="129894"/>
                  </a:cubicBezTo>
                  <a:cubicBezTo>
                    <a:pt x="177003" y="131465"/>
                    <a:pt x="178506" y="133037"/>
                    <a:pt x="179873" y="134746"/>
                  </a:cubicBezTo>
                  <a:cubicBezTo>
                    <a:pt x="197163" y="156341"/>
                    <a:pt x="197642" y="175340"/>
                    <a:pt x="178711" y="196252"/>
                  </a:cubicBezTo>
                  <a:cubicBezTo>
                    <a:pt x="161968" y="214773"/>
                    <a:pt x="143858" y="232268"/>
                    <a:pt x="125201" y="248943"/>
                  </a:cubicBezTo>
                  <a:cubicBezTo>
                    <a:pt x="95951" y="275049"/>
                    <a:pt x="64855" y="298900"/>
                    <a:pt x="31984" y="320359"/>
                  </a:cubicBezTo>
                  <a:cubicBezTo>
                    <a:pt x="22006" y="326852"/>
                    <a:pt x="12302" y="334369"/>
                    <a:pt x="0" y="336146"/>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82" name="Graphic 2466">
              <a:extLst>
                <a:ext uri="{FF2B5EF4-FFF2-40B4-BE49-F238E27FC236}">
                  <a16:creationId xmlns:a16="http://schemas.microsoft.com/office/drawing/2014/main" id="{13C94D15-8B67-4AD6-B87B-3541E15A024C}"/>
                </a:ext>
              </a:extLst>
            </p:cNvPr>
            <p:cNvSpPr/>
            <p:nvPr/>
          </p:nvSpPr>
          <p:spPr>
            <a:xfrm rot="20630650">
              <a:off x="9941736" y="2603606"/>
              <a:ext cx="87946" cy="435422"/>
            </a:xfrm>
            <a:custGeom>
              <a:avLst/>
              <a:gdLst>
                <a:gd name="connsiteX0" fmla="*/ 93 w 93378"/>
                <a:gd name="connsiteY0" fmla="*/ 746 h 462320"/>
                <a:gd name="connsiteX1" fmla="*/ 51623 w 93378"/>
                <a:gd name="connsiteY1" fmla="*/ 6282 h 462320"/>
                <a:gd name="connsiteX2" fmla="*/ 78207 w 93378"/>
                <a:gd name="connsiteY2" fmla="*/ 14688 h 462320"/>
                <a:gd name="connsiteX3" fmla="*/ 89142 w 93378"/>
                <a:gd name="connsiteY3" fmla="*/ 54326 h 462320"/>
                <a:gd name="connsiteX4" fmla="*/ 89073 w 93378"/>
                <a:gd name="connsiteY4" fmla="*/ 216977 h 462320"/>
                <a:gd name="connsiteX5" fmla="*/ 93379 w 93378"/>
                <a:gd name="connsiteY5" fmla="*/ 261330 h 462320"/>
                <a:gd name="connsiteX6" fmla="*/ 89278 w 93378"/>
                <a:gd name="connsiteY6" fmla="*/ 401907 h 462320"/>
                <a:gd name="connsiteX7" fmla="*/ 82922 w 93378"/>
                <a:gd name="connsiteY7" fmla="*/ 450087 h 462320"/>
                <a:gd name="connsiteX8" fmla="*/ 44788 w 93378"/>
                <a:gd name="connsiteY8" fmla="*/ 462320 h 462320"/>
                <a:gd name="connsiteX9" fmla="*/ 29480 w 93378"/>
                <a:gd name="connsiteY9" fmla="*/ 456101 h 462320"/>
                <a:gd name="connsiteX10" fmla="*/ 28729 w 93378"/>
                <a:gd name="connsiteY10" fmla="*/ 299122 h 462320"/>
                <a:gd name="connsiteX11" fmla="*/ 28386 w 93378"/>
                <a:gd name="connsiteY11" fmla="*/ 63142 h 462320"/>
                <a:gd name="connsiteX12" fmla="*/ 9183 w 93378"/>
                <a:gd name="connsiteY12" fmla="*/ 14688 h 462320"/>
                <a:gd name="connsiteX13" fmla="*/ 93 w 93378"/>
                <a:gd name="connsiteY13" fmla="*/ 746 h 462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3378" h="462320">
                  <a:moveTo>
                    <a:pt x="93" y="746"/>
                  </a:moveTo>
                  <a:cubicBezTo>
                    <a:pt x="17452" y="815"/>
                    <a:pt x="35221" y="-3081"/>
                    <a:pt x="51623" y="6282"/>
                  </a:cubicBezTo>
                  <a:cubicBezTo>
                    <a:pt x="59208" y="12979"/>
                    <a:pt x="70758" y="7444"/>
                    <a:pt x="78207" y="14688"/>
                  </a:cubicBezTo>
                  <a:cubicBezTo>
                    <a:pt x="89210" y="25896"/>
                    <a:pt x="89073" y="40316"/>
                    <a:pt x="89142" y="54326"/>
                  </a:cubicBezTo>
                  <a:cubicBezTo>
                    <a:pt x="89484" y="108520"/>
                    <a:pt x="89962" y="162783"/>
                    <a:pt x="89073" y="216977"/>
                  </a:cubicBezTo>
                  <a:cubicBezTo>
                    <a:pt x="86203" y="223948"/>
                    <a:pt x="88321" y="245748"/>
                    <a:pt x="93379" y="261330"/>
                  </a:cubicBezTo>
                  <a:cubicBezTo>
                    <a:pt x="85519" y="308007"/>
                    <a:pt x="90987" y="355094"/>
                    <a:pt x="89278" y="401907"/>
                  </a:cubicBezTo>
                  <a:cubicBezTo>
                    <a:pt x="88664" y="418172"/>
                    <a:pt x="91261" y="434847"/>
                    <a:pt x="82922" y="450087"/>
                  </a:cubicBezTo>
                  <a:cubicBezTo>
                    <a:pt x="71783" y="458972"/>
                    <a:pt x="56953" y="456375"/>
                    <a:pt x="44788" y="462320"/>
                  </a:cubicBezTo>
                  <a:cubicBezTo>
                    <a:pt x="38843" y="462252"/>
                    <a:pt x="32692" y="462799"/>
                    <a:pt x="29480" y="456101"/>
                  </a:cubicBezTo>
                  <a:cubicBezTo>
                    <a:pt x="26815" y="403820"/>
                    <a:pt x="29138" y="351471"/>
                    <a:pt x="28729" y="299122"/>
                  </a:cubicBezTo>
                  <a:cubicBezTo>
                    <a:pt x="28181" y="220462"/>
                    <a:pt x="28865" y="141802"/>
                    <a:pt x="28386" y="63142"/>
                  </a:cubicBezTo>
                  <a:cubicBezTo>
                    <a:pt x="28250" y="44826"/>
                    <a:pt x="30232" y="25007"/>
                    <a:pt x="9183" y="14688"/>
                  </a:cubicBezTo>
                  <a:cubicBezTo>
                    <a:pt x="3989" y="11476"/>
                    <a:pt x="-727" y="7922"/>
                    <a:pt x="93" y="746"/>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83" name="Graphic 2466">
              <a:extLst>
                <a:ext uri="{FF2B5EF4-FFF2-40B4-BE49-F238E27FC236}">
                  <a16:creationId xmlns:a16="http://schemas.microsoft.com/office/drawing/2014/main" id="{44F51D8A-891F-458D-B240-D0F530055C3F}"/>
                </a:ext>
              </a:extLst>
            </p:cNvPr>
            <p:cNvSpPr/>
            <p:nvPr/>
          </p:nvSpPr>
          <p:spPr>
            <a:xfrm rot="20630650">
              <a:off x="10769777" y="2630125"/>
              <a:ext cx="1026680" cy="22183"/>
            </a:xfrm>
            <a:custGeom>
              <a:avLst/>
              <a:gdLst>
                <a:gd name="connsiteX0" fmla="*/ 0 w 1090104"/>
                <a:gd name="connsiteY0" fmla="*/ 1138 h 23553"/>
                <a:gd name="connsiteX1" fmla="*/ 101691 w 1090104"/>
                <a:gd name="connsiteY1" fmla="*/ 796 h 23553"/>
                <a:gd name="connsiteX2" fmla="*/ 1052790 w 1090104"/>
                <a:gd name="connsiteY2" fmla="*/ 1001 h 23553"/>
                <a:gd name="connsiteX3" fmla="*/ 1090104 w 1090104"/>
                <a:gd name="connsiteY3" fmla="*/ 7562 h 23553"/>
                <a:gd name="connsiteX4" fmla="*/ 1064203 w 1090104"/>
                <a:gd name="connsiteY4" fmla="*/ 21299 h 23553"/>
                <a:gd name="connsiteX5" fmla="*/ 985679 w 1090104"/>
                <a:gd name="connsiteY5" fmla="*/ 23485 h 23553"/>
                <a:gd name="connsiteX6" fmla="*/ 126499 w 1090104"/>
                <a:gd name="connsiteY6" fmla="*/ 23554 h 23553"/>
                <a:gd name="connsiteX7" fmla="*/ 38886 w 1090104"/>
                <a:gd name="connsiteY7" fmla="*/ 14465 h 23553"/>
                <a:gd name="connsiteX8" fmla="*/ 0 w 1090104"/>
                <a:gd name="connsiteY8" fmla="*/ 1138 h 23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0104" h="23553">
                  <a:moveTo>
                    <a:pt x="0" y="1138"/>
                  </a:moveTo>
                  <a:cubicBezTo>
                    <a:pt x="33897" y="1001"/>
                    <a:pt x="67794" y="796"/>
                    <a:pt x="101691" y="796"/>
                  </a:cubicBezTo>
                  <a:cubicBezTo>
                    <a:pt x="418723" y="796"/>
                    <a:pt x="735757" y="728"/>
                    <a:pt x="1052790" y="1001"/>
                  </a:cubicBezTo>
                  <a:cubicBezTo>
                    <a:pt x="1065297" y="1001"/>
                    <a:pt x="1079306" y="-3783"/>
                    <a:pt x="1090104" y="7562"/>
                  </a:cubicBezTo>
                  <a:cubicBezTo>
                    <a:pt x="1083065" y="15148"/>
                    <a:pt x="1074317" y="19590"/>
                    <a:pt x="1064203" y="21299"/>
                  </a:cubicBezTo>
                  <a:cubicBezTo>
                    <a:pt x="1038096" y="23417"/>
                    <a:pt x="1011854" y="23485"/>
                    <a:pt x="985679" y="23485"/>
                  </a:cubicBezTo>
                  <a:cubicBezTo>
                    <a:pt x="699263" y="23417"/>
                    <a:pt x="412915" y="23349"/>
                    <a:pt x="126499" y="23554"/>
                  </a:cubicBezTo>
                  <a:cubicBezTo>
                    <a:pt x="96907" y="23554"/>
                    <a:pt x="67725" y="20957"/>
                    <a:pt x="38886" y="14465"/>
                  </a:cubicBezTo>
                  <a:cubicBezTo>
                    <a:pt x="24808" y="13371"/>
                    <a:pt x="11823" y="8997"/>
                    <a:pt x="0" y="1138"/>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84" name="Graphic 2466">
              <a:extLst>
                <a:ext uri="{FF2B5EF4-FFF2-40B4-BE49-F238E27FC236}">
                  <a16:creationId xmlns:a16="http://schemas.microsoft.com/office/drawing/2014/main" id="{FF3E2386-9A58-414C-BFC8-7F1CF2164DBB}"/>
                </a:ext>
              </a:extLst>
            </p:cNvPr>
            <p:cNvSpPr/>
            <p:nvPr/>
          </p:nvSpPr>
          <p:spPr>
            <a:xfrm rot="20630650">
              <a:off x="10809703" y="2641102"/>
              <a:ext cx="965598" cy="21304"/>
            </a:xfrm>
            <a:custGeom>
              <a:avLst/>
              <a:gdLst>
                <a:gd name="connsiteX0" fmla="*/ 0 w 1025248"/>
                <a:gd name="connsiteY0" fmla="*/ 478 h 22620"/>
                <a:gd name="connsiteX1" fmla="*/ 32736 w 1025248"/>
                <a:gd name="connsiteY1" fmla="*/ 0 h 22620"/>
                <a:gd name="connsiteX2" fmla="*/ 985065 w 1025248"/>
                <a:gd name="connsiteY2" fmla="*/ 0 h 22620"/>
                <a:gd name="connsiteX3" fmla="*/ 1011239 w 1025248"/>
                <a:gd name="connsiteY3" fmla="*/ 273 h 22620"/>
                <a:gd name="connsiteX4" fmla="*/ 1025249 w 1025248"/>
                <a:gd name="connsiteY4" fmla="*/ 7381 h 22620"/>
                <a:gd name="connsiteX5" fmla="*/ 998938 w 1025248"/>
                <a:gd name="connsiteY5" fmla="*/ 20366 h 22620"/>
                <a:gd name="connsiteX6" fmla="*/ 923695 w 1025248"/>
                <a:gd name="connsiteY6" fmla="*/ 22621 h 22620"/>
                <a:gd name="connsiteX7" fmla="*/ 130462 w 1025248"/>
                <a:gd name="connsiteY7" fmla="*/ 22552 h 22620"/>
                <a:gd name="connsiteX8" fmla="*/ 39638 w 1025248"/>
                <a:gd name="connsiteY8" fmla="*/ 13395 h 22620"/>
                <a:gd name="connsiteX9" fmla="*/ 0 w 1025248"/>
                <a:gd name="connsiteY9" fmla="*/ 478 h 22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5248" h="22620">
                  <a:moveTo>
                    <a:pt x="0" y="478"/>
                  </a:moveTo>
                  <a:cubicBezTo>
                    <a:pt x="10934" y="342"/>
                    <a:pt x="21801" y="0"/>
                    <a:pt x="32736" y="0"/>
                  </a:cubicBezTo>
                  <a:cubicBezTo>
                    <a:pt x="350178" y="0"/>
                    <a:pt x="667622" y="0"/>
                    <a:pt x="985065" y="0"/>
                  </a:cubicBezTo>
                  <a:cubicBezTo>
                    <a:pt x="993812" y="0"/>
                    <a:pt x="1002492" y="68"/>
                    <a:pt x="1011239" y="273"/>
                  </a:cubicBezTo>
                  <a:cubicBezTo>
                    <a:pt x="1016980" y="410"/>
                    <a:pt x="1021695" y="2870"/>
                    <a:pt x="1025249" y="7381"/>
                  </a:cubicBezTo>
                  <a:cubicBezTo>
                    <a:pt x="1017937" y="14693"/>
                    <a:pt x="1009121" y="18930"/>
                    <a:pt x="998938" y="20366"/>
                  </a:cubicBezTo>
                  <a:cubicBezTo>
                    <a:pt x="973925" y="22552"/>
                    <a:pt x="948844" y="22621"/>
                    <a:pt x="923695" y="22621"/>
                  </a:cubicBezTo>
                  <a:cubicBezTo>
                    <a:pt x="659284" y="22552"/>
                    <a:pt x="394873" y="22552"/>
                    <a:pt x="130462" y="22552"/>
                  </a:cubicBezTo>
                  <a:cubicBezTo>
                    <a:pt x="99914" y="22552"/>
                    <a:pt x="69503" y="20502"/>
                    <a:pt x="39638" y="13395"/>
                  </a:cubicBezTo>
                  <a:cubicBezTo>
                    <a:pt x="25423" y="12506"/>
                    <a:pt x="12165" y="8201"/>
                    <a:pt x="0" y="478"/>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85" name="Graphic 2466">
              <a:extLst>
                <a:ext uri="{FF2B5EF4-FFF2-40B4-BE49-F238E27FC236}">
                  <a16:creationId xmlns:a16="http://schemas.microsoft.com/office/drawing/2014/main" id="{2FF45F84-0146-4E76-BBD1-3988CD5421CE}"/>
                </a:ext>
              </a:extLst>
            </p:cNvPr>
            <p:cNvSpPr/>
            <p:nvPr/>
          </p:nvSpPr>
          <p:spPr>
            <a:xfrm rot="20630650">
              <a:off x="10850422" y="2651161"/>
              <a:ext cx="903422" cy="21883"/>
            </a:xfrm>
            <a:custGeom>
              <a:avLst/>
              <a:gdLst>
                <a:gd name="connsiteX0" fmla="*/ 0 w 959231"/>
                <a:gd name="connsiteY0" fmla="*/ 372 h 23235"/>
                <a:gd name="connsiteX1" fmla="*/ 170032 w 959231"/>
                <a:gd name="connsiteY1" fmla="*/ 30 h 23235"/>
                <a:gd name="connsiteX2" fmla="*/ 915698 w 959231"/>
                <a:gd name="connsiteY2" fmla="*/ 30 h 23235"/>
                <a:gd name="connsiteX3" fmla="*/ 945153 w 959231"/>
                <a:gd name="connsiteY3" fmla="*/ 235 h 23235"/>
                <a:gd name="connsiteX4" fmla="*/ 959232 w 959231"/>
                <a:gd name="connsiteY4" fmla="*/ 7274 h 23235"/>
                <a:gd name="connsiteX5" fmla="*/ 932578 w 959231"/>
                <a:gd name="connsiteY5" fmla="*/ 19508 h 23235"/>
                <a:gd name="connsiteX6" fmla="*/ 694137 w 959231"/>
                <a:gd name="connsiteY6" fmla="*/ 22378 h 23235"/>
                <a:gd name="connsiteX7" fmla="*/ 141670 w 959231"/>
                <a:gd name="connsiteY7" fmla="*/ 22720 h 23235"/>
                <a:gd name="connsiteX8" fmla="*/ 44489 w 959231"/>
                <a:gd name="connsiteY8" fmla="*/ 13835 h 23235"/>
                <a:gd name="connsiteX9" fmla="*/ 0 w 959231"/>
                <a:gd name="connsiteY9" fmla="*/ 372 h 23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9231" h="23235">
                  <a:moveTo>
                    <a:pt x="0" y="372"/>
                  </a:moveTo>
                  <a:cubicBezTo>
                    <a:pt x="56654" y="235"/>
                    <a:pt x="113377" y="30"/>
                    <a:pt x="170032" y="30"/>
                  </a:cubicBezTo>
                  <a:cubicBezTo>
                    <a:pt x="418587" y="-38"/>
                    <a:pt x="667143" y="30"/>
                    <a:pt x="915698" y="30"/>
                  </a:cubicBezTo>
                  <a:cubicBezTo>
                    <a:pt x="925539" y="30"/>
                    <a:pt x="935312" y="99"/>
                    <a:pt x="945153" y="235"/>
                  </a:cubicBezTo>
                  <a:cubicBezTo>
                    <a:pt x="950893" y="372"/>
                    <a:pt x="955609" y="2764"/>
                    <a:pt x="959232" y="7274"/>
                  </a:cubicBezTo>
                  <a:cubicBezTo>
                    <a:pt x="951782" y="14450"/>
                    <a:pt x="942830" y="18482"/>
                    <a:pt x="932578" y="19508"/>
                  </a:cubicBezTo>
                  <a:cubicBezTo>
                    <a:pt x="853166" y="25863"/>
                    <a:pt x="773618" y="22104"/>
                    <a:pt x="694137" y="22378"/>
                  </a:cubicBezTo>
                  <a:cubicBezTo>
                    <a:pt x="509959" y="22993"/>
                    <a:pt x="325849" y="22378"/>
                    <a:pt x="141670" y="22720"/>
                  </a:cubicBezTo>
                  <a:cubicBezTo>
                    <a:pt x="108866" y="22788"/>
                    <a:pt x="76541" y="20259"/>
                    <a:pt x="44489" y="13835"/>
                  </a:cubicBezTo>
                  <a:cubicBezTo>
                    <a:pt x="28429" y="13220"/>
                    <a:pt x="13736" y="8300"/>
                    <a:pt x="0" y="372"/>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86" name="Graphic 2466">
              <a:extLst>
                <a:ext uri="{FF2B5EF4-FFF2-40B4-BE49-F238E27FC236}">
                  <a16:creationId xmlns:a16="http://schemas.microsoft.com/office/drawing/2014/main" id="{924CC2FF-0920-43A5-B64A-54B0F6044BE7}"/>
                </a:ext>
              </a:extLst>
            </p:cNvPr>
            <p:cNvSpPr/>
            <p:nvPr/>
          </p:nvSpPr>
          <p:spPr>
            <a:xfrm rot="20630650">
              <a:off x="10895266" y="2660137"/>
              <a:ext cx="836482" cy="22300"/>
            </a:xfrm>
            <a:custGeom>
              <a:avLst/>
              <a:gdLst>
                <a:gd name="connsiteX0" fmla="*/ 0 w 888156"/>
                <a:gd name="connsiteY0" fmla="*/ 1328 h 23677"/>
                <a:gd name="connsiteX1" fmla="*/ 29454 w 888156"/>
                <a:gd name="connsiteY1" fmla="*/ 645 h 23677"/>
                <a:gd name="connsiteX2" fmla="*/ 854055 w 888156"/>
                <a:gd name="connsiteY2" fmla="*/ 782 h 23677"/>
                <a:gd name="connsiteX3" fmla="*/ 888157 w 888156"/>
                <a:gd name="connsiteY3" fmla="*/ 7001 h 23677"/>
                <a:gd name="connsiteX4" fmla="*/ 855490 w 888156"/>
                <a:gd name="connsiteY4" fmla="*/ 20395 h 23677"/>
                <a:gd name="connsiteX5" fmla="*/ 257508 w 888156"/>
                <a:gd name="connsiteY5" fmla="*/ 23061 h 23677"/>
                <a:gd name="connsiteX6" fmla="*/ 61711 w 888156"/>
                <a:gd name="connsiteY6" fmla="*/ 19917 h 23677"/>
                <a:gd name="connsiteX7" fmla="*/ 50094 w 888156"/>
                <a:gd name="connsiteY7" fmla="*/ 20737 h 23677"/>
                <a:gd name="connsiteX8" fmla="*/ 32735 w 888156"/>
                <a:gd name="connsiteY8" fmla="*/ 13288 h 23677"/>
                <a:gd name="connsiteX9" fmla="*/ 0 w 888156"/>
                <a:gd name="connsiteY9" fmla="*/ 1328 h 2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8156" h="23677">
                  <a:moveTo>
                    <a:pt x="0" y="1328"/>
                  </a:moveTo>
                  <a:cubicBezTo>
                    <a:pt x="9841" y="1055"/>
                    <a:pt x="19614" y="645"/>
                    <a:pt x="29454" y="645"/>
                  </a:cubicBezTo>
                  <a:cubicBezTo>
                    <a:pt x="304321" y="577"/>
                    <a:pt x="579188" y="577"/>
                    <a:pt x="854055" y="782"/>
                  </a:cubicBezTo>
                  <a:cubicBezTo>
                    <a:pt x="865604" y="782"/>
                    <a:pt x="878315" y="-3250"/>
                    <a:pt x="888157" y="7001"/>
                  </a:cubicBezTo>
                  <a:cubicBezTo>
                    <a:pt x="878521" y="14450"/>
                    <a:pt x="867586" y="18824"/>
                    <a:pt x="855490" y="20395"/>
                  </a:cubicBezTo>
                  <a:cubicBezTo>
                    <a:pt x="656208" y="26683"/>
                    <a:pt x="456858" y="21762"/>
                    <a:pt x="257508" y="23061"/>
                  </a:cubicBezTo>
                  <a:cubicBezTo>
                    <a:pt x="192243" y="23471"/>
                    <a:pt x="126909" y="25043"/>
                    <a:pt x="61711" y="19917"/>
                  </a:cubicBezTo>
                  <a:cubicBezTo>
                    <a:pt x="57816" y="20190"/>
                    <a:pt x="53920" y="20464"/>
                    <a:pt x="50094" y="20737"/>
                  </a:cubicBezTo>
                  <a:cubicBezTo>
                    <a:pt x="45173" y="16227"/>
                    <a:pt x="38817" y="15270"/>
                    <a:pt x="32735" y="13288"/>
                  </a:cubicBezTo>
                  <a:cubicBezTo>
                    <a:pt x="21595" y="9734"/>
                    <a:pt x="9567" y="8778"/>
                    <a:pt x="0" y="1328"/>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87" name="Graphic 2466">
              <a:extLst>
                <a:ext uri="{FF2B5EF4-FFF2-40B4-BE49-F238E27FC236}">
                  <a16:creationId xmlns:a16="http://schemas.microsoft.com/office/drawing/2014/main" id="{8660295F-4519-441A-9F2A-16CC723BD01C}"/>
                </a:ext>
              </a:extLst>
            </p:cNvPr>
            <p:cNvSpPr/>
            <p:nvPr/>
          </p:nvSpPr>
          <p:spPr>
            <a:xfrm rot="20630650">
              <a:off x="10956220" y="2668093"/>
              <a:ext cx="747595" cy="22530"/>
            </a:xfrm>
            <a:custGeom>
              <a:avLst/>
              <a:gdLst>
                <a:gd name="connsiteX0" fmla="*/ 0 w 793778"/>
                <a:gd name="connsiteY0" fmla="*/ 6930 h 23922"/>
                <a:gd name="connsiteX1" fmla="*/ 11345 w 793778"/>
                <a:gd name="connsiteY1" fmla="*/ 1395 h 23922"/>
                <a:gd name="connsiteX2" fmla="*/ 37451 w 793778"/>
                <a:gd name="connsiteY2" fmla="*/ 780 h 23922"/>
                <a:gd name="connsiteX3" fmla="*/ 756602 w 793778"/>
                <a:gd name="connsiteY3" fmla="*/ 985 h 23922"/>
                <a:gd name="connsiteX4" fmla="*/ 793779 w 793778"/>
                <a:gd name="connsiteY4" fmla="*/ 7477 h 23922"/>
                <a:gd name="connsiteX5" fmla="*/ 760702 w 793778"/>
                <a:gd name="connsiteY5" fmla="*/ 19915 h 23922"/>
                <a:gd name="connsiteX6" fmla="*/ 101008 w 793778"/>
                <a:gd name="connsiteY6" fmla="*/ 23332 h 23922"/>
                <a:gd name="connsiteX7" fmla="*/ 52349 w 793778"/>
                <a:gd name="connsiteY7" fmla="*/ 20462 h 23922"/>
                <a:gd name="connsiteX8" fmla="*/ 0 w 793778"/>
                <a:gd name="connsiteY8" fmla="*/ 6930 h 2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3778" h="23922">
                  <a:moveTo>
                    <a:pt x="0" y="6930"/>
                  </a:moveTo>
                  <a:cubicBezTo>
                    <a:pt x="3759" y="5017"/>
                    <a:pt x="7381" y="1805"/>
                    <a:pt x="11345" y="1395"/>
                  </a:cubicBezTo>
                  <a:cubicBezTo>
                    <a:pt x="19956" y="438"/>
                    <a:pt x="28772" y="780"/>
                    <a:pt x="37451" y="780"/>
                  </a:cubicBezTo>
                  <a:cubicBezTo>
                    <a:pt x="277191" y="780"/>
                    <a:pt x="516862" y="711"/>
                    <a:pt x="756602" y="985"/>
                  </a:cubicBezTo>
                  <a:cubicBezTo>
                    <a:pt x="769108" y="985"/>
                    <a:pt x="783050" y="-3731"/>
                    <a:pt x="793779" y="7477"/>
                  </a:cubicBezTo>
                  <a:cubicBezTo>
                    <a:pt x="783938" y="14721"/>
                    <a:pt x="772798" y="18685"/>
                    <a:pt x="760702" y="19915"/>
                  </a:cubicBezTo>
                  <a:cubicBezTo>
                    <a:pt x="540849" y="27774"/>
                    <a:pt x="320929" y="21282"/>
                    <a:pt x="101008" y="23332"/>
                  </a:cubicBezTo>
                  <a:cubicBezTo>
                    <a:pt x="84811" y="23469"/>
                    <a:pt x="68751" y="18343"/>
                    <a:pt x="52349" y="20462"/>
                  </a:cubicBezTo>
                  <a:cubicBezTo>
                    <a:pt x="34034" y="19300"/>
                    <a:pt x="16676" y="14379"/>
                    <a:pt x="0" y="6930"/>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88" name="Graphic 2466">
              <a:extLst>
                <a:ext uri="{FF2B5EF4-FFF2-40B4-BE49-F238E27FC236}">
                  <a16:creationId xmlns:a16="http://schemas.microsoft.com/office/drawing/2014/main" id="{7B26EF2B-E9C4-4AFA-BA83-0B03EE804470}"/>
                </a:ext>
              </a:extLst>
            </p:cNvPr>
            <p:cNvSpPr/>
            <p:nvPr/>
          </p:nvSpPr>
          <p:spPr>
            <a:xfrm rot="20630650">
              <a:off x="11008651" y="2677566"/>
              <a:ext cx="667139" cy="22613"/>
            </a:xfrm>
            <a:custGeom>
              <a:avLst/>
              <a:gdLst>
                <a:gd name="connsiteX0" fmla="*/ 0 w 708352"/>
                <a:gd name="connsiteY0" fmla="*/ 7128 h 24009"/>
                <a:gd name="connsiteX1" fmla="*/ 11140 w 708352"/>
                <a:gd name="connsiteY1" fmla="*/ 1319 h 24009"/>
                <a:gd name="connsiteX2" fmla="*/ 33965 w 708352"/>
                <a:gd name="connsiteY2" fmla="*/ 636 h 24009"/>
                <a:gd name="connsiteX3" fmla="*/ 674114 w 708352"/>
                <a:gd name="connsiteY3" fmla="*/ 772 h 24009"/>
                <a:gd name="connsiteX4" fmla="*/ 708353 w 708352"/>
                <a:gd name="connsiteY4" fmla="*/ 6581 h 24009"/>
                <a:gd name="connsiteX5" fmla="*/ 668920 w 708352"/>
                <a:gd name="connsiteY5" fmla="*/ 19430 h 24009"/>
                <a:gd name="connsiteX6" fmla="*/ 52690 w 708352"/>
                <a:gd name="connsiteY6" fmla="*/ 19771 h 24009"/>
                <a:gd name="connsiteX7" fmla="*/ 0 w 708352"/>
                <a:gd name="connsiteY7" fmla="*/ 7128 h 24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08352" h="24009">
                  <a:moveTo>
                    <a:pt x="0" y="7128"/>
                  </a:moveTo>
                  <a:cubicBezTo>
                    <a:pt x="3691" y="5078"/>
                    <a:pt x="7245" y="1866"/>
                    <a:pt x="11140" y="1319"/>
                  </a:cubicBezTo>
                  <a:cubicBezTo>
                    <a:pt x="18657" y="294"/>
                    <a:pt x="26311" y="636"/>
                    <a:pt x="33965" y="636"/>
                  </a:cubicBezTo>
                  <a:cubicBezTo>
                    <a:pt x="247326" y="636"/>
                    <a:pt x="460754" y="567"/>
                    <a:pt x="674114" y="772"/>
                  </a:cubicBezTo>
                  <a:cubicBezTo>
                    <a:pt x="685663" y="772"/>
                    <a:pt x="698307" y="-3123"/>
                    <a:pt x="708353" y="6581"/>
                  </a:cubicBezTo>
                  <a:cubicBezTo>
                    <a:pt x="696188" y="13757"/>
                    <a:pt x="683067" y="18199"/>
                    <a:pt x="668920" y="19430"/>
                  </a:cubicBezTo>
                  <a:cubicBezTo>
                    <a:pt x="463488" y="25854"/>
                    <a:pt x="258055" y="25102"/>
                    <a:pt x="52690" y="19771"/>
                  </a:cubicBezTo>
                  <a:cubicBezTo>
                    <a:pt x="34376" y="18678"/>
                    <a:pt x="16744" y="14714"/>
                    <a:pt x="0" y="7128"/>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89" name="Graphic 2466">
              <a:extLst>
                <a:ext uri="{FF2B5EF4-FFF2-40B4-BE49-F238E27FC236}">
                  <a16:creationId xmlns:a16="http://schemas.microsoft.com/office/drawing/2014/main" id="{03BE25CE-3BBF-4688-AC97-5115EFE8C57D}"/>
                </a:ext>
              </a:extLst>
            </p:cNvPr>
            <p:cNvSpPr/>
            <p:nvPr/>
          </p:nvSpPr>
          <p:spPr>
            <a:xfrm rot="20630650">
              <a:off x="11061364" y="2687648"/>
              <a:ext cx="580439" cy="22436"/>
            </a:xfrm>
            <a:custGeom>
              <a:avLst/>
              <a:gdLst>
                <a:gd name="connsiteX0" fmla="*/ 0 w 616296"/>
                <a:gd name="connsiteY0" fmla="*/ 6720 h 23822"/>
                <a:gd name="connsiteX1" fmla="*/ 11481 w 616296"/>
                <a:gd name="connsiteY1" fmla="*/ 1253 h 23822"/>
                <a:gd name="connsiteX2" fmla="*/ 34375 w 616296"/>
                <a:gd name="connsiteY2" fmla="*/ 638 h 23822"/>
                <a:gd name="connsiteX3" fmla="*/ 581785 w 616296"/>
                <a:gd name="connsiteY3" fmla="*/ 774 h 23822"/>
                <a:gd name="connsiteX4" fmla="*/ 616297 w 616296"/>
                <a:gd name="connsiteY4" fmla="*/ 6310 h 23822"/>
                <a:gd name="connsiteX5" fmla="*/ 564016 w 616296"/>
                <a:gd name="connsiteY5" fmla="*/ 19978 h 23822"/>
                <a:gd name="connsiteX6" fmla="*/ 65539 w 616296"/>
                <a:gd name="connsiteY6" fmla="*/ 19978 h 23822"/>
                <a:gd name="connsiteX7" fmla="*/ 0 w 616296"/>
                <a:gd name="connsiteY7" fmla="*/ 6720 h 23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6296" h="23822">
                  <a:moveTo>
                    <a:pt x="0" y="6720"/>
                  </a:moveTo>
                  <a:cubicBezTo>
                    <a:pt x="3827" y="4806"/>
                    <a:pt x="7449" y="1799"/>
                    <a:pt x="11481" y="1253"/>
                  </a:cubicBezTo>
                  <a:cubicBezTo>
                    <a:pt x="18998" y="296"/>
                    <a:pt x="26721" y="638"/>
                    <a:pt x="34375" y="638"/>
                  </a:cubicBezTo>
                  <a:cubicBezTo>
                    <a:pt x="216845" y="638"/>
                    <a:pt x="399315" y="569"/>
                    <a:pt x="581785" y="774"/>
                  </a:cubicBezTo>
                  <a:cubicBezTo>
                    <a:pt x="593403" y="774"/>
                    <a:pt x="606046" y="-3053"/>
                    <a:pt x="616297" y="6310"/>
                  </a:cubicBezTo>
                  <a:cubicBezTo>
                    <a:pt x="599691" y="13896"/>
                    <a:pt x="582400" y="19090"/>
                    <a:pt x="564016" y="19978"/>
                  </a:cubicBezTo>
                  <a:cubicBezTo>
                    <a:pt x="397880" y="25240"/>
                    <a:pt x="231675" y="24967"/>
                    <a:pt x="65539" y="19978"/>
                  </a:cubicBezTo>
                  <a:cubicBezTo>
                    <a:pt x="42917" y="19568"/>
                    <a:pt x="21185" y="14374"/>
                    <a:pt x="0" y="6720"/>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90" name="Graphic 2466">
              <a:extLst>
                <a:ext uri="{FF2B5EF4-FFF2-40B4-BE49-F238E27FC236}">
                  <a16:creationId xmlns:a16="http://schemas.microsoft.com/office/drawing/2014/main" id="{96517870-9D15-4CD2-B5D3-5A0BDE814F94}"/>
                </a:ext>
              </a:extLst>
            </p:cNvPr>
            <p:cNvSpPr/>
            <p:nvPr/>
          </p:nvSpPr>
          <p:spPr>
            <a:xfrm rot="20630650">
              <a:off x="11126265" y="2697851"/>
              <a:ext cx="469475" cy="22203"/>
            </a:xfrm>
            <a:custGeom>
              <a:avLst/>
              <a:gdLst>
                <a:gd name="connsiteX0" fmla="*/ 0 w 498477"/>
                <a:gd name="connsiteY0" fmla="*/ 6853 h 23575"/>
                <a:gd name="connsiteX1" fmla="*/ 11276 w 498477"/>
                <a:gd name="connsiteY1" fmla="*/ 1249 h 23575"/>
                <a:gd name="connsiteX2" fmla="*/ 34034 w 498477"/>
                <a:gd name="connsiteY2" fmla="*/ 634 h 23575"/>
                <a:gd name="connsiteX3" fmla="*/ 464444 w 498477"/>
                <a:gd name="connsiteY3" fmla="*/ 771 h 23575"/>
                <a:gd name="connsiteX4" fmla="*/ 498477 w 498477"/>
                <a:gd name="connsiteY4" fmla="*/ 6853 h 23575"/>
                <a:gd name="connsiteX5" fmla="*/ 432870 w 498477"/>
                <a:gd name="connsiteY5" fmla="*/ 19975 h 23575"/>
                <a:gd name="connsiteX6" fmla="*/ 78729 w 498477"/>
                <a:gd name="connsiteY6" fmla="*/ 19838 h 23575"/>
                <a:gd name="connsiteX7" fmla="*/ 0 w 498477"/>
                <a:gd name="connsiteY7" fmla="*/ 6853 h 23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8477" h="23575">
                  <a:moveTo>
                    <a:pt x="0" y="6853"/>
                  </a:moveTo>
                  <a:cubicBezTo>
                    <a:pt x="3758" y="4871"/>
                    <a:pt x="7312" y="1796"/>
                    <a:pt x="11276" y="1249"/>
                  </a:cubicBezTo>
                  <a:cubicBezTo>
                    <a:pt x="18794" y="224"/>
                    <a:pt x="26448" y="634"/>
                    <a:pt x="34034" y="634"/>
                  </a:cubicBezTo>
                  <a:cubicBezTo>
                    <a:pt x="177481" y="634"/>
                    <a:pt x="320928" y="498"/>
                    <a:pt x="464444" y="771"/>
                  </a:cubicBezTo>
                  <a:cubicBezTo>
                    <a:pt x="475925" y="771"/>
                    <a:pt x="488637" y="-3193"/>
                    <a:pt x="498477" y="6853"/>
                  </a:cubicBezTo>
                  <a:cubicBezTo>
                    <a:pt x="477224" y="14439"/>
                    <a:pt x="455696" y="20248"/>
                    <a:pt x="432870" y="19975"/>
                  </a:cubicBezTo>
                  <a:cubicBezTo>
                    <a:pt x="314846" y="25579"/>
                    <a:pt x="196753" y="23939"/>
                    <a:pt x="78729" y="19838"/>
                  </a:cubicBezTo>
                  <a:cubicBezTo>
                    <a:pt x="51870" y="19496"/>
                    <a:pt x="25628" y="14849"/>
                    <a:pt x="0" y="6853"/>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91" name="Graphic 2466">
              <a:extLst>
                <a:ext uri="{FF2B5EF4-FFF2-40B4-BE49-F238E27FC236}">
                  <a16:creationId xmlns:a16="http://schemas.microsoft.com/office/drawing/2014/main" id="{9868586F-4EE4-4C05-BA84-E7111C898EF4}"/>
                </a:ext>
              </a:extLst>
            </p:cNvPr>
            <p:cNvSpPr/>
            <p:nvPr/>
          </p:nvSpPr>
          <p:spPr>
            <a:xfrm rot="20630650">
              <a:off x="10032322" y="2560592"/>
              <a:ext cx="108395" cy="178754"/>
            </a:xfrm>
            <a:custGeom>
              <a:avLst/>
              <a:gdLst>
                <a:gd name="connsiteX0" fmla="*/ 35543 w 115091"/>
                <a:gd name="connsiteY0" fmla="*/ 1588 h 189796"/>
                <a:gd name="connsiteX1" fmla="*/ 61854 w 115091"/>
                <a:gd name="connsiteY1" fmla="*/ 8081 h 189796"/>
                <a:gd name="connsiteX2" fmla="*/ 65203 w 115091"/>
                <a:gd name="connsiteY2" fmla="*/ 143601 h 189796"/>
                <a:gd name="connsiteX3" fmla="*/ 73062 w 115091"/>
                <a:gd name="connsiteY3" fmla="*/ 148589 h 189796"/>
                <a:gd name="connsiteX4" fmla="*/ 115092 w 115091"/>
                <a:gd name="connsiteY4" fmla="*/ 178113 h 189796"/>
                <a:gd name="connsiteX5" fmla="*/ 107575 w 115091"/>
                <a:gd name="connsiteY5" fmla="*/ 185152 h 189796"/>
                <a:gd name="connsiteX6" fmla="*/ 40600 w 115091"/>
                <a:gd name="connsiteY6" fmla="*/ 188569 h 189796"/>
                <a:gd name="connsiteX7" fmla="*/ 11624 w 115091"/>
                <a:gd name="connsiteY7" fmla="*/ 151733 h 189796"/>
                <a:gd name="connsiteX8" fmla="*/ 10804 w 115091"/>
                <a:gd name="connsiteY8" fmla="*/ 79634 h 189796"/>
                <a:gd name="connsiteX9" fmla="*/ 621 w 115091"/>
                <a:gd name="connsiteY9" fmla="*/ 42319 h 189796"/>
                <a:gd name="connsiteX10" fmla="*/ 6976 w 115091"/>
                <a:gd name="connsiteY10" fmla="*/ 22637 h 189796"/>
                <a:gd name="connsiteX11" fmla="*/ 35543 w 115091"/>
                <a:gd name="connsiteY11" fmla="*/ 1588 h 189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5091" h="189796">
                  <a:moveTo>
                    <a:pt x="35543" y="1588"/>
                  </a:moveTo>
                  <a:cubicBezTo>
                    <a:pt x="44769" y="1998"/>
                    <a:pt x="54337" y="768"/>
                    <a:pt x="61854" y="8081"/>
                  </a:cubicBezTo>
                  <a:cubicBezTo>
                    <a:pt x="57208" y="53391"/>
                    <a:pt x="49963" y="98769"/>
                    <a:pt x="65203" y="143601"/>
                  </a:cubicBezTo>
                  <a:cubicBezTo>
                    <a:pt x="68005" y="144967"/>
                    <a:pt x="70602" y="146676"/>
                    <a:pt x="73062" y="148589"/>
                  </a:cubicBezTo>
                  <a:cubicBezTo>
                    <a:pt x="82493" y="164855"/>
                    <a:pt x="110855" y="154330"/>
                    <a:pt x="115092" y="178113"/>
                  </a:cubicBezTo>
                  <a:cubicBezTo>
                    <a:pt x="113383" y="181325"/>
                    <a:pt x="110855" y="183580"/>
                    <a:pt x="107575" y="185152"/>
                  </a:cubicBezTo>
                  <a:cubicBezTo>
                    <a:pt x="85500" y="191917"/>
                    <a:pt x="63016" y="189594"/>
                    <a:pt x="40600" y="188569"/>
                  </a:cubicBezTo>
                  <a:cubicBezTo>
                    <a:pt x="18253" y="186245"/>
                    <a:pt x="12581" y="170868"/>
                    <a:pt x="11624" y="151733"/>
                  </a:cubicBezTo>
                  <a:cubicBezTo>
                    <a:pt x="10462" y="127745"/>
                    <a:pt x="11624" y="103690"/>
                    <a:pt x="10804" y="79634"/>
                  </a:cubicBezTo>
                  <a:cubicBezTo>
                    <a:pt x="10325" y="66444"/>
                    <a:pt x="8275" y="53596"/>
                    <a:pt x="621" y="42319"/>
                  </a:cubicBezTo>
                  <a:cubicBezTo>
                    <a:pt x="-1907" y="34255"/>
                    <a:pt x="3901" y="28925"/>
                    <a:pt x="6976" y="22637"/>
                  </a:cubicBezTo>
                  <a:cubicBezTo>
                    <a:pt x="14699" y="13343"/>
                    <a:pt x="15587" y="-5587"/>
                    <a:pt x="35543" y="1588"/>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92" name="Graphic 2466">
              <a:extLst>
                <a:ext uri="{FF2B5EF4-FFF2-40B4-BE49-F238E27FC236}">
                  <a16:creationId xmlns:a16="http://schemas.microsoft.com/office/drawing/2014/main" id="{AE69E007-44DF-4810-8302-1A38ED2A89D3}"/>
                </a:ext>
              </a:extLst>
            </p:cNvPr>
            <p:cNvSpPr/>
            <p:nvPr/>
          </p:nvSpPr>
          <p:spPr>
            <a:xfrm rot="20630650">
              <a:off x="11203421" y="2708137"/>
              <a:ext cx="333537" cy="20626"/>
            </a:xfrm>
            <a:custGeom>
              <a:avLst/>
              <a:gdLst>
                <a:gd name="connsiteX0" fmla="*/ 0 w 354141"/>
                <a:gd name="connsiteY0" fmla="*/ 6600 h 21900"/>
                <a:gd name="connsiteX1" fmla="*/ 24260 w 354141"/>
                <a:gd name="connsiteY1" fmla="*/ 450 h 21900"/>
                <a:gd name="connsiteX2" fmla="*/ 138117 w 354141"/>
                <a:gd name="connsiteY2" fmla="*/ 381 h 21900"/>
                <a:gd name="connsiteX3" fmla="*/ 323457 w 354141"/>
                <a:gd name="connsiteY3" fmla="*/ 518 h 21900"/>
                <a:gd name="connsiteX4" fmla="*/ 354142 w 354141"/>
                <a:gd name="connsiteY4" fmla="*/ 6737 h 21900"/>
                <a:gd name="connsiteX5" fmla="*/ 263795 w 354141"/>
                <a:gd name="connsiteY5" fmla="*/ 19449 h 21900"/>
                <a:gd name="connsiteX6" fmla="*/ 28703 w 354141"/>
                <a:gd name="connsiteY6" fmla="*/ 12546 h 21900"/>
                <a:gd name="connsiteX7" fmla="*/ 0 w 354141"/>
                <a:gd name="connsiteY7" fmla="*/ 6600 h 21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4141" h="21900">
                  <a:moveTo>
                    <a:pt x="0" y="6600"/>
                  </a:moveTo>
                  <a:cubicBezTo>
                    <a:pt x="6697" y="-985"/>
                    <a:pt x="15718" y="518"/>
                    <a:pt x="24260" y="450"/>
                  </a:cubicBezTo>
                  <a:cubicBezTo>
                    <a:pt x="62190" y="381"/>
                    <a:pt x="100119" y="381"/>
                    <a:pt x="138117" y="381"/>
                  </a:cubicBezTo>
                  <a:cubicBezTo>
                    <a:pt x="199897" y="381"/>
                    <a:pt x="261676" y="245"/>
                    <a:pt x="323457" y="518"/>
                  </a:cubicBezTo>
                  <a:cubicBezTo>
                    <a:pt x="333913" y="586"/>
                    <a:pt x="345394" y="-2762"/>
                    <a:pt x="354142" y="6737"/>
                  </a:cubicBezTo>
                  <a:cubicBezTo>
                    <a:pt x="324755" y="15963"/>
                    <a:pt x="294138" y="17672"/>
                    <a:pt x="263795" y="19449"/>
                  </a:cubicBezTo>
                  <a:cubicBezTo>
                    <a:pt x="185272" y="24096"/>
                    <a:pt x="106817" y="22319"/>
                    <a:pt x="28703" y="12546"/>
                  </a:cubicBezTo>
                  <a:cubicBezTo>
                    <a:pt x="19067" y="11453"/>
                    <a:pt x="9635" y="8651"/>
                    <a:pt x="0" y="6600"/>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93" name="Graphic 2466">
              <a:extLst>
                <a:ext uri="{FF2B5EF4-FFF2-40B4-BE49-F238E27FC236}">
                  <a16:creationId xmlns:a16="http://schemas.microsoft.com/office/drawing/2014/main" id="{5167A608-82EC-4500-9FD6-61B9E1712417}"/>
                </a:ext>
              </a:extLst>
            </p:cNvPr>
            <p:cNvSpPr/>
            <p:nvPr/>
          </p:nvSpPr>
          <p:spPr>
            <a:xfrm rot="20630650">
              <a:off x="10104822" y="2838586"/>
              <a:ext cx="117989" cy="168210"/>
            </a:xfrm>
            <a:custGeom>
              <a:avLst/>
              <a:gdLst>
                <a:gd name="connsiteX0" fmla="*/ 75662 w 125278"/>
                <a:gd name="connsiteY0" fmla="*/ 168758 h 178601"/>
                <a:gd name="connsiteX1" fmla="*/ 55091 w 125278"/>
                <a:gd name="connsiteY1" fmla="*/ 174909 h 178601"/>
                <a:gd name="connsiteX2" fmla="*/ 7116 w 125278"/>
                <a:gd name="connsiteY2" fmla="*/ 155500 h 178601"/>
                <a:gd name="connsiteX3" fmla="*/ 282 w 125278"/>
                <a:gd name="connsiteY3" fmla="*/ 148119 h 178601"/>
                <a:gd name="connsiteX4" fmla="*/ 2538 w 125278"/>
                <a:gd name="connsiteY4" fmla="*/ 138347 h 178601"/>
                <a:gd name="connsiteX5" fmla="*/ 10943 w 125278"/>
                <a:gd name="connsiteY5" fmla="*/ 131991 h 178601"/>
                <a:gd name="connsiteX6" fmla="*/ 24338 w 125278"/>
                <a:gd name="connsiteY6" fmla="*/ 94677 h 178601"/>
                <a:gd name="connsiteX7" fmla="*/ 24884 w 125278"/>
                <a:gd name="connsiteY7" fmla="*/ 40073 h 178601"/>
                <a:gd name="connsiteX8" fmla="*/ 60627 w 125278"/>
                <a:gd name="connsiteY8" fmla="*/ 708 h 178601"/>
                <a:gd name="connsiteX9" fmla="*/ 108329 w 125278"/>
                <a:gd name="connsiteY9" fmla="*/ 2007 h 178601"/>
                <a:gd name="connsiteX10" fmla="*/ 125277 w 125278"/>
                <a:gd name="connsiteY10" fmla="*/ 13351 h 178601"/>
                <a:gd name="connsiteX11" fmla="*/ 108739 w 125278"/>
                <a:gd name="connsiteY11" fmla="*/ 23808 h 178601"/>
                <a:gd name="connsiteX12" fmla="*/ 86733 w 125278"/>
                <a:gd name="connsiteY12" fmla="*/ 26473 h 178601"/>
                <a:gd name="connsiteX13" fmla="*/ 80788 w 125278"/>
                <a:gd name="connsiteY13" fmla="*/ 26678 h 178601"/>
                <a:gd name="connsiteX14" fmla="*/ 74842 w 125278"/>
                <a:gd name="connsiteY14" fmla="*/ 25789 h 178601"/>
                <a:gd name="connsiteX15" fmla="*/ 79694 w 125278"/>
                <a:gd name="connsiteY15" fmla="*/ 26746 h 178601"/>
                <a:gd name="connsiteX16" fmla="*/ 108192 w 125278"/>
                <a:gd name="connsiteY16" fmla="*/ 32692 h 178601"/>
                <a:gd name="connsiteX17" fmla="*/ 103955 w 125278"/>
                <a:gd name="connsiteY17" fmla="*/ 40688 h 178601"/>
                <a:gd name="connsiteX18" fmla="*/ 80514 w 125278"/>
                <a:gd name="connsiteY18" fmla="*/ 46770 h 178601"/>
                <a:gd name="connsiteX19" fmla="*/ 71767 w 125278"/>
                <a:gd name="connsiteY19" fmla="*/ 55244 h 178601"/>
                <a:gd name="connsiteX20" fmla="*/ 75662 w 125278"/>
                <a:gd name="connsiteY20" fmla="*/ 168758 h 178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5278" h="178601">
                  <a:moveTo>
                    <a:pt x="75662" y="168758"/>
                  </a:moveTo>
                  <a:cubicBezTo>
                    <a:pt x="69990" y="174704"/>
                    <a:pt x="62472" y="174704"/>
                    <a:pt x="55091" y="174909"/>
                  </a:cubicBezTo>
                  <a:cubicBezTo>
                    <a:pt x="31582" y="187005"/>
                    <a:pt x="21331" y="166435"/>
                    <a:pt x="7116" y="155500"/>
                  </a:cubicBezTo>
                  <a:cubicBezTo>
                    <a:pt x="4314" y="153518"/>
                    <a:pt x="2059" y="151058"/>
                    <a:pt x="282" y="148119"/>
                  </a:cubicBezTo>
                  <a:cubicBezTo>
                    <a:pt x="-470" y="144497"/>
                    <a:pt x="282" y="141285"/>
                    <a:pt x="2538" y="138347"/>
                  </a:cubicBezTo>
                  <a:cubicBezTo>
                    <a:pt x="4998" y="135750"/>
                    <a:pt x="7868" y="133700"/>
                    <a:pt x="10943" y="131991"/>
                  </a:cubicBezTo>
                  <a:cubicBezTo>
                    <a:pt x="25568" y="123243"/>
                    <a:pt x="23586" y="108208"/>
                    <a:pt x="24338" y="94677"/>
                  </a:cubicBezTo>
                  <a:cubicBezTo>
                    <a:pt x="25363" y="76498"/>
                    <a:pt x="24680" y="58251"/>
                    <a:pt x="24884" y="40073"/>
                  </a:cubicBezTo>
                  <a:cubicBezTo>
                    <a:pt x="25226" y="16153"/>
                    <a:pt x="34315" y="845"/>
                    <a:pt x="60627" y="708"/>
                  </a:cubicBezTo>
                  <a:cubicBezTo>
                    <a:pt x="76550" y="-248"/>
                    <a:pt x="92542" y="-590"/>
                    <a:pt x="108329" y="2007"/>
                  </a:cubicBezTo>
                  <a:cubicBezTo>
                    <a:pt x="115436" y="3169"/>
                    <a:pt x="125141" y="4399"/>
                    <a:pt x="125277" y="13351"/>
                  </a:cubicBezTo>
                  <a:cubicBezTo>
                    <a:pt x="125414" y="22577"/>
                    <a:pt x="116120" y="23739"/>
                    <a:pt x="108739" y="23808"/>
                  </a:cubicBezTo>
                  <a:cubicBezTo>
                    <a:pt x="101221" y="23944"/>
                    <a:pt x="93978" y="25584"/>
                    <a:pt x="86733" y="26473"/>
                  </a:cubicBezTo>
                  <a:cubicBezTo>
                    <a:pt x="84819" y="26541"/>
                    <a:pt x="82770" y="26541"/>
                    <a:pt x="80788" y="26678"/>
                  </a:cubicBezTo>
                  <a:cubicBezTo>
                    <a:pt x="78737" y="26883"/>
                    <a:pt x="76756" y="26678"/>
                    <a:pt x="74842" y="25789"/>
                  </a:cubicBezTo>
                  <a:cubicBezTo>
                    <a:pt x="75799" y="29138"/>
                    <a:pt x="78259" y="25311"/>
                    <a:pt x="79694" y="26746"/>
                  </a:cubicBezTo>
                  <a:cubicBezTo>
                    <a:pt x="89262" y="28660"/>
                    <a:pt x="100948" y="19980"/>
                    <a:pt x="108192" y="32692"/>
                  </a:cubicBezTo>
                  <a:cubicBezTo>
                    <a:pt x="108192" y="36109"/>
                    <a:pt x="106757" y="38774"/>
                    <a:pt x="103955" y="40688"/>
                  </a:cubicBezTo>
                  <a:cubicBezTo>
                    <a:pt x="96642" y="44788"/>
                    <a:pt x="88510" y="45540"/>
                    <a:pt x="80514" y="46770"/>
                  </a:cubicBezTo>
                  <a:cubicBezTo>
                    <a:pt x="76345" y="48342"/>
                    <a:pt x="71834" y="50324"/>
                    <a:pt x="71767" y="55244"/>
                  </a:cubicBezTo>
                  <a:cubicBezTo>
                    <a:pt x="71493" y="93242"/>
                    <a:pt x="66299" y="131239"/>
                    <a:pt x="75662" y="168758"/>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94" name="Graphic 2466">
              <a:extLst>
                <a:ext uri="{FF2B5EF4-FFF2-40B4-BE49-F238E27FC236}">
                  <a16:creationId xmlns:a16="http://schemas.microsoft.com/office/drawing/2014/main" id="{40BB69F4-430A-4550-9482-52E44331FD7C}"/>
                </a:ext>
              </a:extLst>
            </p:cNvPr>
            <p:cNvSpPr/>
            <p:nvPr/>
          </p:nvSpPr>
          <p:spPr>
            <a:xfrm rot="20630650">
              <a:off x="10214114" y="2834692"/>
              <a:ext cx="68205" cy="114731"/>
            </a:xfrm>
            <a:custGeom>
              <a:avLst/>
              <a:gdLst>
                <a:gd name="connsiteX0" fmla="*/ 57848 w 72418"/>
                <a:gd name="connsiteY0" fmla="*/ 106560 h 121818"/>
                <a:gd name="connsiteX1" fmla="*/ 26753 w 72418"/>
                <a:gd name="connsiteY1" fmla="*/ 120569 h 121818"/>
                <a:gd name="connsiteX2" fmla="*/ 2082 w 72418"/>
                <a:gd name="connsiteY2" fmla="*/ 96240 h 121818"/>
                <a:gd name="connsiteX3" fmla="*/ 5636 w 72418"/>
                <a:gd name="connsiteY3" fmla="*/ 18878 h 121818"/>
                <a:gd name="connsiteX4" fmla="*/ 52107 w 72418"/>
                <a:gd name="connsiteY4" fmla="*/ 631 h 121818"/>
                <a:gd name="connsiteX5" fmla="*/ 64955 w 72418"/>
                <a:gd name="connsiteY5" fmla="*/ 8764 h 121818"/>
                <a:gd name="connsiteX6" fmla="*/ 72268 w 72418"/>
                <a:gd name="connsiteY6" fmla="*/ 24551 h 121818"/>
                <a:gd name="connsiteX7" fmla="*/ 57848 w 72418"/>
                <a:gd name="connsiteY7" fmla="*/ 106560 h 12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418" h="121818">
                  <a:moveTo>
                    <a:pt x="57848" y="106560"/>
                  </a:moveTo>
                  <a:cubicBezTo>
                    <a:pt x="49169" y="114965"/>
                    <a:pt x="38507" y="118998"/>
                    <a:pt x="26753" y="120569"/>
                  </a:cubicBezTo>
                  <a:cubicBezTo>
                    <a:pt x="4679" y="126583"/>
                    <a:pt x="3243" y="109635"/>
                    <a:pt x="2082" y="96240"/>
                  </a:cubicBezTo>
                  <a:cubicBezTo>
                    <a:pt x="-106" y="70476"/>
                    <a:pt x="-2429" y="44369"/>
                    <a:pt x="5636" y="18878"/>
                  </a:cubicBezTo>
                  <a:cubicBezTo>
                    <a:pt x="16502" y="1041"/>
                    <a:pt x="33450" y="-1487"/>
                    <a:pt x="52107" y="631"/>
                  </a:cubicBezTo>
                  <a:cubicBezTo>
                    <a:pt x="57301" y="1930"/>
                    <a:pt x="61880" y="4253"/>
                    <a:pt x="64955" y="8764"/>
                  </a:cubicBezTo>
                  <a:cubicBezTo>
                    <a:pt x="53269" y="20518"/>
                    <a:pt x="74386" y="17170"/>
                    <a:pt x="72268" y="24551"/>
                  </a:cubicBezTo>
                  <a:cubicBezTo>
                    <a:pt x="46093" y="48196"/>
                    <a:pt x="53337" y="77583"/>
                    <a:pt x="57848" y="106560"/>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95" name="Graphic 2466">
              <a:extLst>
                <a:ext uri="{FF2B5EF4-FFF2-40B4-BE49-F238E27FC236}">
                  <a16:creationId xmlns:a16="http://schemas.microsoft.com/office/drawing/2014/main" id="{B4B75360-AE48-4F89-92EB-8BB2EEDD8558}"/>
                </a:ext>
              </a:extLst>
            </p:cNvPr>
            <p:cNvSpPr/>
            <p:nvPr/>
          </p:nvSpPr>
          <p:spPr>
            <a:xfrm rot="20630650">
              <a:off x="10081708" y="2563834"/>
              <a:ext cx="67246" cy="140141"/>
            </a:xfrm>
            <a:custGeom>
              <a:avLst/>
              <a:gdLst>
                <a:gd name="connsiteX0" fmla="*/ 18933 w 71400"/>
                <a:gd name="connsiteY0" fmla="*/ 141157 h 148798"/>
                <a:gd name="connsiteX1" fmla="*/ 11757 w 71400"/>
                <a:gd name="connsiteY1" fmla="*/ 139653 h 148798"/>
                <a:gd name="connsiteX2" fmla="*/ 4717 w 71400"/>
                <a:gd name="connsiteY2" fmla="*/ 13496 h 148798"/>
                <a:gd name="connsiteX3" fmla="*/ 26108 w 71400"/>
                <a:gd name="connsiteY3" fmla="*/ 1810 h 148798"/>
                <a:gd name="connsiteX4" fmla="*/ 45654 w 71400"/>
                <a:gd name="connsiteY4" fmla="*/ 8029 h 148798"/>
                <a:gd name="connsiteX5" fmla="*/ 47704 w 71400"/>
                <a:gd name="connsiteY5" fmla="*/ 94822 h 148798"/>
                <a:gd name="connsiteX6" fmla="*/ 65883 w 71400"/>
                <a:gd name="connsiteY6" fmla="*/ 128719 h 148798"/>
                <a:gd name="connsiteX7" fmla="*/ 69026 w 71400"/>
                <a:gd name="connsiteY7" fmla="*/ 142934 h 148798"/>
                <a:gd name="connsiteX8" fmla="*/ 18933 w 71400"/>
                <a:gd name="connsiteY8" fmla="*/ 141157 h 148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400" h="148798">
                  <a:moveTo>
                    <a:pt x="18933" y="141157"/>
                  </a:moveTo>
                  <a:cubicBezTo>
                    <a:pt x="16541" y="140679"/>
                    <a:pt x="14148" y="140132"/>
                    <a:pt x="11757" y="139653"/>
                  </a:cubicBezTo>
                  <a:cubicBezTo>
                    <a:pt x="-8472" y="98649"/>
                    <a:pt x="3214" y="55663"/>
                    <a:pt x="4717" y="13496"/>
                  </a:cubicBezTo>
                  <a:cubicBezTo>
                    <a:pt x="5059" y="3245"/>
                    <a:pt x="13944" y="-3384"/>
                    <a:pt x="26108" y="1810"/>
                  </a:cubicBezTo>
                  <a:cubicBezTo>
                    <a:pt x="33216" y="1947"/>
                    <a:pt x="40323" y="2220"/>
                    <a:pt x="45654" y="8029"/>
                  </a:cubicBezTo>
                  <a:cubicBezTo>
                    <a:pt x="50164" y="36869"/>
                    <a:pt x="46269" y="65914"/>
                    <a:pt x="47704" y="94822"/>
                  </a:cubicBezTo>
                  <a:cubicBezTo>
                    <a:pt x="48387" y="109037"/>
                    <a:pt x="49139" y="123115"/>
                    <a:pt x="65883" y="128719"/>
                  </a:cubicBezTo>
                  <a:cubicBezTo>
                    <a:pt x="70120" y="132751"/>
                    <a:pt x="74083" y="136851"/>
                    <a:pt x="69026" y="142934"/>
                  </a:cubicBezTo>
                  <a:cubicBezTo>
                    <a:pt x="51941" y="152775"/>
                    <a:pt x="35335" y="148879"/>
                    <a:pt x="18933" y="141157"/>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96" name="Graphic 2466">
              <a:extLst>
                <a:ext uri="{FF2B5EF4-FFF2-40B4-BE49-F238E27FC236}">
                  <a16:creationId xmlns:a16="http://schemas.microsoft.com/office/drawing/2014/main" id="{3DA04BEE-195B-4FE9-8955-A9B45E704757}"/>
                </a:ext>
              </a:extLst>
            </p:cNvPr>
            <p:cNvSpPr/>
            <p:nvPr/>
          </p:nvSpPr>
          <p:spPr>
            <a:xfrm rot="20630650">
              <a:off x="10315519" y="2763624"/>
              <a:ext cx="85568" cy="88881"/>
            </a:xfrm>
            <a:custGeom>
              <a:avLst/>
              <a:gdLst>
                <a:gd name="connsiteX0" fmla="*/ 87369 w 90854"/>
                <a:gd name="connsiteY0" fmla="*/ 34506 h 94372"/>
                <a:gd name="connsiteX1" fmla="*/ 34952 w 90854"/>
                <a:gd name="connsiteY1" fmla="*/ 80363 h 94372"/>
                <a:gd name="connsiteX2" fmla="*/ 27844 w 90854"/>
                <a:gd name="connsiteY2" fmla="*/ 85899 h 94372"/>
                <a:gd name="connsiteX3" fmla="*/ 27161 w 90854"/>
                <a:gd name="connsiteY3" fmla="*/ 86377 h 94372"/>
                <a:gd name="connsiteX4" fmla="*/ 15474 w 90854"/>
                <a:gd name="connsiteY4" fmla="*/ 94373 h 94372"/>
                <a:gd name="connsiteX5" fmla="*/ 15679 w 90854"/>
                <a:gd name="connsiteY5" fmla="*/ 94305 h 94372"/>
                <a:gd name="connsiteX6" fmla="*/ 1123 w 90854"/>
                <a:gd name="connsiteY6" fmla="*/ 56854 h 94372"/>
                <a:gd name="connsiteX7" fmla="*/ 4745 w 90854"/>
                <a:gd name="connsiteY7" fmla="*/ 47491 h 94372"/>
                <a:gd name="connsiteX8" fmla="*/ 18276 w 90854"/>
                <a:gd name="connsiteY8" fmla="*/ 33140 h 94372"/>
                <a:gd name="connsiteX9" fmla="*/ 86139 w 90854"/>
                <a:gd name="connsiteY9" fmla="*/ 131 h 94372"/>
                <a:gd name="connsiteX10" fmla="*/ 87369 w 90854"/>
                <a:gd name="connsiteY10" fmla="*/ 34506 h 94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0854" h="94372">
                  <a:moveTo>
                    <a:pt x="87369" y="34506"/>
                  </a:moveTo>
                  <a:cubicBezTo>
                    <a:pt x="72129" y="52412"/>
                    <a:pt x="54975" y="68062"/>
                    <a:pt x="34952" y="80363"/>
                  </a:cubicBezTo>
                  <a:cubicBezTo>
                    <a:pt x="32764" y="82413"/>
                    <a:pt x="30373" y="84259"/>
                    <a:pt x="27844" y="85899"/>
                  </a:cubicBezTo>
                  <a:lnTo>
                    <a:pt x="27161" y="86377"/>
                  </a:lnTo>
                  <a:cubicBezTo>
                    <a:pt x="24564" y="90956"/>
                    <a:pt x="17661" y="89247"/>
                    <a:pt x="15474" y="94373"/>
                  </a:cubicBezTo>
                  <a:lnTo>
                    <a:pt x="15679" y="94305"/>
                  </a:lnTo>
                  <a:cubicBezTo>
                    <a:pt x="-6804" y="88632"/>
                    <a:pt x="1670" y="71000"/>
                    <a:pt x="1123" y="56854"/>
                  </a:cubicBezTo>
                  <a:cubicBezTo>
                    <a:pt x="1806" y="53573"/>
                    <a:pt x="3036" y="50430"/>
                    <a:pt x="4745" y="47491"/>
                  </a:cubicBezTo>
                  <a:cubicBezTo>
                    <a:pt x="8504" y="42024"/>
                    <a:pt x="13424" y="37582"/>
                    <a:pt x="18276" y="33140"/>
                  </a:cubicBezTo>
                  <a:cubicBezTo>
                    <a:pt x="40829" y="22137"/>
                    <a:pt x="57094" y="-1988"/>
                    <a:pt x="86139" y="131"/>
                  </a:cubicBezTo>
                  <a:cubicBezTo>
                    <a:pt x="92836" y="11407"/>
                    <a:pt x="91606" y="22888"/>
                    <a:pt x="87369" y="34506"/>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97" name="Graphic 2466">
              <a:extLst>
                <a:ext uri="{FF2B5EF4-FFF2-40B4-BE49-F238E27FC236}">
                  <a16:creationId xmlns:a16="http://schemas.microsoft.com/office/drawing/2014/main" id="{1B6B36F3-A91A-4C64-93B0-C75EA2417201}"/>
                </a:ext>
              </a:extLst>
            </p:cNvPr>
            <p:cNvSpPr/>
            <p:nvPr/>
          </p:nvSpPr>
          <p:spPr>
            <a:xfrm rot="20630650">
              <a:off x="10461883" y="2533843"/>
              <a:ext cx="132283" cy="36045"/>
            </a:xfrm>
            <a:custGeom>
              <a:avLst/>
              <a:gdLst>
                <a:gd name="connsiteX0" fmla="*/ 132787 w 140454"/>
                <a:gd name="connsiteY0" fmla="*/ 0 h 38272"/>
                <a:gd name="connsiteX1" fmla="*/ 138528 w 140454"/>
                <a:gd name="connsiteY1" fmla="*/ 1845 h 38272"/>
                <a:gd name="connsiteX2" fmla="*/ 127320 w 140454"/>
                <a:gd name="connsiteY2" fmla="*/ 33077 h 38272"/>
                <a:gd name="connsiteX3" fmla="*/ 548 w 140454"/>
                <a:gd name="connsiteY3" fmla="*/ 27063 h 38272"/>
                <a:gd name="connsiteX4" fmla="*/ 138 w 140454"/>
                <a:gd name="connsiteY4" fmla="*/ 10798 h 38272"/>
                <a:gd name="connsiteX5" fmla="*/ 8475 w 140454"/>
                <a:gd name="connsiteY5" fmla="*/ 2255 h 38272"/>
                <a:gd name="connsiteX6" fmla="*/ 34650 w 140454"/>
                <a:gd name="connsiteY6" fmla="*/ 1435 h 38272"/>
                <a:gd name="connsiteX7" fmla="*/ 132787 w 140454"/>
                <a:gd name="connsiteY7" fmla="*/ 0 h 38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0454" h="38272">
                  <a:moveTo>
                    <a:pt x="132787" y="0"/>
                  </a:moveTo>
                  <a:cubicBezTo>
                    <a:pt x="134770" y="478"/>
                    <a:pt x="136683" y="1093"/>
                    <a:pt x="138528" y="1845"/>
                  </a:cubicBezTo>
                  <a:cubicBezTo>
                    <a:pt x="143039" y="15240"/>
                    <a:pt x="139758" y="25765"/>
                    <a:pt x="127320" y="33077"/>
                  </a:cubicBezTo>
                  <a:cubicBezTo>
                    <a:pt x="84812" y="36699"/>
                    <a:pt x="42031" y="45242"/>
                    <a:pt x="548" y="27063"/>
                  </a:cubicBezTo>
                  <a:cubicBezTo>
                    <a:pt x="343" y="21664"/>
                    <a:pt x="-272" y="16197"/>
                    <a:pt x="138" y="10798"/>
                  </a:cubicBezTo>
                  <a:cubicBezTo>
                    <a:pt x="480" y="6082"/>
                    <a:pt x="3692" y="2597"/>
                    <a:pt x="8475" y="2255"/>
                  </a:cubicBezTo>
                  <a:cubicBezTo>
                    <a:pt x="17155" y="1572"/>
                    <a:pt x="25902" y="1572"/>
                    <a:pt x="34650" y="1435"/>
                  </a:cubicBezTo>
                  <a:cubicBezTo>
                    <a:pt x="67385" y="957"/>
                    <a:pt x="100052" y="478"/>
                    <a:pt x="132787" y="0"/>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98" name="Graphic 2466">
              <a:extLst>
                <a:ext uri="{FF2B5EF4-FFF2-40B4-BE49-F238E27FC236}">
                  <a16:creationId xmlns:a16="http://schemas.microsoft.com/office/drawing/2014/main" id="{DAF73A57-5B5C-47B1-B175-1314C3783D28}"/>
                </a:ext>
              </a:extLst>
            </p:cNvPr>
            <p:cNvSpPr/>
            <p:nvPr/>
          </p:nvSpPr>
          <p:spPr>
            <a:xfrm rot="20630650">
              <a:off x="10130781" y="2569650"/>
              <a:ext cx="56101" cy="121710"/>
            </a:xfrm>
            <a:custGeom>
              <a:avLst/>
              <a:gdLst>
                <a:gd name="connsiteX0" fmla="*/ 19179 w 59567"/>
                <a:gd name="connsiteY0" fmla="*/ 120482 h 129229"/>
                <a:gd name="connsiteX1" fmla="*/ 12549 w 59567"/>
                <a:gd name="connsiteY1" fmla="*/ 114673 h 129229"/>
                <a:gd name="connsiteX2" fmla="*/ 5442 w 59567"/>
                <a:gd name="connsiteY2" fmla="*/ 14895 h 129229"/>
                <a:gd name="connsiteX3" fmla="*/ 32299 w 59567"/>
                <a:gd name="connsiteY3" fmla="*/ 3072 h 129229"/>
                <a:gd name="connsiteX4" fmla="*/ 59567 w 59567"/>
                <a:gd name="connsiteY4" fmla="*/ 15647 h 129229"/>
                <a:gd name="connsiteX5" fmla="*/ 53690 w 59567"/>
                <a:gd name="connsiteY5" fmla="*/ 102918 h 129229"/>
                <a:gd name="connsiteX6" fmla="*/ 37904 w 59567"/>
                <a:gd name="connsiteY6" fmla="*/ 129230 h 129229"/>
                <a:gd name="connsiteX7" fmla="*/ 19179 w 59567"/>
                <a:gd name="connsiteY7" fmla="*/ 120482 h 129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567" h="129229">
                  <a:moveTo>
                    <a:pt x="19179" y="120482"/>
                  </a:moveTo>
                  <a:cubicBezTo>
                    <a:pt x="16991" y="118568"/>
                    <a:pt x="14805" y="116586"/>
                    <a:pt x="12549" y="114673"/>
                  </a:cubicBezTo>
                  <a:cubicBezTo>
                    <a:pt x="-6518" y="82621"/>
                    <a:pt x="521" y="48451"/>
                    <a:pt x="5442" y="14895"/>
                  </a:cubicBezTo>
                  <a:cubicBezTo>
                    <a:pt x="7560" y="612"/>
                    <a:pt x="18700" y="-3557"/>
                    <a:pt x="32299" y="3072"/>
                  </a:cubicBezTo>
                  <a:cubicBezTo>
                    <a:pt x="42619" y="4644"/>
                    <a:pt x="51982" y="8266"/>
                    <a:pt x="59567" y="15647"/>
                  </a:cubicBezTo>
                  <a:cubicBezTo>
                    <a:pt x="45490" y="43940"/>
                    <a:pt x="43918" y="73053"/>
                    <a:pt x="53690" y="102918"/>
                  </a:cubicBezTo>
                  <a:cubicBezTo>
                    <a:pt x="64352" y="121234"/>
                    <a:pt x="56013" y="128204"/>
                    <a:pt x="37904" y="129230"/>
                  </a:cubicBezTo>
                  <a:cubicBezTo>
                    <a:pt x="30591" y="128751"/>
                    <a:pt x="23688" y="127179"/>
                    <a:pt x="19179" y="120482"/>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199" name="Graphic 2466">
              <a:extLst>
                <a:ext uri="{FF2B5EF4-FFF2-40B4-BE49-F238E27FC236}">
                  <a16:creationId xmlns:a16="http://schemas.microsoft.com/office/drawing/2014/main" id="{E9E5B43D-105E-4365-9A30-FAA2FB95B1ED}"/>
                </a:ext>
              </a:extLst>
            </p:cNvPr>
            <p:cNvSpPr/>
            <p:nvPr/>
          </p:nvSpPr>
          <p:spPr>
            <a:xfrm rot="20630650">
              <a:off x="10114720" y="2565073"/>
              <a:ext cx="43950" cy="118495"/>
            </a:xfrm>
            <a:custGeom>
              <a:avLst/>
              <a:gdLst>
                <a:gd name="connsiteX0" fmla="*/ 46666 w 46665"/>
                <a:gd name="connsiteY0" fmla="*/ 14215 h 125815"/>
                <a:gd name="connsiteX1" fmla="*/ 27052 w 46665"/>
                <a:gd name="connsiteY1" fmla="*/ 32735 h 125815"/>
                <a:gd name="connsiteX2" fmla="*/ 26847 w 46665"/>
                <a:gd name="connsiteY2" fmla="*/ 125815 h 125815"/>
                <a:gd name="connsiteX3" fmla="*/ 10787 w 46665"/>
                <a:gd name="connsiteY3" fmla="*/ 124790 h 125815"/>
                <a:gd name="connsiteX4" fmla="*/ 1970 w 46665"/>
                <a:gd name="connsiteY4" fmla="*/ 116658 h 125815"/>
                <a:gd name="connsiteX5" fmla="*/ 4158 w 46665"/>
                <a:gd name="connsiteY5" fmla="*/ 4579 h 125815"/>
                <a:gd name="connsiteX6" fmla="*/ 8532 w 46665"/>
                <a:gd name="connsiteY6" fmla="*/ 0 h 125815"/>
                <a:gd name="connsiteX7" fmla="*/ 46666 w 46665"/>
                <a:gd name="connsiteY7" fmla="*/ 14215 h 125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665" h="125815">
                  <a:moveTo>
                    <a:pt x="46666" y="14215"/>
                  </a:moveTo>
                  <a:cubicBezTo>
                    <a:pt x="27735" y="18315"/>
                    <a:pt x="27257" y="18315"/>
                    <a:pt x="27052" y="32735"/>
                  </a:cubicBezTo>
                  <a:cubicBezTo>
                    <a:pt x="26710" y="63762"/>
                    <a:pt x="26915" y="94789"/>
                    <a:pt x="26847" y="125815"/>
                  </a:cubicBezTo>
                  <a:cubicBezTo>
                    <a:pt x="21517" y="125542"/>
                    <a:pt x="16049" y="125610"/>
                    <a:pt x="10787" y="124790"/>
                  </a:cubicBezTo>
                  <a:cubicBezTo>
                    <a:pt x="6344" y="124107"/>
                    <a:pt x="2107" y="121168"/>
                    <a:pt x="1970" y="116658"/>
                  </a:cubicBezTo>
                  <a:cubicBezTo>
                    <a:pt x="1082" y="79275"/>
                    <a:pt x="-3018" y="41825"/>
                    <a:pt x="4158" y="4579"/>
                  </a:cubicBezTo>
                  <a:cubicBezTo>
                    <a:pt x="4499" y="2802"/>
                    <a:pt x="7028" y="1504"/>
                    <a:pt x="8532" y="0"/>
                  </a:cubicBezTo>
                  <a:cubicBezTo>
                    <a:pt x="22337" y="1914"/>
                    <a:pt x="35389" y="5672"/>
                    <a:pt x="46666" y="14215"/>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00" name="Graphic 2466">
              <a:extLst>
                <a:ext uri="{FF2B5EF4-FFF2-40B4-BE49-F238E27FC236}">
                  <a16:creationId xmlns:a16="http://schemas.microsoft.com/office/drawing/2014/main" id="{69FCE6E5-EE7E-4687-84C9-648D4B34BD67}"/>
                </a:ext>
              </a:extLst>
            </p:cNvPr>
            <p:cNvSpPr/>
            <p:nvPr/>
          </p:nvSpPr>
          <p:spPr>
            <a:xfrm rot="20630650">
              <a:off x="10172074" y="2864803"/>
              <a:ext cx="46509" cy="119621"/>
            </a:xfrm>
            <a:custGeom>
              <a:avLst/>
              <a:gdLst>
                <a:gd name="connsiteX0" fmla="*/ 11476 w 49382"/>
                <a:gd name="connsiteY0" fmla="*/ 0 h 127010"/>
                <a:gd name="connsiteX1" fmla="*/ 37718 w 49382"/>
                <a:gd name="connsiteY1" fmla="*/ 752 h 127010"/>
                <a:gd name="connsiteX2" fmla="*/ 45509 w 49382"/>
                <a:gd name="connsiteY2" fmla="*/ 118845 h 127010"/>
                <a:gd name="connsiteX3" fmla="*/ 26305 w 49382"/>
                <a:gd name="connsiteY3" fmla="*/ 125200 h 127010"/>
                <a:gd name="connsiteX4" fmla="*/ 4573 w 49382"/>
                <a:gd name="connsiteY4" fmla="*/ 113651 h 127010"/>
                <a:gd name="connsiteX5" fmla="*/ 11476 w 49382"/>
                <a:gd name="connsiteY5" fmla="*/ 0 h 127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382" h="127010">
                  <a:moveTo>
                    <a:pt x="11476" y="0"/>
                  </a:moveTo>
                  <a:cubicBezTo>
                    <a:pt x="20223" y="273"/>
                    <a:pt x="28971" y="478"/>
                    <a:pt x="37718" y="752"/>
                  </a:cubicBezTo>
                  <a:cubicBezTo>
                    <a:pt x="57127" y="39023"/>
                    <a:pt x="46739" y="79275"/>
                    <a:pt x="45509" y="118845"/>
                  </a:cubicBezTo>
                  <a:cubicBezTo>
                    <a:pt x="40315" y="124654"/>
                    <a:pt x="33345" y="124995"/>
                    <a:pt x="26305" y="125200"/>
                  </a:cubicBezTo>
                  <a:cubicBezTo>
                    <a:pt x="14277" y="130258"/>
                    <a:pt x="5257" y="124175"/>
                    <a:pt x="4573" y="113651"/>
                  </a:cubicBezTo>
                  <a:cubicBezTo>
                    <a:pt x="2113" y="75653"/>
                    <a:pt x="-7386" y="36836"/>
                    <a:pt x="11476" y="0"/>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01" name="Graphic 2466">
              <a:extLst>
                <a:ext uri="{FF2B5EF4-FFF2-40B4-BE49-F238E27FC236}">
                  <a16:creationId xmlns:a16="http://schemas.microsoft.com/office/drawing/2014/main" id="{386FCDB2-2A63-46DB-8679-21371C625F34}"/>
                </a:ext>
              </a:extLst>
            </p:cNvPr>
            <p:cNvSpPr/>
            <p:nvPr/>
          </p:nvSpPr>
          <p:spPr>
            <a:xfrm rot="20630650">
              <a:off x="10204246" y="2850244"/>
              <a:ext cx="38878" cy="117993"/>
            </a:xfrm>
            <a:custGeom>
              <a:avLst/>
              <a:gdLst>
                <a:gd name="connsiteX0" fmla="*/ 7997 w 41279"/>
                <a:gd name="connsiteY0" fmla="*/ 125282 h 125282"/>
                <a:gd name="connsiteX1" fmla="*/ 1 w 41279"/>
                <a:gd name="connsiteY1" fmla="*/ 101773 h 125282"/>
                <a:gd name="connsiteX2" fmla="*/ 206 w 41279"/>
                <a:gd name="connsiteY2" fmla="*/ 7189 h 125282"/>
                <a:gd name="connsiteX3" fmla="*/ 138 w 41279"/>
                <a:gd name="connsiteY3" fmla="*/ 5208 h 125282"/>
                <a:gd name="connsiteX4" fmla="*/ 26176 w 41279"/>
                <a:gd name="connsiteY4" fmla="*/ 5618 h 125282"/>
                <a:gd name="connsiteX5" fmla="*/ 26312 w 41279"/>
                <a:gd name="connsiteY5" fmla="*/ 94051 h 125282"/>
                <a:gd name="connsiteX6" fmla="*/ 41279 w 41279"/>
                <a:gd name="connsiteY6" fmla="*/ 112024 h 125282"/>
                <a:gd name="connsiteX7" fmla="*/ 7997 w 41279"/>
                <a:gd name="connsiteY7" fmla="*/ 125282 h 125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279" h="125282">
                  <a:moveTo>
                    <a:pt x="7997" y="125282"/>
                  </a:moveTo>
                  <a:cubicBezTo>
                    <a:pt x="-272" y="119337"/>
                    <a:pt x="1" y="110521"/>
                    <a:pt x="1" y="101773"/>
                  </a:cubicBezTo>
                  <a:cubicBezTo>
                    <a:pt x="69" y="70268"/>
                    <a:pt x="138" y="38695"/>
                    <a:pt x="206" y="7189"/>
                  </a:cubicBezTo>
                  <a:cubicBezTo>
                    <a:pt x="206" y="7189"/>
                    <a:pt x="138" y="5208"/>
                    <a:pt x="138" y="5208"/>
                  </a:cubicBezTo>
                  <a:cubicBezTo>
                    <a:pt x="8954" y="-2037"/>
                    <a:pt x="17634" y="-1558"/>
                    <a:pt x="26176" y="5618"/>
                  </a:cubicBezTo>
                  <a:cubicBezTo>
                    <a:pt x="26245" y="35072"/>
                    <a:pt x="26449" y="64596"/>
                    <a:pt x="26312" y="94051"/>
                  </a:cubicBezTo>
                  <a:cubicBezTo>
                    <a:pt x="26245" y="104575"/>
                    <a:pt x="31302" y="110179"/>
                    <a:pt x="41279" y="112024"/>
                  </a:cubicBezTo>
                  <a:cubicBezTo>
                    <a:pt x="31438" y="119542"/>
                    <a:pt x="20503" y="124326"/>
                    <a:pt x="7997" y="125282"/>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02" name="Graphic 2466">
              <a:extLst>
                <a:ext uri="{FF2B5EF4-FFF2-40B4-BE49-F238E27FC236}">
                  <a16:creationId xmlns:a16="http://schemas.microsoft.com/office/drawing/2014/main" id="{46D4DEA1-DE23-46F8-9B99-AB4C7F68D360}"/>
                </a:ext>
              </a:extLst>
            </p:cNvPr>
            <p:cNvSpPr/>
            <p:nvPr/>
          </p:nvSpPr>
          <p:spPr>
            <a:xfrm rot="20630650">
              <a:off x="10165158" y="2576000"/>
              <a:ext cx="45150" cy="91531"/>
            </a:xfrm>
            <a:custGeom>
              <a:avLst/>
              <a:gdLst>
                <a:gd name="connsiteX0" fmla="*/ 8439 w 47939"/>
                <a:gd name="connsiteY0" fmla="*/ 92944 h 97186"/>
                <a:gd name="connsiteX1" fmla="*/ 6114 w 47939"/>
                <a:gd name="connsiteY1" fmla="*/ 90688 h 97186"/>
                <a:gd name="connsiteX2" fmla="*/ 3723 w 47939"/>
                <a:gd name="connsiteY2" fmla="*/ 11276 h 97186"/>
                <a:gd name="connsiteX3" fmla="*/ 21833 w 47939"/>
                <a:gd name="connsiteY3" fmla="*/ 0 h 97186"/>
                <a:gd name="connsiteX4" fmla="*/ 47940 w 47939"/>
                <a:gd name="connsiteY4" fmla="*/ 13258 h 97186"/>
                <a:gd name="connsiteX5" fmla="*/ 35501 w 47939"/>
                <a:gd name="connsiteY5" fmla="*/ 93627 h 97186"/>
                <a:gd name="connsiteX6" fmla="*/ 8439 w 47939"/>
                <a:gd name="connsiteY6" fmla="*/ 92944 h 97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939" h="97186">
                  <a:moveTo>
                    <a:pt x="8439" y="92944"/>
                  </a:moveTo>
                  <a:cubicBezTo>
                    <a:pt x="7619" y="92192"/>
                    <a:pt x="6456" y="91645"/>
                    <a:pt x="6114" y="90688"/>
                  </a:cubicBezTo>
                  <a:cubicBezTo>
                    <a:pt x="-3726" y="64514"/>
                    <a:pt x="511" y="37724"/>
                    <a:pt x="3723" y="11276"/>
                  </a:cubicBezTo>
                  <a:cubicBezTo>
                    <a:pt x="4748" y="3075"/>
                    <a:pt x="14179" y="1298"/>
                    <a:pt x="21833" y="0"/>
                  </a:cubicBezTo>
                  <a:cubicBezTo>
                    <a:pt x="31879" y="1777"/>
                    <a:pt x="40764" y="5741"/>
                    <a:pt x="47940" y="13258"/>
                  </a:cubicBezTo>
                  <a:cubicBezTo>
                    <a:pt x="37210" y="39023"/>
                    <a:pt x="51630" y="68614"/>
                    <a:pt x="35501" y="93627"/>
                  </a:cubicBezTo>
                  <a:cubicBezTo>
                    <a:pt x="26275" y="99914"/>
                    <a:pt x="17322" y="96702"/>
                    <a:pt x="8439" y="92944"/>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03" name="Graphic 2466">
              <a:extLst>
                <a:ext uri="{FF2B5EF4-FFF2-40B4-BE49-F238E27FC236}">
                  <a16:creationId xmlns:a16="http://schemas.microsoft.com/office/drawing/2014/main" id="{F43E5530-2E96-4BE9-BCCE-9BDED25CA367}"/>
                </a:ext>
              </a:extLst>
            </p:cNvPr>
            <p:cNvSpPr/>
            <p:nvPr/>
          </p:nvSpPr>
          <p:spPr>
            <a:xfrm rot="20630650">
              <a:off x="10073263" y="2566805"/>
              <a:ext cx="32234" cy="135809"/>
            </a:xfrm>
            <a:custGeom>
              <a:avLst/>
              <a:gdLst>
                <a:gd name="connsiteX0" fmla="*/ 34225 w 34225"/>
                <a:gd name="connsiteY0" fmla="*/ 6356 h 144199"/>
                <a:gd name="connsiteX1" fmla="*/ 19601 w 34225"/>
                <a:gd name="connsiteY1" fmla="*/ 24261 h 144199"/>
                <a:gd name="connsiteX2" fmla="*/ 19533 w 34225"/>
                <a:gd name="connsiteY2" fmla="*/ 82624 h 144199"/>
                <a:gd name="connsiteX3" fmla="*/ 19874 w 34225"/>
                <a:gd name="connsiteY3" fmla="*/ 144199 h 144199"/>
                <a:gd name="connsiteX4" fmla="*/ 192 w 34225"/>
                <a:gd name="connsiteY4" fmla="*/ 129438 h 144199"/>
                <a:gd name="connsiteX5" fmla="*/ 123 w 34225"/>
                <a:gd name="connsiteY5" fmla="*/ 15172 h 144199"/>
                <a:gd name="connsiteX6" fmla="*/ 14065 w 34225"/>
                <a:gd name="connsiteY6" fmla="*/ 0 h 144199"/>
                <a:gd name="connsiteX7" fmla="*/ 34225 w 34225"/>
                <a:gd name="connsiteY7" fmla="*/ 6356 h 144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25" h="144199">
                  <a:moveTo>
                    <a:pt x="34225" y="6356"/>
                  </a:moveTo>
                  <a:cubicBezTo>
                    <a:pt x="24179" y="8133"/>
                    <a:pt x="19464" y="13941"/>
                    <a:pt x="19601" y="24261"/>
                  </a:cubicBezTo>
                  <a:cubicBezTo>
                    <a:pt x="19805" y="43738"/>
                    <a:pt x="19533" y="63147"/>
                    <a:pt x="19533" y="82624"/>
                  </a:cubicBezTo>
                  <a:cubicBezTo>
                    <a:pt x="19601" y="103126"/>
                    <a:pt x="19737" y="123697"/>
                    <a:pt x="19874" y="144199"/>
                  </a:cubicBezTo>
                  <a:cubicBezTo>
                    <a:pt x="2037" y="141739"/>
                    <a:pt x="260" y="140987"/>
                    <a:pt x="192" y="129438"/>
                  </a:cubicBezTo>
                  <a:cubicBezTo>
                    <a:pt x="-149" y="91372"/>
                    <a:pt x="55" y="53237"/>
                    <a:pt x="123" y="15172"/>
                  </a:cubicBezTo>
                  <a:cubicBezTo>
                    <a:pt x="123" y="5877"/>
                    <a:pt x="5728" y="1640"/>
                    <a:pt x="14065" y="0"/>
                  </a:cubicBezTo>
                  <a:cubicBezTo>
                    <a:pt x="21377" y="205"/>
                    <a:pt x="28690" y="478"/>
                    <a:pt x="34225" y="6356"/>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04" name="Graphic 2466">
              <a:extLst>
                <a:ext uri="{FF2B5EF4-FFF2-40B4-BE49-F238E27FC236}">
                  <a16:creationId xmlns:a16="http://schemas.microsoft.com/office/drawing/2014/main" id="{FE7C7056-6F2B-4518-8B03-A3718A5844ED}"/>
                </a:ext>
              </a:extLst>
            </p:cNvPr>
            <p:cNvSpPr/>
            <p:nvPr/>
          </p:nvSpPr>
          <p:spPr>
            <a:xfrm rot="20630650">
              <a:off x="10521879" y="2738023"/>
              <a:ext cx="137548" cy="47619"/>
            </a:xfrm>
            <a:custGeom>
              <a:avLst/>
              <a:gdLst>
                <a:gd name="connsiteX0" fmla="*/ 0 w 146045"/>
                <a:gd name="connsiteY0" fmla="*/ 18920 h 50561"/>
                <a:gd name="connsiteX1" fmla="*/ 1777 w 146045"/>
                <a:gd name="connsiteY1" fmla="*/ 10856 h 50561"/>
                <a:gd name="connsiteX2" fmla="*/ 128686 w 146045"/>
                <a:gd name="connsiteY2" fmla="*/ 4568 h 50561"/>
                <a:gd name="connsiteX3" fmla="*/ 144473 w 146045"/>
                <a:gd name="connsiteY3" fmla="*/ 22474 h 50561"/>
                <a:gd name="connsiteX4" fmla="*/ 136818 w 146045"/>
                <a:gd name="connsiteY4" fmla="*/ 48375 h 50561"/>
                <a:gd name="connsiteX5" fmla="*/ 133812 w 146045"/>
                <a:gd name="connsiteY5" fmla="*/ 50562 h 50561"/>
                <a:gd name="connsiteX6" fmla="*/ 132513 w 146045"/>
                <a:gd name="connsiteY6" fmla="*/ 49331 h 50561"/>
                <a:gd name="connsiteX7" fmla="*/ 133607 w 146045"/>
                <a:gd name="connsiteY7" fmla="*/ 47896 h 50561"/>
                <a:gd name="connsiteX8" fmla="*/ 50983 w 146045"/>
                <a:gd name="connsiteY8" fmla="*/ 40242 h 50561"/>
                <a:gd name="connsiteX9" fmla="*/ 1367 w 146045"/>
                <a:gd name="connsiteY9" fmla="*/ 30264 h 50561"/>
                <a:gd name="connsiteX10" fmla="*/ 0 w 146045"/>
                <a:gd name="connsiteY10" fmla="*/ 18920 h 5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045" h="50561">
                  <a:moveTo>
                    <a:pt x="0" y="18920"/>
                  </a:moveTo>
                  <a:cubicBezTo>
                    <a:pt x="616" y="16255"/>
                    <a:pt x="1231" y="13521"/>
                    <a:pt x="1777" y="10856"/>
                  </a:cubicBezTo>
                  <a:cubicBezTo>
                    <a:pt x="43260" y="-7323"/>
                    <a:pt x="86110" y="2313"/>
                    <a:pt x="128686" y="4568"/>
                  </a:cubicBezTo>
                  <a:cubicBezTo>
                    <a:pt x="136818" y="8054"/>
                    <a:pt x="141329" y="14614"/>
                    <a:pt x="144473" y="22474"/>
                  </a:cubicBezTo>
                  <a:cubicBezTo>
                    <a:pt x="146592" y="32451"/>
                    <a:pt x="148437" y="42361"/>
                    <a:pt x="136818" y="48375"/>
                  </a:cubicBezTo>
                  <a:cubicBezTo>
                    <a:pt x="135452" y="48648"/>
                    <a:pt x="134495" y="49400"/>
                    <a:pt x="133812" y="50562"/>
                  </a:cubicBezTo>
                  <a:cubicBezTo>
                    <a:pt x="133812" y="50562"/>
                    <a:pt x="132513" y="49331"/>
                    <a:pt x="132513" y="49331"/>
                  </a:cubicBezTo>
                  <a:lnTo>
                    <a:pt x="133607" y="47896"/>
                  </a:lnTo>
                  <a:cubicBezTo>
                    <a:pt x="107296" y="32588"/>
                    <a:pt x="78524" y="42976"/>
                    <a:pt x="50983" y="40242"/>
                  </a:cubicBezTo>
                  <a:cubicBezTo>
                    <a:pt x="34034" y="38602"/>
                    <a:pt x="15992" y="43454"/>
                    <a:pt x="1367" y="30264"/>
                  </a:cubicBezTo>
                  <a:cubicBezTo>
                    <a:pt x="957" y="26506"/>
                    <a:pt x="479" y="22679"/>
                    <a:pt x="0" y="18920"/>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05" name="Graphic 2466">
              <a:extLst>
                <a:ext uri="{FF2B5EF4-FFF2-40B4-BE49-F238E27FC236}">
                  <a16:creationId xmlns:a16="http://schemas.microsoft.com/office/drawing/2014/main" id="{BF553005-65FD-4354-8D94-8B7CEC21473E}"/>
                </a:ext>
              </a:extLst>
            </p:cNvPr>
            <p:cNvSpPr/>
            <p:nvPr/>
          </p:nvSpPr>
          <p:spPr>
            <a:xfrm rot="20630650">
              <a:off x="10165360" y="2868850"/>
              <a:ext cx="32615" cy="123966"/>
            </a:xfrm>
            <a:custGeom>
              <a:avLst/>
              <a:gdLst>
                <a:gd name="connsiteX0" fmla="*/ 19869 w 34630"/>
                <a:gd name="connsiteY0" fmla="*/ 0 h 131624"/>
                <a:gd name="connsiteX1" fmla="*/ 19596 w 34630"/>
                <a:gd name="connsiteY1" fmla="*/ 104151 h 131624"/>
                <a:gd name="connsiteX2" fmla="*/ 34630 w 34630"/>
                <a:gd name="connsiteY2" fmla="*/ 125200 h 131624"/>
                <a:gd name="connsiteX3" fmla="*/ 14470 w 34630"/>
                <a:gd name="connsiteY3" fmla="*/ 131624 h 131624"/>
                <a:gd name="connsiteX4" fmla="*/ 187 w 34630"/>
                <a:gd name="connsiteY4" fmla="*/ 116658 h 131624"/>
                <a:gd name="connsiteX5" fmla="*/ 187 w 34630"/>
                <a:gd name="connsiteY5" fmla="*/ 15240 h 131624"/>
                <a:gd name="connsiteX6" fmla="*/ 19869 w 34630"/>
                <a:gd name="connsiteY6" fmla="*/ 0 h 131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630" h="131624">
                  <a:moveTo>
                    <a:pt x="19869" y="0"/>
                  </a:moveTo>
                  <a:cubicBezTo>
                    <a:pt x="19801" y="34717"/>
                    <a:pt x="19869" y="69434"/>
                    <a:pt x="19596" y="104151"/>
                  </a:cubicBezTo>
                  <a:cubicBezTo>
                    <a:pt x="19527" y="115086"/>
                    <a:pt x="22261" y="123424"/>
                    <a:pt x="34630" y="125200"/>
                  </a:cubicBezTo>
                  <a:cubicBezTo>
                    <a:pt x="29095" y="131009"/>
                    <a:pt x="21851" y="131419"/>
                    <a:pt x="14470" y="131624"/>
                  </a:cubicBezTo>
                  <a:cubicBezTo>
                    <a:pt x="6270" y="129916"/>
                    <a:pt x="187" y="126020"/>
                    <a:pt x="187" y="116658"/>
                  </a:cubicBezTo>
                  <a:cubicBezTo>
                    <a:pt x="50" y="82829"/>
                    <a:pt x="-155" y="49069"/>
                    <a:pt x="187" y="15240"/>
                  </a:cubicBezTo>
                  <a:cubicBezTo>
                    <a:pt x="392" y="3690"/>
                    <a:pt x="1827" y="3075"/>
                    <a:pt x="19869" y="0"/>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06" name="Graphic 2466">
              <a:extLst>
                <a:ext uri="{FF2B5EF4-FFF2-40B4-BE49-F238E27FC236}">
                  <a16:creationId xmlns:a16="http://schemas.microsoft.com/office/drawing/2014/main" id="{1A55DD83-E7F4-4530-99E1-61F5B7C854A3}"/>
                </a:ext>
              </a:extLst>
            </p:cNvPr>
            <p:cNvSpPr/>
            <p:nvPr/>
          </p:nvSpPr>
          <p:spPr>
            <a:xfrm rot="20630650">
              <a:off x="10255983" y="2844223"/>
              <a:ext cx="40065" cy="82839"/>
            </a:xfrm>
            <a:custGeom>
              <a:avLst/>
              <a:gdLst>
                <a:gd name="connsiteX0" fmla="*/ 12662 w 42540"/>
                <a:gd name="connsiteY0" fmla="*/ 87956 h 87956"/>
                <a:gd name="connsiteX1" fmla="*/ 566 w 42540"/>
                <a:gd name="connsiteY1" fmla="*/ 78799 h 87956"/>
                <a:gd name="connsiteX2" fmla="*/ 156 w 42540"/>
                <a:gd name="connsiteY2" fmla="*/ 19957 h 87956"/>
                <a:gd name="connsiteX3" fmla="*/ 7878 w 42540"/>
                <a:gd name="connsiteY3" fmla="*/ 10526 h 87956"/>
                <a:gd name="connsiteX4" fmla="*/ 25715 w 42540"/>
                <a:gd name="connsiteY4" fmla="*/ 3419 h 87956"/>
                <a:gd name="connsiteX5" fmla="*/ 39930 w 42540"/>
                <a:gd name="connsiteY5" fmla="*/ 2257 h 87956"/>
                <a:gd name="connsiteX6" fmla="*/ 38426 w 42540"/>
                <a:gd name="connsiteY6" fmla="*/ 74562 h 87956"/>
                <a:gd name="connsiteX7" fmla="*/ 12662 w 42540"/>
                <a:gd name="connsiteY7" fmla="*/ 87956 h 87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540" h="87956">
                  <a:moveTo>
                    <a:pt x="12662" y="87956"/>
                  </a:moveTo>
                  <a:cubicBezTo>
                    <a:pt x="7195" y="86795"/>
                    <a:pt x="770" y="84813"/>
                    <a:pt x="566" y="78799"/>
                  </a:cubicBezTo>
                  <a:cubicBezTo>
                    <a:pt x="-254" y="59185"/>
                    <a:pt x="19" y="39571"/>
                    <a:pt x="156" y="19957"/>
                  </a:cubicBezTo>
                  <a:cubicBezTo>
                    <a:pt x="156" y="15173"/>
                    <a:pt x="3504" y="11825"/>
                    <a:pt x="7878" y="10526"/>
                  </a:cubicBezTo>
                  <a:cubicBezTo>
                    <a:pt x="14029" y="8681"/>
                    <a:pt x="21000" y="8955"/>
                    <a:pt x="25715" y="3419"/>
                  </a:cubicBezTo>
                  <a:cubicBezTo>
                    <a:pt x="30089" y="-887"/>
                    <a:pt x="34873" y="-955"/>
                    <a:pt x="39930" y="2257"/>
                  </a:cubicBezTo>
                  <a:cubicBezTo>
                    <a:pt x="44645" y="26450"/>
                    <a:pt x="42254" y="50506"/>
                    <a:pt x="38426" y="74562"/>
                  </a:cubicBezTo>
                  <a:cubicBezTo>
                    <a:pt x="31524" y="82352"/>
                    <a:pt x="22640" y="86111"/>
                    <a:pt x="12662" y="87956"/>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07" name="Graphic 2466">
              <a:extLst>
                <a:ext uri="{FF2B5EF4-FFF2-40B4-BE49-F238E27FC236}">
                  <a16:creationId xmlns:a16="http://schemas.microsoft.com/office/drawing/2014/main" id="{ACC49A70-4A26-4CE0-90AF-67A41CA9AC07}"/>
                </a:ext>
              </a:extLst>
            </p:cNvPr>
            <p:cNvSpPr/>
            <p:nvPr/>
          </p:nvSpPr>
          <p:spPr>
            <a:xfrm rot="20630650">
              <a:off x="10527293" y="2767410"/>
              <a:ext cx="124565" cy="18482"/>
            </a:xfrm>
            <a:custGeom>
              <a:avLst/>
              <a:gdLst>
                <a:gd name="connsiteX0" fmla="*/ 21 w 132260"/>
                <a:gd name="connsiteY0" fmla="*/ 70 h 19624"/>
                <a:gd name="connsiteX1" fmla="*/ 114082 w 132260"/>
                <a:gd name="connsiteY1" fmla="*/ 2 h 19624"/>
                <a:gd name="connsiteX2" fmla="*/ 132261 w 132260"/>
                <a:gd name="connsiteY2" fmla="*/ 17634 h 19624"/>
                <a:gd name="connsiteX3" fmla="*/ 12664 w 132260"/>
                <a:gd name="connsiteY3" fmla="*/ 19138 h 19624"/>
                <a:gd name="connsiteX4" fmla="*/ 21 w 132260"/>
                <a:gd name="connsiteY4" fmla="*/ 70 h 19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260" h="19624">
                  <a:moveTo>
                    <a:pt x="21" y="70"/>
                  </a:moveTo>
                  <a:cubicBezTo>
                    <a:pt x="38019" y="70"/>
                    <a:pt x="76085" y="344"/>
                    <a:pt x="114082" y="2"/>
                  </a:cubicBezTo>
                  <a:cubicBezTo>
                    <a:pt x="126725" y="-135"/>
                    <a:pt x="131714" y="6153"/>
                    <a:pt x="132261" y="17634"/>
                  </a:cubicBezTo>
                  <a:cubicBezTo>
                    <a:pt x="92418" y="21324"/>
                    <a:pt x="52507" y="18659"/>
                    <a:pt x="12664" y="19138"/>
                  </a:cubicBezTo>
                  <a:cubicBezTo>
                    <a:pt x="21" y="19274"/>
                    <a:pt x="-115" y="18386"/>
                    <a:pt x="21" y="70"/>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08" name="Graphic 2466">
              <a:extLst>
                <a:ext uri="{FF2B5EF4-FFF2-40B4-BE49-F238E27FC236}">
                  <a16:creationId xmlns:a16="http://schemas.microsoft.com/office/drawing/2014/main" id="{85558CFE-E6FE-4165-893C-317A38A2F9A8}"/>
                </a:ext>
              </a:extLst>
            </p:cNvPr>
            <p:cNvSpPr/>
            <p:nvPr/>
          </p:nvSpPr>
          <p:spPr>
            <a:xfrm rot="20630650">
              <a:off x="10465748" y="2558837"/>
              <a:ext cx="134539" cy="28142"/>
            </a:xfrm>
            <a:custGeom>
              <a:avLst/>
              <a:gdLst>
                <a:gd name="connsiteX0" fmla="*/ 2871 w 142850"/>
                <a:gd name="connsiteY0" fmla="*/ 0 h 29880"/>
                <a:gd name="connsiteX1" fmla="*/ 134427 w 142850"/>
                <a:gd name="connsiteY1" fmla="*/ 68 h 29880"/>
                <a:gd name="connsiteX2" fmla="*/ 142764 w 142850"/>
                <a:gd name="connsiteY2" fmla="*/ 12096 h 29880"/>
                <a:gd name="connsiteX3" fmla="*/ 126977 w 142850"/>
                <a:gd name="connsiteY3" fmla="*/ 26995 h 29880"/>
                <a:gd name="connsiteX4" fmla="*/ 32941 w 142850"/>
                <a:gd name="connsiteY4" fmla="*/ 29182 h 29880"/>
                <a:gd name="connsiteX5" fmla="*/ 3075 w 142850"/>
                <a:gd name="connsiteY5" fmla="*/ 13190 h 29880"/>
                <a:gd name="connsiteX6" fmla="*/ 0 w 142850"/>
                <a:gd name="connsiteY6" fmla="*/ 6766 h 29880"/>
                <a:gd name="connsiteX7" fmla="*/ 2871 w 142850"/>
                <a:gd name="connsiteY7" fmla="*/ 0 h 29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2850" h="29880">
                  <a:moveTo>
                    <a:pt x="2871" y="0"/>
                  </a:moveTo>
                  <a:cubicBezTo>
                    <a:pt x="46745" y="0"/>
                    <a:pt x="90552" y="68"/>
                    <a:pt x="134427" y="68"/>
                  </a:cubicBezTo>
                  <a:cubicBezTo>
                    <a:pt x="140030" y="2119"/>
                    <a:pt x="143447" y="5672"/>
                    <a:pt x="142764" y="12096"/>
                  </a:cubicBezTo>
                  <a:cubicBezTo>
                    <a:pt x="140304" y="20024"/>
                    <a:pt x="134563" y="24534"/>
                    <a:pt x="126977" y="26995"/>
                  </a:cubicBezTo>
                  <a:cubicBezTo>
                    <a:pt x="95746" y="32120"/>
                    <a:pt x="64309" y="28772"/>
                    <a:pt x="32941" y="29182"/>
                  </a:cubicBezTo>
                  <a:cubicBezTo>
                    <a:pt x="20365" y="29318"/>
                    <a:pt x="9568" y="24944"/>
                    <a:pt x="3075" y="13190"/>
                  </a:cubicBezTo>
                  <a:cubicBezTo>
                    <a:pt x="2051" y="11071"/>
                    <a:pt x="1025" y="8884"/>
                    <a:pt x="0" y="6766"/>
                  </a:cubicBezTo>
                  <a:cubicBezTo>
                    <a:pt x="957" y="4511"/>
                    <a:pt x="1914" y="2255"/>
                    <a:pt x="2871" y="0"/>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09" name="Graphic 2466">
              <a:extLst>
                <a:ext uri="{FF2B5EF4-FFF2-40B4-BE49-F238E27FC236}">
                  <a16:creationId xmlns:a16="http://schemas.microsoft.com/office/drawing/2014/main" id="{1F0562C4-DC4D-4A8A-9F8E-5C1556E38E2E}"/>
                </a:ext>
              </a:extLst>
            </p:cNvPr>
            <p:cNvSpPr/>
            <p:nvPr/>
          </p:nvSpPr>
          <p:spPr>
            <a:xfrm rot="20630650">
              <a:off x="10303753" y="2616855"/>
              <a:ext cx="55841" cy="75838"/>
            </a:xfrm>
            <a:custGeom>
              <a:avLst/>
              <a:gdLst>
                <a:gd name="connsiteX0" fmla="*/ 57352 w 59291"/>
                <a:gd name="connsiteY0" fmla="*/ 31113 h 80523"/>
                <a:gd name="connsiteX1" fmla="*/ 57078 w 59291"/>
                <a:gd name="connsiteY1" fmla="*/ 80523 h 80523"/>
                <a:gd name="connsiteX2" fmla="*/ 15664 w 59291"/>
                <a:gd name="connsiteY2" fmla="*/ 54895 h 80523"/>
                <a:gd name="connsiteX3" fmla="*/ 3499 w 59291"/>
                <a:gd name="connsiteY3" fmla="*/ 40339 h 80523"/>
                <a:gd name="connsiteX4" fmla="*/ 14 w 59291"/>
                <a:gd name="connsiteY4" fmla="*/ 30839 h 80523"/>
                <a:gd name="connsiteX5" fmla="*/ 21063 w 59291"/>
                <a:gd name="connsiteY5" fmla="*/ 769 h 80523"/>
                <a:gd name="connsiteX6" fmla="*/ 20790 w 59291"/>
                <a:gd name="connsiteY6" fmla="*/ 633 h 80523"/>
                <a:gd name="connsiteX7" fmla="*/ 28648 w 59291"/>
                <a:gd name="connsiteY7" fmla="*/ 7262 h 80523"/>
                <a:gd name="connsiteX8" fmla="*/ 57352 w 59291"/>
                <a:gd name="connsiteY8" fmla="*/ 31113 h 80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291" h="80523">
                  <a:moveTo>
                    <a:pt x="57352" y="31113"/>
                  </a:moveTo>
                  <a:cubicBezTo>
                    <a:pt x="59881" y="47583"/>
                    <a:pt x="60086" y="64053"/>
                    <a:pt x="57078" y="80523"/>
                  </a:cubicBezTo>
                  <a:cubicBezTo>
                    <a:pt x="38079" y="80386"/>
                    <a:pt x="27213" y="67128"/>
                    <a:pt x="15664" y="54895"/>
                  </a:cubicBezTo>
                  <a:cubicBezTo>
                    <a:pt x="11495" y="50111"/>
                    <a:pt x="7053" y="45601"/>
                    <a:pt x="3499" y="40339"/>
                  </a:cubicBezTo>
                  <a:cubicBezTo>
                    <a:pt x="1859" y="37332"/>
                    <a:pt x="697" y="34188"/>
                    <a:pt x="14" y="30839"/>
                  </a:cubicBezTo>
                  <a:cubicBezTo>
                    <a:pt x="1996" y="17308"/>
                    <a:pt x="-7503" y="-4356"/>
                    <a:pt x="21063" y="769"/>
                  </a:cubicBezTo>
                  <a:lnTo>
                    <a:pt x="20790" y="633"/>
                  </a:lnTo>
                  <a:cubicBezTo>
                    <a:pt x="22498" y="3913"/>
                    <a:pt x="25163" y="6100"/>
                    <a:pt x="28648" y="7262"/>
                  </a:cubicBezTo>
                  <a:cubicBezTo>
                    <a:pt x="38216" y="15258"/>
                    <a:pt x="47784" y="23185"/>
                    <a:pt x="57352" y="31113"/>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10" name="Graphic 2466">
              <a:extLst>
                <a:ext uri="{FF2B5EF4-FFF2-40B4-BE49-F238E27FC236}">
                  <a16:creationId xmlns:a16="http://schemas.microsoft.com/office/drawing/2014/main" id="{D5F87A82-439D-4D4E-BB84-B1CCA600C078}"/>
                </a:ext>
              </a:extLst>
            </p:cNvPr>
            <p:cNvSpPr/>
            <p:nvPr/>
          </p:nvSpPr>
          <p:spPr>
            <a:xfrm rot="20630650">
              <a:off x="10208154" y="2582431"/>
              <a:ext cx="50267" cy="84652"/>
            </a:xfrm>
            <a:custGeom>
              <a:avLst/>
              <a:gdLst>
                <a:gd name="connsiteX0" fmla="*/ 29615 w 53372"/>
                <a:gd name="connsiteY0" fmla="*/ 6902 h 89881"/>
                <a:gd name="connsiteX1" fmla="*/ 49844 w 53372"/>
                <a:gd name="connsiteY1" fmla="*/ 19819 h 89881"/>
                <a:gd name="connsiteX2" fmla="*/ 46700 w 53372"/>
                <a:gd name="connsiteY2" fmla="*/ 84264 h 89881"/>
                <a:gd name="connsiteX3" fmla="*/ 31187 w 53372"/>
                <a:gd name="connsiteY3" fmla="*/ 89800 h 89881"/>
                <a:gd name="connsiteX4" fmla="*/ 10821 w 53372"/>
                <a:gd name="connsiteY4" fmla="*/ 78729 h 89881"/>
                <a:gd name="connsiteX5" fmla="*/ 17177 w 53372"/>
                <a:gd name="connsiteY5" fmla="*/ 0 h 89881"/>
                <a:gd name="connsiteX6" fmla="*/ 17177 w 53372"/>
                <a:gd name="connsiteY6" fmla="*/ 0 h 89881"/>
                <a:gd name="connsiteX7" fmla="*/ 29615 w 53372"/>
                <a:gd name="connsiteY7" fmla="*/ 6902 h 89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372" h="89881">
                  <a:moveTo>
                    <a:pt x="29615" y="6902"/>
                  </a:moveTo>
                  <a:cubicBezTo>
                    <a:pt x="37611" y="9294"/>
                    <a:pt x="44787" y="12848"/>
                    <a:pt x="49844" y="19819"/>
                  </a:cubicBezTo>
                  <a:cubicBezTo>
                    <a:pt x="53603" y="41551"/>
                    <a:pt x="56541" y="63215"/>
                    <a:pt x="46700" y="84264"/>
                  </a:cubicBezTo>
                  <a:cubicBezTo>
                    <a:pt x="42669" y="89185"/>
                    <a:pt x="37201" y="90210"/>
                    <a:pt x="31187" y="89800"/>
                  </a:cubicBezTo>
                  <a:cubicBezTo>
                    <a:pt x="23191" y="88365"/>
                    <a:pt x="16425" y="84674"/>
                    <a:pt x="10821" y="78729"/>
                  </a:cubicBezTo>
                  <a:cubicBezTo>
                    <a:pt x="-5512" y="43328"/>
                    <a:pt x="-3326" y="16607"/>
                    <a:pt x="17177" y="0"/>
                  </a:cubicBezTo>
                  <a:lnTo>
                    <a:pt x="17177" y="0"/>
                  </a:lnTo>
                  <a:cubicBezTo>
                    <a:pt x="20321" y="4237"/>
                    <a:pt x="26676" y="2460"/>
                    <a:pt x="29615" y="6902"/>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11" name="Graphic 2466">
              <a:extLst>
                <a:ext uri="{FF2B5EF4-FFF2-40B4-BE49-F238E27FC236}">
                  <a16:creationId xmlns:a16="http://schemas.microsoft.com/office/drawing/2014/main" id="{66EDADBD-C7FE-4D48-9841-41371BC809CB}"/>
                </a:ext>
              </a:extLst>
            </p:cNvPr>
            <p:cNvSpPr/>
            <p:nvPr/>
          </p:nvSpPr>
          <p:spPr>
            <a:xfrm rot="20630650">
              <a:off x="10281297" y="2826432"/>
              <a:ext cx="41333" cy="80036"/>
            </a:xfrm>
            <a:custGeom>
              <a:avLst/>
              <a:gdLst>
                <a:gd name="connsiteX0" fmla="*/ 6899 w 43887"/>
                <a:gd name="connsiteY0" fmla="*/ 84980 h 84980"/>
                <a:gd name="connsiteX1" fmla="*/ 2936 w 43887"/>
                <a:gd name="connsiteY1" fmla="*/ 79923 h 84980"/>
                <a:gd name="connsiteX2" fmla="*/ 7173 w 43887"/>
                <a:gd name="connsiteY2" fmla="*/ 12813 h 84980"/>
                <a:gd name="connsiteX3" fmla="*/ 39293 w 43887"/>
                <a:gd name="connsiteY3" fmla="*/ 3997 h 84980"/>
                <a:gd name="connsiteX4" fmla="*/ 39771 w 43887"/>
                <a:gd name="connsiteY4" fmla="*/ 65298 h 84980"/>
                <a:gd name="connsiteX5" fmla="*/ 6899 w 43887"/>
                <a:gd name="connsiteY5" fmla="*/ 84980 h 84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87" h="84980">
                  <a:moveTo>
                    <a:pt x="6899" y="84980"/>
                  </a:moveTo>
                  <a:cubicBezTo>
                    <a:pt x="5533" y="83340"/>
                    <a:pt x="3209" y="81768"/>
                    <a:pt x="2936" y="79923"/>
                  </a:cubicBezTo>
                  <a:cubicBezTo>
                    <a:pt x="-3" y="57303"/>
                    <a:pt x="-3352" y="34613"/>
                    <a:pt x="7173" y="12813"/>
                  </a:cubicBezTo>
                  <a:cubicBezTo>
                    <a:pt x="14622" y="-2086"/>
                    <a:pt x="26035" y="-2496"/>
                    <a:pt x="39293" y="3997"/>
                  </a:cubicBezTo>
                  <a:cubicBezTo>
                    <a:pt x="48860" y="24362"/>
                    <a:pt x="40660" y="44864"/>
                    <a:pt x="39771" y="65298"/>
                  </a:cubicBezTo>
                  <a:cubicBezTo>
                    <a:pt x="30682" y="74934"/>
                    <a:pt x="19132" y="80538"/>
                    <a:pt x="6899" y="84980"/>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12" name="Graphic 2466">
              <a:extLst>
                <a:ext uri="{FF2B5EF4-FFF2-40B4-BE49-F238E27FC236}">
                  <a16:creationId xmlns:a16="http://schemas.microsoft.com/office/drawing/2014/main" id="{47C5B11A-C830-460E-84B0-951CFE7EE2C0}"/>
                </a:ext>
              </a:extLst>
            </p:cNvPr>
            <p:cNvSpPr/>
            <p:nvPr/>
          </p:nvSpPr>
          <p:spPr>
            <a:xfrm rot="20630650">
              <a:off x="10251258" y="2591574"/>
              <a:ext cx="33367" cy="72409"/>
            </a:xfrm>
            <a:custGeom>
              <a:avLst/>
              <a:gdLst>
                <a:gd name="connsiteX0" fmla="*/ 0 w 35428"/>
                <a:gd name="connsiteY0" fmla="*/ 64855 h 76882"/>
                <a:gd name="connsiteX1" fmla="*/ 0 w 35428"/>
                <a:gd name="connsiteY1" fmla="*/ 17154 h 76882"/>
                <a:gd name="connsiteX2" fmla="*/ 6492 w 35428"/>
                <a:gd name="connsiteY2" fmla="*/ 0 h 76882"/>
                <a:gd name="connsiteX3" fmla="*/ 33282 w 35428"/>
                <a:gd name="connsiteY3" fmla="*/ 18930 h 76882"/>
                <a:gd name="connsiteX4" fmla="*/ 27472 w 35428"/>
                <a:gd name="connsiteY4" fmla="*/ 72373 h 76882"/>
                <a:gd name="connsiteX5" fmla="*/ 0 w 35428"/>
                <a:gd name="connsiteY5" fmla="*/ 64855 h 76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28" h="76882">
                  <a:moveTo>
                    <a:pt x="0" y="64855"/>
                  </a:moveTo>
                  <a:cubicBezTo>
                    <a:pt x="0" y="48932"/>
                    <a:pt x="0" y="33009"/>
                    <a:pt x="0" y="17154"/>
                  </a:cubicBezTo>
                  <a:cubicBezTo>
                    <a:pt x="0" y="10593"/>
                    <a:pt x="957" y="4442"/>
                    <a:pt x="6492" y="0"/>
                  </a:cubicBezTo>
                  <a:cubicBezTo>
                    <a:pt x="16948" y="4169"/>
                    <a:pt x="26652" y="9431"/>
                    <a:pt x="33282" y="18930"/>
                  </a:cubicBezTo>
                  <a:cubicBezTo>
                    <a:pt x="33897" y="37041"/>
                    <a:pt x="40320" y="55766"/>
                    <a:pt x="27472" y="72373"/>
                  </a:cubicBezTo>
                  <a:cubicBezTo>
                    <a:pt x="15581" y="79822"/>
                    <a:pt x="6082" y="78524"/>
                    <a:pt x="0" y="64855"/>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13" name="Graphic 2466">
              <a:extLst>
                <a:ext uri="{FF2B5EF4-FFF2-40B4-BE49-F238E27FC236}">
                  <a16:creationId xmlns:a16="http://schemas.microsoft.com/office/drawing/2014/main" id="{DDCE90D9-C2DE-4114-A4DA-8EF0C7041E28}"/>
                </a:ext>
              </a:extLst>
            </p:cNvPr>
            <p:cNvSpPr/>
            <p:nvPr/>
          </p:nvSpPr>
          <p:spPr>
            <a:xfrm rot="20630650">
              <a:off x="10198680" y="2582048"/>
              <a:ext cx="24651" cy="84555"/>
            </a:xfrm>
            <a:custGeom>
              <a:avLst/>
              <a:gdLst>
                <a:gd name="connsiteX0" fmla="*/ 26174 w 26174"/>
                <a:gd name="connsiteY0" fmla="*/ 6971 h 89778"/>
                <a:gd name="connsiteX1" fmla="*/ 23988 w 26174"/>
                <a:gd name="connsiteY1" fmla="*/ 9294 h 89778"/>
                <a:gd name="connsiteX2" fmla="*/ 26174 w 26174"/>
                <a:gd name="connsiteY2" fmla="*/ 84811 h 89778"/>
                <a:gd name="connsiteX3" fmla="*/ 14079 w 26174"/>
                <a:gd name="connsiteY3" fmla="*/ 89663 h 89778"/>
                <a:gd name="connsiteX4" fmla="*/ 0 w 26174"/>
                <a:gd name="connsiteY4" fmla="*/ 78524 h 89778"/>
                <a:gd name="connsiteX5" fmla="*/ 137 w 26174"/>
                <a:gd name="connsiteY5" fmla="*/ 14625 h 89778"/>
                <a:gd name="connsiteX6" fmla="*/ 14010 w 26174"/>
                <a:gd name="connsiteY6" fmla="*/ 0 h 89778"/>
                <a:gd name="connsiteX7" fmla="*/ 26174 w 26174"/>
                <a:gd name="connsiteY7" fmla="*/ 6971 h 89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174" h="89778">
                  <a:moveTo>
                    <a:pt x="26174" y="6971"/>
                  </a:moveTo>
                  <a:cubicBezTo>
                    <a:pt x="25423" y="7722"/>
                    <a:pt x="24261" y="8406"/>
                    <a:pt x="23988" y="9294"/>
                  </a:cubicBezTo>
                  <a:cubicBezTo>
                    <a:pt x="16948" y="34649"/>
                    <a:pt x="15992" y="59867"/>
                    <a:pt x="26174" y="84811"/>
                  </a:cubicBezTo>
                  <a:cubicBezTo>
                    <a:pt x="23236" y="89253"/>
                    <a:pt x="18931" y="90142"/>
                    <a:pt x="14079" y="89663"/>
                  </a:cubicBezTo>
                  <a:cubicBezTo>
                    <a:pt x="7791" y="88023"/>
                    <a:pt x="2597" y="84948"/>
                    <a:pt x="0" y="78524"/>
                  </a:cubicBezTo>
                  <a:cubicBezTo>
                    <a:pt x="0" y="57201"/>
                    <a:pt x="0" y="35947"/>
                    <a:pt x="137" y="14625"/>
                  </a:cubicBezTo>
                  <a:cubicBezTo>
                    <a:pt x="205" y="5536"/>
                    <a:pt x="5809" y="1504"/>
                    <a:pt x="14010" y="0"/>
                  </a:cubicBezTo>
                  <a:cubicBezTo>
                    <a:pt x="19136" y="478"/>
                    <a:pt x="23577" y="2187"/>
                    <a:pt x="26174" y="6971"/>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14" name="Graphic 2466">
              <a:extLst>
                <a:ext uri="{FF2B5EF4-FFF2-40B4-BE49-F238E27FC236}">
                  <a16:creationId xmlns:a16="http://schemas.microsoft.com/office/drawing/2014/main" id="{FD9017D8-265B-4C21-BCC2-1DC9C41D3F33}"/>
                </a:ext>
              </a:extLst>
            </p:cNvPr>
            <p:cNvSpPr/>
            <p:nvPr/>
          </p:nvSpPr>
          <p:spPr>
            <a:xfrm rot="20630650">
              <a:off x="10307821" y="2815386"/>
              <a:ext cx="32360" cy="65759"/>
            </a:xfrm>
            <a:custGeom>
              <a:avLst/>
              <a:gdLst>
                <a:gd name="connsiteX0" fmla="*/ 7229 w 34359"/>
                <a:gd name="connsiteY0" fmla="*/ 69821 h 69821"/>
                <a:gd name="connsiteX1" fmla="*/ 7092 w 34359"/>
                <a:gd name="connsiteY1" fmla="*/ 9886 h 69821"/>
                <a:gd name="connsiteX2" fmla="*/ 26500 w 34359"/>
                <a:gd name="connsiteY2" fmla="*/ 3667 h 69821"/>
                <a:gd name="connsiteX3" fmla="*/ 27252 w 34359"/>
                <a:gd name="connsiteY3" fmla="*/ 34694 h 69821"/>
                <a:gd name="connsiteX4" fmla="*/ 34360 w 34359"/>
                <a:gd name="connsiteY4" fmla="*/ 51164 h 69821"/>
                <a:gd name="connsiteX5" fmla="*/ 16112 w 34359"/>
                <a:gd name="connsiteY5" fmla="*/ 64081 h 69821"/>
                <a:gd name="connsiteX6" fmla="*/ 7502 w 34359"/>
                <a:gd name="connsiteY6" fmla="*/ 69684 h 69821"/>
                <a:gd name="connsiteX7" fmla="*/ 7229 w 34359"/>
                <a:gd name="connsiteY7" fmla="*/ 69821 h 6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59" h="69821">
                  <a:moveTo>
                    <a:pt x="7229" y="69821"/>
                  </a:moveTo>
                  <a:cubicBezTo>
                    <a:pt x="-4457" y="49866"/>
                    <a:pt x="-84" y="29910"/>
                    <a:pt x="7092" y="9886"/>
                  </a:cubicBezTo>
                  <a:cubicBezTo>
                    <a:pt x="9962" y="-3235"/>
                    <a:pt x="17821" y="-1048"/>
                    <a:pt x="26500" y="3667"/>
                  </a:cubicBezTo>
                  <a:cubicBezTo>
                    <a:pt x="26774" y="13987"/>
                    <a:pt x="27048" y="24375"/>
                    <a:pt x="27252" y="34694"/>
                  </a:cubicBezTo>
                  <a:cubicBezTo>
                    <a:pt x="27389" y="41186"/>
                    <a:pt x="29097" y="46927"/>
                    <a:pt x="34360" y="51164"/>
                  </a:cubicBezTo>
                  <a:cubicBezTo>
                    <a:pt x="30260" y="58340"/>
                    <a:pt x="23767" y="62030"/>
                    <a:pt x="16112" y="64081"/>
                  </a:cubicBezTo>
                  <a:cubicBezTo>
                    <a:pt x="12559" y="64969"/>
                    <a:pt x="9826" y="67019"/>
                    <a:pt x="7502" y="69684"/>
                  </a:cubicBezTo>
                  <a:lnTo>
                    <a:pt x="7229" y="69821"/>
                  </a:ln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15" name="Graphic 2466">
              <a:extLst>
                <a:ext uri="{FF2B5EF4-FFF2-40B4-BE49-F238E27FC236}">
                  <a16:creationId xmlns:a16="http://schemas.microsoft.com/office/drawing/2014/main" id="{EE25ECC6-15A3-413B-A0E4-E086C324653D}"/>
                </a:ext>
              </a:extLst>
            </p:cNvPr>
            <p:cNvSpPr/>
            <p:nvPr/>
          </p:nvSpPr>
          <p:spPr>
            <a:xfrm rot="20630650">
              <a:off x="10110147" y="2987126"/>
              <a:ext cx="69013" cy="37489"/>
            </a:xfrm>
            <a:custGeom>
              <a:avLst/>
              <a:gdLst>
                <a:gd name="connsiteX0" fmla="*/ 25780 w 73276"/>
                <a:gd name="connsiteY0" fmla="*/ 100 h 39805"/>
                <a:gd name="connsiteX1" fmla="*/ 44641 w 73276"/>
                <a:gd name="connsiteY1" fmla="*/ 7959 h 39805"/>
                <a:gd name="connsiteX2" fmla="*/ 73276 w 73276"/>
                <a:gd name="connsiteY2" fmla="*/ 26342 h 39805"/>
                <a:gd name="connsiteX3" fmla="*/ 6849 w 73276"/>
                <a:gd name="connsiteY3" fmla="*/ 39806 h 39805"/>
                <a:gd name="connsiteX4" fmla="*/ 3364 w 73276"/>
                <a:gd name="connsiteY4" fmla="*/ 36252 h 39805"/>
                <a:gd name="connsiteX5" fmla="*/ 1792 w 73276"/>
                <a:gd name="connsiteY5" fmla="*/ 12196 h 39805"/>
                <a:gd name="connsiteX6" fmla="*/ 25780 w 73276"/>
                <a:gd name="connsiteY6" fmla="*/ 100 h 39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76" h="39805">
                  <a:moveTo>
                    <a:pt x="25780" y="100"/>
                  </a:moveTo>
                  <a:cubicBezTo>
                    <a:pt x="33229" y="168"/>
                    <a:pt x="43617" y="-1677"/>
                    <a:pt x="44641" y="7959"/>
                  </a:cubicBezTo>
                  <a:cubicBezTo>
                    <a:pt x="46760" y="27436"/>
                    <a:pt x="60428" y="25454"/>
                    <a:pt x="73276" y="26342"/>
                  </a:cubicBezTo>
                  <a:cubicBezTo>
                    <a:pt x="52091" y="35500"/>
                    <a:pt x="29743" y="39122"/>
                    <a:pt x="6849" y="39806"/>
                  </a:cubicBezTo>
                  <a:cubicBezTo>
                    <a:pt x="5687" y="38644"/>
                    <a:pt x="4525" y="37482"/>
                    <a:pt x="3364" y="36252"/>
                  </a:cubicBezTo>
                  <a:cubicBezTo>
                    <a:pt x="-737" y="28461"/>
                    <a:pt x="-873" y="20397"/>
                    <a:pt x="1792" y="12196"/>
                  </a:cubicBezTo>
                  <a:cubicBezTo>
                    <a:pt x="5550" y="-174"/>
                    <a:pt x="17441" y="3585"/>
                    <a:pt x="25780" y="100"/>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16" name="Graphic 2466">
              <a:extLst>
                <a:ext uri="{FF2B5EF4-FFF2-40B4-BE49-F238E27FC236}">
                  <a16:creationId xmlns:a16="http://schemas.microsoft.com/office/drawing/2014/main" id="{8B82782F-E7FE-4924-9F18-BB7D0ADF9A80}"/>
                </a:ext>
              </a:extLst>
            </p:cNvPr>
            <p:cNvSpPr/>
            <p:nvPr/>
          </p:nvSpPr>
          <p:spPr>
            <a:xfrm rot="20630650">
              <a:off x="10277849" y="2601587"/>
              <a:ext cx="38682" cy="65425"/>
            </a:xfrm>
            <a:custGeom>
              <a:avLst/>
              <a:gdLst>
                <a:gd name="connsiteX0" fmla="*/ 0 w 41072"/>
                <a:gd name="connsiteY0" fmla="*/ 54263 h 69467"/>
                <a:gd name="connsiteX1" fmla="*/ 1162 w 41072"/>
                <a:gd name="connsiteY1" fmla="*/ 16675 h 69467"/>
                <a:gd name="connsiteX2" fmla="*/ 8133 w 41072"/>
                <a:gd name="connsiteY2" fmla="*/ 0 h 69467"/>
                <a:gd name="connsiteX3" fmla="*/ 7996 w 41072"/>
                <a:gd name="connsiteY3" fmla="*/ 0 h 69467"/>
                <a:gd name="connsiteX4" fmla="*/ 16744 w 41072"/>
                <a:gd name="connsiteY4" fmla="*/ 6287 h 69467"/>
                <a:gd name="connsiteX5" fmla="*/ 20981 w 41072"/>
                <a:gd name="connsiteY5" fmla="*/ 9021 h 69467"/>
                <a:gd name="connsiteX6" fmla="*/ 26858 w 41072"/>
                <a:gd name="connsiteY6" fmla="*/ 13873 h 69467"/>
                <a:gd name="connsiteX7" fmla="*/ 41073 w 41072"/>
                <a:gd name="connsiteY7" fmla="*/ 26380 h 69467"/>
                <a:gd name="connsiteX8" fmla="*/ 27473 w 41072"/>
                <a:gd name="connsiteY8" fmla="*/ 41415 h 69467"/>
                <a:gd name="connsiteX9" fmla="*/ 26516 w 41072"/>
                <a:gd name="connsiteY9" fmla="*/ 67111 h 69467"/>
                <a:gd name="connsiteX10" fmla="*/ 11140 w 41072"/>
                <a:gd name="connsiteY10" fmla="*/ 66222 h 69467"/>
                <a:gd name="connsiteX11" fmla="*/ 1914 w 41072"/>
                <a:gd name="connsiteY11" fmla="*/ 57885 h 69467"/>
                <a:gd name="connsiteX12" fmla="*/ 0 w 41072"/>
                <a:gd name="connsiteY12" fmla="*/ 54263 h 69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072" h="69467">
                  <a:moveTo>
                    <a:pt x="0" y="54263"/>
                  </a:moveTo>
                  <a:cubicBezTo>
                    <a:pt x="410" y="41756"/>
                    <a:pt x="888" y="29182"/>
                    <a:pt x="1162" y="16675"/>
                  </a:cubicBezTo>
                  <a:cubicBezTo>
                    <a:pt x="1299" y="10183"/>
                    <a:pt x="2802" y="4306"/>
                    <a:pt x="8133" y="0"/>
                  </a:cubicBezTo>
                  <a:cubicBezTo>
                    <a:pt x="8133" y="0"/>
                    <a:pt x="7996" y="0"/>
                    <a:pt x="7996" y="0"/>
                  </a:cubicBezTo>
                  <a:cubicBezTo>
                    <a:pt x="9773" y="3759"/>
                    <a:pt x="12711" y="5741"/>
                    <a:pt x="16744" y="6287"/>
                  </a:cubicBezTo>
                  <a:cubicBezTo>
                    <a:pt x="18794" y="6219"/>
                    <a:pt x="20229" y="7107"/>
                    <a:pt x="20981" y="9021"/>
                  </a:cubicBezTo>
                  <a:cubicBezTo>
                    <a:pt x="23373" y="10114"/>
                    <a:pt x="25355" y="11755"/>
                    <a:pt x="26858" y="13873"/>
                  </a:cubicBezTo>
                  <a:cubicBezTo>
                    <a:pt x="33214" y="16197"/>
                    <a:pt x="38339" y="19887"/>
                    <a:pt x="41073" y="26380"/>
                  </a:cubicBezTo>
                  <a:cubicBezTo>
                    <a:pt x="32736" y="27951"/>
                    <a:pt x="27678" y="32325"/>
                    <a:pt x="27473" y="41415"/>
                  </a:cubicBezTo>
                  <a:cubicBezTo>
                    <a:pt x="27336" y="49957"/>
                    <a:pt x="26858" y="58568"/>
                    <a:pt x="26516" y="67111"/>
                  </a:cubicBezTo>
                  <a:cubicBezTo>
                    <a:pt x="21118" y="71143"/>
                    <a:pt x="16128" y="69434"/>
                    <a:pt x="11140" y="66222"/>
                  </a:cubicBezTo>
                  <a:cubicBezTo>
                    <a:pt x="7723" y="63830"/>
                    <a:pt x="4648" y="61028"/>
                    <a:pt x="1914" y="57885"/>
                  </a:cubicBezTo>
                  <a:cubicBezTo>
                    <a:pt x="1367" y="56654"/>
                    <a:pt x="683" y="55493"/>
                    <a:pt x="0" y="54263"/>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17" name="Graphic 2466">
              <a:extLst>
                <a:ext uri="{FF2B5EF4-FFF2-40B4-BE49-F238E27FC236}">
                  <a16:creationId xmlns:a16="http://schemas.microsoft.com/office/drawing/2014/main" id="{7AAE9D08-56BE-487C-AA64-92911EB3F559}"/>
                </a:ext>
              </a:extLst>
            </p:cNvPr>
            <p:cNvSpPr/>
            <p:nvPr/>
          </p:nvSpPr>
          <p:spPr>
            <a:xfrm rot="20630650">
              <a:off x="9970363" y="2572618"/>
              <a:ext cx="76113" cy="37988"/>
            </a:xfrm>
            <a:custGeom>
              <a:avLst/>
              <a:gdLst>
                <a:gd name="connsiteX0" fmla="*/ 80816 w 80815"/>
                <a:gd name="connsiteY0" fmla="*/ 9447 h 40335"/>
                <a:gd name="connsiteX1" fmla="*/ 67216 w 80815"/>
                <a:gd name="connsiteY1" fmla="*/ 20518 h 40335"/>
                <a:gd name="connsiteX2" fmla="*/ 59083 w 80815"/>
                <a:gd name="connsiteY2" fmla="*/ 36783 h 40335"/>
                <a:gd name="connsiteX3" fmla="*/ 2839 w 80815"/>
                <a:gd name="connsiteY3" fmla="*/ 32888 h 40335"/>
                <a:gd name="connsiteX4" fmla="*/ 1267 w 80815"/>
                <a:gd name="connsiteY4" fmla="*/ 23594 h 40335"/>
                <a:gd name="connsiteX5" fmla="*/ 721 w 80815"/>
                <a:gd name="connsiteY5" fmla="*/ 22500 h 40335"/>
                <a:gd name="connsiteX6" fmla="*/ 54026 w 80815"/>
                <a:gd name="connsiteY6" fmla="*/ 3023 h 40335"/>
                <a:gd name="connsiteX7" fmla="*/ 80816 w 80815"/>
                <a:gd name="connsiteY7" fmla="*/ 9447 h 40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815" h="40335">
                  <a:moveTo>
                    <a:pt x="80816" y="9447"/>
                  </a:moveTo>
                  <a:cubicBezTo>
                    <a:pt x="74324" y="10746"/>
                    <a:pt x="68310" y="12727"/>
                    <a:pt x="67216" y="20518"/>
                  </a:cubicBezTo>
                  <a:cubicBezTo>
                    <a:pt x="66328" y="26874"/>
                    <a:pt x="65371" y="33161"/>
                    <a:pt x="59083" y="36783"/>
                  </a:cubicBezTo>
                  <a:cubicBezTo>
                    <a:pt x="39811" y="43071"/>
                    <a:pt x="21155" y="40542"/>
                    <a:pt x="2839" y="32888"/>
                  </a:cubicBezTo>
                  <a:cubicBezTo>
                    <a:pt x="-305" y="30223"/>
                    <a:pt x="-851" y="27147"/>
                    <a:pt x="1267" y="23594"/>
                  </a:cubicBezTo>
                  <a:lnTo>
                    <a:pt x="721" y="22500"/>
                  </a:lnTo>
                  <a:cubicBezTo>
                    <a:pt x="15755" y="8422"/>
                    <a:pt x="30380" y="-6545"/>
                    <a:pt x="54026" y="3023"/>
                  </a:cubicBezTo>
                  <a:cubicBezTo>
                    <a:pt x="63320" y="3638"/>
                    <a:pt x="73230" y="1861"/>
                    <a:pt x="80816" y="9447"/>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18" name="Graphic 2466">
              <a:extLst>
                <a:ext uri="{FF2B5EF4-FFF2-40B4-BE49-F238E27FC236}">
                  <a16:creationId xmlns:a16="http://schemas.microsoft.com/office/drawing/2014/main" id="{24D3948A-6160-40E5-96D7-AEA4E7D59AE0}"/>
                </a:ext>
              </a:extLst>
            </p:cNvPr>
            <p:cNvSpPr/>
            <p:nvPr/>
          </p:nvSpPr>
          <p:spPr>
            <a:xfrm rot="20630650">
              <a:off x="10037034" y="3023874"/>
              <a:ext cx="86634" cy="30765"/>
            </a:xfrm>
            <a:custGeom>
              <a:avLst/>
              <a:gdLst>
                <a:gd name="connsiteX0" fmla="*/ 91645 w 91986"/>
                <a:gd name="connsiteY0" fmla="*/ 21186 h 32666"/>
                <a:gd name="connsiteX1" fmla="*/ 86451 w 91986"/>
                <a:gd name="connsiteY1" fmla="*/ 24808 h 32666"/>
                <a:gd name="connsiteX2" fmla="*/ 0 w 91986"/>
                <a:gd name="connsiteY2" fmla="*/ 32667 h 32666"/>
                <a:gd name="connsiteX3" fmla="*/ 65539 w 91986"/>
                <a:gd name="connsiteY3" fmla="*/ 0 h 32666"/>
                <a:gd name="connsiteX4" fmla="*/ 68683 w 91986"/>
                <a:gd name="connsiteY4" fmla="*/ 2802 h 32666"/>
                <a:gd name="connsiteX5" fmla="*/ 91986 w 91986"/>
                <a:gd name="connsiteY5" fmla="*/ 19887 h 32666"/>
                <a:gd name="connsiteX6" fmla="*/ 91645 w 91986"/>
                <a:gd name="connsiteY6" fmla="*/ 21186 h 32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986" h="32666">
                  <a:moveTo>
                    <a:pt x="91645" y="21186"/>
                  </a:moveTo>
                  <a:cubicBezTo>
                    <a:pt x="89937" y="22416"/>
                    <a:pt x="88297" y="24534"/>
                    <a:pt x="86451" y="24808"/>
                  </a:cubicBezTo>
                  <a:cubicBezTo>
                    <a:pt x="57884" y="28566"/>
                    <a:pt x="28771" y="26175"/>
                    <a:pt x="0" y="32667"/>
                  </a:cubicBezTo>
                  <a:cubicBezTo>
                    <a:pt x="18862" y="14283"/>
                    <a:pt x="43259" y="9431"/>
                    <a:pt x="65539" y="0"/>
                  </a:cubicBezTo>
                  <a:cubicBezTo>
                    <a:pt x="66564" y="957"/>
                    <a:pt x="67589" y="1914"/>
                    <a:pt x="68683" y="2802"/>
                  </a:cubicBezTo>
                  <a:cubicBezTo>
                    <a:pt x="73672" y="12233"/>
                    <a:pt x="85221" y="12780"/>
                    <a:pt x="91986" y="19887"/>
                  </a:cubicBezTo>
                  <a:cubicBezTo>
                    <a:pt x="91918" y="19887"/>
                    <a:pt x="91645" y="21186"/>
                    <a:pt x="91645" y="21186"/>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19" name="Graphic 2466">
              <a:extLst>
                <a:ext uri="{FF2B5EF4-FFF2-40B4-BE49-F238E27FC236}">
                  <a16:creationId xmlns:a16="http://schemas.microsoft.com/office/drawing/2014/main" id="{C0D50B6B-0E51-4C07-ADAB-BD90CAEBF3AE}"/>
                </a:ext>
              </a:extLst>
            </p:cNvPr>
            <p:cNvSpPr/>
            <p:nvPr/>
          </p:nvSpPr>
          <p:spPr>
            <a:xfrm rot="20630650">
              <a:off x="9950672" y="2572956"/>
              <a:ext cx="68355" cy="28066"/>
            </a:xfrm>
            <a:custGeom>
              <a:avLst/>
              <a:gdLst>
                <a:gd name="connsiteX0" fmla="*/ 72578 w 72577"/>
                <a:gd name="connsiteY0" fmla="*/ 9502 h 29800"/>
                <a:gd name="connsiteX1" fmla="*/ 43123 w 72577"/>
                <a:gd name="connsiteY1" fmla="*/ 23853 h 29800"/>
                <a:gd name="connsiteX2" fmla="*/ 19273 w 72577"/>
                <a:gd name="connsiteY2" fmla="*/ 28979 h 29800"/>
                <a:gd name="connsiteX3" fmla="*/ 13122 w 72577"/>
                <a:gd name="connsiteY3" fmla="*/ 22692 h 29800"/>
                <a:gd name="connsiteX4" fmla="*/ 0 w 72577"/>
                <a:gd name="connsiteY4" fmla="*/ 16473 h 29800"/>
                <a:gd name="connsiteX5" fmla="*/ 0 w 72577"/>
                <a:gd name="connsiteY5" fmla="*/ 16473 h 29800"/>
                <a:gd name="connsiteX6" fmla="*/ 33145 w 72577"/>
                <a:gd name="connsiteY6" fmla="*/ 2805 h 29800"/>
                <a:gd name="connsiteX7" fmla="*/ 72578 w 72577"/>
                <a:gd name="connsiteY7" fmla="*/ 9502 h 29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577" h="29800">
                  <a:moveTo>
                    <a:pt x="72578" y="9502"/>
                  </a:moveTo>
                  <a:cubicBezTo>
                    <a:pt x="60960" y="10459"/>
                    <a:pt x="49274" y="8545"/>
                    <a:pt x="43123" y="23853"/>
                  </a:cubicBezTo>
                  <a:cubicBezTo>
                    <a:pt x="39638" y="32669"/>
                    <a:pt x="27815" y="29116"/>
                    <a:pt x="19273" y="28979"/>
                  </a:cubicBezTo>
                  <a:cubicBezTo>
                    <a:pt x="17222" y="26861"/>
                    <a:pt x="15171" y="24742"/>
                    <a:pt x="13122" y="22692"/>
                  </a:cubicBezTo>
                  <a:cubicBezTo>
                    <a:pt x="9499" y="18933"/>
                    <a:pt x="3554" y="20300"/>
                    <a:pt x="0" y="16473"/>
                  </a:cubicBezTo>
                  <a:lnTo>
                    <a:pt x="0" y="16473"/>
                  </a:lnTo>
                  <a:cubicBezTo>
                    <a:pt x="1503" y="-1706"/>
                    <a:pt x="3076" y="-2389"/>
                    <a:pt x="33145" y="2805"/>
                  </a:cubicBezTo>
                  <a:cubicBezTo>
                    <a:pt x="46404" y="4445"/>
                    <a:pt x="60755" y="-476"/>
                    <a:pt x="72578" y="9502"/>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20" name="Graphic 2466">
              <a:extLst>
                <a:ext uri="{FF2B5EF4-FFF2-40B4-BE49-F238E27FC236}">
                  <a16:creationId xmlns:a16="http://schemas.microsoft.com/office/drawing/2014/main" id="{A50105AE-85EF-4B34-9B5E-1B81CC7DD18D}"/>
                </a:ext>
              </a:extLst>
            </p:cNvPr>
            <p:cNvSpPr/>
            <p:nvPr/>
          </p:nvSpPr>
          <p:spPr>
            <a:xfrm rot="20630650">
              <a:off x="9911890" y="2580327"/>
              <a:ext cx="69319" cy="18845"/>
            </a:xfrm>
            <a:custGeom>
              <a:avLst/>
              <a:gdLst>
                <a:gd name="connsiteX0" fmla="*/ 73602 w 73602"/>
                <a:gd name="connsiteY0" fmla="*/ 6410 h 20009"/>
                <a:gd name="connsiteX1" fmla="*/ 54877 w 73602"/>
                <a:gd name="connsiteY1" fmla="*/ 7093 h 20009"/>
                <a:gd name="connsiteX2" fmla="*/ 40457 w 73602"/>
                <a:gd name="connsiteY2" fmla="*/ 20009 h 20009"/>
                <a:gd name="connsiteX3" fmla="*/ 0 w 73602"/>
                <a:gd name="connsiteY3" fmla="*/ 6205 h 20009"/>
                <a:gd name="connsiteX4" fmla="*/ 73602 w 73602"/>
                <a:gd name="connsiteY4" fmla="*/ 6410 h 2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602" h="20009">
                  <a:moveTo>
                    <a:pt x="73602" y="6410"/>
                  </a:moveTo>
                  <a:cubicBezTo>
                    <a:pt x="67384" y="6683"/>
                    <a:pt x="61096" y="7025"/>
                    <a:pt x="54877" y="7093"/>
                  </a:cubicBezTo>
                  <a:cubicBezTo>
                    <a:pt x="46198" y="7161"/>
                    <a:pt x="41346" y="11398"/>
                    <a:pt x="40457" y="20009"/>
                  </a:cubicBezTo>
                  <a:cubicBezTo>
                    <a:pt x="26584" y="17617"/>
                    <a:pt x="13668" y="12697"/>
                    <a:pt x="0" y="6205"/>
                  </a:cubicBezTo>
                  <a:cubicBezTo>
                    <a:pt x="17973" y="-2338"/>
                    <a:pt x="50845" y="-1860"/>
                    <a:pt x="73602" y="6410"/>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21" name="Graphic 2466">
              <a:extLst>
                <a:ext uri="{FF2B5EF4-FFF2-40B4-BE49-F238E27FC236}">
                  <a16:creationId xmlns:a16="http://schemas.microsoft.com/office/drawing/2014/main" id="{38499E52-02C0-4718-93C2-3D8800F4C474}"/>
                </a:ext>
              </a:extLst>
            </p:cNvPr>
            <p:cNvSpPr/>
            <p:nvPr/>
          </p:nvSpPr>
          <p:spPr>
            <a:xfrm rot="20630650">
              <a:off x="10076303" y="2992589"/>
              <a:ext cx="56705" cy="27717"/>
            </a:xfrm>
            <a:custGeom>
              <a:avLst/>
              <a:gdLst>
                <a:gd name="connsiteX0" fmla="*/ 60208 w 60208"/>
                <a:gd name="connsiteY0" fmla="*/ 6141 h 29430"/>
                <a:gd name="connsiteX1" fmla="*/ 41482 w 60208"/>
                <a:gd name="connsiteY1" fmla="*/ 18716 h 29430"/>
                <a:gd name="connsiteX2" fmla="*/ 15034 w 60208"/>
                <a:gd name="connsiteY2" fmla="*/ 26302 h 29430"/>
                <a:gd name="connsiteX3" fmla="*/ 15102 w 60208"/>
                <a:gd name="connsiteY3" fmla="*/ 24662 h 29430"/>
                <a:gd name="connsiteX4" fmla="*/ 1845 w 60208"/>
                <a:gd name="connsiteY4" fmla="*/ 18511 h 29430"/>
                <a:gd name="connsiteX5" fmla="*/ 68 w 60208"/>
                <a:gd name="connsiteY5" fmla="*/ 13317 h 29430"/>
                <a:gd name="connsiteX6" fmla="*/ 1230 w 60208"/>
                <a:gd name="connsiteY6" fmla="*/ 10583 h 29430"/>
                <a:gd name="connsiteX7" fmla="*/ 8884 w 60208"/>
                <a:gd name="connsiteY7" fmla="*/ 6141 h 29430"/>
                <a:gd name="connsiteX8" fmla="*/ 34375 w 60208"/>
                <a:gd name="connsiteY8" fmla="*/ 879 h 29430"/>
                <a:gd name="connsiteX9" fmla="*/ 47428 w 60208"/>
                <a:gd name="connsiteY9" fmla="*/ 674 h 29430"/>
                <a:gd name="connsiteX10" fmla="*/ 54604 w 60208"/>
                <a:gd name="connsiteY10" fmla="*/ 5594 h 29430"/>
                <a:gd name="connsiteX11" fmla="*/ 60208 w 60208"/>
                <a:gd name="connsiteY11" fmla="*/ 6141 h 29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208" h="29430">
                  <a:moveTo>
                    <a:pt x="60208" y="6141"/>
                  </a:moveTo>
                  <a:cubicBezTo>
                    <a:pt x="53989" y="10310"/>
                    <a:pt x="47701" y="14479"/>
                    <a:pt x="41482" y="18716"/>
                  </a:cubicBezTo>
                  <a:cubicBezTo>
                    <a:pt x="34033" y="25892"/>
                    <a:pt x="26789" y="34024"/>
                    <a:pt x="15034" y="26302"/>
                  </a:cubicBezTo>
                  <a:cubicBezTo>
                    <a:pt x="15034" y="26302"/>
                    <a:pt x="15102" y="24662"/>
                    <a:pt x="15102" y="24662"/>
                  </a:cubicBezTo>
                  <a:cubicBezTo>
                    <a:pt x="11959" y="19878"/>
                    <a:pt x="6970" y="18989"/>
                    <a:pt x="1845" y="18511"/>
                  </a:cubicBezTo>
                  <a:cubicBezTo>
                    <a:pt x="341" y="16871"/>
                    <a:pt x="-206" y="15094"/>
                    <a:pt x="68" y="13317"/>
                  </a:cubicBezTo>
                  <a:cubicBezTo>
                    <a:pt x="410" y="11472"/>
                    <a:pt x="819" y="10583"/>
                    <a:pt x="1230" y="10583"/>
                  </a:cubicBezTo>
                  <a:cubicBezTo>
                    <a:pt x="3485" y="8601"/>
                    <a:pt x="6013" y="7166"/>
                    <a:pt x="8884" y="6141"/>
                  </a:cubicBezTo>
                  <a:cubicBezTo>
                    <a:pt x="17290" y="4091"/>
                    <a:pt x="26038" y="3476"/>
                    <a:pt x="34375" y="879"/>
                  </a:cubicBezTo>
                  <a:cubicBezTo>
                    <a:pt x="38681" y="-146"/>
                    <a:pt x="43054" y="-351"/>
                    <a:pt x="47428" y="674"/>
                  </a:cubicBezTo>
                  <a:cubicBezTo>
                    <a:pt x="50161" y="1836"/>
                    <a:pt x="52554" y="3544"/>
                    <a:pt x="54604" y="5594"/>
                  </a:cubicBezTo>
                  <a:cubicBezTo>
                    <a:pt x="56517" y="5936"/>
                    <a:pt x="58363" y="6141"/>
                    <a:pt x="60208" y="6141"/>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22" name="Graphic 2466">
              <a:extLst>
                <a:ext uri="{FF2B5EF4-FFF2-40B4-BE49-F238E27FC236}">
                  <a16:creationId xmlns:a16="http://schemas.microsoft.com/office/drawing/2014/main" id="{AF29B858-1A6D-4AB3-8B0F-E76DBF970639}"/>
                </a:ext>
              </a:extLst>
            </p:cNvPr>
            <p:cNvSpPr/>
            <p:nvPr/>
          </p:nvSpPr>
          <p:spPr>
            <a:xfrm rot="20630650">
              <a:off x="9932390" y="2609962"/>
              <a:ext cx="45115" cy="14793"/>
            </a:xfrm>
            <a:custGeom>
              <a:avLst/>
              <a:gdLst>
                <a:gd name="connsiteX0" fmla="*/ 46950 w 47902"/>
                <a:gd name="connsiteY0" fmla="*/ 820 h 15707"/>
                <a:gd name="connsiteX1" fmla="*/ 46950 w 47902"/>
                <a:gd name="connsiteY1" fmla="*/ 7723 h 15707"/>
                <a:gd name="connsiteX2" fmla="*/ 45515 w 47902"/>
                <a:gd name="connsiteY2" fmla="*/ 15172 h 15707"/>
                <a:gd name="connsiteX3" fmla="*/ 20571 w 47902"/>
                <a:gd name="connsiteY3" fmla="*/ 7723 h 15707"/>
                <a:gd name="connsiteX4" fmla="*/ 0 w 47902"/>
                <a:gd name="connsiteY4" fmla="*/ 0 h 15707"/>
                <a:gd name="connsiteX5" fmla="*/ 46950 w 47902"/>
                <a:gd name="connsiteY5" fmla="*/ 820 h 15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902" h="15707">
                  <a:moveTo>
                    <a:pt x="46950" y="820"/>
                  </a:moveTo>
                  <a:cubicBezTo>
                    <a:pt x="46950" y="3144"/>
                    <a:pt x="46950" y="5467"/>
                    <a:pt x="46950" y="7723"/>
                  </a:cubicBezTo>
                  <a:cubicBezTo>
                    <a:pt x="48590" y="10593"/>
                    <a:pt x="48112" y="13121"/>
                    <a:pt x="45515" y="15172"/>
                  </a:cubicBezTo>
                  <a:cubicBezTo>
                    <a:pt x="35742" y="17632"/>
                    <a:pt x="28634" y="11003"/>
                    <a:pt x="20571" y="7723"/>
                  </a:cubicBezTo>
                  <a:cubicBezTo>
                    <a:pt x="13190" y="6561"/>
                    <a:pt x="5194" y="6971"/>
                    <a:pt x="0" y="0"/>
                  </a:cubicBezTo>
                  <a:cubicBezTo>
                    <a:pt x="15650" y="342"/>
                    <a:pt x="31300" y="615"/>
                    <a:pt x="46950" y="820"/>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23" name="Graphic 2466">
              <a:extLst>
                <a:ext uri="{FF2B5EF4-FFF2-40B4-BE49-F238E27FC236}">
                  <a16:creationId xmlns:a16="http://schemas.microsoft.com/office/drawing/2014/main" id="{13E20661-70D7-40E5-B3CF-0EFC2F993E40}"/>
                </a:ext>
              </a:extLst>
            </p:cNvPr>
            <p:cNvSpPr/>
            <p:nvPr/>
          </p:nvSpPr>
          <p:spPr>
            <a:xfrm rot="20630650">
              <a:off x="10043405" y="3014914"/>
              <a:ext cx="37846" cy="13078"/>
            </a:xfrm>
            <a:custGeom>
              <a:avLst/>
              <a:gdLst>
                <a:gd name="connsiteX0" fmla="*/ 0 w 40184"/>
                <a:gd name="connsiteY0" fmla="*/ 13886 h 13886"/>
                <a:gd name="connsiteX1" fmla="*/ 137 w 40184"/>
                <a:gd name="connsiteY1" fmla="*/ 8487 h 13886"/>
                <a:gd name="connsiteX2" fmla="*/ 33008 w 40184"/>
                <a:gd name="connsiteY2" fmla="*/ 1517 h 13886"/>
                <a:gd name="connsiteX3" fmla="*/ 40184 w 40184"/>
                <a:gd name="connsiteY3" fmla="*/ 1927 h 13886"/>
                <a:gd name="connsiteX4" fmla="*/ 39433 w 40184"/>
                <a:gd name="connsiteY4" fmla="*/ 8009 h 13886"/>
                <a:gd name="connsiteX5" fmla="*/ 0 w 40184"/>
                <a:gd name="connsiteY5" fmla="*/ 13886 h 13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84" h="13886">
                  <a:moveTo>
                    <a:pt x="0" y="13886"/>
                  </a:moveTo>
                  <a:cubicBezTo>
                    <a:pt x="137" y="12109"/>
                    <a:pt x="205" y="10264"/>
                    <a:pt x="137" y="8487"/>
                  </a:cubicBezTo>
                  <a:cubicBezTo>
                    <a:pt x="10251" y="2268"/>
                    <a:pt x="21459" y="1038"/>
                    <a:pt x="33008" y="1517"/>
                  </a:cubicBezTo>
                  <a:cubicBezTo>
                    <a:pt x="35537" y="-602"/>
                    <a:pt x="37929" y="-534"/>
                    <a:pt x="40184" y="1927"/>
                  </a:cubicBezTo>
                  <a:cubicBezTo>
                    <a:pt x="40048" y="3977"/>
                    <a:pt x="39774" y="6027"/>
                    <a:pt x="39433" y="8009"/>
                  </a:cubicBezTo>
                  <a:cubicBezTo>
                    <a:pt x="26243" y="9923"/>
                    <a:pt x="13122" y="11904"/>
                    <a:pt x="0" y="13886"/>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24" name="Graphic 2466">
              <a:extLst>
                <a:ext uri="{FF2B5EF4-FFF2-40B4-BE49-F238E27FC236}">
                  <a16:creationId xmlns:a16="http://schemas.microsoft.com/office/drawing/2014/main" id="{AFA2A932-F982-497D-A83C-F64C8802709B}"/>
                </a:ext>
              </a:extLst>
            </p:cNvPr>
            <p:cNvSpPr/>
            <p:nvPr/>
          </p:nvSpPr>
          <p:spPr>
            <a:xfrm rot="20630650">
              <a:off x="10381251" y="2746679"/>
              <a:ext cx="11909" cy="39895"/>
            </a:xfrm>
            <a:custGeom>
              <a:avLst/>
              <a:gdLst>
                <a:gd name="connsiteX0" fmla="*/ 6546 w 12645"/>
                <a:gd name="connsiteY0" fmla="*/ 42223 h 42359"/>
                <a:gd name="connsiteX1" fmla="*/ 395 w 12645"/>
                <a:gd name="connsiteY1" fmla="*/ 9351 h 42359"/>
                <a:gd name="connsiteX2" fmla="*/ 9417 w 12645"/>
                <a:gd name="connsiteY2" fmla="*/ 193 h 42359"/>
                <a:gd name="connsiteX3" fmla="*/ 10237 w 12645"/>
                <a:gd name="connsiteY3" fmla="*/ 41403 h 42359"/>
                <a:gd name="connsiteX4" fmla="*/ 8528 w 12645"/>
                <a:gd name="connsiteY4" fmla="*/ 42359 h 42359"/>
                <a:gd name="connsiteX5" fmla="*/ 6546 w 12645"/>
                <a:gd name="connsiteY5" fmla="*/ 42223 h 42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45" h="42359">
                  <a:moveTo>
                    <a:pt x="6546" y="42223"/>
                  </a:moveTo>
                  <a:cubicBezTo>
                    <a:pt x="4701" y="31220"/>
                    <a:pt x="10100" y="18919"/>
                    <a:pt x="395" y="9351"/>
                  </a:cubicBezTo>
                  <a:cubicBezTo>
                    <a:pt x="-1245" y="1765"/>
                    <a:pt x="2309" y="-764"/>
                    <a:pt x="9417" y="193"/>
                  </a:cubicBezTo>
                  <a:cubicBezTo>
                    <a:pt x="14063" y="13861"/>
                    <a:pt x="13107" y="27598"/>
                    <a:pt x="10237" y="41403"/>
                  </a:cubicBezTo>
                  <a:cubicBezTo>
                    <a:pt x="10237" y="41403"/>
                    <a:pt x="8528" y="42359"/>
                    <a:pt x="8528" y="42359"/>
                  </a:cubicBezTo>
                  <a:lnTo>
                    <a:pt x="6546" y="42223"/>
                  </a:ln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25" name="Graphic 2466">
              <a:extLst>
                <a:ext uri="{FF2B5EF4-FFF2-40B4-BE49-F238E27FC236}">
                  <a16:creationId xmlns:a16="http://schemas.microsoft.com/office/drawing/2014/main" id="{E34B4531-73AE-44A9-A1C5-0566A6B28156}"/>
                </a:ext>
              </a:extLst>
            </p:cNvPr>
            <p:cNvSpPr/>
            <p:nvPr/>
          </p:nvSpPr>
          <p:spPr>
            <a:xfrm rot="20630650">
              <a:off x="11701656" y="2152658"/>
              <a:ext cx="21626" cy="19774"/>
            </a:xfrm>
            <a:custGeom>
              <a:avLst/>
              <a:gdLst>
                <a:gd name="connsiteX0" fmla="*/ 22962 w 22962"/>
                <a:gd name="connsiteY0" fmla="*/ 12643 h 20996"/>
                <a:gd name="connsiteX1" fmla="*/ 15513 w 22962"/>
                <a:gd name="connsiteY1" fmla="*/ 20776 h 20996"/>
                <a:gd name="connsiteX2" fmla="*/ 4032 w 22962"/>
                <a:gd name="connsiteY2" fmla="*/ 11823 h 20996"/>
                <a:gd name="connsiteX3" fmla="*/ 0 w 22962"/>
                <a:gd name="connsiteY3" fmla="*/ 0 h 20996"/>
                <a:gd name="connsiteX4" fmla="*/ 22962 w 22962"/>
                <a:gd name="connsiteY4" fmla="*/ 12643 h 20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962" h="20996">
                  <a:moveTo>
                    <a:pt x="22962" y="12643"/>
                  </a:moveTo>
                  <a:cubicBezTo>
                    <a:pt x="20502" y="15377"/>
                    <a:pt x="17974" y="18110"/>
                    <a:pt x="15513" y="20776"/>
                  </a:cubicBezTo>
                  <a:cubicBezTo>
                    <a:pt x="8406" y="22006"/>
                    <a:pt x="5399" y="17974"/>
                    <a:pt x="4032" y="11823"/>
                  </a:cubicBezTo>
                  <a:cubicBezTo>
                    <a:pt x="2665" y="7859"/>
                    <a:pt x="1366" y="3964"/>
                    <a:pt x="0" y="0"/>
                  </a:cubicBezTo>
                  <a:cubicBezTo>
                    <a:pt x="8952" y="1845"/>
                    <a:pt x="17154" y="5126"/>
                    <a:pt x="22962" y="12643"/>
                  </a:cubicBezTo>
                  <a:close/>
                </a:path>
              </a:pathLst>
            </a:custGeom>
            <a:solidFill>
              <a:schemeClr val="bg1"/>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26" name="Graphic 2466">
              <a:extLst>
                <a:ext uri="{FF2B5EF4-FFF2-40B4-BE49-F238E27FC236}">
                  <a16:creationId xmlns:a16="http://schemas.microsoft.com/office/drawing/2014/main" id="{5230C8EA-4D37-4A8E-9868-8829CC438059}"/>
                </a:ext>
              </a:extLst>
            </p:cNvPr>
            <p:cNvSpPr/>
            <p:nvPr/>
          </p:nvSpPr>
          <p:spPr>
            <a:xfrm rot="20630650">
              <a:off x="10213590" y="2584899"/>
              <a:ext cx="11714" cy="6438"/>
            </a:xfrm>
            <a:custGeom>
              <a:avLst/>
              <a:gdLst>
                <a:gd name="connsiteX0" fmla="*/ 12438 w 12438"/>
                <a:gd name="connsiteY0" fmla="*/ 6836 h 6835"/>
                <a:gd name="connsiteX1" fmla="*/ 0 w 12438"/>
                <a:gd name="connsiteY1" fmla="*/ 1 h 6835"/>
                <a:gd name="connsiteX2" fmla="*/ 12438 w 12438"/>
                <a:gd name="connsiteY2" fmla="*/ 6836 h 6835"/>
              </a:gdLst>
              <a:ahLst/>
              <a:cxnLst>
                <a:cxn ang="0">
                  <a:pos x="connsiteX0" y="connsiteY0"/>
                </a:cxn>
                <a:cxn ang="0">
                  <a:pos x="connsiteX1" y="connsiteY1"/>
                </a:cxn>
                <a:cxn ang="0">
                  <a:pos x="connsiteX2" y="connsiteY2"/>
                </a:cxn>
              </a:cxnLst>
              <a:rect l="l" t="t" r="r" b="b"/>
              <a:pathLst>
                <a:path w="12438" h="6835">
                  <a:moveTo>
                    <a:pt x="12438" y="6836"/>
                  </a:moveTo>
                  <a:cubicBezTo>
                    <a:pt x="7108" y="6699"/>
                    <a:pt x="2597" y="5127"/>
                    <a:pt x="0" y="1"/>
                  </a:cubicBezTo>
                  <a:cubicBezTo>
                    <a:pt x="5468" y="-67"/>
                    <a:pt x="9568" y="2257"/>
                    <a:pt x="12438" y="6836"/>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27" name="Graphic 2466">
              <a:extLst>
                <a:ext uri="{FF2B5EF4-FFF2-40B4-BE49-F238E27FC236}">
                  <a16:creationId xmlns:a16="http://schemas.microsoft.com/office/drawing/2014/main" id="{4BCAA046-6D59-4B45-8378-10700AD86A78}"/>
                </a:ext>
              </a:extLst>
            </p:cNvPr>
            <p:cNvSpPr/>
            <p:nvPr/>
          </p:nvSpPr>
          <p:spPr>
            <a:xfrm rot="20630650">
              <a:off x="9952992" y="2596025"/>
              <a:ext cx="12357" cy="5885"/>
            </a:xfrm>
            <a:custGeom>
              <a:avLst/>
              <a:gdLst>
                <a:gd name="connsiteX0" fmla="*/ 0 w 13121"/>
                <a:gd name="connsiteY0" fmla="*/ 0 h 6249"/>
                <a:gd name="connsiteX1" fmla="*/ 13122 w 13121"/>
                <a:gd name="connsiteY1" fmla="*/ 6219 h 6249"/>
                <a:gd name="connsiteX2" fmla="*/ 0 w 13121"/>
                <a:gd name="connsiteY2" fmla="*/ 0 h 6249"/>
              </a:gdLst>
              <a:ahLst/>
              <a:cxnLst>
                <a:cxn ang="0">
                  <a:pos x="connsiteX0" y="connsiteY0"/>
                </a:cxn>
                <a:cxn ang="0">
                  <a:pos x="connsiteX1" y="connsiteY1"/>
                </a:cxn>
                <a:cxn ang="0">
                  <a:pos x="connsiteX2" y="connsiteY2"/>
                </a:cxn>
              </a:cxnLst>
              <a:rect l="l" t="t" r="r" b="b"/>
              <a:pathLst>
                <a:path w="13121" h="6249">
                  <a:moveTo>
                    <a:pt x="0" y="0"/>
                  </a:moveTo>
                  <a:cubicBezTo>
                    <a:pt x="5399" y="0"/>
                    <a:pt x="10114" y="1298"/>
                    <a:pt x="13122" y="6219"/>
                  </a:cubicBezTo>
                  <a:cubicBezTo>
                    <a:pt x="7654" y="6492"/>
                    <a:pt x="3007" y="4989"/>
                    <a:pt x="0" y="0"/>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28" name="Graphic 2466">
              <a:extLst>
                <a:ext uri="{FF2B5EF4-FFF2-40B4-BE49-F238E27FC236}">
                  <a16:creationId xmlns:a16="http://schemas.microsoft.com/office/drawing/2014/main" id="{9A0B7000-E80F-475F-9AE2-19C75DE3C4A8}"/>
                </a:ext>
              </a:extLst>
            </p:cNvPr>
            <p:cNvSpPr/>
            <p:nvPr/>
          </p:nvSpPr>
          <p:spPr>
            <a:xfrm rot="20630650">
              <a:off x="10342307" y="2849688"/>
              <a:ext cx="11007" cy="7530"/>
            </a:xfrm>
            <a:custGeom>
              <a:avLst/>
              <a:gdLst>
                <a:gd name="connsiteX0" fmla="*/ 0 w 11686"/>
                <a:gd name="connsiteY0" fmla="*/ 7996 h 7995"/>
                <a:gd name="connsiteX1" fmla="*/ 11687 w 11686"/>
                <a:gd name="connsiteY1" fmla="*/ 0 h 7995"/>
                <a:gd name="connsiteX2" fmla="*/ 0 w 11686"/>
                <a:gd name="connsiteY2" fmla="*/ 7996 h 7995"/>
              </a:gdLst>
              <a:ahLst/>
              <a:cxnLst>
                <a:cxn ang="0">
                  <a:pos x="connsiteX0" y="connsiteY0"/>
                </a:cxn>
                <a:cxn ang="0">
                  <a:pos x="connsiteX1" y="connsiteY1"/>
                </a:cxn>
                <a:cxn ang="0">
                  <a:pos x="connsiteX2" y="connsiteY2"/>
                </a:cxn>
              </a:cxnLst>
              <a:rect l="l" t="t" r="r" b="b"/>
              <a:pathLst>
                <a:path w="11686" h="7995">
                  <a:moveTo>
                    <a:pt x="0" y="7996"/>
                  </a:moveTo>
                  <a:cubicBezTo>
                    <a:pt x="1845" y="2255"/>
                    <a:pt x="6219" y="410"/>
                    <a:pt x="11687" y="0"/>
                  </a:cubicBezTo>
                  <a:cubicBezTo>
                    <a:pt x="9295" y="4852"/>
                    <a:pt x="5468" y="7586"/>
                    <a:pt x="0" y="7996"/>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29" name="Graphic 2466">
              <a:extLst>
                <a:ext uri="{FF2B5EF4-FFF2-40B4-BE49-F238E27FC236}">
                  <a16:creationId xmlns:a16="http://schemas.microsoft.com/office/drawing/2014/main" id="{A83598DA-7CC9-4E3A-AE92-7FEB5DEA594D}"/>
                </a:ext>
              </a:extLst>
            </p:cNvPr>
            <p:cNvSpPr/>
            <p:nvPr/>
          </p:nvSpPr>
          <p:spPr>
            <a:xfrm rot="20630650">
              <a:off x="10277404" y="2604901"/>
              <a:ext cx="8238" cy="5921"/>
            </a:xfrm>
            <a:custGeom>
              <a:avLst/>
              <a:gdLst>
                <a:gd name="connsiteX0" fmla="*/ 8748 w 8747"/>
                <a:gd name="connsiteY0" fmla="*/ 6287 h 6287"/>
                <a:gd name="connsiteX1" fmla="*/ 0 w 8747"/>
                <a:gd name="connsiteY1" fmla="*/ 0 h 6287"/>
                <a:gd name="connsiteX2" fmla="*/ 8748 w 8747"/>
                <a:gd name="connsiteY2" fmla="*/ 6287 h 6287"/>
              </a:gdLst>
              <a:ahLst/>
              <a:cxnLst>
                <a:cxn ang="0">
                  <a:pos x="connsiteX0" y="connsiteY0"/>
                </a:cxn>
                <a:cxn ang="0">
                  <a:pos x="connsiteX1" y="connsiteY1"/>
                </a:cxn>
                <a:cxn ang="0">
                  <a:pos x="connsiteX2" y="connsiteY2"/>
                </a:cxn>
              </a:cxnLst>
              <a:rect l="l" t="t" r="r" b="b"/>
              <a:pathLst>
                <a:path w="8747" h="6287">
                  <a:moveTo>
                    <a:pt x="8748" y="6287"/>
                  </a:moveTo>
                  <a:cubicBezTo>
                    <a:pt x="4511" y="6014"/>
                    <a:pt x="1640" y="3895"/>
                    <a:pt x="0" y="0"/>
                  </a:cubicBezTo>
                  <a:cubicBezTo>
                    <a:pt x="4169" y="342"/>
                    <a:pt x="7108" y="2460"/>
                    <a:pt x="8748" y="6287"/>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30" name="Graphic 2466">
              <a:extLst>
                <a:ext uri="{FF2B5EF4-FFF2-40B4-BE49-F238E27FC236}">
                  <a16:creationId xmlns:a16="http://schemas.microsoft.com/office/drawing/2014/main" id="{3500DEA4-ABBC-48AD-9A88-B9F0552BBA6F}"/>
                </a:ext>
              </a:extLst>
            </p:cNvPr>
            <p:cNvSpPr/>
            <p:nvPr/>
          </p:nvSpPr>
          <p:spPr>
            <a:xfrm rot="20630650">
              <a:off x="10291379" y="2610055"/>
              <a:ext cx="5535" cy="4576"/>
            </a:xfrm>
            <a:custGeom>
              <a:avLst/>
              <a:gdLst>
                <a:gd name="connsiteX0" fmla="*/ 5877 w 5877"/>
                <a:gd name="connsiteY0" fmla="*/ 4859 h 4859"/>
                <a:gd name="connsiteX1" fmla="*/ 0 w 5877"/>
                <a:gd name="connsiteY1" fmla="*/ 7 h 4859"/>
                <a:gd name="connsiteX2" fmla="*/ 5877 w 5877"/>
                <a:gd name="connsiteY2" fmla="*/ 4859 h 4859"/>
              </a:gdLst>
              <a:ahLst/>
              <a:cxnLst>
                <a:cxn ang="0">
                  <a:pos x="connsiteX0" y="connsiteY0"/>
                </a:cxn>
                <a:cxn ang="0">
                  <a:pos x="connsiteX1" y="connsiteY1"/>
                </a:cxn>
                <a:cxn ang="0">
                  <a:pos x="connsiteX2" y="connsiteY2"/>
                </a:cxn>
              </a:cxnLst>
              <a:rect l="l" t="t" r="r" b="b"/>
              <a:pathLst>
                <a:path w="5877" h="4859">
                  <a:moveTo>
                    <a:pt x="5877" y="4859"/>
                  </a:moveTo>
                  <a:cubicBezTo>
                    <a:pt x="3895" y="3219"/>
                    <a:pt x="1981" y="1579"/>
                    <a:pt x="0" y="7"/>
                  </a:cubicBezTo>
                  <a:cubicBezTo>
                    <a:pt x="3417" y="-130"/>
                    <a:pt x="5194" y="1716"/>
                    <a:pt x="5877" y="4859"/>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31" name="Graphic 2466">
              <a:extLst>
                <a:ext uri="{FF2B5EF4-FFF2-40B4-BE49-F238E27FC236}">
                  <a16:creationId xmlns:a16="http://schemas.microsoft.com/office/drawing/2014/main" id="{57CB8AD7-398F-4C0E-A4CE-031A6BB3B853}"/>
                </a:ext>
              </a:extLst>
            </p:cNvPr>
            <p:cNvSpPr/>
            <p:nvPr/>
          </p:nvSpPr>
          <p:spPr>
            <a:xfrm rot="20630650">
              <a:off x="10314019" y="2620154"/>
              <a:ext cx="7401" cy="6243"/>
            </a:xfrm>
            <a:custGeom>
              <a:avLst/>
              <a:gdLst>
                <a:gd name="connsiteX0" fmla="*/ 7859 w 7858"/>
                <a:gd name="connsiteY0" fmla="*/ 6629 h 6629"/>
                <a:gd name="connsiteX1" fmla="*/ 0 w 7858"/>
                <a:gd name="connsiteY1" fmla="*/ 0 h 6629"/>
                <a:gd name="connsiteX2" fmla="*/ 7859 w 7858"/>
                <a:gd name="connsiteY2" fmla="*/ 6629 h 6629"/>
              </a:gdLst>
              <a:ahLst/>
              <a:cxnLst>
                <a:cxn ang="0">
                  <a:pos x="connsiteX0" y="connsiteY0"/>
                </a:cxn>
                <a:cxn ang="0">
                  <a:pos x="connsiteX1" y="connsiteY1"/>
                </a:cxn>
                <a:cxn ang="0">
                  <a:pos x="connsiteX2" y="connsiteY2"/>
                </a:cxn>
              </a:cxnLst>
              <a:rect l="l" t="t" r="r" b="b"/>
              <a:pathLst>
                <a:path w="7858" h="6629">
                  <a:moveTo>
                    <a:pt x="7859" y="6629"/>
                  </a:moveTo>
                  <a:cubicBezTo>
                    <a:pt x="3963" y="5946"/>
                    <a:pt x="1366" y="3690"/>
                    <a:pt x="0" y="0"/>
                  </a:cubicBezTo>
                  <a:cubicBezTo>
                    <a:pt x="4032" y="478"/>
                    <a:pt x="6629" y="2802"/>
                    <a:pt x="7859" y="6629"/>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32" name="Graphic 2466">
              <a:extLst>
                <a:ext uri="{FF2B5EF4-FFF2-40B4-BE49-F238E27FC236}">
                  <a16:creationId xmlns:a16="http://schemas.microsoft.com/office/drawing/2014/main" id="{722ABEC0-79D7-4597-9851-0D5F655883BF}"/>
                </a:ext>
              </a:extLst>
            </p:cNvPr>
            <p:cNvSpPr/>
            <p:nvPr/>
          </p:nvSpPr>
          <p:spPr>
            <a:xfrm rot="20630650">
              <a:off x="10351684" y="2841651"/>
              <a:ext cx="6694" cy="5213"/>
            </a:xfrm>
            <a:custGeom>
              <a:avLst/>
              <a:gdLst>
                <a:gd name="connsiteX0" fmla="*/ 0 w 7107"/>
                <a:gd name="connsiteY0" fmla="*/ 5536 h 5535"/>
                <a:gd name="connsiteX1" fmla="*/ 7108 w 7107"/>
                <a:gd name="connsiteY1" fmla="*/ 0 h 5535"/>
                <a:gd name="connsiteX2" fmla="*/ 0 w 7107"/>
                <a:gd name="connsiteY2" fmla="*/ 5536 h 5535"/>
              </a:gdLst>
              <a:ahLst/>
              <a:cxnLst>
                <a:cxn ang="0">
                  <a:pos x="connsiteX0" y="connsiteY0"/>
                </a:cxn>
                <a:cxn ang="0">
                  <a:pos x="connsiteX1" y="connsiteY1"/>
                </a:cxn>
                <a:cxn ang="0">
                  <a:pos x="connsiteX2" y="connsiteY2"/>
                </a:cxn>
              </a:cxnLst>
              <a:rect l="l" t="t" r="r" b="b"/>
              <a:pathLst>
                <a:path w="7107" h="5535">
                  <a:moveTo>
                    <a:pt x="0" y="5536"/>
                  </a:moveTo>
                  <a:cubicBezTo>
                    <a:pt x="2392" y="3690"/>
                    <a:pt x="4715" y="1845"/>
                    <a:pt x="7108" y="0"/>
                  </a:cubicBezTo>
                  <a:cubicBezTo>
                    <a:pt x="6014" y="3485"/>
                    <a:pt x="3827" y="5536"/>
                    <a:pt x="0" y="5536"/>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33" name="Graphic 2466">
              <a:extLst>
                <a:ext uri="{FF2B5EF4-FFF2-40B4-BE49-F238E27FC236}">
                  <a16:creationId xmlns:a16="http://schemas.microsoft.com/office/drawing/2014/main" id="{C732F31F-5950-47A3-AF24-00DC5BF7FF87}"/>
                </a:ext>
              </a:extLst>
            </p:cNvPr>
            <p:cNvSpPr/>
            <p:nvPr/>
          </p:nvSpPr>
          <p:spPr>
            <a:xfrm rot="20630650">
              <a:off x="10323359" y="2876056"/>
              <a:ext cx="8110" cy="5277"/>
            </a:xfrm>
            <a:custGeom>
              <a:avLst/>
              <a:gdLst>
                <a:gd name="connsiteX0" fmla="*/ 0 w 8611"/>
                <a:gd name="connsiteY0" fmla="*/ 5604 h 5603"/>
                <a:gd name="connsiteX1" fmla="*/ 8611 w 8611"/>
                <a:gd name="connsiteY1" fmla="*/ 0 h 5603"/>
                <a:gd name="connsiteX2" fmla="*/ 0 w 8611"/>
                <a:gd name="connsiteY2" fmla="*/ 5604 h 5603"/>
              </a:gdLst>
              <a:ahLst/>
              <a:cxnLst>
                <a:cxn ang="0">
                  <a:pos x="connsiteX0" y="connsiteY0"/>
                </a:cxn>
                <a:cxn ang="0">
                  <a:pos x="connsiteX1" y="connsiteY1"/>
                </a:cxn>
                <a:cxn ang="0">
                  <a:pos x="connsiteX2" y="connsiteY2"/>
                </a:cxn>
              </a:cxnLst>
              <a:rect l="l" t="t" r="r" b="b"/>
              <a:pathLst>
                <a:path w="8611" h="5603">
                  <a:moveTo>
                    <a:pt x="0" y="5604"/>
                  </a:moveTo>
                  <a:cubicBezTo>
                    <a:pt x="1845" y="2187"/>
                    <a:pt x="4715" y="273"/>
                    <a:pt x="8611" y="0"/>
                  </a:cubicBezTo>
                  <a:cubicBezTo>
                    <a:pt x="6834" y="3554"/>
                    <a:pt x="4032" y="5467"/>
                    <a:pt x="0" y="5604"/>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34" name="Graphic 2466">
              <a:extLst>
                <a:ext uri="{FF2B5EF4-FFF2-40B4-BE49-F238E27FC236}">
                  <a16:creationId xmlns:a16="http://schemas.microsoft.com/office/drawing/2014/main" id="{97F80176-EBCA-4E10-9A2F-DCAB54928BDB}"/>
                </a:ext>
              </a:extLst>
            </p:cNvPr>
            <p:cNvSpPr/>
            <p:nvPr/>
          </p:nvSpPr>
          <p:spPr>
            <a:xfrm rot="20630650">
              <a:off x="10787031" y="2366624"/>
              <a:ext cx="18536" cy="5941"/>
            </a:xfrm>
            <a:custGeom>
              <a:avLst/>
              <a:gdLst>
                <a:gd name="connsiteX0" fmla="*/ 0 w 19682"/>
                <a:gd name="connsiteY0" fmla="*/ 6247 h 6308"/>
                <a:gd name="connsiteX1" fmla="*/ 19682 w 19682"/>
                <a:gd name="connsiteY1" fmla="*/ 233 h 6308"/>
                <a:gd name="connsiteX2" fmla="*/ 0 w 19682"/>
                <a:gd name="connsiteY2" fmla="*/ 6247 h 6308"/>
              </a:gdLst>
              <a:ahLst/>
              <a:cxnLst>
                <a:cxn ang="0">
                  <a:pos x="connsiteX0" y="connsiteY0"/>
                </a:cxn>
                <a:cxn ang="0">
                  <a:pos x="connsiteX1" y="connsiteY1"/>
                </a:cxn>
                <a:cxn ang="0">
                  <a:pos x="connsiteX2" y="connsiteY2"/>
                </a:cxn>
              </a:cxnLst>
              <a:rect l="l" t="t" r="r" b="b"/>
              <a:pathLst>
                <a:path w="19682" h="6308">
                  <a:moveTo>
                    <a:pt x="0" y="6247"/>
                  </a:moveTo>
                  <a:cubicBezTo>
                    <a:pt x="5536" y="917"/>
                    <a:pt x="12233" y="-655"/>
                    <a:pt x="19682" y="233"/>
                  </a:cubicBezTo>
                  <a:cubicBezTo>
                    <a:pt x="14693" y="7341"/>
                    <a:pt x="7176" y="6247"/>
                    <a:pt x="0" y="6247"/>
                  </a:cubicBezTo>
                  <a:close/>
                </a:path>
              </a:pathLst>
            </a:custGeom>
            <a:solidFill>
              <a:schemeClr val="bg1"/>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35" name="Graphic 2466">
              <a:extLst>
                <a:ext uri="{FF2B5EF4-FFF2-40B4-BE49-F238E27FC236}">
                  <a16:creationId xmlns:a16="http://schemas.microsoft.com/office/drawing/2014/main" id="{1BBD0B3A-A74F-4BCF-94FC-D7467B3E5345}"/>
                </a:ext>
              </a:extLst>
            </p:cNvPr>
            <p:cNvSpPr/>
            <p:nvPr/>
          </p:nvSpPr>
          <p:spPr>
            <a:xfrm rot="20630650">
              <a:off x="10770494" y="2377368"/>
              <a:ext cx="18987" cy="6229"/>
            </a:xfrm>
            <a:custGeom>
              <a:avLst/>
              <a:gdLst>
                <a:gd name="connsiteX0" fmla="*/ 0 w 20160"/>
                <a:gd name="connsiteY0" fmla="*/ 6402 h 6614"/>
                <a:gd name="connsiteX1" fmla="*/ 20160 w 20160"/>
                <a:gd name="connsiteY1" fmla="*/ 115 h 6614"/>
                <a:gd name="connsiteX2" fmla="*/ 0 w 20160"/>
                <a:gd name="connsiteY2" fmla="*/ 6402 h 6614"/>
              </a:gdLst>
              <a:ahLst/>
              <a:cxnLst>
                <a:cxn ang="0">
                  <a:pos x="connsiteX0" y="connsiteY0"/>
                </a:cxn>
                <a:cxn ang="0">
                  <a:pos x="connsiteX1" y="connsiteY1"/>
                </a:cxn>
                <a:cxn ang="0">
                  <a:pos x="connsiteX2" y="connsiteY2"/>
                </a:cxn>
              </a:cxnLst>
              <a:rect l="l" t="t" r="r" b="b"/>
              <a:pathLst>
                <a:path w="20160" h="6614">
                  <a:moveTo>
                    <a:pt x="0" y="6402"/>
                  </a:moveTo>
                  <a:cubicBezTo>
                    <a:pt x="5535" y="456"/>
                    <a:pt x="12643" y="-364"/>
                    <a:pt x="20160" y="115"/>
                  </a:cubicBezTo>
                  <a:cubicBezTo>
                    <a:pt x="15171" y="7769"/>
                    <a:pt x="7449" y="6675"/>
                    <a:pt x="0" y="6402"/>
                  </a:cubicBezTo>
                  <a:close/>
                </a:path>
              </a:pathLst>
            </a:custGeom>
            <a:solidFill>
              <a:schemeClr val="bg1"/>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36" name="Graphic 2466">
              <a:extLst>
                <a:ext uri="{FF2B5EF4-FFF2-40B4-BE49-F238E27FC236}">
                  <a16:creationId xmlns:a16="http://schemas.microsoft.com/office/drawing/2014/main" id="{C3F6C0B1-99E0-4F6C-8DA4-46DB8E18DA29}"/>
                </a:ext>
              </a:extLst>
            </p:cNvPr>
            <p:cNvSpPr/>
            <p:nvPr/>
          </p:nvSpPr>
          <p:spPr>
            <a:xfrm rot="20630650">
              <a:off x="10754040" y="2388216"/>
              <a:ext cx="19180" cy="6467"/>
            </a:xfrm>
            <a:custGeom>
              <a:avLst/>
              <a:gdLst>
                <a:gd name="connsiteX0" fmla="*/ 0 w 20365"/>
                <a:gd name="connsiteY0" fmla="*/ 6462 h 6866"/>
                <a:gd name="connsiteX1" fmla="*/ 20365 w 20365"/>
                <a:gd name="connsiteY1" fmla="*/ 38 h 6866"/>
                <a:gd name="connsiteX2" fmla="*/ 0 w 20365"/>
                <a:gd name="connsiteY2" fmla="*/ 6462 h 6866"/>
              </a:gdLst>
              <a:ahLst/>
              <a:cxnLst>
                <a:cxn ang="0">
                  <a:pos x="connsiteX0" y="connsiteY0"/>
                </a:cxn>
                <a:cxn ang="0">
                  <a:pos x="connsiteX1" y="connsiteY1"/>
                </a:cxn>
                <a:cxn ang="0">
                  <a:pos x="connsiteX2" y="connsiteY2"/>
                </a:cxn>
              </a:cxnLst>
              <a:rect l="l" t="t" r="r" b="b"/>
              <a:pathLst>
                <a:path w="20365" h="6866">
                  <a:moveTo>
                    <a:pt x="0" y="6462"/>
                  </a:moveTo>
                  <a:cubicBezTo>
                    <a:pt x="5468" y="243"/>
                    <a:pt x="12848" y="-167"/>
                    <a:pt x="20365" y="38"/>
                  </a:cubicBezTo>
                  <a:cubicBezTo>
                    <a:pt x="15513" y="8239"/>
                    <a:pt x="7654" y="7009"/>
                    <a:pt x="0" y="6462"/>
                  </a:cubicBezTo>
                  <a:close/>
                </a:path>
              </a:pathLst>
            </a:custGeom>
            <a:solidFill>
              <a:schemeClr val="bg1"/>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37" name="Graphic 2466">
              <a:extLst>
                <a:ext uri="{FF2B5EF4-FFF2-40B4-BE49-F238E27FC236}">
                  <a16:creationId xmlns:a16="http://schemas.microsoft.com/office/drawing/2014/main" id="{1B52F81F-3FAB-40FE-8860-0B115BCC5F44}"/>
                </a:ext>
              </a:extLst>
            </p:cNvPr>
            <p:cNvSpPr/>
            <p:nvPr/>
          </p:nvSpPr>
          <p:spPr>
            <a:xfrm rot="20630650">
              <a:off x="10625061" y="2550645"/>
              <a:ext cx="1220542" cy="54793"/>
            </a:xfrm>
            <a:custGeom>
              <a:avLst/>
              <a:gdLst>
                <a:gd name="connsiteX0" fmla="*/ 63 w 1295941"/>
                <a:gd name="connsiteY0" fmla="*/ 49158 h 58178"/>
                <a:gd name="connsiteX1" fmla="*/ 1772 w 1295941"/>
                <a:gd name="connsiteY1" fmla="*/ 25717 h 58178"/>
                <a:gd name="connsiteX2" fmla="*/ 4779 w 1295941"/>
                <a:gd name="connsiteY2" fmla="*/ 7948 h 58178"/>
                <a:gd name="connsiteX3" fmla="*/ 42776 w 1295941"/>
                <a:gd name="connsiteY3" fmla="*/ 226 h 58178"/>
                <a:gd name="connsiteX4" fmla="*/ 977405 w 1295941"/>
                <a:gd name="connsiteY4" fmla="*/ 89 h 58178"/>
                <a:gd name="connsiteX5" fmla="*/ 990390 w 1295941"/>
                <a:gd name="connsiteY5" fmla="*/ 1046 h 58178"/>
                <a:gd name="connsiteX6" fmla="*/ 993534 w 1295941"/>
                <a:gd name="connsiteY6" fmla="*/ 909 h 58178"/>
                <a:gd name="connsiteX7" fmla="*/ 1154477 w 1295941"/>
                <a:gd name="connsiteY7" fmla="*/ 89 h 58178"/>
                <a:gd name="connsiteX8" fmla="*/ 1295942 w 1295941"/>
                <a:gd name="connsiteY8" fmla="*/ 5078 h 58178"/>
                <a:gd name="connsiteX9" fmla="*/ 1267444 w 1295941"/>
                <a:gd name="connsiteY9" fmla="*/ 57291 h 58178"/>
                <a:gd name="connsiteX10" fmla="*/ 69907 w 1295941"/>
                <a:gd name="connsiteY10" fmla="*/ 57496 h 58178"/>
                <a:gd name="connsiteX11" fmla="*/ 27400 w 1295941"/>
                <a:gd name="connsiteY11" fmla="*/ 58179 h 58178"/>
                <a:gd name="connsiteX12" fmla="*/ 63 w 1295941"/>
                <a:gd name="connsiteY12" fmla="*/ 49158 h 58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95941" h="58178">
                  <a:moveTo>
                    <a:pt x="63" y="49158"/>
                  </a:moveTo>
                  <a:cubicBezTo>
                    <a:pt x="611" y="41367"/>
                    <a:pt x="1225" y="33508"/>
                    <a:pt x="1772" y="25717"/>
                  </a:cubicBezTo>
                  <a:cubicBezTo>
                    <a:pt x="-757" y="19225"/>
                    <a:pt x="-1235" y="13006"/>
                    <a:pt x="4779" y="7948"/>
                  </a:cubicBezTo>
                  <a:cubicBezTo>
                    <a:pt x="16397" y="294"/>
                    <a:pt x="29655" y="226"/>
                    <a:pt x="42776" y="226"/>
                  </a:cubicBezTo>
                  <a:cubicBezTo>
                    <a:pt x="354343" y="-184"/>
                    <a:pt x="665840" y="89"/>
                    <a:pt x="977405" y="89"/>
                  </a:cubicBezTo>
                  <a:cubicBezTo>
                    <a:pt x="981779" y="89"/>
                    <a:pt x="986085" y="841"/>
                    <a:pt x="990390" y="1046"/>
                  </a:cubicBezTo>
                  <a:cubicBezTo>
                    <a:pt x="994696" y="1251"/>
                    <a:pt x="989639" y="-594"/>
                    <a:pt x="993534" y="909"/>
                  </a:cubicBezTo>
                  <a:cubicBezTo>
                    <a:pt x="1047318" y="21958"/>
                    <a:pt x="1100898" y="19225"/>
                    <a:pt x="1154477" y="89"/>
                  </a:cubicBezTo>
                  <a:cubicBezTo>
                    <a:pt x="1201495" y="4873"/>
                    <a:pt x="1249060" y="-4900"/>
                    <a:pt x="1295942" y="5078"/>
                  </a:cubicBezTo>
                  <a:cubicBezTo>
                    <a:pt x="1290679" y="24829"/>
                    <a:pt x="1280087" y="41641"/>
                    <a:pt x="1267444" y="57291"/>
                  </a:cubicBezTo>
                  <a:cubicBezTo>
                    <a:pt x="868265" y="57359"/>
                    <a:pt x="469086" y="57359"/>
                    <a:pt x="69907" y="57496"/>
                  </a:cubicBezTo>
                  <a:cubicBezTo>
                    <a:pt x="55761" y="57496"/>
                    <a:pt x="41547" y="57974"/>
                    <a:pt x="27400" y="58179"/>
                  </a:cubicBezTo>
                  <a:cubicBezTo>
                    <a:pt x="17217" y="58111"/>
                    <a:pt x="9016" y="52575"/>
                    <a:pt x="63" y="49158"/>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38" name="Graphic 2466">
              <a:extLst>
                <a:ext uri="{FF2B5EF4-FFF2-40B4-BE49-F238E27FC236}">
                  <a16:creationId xmlns:a16="http://schemas.microsoft.com/office/drawing/2014/main" id="{520B79F6-B478-47A6-9336-9E9F9D724145}"/>
                </a:ext>
              </a:extLst>
            </p:cNvPr>
            <p:cNvSpPr/>
            <p:nvPr/>
          </p:nvSpPr>
          <p:spPr>
            <a:xfrm rot="20630650">
              <a:off x="10556633" y="2325245"/>
              <a:ext cx="1206082" cy="61291"/>
            </a:xfrm>
            <a:custGeom>
              <a:avLst/>
              <a:gdLst>
                <a:gd name="connsiteX0" fmla="*/ 1253731 w 1280588"/>
                <a:gd name="connsiteY0" fmla="*/ 0 h 65078"/>
                <a:gd name="connsiteX1" fmla="*/ 1265212 w 1280588"/>
                <a:gd name="connsiteY1" fmla="*/ 8953 h 65078"/>
                <a:gd name="connsiteX2" fmla="*/ 1280589 w 1280588"/>
                <a:gd name="connsiteY2" fmla="*/ 38134 h 65078"/>
                <a:gd name="connsiteX3" fmla="*/ 1246282 w 1280588"/>
                <a:gd name="connsiteY3" fmla="*/ 57475 h 65078"/>
                <a:gd name="connsiteX4" fmla="*/ 1116297 w 1280588"/>
                <a:gd name="connsiteY4" fmla="*/ 63899 h 65078"/>
                <a:gd name="connsiteX5" fmla="*/ 1040849 w 1280588"/>
                <a:gd name="connsiteY5" fmla="*/ 63489 h 65078"/>
                <a:gd name="connsiteX6" fmla="*/ 962667 w 1280588"/>
                <a:gd name="connsiteY6" fmla="*/ 58636 h 65078"/>
                <a:gd name="connsiteX7" fmla="*/ 72118 w 1280588"/>
                <a:gd name="connsiteY7" fmla="*/ 58568 h 65078"/>
                <a:gd name="connsiteX8" fmla="*/ 6716 w 1280588"/>
                <a:gd name="connsiteY8" fmla="*/ 60413 h 65078"/>
                <a:gd name="connsiteX9" fmla="*/ 156 w 1280588"/>
                <a:gd name="connsiteY9" fmla="*/ 53853 h 65078"/>
                <a:gd name="connsiteX10" fmla="*/ 6579 w 1280588"/>
                <a:gd name="connsiteY10" fmla="*/ 28567 h 65078"/>
                <a:gd name="connsiteX11" fmla="*/ 78952 w 1280588"/>
                <a:gd name="connsiteY11" fmla="*/ 1709 h 65078"/>
                <a:gd name="connsiteX12" fmla="*/ 90297 w 1280588"/>
                <a:gd name="connsiteY12" fmla="*/ 7313 h 65078"/>
                <a:gd name="connsiteX13" fmla="*/ 116471 w 1280588"/>
                <a:gd name="connsiteY13" fmla="*/ 7928 h 65078"/>
                <a:gd name="connsiteX14" fmla="*/ 1213888 w 1280588"/>
                <a:gd name="connsiteY14" fmla="*/ 7928 h 65078"/>
                <a:gd name="connsiteX15" fmla="*/ 1240063 w 1280588"/>
                <a:gd name="connsiteY15" fmla="*/ 7586 h 65078"/>
                <a:gd name="connsiteX16" fmla="*/ 1253731 w 1280588"/>
                <a:gd name="connsiteY16" fmla="*/ 0 h 65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80588" h="65078">
                  <a:moveTo>
                    <a:pt x="1253731" y="0"/>
                  </a:moveTo>
                  <a:cubicBezTo>
                    <a:pt x="1257558" y="3007"/>
                    <a:pt x="1261385" y="5946"/>
                    <a:pt x="1265212" y="8953"/>
                  </a:cubicBezTo>
                  <a:cubicBezTo>
                    <a:pt x="1270338" y="18657"/>
                    <a:pt x="1275463" y="28361"/>
                    <a:pt x="1280589" y="38134"/>
                  </a:cubicBezTo>
                  <a:cubicBezTo>
                    <a:pt x="1278538" y="60960"/>
                    <a:pt x="1259608" y="57338"/>
                    <a:pt x="1246282" y="57475"/>
                  </a:cubicBezTo>
                  <a:cubicBezTo>
                    <a:pt x="1202817" y="58090"/>
                    <a:pt x="1159557" y="59867"/>
                    <a:pt x="1116297" y="63899"/>
                  </a:cubicBezTo>
                  <a:cubicBezTo>
                    <a:pt x="1091148" y="65402"/>
                    <a:pt x="1065999" y="65676"/>
                    <a:pt x="1040849" y="63489"/>
                  </a:cubicBezTo>
                  <a:cubicBezTo>
                    <a:pt x="1015017" y="58500"/>
                    <a:pt x="988842" y="58636"/>
                    <a:pt x="962667" y="58636"/>
                  </a:cubicBezTo>
                  <a:cubicBezTo>
                    <a:pt x="665795" y="58636"/>
                    <a:pt x="368991" y="58636"/>
                    <a:pt x="72118" y="58568"/>
                  </a:cubicBezTo>
                  <a:cubicBezTo>
                    <a:pt x="50249" y="58568"/>
                    <a:pt x="28516" y="60550"/>
                    <a:pt x="6716" y="60413"/>
                  </a:cubicBezTo>
                  <a:cubicBezTo>
                    <a:pt x="4530" y="58226"/>
                    <a:pt x="2342" y="56039"/>
                    <a:pt x="156" y="53853"/>
                  </a:cubicBezTo>
                  <a:cubicBezTo>
                    <a:pt x="-664" y="44627"/>
                    <a:pt x="1796" y="36289"/>
                    <a:pt x="6579" y="28567"/>
                  </a:cubicBezTo>
                  <a:cubicBezTo>
                    <a:pt x="30021" y="17837"/>
                    <a:pt x="53598" y="7313"/>
                    <a:pt x="78952" y="1709"/>
                  </a:cubicBezTo>
                  <a:cubicBezTo>
                    <a:pt x="82711" y="3690"/>
                    <a:pt x="86333" y="6902"/>
                    <a:pt x="90297" y="7313"/>
                  </a:cubicBezTo>
                  <a:cubicBezTo>
                    <a:pt x="98908" y="8269"/>
                    <a:pt x="107724" y="7928"/>
                    <a:pt x="116471" y="7928"/>
                  </a:cubicBezTo>
                  <a:cubicBezTo>
                    <a:pt x="482300" y="7928"/>
                    <a:pt x="848060" y="7928"/>
                    <a:pt x="1213888" y="7928"/>
                  </a:cubicBezTo>
                  <a:cubicBezTo>
                    <a:pt x="1222636" y="7928"/>
                    <a:pt x="1231383" y="7859"/>
                    <a:pt x="1240063" y="7586"/>
                  </a:cubicBezTo>
                  <a:cubicBezTo>
                    <a:pt x="1245735" y="7449"/>
                    <a:pt x="1250314" y="4647"/>
                    <a:pt x="1253731" y="0"/>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39" name="Graphic 2466">
              <a:extLst>
                <a:ext uri="{FF2B5EF4-FFF2-40B4-BE49-F238E27FC236}">
                  <a16:creationId xmlns:a16="http://schemas.microsoft.com/office/drawing/2014/main" id="{6E8513E9-B901-49E3-8870-B1BB68ED3209}"/>
                </a:ext>
              </a:extLst>
            </p:cNvPr>
            <p:cNvSpPr/>
            <p:nvPr/>
          </p:nvSpPr>
          <p:spPr>
            <a:xfrm rot="20630650">
              <a:off x="10645765" y="2465490"/>
              <a:ext cx="14868" cy="5771"/>
            </a:xfrm>
            <a:custGeom>
              <a:avLst/>
              <a:gdLst>
                <a:gd name="connsiteX0" fmla="*/ 15787 w 15787"/>
                <a:gd name="connsiteY0" fmla="*/ 42 h 6128"/>
                <a:gd name="connsiteX1" fmla="*/ 0 w 15787"/>
                <a:gd name="connsiteY1" fmla="*/ 5919 h 6128"/>
                <a:gd name="connsiteX2" fmla="*/ 15787 w 15787"/>
                <a:gd name="connsiteY2" fmla="*/ 42 h 6128"/>
              </a:gdLst>
              <a:ahLst/>
              <a:cxnLst>
                <a:cxn ang="0">
                  <a:pos x="connsiteX0" y="connsiteY0"/>
                </a:cxn>
                <a:cxn ang="0">
                  <a:pos x="connsiteX1" y="connsiteY1"/>
                </a:cxn>
                <a:cxn ang="0">
                  <a:pos x="connsiteX2" y="connsiteY2"/>
                </a:cxn>
              </a:cxnLst>
              <a:rect l="l" t="t" r="r" b="b"/>
              <a:pathLst>
                <a:path w="15787" h="6128">
                  <a:moveTo>
                    <a:pt x="15787" y="42"/>
                  </a:moveTo>
                  <a:cubicBezTo>
                    <a:pt x="12028" y="6124"/>
                    <a:pt x="6219" y="6534"/>
                    <a:pt x="0" y="5919"/>
                  </a:cubicBezTo>
                  <a:cubicBezTo>
                    <a:pt x="4032" y="725"/>
                    <a:pt x="9705" y="-231"/>
                    <a:pt x="15787" y="42"/>
                  </a:cubicBezTo>
                  <a:close/>
                </a:path>
              </a:pathLst>
            </a:custGeom>
            <a:solidFill>
              <a:schemeClr val="bg1"/>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40" name="Graphic 2466">
              <a:extLst>
                <a:ext uri="{FF2B5EF4-FFF2-40B4-BE49-F238E27FC236}">
                  <a16:creationId xmlns:a16="http://schemas.microsoft.com/office/drawing/2014/main" id="{23A85A3A-3941-40A6-BDAE-6C407377BDCD}"/>
                </a:ext>
              </a:extLst>
            </p:cNvPr>
            <p:cNvSpPr/>
            <p:nvPr/>
          </p:nvSpPr>
          <p:spPr>
            <a:xfrm rot="20630650">
              <a:off x="10002070" y="2676207"/>
              <a:ext cx="384339" cy="189394"/>
            </a:xfrm>
            <a:custGeom>
              <a:avLst/>
              <a:gdLst>
                <a:gd name="connsiteX0" fmla="*/ 405261 w 408081"/>
                <a:gd name="connsiteY0" fmla="*/ 132207 h 201094"/>
                <a:gd name="connsiteX1" fmla="*/ 396240 w 408081"/>
                <a:gd name="connsiteY1" fmla="*/ 141365 h 201094"/>
                <a:gd name="connsiteX2" fmla="*/ 336510 w 408081"/>
                <a:gd name="connsiteY2" fmla="*/ 180524 h 201094"/>
                <a:gd name="connsiteX3" fmla="*/ 322774 w 408081"/>
                <a:gd name="connsiteY3" fmla="*/ 186607 h 201094"/>
                <a:gd name="connsiteX4" fmla="*/ 322842 w 408081"/>
                <a:gd name="connsiteY4" fmla="*/ 186470 h 201094"/>
                <a:gd name="connsiteX5" fmla="*/ 303433 w 408081"/>
                <a:gd name="connsiteY5" fmla="*/ 192689 h 201094"/>
                <a:gd name="connsiteX6" fmla="*/ 270971 w 408081"/>
                <a:gd name="connsiteY6" fmla="*/ 200070 h 201094"/>
                <a:gd name="connsiteX7" fmla="*/ 257918 w 408081"/>
                <a:gd name="connsiteY7" fmla="*/ 201095 h 201094"/>
                <a:gd name="connsiteX8" fmla="*/ 248898 w 408081"/>
                <a:gd name="connsiteY8" fmla="*/ 199796 h 201094"/>
                <a:gd name="connsiteX9" fmla="*/ 244182 w 408081"/>
                <a:gd name="connsiteY9" fmla="*/ 197746 h 201094"/>
                <a:gd name="connsiteX10" fmla="*/ 250469 w 408081"/>
                <a:gd name="connsiteY10" fmla="*/ 193031 h 201094"/>
                <a:gd name="connsiteX11" fmla="*/ 261472 w 408081"/>
                <a:gd name="connsiteY11" fmla="*/ 185650 h 201094"/>
                <a:gd name="connsiteX12" fmla="*/ 244387 w 408081"/>
                <a:gd name="connsiteY12" fmla="*/ 186607 h 201094"/>
                <a:gd name="connsiteX13" fmla="*/ 198667 w 408081"/>
                <a:gd name="connsiteY13" fmla="*/ 193167 h 201094"/>
                <a:gd name="connsiteX14" fmla="*/ 172629 w 408081"/>
                <a:gd name="connsiteY14" fmla="*/ 192757 h 201094"/>
                <a:gd name="connsiteX15" fmla="*/ 140235 w 408081"/>
                <a:gd name="connsiteY15" fmla="*/ 186060 h 201094"/>
                <a:gd name="connsiteX16" fmla="*/ 137638 w 408081"/>
                <a:gd name="connsiteY16" fmla="*/ 183053 h 201094"/>
                <a:gd name="connsiteX17" fmla="*/ 140304 w 408081"/>
                <a:gd name="connsiteY17" fmla="*/ 181618 h 201094"/>
                <a:gd name="connsiteX18" fmla="*/ 183632 w 408081"/>
                <a:gd name="connsiteY18" fmla="*/ 171708 h 201094"/>
                <a:gd name="connsiteX19" fmla="*/ 186912 w 408081"/>
                <a:gd name="connsiteY19" fmla="*/ 166720 h 201094"/>
                <a:gd name="connsiteX20" fmla="*/ 128002 w 408081"/>
                <a:gd name="connsiteY20" fmla="*/ 166720 h 201094"/>
                <a:gd name="connsiteX21" fmla="*/ 95131 w 408081"/>
                <a:gd name="connsiteY21" fmla="*/ 165421 h 201094"/>
                <a:gd name="connsiteX22" fmla="*/ 73808 w 408081"/>
                <a:gd name="connsiteY22" fmla="*/ 156058 h 201094"/>
                <a:gd name="connsiteX23" fmla="*/ 86178 w 408081"/>
                <a:gd name="connsiteY23" fmla="*/ 142254 h 201094"/>
                <a:gd name="connsiteX24" fmla="*/ 93080 w 408081"/>
                <a:gd name="connsiteY24" fmla="*/ 142800 h 201094"/>
                <a:gd name="connsiteX25" fmla="*/ 83512 w 408081"/>
                <a:gd name="connsiteY25" fmla="*/ 141160 h 201094"/>
                <a:gd name="connsiteX26" fmla="*/ 75106 w 408081"/>
                <a:gd name="connsiteY26" fmla="*/ 140135 h 201094"/>
                <a:gd name="connsiteX27" fmla="*/ 55698 w 408081"/>
                <a:gd name="connsiteY27" fmla="*/ 133438 h 201094"/>
                <a:gd name="connsiteX28" fmla="*/ 37109 w 408081"/>
                <a:gd name="connsiteY28" fmla="*/ 126740 h 201094"/>
                <a:gd name="connsiteX29" fmla="*/ 26790 w 408081"/>
                <a:gd name="connsiteY29" fmla="*/ 120931 h 201094"/>
                <a:gd name="connsiteX30" fmla="*/ 22348 w 408081"/>
                <a:gd name="connsiteY30" fmla="*/ 114507 h 201094"/>
                <a:gd name="connsiteX31" fmla="*/ 0 w 408081"/>
                <a:gd name="connsiteY31" fmla="*/ 98652 h 201094"/>
                <a:gd name="connsiteX32" fmla="*/ 15856 w 408081"/>
                <a:gd name="connsiteY32" fmla="*/ 82865 h 201094"/>
                <a:gd name="connsiteX33" fmla="*/ 20502 w 408081"/>
                <a:gd name="connsiteY33" fmla="*/ 76100 h 201094"/>
                <a:gd name="connsiteX34" fmla="*/ 31369 w 408081"/>
                <a:gd name="connsiteY34" fmla="*/ 69744 h 201094"/>
                <a:gd name="connsiteX35" fmla="*/ 51050 w 408081"/>
                <a:gd name="connsiteY35" fmla="*/ 61270 h 201094"/>
                <a:gd name="connsiteX36" fmla="*/ 95131 w 408081"/>
                <a:gd name="connsiteY36" fmla="*/ 51634 h 201094"/>
                <a:gd name="connsiteX37" fmla="*/ 68614 w 408081"/>
                <a:gd name="connsiteY37" fmla="*/ 46371 h 201094"/>
                <a:gd name="connsiteX38" fmla="*/ 86725 w 408081"/>
                <a:gd name="connsiteY38" fmla="*/ 31610 h 201094"/>
                <a:gd name="connsiteX39" fmla="*/ 114471 w 408081"/>
                <a:gd name="connsiteY39" fmla="*/ 30243 h 201094"/>
                <a:gd name="connsiteX40" fmla="*/ 184794 w 408081"/>
                <a:gd name="connsiteY40" fmla="*/ 28671 h 201094"/>
                <a:gd name="connsiteX41" fmla="*/ 206458 w 408081"/>
                <a:gd name="connsiteY41" fmla="*/ 27988 h 201094"/>
                <a:gd name="connsiteX42" fmla="*/ 185340 w 408081"/>
                <a:gd name="connsiteY42" fmla="*/ 23409 h 201094"/>
                <a:gd name="connsiteX43" fmla="*/ 149325 w 408081"/>
                <a:gd name="connsiteY43" fmla="*/ 15550 h 201094"/>
                <a:gd name="connsiteX44" fmla="*/ 147275 w 408081"/>
                <a:gd name="connsiteY44" fmla="*/ 4137 h 201094"/>
                <a:gd name="connsiteX45" fmla="*/ 198804 w 408081"/>
                <a:gd name="connsiteY45" fmla="*/ 2633 h 201094"/>
                <a:gd name="connsiteX46" fmla="*/ 217393 w 408081"/>
                <a:gd name="connsiteY46" fmla="*/ 4205 h 201094"/>
                <a:gd name="connsiteX47" fmla="*/ 252998 w 408081"/>
                <a:gd name="connsiteY47" fmla="*/ 3863 h 201094"/>
                <a:gd name="connsiteX48" fmla="*/ 270971 w 408081"/>
                <a:gd name="connsiteY48" fmla="*/ 2702 h 201094"/>
                <a:gd name="connsiteX49" fmla="*/ 291405 w 408081"/>
                <a:gd name="connsiteY49" fmla="*/ 2838 h 201094"/>
                <a:gd name="connsiteX50" fmla="*/ 303707 w 408081"/>
                <a:gd name="connsiteY50" fmla="*/ 2565 h 201094"/>
                <a:gd name="connsiteX51" fmla="*/ 328788 w 408081"/>
                <a:gd name="connsiteY51" fmla="*/ 10971 h 201094"/>
                <a:gd name="connsiteX52" fmla="*/ 328856 w 408081"/>
                <a:gd name="connsiteY52" fmla="*/ 10902 h 201094"/>
                <a:gd name="connsiteX53" fmla="*/ 342593 w 408081"/>
                <a:gd name="connsiteY53" fmla="*/ 17395 h 201094"/>
                <a:gd name="connsiteX54" fmla="*/ 355372 w 408081"/>
                <a:gd name="connsiteY54" fmla="*/ 23819 h 201094"/>
                <a:gd name="connsiteX55" fmla="*/ 355304 w 408081"/>
                <a:gd name="connsiteY55" fmla="*/ 23751 h 201094"/>
                <a:gd name="connsiteX56" fmla="*/ 368289 w 408081"/>
                <a:gd name="connsiteY56" fmla="*/ 32088 h 201094"/>
                <a:gd name="connsiteX57" fmla="*/ 405876 w 408081"/>
                <a:gd name="connsiteY57" fmla="*/ 62842 h 201094"/>
                <a:gd name="connsiteX58" fmla="*/ 405261 w 408081"/>
                <a:gd name="connsiteY58" fmla="*/ 132207 h 201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408081" h="201094">
                  <a:moveTo>
                    <a:pt x="405261" y="132207"/>
                  </a:moveTo>
                  <a:cubicBezTo>
                    <a:pt x="402254" y="135283"/>
                    <a:pt x="399247" y="138358"/>
                    <a:pt x="396240" y="141365"/>
                  </a:cubicBezTo>
                  <a:cubicBezTo>
                    <a:pt x="376353" y="154418"/>
                    <a:pt x="356397" y="167471"/>
                    <a:pt x="336510" y="180524"/>
                  </a:cubicBezTo>
                  <a:cubicBezTo>
                    <a:pt x="332820" y="184488"/>
                    <a:pt x="326875" y="183463"/>
                    <a:pt x="322774" y="186607"/>
                  </a:cubicBezTo>
                  <a:lnTo>
                    <a:pt x="322842" y="186470"/>
                  </a:lnTo>
                  <a:cubicBezTo>
                    <a:pt x="315667" y="186333"/>
                    <a:pt x="308833" y="187358"/>
                    <a:pt x="303433" y="192689"/>
                  </a:cubicBezTo>
                  <a:cubicBezTo>
                    <a:pt x="292089" y="192757"/>
                    <a:pt x="281154" y="194739"/>
                    <a:pt x="270971" y="200070"/>
                  </a:cubicBezTo>
                  <a:cubicBezTo>
                    <a:pt x="266598" y="200412"/>
                    <a:pt x="262292" y="200753"/>
                    <a:pt x="257918" y="201095"/>
                  </a:cubicBezTo>
                  <a:cubicBezTo>
                    <a:pt x="254912" y="200685"/>
                    <a:pt x="251836" y="200412"/>
                    <a:pt x="248898" y="199796"/>
                  </a:cubicBezTo>
                  <a:cubicBezTo>
                    <a:pt x="247189" y="199455"/>
                    <a:pt x="244250" y="198498"/>
                    <a:pt x="244182" y="197746"/>
                  </a:cubicBezTo>
                  <a:cubicBezTo>
                    <a:pt x="244113" y="193714"/>
                    <a:pt x="247941" y="194056"/>
                    <a:pt x="250469" y="193031"/>
                  </a:cubicBezTo>
                  <a:cubicBezTo>
                    <a:pt x="253749" y="189955"/>
                    <a:pt x="255526" y="184625"/>
                    <a:pt x="261472" y="185650"/>
                  </a:cubicBezTo>
                  <a:cubicBezTo>
                    <a:pt x="255663" y="183600"/>
                    <a:pt x="249991" y="184625"/>
                    <a:pt x="244387" y="186607"/>
                  </a:cubicBezTo>
                  <a:cubicBezTo>
                    <a:pt x="228942" y="187427"/>
                    <a:pt x="213565" y="188725"/>
                    <a:pt x="198667" y="193167"/>
                  </a:cubicBezTo>
                  <a:cubicBezTo>
                    <a:pt x="189988" y="193031"/>
                    <a:pt x="181308" y="192894"/>
                    <a:pt x="172629" y="192757"/>
                  </a:cubicBezTo>
                  <a:cubicBezTo>
                    <a:pt x="162857" y="185718"/>
                    <a:pt x="150829" y="189272"/>
                    <a:pt x="140235" y="186060"/>
                  </a:cubicBezTo>
                  <a:cubicBezTo>
                    <a:pt x="137638" y="185035"/>
                    <a:pt x="136750" y="184010"/>
                    <a:pt x="137638" y="183053"/>
                  </a:cubicBezTo>
                  <a:cubicBezTo>
                    <a:pt x="138527" y="182096"/>
                    <a:pt x="139347" y="181618"/>
                    <a:pt x="140304" y="181618"/>
                  </a:cubicBezTo>
                  <a:cubicBezTo>
                    <a:pt x="154724" y="178337"/>
                    <a:pt x="169212" y="175125"/>
                    <a:pt x="183632" y="171708"/>
                  </a:cubicBezTo>
                  <a:cubicBezTo>
                    <a:pt x="184383" y="171503"/>
                    <a:pt x="184794" y="170000"/>
                    <a:pt x="186912" y="166720"/>
                  </a:cubicBezTo>
                  <a:cubicBezTo>
                    <a:pt x="166274" y="166720"/>
                    <a:pt x="147138" y="166720"/>
                    <a:pt x="128002" y="166720"/>
                  </a:cubicBezTo>
                  <a:cubicBezTo>
                    <a:pt x="117205" y="161731"/>
                    <a:pt x="106133" y="164601"/>
                    <a:pt x="95131" y="165421"/>
                  </a:cubicBezTo>
                  <a:cubicBezTo>
                    <a:pt x="87066" y="164464"/>
                    <a:pt x="79686" y="161936"/>
                    <a:pt x="73808" y="156058"/>
                  </a:cubicBezTo>
                  <a:cubicBezTo>
                    <a:pt x="70597" y="144987"/>
                    <a:pt x="78387" y="143552"/>
                    <a:pt x="86178" y="142254"/>
                  </a:cubicBezTo>
                  <a:cubicBezTo>
                    <a:pt x="88502" y="141843"/>
                    <a:pt x="90688" y="143279"/>
                    <a:pt x="93080" y="142800"/>
                  </a:cubicBezTo>
                  <a:cubicBezTo>
                    <a:pt x="89937" y="141980"/>
                    <a:pt x="86793" y="141433"/>
                    <a:pt x="83512" y="141160"/>
                  </a:cubicBezTo>
                  <a:cubicBezTo>
                    <a:pt x="80642" y="141023"/>
                    <a:pt x="77840" y="140613"/>
                    <a:pt x="75106" y="140135"/>
                  </a:cubicBezTo>
                  <a:cubicBezTo>
                    <a:pt x="68546" y="138153"/>
                    <a:pt x="62190" y="135624"/>
                    <a:pt x="55698" y="133438"/>
                  </a:cubicBezTo>
                  <a:cubicBezTo>
                    <a:pt x="49547" y="131182"/>
                    <a:pt x="43260" y="129064"/>
                    <a:pt x="37109" y="126740"/>
                  </a:cubicBezTo>
                  <a:cubicBezTo>
                    <a:pt x="33419" y="125305"/>
                    <a:pt x="29933" y="123391"/>
                    <a:pt x="26790" y="120931"/>
                  </a:cubicBezTo>
                  <a:cubicBezTo>
                    <a:pt x="24739" y="119223"/>
                    <a:pt x="23236" y="117036"/>
                    <a:pt x="22348" y="114507"/>
                  </a:cubicBezTo>
                  <a:cubicBezTo>
                    <a:pt x="14830" y="109177"/>
                    <a:pt x="7245" y="103846"/>
                    <a:pt x="0" y="98652"/>
                  </a:cubicBezTo>
                  <a:cubicBezTo>
                    <a:pt x="1982" y="89016"/>
                    <a:pt x="12370" y="89563"/>
                    <a:pt x="15856" y="82865"/>
                  </a:cubicBezTo>
                  <a:cubicBezTo>
                    <a:pt x="16812" y="80200"/>
                    <a:pt x="18384" y="77945"/>
                    <a:pt x="20502" y="76100"/>
                  </a:cubicBezTo>
                  <a:cubicBezTo>
                    <a:pt x="23782" y="73434"/>
                    <a:pt x="27473" y="71384"/>
                    <a:pt x="31369" y="69744"/>
                  </a:cubicBezTo>
                  <a:cubicBezTo>
                    <a:pt x="37998" y="67079"/>
                    <a:pt x="44627" y="64413"/>
                    <a:pt x="51050" y="61270"/>
                  </a:cubicBezTo>
                  <a:cubicBezTo>
                    <a:pt x="64309" y="53274"/>
                    <a:pt x="80369" y="58126"/>
                    <a:pt x="95131" y="51634"/>
                  </a:cubicBezTo>
                  <a:cubicBezTo>
                    <a:pt x="84538" y="53752"/>
                    <a:pt x="72031" y="60108"/>
                    <a:pt x="68614" y="46371"/>
                  </a:cubicBezTo>
                  <a:cubicBezTo>
                    <a:pt x="66154" y="36257"/>
                    <a:pt x="78660" y="34343"/>
                    <a:pt x="86725" y="31610"/>
                  </a:cubicBezTo>
                  <a:cubicBezTo>
                    <a:pt x="95951" y="31268"/>
                    <a:pt x="105450" y="35915"/>
                    <a:pt x="114471" y="30243"/>
                  </a:cubicBezTo>
                  <a:cubicBezTo>
                    <a:pt x="137912" y="29696"/>
                    <a:pt x="161353" y="29218"/>
                    <a:pt x="184794" y="28671"/>
                  </a:cubicBezTo>
                  <a:cubicBezTo>
                    <a:pt x="192038" y="25596"/>
                    <a:pt x="199350" y="25322"/>
                    <a:pt x="206458" y="27988"/>
                  </a:cubicBezTo>
                  <a:cubicBezTo>
                    <a:pt x="200376" y="23409"/>
                    <a:pt x="191491" y="29355"/>
                    <a:pt x="185340" y="23409"/>
                  </a:cubicBezTo>
                  <a:cubicBezTo>
                    <a:pt x="173312" y="20812"/>
                    <a:pt x="161284" y="18488"/>
                    <a:pt x="149325" y="15550"/>
                  </a:cubicBezTo>
                  <a:cubicBezTo>
                    <a:pt x="140782" y="13499"/>
                    <a:pt x="145156" y="8442"/>
                    <a:pt x="147275" y="4137"/>
                  </a:cubicBezTo>
                  <a:cubicBezTo>
                    <a:pt x="164497" y="3658"/>
                    <a:pt x="181650" y="3180"/>
                    <a:pt x="198804" y="2633"/>
                  </a:cubicBezTo>
                  <a:cubicBezTo>
                    <a:pt x="205022" y="3180"/>
                    <a:pt x="211173" y="3658"/>
                    <a:pt x="217393" y="4205"/>
                  </a:cubicBezTo>
                  <a:cubicBezTo>
                    <a:pt x="229284" y="11312"/>
                    <a:pt x="241107" y="1677"/>
                    <a:pt x="252998" y="3863"/>
                  </a:cubicBezTo>
                  <a:cubicBezTo>
                    <a:pt x="258738" y="-374"/>
                    <a:pt x="265983" y="20812"/>
                    <a:pt x="270971" y="2702"/>
                  </a:cubicBezTo>
                  <a:cubicBezTo>
                    <a:pt x="277874" y="-1057"/>
                    <a:pt x="284640" y="-784"/>
                    <a:pt x="291405" y="2838"/>
                  </a:cubicBezTo>
                  <a:cubicBezTo>
                    <a:pt x="295506" y="2770"/>
                    <a:pt x="299607" y="2633"/>
                    <a:pt x="303707" y="2565"/>
                  </a:cubicBezTo>
                  <a:cubicBezTo>
                    <a:pt x="311430" y="7212"/>
                    <a:pt x="319493" y="10971"/>
                    <a:pt x="328788" y="10971"/>
                  </a:cubicBezTo>
                  <a:cubicBezTo>
                    <a:pt x="328788" y="10971"/>
                    <a:pt x="328856" y="10902"/>
                    <a:pt x="328856" y="10902"/>
                  </a:cubicBezTo>
                  <a:cubicBezTo>
                    <a:pt x="333230" y="13499"/>
                    <a:pt x="339381" y="12338"/>
                    <a:pt x="342593" y="17395"/>
                  </a:cubicBezTo>
                  <a:cubicBezTo>
                    <a:pt x="345600" y="22042"/>
                    <a:pt x="350110" y="23682"/>
                    <a:pt x="355372" y="23819"/>
                  </a:cubicBezTo>
                  <a:cubicBezTo>
                    <a:pt x="355372" y="23819"/>
                    <a:pt x="355304" y="23751"/>
                    <a:pt x="355304" y="23751"/>
                  </a:cubicBezTo>
                  <a:cubicBezTo>
                    <a:pt x="359405" y="26963"/>
                    <a:pt x="366580" y="25254"/>
                    <a:pt x="368289" y="32088"/>
                  </a:cubicBezTo>
                  <a:cubicBezTo>
                    <a:pt x="380795" y="42339"/>
                    <a:pt x="393302" y="52590"/>
                    <a:pt x="405876" y="62842"/>
                  </a:cubicBezTo>
                  <a:cubicBezTo>
                    <a:pt x="408473" y="86077"/>
                    <a:pt x="409362" y="109177"/>
                    <a:pt x="405261" y="132207"/>
                  </a:cubicBezTo>
                  <a:close/>
                </a:path>
              </a:pathLst>
            </a:custGeom>
            <a:solidFill>
              <a:schemeClr val="bg1"/>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41" name="Graphic 2466">
              <a:extLst>
                <a:ext uri="{FF2B5EF4-FFF2-40B4-BE49-F238E27FC236}">
                  <a16:creationId xmlns:a16="http://schemas.microsoft.com/office/drawing/2014/main" id="{91AADD16-0C93-4D5F-B80B-84729E71EFE7}"/>
                </a:ext>
              </a:extLst>
            </p:cNvPr>
            <p:cNvSpPr/>
            <p:nvPr/>
          </p:nvSpPr>
          <p:spPr>
            <a:xfrm rot="20630650">
              <a:off x="10471608" y="2569994"/>
              <a:ext cx="136020" cy="34693"/>
            </a:xfrm>
            <a:custGeom>
              <a:avLst/>
              <a:gdLst>
                <a:gd name="connsiteX0" fmla="*/ 1393 w 144422"/>
                <a:gd name="connsiteY0" fmla="*/ 0 h 36836"/>
                <a:gd name="connsiteX1" fmla="*/ 35769 w 144422"/>
                <a:gd name="connsiteY1" fmla="*/ 6697 h 36836"/>
                <a:gd name="connsiteX2" fmla="*/ 132745 w 144422"/>
                <a:gd name="connsiteY2" fmla="*/ 6561 h 36836"/>
                <a:gd name="connsiteX3" fmla="*/ 143816 w 144422"/>
                <a:gd name="connsiteY3" fmla="*/ 16402 h 36836"/>
                <a:gd name="connsiteX4" fmla="*/ 137597 w 144422"/>
                <a:gd name="connsiteY4" fmla="*/ 35469 h 36836"/>
                <a:gd name="connsiteX5" fmla="*/ 126662 w 144422"/>
                <a:gd name="connsiteY5" fmla="*/ 36631 h 36836"/>
                <a:gd name="connsiteX6" fmla="*/ 38229 w 144422"/>
                <a:gd name="connsiteY6" fmla="*/ 35537 h 36836"/>
                <a:gd name="connsiteX7" fmla="*/ 1530 w 144422"/>
                <a:gd name="connsiteY7" fmla="*/ 19750 h 36836"/>
                <a:gd name="connsiteX8" fmla="*/ 1393 w 144422"/>
                <a:gd name="connsiteY8" fmla="*/ 0 h 36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422" h="36836">
                  <a:moveTo>
                    <a:pt x="1393" y="0"/>
                  </a:moveTo>
                  <a:cubicBezTo>
                    <a:pt x="12123" y="6082"/>
                    <a:pt x="23741" y="6766"/>
                    <a:pt x="35769" y="6697"/>
                  </a:cubicBezTo>
                  <a:cubicBezTo>
                    <a:pt x="68094" y="6424"/>
                    <a:pt x="100420" y="6561"/>
                    <a:pt x="132745" y="6561"/>
                  </a:cubicBezTo>
                  <a:cubicBezTo>
                    <a:pt x="138280" y="7791"/>
                    <a:pt x="141902" y="11140"/>
                    <a:pt x="143816" y="16402"/>
                  </a:cubicBezTo>
                  <a:cubicBezTo>
                    <a:pt x="145251" y="23919"/>
                    <a:pt x="144499" y="30685"/>
                    <a:pt x="137597" y="35469"/>
                  </a:cubicBezTo>
                  <a:cubicBezTo>
                    <a:pt x="134043" y="36767"/>
                    <a:pt x="130353" y="37109"/>
                    <a:pt x="126662" y="36631"/>
                  </a:cubicBezTo>
                  <a:cubicBezTo>
                    <a:pt x="97207" y="34580"/>
                    <a:pt x="67752" y="36152"/>
                    <a:pt x="38229" y="35537"/>
                  </a:cubicBezTo>
                  <a:cubicBezTo>
                    <a:pt x="23809" y="35264"/>
                    <a:pt x="9389" y="35127"/>
                    <a:pt x="1530" y="19750"/>
                  </a:cubicBezTo>
                  <a:cubicBezTo>
                    <a:pt x="-452" y="13121"/>
                    <a:pt x="-520" y="6561"/>
                    <a:pt x="1393" y="0"/>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42" name="Graphic 2466">
              <a:extLst>
                <a:ext uri="{FF2B5EF4-FFF2-40B4-BE49-F238E27FC236}">
                  <a16:creationId xmlns:a16="http://schemas.microsoft.com/office/drawing/2014/main" id="{23EDB9E0-C1C2-45CA-B15C-C2384C1E5D72}"/>
                </a:ext>
              </a:extLst>
            </p:cNvPr>
            <p:cNvSpPr/>
            <p:nvPr/>
          </p:nvSpPr>
          <p:spPr>
            <a:xfrm rot="20630650">
              <a:off x="10510443" y="2697129"/>
              <a:ext cx="128050" cy="39310"/>
            </a:xfrm>
            <a:custGeom>
              <a:avLst/>
              <a:gdLst>
                <a:gd name="connsiteX0" fmla="*/ 137 w 135961"/>
                <a:gd name="connsiteY0" fmla="*/ 30653 h 41738"/>
                <a:gd name="connsiteX1" fmla="*/ 0 w 135961"/>
                <a:gd name="connsiteY1" fmla="*/ 11039 h 41738"/>
                <a:gd name="connsiteX2" fmla="*/ 131078 w 135961"/>
                <a:gd name="connsiteY2" fmla="*/ 8510 h 41738"/>
                <a:gd name="connsiteX3" fmla="*/ 131967 w 135961"/>
                <a:gd name="connsiteY3" fmla="*/ 32566 h 41738"/>
                <a:gd name="connsiteX4" fmla="*/ 137 w 135961"/>
                <a:gd name="connsiteY4" fmla="*/ 30653 h 417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961" h="41738">
                  <a:moveTo>
                    <a:pt x="137" y="30653"/>
                  </a:moveTo>
                  <a:cubicBezTo>
                    <a:pt x="68" y="24092"/>
                    <a:pt x="0" y="17600"/>
                    <a:pt x="0" y="11039"/>
                  </a:cubicBezTo>
                  <a:cubicBezTo>
                    <a:pt x="43397" y="-5363"/>
                    <a:pt x="87135" y="-1126"/>
                    <a:pt x="131078" y="8510"/>
                  </a:cubicBezTo>
                  <a:cubicBezTo>
                    <a:pt x="137433" y="16301"/>
                    <a:pt x="137433" y="24297"/>
                    <a:pt x="131967" y="32566"/>
                  </a:cubicBezTo>
                  <a:cubicBezTo>
                    <a:pt x="87819" y="43501"/>
                    <a:pt x="43875" y="46713"/>
                    <a:pt x="137" y="30653"/>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43" name="Graphic 2466">
              <a:extLst>
                <a:ext uri="{FF2B5EF4-FFF2-40B4-BE49-F238E27FC236}">
                  <a16:creationId xmlns:a16="http://schemas.microsoft.com/office/drawing/2014/main" id="{E61054ED-1628-4DDA-AE36-5A88675DC554}"/>
                </a:ext>
              </a:extLst>
            </p:cNvPr>
            <p:cNvSpPr/>
            <p:nvPr/>
          </p:nvSpPr>
          <p:spPr>
            <a:xfrm rot="20630650">
              <a:off x="10501480" y="2667023"/>
              <a:ext cx="127859" cy="36739"/>
            </a:xfrm>
            <a:custGeom>
              <a:avLst/>
              <a:gdLst>
                <a:gd name="connsiteX0" fmla="*/ 68 w 135758"/>
                <a:gd name="connsiteY0" fmla="*/ 31174 h 39009"/>
                <a:gd name="connsiteX1" fmla="*/ 0 w 135758"/>
                <a:gd name="connsiteY1" fmla="*/ 11492 h 39009"/>
                <a:gd name="connsiteX2" fmla="*/ 130873 w 135758"/>
                <a:gd name="connsiteY2" fmla="*/ 9032 h 39009"/>
                <a:gd name="connsiteX3" fmla="*/ 131761 w 135758"/>
                <a:gd name="connsiteY3" fmla="*/ 32951 h 39009"/>
                <a:gd name="connsiteX4" fmla="*/ 68 w 135758"/>
                <a:gd name="connsiteY4" fmla="*/ 31174 h 39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58" h="39009">
                  <a:moveTo>
                    <a:pt x="68" y="31174"/>
                  </a:moveTo>
                  <a:cubicBezTo>
                    <a:pt x="68" y="24613"/>
                    <a:pt x="0" y="18053"/>
                    <a:pt x="0" y="11492"/>
                  </a:cubicBezTo>
                  <a:cubicBezTo>
                    <a:pt x="43328" y="-5525"/>
                    <a:pt x="86998" y="-1288"/>
                    <a:pt x="130873" y="9032"/>
                  </a:cubicBezTo>
                  <a:cubicBezTo>
                    <a:pt x="137160" y="16754"/>
                    <a:pt x="137296" y="24750"/>
                    <a:pt x="131761" y="32951"/>
                  </a:cubicBezTo>
                  <a:cubicBezTo>
                    <a:pt x="87749" y="40127"/>
                    <a:pt x="43807" y="42519"/>
                    <a:pt x="68" y="31174"/>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44" name="Graphic 2466">
              <a:extLst>
                <a:ext uri="{FF2B5EF4-FFF2-40B4-BE49-F238E27FC236}">
                  <a16:creationId xmlns:a16="http://schemas.microsoft.com/office/drawing/2014/main" id="{E9773612-44ED-4B9B-9FB1-DABDFF6E7C21}"/>
                </a:ext>
              </a:extLst>
            </p:cNvPr>
            <p:cNvSpPr/>
            <p:nvPr/>
          </p:nvSpPr>
          <p:spPr>
            <a:xfrm rot="20630650">
              <a:off x="10495407" y="2650282"/>
              <a:ext cx="127949" cy="28745"/>
            </a:xfrm>
            <a:custGeom>
              <a:avLst/>
              <a:gdLst>
                <a:gd name="connsiteX0" fmla="*/ 130804 w 135853"/>
                <a:gd name="connsiteY0" fmla="*/ 30520 h 30520"/>
                <a:gd name="connsiteX1" fmla="*/ 68 w 135853"/>
                <a:gd name="connsiteY1" fmla="*/ 30179 h 30520"/>
                <a:gd name="connsiteX2" fmla="*/ 0 w 135853"/>
                <a:gd name="connsiteY2" fmla="*/ 10496 h 30520"/>
                <a:gd name="connsiteX3" fmla="*/ 122193 w 135853"/>
                <a:gd name="connsiteY3" fmla="*/ 3047 h 30520"/>
                <a:gd name="connsiteX4" fmla="*/ 132513 w 135853"/>
                <a:gd name="connsiteY4" fmla="*/ 8856 h 30520"/>
                <a:gd name="connsiteX5" fmla="*/ 130804 w 135853"/>
                <a:gd name="connsiteY5" fmla="*/ 30520 h 30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5853" h="30520">
                  <a:moveTo>
                    <a:pt x="130804" y="30520"/>
                  </a:moveTo>
                  <a:cubicBezTo>
                    <a:pt x="87203" y="30384"/>
                    <a:pt x="43670" y="30315"/>
                    <a:pt x="68" y="30179"/>
                  </a:cubicBezTo>
                  <a:cubicBezTo>
                    <a:pt x="68" y="23618"/>
                    <a:pt x="0" y="17057"/>
                    <a:pt x="0" y="10496"/>
                  </a:cubicBezTo>
                  <a:cubicBezTo>
                    <a:pt x="39775" y="-7614"/>
                    <a:pt x="81326" y="3252"/>
                    <a:pt x="122193" y="3047"/>
                  </a:cubicBezTo>
                  <a:cubicBezTo>
                    <a:pt x="126089" y="4209"/>
                    <a:pt x="129506" y="6123"/>
                    <a:pt x="132513" y="8856"/>
                  </a:cubicBezTo>
                  <a:cubicBezTo>
                    <a:pt x="137092" y="16510"/>
                    <a:pt x="137365" y="23755"/>
                    <a:pt x="130804" y="30520"/>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45" name="Graphic 2466">
              <a:extLst>
                <a:ext uri="{FF2B5EF4-FFF2-40B4-BE49-F238E27FC236}">
                  <a16:creationId xmlns:a16="http://schemas.microsoft.com/office/drawing/2014/main" id="{A12F51A4-48CE-4058-90CD-78958B3A30C5}"/>
                </a:ext>
              </a:extLst>
            </p:cNvPr>
            <p:cNvSpPr/>
            <p:nvPr/>
          </p:nvSpPr>
          <p:spPr>
            <a:xfrm rot="20630650">
              <a:off x="10487605" y="2620021"/>
              <a:ext cx="128033" cy="35859"/>
            </a:xfrm>
            <a:custGeom>
              <a:avLst/>
              <a:gdLst>
                <a:gd name="connsiteX0" fmla="*/ 0 w 135942"/>
                <a:gd name="connsiteY0" fmla="*/ 24187 h 38074"/>
                <a:gd name="connsiteX1" fmla="*/ 68 w 135942"/>
                <a:gd name="connsiteY1" fmla="*/ 11065 h 38074"/>
                <a:gd name="connsiteX2" fmla="*/ 130668 w 135942"/>
                <a:gd name="connsiteY2" fmla="*/ 8332 h 38074"/>
                <a:gd name="connsiteX3" fmla="*/ 132445 w 135942"/>
                <a:gd name="connsiteY3" fmla="*/ 31978 h 38074"/>
                <a:gd name="connsiteX4" fmla="*/ 14352 w 135942"/>
                <a:gd name="connsiteY4" fmla="*/ 36010 h 38074"/>
                <a:gd name="connsiteX5" fmla="*/ 0 w 135942"/>
                <a:gd name="connsiteY5" fmla="*/ 24187 h 38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5942" h="38074">
                  <a:moveTo>
                    <a:pt x="0" y="24187"/>
                  </a:moveTo>
                  <a:cubicBezTo>
                    <a:pt x="0" y="19813"/>
                    <a:pt x="68" y="15439"/>
                    <a:pt x="68" y="11065"/>
                  </a:cubicBezTo>
                  <a:cubicBezTo>
                    <a:pt x="43260" y="-5473"/>
                    <a:pt x="86930" y="-962"/>
                    <a:pt x="130668" y="8332"/>
                  </a:cubicBezTo>
                  <a:cubicBezTo>
                    <a:pt x="137297" y="15781"/>
                    <a:pt x="137433" y="23709"/>
                    <a:pt x="132445" y="31978"/>
                  </a:cubicBezTo>
                  <a:cubicBezTo>
                    <a:pt x="93422" y="42707"/>
                    <a:pt x="53716" y="36010"/>
                    <a:pt x="14352" y="36010"/>
                  </a:cubicBezTo>
                  <a:cubicBezTo>
                    <a:pt x="7450" y="36010"/>
                    <a:pt x="3554" y="29654"/>
                    <a:pt x="0" y="24187"/>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46" name="Graphic 2466">
              <a:extLst>
                <a:ext uri="{FF2B5EF4-FFF2-40B4-BE49-F238E27FC236}">
                  <a16:creationId xmlns:a16="http://schemas.microsoft.com/office/drawing/2014/main" id="{57042780-1D8A-4E58-8635-D845660FBE98}"/>
                </a:ext>
              </a:extLst>
            </p:cNvPr>
            <p:cNvSpPr/>
            <p:nvPr/>
          </p:nvSpPr>
          <p:spPr>
            <a:xfrm rot="20630650">
              <a:off x="10485417" y="2598023"/>
              <a:ext cx="138234" cy="63294"/>
            </a:xfrm>
            <a:custGeom>
              <a:avLst/>
              <a:gdLst>
                <a:gd name="connsiteX0" fmla="*/ 131283 w 146773"/>
                <a:gd name="connsiteY0" fmla="*/ 52829 h 67204"/>
                <a:gd name="connsiteX1" fmla="*/ 131146 w 146773"/>
                <a:gd name="connsiteY1" fmla="*/ 33283 h 67204"/>
                <a:gd name="connsiteX2" fmla="*/ 36495 w 146773"/>
                <a:gd name="connsiteY2" fmla="*/ 26722 h 67204"/>
                <a:gd name="connsiteX3" fmla="*/ 0 w 146773"/>
                <a:gd name="connsiteY3" fmla="*/ 13533 h 67204"/>
                <a:gd name="connsiteX4" fmla="*/ 0 w 146773"/>
                <a:gd name="connsiteY4" fmla="*/ 411 h 67204"/>
                <a:gd name="connsiteX5" fmla="*/ 128139 w 146773"/>
                <a:gd name="connsiteY5" fmla="*/ 3282 h 67204"/>
                <a:gd name="connsiteX6" fmla="*/ 146728 w 146773"/>
                <a:gd name="connsiteY6" fmla="*/ 36700 h 67204"/>
                <a:gd name="connsiteX7" fmla="*/ 141056 w 146773"/>
                <a:gd name="connsiteY7" fmla="*/ 64173 h 67204"/>
                <a:gd name="connsiteX8" fmla="*/ 131283 w 146773"/>
                <a:gd name="connsiteY8" fmla="*/ 65950 h 67204"/>
                <a:gd name="connsiteX9" fmla="*/ 131283 w 146773"/>
                <a:gd name="connsiteY9" fmla="*/ 65950 h 67204"/>
                <a:gd name="connsiteX10" fmla="*/ 131283 w 146773"/>
                <a:gd name="connsiteY10" fmla="*/ 52829 h 67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773" h="67204">
                  <a:moveTo>
                    <a:pt x="131283" y="52829"/>
                  </a:moveTo>
                  <a:cubicBezTo>
                    <a:pt x="131215" y="46336"/>
                    <a:pt x="131146" y="39844"/>
                    <a:pt x="131146" y="33283"/>
                  </a:cubicBezTo>
                  <a:cubicBezTo>
                    <a:pt x="100461" y="19137"/>
                    <a:pt x="68000" y="29798"/>
                    <a:pt x="36495" y="26722"/>
                  </a:cubicBezTo>
                  <a:cubicBezTo>
                    <a:pt x="23031" y="25424"/>
                    <a:pt x="7928" y="29661"/>
                    <a:pt x="0" y="13533"/>
                  </a:cubicBezTo>
                  <a:cubicBezTo>
                    <a:pt x="0" y="9159"/>
                    <a:pt x="0" y="4785"/>
                    <a:pt x="0" y="411"/>
                  </a:cubicBezTo>
                  <a:cubicBezTo>
                    <a:pt x="42713" y="1778"/>
                    <a:pt x="85563" y="-2869"/>
                    <a:pt x="128139" y="3282"/>
                  </a:cubicBezTo>
                  <a:cubicBezTo>
                    <a:pt x="143243" y="9432"/>
                    <a:pt x="146455" y="22212"/>
                    <a:pt x="146728" y="36700"/>
                  </a:cubicBezTo>
                  <a:cubicBezTo>
                    <a:pt x="146933" y="46268"/>
                    <a:pt x="146660" y="55767"/>
                    <a:pt x="141056" y="64173"/>
                  </a:cubicBezTo>
                  <a:cubicBezTo>
                    <a:pt x="138322" y="67522"/>
                    <a:pt x="135042" y="68069"/>
                    <a:pt x="131283" y="65950"/>
                  </a:cubicBezTo>
                  <a:lnTo>
                    <a:pt x="131283" y="65950"/>
                  </a:lnTo>
                  <a:cubicBezTo>
                    <a:pt x="127387" y="61576"/>
                    <a:pt x="127319" y="57203"/>
                    <a:pt x="131283" y="52829"/>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47" name="Graphic 2466">
              <a:extLst>
                <a:ext uri="{FF2B5EF4-FFF2-40B4-BE49-F238E27FC236}">
                  <a16:creationId xmlns:a16="http://schemas.microsoft.com/office/drawing/2014/main" id="{BDAD443E-E729-487A-BB29-BF83C0C3441A}"/>
                </a:ext>
              </a:extLst>
            </p:cNvPr>
            <p:cNvSpPr/>
            <p:nvPr/>
          </p:nvSpPr>
          <p:spPr>
            <a:xfrm rot="20630650">
              <a:off x="10481719" y="2613390"/>
              <a:ext cx="124804" cy="18665"/>
            </a:xfrm>
            <a:custGeom>
              <a:avLst/>
              <a:gdLst>
                <a:gd name="connsiteX0" fmla="*/ 1437 w 132514"/>
                <a:gd name="connsiteY0" fmla="*/ 0 h 19818"/>
                <a:gd name="connsiteX1" fmla="*/ 35949 w 132514"/>
                <a:gd name="connsiteY1" fmla="*/ 6629 h 19818"/>
                <a:gd name="connsiteX2" fmla="*/ 117138 w 132514"/>
                <a:gd name="connsiteY2" fmla="*/ 6697 h 19818"/>
                <a:gd name="connsiteX3" fmla="*/ 132515 w 132514"/>
                <a:gd name="connsiteY3" fmla="*/ 19819 h 19818"/>
                <a:gd name="connsiteX4" fmla="*/ 1437 w 132514"/>
                <a:gd name="connsiteY4" fmla="*/ 19682 h 19818"/>
                <a:gd name="connsiteX5" fmla="*/ 1437 w 132514"/>
                <a:gd name="connsiteY5" fmla="*/ 0 h 1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514" h="19818">
                  <a:moveTo>
                    <a:pt x="1437" y="0"/>
                  </a:moveTo>
                  <a:cubicBezTo>
                    <a:pt x="12167" y="6356"/>
                    <a:pt x="23921" y="6766"/>
                    <a:pt x="35949" y="6629"/>
                  </a:cubicBezTo>
                  <a:cubicBezTo>
                    <a:pt x="63012" y="6424"/>
                    <a:pt x="90075" y="6697"/>
                    <a:pt x="117138" y="6697"/>
                  </a:cubicBezTo>
                  <a:cubicBezTo>
                    <a:pt x="126090" y="6697"/>
                    <a:pt x="131353" y="10729"/>
                    <a:pt x="132515" y="19819"/>
                  </a:cubicBezTo>
                  <a:cubicBezTo>
                    <a:pt x="88845" y="19819"/>
                    <a:pt x="45175" y="19750"/>
                    <a:pt x="1437" y="19682"/>
                  </a:cubicBezTo>
                  <a:cubicBezTo>
                    <a:pt x="-340" y="13121"/>
                    <a:pt x="-613" y="6561"/>
                    <a:pt x="1437" y="0"/>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48" name="Graphic 2466">
              <a:extLst>
                <a:ext uri="{FF2B5EF4-FFF2-40B4-BE49-F238E27FC236}">
                  <a16:creationId xmlns:a16="http://schemas.microsoft.com/office/drawing/2014/main" id="{6EEBCD03-E00A-448F-AC2F-A6FD6F81185A}"/>
                </a:ext>
              </a:extLst>
            </p:cNvPr>
            <p:cNvSpPr/>
            <p:nvPr/>
          </p:nvSpPr>
          <p:spPr>
            <a:xfrm rot="20630650">
              <a:off x="10490441" y="2643020"/>
              <a:ext cx="124849" cy="18536"/>
            </a:xfrm>
            <a:custGeom>
              <a:avLst/>
              <a:gdLst>
                <a:gd name="connsiteX0" fmla="*/ 132562 w 132561"/>
                <a:gd name="connsiteY0" fmla="*/ 6492 h 19682"/>
                <a:gd name="connsiteX1" fmla="*/ 132562 w 132561"/>
                <a:gd name="connsiteY1" fmla="*/ 19614 h 19682"/>
                <a:gd name="connsiteX2" fmla="*/ 1347 w 132561"/>
                <a:gd name="connsiteY2" fmla="*/ 19682 h 19682"/>
                <a:gd name="connsiteX3" fmla="*/ 1279 w 132561"/>
                <a:gd name="connsiteY3" fmla="*/ 0 h 19682"/>
                <a:gd name="connsiteX4" fmla="*/ 35654 w 132561"/>
                <a:gd name="connsiteY4" fmla="*/ 6629 h 19682"/>
                <a:gd name="connsiteX5" fmla="*/ 132562 w 132561"/>
                <a:gd name="connsiteY5" fmla="*/ 6492 h 19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561" h="19682">
                  <a:moveTo>
                    <a:pt x="132562" y="6492"/>
                  </a:moveTo>
                  <a:cubicBezTo>
                    <a:pt x="132562" y="10866"/>
                    <a:pt x="132562" y="15240"/>
                    <a:pt x="132562" y="19614"/>
                  </a:cubicBezTo>
                  <a:cubicBezTo>
                    <a:pt x="88824" y="19614"/>
                    <a:pt x="45085" y="19682"/>
                    <a:pt x="1347" y="19682"/>
                  </a:cubicBezTo>
                  <a:cubicBezTo>
                    <a:pt x="-225" y="13121"/>
                    <a:pt x="-634" y="6561"/>
                    <a:pt x="1279" y="0"/>
                  </a:cubicBezTo>
                  <a:cubicBezTo>
                    <a:pt x="11940" y="6219"/>
                    <a:pt x="23626" y="6766"/>
                    <a:pt x="35654" y="6629"/>
                  </a:cubicBezTo>
                  <a:cubicBezTo>
                    <a:pt x="67979" y="6356"/>
                    <a:pt x="100236" y="6492"/>
                    <a:pt x="132562" y="6492"/>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49" name="Graphic 2466">
              <a:extLst>
                <a:ext uri="{FF2B5EF4-FFF2-40B4-BE49-F238E27FC236}">
                  <a16:creationId xmlns:a16="http://schemas.microsoft.com/office/drawing/2014/main" id="{98F03EB0-7CA5-42BD-B0CD-BFDC3E3D1381}"/>
                </a:ext>
              </a:extLst>
            </p:cNvPr>
            <p:cNvSpPr/>
            <p:nvPr/>
          </p:nvSpPr>
          <p:spPr>
            <a:xfrm rot="20630650">
              <a:off x="10476123" y="2589195"/>
              <a:ext cx="125383" cy="18617"/>
            </a:xfrm>
            <a:custGeom>
              <a:avLst/>
              <a:gdLst>
                <a:gd name="connsiteX0" fmla="*/ 131283 w 133128"/>
                <a:gd name="connsiteY0" fmla="*/ 19682 h 19767"/>
                <a:gd name="connsiteX1" fmla="*/ 34376 w 133128"/>
                <a:gd name="connsiteY1" fmla="*/ 19750 h 19767"/>
                <a:gd name="connsiteX2" fmla="*/ 0 w 133128"/>
                <a:gd name="connsiteY2" fmla="*/ 13121 h 19767"/>
                <a:gd name="connsiteX3" fmla="*/ 0 w 133128"/>
                <a:gd name="connsiteY3" fmla="*/ 0 h 19767"/>
                <a:gd name="connsiteX4" fmla="*/ 34854 w 133128"/>
                <a:gd name="connsiteY4" fmla="*/ 6629 h 19767"/>
                <a:gd name="connsiteX5" fmla="*/ 110302 w 133128"/>
                <a:gd name="connsiteY5" fmla="*/ 6561 h 19767"/>
                <a:gd name="connsiteX6" fmla="*/ 131283 w 133128"/>
                <a:gd name="connsiteY6" fmla="*/ 13121 h 19767"/>
                <a:gd name="connsiteX7" fmla="*/ 132923 w 133128"/>
                <a:gd name="connsiteY7" fmla="*/ 17495 h 19767"/>
                <a:gd name="connsiteX8" fmla="*/ 131283 w 133128"/>
                <a:gd name="connsiteY8" fmla="*/ 19682 h 19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128" h="19767">
                  <a:moveTo>
                    <a:pt x="131283" y="19682"/>
                  </a:moveTo>
                  <a:cubicBezTo>
                    <a:pt x="98957" y="19682"/>
                    <a:pt x="66701" y="19477"/>
                    <a:pt x="34376" y="19750"/>
                  </a:cubicBezTo>
                  <a:cubicBezTo>
                    <a:pt x="22348" y="19887"/>
                    <a:pt x="10730" y="19340"/>
                    <a:pt x="0" y="13121"/>
                  </a:cubicBezTo>
                  <a:cubicBezTo>
                    <a:pt x="0" y="8748"/>
                    <a:pt x="0" y="4374"/>
                    <a:pt x="0" y="0"/>
                  </a:cubicBezTo>
                  <a:cubicBezTo>
                    <a:pt x="10798" y="6424"/>
                    <a:pt x="22758" y="6766"/>
                    <a:pt x="34854" y="6629"/>
                  </a:cubicBezTo>
                  <a:cubicBezTo>
                    <a:pt x="60003" y="6356"/>
                    <a:pt x="85153" y="6561"/>
                    <a:pt x="110302" y="6561"/>
                  </a:cubicBezTo>
                  <a:cubicBezTo>
                    <a:pt x="117956" y="6561"/>
                    <a:pt x="125747" y="6287"/>
                    <a:pt x="131283" y="13121"/>
                  </a:cubicBezTo>
                  <a:cubicBezTo>
                    <a:pt x="132923" y="14557"/>
                    <a:pt x="133470" y="16060"/>
                    <a:pt x="132923" y="17495"/>
                  </a:cubicBezTo>
                  <a:cubicBezTo>
                    <a:pt x="132376" y="18999"/>
                    <a:pt x="131830" y="19682"/>
                    <a:pt x="131283" y="19682"/>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50" name="Graphic 2466">
              <a:extLst>
                <a:ext uri="{FF2B5EF4-FFF2-40B4-BE49-F238E27FC236}">
                  <a16:creationId xmlns:a16="http://schemas.microsoft.com/office/drawing/2014/main" id="{91C622A4-0ECA-4D30-AEE2-E65587142690}"/>
                </a:ext>
              </a:extLst>
            </p:cNvPr>
            <p:cNvSpPr/>
            <p:nvPr/>
          </p:nvSpPr>
          <p:spPr>
            <a:xfrm rot="20630650">
              <a:off x="10517181" y="2730516"/>
              <a:ext cx="126279" cy="19761"/>
            </a:xfrm>
            <a:custGeom>
              <a:avLst/>
              <a:gdLst>
                <a:gd name="connsiteX0" fmla="*/ 131693 w 134080"/>
                <a:gd name="connsiteY0" fmla="*/ 20639 h 20981"/>
                <a:gd name="connsiteX1" fmla="*/ 0 w 134080"/>
                <a:gd name="connsiteY1" fmla="*/ 20981 h 20981"/>
                <a:gd name="connsiteX2" fmla="*/ 68 w 134080"/>
                <a:gd name="connsiteY2" fmla="*/ 7655 h 20981"/>
                <a:gd name="connsiteX3" fmla="*/ 128823 w 134080"/>
                <a:gd name="connsiteY3" fmla="*/ 4306 h 20981"/>
                <a:gd name="connsiteX4" fmla="*/ 131693 w 134080"/>
                <a:gd name="connsiteY4" fmla="*/ 20639 h 20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080" h="20981">
                  <a:moveTo>
                    <a:pt x="131693" y="20639"/>
                  </a:moveTo>
                  <a:cubicBezTo>
                    <a:pt x="87819" y="20776"/>
                    <a:pt x="43875" y="20844"/>
                    <a:pt x="0" y="20981"/>
                  </a:cubicBezTo>
                  <a:cubicBezTo>
                    <a:pt x="0" y="16539"/>
                    <a:pt x="68" y="12097"/>
                    <a:pt x="68" y="7655"/>
                  </a:cubicBezTo>
                  <a:cubicBezTo>
                    <a:pt x="42713" y="-4852"/>
                    <a:pt x="85768" y="957"/>
                    <a:pt x="128823" y="4306"/>
                  </a:cubicBezTo>
                  <a:cubicBezTo>
                    <a:pt x="134973" y="8816"/>
                    <a:pt x="135452" y="14352"/>
                    <a:pt x="131693" y="20639"/>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51" name="Graphic 2466">
              <a:extLst>
                <a:ext uri="{FF2B5EF4-FFF2-40B4-BE49-F238E27FC236}">
                  <a16:creationId xmlns:a16="http://schemas.microsoft.com/office/drawing/2014/main" id="{BD4C9CB1-7444-48AC-AA73-639C8FA8F771}"/>
                </a:ext>
              </a:extLst>
            </p:cNvPr>
            <p:cNvSpPr/>
            <p:nvPr/>
          </p:nvSpPr>
          <p:spPr>
            <a:xfrm rot="20630650">
              <a:off x="10514765" y="2725657"/>
              <a:ext cx="126140" cy="12357"/>
            </a:xfrm>
            <a:custGeom>
              <a:avLst/>
              <a:gdLst>
                <a:gd name="connsiteX0" fmla="*/ 131556 w 133932"/>
                <a:gd name="connsiteY0" fmla="*/ 13053 h 13121"/>
                <a:gd name="connsiteX1" fmla="*/ 0 w 133932"/>
                <a:gd name="connsiteY1" fmla="*/ 13121 h 13121"/>
                <a:gd name="connsiteX2" fmla="*/ 68 w 133932"/>
                <a:gd name="connsiteY2" fmla="*/ 0 h 13121"/>
                <a:gd name="connsiteX3" fmla="*/ 131283 w 133932"/>
                <a:gd name="connsiteY3" fmla="*/ 0 h 13121"/>
                <a:gd name="connsiteX4" fmla="*/ 131556 w 133932"/>
                <a:gd name="connsiteY4" fmla="*/ 13053 h 131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932" h="13121">
                  <a:moveTo>
                    <a:pt x="131556" y="13053"/>
                  </a:moveTo>
                  <a:cubicBezTo>
                    <a:pt x="87682" y="13053"/>
                    <a:pt x="43875" y="13121"/>
                    <a:pt x="0" y="13121"/>
                  </a:cubicBezTo>
                  <a:cubicBezTo>
                    <a:pt x="68" y="8748"/>
                    <a:pt x="68" y="4374"/>
                    <a:pt x="68" y="0"/>
                  </a:cubicBezTo>
                  <a:cubicBezTo>
                    <a:pt x="43807" y="0"/>
                    <a:pt x="87545" y="0"/>
                    <a:pt x="131283" y="0"/>
                  </a:cubicBezTo>
                  <a:cubicBezTo>
                    <a:pt x="134769" y="4306"/>
                    <a:pt x="134769" y="8679"/>
                    <a:pt x="131556" y="13053"/>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52" name="Graphic 2466">
              <a:extLst>
                <a:ext uri="{FF2B5EF4-FFF2-40B4-BE49-F238E27FC236}">
                  <a16:creationId xmlns:a16="http://schemas.microsoft.com/office/drawing/2014/main" id="{95DB90FB-050B-4615-88B3-1503F3711940}"/>
                </a:ext>
              </a:extLst>
            </p:cNvPr>
            <p:cNvSpPr/>
            <p:nvPr/>
          </p:nvSpPr>
          <p:spPr>
            <a:xfrm rot="20630650">
              <a:off x="10506190" y="2696006"/>
              <a:ext cx="125937" cy="12487"/>
            </a:xfrm>
            <a:custGeom>
              <a:avLst/>
              <a:gdLst>
                <a:gd name="connsiteX0" fmla="*/ 205 w 133717"/>
                <a:gd name="connsiteY0" fmla="*/ 0 h 13258"/>
                <a:gd name="connsiteX1" fmla="*/ 131010 w 133717"/>
                <a:gd name="connsiteY1" fmla="*/ 137 h 13258"/>
                <a:gd name="connsiteX2" fmla="*/ 130941 w 133717"/>
                <a:gd name="connsiteY2" fmla="*/ 13258 h 13258"/>
                <a:gd name="connsiteX3" fmla="*/ 0 w 133717"/>
                <a:gd name="connsiteY3" fmla="*/ 13190 h 13258"/>
                <a:gd name="connsiteX4" fmla="*/ 205 w 133717"/>
                <a:gd name="connsiteY4" fmla="*/ 0 h 132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717" h="13258">
                  <a:moveTo>
                    <a:pt x="205" y="0"/>
                  </a:moveTo>
                  <a:cubicBezTo>
                    <a:pt x="43807" y="68"/>
                    <a:pt x="87408" y="68"/>
                    <a:pt x="131010" y="137"/>
                  </a:cubicBezTo>
                  <a:cubicBezTo>
                    <a:pt x="134632" y="4511"/>
                    <a:pt x="134632" y="8953"/>
                    <a:pt x="130941" y="13258"/>
                  </a:cubicBezTo>
                  <a:cubicBezTo>
                    <a:pt x="87271" y="13258"/>
                    <a:pt x="43670" y="13190"/>
                    <a:pt x="0" y="13190"/>
                  </a:cubicBezTo>
                  <a:cubicBezTo>
                    <a:pt x="68" y="8816"/>
                    <a:pt x="137" y="4442"/>
                    <a:pt x="205" y="0"/>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53" name="Graphic 2466">
              <a:extLst>
                <a:ext uri="{FF2B5EF4-FFF2-40B4-BE49-F238E27FC236}">
                  <a16:creationId xmlns:a16="http://schemas.microsoft.com/office/drawing/2014/main" id="{ACA899AB-5165-4FD8-8931-E0E4FE021641}"/>
                </a:ext>
              </a:extLst>
            </p:cNvPr>
            <p:cNvSpPr/>
            <p:nvPr/>
          </p:nvSpPr>
          <p:spPr>
            <a:xfrm rot="20630650">
              <a:off x="11594720" y="2210412"/>
              <a:ext cx="180595" cy="62689"/>
            </a:xfrm>
            <a:custGeom>
              <a:avLst/>
              <a:gdLst>
                <a:gd name="connsiteX0" fmla="*/ 0 w 191751"/>
                <a:gd name="connsiteY0" fmla="*/ 16402 h 66562"/>
                <a:gd name="connsiteX1" fmla="*/ 38134 w 191751"/>
                <a:gd name="connsiteY1" fmla="*/ 11618 h 66562"/>
                <a:gd name="connsiteX2" fmla="*/ 66769 w 191751"/>
                <a:gd name="connsiteY2" fmla="*/ 9294 h 66562"/>
                <a:gd name="connsiteX3" fmla="*/ 144062 w 191751"/>
                <a:gd name="connsiteY3" fmla="*/ 9158 h 66562"/>
                <a:gd name="connsiteX4" fmla="*/ 166615 w 191751"/>
                <a:gd name="connsiteY4" fmla="*/ 0 h 66562"/>
                <a:gd name="connsiteX5" fmla="*/ 185340 w 191751"/>
                <a:gd name="connsiteY5" fmla="*/ 34512 h 66562"/>
                <a:gd name="connsiteX6" fmla="*/ 191628 w 191751"/>
                <a:gd name="connsiteY6" fmla="*/ 48454 h 66562"/>
                <a:gd name="connsiteX7" fmla="*/ 191628 w 191751"/>
                <a:gd name="connsiteY7" fmla="*/ 48454 h 66562"/>
                <a:gd name="connsiteX8" fmla="*/ 177618 w 191751"/>
                <a:gd name="connsiteY8" fmla="*/ 62669 h 66562"/>
                <a:gd name="connsiteX9" fmla="*/ 36220 w 191751"/>
                <a:gd name="connsiteY9" fmla="*/ 45857 h 66562"/>
                <a:gd name="connsiteX10" fmla="*/ 0 w 191751"/>
                <a:gd name="connsiteY10" fmla="*/ 16402 h 66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1751" h="66562">
                  <a:moveTo>
                    <a:pt x="0" y="16402"/>
                  </a:moveTo>
                  <a:cubicBezTo>
                    <a:pt x="12780" y="15240"/>
                    <a:pt x="25491" y="15787"/>
                    <a:pt x="38134" y="11618"/>
                  </a:cubicBezTo>
                  <a:cubicBezTo>
                    <a:pt x="47019" y="8748"/>
                    <a:pt x="57201" y="9363"/>
                    <a:pt x="66769" y="9294"/>
                  </a:cubicBezTo>
                  <a:cubicBezTo>
                    <a:pt x="92534" y="9021"/>
                    <a:pt x="118298" y="9158"/>
                    <a:pt x="144062" y="9158"/>
                  </a:cubicBezTo>
                  <a:cubicBezTo>
                    <a:pt x="152810" y="9158"/>
                    <a:pt x="161421" y="8748"/>
                    <a:pt x="166615" y="0"/>
                  </a:cubicBezTo>
                  <a:cubicBezTo>
                    <a:pt x="176046" y="9773"/>
                    <a:pt x="182333" y="21254"/>
                    <a:pt x="185340" y="34512"/>
                  </a:cubicBezTo>
                  <a:cubicBezTo>
                    <a:pt x="188620" y="38613"/>
                    <a:pt x="187322" y="44832"/>
                    <a:pt x="191628" y="48454"/>
                  </a:cubicBezTo>
                  <a:lnTo>
                    <a:pt x="191628" y="48454"/>
                  </a:lnTo>
                  <a:cubicBezTo>
                    <a:pt x="192858" y="58910"/>
                    <a:pt x="184657" y="62395"/>
                    <a:pt x="177618" y="62669"/>
                  </a:cubicBezTo>
                  <a:cubicBezTo>
                    <a:pt x="129711" y="64240"/>
                    <a:pt x="80300" y="76952"/>
                    <a:pt x="36220" y="45857"/>
                  </a:cubicBezTo>
                  <a:cubicBezTo>
                    <a:pt x="22348" y="38339"/>
                    <a:pt x="4237" y="35811"/>
                    <a:pt x="0" y="16402"/>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54" name="Graphic 2466">
              <a:extLst>
                <a:ext uri="{FF2B5EF4-FFF2-40B4-BE49-F238E27FC236}">
                  <a16:creationId xmlns:a16="http://schemas.microsoft.com/office/drawing/2014/main" id="{71E53747-C107-46DF-B6F6-C6E684FC90AC}"/>
                </a:ext>
              </a:extLst>
            </p:cNvPr>
            <p:cNvSpPr/>
            <p:nvPr/>
          </p:nvSpPr>
          <p:spPr>
            <a:xfrm rot="20630650">
              <a:off x="11637149" y="2235599"/>
              <a:ext cx="162520" cy="73247"/>
            </a:xfrm>
            <a:custGeom>
              <a:avLst/>
              <a:gdLst>
                <a:gd name="connsiteX0" fmla="*/ 0 w 172560"/>
                <a:gd name="connsiteY0" fmla="*/ 0 h 77772"/>
                <a:gd name="connsiteX1" fmla="*/ 14625 w 172560"/>
                <a:gd name="connsiteY1" fmla="*/ 6014 h 77772"/>
                <a:gd name="connsiteX2" fmla="*/ 52349 w 172560"/>
                <a:gd name="connsiteY2" fmla="*/ 20024 h 77772"/>
                <a:gd name="connsiteX3" fmla="*/ 136409 w 172560"/>
                <a:gd name="connsiteY3" fmla="*/ 19819 h 77772"/>
                <a:gd name="connsiteX4" fmla="*/ 157047 w 172560"/>
                <a:gd name="connsiteY4" fmla="*/ 13190 h 77772"/>
                <a:gd name="connsiteX5" fmla="*/ 170306 w 172560"/>
                <a:gd name="connsiteY5" fmla="*/ 52144 h 77772"/>
                <a:gd name="connsiteX6" fmla="*/ 158004 w 172560"/>
                <a:gd name="connsiteY6" fmla="*/ 72851 h 77772"/>
                <a:gd name="connsiteX7" fmla="*/ 39912 w 172560"/>
                <a:gd name="connsiteY7" fmla="*/ 64377 h 77772"/>
                <a:gd name="connsiteX8" fmla="*/ 0 w 172560"/>
                <a:gd name="connsiteY8" fmla="*/ 0 h 77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2560" h="77772">
                  <a:moveTo>
                    <a:pt x="0" y="0"/>
                  </a:moveTo>
                  <a:cubicBezTo>
                    <a:pt x="5468" y="547"/>
                    <a:pt x="10935" y="1845"/>
                    <a:pt x="14625" y="6014"/>
                  </a:cubicBezTo>
                  <a:cubicBezTo>
                    <a:pt x="24739" y="17700"/>
                    <a:pt x="37519" y="20366"/>
                    <a:pt x="52349" y="20024"/>
                  </a:cubicBezTo>
                  <a:cubicBezTo>
                    <a:pt x="80369" y="19340"/>
                    <a:pt x="108388" y="19819"/>
                    <a:pt x="136409" y="19819"/>
                  </a:cubicBezTo>
                  <a:cubicBezTo>
                    <a:pt x="143995" y="19819"/>
                    <a:pt x="151649" y="19956"/>
                    <a:pt x="157047" y="13190"/>
                  </a:cubicBezTo>
                  <a:cubicBezTo>
                    <a:pt x="165317" y="24876"/>
                    <a:pt x="170169" y="37724"/>
                    <a:pt x="170306" y="52144"/>
                  </a:cubicBezTo>
                  <a:cubicBezTo>
                    <a:pt x="176934" y="65402"/>
                    <a:pt x="167777" y="72100"/>
                    <a:pt x="158004" y="72851"/>
                  </a:cubicBezTo>
                  <a:cubicBezTo>
                    <a:pt x="118367" y="75790"/>
                    <a:pt x="77840" y="85836"/>
                    <a:pt x="39912" y="64377"/>
                  </a:cubicBezTo>
                  <a:cubicBezTo>
                    <a:pt x="27884" y="42166"/>
                    <a:pt x="957" y="29045"/>
                    <a:pt x="0" y="0"/>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55" name="Graphic 2466">
              <a:extLst>
                <a:ext uri="{FF2B5EF4-FFF2-40B4-BE49-F238E27FC236}">
                  <a16:creationId xmlns:a16="http://schemas.microsoft.com/office/drawing/2014/main" id="{3156EE60-2CF9-4969-BE68-F7C5B7434666}"/>
                </a:ext>
              </a:extLst>
            </p:cNvPr>
            <p:cNvSpPr/>
            <p:nvPr/>
          </p:nvSpPr>
          <p:spPr>
            <a:xfrm rot="20630650">
              <a:off x="11674540" y="2359743"/>
              <a:ext cx="150163" cy="51087"/>
            </a:xfrm>
            <a:custGeom>
              <a:avLst/>
              <a:gdLst>
                <a:gd name="connsiteX0" fmla="*/ 146181 w 159439"/>
                <a:gd name="connsiteY0" fmla="*/ 47682 h 54243"/>
                <a:gd name="connsiteX1" fmla="*/ 118025 w 159439"/>
                <a:gd name="connsiteY1" fmla="*/ 54243 h 54243"/>
                <a:gd name="connsiteX2" fmla="*/ 20502 w 159439"/>
                <a:gd name="connsiteY2" fmla="*/ 54106 h 54243"/>
                <a:gd name="connsiteX3" fmla="*/ 0 w 159439"/>
                <a:gd name="connsiteY3" fmla="*/ 46657 h 54243"/>
                <a:gd name="connsiteX4" fmla="*/ 137 w 159439"/>
                <a:gd name="connsiteY4" fmla="*/ 41941 h 54243"/>
                <a:gd name="connsiteX5" fmla="*/ 3007 w 159439"/>
                <a:gd name="connsiteY5" fmla="*/ 32715 h 54243"/>
                <a:gd name="connsiteX6" fmla="*/ 41483 w 159439"/>
                <a:gd name="connsiteY6" fmla="*/ 458 h 54243"/>
                <a:gd name="connsiteX7" fmla="*/ 119733 w 159439"/>
                <a:gd name="connsiteY7" fmla="*/ 4627 h 54243"/>
                <a:gd name="connsiteX8" fmla="*/ 159440 w 159439"/>
                <a:gd name="connsiteY8" fmla="*/ 15015 h 54243"/>
                <a:gd name="connsiteX9" fmla="*/ 146181 w 159439"/>
                <a:gd name="connsiteY9" fmla="*/ 47682 h 54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439" h="54243">
                  <a:moveTo>
                    <a:pt x="146181" y="47682"/>
                  </a:moveTo>
                  <a:cubicBezTo>
                    <a:pt x="137160" y="51577"/>
                    <a:pt x="128071" y="54311"/>
                    <a:pt x="118025" y="54243"/>
                  </a:cubicBezTo>
                  <a:cubicBezTo>
                    <a:pt x="85494" y="53901"/>
                    <a:pt x="53033" y="54106"/>
                    <a:pt x="20502" y="54106"/>
                  </a:cubicBezTo>
                  <a:cubicBezTo>
                    <a:pt x="12712" y="54106"/>
                    <a:pt x="5262" y="53423"/>
                    <a:pt x="0" y="46657"/>
                  </a:cubicBezTo>
                  <a:cubicBezTo>
                    <a:pt x="68" y="45085"/>
                    <a:pt x="68" y="43513"/>
                    <a:pt x="137" y="41941"/>
                  </a:cubicBezTo>
                  <a:cubicBezTo>
                    <a:pt x="752" y="38729"/>
                    <a:pt x="1777" y="35722"/>
                    <a:pt x="3007" y="32715"/>
                  </a:cubicBezTo>
                  <a:cubicBezTo>
                    <a:pt x="12781" y="18364"/>
                    <a:pt x="16334" y="-3437"/>
                    <a:pt x="41483" y="458"/>
                  </a:cubicBezTo>
                  <a:cubicBezTo>
                    <a:pt x="67316" y="6541"/>
                    <a:pt x="93627" y="3534"/>
                    <a:pt x="119733" y="4627"/>
                  </a:cubicBezTo>
                  <a:cubicBezTo>
                    <a:pt x="133607" y="5174"/>
                    <a:pt x="148505" y="2850"/>
                    <a:pt x="159440" y="15015"/>
                  </a:cubicBezTo>
                  <a:cubicBezTo>
                    <a:pt x="159029" y="27522"/>
                    <a:pt x="153631" y="37978"/>
                    <a:pt x="146181" y="47682"/>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56" name="Graphic 2466">
              <a:extLst>
                <a:ext uri="{FF2B5EF4-FFF2-40B4-BE49-F238E27FC236}">
                  <a16:creationId xmlns:a16="http://schemas.microsoft.com/office/drawing/2014/main" id="{F75FDFD1-4068-4B2D-B15E-10760BDBDED6}"/>
                </a:ext>
              </a:extLst>
            </p:cNvPr>
            <p:cNvSpPr/>
            <p:nvPr/>
          </p:nvSpPr>
          <p:spPr>
            <a:xfrm rot="20630650">
              <a:off x="11679430" y="2278048"/>
              <a:ext cx="135445" cy="59288"/>
            </a:xfrm>
            <a:custGeom>
              <a:avLst/>
              <a:gdLst>
                <a:gd name="connsiteX0" fmla="*/ 5882 w 143813"/>
                <a:gd name="connsiteY0" fmla="*/ 478 h 62950"/>
                <a:gd name="connsiteX1" fmla="*/ 30484 w 143813"/>
                <a:gd name="connsiteY1" fmla="*/ 13873 h 62950"/>
                <a:gd name="connsiteX2" fmla="*/ 121651 w 143813"/>
                <a:gd name="connsiteY2" fmla="*/ 13463 h 62950"/>
                <a:gd name="connsiteX3" fmla="*/ 137027 w 143813"/>
                <a:gd name="connsiteY3" fmla="*/ 0 h 62950"/>
                <a:gd name="connsiteX4" fmla="*/ 142426 w 143813"/>
                <a:gd name="connsiteY4" fmla="*/ 46540 h 62950"/>
                <a:gd name="connsiteX5" fmla="*/ 116320 w 143813"/>
                <a:gd name="connsiteY5" fmla="*/ 62190 h 62950"/>
                <a:gd name="connsiteX6" fmla="*/ 39095 w 143813"/>
                <a:gd name="connsiteY6" fmla="*/ 62122 h 62950"/>
                <a:gd name="connsiteX7" fmla="*/ 6906 w 143813"/>
                <a:gd name="connsiteY7" fmla="*/ 39091 h 62950"/>
                <a:gd name="connsiteX8" fmla="*/ 5882 w 143813"/>
                <a:gd name="connsiteY8" fmla="*/ 478 h 6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813" h="62950">
                  <a:moveTo>
                    <a:pt x="5882" y="478"/>
                  </a:moveTo>
                  <a:cubicBezTo>
                    <a:pt x="13057" y="6766"/>
                    <a:pt x="18730" y="14215"/>
                    <a:pt x="30484" y="13873"/>
                  </a:cubicBezTo>
                  <a:cubicBezTo>
                    <a:pt x="60827" y="12985"/>
                    <a:pt x="91239" y="13463"/>
                    <a:pt x="121651" y="13463"/>
                  </a:cubicBezTo>
                  <a:cubicBezTo>
                    <a:pt x="130808" y="13463"/>
                    <a:pt x="135592" y="8679"/>
                    <a:pt x="137027" y="0"/>
                  </a:cubicBezTo>
                  <a:cubicBezTo>
                    <a:pt x="145570" y="14762"/>
                    <a:pt x="144339" y="30617"/>
                    <a:pt x="142426" y="46540"/>
                  </a:cubicBezTo>
                  <a:cubicBezTo>
                    <a:pt x="137301" y="57680"/>
                    <a:pt x="127596" y="61780"/>
                    <a:pt x="116320" y="62190"/>
                  </a:cubicBezTo>
                  <a:cubicBezTo>
                    <a:pt x="90555" y="63147"/>
                    <a:pt x="64791" y="63284"/>
                    <a:pt x="39095" y="62122"/>
                  </a:cubicBezTo>
                  <a:cubicBezTo>
                    <a:pt x="23650" y="61438"/>
                    <a:pt x="13262" y="52896"/>
                    <a:pt x="6906" y="39091"/>
                  </a:cubicBezTo>
                  <a:cubicBezTo>
                    <a:pt x="1849" y="26448"/>
                    <a:pt x="-5190" y="13668"/>
                    <a:pt x="5882" y="478"/>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57" name="Graphic 2466">
              <a:extLst>
                <a:ext uri="{FF2B5EF4-FFF2-40B4-BE49-F238E27FC236}">
                  <a16:creationId xmlns:a16="http://schemas.microsoft.com/office/drawing/2014/main" id="{8E0065B2-91BA-45A9-8149-6C0A16CF8518}"/>
                </a:ext>
              </a:extLst>
            </p:cNvPr>
            <p:cNvSpPr/>
            <p:nvPr/>
          </p:nvSpPr>
          <p:spPr>
            <a:xfrm rot="20630650">
              <a:off x="11694114" y="2335499"/>
              <a:ext cx="128782" cy="34563"/>
            </a:xfrm>
            <a:custGeom>
              <a:avLst/>
              <a:gdLst>
                <a:gd name="connsiteX0" fmla="*/ 129357 w 136737"/>
                <a:gd name="connsiteY0" fmla="*/ 36699 h 36698"/>
                <a:gd name="connsiteX1" fmla="*/ 21447 w 136737"/>
                <a:gd name="connsiteY1" fmla="*/ 36426 h 36698"/>
                <a:gd name="connsiteX2" fmla="*/ 3132 w 136737"/>
                <a:gd name="connsiteY2" fmla="*/ 22142 h 36698"/>
                <a:gd name="connsiteX3" fmla="*/ 12904 w 136737"/>
                <a:gd name="connsiteY3" fmla="*/ 0 h 36698"/>
                <a:gd name="connsiteX4" fmla="*/ 100654 w 136737"/>
                <a:gd name="connsiteY4" fmla="*/ 478 h 36698"/>
                <a:gd name="connsiteX5" fmla="*/ 136738 w 136737"/>
                <a:gd name="connsiteY5" fmla="*/ 10661 h 36698"/>
                <a:gd name="connsiteX6" fmla="*/ 129357 w 136737"/>
                <a:gd name="connsiteY6" fmla="*/ 36699 h 36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737" h="36698">
                  <a:moveTo>
                    <a:pt x="129357" y="36699"/>
                  </a:moveTo>
                  <a:cubicBezTo>
                    <a:pt x="93410" y="36562"/>
                    <a:pt x="57394" y="36357"/>
                    <a:pt x="21447" y="36426"/>
                  </a:cubicBezTo>
                  <a:cubicBezTo>
                    <a:pt x="11264" y="36426"/>
                    <a:pt x="4772" y="32599"/>
                    <a:pt x="3132" y="22142"/>
                  </a:cubicBezTo>
                  <a:cubicBezTo>
                    <a:pt x="-2951" y="10661"/>
                    <a:pt x="-422" y="2939"/>
                    <a:pt x="12904" y="0"/>
                  </a:cubicBezTo>
                  <a:cubicBezTo>
                    <a:pt x="42154" y="957"/>
                    <a:pt x="71404" y="68"/>
                    <a:pt x="100654" y="478"/>
                  </a:cubicBezTo>
                  <a:cubicBezTo>
                    <a:pt x="113502" y="683"/>
                    <a:pt x="127034" y="-888"/>
                    <a:pt x="136738" y="10661"/>
                  </a:cubicBezTo>
                  <a:cubicBezTo>
                    <a:pt x="136123" y="19887"/>
                    <a:pt x="136396" y="29318"/>
                    <a:pt x="129357" y="36699"/>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58" name="Graphic 2466">
              <a:extLst>
                <a:ext uri="{FF2B5EF4-FFF2-40B4-BE49-F238E27FC236}">
                  <a16:creationId xmlns:a16="http://schemas.microsoft.com/office/drawing/2014/main" id="{4CD5FEA5-1CBE-47F5-977D-EB581D5A9A15}"/>
                </a:ext>
              </a:extLst>
            </p:cNvPr>
            <p:cNvSpPr/>
            <p:nvPr/>
          </p:nvSpPr>
          <p:spPr>
            <a:xfrm rot="20630650">
              <a:off x="11689887" y="2307970"/>
              <a:ext cx="130180" cy="37589"/>
            </a:xfrm>
            <a:custGeom>
              <a:avLst/>
              <a:gdLst>
                <a:gd name="connsiteX0" fmla="*/ 133392 w 138222"/>
                <a:gd name="connsiteY0" fmla="*/ 39911 h 39911"/>
                <a:gd name="connsiteX1" fmla="*/ 29446 w 138222"/>
                <a:gd name="connsiteY1" fmla="*/ 39433 h 39911"/>
                <a:gd name="connsiteX2" fmla="*/ 6141 w 138222"/>
                <a:gd name="connsiteY2" fmla="*/ 31300 h 39911"/>
                <a:gd name="connsiteX3" fmla="*/ 7509 w 138222"/>
                <a:gd name="connsiteY3" fmla="*/ 0 h 39911"/>
                <a:gd name="connsiteX4" fmla="*/ 14343 w 138222"/>
                <a:gd name="connsiteY4" fmla="*/ 10935 h 39911"/>
                <a:gd name="connsiteX5" fmla="*/ 23774 w 138222"/>
                <a:gd name="connsiteY5" fmla="*/ 18930 h 39911"/>
                <a:gd name="connsiteX6" fmla="*/ 128403 w 138222"/>
                <a:gd name="connsiteY6" fmla="*/ 17359 h 39911"/>
                <a:gd name="connsiteX7" fmla="*/ 137356 w 138222"/>
                <a:gd name="connsiteY7" fmla="*/ 13327 h 39911"/>
                <a:gd name="connsiteX8" fmla="*/ 133392 w 138222"/>
                <a:gd name="connsiteY8" fmla="*/ 39911 h 3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8222" h="39911">
                  <a:moveTo>
                    <a:pt x="133392" y="39911"/>
                  </a:moveTo>
                  <a:cubicBezTo>
                    <a:pt x="98743" y="39774"/>
                    <a:pt x="64094" y="39569"/>
                    <a:pt x="29446" y="39433"/>
                  </a:cubicBezTo>
                  <a:cubicBezTo>
                    <a:pt x="20766" y="39364"/>
                    <a:pt x="11882" y="39774"/>
                    <a:pt x="6141" y="31300"/>
                  </a:cubicBezTo>
                  <a:cubicBezTo>
                    <a:pt x="-2196" y="20502"/>
                    <a:pt x="-2333" y="10046"/>
                    <a:pt x="7509" y="0"/>
                  </a:cubicBezTo>
                  <a:cubicBezTo>
                    <a:pt x="9832" y="3622"/>
                    <a:pt x="12429" y="7108"/>
                    <a:pt x="14343" y="10935"/>
                  </a:cubicBezTo>
                  <a:cubicBezTo>
                    <a:pt x="16392" y="15103"/>
                    <a:pt x="19126" y="18862"/>
                    <a:pt x="23774" y="18930"/>
                  </a:cubicBezTo>
                  <a:cubicBezTo>
                    <a:pt x="58627" y="19340"/>
                    <a:pt x="93618" y="22074"/>
                    <a:pt x="128403" y="17359"/>
                  </a:cubicBezTo>
                  <a:cubicBezTo>
                    <a:pt x="131479" y="16949"/>
                    <a:pt x="134349" y="14693"/>
                    <a:pt x="137356" y="13327"/>
                  </a:cubicBezTo>
                  <a:cubicBezTo>
                    <a:pt x="138654" y="22621"/>
                    <a:pt x="139269" y="31710"/>
                    <a:pt x="133392" y="39911"/>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59" name="Graphic 2466">
              <a:extLst>
                <a:ext uri="{FF2B5EF4-FFF2-40B4-BE49-F238E27FC236}">
                  <a16:creationId xmlns:a16="http://schemas.microsoft.com/office/drawing/2014/main" id="{AA665D22-B8EB-41AD-8B0D-484FAE96542D}"/>
                </a:ext>
              </a:extLst>
            </p:cNvPr>
            <p:cNvSpPr/>
            <p:nvPr/>
          </p:nvSpPr>
          <p:spPr>
            <a:xfrm rot="20630650">
              <a:off x="11767965" y="2218406"/>
              <a:ext cx="5973" cy="13130"/>
            </a:xfrm>
            <a:custGeom>
              <a:avLst/>
              <a:gdLst>
                <a:gd name="connsiteX0" fmla="*/ 6325 w 6342"/>
                <a:gd name="connsiteY0" fmla="*/ 13941 h 13941"/>
                <a:gd name="connsiteX1" fmla="*/ 37 w 6342"/>
                <a:gd name="connsiteY1" fmla="*/ 0 h 13941"/>
                <a:gd name="connsiteX2" fmla="*/ 6325 w 6342"/>
                <a:gd name="connsiteY2" fmla="*/ 13941 h 13941"/>
              </a:gdLst>
              <a:ahLst/>
              <a:cxnLst>
                <a:cxn ang="0">
                  <a:pos x="connsiteX0" y="connsiteY0"/>
                </a:cxn>
                <a:cxn ang="0">
                  <a:pos x="connsiteX1" y="connsiteY1"/>
                </a:cxn>
                <a:cxn ang="0">
                  <a:pos x="connsiteX2" y="connsiteY2"/>
                </a:cxn>
              </a:cxnLst>
              <a:rect l="l" t="t" r="r" b="b"/>
              <a:pathLst>
                <a:path w="6342" h="13941">
                  <a:moveTo>
                    <a:pt x="6325" y="13941"/>
                  </a:moveTo>
                  <a:cubicBezTo>
                    <a:pt x="925" y="10798"/>
                    <a:pt x="-237" y="5741"/>
                    <a:pt x="37" y="0"/>
                  </a:cubicBezTo>
                  <a:cubicBezTo>
                    <a:pt x="5026" y="3349"/>
                    <a:pt x="6529" y="8269"/>
                    <a:pt x="6325" y="13941"/>
                  </a:cubicBezTo>
                  <a:close/>
                </a:path>
              </a:pathLst>
            </a:custGeom>
            <a:solidFill>
              <a:schemeClr val="bg1"/>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60" name="Graphic 2466">
              <a:extLst>
                <a:ext uri="{FF2B5EF4-FFF2-40B4-BE49-F238E27FC236}">
                  <a16:creationId xmlns:a16="http://schemas.microsoft.com/office/drawing/2014/main" id="{07E477B7-939B-49DE-B674-7E7997889D53}"/>
                </a:ext>
              </a:extLst>
            </p:cNvPr>
            <p:cNvSpPr/>
            <p:nvPr/>
          </p:nvSpPr>
          <p:spPr>
            <a:xfrm rot="20630650">
              <a:off x="9978345" y="2607118"/>
              <a:ext cx="47797" cy="198128"/>
            </a:xfrm>
            <a:custGeom>
              <a:avLst/>
              <a:gdLst>
                <a:gd name="connsiteX0" fmla="*/ 19819 w 50750"/>
                <a:gd name="connsiteY0" fmla="*/ 209139 h 210368"/>
                <a:gd name="connsiteX1" fmla="*/ 13873 w 50750"/>
                <a:gd name="connsiteY1" fmla="*/ 210369 h 210368"/>
                <a:gd name="connsiteX2" fmla="*/ 6629 w 50750"/>
                <a:gd name="connsiteY2" fmla="*/ 183511 h 210368"/>
                <a:gd name="connsiteX3" fmla="*/ 6629 w 50750"/>
                <a:gd name="connsiteY3" fmla="*/ 34801 h 210368"/>
                <a:gd name="connsiteX4" fmla="*/ 0 w 50750"/>
                <a:gd name="connsiteY4" fmla="*/ 562 h 210368"/>
                <a:gd name="connsiteX5" fmla="*/ 26857 w 50750"/>
                <a:gd name="connsiteY5" fmla="*/ 4799 h 210368"/>
                <a:gd name="connsiteX6" fmla="*/ 38271 w 50750"/>
                <a:gd name="connsiteY6" fmla="*/ 7670 h 210368"/>
                <a:gd name="connsiteX7" fmla="*/ 48590 w 50750"/>
                <a:gd name="connsiteY7" fmla="*/ 30906 h 210368"/>
                <a:gd name="connsiteX8" fmla="*/ 46198 w 50750"/>
                <a:gd name="connsiteY8" fmla="*/ 196700 h 210368"/>
                <a:gd name="connsiteX9" fmla="*/ 27473 w 50750"/>
                <a:gd name="connsiteY9" fmla="*/ 203808 h 210368"/>
                <a:gd name="connsiteX10" fmla="*/ 19819 w 50750"/>
                <a:gd name="connsiteY10" fmla="*/ 209139 h 210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750" h="210368">
                  <a:moveTo>
                    <a:pt x="19819" y="209139"/>
                  </a:moveTo>
                  <a:cubicBezTo>
                    <a:pt x="17905" y="209685"/>
                    <a:pt x="15923" y="210095"/>
                    <a:pt x="13873" y="210369"/>
                  </a:cubicBezTo>
                  <a:cubicBezTo>
                    <a:pt x="4852" y="203193"/>
                    <a:pt x="6629" y="193010"/>
                    <a:pt x="6629" y="183511"/>
                  </a:cubicBezTo>
                  <a:cubicBezTo>
                    <a:pt x="6492" y="133964"/>
                    <a:pt x="6492" y="84348"/>
                    <a:pt x="6629" y="34801"/>
                  </a:cubicBezTo>
                  <a:cubicBezTo>
                    <a:pt x="6629" y="22910"/>
                    <a:pt x="7039" y="11019"/>
                    <a:pt x="0" y="562"/>
                  </a:cubicBezTo>
                  <a:cubicBezTo>
                    <a:pt x="9499" y="-1625"/>
                    <a:pt x="17905" y="3159"/>
                    <a:pt x="26857" y="4799"/>
                  </a:cubicBezTo>
                  <a:cubicBezTo>
                    <a:pt x="31027" y="4184"/>
                    <a:pt x="34854" y="5141"/>
                    <a:pt x="38271" y="7670"/>
                  </a:cubicBezTo>
                  <a:cubicBezTo>
                    <a:pt x="45242" y="13821"/>
                    <a:pt x="48453" y="22158"/>
                    <a:pt x="48590" y="30906"/>
                  </a:cubicBezTo>
                  <a:cubicBezTo>
                    <a:pt x="49479" y="86193"/>
                    <a:pt x="54126" y="141549"/>
                    <a:pt x="46198" y="196700"/>
                  </a:cubicBezTo>
                  <a:cubicBezTo>
                    <a:pt x="41551" y="203193"/>
                    <a:pt x="34444" y="203398"/>
                    <a:pt x="27473" y="203808"/>
                  </a:cubicBezTo>
                  <a:cubicBezTo>
                    <a:pt x="24397" y="204901"/>
                    <a:pt x="22006" y="206952"/>
                    <a:pt x="19819" y="209139"/>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61" name="Graphic 2466">
              <a:extLst>
                <a:ext uri="{FF2B5EF4-FFF2-40B4-BE49-F238E27FC236}">
                  <a16:creationId xmlns:a16="http://schemas.microsoft.com/office/drawing/2014/main" id="{DFA1F6FA-2384-489F-8977-C333C35EF207}"/>
                </a:ext>
              </a:extLst>
            </p:cNvPr>
            <p:cNvSpPr/>
            <p:nvPr/>
          </p:nvSpPr>
          <p:spPr>
            <a:xfrm rot="20630650">
              <a:off x="10045963" y="2825164"/>
              <a:ext cx="43768" cy="185949"/>
            </a:xfrm>
            <a:custGeom>
              <a:avLst/>
              <a:gdLst>
                <a:gd name="connsiteX0" fmla="*/ 27473 w 46472"/>
                <a:gd name="connsiteY0" fmla="*/ 6287 h 197436"/>
                <a:gd name="connsiteX1" fmla="*/ 46472 w 46472"/>
                <a:gd name="connsiteY1" fmla="*/ 13326 h 197436"/>
                <a:gd name="connsiteX2" fmla="*/ 42509 w 46472"/>
                <a:gd name="connsiteY2" fmla="*/ 159097 h 197436"/>
                <a:gd name="connsiteX3" fmla="*/ 13327 w 46472"/>
                <a:gd name="connsiteY3" fmla="*/ 197027 h 197436"/>
                <a:gd name="connsiteX4" fmla="*/ 7176 w 46472"/>
                <a:gd name="connsiteY4" fmla="*/ 197437 h 197436"/>
                <a:gd name="connsiteX5" fmla="*/ 0 w 46472"/>
                <a:gd name="connsiteY5" fmla="*/ 197027 h 197436"/>
                <a:gd name="connsiteX6" fmla="*/ 205 w 46472"/>
                <a:gd name="connsiteY6" fmla="*/ 34717 h 197436"/>
                <a:gd name="connsiteX7" fmla="*/ 820 w 46472"/>
                <a:gd name="connsiteY7" fmla="*/ 12028 h 197436"/>
                <a:gd name="connsiteX8" fmla="*/ 13873 w 46472"/>
                <a:gd name="connsiteY8" fmla="*/ 0 h 197436"/>
                <a:gd name="connsiteX9" fmla="*/ 19887 w 46472"/>
                <a:gd name="connsiteY9" fmla="*/ 1025 h 197436"/>
                <a:gd name="connsiteX10" fmla="*/ 27473 w 46472"/>
                <a:gd name="connsiteY10" fmla="*/ 6287 h 19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472" h="197436">
                  <a:moveTo>
                    <a:pt x="27473" y="6287"/>
                  </a:moveTo>
                  <a:cubicBezTo>
                    <a:pt x="34512" y="6697"/>
                    <a:pt x="41620" y="6971"/>
                    <a:pt x="46472" y="13326"/>
                  </a:cubicBezTo>
                  <a:cubicBezTo>
                    <a:pt x="37861" y="61712"/>
                    <a:pt x="43738" y="110507"/>
                    <a:pt x="42509" y="159097"/>
                  </a:cubicBezTo>
                  <a:cubicBezTo>
                    <a:pt x="41961" y="180078"/>
                    <a:pt x="37315" y="195318"/>
                    <a:pt x="13327" y="197027"/>
                  </a:cubicBezTo>
                  <a:cubicBezTo>
                    <a:pt x="11276" y="197300"/>
                    <a:pt x="9227" y="197437"/>
                    <a:pt x="7176" y="197437"/>
                  </a:cubicBezTo>
                  <a:cubicBezTo>
                    <a:pt x="4784" y="197300"/>
                    <a:pt x="2393" y="197163"/>
                    <a:pt x="0" y="197027"/>
                  </a:cubicBezTo>
                  <a:cubicBezTo>
                    <a:pt x="68" y="142901"/>
                    <a:pt x="68" y="88843"/>
                    <a:pt x="205" y="34717"/>
                  </a:cubicBezTo>
                  <a:cubicBezTo>
                    <a:pt x="205" y="27131"/>
                    <a:pt x="342" y="19545"/>
                    <a:pt x="820" y="12028"/>
                  </a:cubicBezTo>
                  <a:cubicBezTo>
                    <a:pt x="1367" y="4100"/>
                    <a:pt x="7245" y="1504"/>
                    <a:pt x="13873" y="0"/>
                  </a:cubicBezTo>
                  <a:cubicBezTo>
                    <a:pt x="15924" y="137"/>
                    <a:pt x="17905" y="547"/>
                    <a:pt x="19887" y="1025"/>
                  </a:cubicBezTo>
                  <a:cubicBezTo>
                    <a:pt x="22211" y="3075"/>
                    <a:pt x="24535" y="5126"/>
                    <a:pt x="27473" y="6287"/>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62" name="Graphic 2466">
              <a:extLst>
                <a:ext uri="{FF2B5EF4-FFF2-40B4-BE49-F238E27FC236}">
                  <a16:creationId xmlns:a16="http://schemas.microsoft.com/office/drawing/2014/main" id="{09602E08-2132-440E-9113-000B3C69D439}"/>
                </a:ext>
              </a:extLst>
            </p:cNvPr>
            <p:cNvSpPr/>
            <p:nvPr/>
          </p:nvSpPr>
          <p:spPr>
            <a:xfrm rot="20630650">
              <a:off x="10022474" y="2604196"/>
              <a:ext cx="55574" cy="145477"/>
            </a:xfrm>
            <a:custGeom>
              <a:avLst/>
              <a:gdLst>
                <a:gd name="connsiteX0" fmla="*/ 59007 w 59007"/>
                <a:gd name="connsiteY0" fmla="*/ 145368 h 154464"/>
                <a:gd name="connsiteX1" fmla="*/ 32218 w 59007"/>
                <a:gd name="connsiteY1" fmla="*/ 151587 h 154464"/>
                <a:gd name="connsiteX2" fmla="*/ 3446 w 59007"/>
                <a:gd name="connsiteY2" fmla="*/ 133203 h 154464"/>
                <a:gd name="connsiteX3" fmla="*/ 7820 w 59007"/>
                <a:gd name="connsiteY3" fmla="*/ 4107 h 154464"/>
                <a:gd name="connsiteX4" fmla="*/ 18618 w 59007"/>
                <a:gd name="connsiteY4" fmla="*/ 1168 h 154464"/>
                <a:gd name="connsiteX5" fmla="*/ 26477 w 59007"/>
                <a:gd name="connsiteY5" fmla="*/ 6636 h 154464"/>
                <a:gd name="connsiteX6" fmla="*/ 38368 w 59007"/>
                <a:gd name="connsiteY6" fmla="*/ 23448 h 154464"/>
                <a:gd name="connsiteX7" fmla="*/ 38437 w 59007"/>
                <a:gd name="connsiteY7" fmla="*/ 84954 h 154464"/>
                <a:gd name="connsiteX8" fmla="*/ 38505 w 59007"/>
                <a:gd name="connsiteY8" fmla="*/ 123772 h 154464"/>
                <a:gd name="connsiteX9" fmla="*/ 59007 w 59007"/>
                <a:gd name="connsiteY9" fmla="*/ 145368 h 154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007" h="154464">
                  <a:moveTo>
                    <a:pt x="59007" y="145368"/>
                  </a:moveTo>
                  <a:cubicBezTo>
                    <a:pt x="51216" y="152270"/>
                    <a:pt x="41512" y="151245"/>
                    <a:pt x="32218" y="151587"/>
                  </a:cubicBezTo>
                  <a:cubicBezTo>
                    <a:pt x="13493" y="159788"/>
                    <a:pt x="4266" y="149468"/>
                    <a:pt x="3446" y="133203"/>
                  </a:cubicBezTo>
                  <a:cubicBezTo>
                    <a:pt x="1260" y="90148"/>
                    <a:pt x="-4960" y="46683"/>
                    <a:pt x="7820" y="4107"/>
                  </a:cubicBezTo>
                  <a:cubicBezTo>
                    <a:pt x="10554" y="-62"/>
                    <a:pt x="14108" y="-1087"/>
                    <a:pt x="18618" y="1168"/>
                  </a:cubicBezTo>
                  <a:cubicBezTo>
                    <a:pt x="21215" y="3014"/>
                    <a:pt x="23607" y="5747"/>
                    <a:pt x="26477" y="6636"/>
                  </a:cubicBezTo>
                  <a:cubicBezTo>
                    <a:pt x="35020" y="9233"/>
                    <a:pt x="38437" y="14768"/>
                    <a:pt x="38368" y="23448"/>
                  </a:cubicBezTo>
                  <a:cubicBezTo>
                    <a:pt x="38232" y="43950"/>
                    <a:pt x="38368" y="64452"/>
                    <a:pt x="38437" y="84954"/>
                  </a:cubicBezTo>
                  <a:cubicBezTo>
                    <a:pt x="38437" y="97871"/>
                    <a:pt x="38232" y="110856"/>
                    <a:pt x="38505" y="123772"/>
                  </a:cubicBezTo>
                  <a:cubicBezTo>
                    <a:pt x="38915" y="140789"/>
                    <a:pt x="39052" y="140789"/>
                    <a:pt x="59007" y="145368"/>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63" name="Graphic 2466">
              <a:extLst>
                <a:ext uri="{FF2B5EF4-FFF2-40B4-BE49-F238E27FC236}">
                  <a16:creationId xmlns:a16="http://schemas.microsoft.com/office/drawing/2014/main" id="{87D8ED6B-839A-4DD6-A4D3-1337E8CAE398}"/>
                </a:ext>
              </a:extLst>
            </p:cNvPr>
            <p:cNvSpPr/>
            <p:nvPr/>
          </p:nvSpPr>
          <p:spPr>
            <a:xfrm rot="20630650">
              <a:off x="9976614" y="2602091"/>
              <a:ext cx="54452" cy="16701"/>
            </a:xfrm>
            <a:custGeom>
              <a:avLst/>
              <a:gdLst>
                <a:gd name="connsiteX0" fmla="*/ 45652 w 57816"/>
                <a:gd name="connsiteY0" fmla="*/ 14330 h 17733"/>
                <a:gd name="connsiteX1" fmla="*/ 39091 w 57816"/>
                <a:gd name="connsiteY1" fmla="*/ 14398 h 17733"/>
                <a:gd name="connsiteX2" fmla="*/ 6492 w 57816"/>
                <a:gd name="connsiteY2" fmla="*/ 7701 h 17733"/>
                <a:gd name="connsiteX3" fmla="*/ 410 w 57816"/>
                <a:gd name="connsiteY3" fmla="*/ 5651 h 17733"/>
                <a:gd name="connsiteX4" fmla="*/ 0 w 57816"/>
                <a:gd name="connsiteY4" fmla="*/ 1345 h 17733"/>
                <a:gd name="connsiteX5" fmla="*/ 57816 w 57816"/>
                <a:gd name="connsiteY5" fmla="*/ 7564 h 17733"/>
                <a:gd name="connsiteX6" fmla="*/ 45652 w 57816"/>
                <a:gd name="connsiteY6" fmla="*/ 14330 h 17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816" h="17733">
                  <a:moveTo>
                    <a:pt x="45652" y="14330"/>
                  </a:moveTo>
                  <a:cubicBezTo>
                    <a:pt x="43465" y="14330"/>
                    <a:pt x="41278" y="14398"/>
                    <a:pt x="39091" y="14398"/>
                  </a:cubicBezTo>
                  <a:cubicBezTo>
                    <a:pt x="25970" y="23214"/>
                    <a:pt x="16880" y="12280"/>
                    <a:pt x="6492" y="7701"/>
                  </a:cubicBezTo>
                  <a:cubicBezTo>
                    <a:pt x="4442" y="7086"/>
                    <a:pt x="2460" y="6402"/>
                    <a:pt x="410" y="5651"/>
                  </a:cubicBezTo>
                  <a:cubicBezTo>
                    <a:pt x="274" y="4216"/>
                    <a:pt x="137" y="2780"/>
                    <a:pt x="0" y="1345"/>
                  </a:cubicBezTo>
                  <a:cubicBezTo>
                    <a:pt x="19956" y="-2960"/>
                    <a:pt x="38681" y="4147"/>
                    <a:pt x="57816" y="7564"/>
                  </a:cubicBezTo>
                  <a:cubicBezTo>
                    <a:pt x="55424" y="12827"/>
                    <a:pt x="50436" y="13373"/>
                    <a:pt x="45652" y="14330"/>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64" name="Graphic 2466">
              <a:extLst>
                <a:ext uri="{FF2B5EF4-FFF2-40B4-BE49-F238E27FC236}">
                  <a16:creationId xmlns:a16="http://schemas.microsoft.com/office/drawing/2014/main" id="{D34A99BD-AE73-4A61-9C3A-935AB951943D}"/>
                </a:ext>
              </a:extLst>
            </p:cNvPr>
            <p:cNvSpPr/>
            <p:nvPr/>
          </p:nvSpPr>
          <p:spPr>
            <a:xfrm rot="20630650">
              <a:off x="10157005" y="2702780"/>
              <a:ext cx="19631" cy="6684"/>
            </a:xfrm>
            <a:custGeom>
              <a:avLst/>
              <a:gdLst>
                <a:gd name="connsiteX0" fmla="*/ 546 w 20844"/>
                <a:gd name="connsiteY0" fmla="*/ 647 h 7097"/>
                <a:gd name="connsiteX1" fmla="*/ 20844 w 20844"/>
                <a:gd name="connsiteY1" fmla="*/ 3927 h 7097"/>
                <a:gd name="connsiteX2" fmla="*/ 0 w 20844"/>
                <a:gd name="connsiteY2" fmla="*/ 5909 h 7097"/>
                <a:gd name="connsiteX3" fmla="*/ 546 w 20844"/>
                <a:gd name="connsiteY3" fmla="*/ 647 h 7097"/>
              </a:gdLst>
              <a:ahLst/>
              <a:cxnLst>
                <a:cxn ang="0">
                  <a:pos x="connsiteX0" y="connsiteY0"/>
                </a:cxn>
                <a:cxn ang="0">
                  <a:pos x="connsiteX1" y="connsiteY1"/>
                </a:cxn>
                <a:cxn ang="0">
                  <a:pos x="connsiteX2" y="connsiteY2"/>
                </a:cxn>
                <a:cxn ang="0">
                  <a:pos x="connsiteX3" y="connsiteY3"/>
                </a:cxn>
              </a:cxnLst>
              <a:rect l="l" t="t" r="r" b="b"/>
              <a:pathLst>
                <a:path w="20844" h="7097">
                  <a:moveTo>
                    <a:pt x="546" y="647"/>
                  </a:moveTo>
                  <a:cubicBezTo>
                    <a:pt x="7449" y="578"/>
                    <a:pt x="14830" y="-2087"/>
                    <a:pt x="20844" y="3927"/>
                  </a:cubicBezTo>
                  <a:cubicBezTo>
                    <a:pt x="14215" y="8916"/>
                    <a:pt x="7039" y="6729"/>
                    <a:pt x="0" y="5909"/>
                  </a:cubicBezTo>
                  <a:cubicBezTo>
                    <a:pt x="342" y="4200"/>
                    <a:pt x="478" y="2424"/>
                    <a:pt x="546" y="647"/>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65" name="Graphic 2466">
              <a:extLst>
                <a:ext uri="{FF2B5EF4-FFF2-40B4-BE49-F238E27FC236}">
                  <a16:creationId xmlns:a16="http://schemas.microsoft.com/office/drawing/2014/main" id="{D914BD07-7D7B-4874-994B-6AE9D4A23527}"/>
                </a:ext>
              </a:extLst>
            </p:cNvPr>
            <p:cNvSpPr/>
            <p:nvPr/>
          </p:nvSpPr>
          <p:spPr>
            <a:xfrm rot="20630650">
              <a:off x="10098613" y="2848592"/>
              <a:ext cx="61533" cy="132724"/>
            </a:xfrm>
            <a:custGeom>
              <a:avLst/>
              <a:gdLst>
                <a:gd name="connsiteX0" fmla="*/ 31917 w 65334"/>
                <a:gd name="connsiteY0" fmla="*/ 2739 h 140923"/>
                <a:gd name="connsiteX1" fmla="*/ 65334 w 65334"/>
                <a:gd name="connsiteY1" fmla="*/ 9026 h 140923"/>
                <a:gd name="connsiteX2" fmla="*/ 55699 w 65334"/>
                <a:gd name="connsiteY2" fmla="*/ 9846 h 140923"/>
                <a:gd name="connsiteX3" fmla="*/ 37998 w 65334"/>
                <a:gd name="connsiteY3" fmla="*/ 27273 h 140923"/>
                <a:gd name="connsiteX4" fmla="*/ 37725 w 65334"/>
                <a:gd name="connsiteY4" fmla="*/ 92060 h 140923"/>
                <a:gd name="connsiteX5" fmla="*/ 37725 w 65334"/>
                <a:gd name="connsiteY5" fmla="*/ 108257 h 140923"/>
                <a:gd name="connsiteX6" fmla="*/ 11550 w 65334"/>
                <a:gd name="connsiteY6" fmla="*/ 140924 h 140923"/>
                <a:gd name="connsiteX7" fmla="*/ 4785 w 65334"/>
                <a:gd name="connsiteY7" fmla="*/ 14493 h 140923"/>
                <a:gd name="connsiteX8" fmla="*/ 31917 w 65334"/>
                <a:gd name="connsiteY8" fmla="*/ 2739 h 140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334" h="140923">
                  <a:moveTo>
                    <a:pt x="31917" y="2739"/>
                  </a:moveTo>
                  <a:cubicBezTo>
                    <a:pt x="43329" y="3490"/>
                    <a:pt x="55220" y="1440"/>
                    <a:pt x="65334" y="9026"/>
                  </a:cubicBezTo>
                  <a:cubicBezTo>
                    <a:pt x="62123" y="9299"/>
                    <a:pt x="58842" y="9299"/>
                    <a:pt x="55699" y="9846"/>
                  </a:cubicBezTo>
                  <a:cubicBezTo>
                    <a:pt x="40186" y="12374"/>
                    <a:pt x="38272" y="13810"/>
                    <a:pt x="37998" y="27273"/>
                  </a:cubicBezTo>
                  <a:cubicBezTo>
                    <a:pt x="37520" y="48869"/>
                    <a:pt x="37794" y="70464"/>
                    <a:pt x="37725" y="92060"/>
                  </a:cubicBezTo>
                  <a:cubicBezTo>
                    <a:pt x="37725" y="97459"/>
                    <a:pt x="37794" y="102858"/>
                    <a:pt x="37725" y="108257"/>
                  </a:cubicBezTo>
                  <a:cubicBezTo>
                    <a:pt x="37315" y="131903"/>
                    <a:pt x="37246" y="131903"/>
                    <a:pt x="11550" y="140924"/>
                  </a:cubicBezTo>
                  <a:cubicBezTo>
                    <a:pt x="-8064" y="99782"/>
                    <a:pt x="2803" y="56728"/>
                    <a:pt x="4785" y="14493"/>
                  </a:cubicBezTo>
                  <a:cubicBezTo>
                    <a:pt x="5400" y="142"/>
                    <a:pt x="18521" y="-3070"/>
                    <a:pt x="31917" y="2739"/>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66" name="Graphic 2466">
              <a:extLst>
                <a:ext uri="{FF2B5EF4-FFF2-40B4-BE49-F238E27FC236}">
                  <a16:creationId xmlns:a16="http://schemas.microsoft.com/office/drawing/2014/main" id="{39A0C2B5-2C83-45E4-A140-67326894C598}"/>
                </a:ext>
              </a:extLst>
            </p:cNvPr>
            <p:cNvSpPr/>
            <p:nvPr/>
          </p:nvSpPr>
          <p:spPr>
            <a:xfrm rot="20630650">
              <a:off x="10083064" y="2830683"/>
              <a:ext cx="44025" cy="164064"/>
            </a:xfrm>
            <a:custGeom>
              <a:avLst/>
              <a:gdLst>
                <a:gd name="connsiteX0" fmla="*/ 46746 w 46745"/>
                <a:gd name="connsiteY0" fmla="*/ 28840 h 174200"/>
                <a:gd name="connsiteX1" fmla="*/ 26448 w 46745"/>
                <a:gd name="connsiteY1" fmla="*/ 50504 h 174200"/>
                <a:gd name="connsiteX2" fmla="*/ 26379 w 46745"/>
                <a:gd name="connsiteY2" fmla="*/ 167025 h 174200"/>
                <a:gd name="connsiteX3" fmla="*/ 23099 w 46745"/>
                <a:gd name="connsiteY3" fmla="*/ 167025 h 174200"/>
                <a:gd name="connsiteX4" fmla="*/ 19819 w 46745"/>
                <a:gd name="connsiteY4" fmla="*/ 167025 h 174200"/>
                <a:gd name="connsiteX5" fmla="*/ 13122 w 46745"/>
                <a:gd name="connsiteY5" fmla="*/ 173585 h 174200"/>
                <a:gd name="connsiteX6" fmla="*/ 0 w 46745"/>
                <a:gd name="connsiteY6" fmla="*/ 174200 h 174200"/>
                <a:gd name="connsiteX7" fmla="*/ 205 w 46745"/>
                <a:gd name="connsiteY7" fmla="*/ 25149 h 174200"/>
                <a:gd name="connsiteX8" fmla="*/ 26653 w 46745"/>
                <a:gd name="connsiteY8" fmla="*/ 2733 h 174200"/>
                <a:gd name="connsiteX9" fmla="*/ 32530 w 46745"/>
                <a:gd name="connsiteY9" fmla="*/ 3553 h 174200"/>
                <a:gd name="connsiteX10" fmla="*/ 27064 w 46745"/>
                <a:gd name="connsiteY10" fmla="*/ 22347 h 174200"/>
                <a:gd name="connsiteX11" fmla="*/ 46746 w 46745"/>
                <a:gd name="connsiteY11" fmla="*/ 28840 h 17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745" h="174200">
                  <a:moveTo>
                    <a:pt x="46746" y="28840"/>
                  </a:moveTo>
                  <a:cubicBezTo>
                    <a:pt x="26995" y="33213"/>
                    <a:pt x="26516" y="33213"/>
                    <a:pt x="26448" y="50504"/>
                  </a:cubicBezTo>
                  <a:cubicBezTo>
                    <a:pt x="26175" y="89321"/>
                    <a:pt x="26379" y="128207"/>
                    <a:pt x="26379" y="167025"/>
                  </a:cubicBezTo>
                  <a:cubicBezTo>
                    <a:pt x="26379" y="167025"/>
                    <a:pt x="23099" y="167025"/>
                    <a:pt x="23099" y="167025"/>
                  </a:cubicBezTo>
                  <a:lnTo>
                    <a:pt x="19819" y="167025"/>
                  </a:lnTo>
                  <a:cubicBezTo>
                    <a:pt x="18110" y="169758"/>
                    <a:pt x="15308" y="171398"/>
                    <a:pt x="13122" y="173585"/>
                  </a:cubicBezTo>
                  <a:cubicBezTo>
                    <a:pt x="8748" y="173790"/>
                    <a:pt x="4374" y="173995"/>
                    <a:pt x="0" y="174200"/>
                  </a:cubicBezTo>
                  <a:cubicBezTo>
                    <a:pt x="137" y="124517"/>
                    <a:pt x="-68" y="74833"/>
                    <a:pt x="205" y="25149"/>
                  </a:cubicBezTo>
                  <a:cubicBezTo>
                    <a:pt x="274" y="7517"/>
                    <a:pt x="4100" y="-6014"/>
                    <a:pt x="26653" y="2733"/>
                  </a:cubicBezTo>
                  <a:cubicBezTo>
                    <a:pt x="28704" y="2528"/>
                    <a:pt x="30617" y="2802"/>
                    <a:pt x="32530" y="3553"/>
                  </a:cubicBezTo>
                  <a:cubicBezTo>
                    <a:pt x="39228" y="12301"/>
                    <a:pt x="17496" y="12779"/>
                    <a:pt x="27064" y="22347"/>
                  </a:cubicBezTo>
                  <a:cubicBezTo>
                    <a:pt x="34376" y="22416"/>
                    <a:pt x="41483" y="22757"/>
                    <a:pt x="46746" y="28840"/>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67" name="Graphic 2466">
              <a:extLst>
                <a:ext uri="{FF2B5EF4-FFF2-40B4-BE49-F238E27FC236}">
                  <a16:creationId xmlns:a16="http://schemas.microsoft.com/office/drawing/2014/main" id="{7BD0A301-B3E9-4D9A-A6DD-4578BF974353}"/>
                </a:ext>
              </a:extLst>
            </p:cNvPr>
            <p:cNvSpPr/>
            <p:nvPr/>
          </p:nvSpPr>
          <p:spPr>
            <a:xfrm rot="20630650">
              <a:off x="10150800" y="2861630"/>
              <a:ext cx="7852" cy="4978"/>
            </a:xfrm>
            <a:custGeom>
              <a:avLst/>
              <a:gdLst>
                <a:gd name="connsiteX0" fmla="*/ 8337 w 8337"/>
                <a:gd name="connsiteY0" fmla="*/ 459 h 5286"/>
                <a:gd name="connsiteX1" fmla="*/ 8269 w 8337"/>
                <a:gd name="connsiteY1" fmla="*/ 4901 h 5286"/>
                <a:gd name="connsiteX2" fmla="*/ 0 w 8337"/>
                <a:gd name="connsiteY2" fmla="*/ 2578 h 5286"/>
                <a:gd name="connsiteX3" fmla="*/ 8337 w 8337"/>
                <a:gd name="connsiteY3" fmla="*/ 459 h 5286"/>
              </a:gdLst>
              <a:ahLst/>
              <a:cxnLst>
                <a:cxn ang="0">
                  <a:pos x="connsiteX0" y="connsiteY0"/>
                </a:cxn>
                <a:cxn ang="0">
                  <a:pos x="connsiteX1" y="connsiteY1"/>
                </a:cxn>
                <a:cxn ang="0">
                  <a:pos x="connsiteX2" y="connsiteY2"/>
                </a:cxn>
                <a:cxn ang="0">
                  <a:pos x="connsiteX3" y="connsiteY3"/>
                </a:cxn>
              </a:cxnLst>
              <a:rect l="l" t="t" r="r" b="b"/>
              <a:pathLst>
                <a:path w="8337" h="5286">
                  <a:moveTo>
                    <a:pt x="8337" y="459"/>
                  </a:moveTo>
                  <a:cubicBezTo>
                    <a:pt x="8201" y="1962"/>
                    <a:pt x="8201" y="3398"/>
                    <a:pt x="8269" y="4901"/>
                  </a:cubicBezTo>
                  <a:cubicBezTo>
                    <a:pt x="4989" y="5516"/>
                    <a:pt x="0" y="5790"/>
                    <a:pt x="0" y="2578"/>
                  </a:cubicBezTo>
                  <a:cubicBezTo>
                    <a:pt x="68" y="-566"/>
                    <a:pt x="5057" y="-224"/>
                    <a:pt x="8337" y="459"/>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68" name="Graphic 2466">
              <a:extLst>
                <a:ext uri="{FF2B5EF4-FFF2-40B4-BE49-F238E27FC236}">
                  <a16:creationId xmlns:a16="http://schemas.microsoft.com/office/drawing/2014/main" id="{AC779D40-BEC6-42DB-8FB5-B2A61F9D0E71}"/>
                </a:ext>
              </a:extLst>
            </p:cNvPr>
            <p:cNvSpPr/>
            <p:nvPr/>
          </p:nvSpPr>
          <p:spPr>
            <a:xfrm rot="20630650">
              <a:off x="10117546" y="2986685"/>
              <a:ext cx="6308" cy="6178"/>
            </a:xfrm>
            <a:custGeom>
              <a:avLst/>
              <a:gdLst>
                <a:gd name="connsiteX0" fmla="*/ 0 w 6697"/>
                <a:gd name="connsiteY0" fmla="*/ 6561 h 6560"/>
                <a:gd name="connsiteX1" fmla="*/ 6697 w 6697"/>
                <a:gd name="connsiteY1" fmla="*/ 0 h 6560"/>
                <a:gd name="connsiteX2" fmla="*/ 6629 w 6697"/>
                <a:gd name="connsiteY2" fmla="*/ 6492 h 6560"/>
                <a:gd name="connsiteX3" fmla="*/ 0 w 6697"/>
                <a:gd name="connsiteY3" fmla="*/ 6561 h 6560"/>
              </a:gdLst>
              <a:ahLst/>
              <a:cxnLst>
                <a:cxn ang="0">
                  <a:pos x="connsiteX0" y="connsiteY0"/>
                </a:cxn>
                <a:cxn ang="0">
                  <a:pos x="connsiteX1" y="connsiteY1"/>
                </a:cxn>
                <a:cxn ang="0">
                  <a:pos x="connsiteX2" y="connsiteY2"/>
                </a:cxn>
                <a:cxn ang="0">
                  <a:pos x="connsiteX3" y="connsiteY3"/>
                </a:cxn>
              </a:cxnLst>
              <a:rect l="l" t="t" r="r" b="b"/>
              <a:pathLst>
                <a:path w="6697" h="6560">
                  <a:moveTo>
                    <a:pt x="0" y="6561"/>
                  </a:moveTo>
                  <a:cubicBezTo>
                    <a:pt x="2255" y="4374"/>
                    <a:pt x="4442" y="2187"/>
                    <a:pt x="6697" y="0"/>
                  </a:cubicBezTo>
                  <a:cubicBezTo>
                    <a:pt x="6629" y="2187"/>
                    <a:pt x="6629" y="4305"/>
                    <a:pt x="6629" y="6492"/>
                  </a:cubicBezTo>
                  <a:cubicBezTo>
                    <a:pt x="4374" y="6492"/>
                    <a:pt x="2187" y="6561"/>
                    <a:pt x="0" y="6561"/>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69" name="Graphic 2466">
              <a:extLst>
                <a:ext uri="{FF2B5EF4-FFF2-40B4-BE49-F238E27FC236}">
                  <a16:creationId xmlns:a16="http://schemas.microsoft.com/office/drawing/2014/main" id="{B384AA01-D8FA-4E47-8835-460CB308421E}"/>
                </a:ext>
              </a:extLst>
            </p:cNvPr>
            <p:cNvSpPr/>
            <p:nvPr/>
          </p:nvSpPr>
          <p:spPr>
            <a:xfrm rot="20630650">
              <a:off x="10252902" y="2828880"/>
              <a:ext cx="26325" cy="11727"/>
            </a:xfrm>
            <a:custGeom>
              <a:avLst/>
              <a:gdLst>
                <a:gd name="connsiteX0" fmla="*/ 0 w 27951"/>
                <a:gd name="connsiteY0" fmla="*/ 6097 h 12452"/>
                <a:gd name="connsiteX1" fmla="*/ 27951 w 27951"/>
                <a:gd name="connsiteY1" fmla="*/ 1791 h 12452"/>
                <a:gd name="connsiteX2" fmla="*/ 6014 w 27951"/>
                <a:gd name="connsiteY2" fmla="*/ 12452 h 12452"/>
                <a:gd name="connsiteX3" fmla="*/ 0 w 27951"/>
                <a:gd name="connsiteY3" fmla="*/ 6097 h 12452"/>
              </a:gdLst>
              <a:ahLst/>
              <a:cxnLst>
                <a:cxn ang="0">
                  <a:pos x="connsiteX0" y="connsiteY0"/>
                </a:cxn>
                <a:cxn ang="0">
                  <a:pos x="connsiteX1" y="connsiteY1"/>
                </a:cxn>
                <a:cxn ang="0">
                  <a:pos x="connsiteX2" y="connsiteY2"/>
                </a:cxn>
                <a:cxn ang="0">
                  <a:pos x="connsiteX3" y="connsiteY3"/>
                </a:cxn>
              </a:cxnLst>
              <a:rect l="l" t="t" r="r" b="b"/>
              <a:pathLst>
                <a:path w="27951" h="12452">
                  <a:moveTo>
                    <a:pt x="0" y="6097"/>
                  </a:moveTo>
                  <a:cubicBezTo>
                    <a:pt x="7791" y="-1284"/>
                    <a:pt x="16812" y="-942"/>
                    <a:pt x="27951" y="1791"/>
                  </a:cubicBezTo>
                  <a:cubicBezTo>
                    <a:pt x="21049" y="8284"/>
                    <a:pt x="13805" y="10881"/>
                    <a:pt x="6014" y="12452"/>
                  </a:cubicBezTo>
                  <a:cubicBezTo>
                    <a:pt x="4032" y="10402"/>
                    <a:pt x="2051" y="8215"/>
                    <a:pt x="0" y="6097"/>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70" name="Graphic 2466">
              <a:extLst>
                <a:ext uri="{FF2B5EF4-FFF2-40B4-BE49-F238E27FC236}">
                  <a16:creationId xmlns:a16="http://schemas.microsoft.com/office/drawing/2014/main" id="{707ADF7D-72CC-46E0-B391-0AA6D2357A5C}"/>
                </a:ext>
              </a:extLst>
            </p:cNvPr>
            <p:cNvSpPr/>
            <p:nvPr/>
          </p:nvSpPr>
          <p:spPr>
            <a:xfrm rot="20630650">
              <a:off x="10323112" y="2810219"/>
              <a:ext cx="12937" cy="5951"/>
            </a:xfrm>
            <a:custGeom>
              <a:avLst/>
              <a:gdLst>
                <a:gd name="connsiteX0" fmla="*/ 0 w 13736"/>
                <a:gd name="connsiteY0" fmla="*/ 6105 h 6319"/>
                <a:gd name="connsiteX1" fmla="*/ 13737 w 13736"/>
                <a:gd name="connsiteY1" fmla="*/ 23 h 6319"/>
                <a:gd name="connsiteX2" fmla="*/ 0 w 13736"/>
                <a:gd name="connsiteY2" fmla="*/ 6105 h 6319"/>
              </a:gdLst>
              <a:ahLst/>
              <a:cxnLst>
                <a:cxn ang="0">
                  <a:pos x="connsiteX0" y="connsiteY0"/>
                </a:cxn>
                <a:cxn ang="0">
                  <a:pos x="connsiteX1" y="connsiteY1"/>
                </a:cxn>
                <a:cxn ang="0">
                  <a:pos x="connsiteX2" y="connsiteY2"/>
                </a:cxn>
              </a:cxnLst>
              <a:rect l="l" t="t" r="r" b="b"/>
              <a:pathLst>
                <a:path w="13736" h="6319">
                  <a:moveTo>
                    <a:pt x="0" y="6105"/>
                  </a:moveTo>
                  <a:cubicBezTo>
                    <a:pt x="3144" y="912"/>
                    <a:pt x="8201" y="-182"/>
                    <a:pt x="13737" y="23"/>
                  </a:cubicBezTo>
                  <a:cubicBezTo>
                    <a:pt x="10730" y="5490"/>
                    <a:pt x="5878" y="6925"/>
                    <a:pt x="0" y="6105"/>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71" name="Graphic 2466">
              <a:extLst>
                <a:ext uri="{FF2B5EF4-FFF2-40B4-BE49-F238E27FC236}">
                  <a16:creationId xmlns:a16="http://schemas.microsoft.com/office/drawing/2014/main" id="{8F96A3F0-6527-422B-9EE1-9F44B729E28F}"/>
                </a:ext>
              </a:extLst>
            </p:cNvPr>
            <p:cNvSpPr/>
            <p:nvPr/>
          </p:nvSpPr>
          <p:spPr>
            <a:xfrm rot="20630650">
              <a:off x="10179251" y="2660479"/>
              <a:ext cx="44926" cy="20146"/>
            </a:xfrm>
            <a:custGeom>
              <a:avLst/>
              <a:gdLst>
                <a:gd name="connsiteX0" fmla="*/ 40526 w 47701"/>
                <a:gd name="connsiteY0" fmla="*/ 21391 h 21390"/>
                <a:gd name="connsiteX1" fmla="*/ 0 w 47701"/>
                <a:gd name="connsiteY1" fmla="*/ 14625 h 21390"/>
                <a:gd name="connsiteX2" fmla="*/ 6218 w 47701"/>
                <a:gd name="connsiteY2" fmla="*/ 13600 h 21390"/>
                <a:gd name="connsiteX3" fmla="*/ 9977 w 47701"/>
                <a:gd name="connsiteY3" fmla="*/ 3895 h 21390"/>
                <a:gd name="connsiteX4" fmla="*/ 8406 w 47701"/>
                <a:gd name="connsiteY4" fmla="*/ 1162 h 21390"/>
                <a:gd name="connsiteX5" fmla="*/ 33897 w 47701"/>
                <a:gd name="connsiteY5" fmla="*/ 0 h 21390"/>
                <a:gd name="connsiteX6" fmla="*/ 47702 w 47701"/>
                <a:gd name="connsiteY6" fmla="*/ 6014 h 21390"/>
                <a:gd name="connsiteX7" fmla="*/ 42713 w 47701"/>
                <a:gd name="connsiteY7" fmla="*/ 15718 h 21390"/>
                <a:gd name="connsiteX8" fmla="*/ 40526 w 47701"/>
                <a:gd name="connsiteY8" fmla="*/ 21391 h 21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701" h="21390">
                  <a:moveTo>
                    <a:pt x="40526" y="21391"/>
                  </a:moveTo>
                  <a:cubicBezTo>
                    <a:pt x="26857" y="20229"/>
                    <a:pt x="12574" y="22552"/>
                    <a:pt x="0" y="14625"/>
                  </a:cubicBezTo>
                  <a:cubicBezTo>
                    <a:pt x="2050" y="14283"/>
                    <a:pt x="4169" y="13873"/>
                    <a:pt x="6218" y="13600"/>
                  </a:cubicBezTo>
                  <a:cubicBezTo>
                    <a:pt x="15992" y="12096"/>
                    <a:pt x="15992" y="12096"/>
                    <a:pt x="9977" y="3895"/>
                  </a:cubicBezTo>
                  <a:cubicBezTo>
                    <a:pt x="9363" y="3075"/>
                    <a:pt x="8952" y="2050"/>
                    <a:pt x="8406" y="1162"/>
                  </a:cubicBezTo>
                  <a:cubicBezTo>
                    <a:pt x="16880" y="752"/>
                    <a:pt x="25423" y="410"/>
                    <a:pt x="33897" y="0"/>
                  </a:cubicBezTo>
                  <a:cubicBezTo>
                    <a:pt x="38476" y="1982"/>
                    <a:pt x="43054" y="4032"/>
                    <a:pt x="47702" y="6014"/>
                  </a:cubicBezTo>
                  <a:cubicBezTo>
                    <a:pt x="47633" y="10046"/>
                    <a:pt x="38680" y="9499"/>
                    <a:pt x="42713" y="15718"/>
                  </a:cubicBezTo>
                  <a:cubicBezTo>
                    <a:pt x="43191" y="18110"/>
                    <a:pt x="42439" y="19956"/>
                    <a:pt x="40526" y="21391"/>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72" name="Graphic 2466">
              <a:extLst>
                <a:ext uri="{FF2B5EF4-FFF2-40B4-BE49-F238E27FC236}">
                  <a16:creationId xmlns:a16="http://schemas.microsoft.com/office/drawing/2014/main" id="{7A72B80D-D46C-413F-B632-66E8B2A1CBAD}"/>
                </a:ext>
              </a:extLst>
            </p:cNvPr>
            <p:cNvSpPr/>
            <p:nvPr/>
          </p:nvSpPr>
          <p:spPr>
            <a:xfrm rot="20630650">
              <a:off x="10629535" y="2639589"/>
              <a:ext cx="15565" cy="106137"/>
            </a:xfrm>
            <a:custGeom>
              <a:avLst/>
              <a:gdLst>
                <a:gd name="connsiteX0" fmla="*/ 0 w 16527"/>
                <a:gd name="connsiteY0" fmla="*/ 52622 h 112694"/>
                <a:gd name="connsiteX1" fmla="*/ 137 w 16527"/>
                <a:gd name="connsiteY1" fmla="*/ 39501 h 112694"/>
                <a:gd name="connsiteX2" fmla="*/ 0 w 16527"/>
                <a:gd name="connsiteY2" fmla="*/ 20024 h 112694"/>
                <a:gd name="connsiteX3" fmla="*/ 410 w 16527"/>
                <a:gd name="connsiteY3" fmla="*/ 0 h 112694"/>
                <a:gd name="connsiteX4" fmla="*/ 6629 w 16527"/>
                <a:gd name="connsiteY4" fmla="*/ 342 h 112694"/>
                <a:gd name="connsiteX5" fmla="*/ 14557 w 16527"/>
                <a:gd name="connsiteY5" fmla="*/ 13531 h 112694"/>
                <a:gd name="connsiteX6" fmla="*/ 16060 w 16527"/>
                <a:gd name="connsiteY6" fmla="*/ 34512 h 112694"/>
                <a:gd name="connsiteX7" fmla="*/ 16265 w 16527"/>
                <a:gd name="connsiteY7" fmla="*/ 61097 h 112694"/>
                <a:gd name="connsiteX8" fmla="*/ 7791 w 16527"/>
                <a:gd name="connsiteY8" fmla="*/ 97522 h 112694"/>
                <a:gd name="connsiteX9" fmla="*/ 5877 w 16527"/>
                <a:gd name="connsiteY9" fmla="*/ 112694 h 112694"/>
                <a:gd name="connsiteX10" fmla="*/ 752 w 16527"/>
                <a:gd name="connsiteY10" fmla="*/ 98342 h 112694"/>
                <a:gd name="connsiteX11" fmla="*/ 683 w 16527"/>
                <a:gd name="connsiteY11" fmla="*/ 85221 h 112694"/>
                <a:gd name="connsiteX12" fmla="*/ 478 w 16527"/>
                <a:gd name="connsiteY12" fmla="*/ 72100 h 112694"/>
                <a:gd name="connsiteX13" fmla="*/ 0 w 16527"/>
                <a:gd name="connsiteY13" fmla="*/ 52622 h 112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527" h="112694">
                  <a:moveTo>
                    <a:pt x="0" y="52622"/>
                  </a:moveTo>
                  <a:cubicBezTo>
                    <a:pt x="68" y="48249"/>
                    <a:pt x="68" y="43875"/>
                    <a:pt x="137" y="39501"/>
                  </a:cubicBezTo>
                  <a:cubicBezTo>
                    <a:pt x="68" y="33009"/>
                    <a:pt x="68" y="26516"/>
                    <a:pt x="0" y="20024"/>
                  </a:cubicBezTo>
                  <a:cubicBezTo>
                    <a:pt x="137" y="13326"/>
                    <a:pt x="274" y="6697"/>
                    <a:pt x="410" y="0"/>
                  </a:cubicBezTo>
                  <a:cubicBezTo>
                    <a:pt x="2460" y="68"/>
                    <a:pt x="4511" y="205"/>
                    <a:pt x="6629" y="342"/>
                  </a:cubicBezTo>
                  <a:cubicBezTo>
                    <a:pt x="11140" y="3622"/>
                    <a:pt x="13326" y="8269"/>
                    <a:pt x="14557" y="13531"/>
                  </a:cubicBezTo>
                  <a:cubicBezTo>
                    <a:pt x="16128" y="20434"/>
                    <a:pt x="15855" y="27473"/>
                    <a:pt x="16060" y="34512"/>
                  </a:cubicBezTo>
                  <a:cubicBezTo>
                    <a:pt x="17017" y="43396"/>
                    <a:pt x="16197" y="52212"/>
                    <a:pt x="16265" y="61097"/>
                  </a:cubicBezTo>
                  <a:cubicBezTo>
                    <a:pt x="16743" y="74013"/>
                    <a:pt x="17222" y="86930"/>
                    <a:pt x="7791" y="97522"/>
                  </a:cubicBezTo>
                  <a:cubicBezTo>
                    <a:pt x="7176" y="102580"/>
                    <a:pt x="6560" y="107637"/>
                    <a:pt x="5877" y="112694"/>
                  </a:cubicBezTo>
                  <a:cubicBezTo>
                    <a:pt x="4169" y="107910"/>
                    <a:pt x="2460" y="103126"/>
                    <a:pt x="752" y="98342"/>
                  </a:cubicBezTo>
                  <a:cubicBezTo>
                    <a:pt x="752" y="93969"/>
                    <a:pt x="683" y="89595"/>
                    <a:pt x="683" y="85221"/>
                  </a:cubicBezTo>
                  <a:cubicBezTo>
                    <a:pt x="615" y="80847"/>
                    <a:pt x="546" y="76473"/>
                    <a:pt x="478" y="72100"/>
                  </a:cubicBezTo>
                  <a:cubicBezTo>
                    <a:pt x="274" y="65676"/>
                    <a:pt x="137" y="59115"/>
                    <a:pt x="0" y="52622"/>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73" name="Graphic 2466">
              <a:extLst>
                <a:ext uri="{FF2B5EF4-FFF2-40B4-BE49-F238E27FC236}">
                  <a16:creationId xmlns:a16="http://schemas.microsoft.com/office/drawing/2014/main" id="{36F626D4-01F2-414C-9247-895CAFF1E260}"/>
                </a:ext>
              </a:extLst>
            </p:cNvPr>
            <p:cNvSpPr/>
            <p:nvPr/>
          </p:nvSpPr>
          <p:spPr>
            <a:xfrm rot="20630650">
              <a:off x="10570881" y="2399049"/>
              <a:ext cx="982847" cy="43135"/>
            </a:xfrm>
            <a:custGeom>
              <a:avLst/>
              <a:gdLst>
                <a:gd name="connsiteX0" fmla="*/ 6560 w 1043563"/>
                <a:gd name="connsiteY0" fmla="*/ 33214 h 45799"/>
                <a:gd name="connsiteX1" fmla="*/ 0 w 1043563"/>
                <a:gd name="connsiteY1" fmla="*/ 26653 h 45799"/>
                <a:gd name="connsiteX2" fmla="*/ 6560 w 1043563"/>
                <a:gd name="connsiteY2" fmla="*/ 13532 h 45799"/>
                <a:gd name="connsiteX3" fmla="*/ 15786 w 1043563"/>
                <a:gd name="connsiteY3" fmla="*/ 1504 h 45799"/>
                <a:gd name="connsiteX4" fmla="*/ 41893 w 1043563"/>
                <a:gd name="connsiteY4" fmla="*/ 479 h 45799"/>
                <a:gd name="connsiteX5" fmla="*/ 988754 w 1043563"/>
                <a:gd name="connsiteY5" fmla="*/ 1 h 45799"/>
                <a:gd name="connsiteX6" fmla="*/ 1043564 w 1043563"/>
                <a:gd name="connsiteY6" fmla="*/ 7245 h 45799"/>
                <a:gd name="connsiteX7" fmla="*/ 987662 w 1043563"/>
                <a:gd name="connsiteY7" fmla="*/ 42167 h 45799"/>
                <a:gd name="connsiteX8" fmla="*/ 719833 w 1043563"/>
                <a:gd name="connsiteY8" fmla="*/ 44080 h 45799"/>
                <a:gd name="connsiteX9" fmla="*/ 62736 w 1043563"/>
                <a:gd name="connsiteY9" fmla="*/ 44559 h 45799"/>
                <a:gd name="connsiteX10" fmla="*/ 6560 w 1043563"/>
                <a:gd name="connsiteY10" fmla="*/ 33214 h 45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3563" h="45799">
                  <a:moveTo>
                    <a:pt x="6560" y="33214"/>
                  </a:moveTo>
                  <a:cubicBezTo>
                    <a:pt x="4374" y="31027"/>
                    <a:pt x="2187" y="28840"/>
                    <a:pt x="0" y="26653"/>
                  </a:cubicBezTo>
                  <a:cubicBezTo>
                    <a:pt x="2187" y="22280"/>
                    <a:pt x="4374" y="17906"/>
                    <a:pt x="6560" y="13532"/>
                  </a:cubicBezTo>
                  <a:cubicBezTo>
                    <a:pt x="7586" y="7928"/>
                    <a:pt x="9704" y="2324"/>
                    <a:pt x="15786" y="1504"/>
                  </a:cubicBezTo>
                  <a:cubicBezTo>
                    <a:pt x="24397" y="342"/>
                    <a:pt x="33214" y="479"/>
                    <a:pt x="41893" y="479"/>
                  </a:cubicBezTo>
                  <a:cubicBezTo>
                    <a:pt x="357490" y="411"/>
                    <a:pt x="673089" y="616"/>
                    <a:pt x="988754" y="1"/>
                  </a:cubicBezTo>
                  <a:cubicBezTo>
                    <a:pt x="1007753" y="-68"/>
                    <a:pt x="1025112" y="6493"/>
                    <a:pt x="1043564" y="7245"/>
                  </a:cubicBezTo>
                  <a:cubicBezTo>
                    <a:pt x="1033244" y="32121"/>
                    <a:pt x="1010145" y="36631"/>
                    <a:pt x="987662" y="42167"/>
                  </a:cubicBezTo>
                  <a:cubicBezTo>
                    <a:pt x="898408" y="49548"/>
                    <a:pt x="809087" y="43260"/>
                    <a:pt x="719833" y="44080"/>
                  </a:cubicBezTo>
                  <a:cubicBezTo>
                    <a:pt x="500801" y="46062"/>
                    <a:pt x="281769" y="44832"/>
                    <a:pt x="62736" y="44559"/>
                  </a:cubicBezTo>
                  <a:cubicBezTo>
                    <a:pt x="43465" y="44559"/>
                    <a:pt x="23099" y="47771"/>
                    <a:pt x="6560" y="33214"/>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74" name="Graphic 2466">
              <a:extLst>
                <a:ext uri="{FF2B5EF4-FFF2-40B4-BE49-F238E27FC236}">
                  <a16:creationId xmlns:a16="http://schemas.microsoft.com/office/drawing/2014/main" id="{71CE1546-6E05-4425-A85F-2210C021AF9B}"/>
                </a:ext>
              </a:extLst>
            </p:cNvPr>
            <p:cNvSpPr/>
            <p:nvPr/>
          </p:nvSpPr>
          <p:spPr>
            <a:xfrm rot="20630650">
              <a:off x="10311955" y="2659982"/>
              <a:ext cx="12229" cy="7894"/>
            </a:xfrm>
            <a:custGeom>
              <a:avLst/>
              <a:gdLst>
                <a:gd name="connsiteX0" fmla="*/ 12985 w 12984"/>
                <a:gd name="connsiteY0" fmla="*/ 8382 h 8382"/>
                <a:gd name="connsiteX1" fmla="*/ 0 w 12984"/>
                <a:gd name="connsiteY1" fmla="*/ 45 h 8382"/>
                <a:gd name="connsiteX2" fmla="*/ 12985 w 12984"/>
                <a:gd name="connsiteY2" fmla="*/ 8382 h 8382"/>
              </a:gdLst>
              <a:ahLst/>
              <a:cxnLst>
                <a:cxn ang="0">
                  <a:pos x="connsiteX0" y="connsiteY0"/>
                </a:cxn>
                <a:cxn ang="0">
                  <a:pos x="connsiteX1" y="connsiteY1"/>
                </a:cxn>
                <a:cxn ang="0">
                  <a:pos x="connsiteX2" y="connsiteY2"/>
                </a:cxn>
              </a:cxnLst>
              <a:rect l="l" t="t" r="r" b="b"/>
              <a:pathLst>
                <a:path w="12984" h="8382">
                  <a:moveTo>
                    <a:pt x="12985" y="8382"/>
                  </a:moveTo>
                  <a:cubicBezTo>
                    <a:pt x="7723" y="7084"/>
                    <a:pt x="2597" y="5444"/>
                    <a:pt x="0" y="45"/>
                  </a:cubicBezTo>
                  <a:cubicBezTo>
                    <a:pt x="6288" y="-297"/>
                    <a:pt x="11482" y="1207"/>
                    <a:pt x="12985" y="8382"/>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75" name="Graphic 2466">
              <a:extLst>
                <a:ext uri="{FF2B5EF4-FFF2-40B4-BE49-F238E27FC236}">
                  <a16:creationId xmlns:a16="http://schemas.microsoft.com/office/drawing/2014/main" id="{4427A5B6-8B59-4091-8FCC-8440CFCF86F4}"/>
                </a:ext>
              </a:extLst>
            </p:cNvPr>
            <p:cNvSpPr/>
            <p:nvPr/>
          </p:nvSpPr>
          <p:spPr>
            <a:xfrm rot="20630650">
              <a:off x="10210286" y="2658222"/>
              <a:ext cx="38380" cy="14687"/>
            </a:xfrm>
            <a:custGeom>
              <a:avLst/>
              <a:gdLst>
                <a:gd name="connsiteX0" fmla="*/ 6444 w 40751"/>
                <a:gd name="connsiteY0" fmla="*/ 8338 h 15594"/>
                <a:gd name="connsiteX1" fmla="*/ 21 w 40751"/>
                <a:gd name="connsiteY1" fmla="*/ 3417 h 15594"/>
                <a:gd name="connsiteX2" fmla="*/ 5009 w 40751"/>
                <a:gd name="connsiteY2" fmla="*/ 1298 h 15594"/>
                <a:gd name="connsiteX3" fmla="*/ 14441 w 40751"/>
                <a:gd name="connsiteY3" fmla="*/ 0 h 15594"/>
                <a:gd name="connsiteX4" fmla="*/ 26810 w 40751"/>
                <a:gd name="connsiteY4" fmla="*/ 273 h 15594"/>
                <a:gd name="connsiteX5" fmla="*/ 40752 w 40751"/>
                <a:gd name="connsiteY5" fmla="*/ 7381 h 15594"/>
                <a:gd name="connsiteX6" fmla="*/ 20591 w 40751"/>
                <a:gd name="connsiteY6" fmla="*/ 14010 h 15594"/>
                <a:gd name="connsiteX7" fmla="*/ 6444 w 40751"/>
                <a:gd name="connsiteY7" fmla="*/ 8338 h 15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751" h="15594">
                  <a:moveTo>
                    <a:pt x="6444" y="8338"/>
                  </a:moveTo>
                  <a:cubicBezTo>
                    <a:pt x="3642" y="7449"/>
                    <a:pt x="-321" y="7723"/>
                    <a:pt x="21" y="3417"/>
                  </a:cubicBezTo>
                  <a:cubicBezTo>
                    <a:pt x="89" y="2597"/>
                    <a:pt x="3164" y="1640"/>
                    <a:pt x="5009" y="1298"/>
                  </a:cubicBezTo>
                  <a:cubicBezTo>
                    <a:pt x="8084" y="683"/>
                    <a:pt x="11297" y="410"/>
                    <a:pt x="14441" y="0"/>
                  </a:cubicBezTo>
                  <a:cubicBezTo>
                    <a:pt x="18541" y="68"/>
                    <a:pt x="22710" y="137"/>
                    <a:pt x="26810" y="273"/>
                  </a:cubicBezTo>
                  <a:cubicBezTo>
                    <a:pt x="31457" y="2665"/>
                    <a:pt x="36104" y="4989"/>
                    <a:pt x="40752" y="7381"/>
                  </a:cubicBezTo>
                  <a:cubicBezTo>
                    <a:pt x="33849" y="9021"/>
                    <a:pt x="25580" y="6424"/>
                    <a:pt x="20591" y="14010"/>
                  </a:cubicBezTo>
                  <a:cubicBezTo>
                    <a:pt x="13142" y="18930"/>
                    <a:pt x="10818" y="11071"/>
                    <a:pt x="6444" y="8338"/>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76" name="Graphic 2466">
              <a:extLst>
                <a:ext uri="{FF2B5EF4-FFF2-40B4-BE49-F238E27FC236}">
                  <a16:creationId xmlns:a16="http://schemas.microsoft.com/office/drawing/2014/main" id="{03340F04-10A9-49C3-AA9C-FD0DB2D1E6C7}"/>
                </a:ext>
              </a:extLst>
            </p:cNvPr>
            <p:cNvSpPr/>
            <p:nvPr/>
          </p:nvSpPr>
          <p:spPr>
            <a:xfrm rot="20630650">
              <a:off x="10092327" y="3010437"/>
              <a:ext cx="27724" cy="24764"/>
            </a:xfrm>
            <a:custGeom>
              <a:avLst/>
              <a:gdLst>
                <a:gd name="connsiteX0" fmla="*/ 2920 w 29436"/>
                <a:gd name="connsiteY0" fmla="*/ 7586 h 26293"/>
                <a:gd name="connsiteX1" fmla="*/ 29368 w 29436"/>
                <a:gd name="connsiteY1" fmla="*/ 0 h 26293"/>
                <a:gd name="connsiteX2" fmla="*/ 29436 w 29436"/>
                <a:gd name="connsiteY2" fmla="*/ 25833 h 26293"/>
                <a:gd name="connsiteX3" fmla="*/ 14059 w 29436"/>
                <a:gd name="connsiteY3" fmla="*/ 26243 h 26293"/>
                <a:gd name="connsiteX4" fmla="*/ 2920 w 29436"/>
                <a:gd name="connsiteY4" fmla="*/ 7586 h 26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36" h="26293">
                  <a:moveTo>
                    <a:pt x="2920" y="7586"/>
                  </a:moveTo>
                  <a:cubicBezTo>
                    <a:pt x="11736" y="5057"/>
                    <a:pt x="20552" y="2529"/>
                    <a:pt x="29368" y="0"/>
                  </a:cubicBezTo>
                  <a:cubicBezTo>
                    <a:pt x="29368" y="8611"/>
                    <a:pt x="29368" y="17222"/>
                    <a:pt x="29436" y="25833"/>
                  </a:cubicBezTo>
                  <a:cubicBezTo>
                    <a:pt x="24311" y="25969"/>
                    <a:pt x="19185" y="26448"/>
                    <a:pt x="14059" y="26243"/>
                  </a:cubicBezTo>
                  <a:cubicBezTo>
                    <a:pt x="-1658" y="25559"/>
                    <a:pt x="-2273" y="24329"/>
                    <a:pt x="2920" y="7586"/>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77" name="Graphic 2466">
              <a:extLst>
                <a:ext uri="{FF2B5EF4-FFF2-40B4-BE49-F238E27FC236}">
                  <a16:creationId xmlns:a16="http://schemas.microsoft.com/office/drawing/2014/main" id="{A4E47555-B9E5-421C-B15B-3527C81994FC}"/>
                </a:ext>
              </a:extLst>
            </p:cNvPr>
            <p:cNvSpPr/>
            <p:nvPr/>
          </p:nvSpPr>
          <p:spPr>
            <a:xfrm rot="20630650">
              <a:off x="10284316" y="2655036"/>
              <a:ext cx="12937" cy="6369"/>
            </a:xfrm>
            <a:custGeom>
              <a:avLst/>
              <a:gdLst>
                <a:gd name="connsiteX0" fmla="*/ 13737 w 13736"/>
                <a:gd name="connsiteY0" fmla="*/ 6762 h 6762"/>
                <a:gd name="connsiteX1" fmla="*/ 0 w 13736"/>
                <a:gd name="connsiteY1" fmla="*/ 270 h 6762"/>
                <a:gd name="connsiteX2" fmla="*/ 13737 w 13736"/>
                <a:gd name="connsiteY2" fmla="*/ 6762 h 6762"/>
              </a:gdLst>
              <a:ahLst/>
              <a:cxnLst>
                <a:cxn ang="0">
                  <a:pos x="connsiteX0" y="connsiteY0"/>
                </a:cxn>
                <a:cxn ang="0">
                  <a:pos x="connsiteX1" y="connsiteY1"/>
                </a:cxn>
                <a:cxn ang="0">
                  <a:pos x="connsiteX2" y="connsiteY2"/>
                </a:cxn>
              </a:cxnLst>
              <a:rect l="l" t="t" r="r" b="b"/>
              <a:pathLst>
                <a:path w="13736" h="6762">
                  <a:moveTo>
                    <a:pt x="13737" y="6762"/>
                  </a:moveTo>
                  <a:cubicBezTo>
                    <a:pt x="8201" y="6557"/>
                    <a:pt x="3076" y="5600"/>
                    <a:pt x="0" y="270"/>
                  </a:cubicBezTo>
                  <a:cubicBezTo>
                    <a:pt x="6082" y="-619"/>
                    <a:pt x="11140" y="475"/>
                    <a:pt x="13737" y="6762"/>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78" name="Graphic 2466">
              <a:extLst>
                <a:ext uri="{FF2B5EF4-FFF2-40B4-BE49-F238E27FC236}">
                  <a16:creationId xmlns:a16="http://schemas.microsoft.com/office/drawing/2014/main" id="{B36CAC45-9D3C-4F57-882E-AB470C0EA811}"/>
                </a:ext>
              </a:extLst>
            </p:cNvPr>
            <p:cNvSpPr/>
            <p:nvPr/>
          </p:nvSpPr>
          <p:spPr>
            <a:xfrm rot="20630650">
              <a:off x="10059534" y="2833167"/>
              <a:ext cx="49753" cy="173023"/>
            </a:xfrm>
            <a:custGeom>
              <a:avLst/>
              <a:gdLst>
                <a:gd name="connsiteX0" fmla="*/ 52827 w 52827"/>
                <a:gd name="connsiteY0" fmla="*/ 6561 h 183712"/>
                <a:gd name="connsiteX1" fmla="*/ 32940 w 52827"/>
                <a:gd name="connsiteY1" fmla="*/ 25491 h 183712"/>
                <a:gd name="connsiteX2" fmla="*/ 32803 w 52827"/>
                <a:gd name="connsiteY2" fmla="*/ 139894 h 183712"/>
                <a:gd name="connsiteX3" fmla="*/ 26106 w 52827"/>
                <a:gd name="connsiteY3" fmla="*/ 177959 h 183712"/>
                <a:gd name="connsiteX4" fmla="*/ 0 w 52827"/>
                <a:gd name="connsiteY4" fmla="*/ 183632 h 183712"/>
                <a:gd name="connsiteX5" fmla="*/ 10592 w 52827"/>
                <a:gd name="connsiteY5" fmla="*/ 176661 h 183712"/>
                <a:gd name="connsiteX6" fmla="*/ 19203 w 52827"/>
                <a:gd name="connsiteY6" fmla="*/ 164291 h 183712"/>
                <a:gd name="connsiteX7" fmla="*/ 19545 w 52827"/>
                <a:gd name="connsiteY7" fmla="*/ 138390 h 183712"/>
                <a:gd name="connsiteX8" fmla="*/ 19545 w 52827"/>
                <a:gd name="connsiteY8" fmla="*/ 18520 h 183712"/>
                <a:gd name="connsiteX9" fmla="*/ 33077 w 52827"/>
                <a:gd name="connsiteY9" fmla="*/ 0 h 183712"/>
                <a:gd name="connsiteX10" fmla="*/ 52827 w 52827"/>
                <a:gd name="connsiteY10" fmla="*/ 6561 h 183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27" h="183712">
                  <a:moveTo>
                    <a:pt x="52827" y="6561"/>
                  </a:moveTo>
                  <a:cubicBezTo>
                    <a:pt x="33624" y="10661"/>
                    <a:pt x="33077" y="10661"/>
                    <a:pt x="32940" y="25491"/>
                  </a:cubicBezTo>
                  <a:cubicBezTo>
                    <a:pt x="32599" y="63625"/>
                    <a:pt x="32667" y="101759"/>
                    <a:pt x="32803" y="139894"/>
                  </a:cubicBezTo>
                  <a:cubicBezTo>
                    <a:pt x="32871" y="153015"/>
                    <a:pt x="33077" y="166068"/>
                    <a:pt x="26106" y="177959"/>
                  </a:cubicBezTo>
                  <a:cubicBezTo>
                    <a:pt x="18794" y="186092"/>
                    <a:pt x="8952" y="183017"/>
                    <a:pt x="0" y="183632"/>
                  </a:cubicBezTo>
                  <a:cubicBezTo>
                    <a:pt x="3554" y="181240"/>
                    <a:pt x="6834" y="178438"/>
                    <a:pt x="10592" y="176661"/>
                  </a:cubicBezTo>
                  <a:cubicBezTo>
                    <a:pt x="16060" y="174064"/>
                    <a:pt x="19067" y="170237"/>
                    <a:pt x="19203" y="164291"/>
                  </a:cubicBezTo>
                  <a:cubicBezTo>
                    <a:pt x="19409" y="155680"/>
                    <a:pt x="19545" y="147001"/>
                    <a:pt x="19545" y="138390"/>
                  </a:cubicBezTo>
                  <a:cubicBezTo>
                    <a:pt x="19614" y="98411"/>
                    <a:pt x="19682" y="58431"/>
                    <a:pt x="19545" y="18520"/>
                  </a:cubicBezTo>
                  <a:cubicBezTo>
                    <a:pt x="19477" y="8748"/>
                    <a:pt x="22211" y="1572"/>
                    <a:pt x="33077" y="0"/>
                  </a:cubicBezTo>
                  <a:cubicBezTo>
                    <a:pt x="40458" y="137"/>
                    <a:pt x="47633" y="410"/>
                    <a:pt x="52827" y="6561"/>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grpSp>
          <p:nvGrpSpPr>
            <p:cNvPr id="279" name="Group 278">
              <a:extLst>
                <a:ext uri="{FF2B5EF4-FFF2-40B4-BE49-F238E27FC236}">
                  <a16:creationId xmlns:a16="http://schemas.microsoft.com/office/drawing/2014/main" id="{9AA664F1-D5B5-4F51-BDD8-A443A99799C3}"/>
                </a:ext>
              </a:extLst>
            </p:cNvPr>
            <p:cNvGrpSpPr/>
            <p:nvPr/>
          </p:nvGrpSpPr>
          <p:grpSpPr>
            <a:xfrm rot="20630650">
              <a:off x="9427453" y="2675735"/>
              <a:ext cx="572245" cy="457457"/>
              <a:chOff x="9395207" y="3072944"/>
              <a:chExt cx="607596" cy="485717"/>
            </a:xfrm>
            <a:gradFill>
              <a:gsLst>
                <a:gs pos="0">
                  <a:srgbClr val="BF2026"/>
                </a:gs>
                <a:gs pos="100000">
                  <a:srgbClr val="F68721">
                    <a:alpha val="87843"/>
                  </a:srgbClr>
                </a:gs>
              </a:gsLst>
              <a:lin ang="10800000" scaled="0"/>
            </a:gradFill>
          </p:grpSpPr>
          <p:sp>
            <p:nvSpPr>
              <p:cNvPr id="303" name="Graphic 2466">
                <a:extLst>
                  <a:ext uri="{FF2B5EF4-FFF2-40B4-BE49-F238E27FC236}">
                    <a16:creationId xmlns:a16="http://schemas.microsoft.com/office/drawing/2014/main" id="{1A10202C-5291-4BD9-BA4E-C2752AA4F0C2}"/>
                  </a:ext>
                </a:extLst>
              </p:cNvPr>
              <p:cNvSpPr/>
              <p:nvPr/>
            </p:nvSpPr>
            <p:spPr>
              <a:xfrm>
                <a:off x="9818822" y="3076853"/>
                <a:ext cx="104917" cy="53095"/>
              </a:xfrm>
              <a:custGeom>
                <a:avLst/>
                <a:gdLst>
                  <a:gd name="connsiteX0" fmla="*/ 68916 w 104917"/>
                  <a:gd name="connsiteY0" fmla="*/ 49858 h 53095"/>
                  <a:gd name="connsiteX1" fmla="*/ 23880 w 104917"/>
                  <a:gd name="connsiteY1" fmla="*/ 41931 h 53095"/>
                  <a:gd name="connsiteX2" fmla="*/ 371 w 104917"/>
                  <a:gd name="connsiteY2" fmla="*/ 17260 h 53095"/>
                  <a:gd name="connsiteX3" fmla="*/ 31397 w 104917"/>
                  <a:gd name="connsiteY3" fmla="*/ 858 h 53095"/>
                  <a:gd name="connsiteX4" fmla="*/ 63039 w 104917"/>
                  <a:gd name="connsiteY4" fmla="*/ 2430 h 53095"/>
                  <a:gd name="connsiteX5" fmla="*/ 89624 w 104917"/>
                  <a:gd name="connsiteY5" fmla="*/ 3660 h 53095"/>
                  <a:gd name="connsiteX6" fmla="*/ 101720 w 104917"/>
                  <a:gd name="connsiteY6" fmla="*/ 41862 h 53095"/>
                  <a:gd name="connsiteX7" fmla="*/ 68916 w 104917"/>
                  <a:gd name="connsiteY7" fmla="*/ 49858 h 53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917" h="53095">
                    <a:moveTo>
                      <a:pt x="68916" y="49858"/>
                    </a:moveTo>
                    <a:cubicBezTo>
                      <a:pt x="53335" y="50610"/>
                      <a:pt x="38505" y="46988"/>
                      <a:pt x="23880" y="41931"/>
                    </a:cubicBezTo>
                    <a:cubicBezTo>
                      <a:pt x="11852" y="37625"/>
                      <a:pt x="-2500" y="34208"/>
                      <a:pt x="371" y="17260"/>
                    </a:cubicBezTo>
                    <a:cubicBezTo>
                      <a:pt x="3241" y="-99"/>
                      <a:pt x="20531" y="5437"/>
                      <a:pt x="31397" y="858"/>
                    </a:cubicBezTo>
                    <a:cubicBezTo>
                      <a:pt x="41990" y="448"/>
                      <a:pt x="52652" y="-1534"/>
                      <a:pt x="63039" y="2430"/>
                    </a:cubicBezTo>
                    <a:cubicBezTo>
                      <a:pt x="71924" y="2840"/>
                      <a:pt x="80740" y="3250"/>
                      <a:pt x="89624" y="3660"/>
                    </a:cubicBezTo>
                    <a:cubicBezTo>
                      <a:pt x="105548" y="12612"/>
                      <a:pt x="108008" y="26827"/>
                      <a:pt x="101720" y="41862"/>
                    </a:cubicBezTo>
                    <a:cubicBezTo>
                      <a:pt x="95091" y="57717"/>
                      <a:pt x="81355" y="53138"/>
                      <a:pt x="68916" y="49858"/>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04" name="Graphic 2466">
                <a:extLst>
                  <a:ext uri="{FF2B5EF4-FFF2-40B4-BE49-F238E27FC236}">
                    <a16:creationId xmlns:a16="http://schemas.microsoft.com/office/drawing/2014/main" id="{282BCCBA-004B-4419-9A68-419B0154ACA8}"/>
                  </a:ext>
                </a:extLst>
              </p:cNvPr>
              <p:cNvSpPr/>
              <p:nvPr/>
            </p:nvSpPr>
            <p:spPr>
              <a:xfrm>
                <a:off x="9887738" y="3080444"/>
                <a:ext cx="69653" cy="59541"/>
              </a:xfrm>
              <a:custGeom>
                <a:avLst/>
                <a:gdLst>
                  <a:gd name="connsiteX0" fmla="*/ 0 w 69653"/>
                  <a:gd name="connsiteY0" fmla="*/ 46267 h 59541"/>
                  <a:gd name="connsiteX1" fmla="*/ 26585 w 69653"/>
                  <a:gd name="connsiteY1" fmla="*/ 15035 h 59541"/>
                  <a:gd name="connsiteX2" fmla="*/ 20707 w 69653"/>
                  <a:gd name="connsiteY2" fmla="*/ 68 h 59541"/>
                  <a:gd name="connsiteX3" fmla="*/ 33966 w 69653"/>
                  <a:gd name="connsiteY3" fmla="*/ 0 h 59541"/>
                  <a:gd name="connsiteX4" fmla="*/ 55561 w 69653"/>
                  <a:gd name="connsiteY4" fmla="*/ 57133 h 59541"/>
                  <a:gd name="connsiteX5" fmla="*/ 26449 w 69653"/>
                  <a:gd name="connsiteY5" fmla="*/ 53033 h 59541"/>
                  <a:gd name="connsiteX6" fmla="*/ 0 w 69653"/>
                  <a:gd name="connsiteY6" fmla="*/ 46267 h 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653" h="59541">
                    <a:moveTo>
                      <a:pt x="0" y="46267"/>
                    </a:moveTo>
                    <a:cubicBezTo>
                      <a:pt x="28157" y="47975"/>
                      <a:pt x="28772" y="39091"/>
                      <a:pt x="26585" y="15035"/>
                    </a:cubicBezTo>
                    <a:cubicBezTo>
                      <a:pt x="26107" y="9909"/>
                      <a:pt x="22758" y="5057"/>
                      <a:pt x="20707" y="68"/>
                    </a:cubicBezTo>
                    <a:cubicBezTo>
                      <a:pt x="25150" y="68"/>
                      <a:pt x="29524" y="0"/>
                      <a:pt x="33966" y="0"/>
                    </a:cubicBezTo>
                    <a:cubicBezTo>
                      <a:pt x="73057" y="8133"/>
                      <a:pt x="79686" y="25696"/>
                      <a:pt x="55561" y="57133"/>
                    </a:cubicBezTo>
                    <a:cubicBezTo>
                      <a:pt x="45037" y="61507"/>
                      <a:pt x="35401" y="59798"/>
                      <a:pt x="26449" y="53033"/>
                    </a:cubicBezTo>
                    <a:cubicBezTo>
                      <a:pt x="17018" y="52964"/>
                      <a:pt x="7655" y="52964"/>
                      <a:pt x="0" y="46267"/>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05" name="Graphic 2466">
                <a:extLst>
                  <a:ext uri="{FF2B5EF4-FFF2-40B4-BE49-F238E27FC236}">
                    <a16:creationId xmlns:a16="http://schemas.microsoft.com/office/drawing/2014/main" id="{57CD9720-2FEB-4E66-831E-448AFD9E6A35}"/>
                  </a:ext>
                </a:extLst>
              </p:cNvPr>
              <p:cNvSpPr/>
              <p:nvPr/>
            </p:nvSpPr>
            <p:spPr>
              <a:xfrm>
                <a:off x="9921704" y="3080513"/>
                <a:ext cx="50732" cy="64594"/>
              </a:xfrm>
              <a:custGeom>
                <a:avLst/>
                <a:gdLst>
                  <a:gd name="connsiteX0" fmla="*/ 19614 w 50732"/>
                  <a:gd name="connsiteY0" fmla="*/ 52281 h 64594"/>
                  <a:gd name="connsiteX1" fmla="*/ 25149 w 50732"/>
                  <a:gd name="connsiteY1" fmla="*/ 16060 h 64594"/>
                  <a:gd name="connsiteX2" fmla="*/ 17017 w 50732"/>
                  <a:gd name="connsiteY2" fmla="*/ 7449 h 64594"/>
                  <a:gd name="connsiteX3" fmla="*/ 0 w 50732"/>
                  <a:gd name="connsiteY3" fmla="*/ 0 h 64594"/>
                  <a:gd name="connsiteX4" fmla="*/ 32871 w 50732"/>
                  <a:gd name="connsiteY4" fmla="*/ 615 h 64594"/>
                  <a:gd name="connsiteX5" fmla="*/ 39364 w 50732"/>
                  <a:gd name="connsiteY5" fmla="*/ 6629 h 64594"/>
                  <a:gd name="connsiteX6" fmla="*/ 48453 w 50732"/>
                  <a:gd name="connsiteY6" fmla="*/ 58021 h 64594"/>
                  <a:gd name="connsiteX7" fmla="*/ 39569 w 50732"/>
                  <a:gd name="connsiteY7" fmla="*/ 64309 h 64594"/>
                  <a:gd name="connsiteX8" fmla="*/ 19614 w 50732"/>
                  <a:gd name="connsiteY8" fmla="*/ 52281 h 64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732" h="64594">
                    <a:moveTo>
                      <a:pt x="19614" y="52281"/>
                    </a:moveTo>
                    <a:cubicBezTo>
                      <a:pt x="30411" y="41620"/>
                      <a:pt x="25423" y="28361"/>
                      <a:pt x="25149" y="16060"/>
                    </a:cubicBezTo>
                    <a:cubicBezTo>
                      <a:pt x="25012" y="11344"/>
                      <a:pt x="21254" y="8543"/>
                      <a:pt x="17017" y="7449"/>
                    </a:cubicBezTo>
                    <a:cubicBezTo>
                      <a:pt x="10866" y="5877"/>
                      <a:pt x="4169" y="5809"/>
                      <a:pt x="0" y="0"/>
                    </a:cubicBezTo>
                    <a:cubicBezTo>
                      <a:pt x="10934" y="205"/>
                      <a:pt x="21869" y="410"/>
                      <a:pt x="32871" y="615"/>
                    </a:cubicBezTo>
                    <a:cubicBezTo>
                      <a:pt x="35059" y="2597"/>
                      <a:pt x="37245" y="4647"/>
                      <a:pt x="39364" y="6629"/>
                    </a:cubicBezTo>
                    <a:cubicBezTo>
                      <a:pt x="50914" y="22211"/>
                      <a:pt x="53101" y="39501"/>
                      <a:pt x="48453" y="58021"/>
                    </a:cubicBezTo>
                    <a:cubicBezTo>
                      <a:pt x="46130" y="61097"/>
                      <a:pt x="43191" y="63147"/>
                      <a:pt x="39569" y="64309"/>
                    </a:cubicBezTo>
                    <a:cubicBezTo>
                      <a:pt x="30138" y="64855"/>
                      <a:pt x="20365" y="66017"/>
                      <a:pt x="19614" y="52281"/>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06" name="Graphic 2466">
                <a:extLst>
                  <a:ext uri="{FF2B5EF4-FFF2-40B4-BE49-F238E27FC236}">
                    <a16:creationId xmlns:a16="http://schemas.microsoft.com/office/drawing/2014/main" id="{ECB92983-5764-4B7B-A425-7AE8909CE8A5}"/>
                  </a:ext>
                </a:extLst>
              </p:cNvPr>
              <p:cNvSpPr/>
              <p:nvPr/>
            </p:nvSpPr>
            <p:spPr>
              <a:xfrm>
                <a:off x="9874207" y="3536978"/>
                <a:ext cx="88111" cy="21683"/>
              </a:xfrm>
              <a:custGeom>
                <a:avLst/>
                <a:gdLst>
                  <a:gd name="connsiteX0" fmla="*/ 46882 w 88111"/>
                  <a:gd name="connsiteY0" fmla="*/ 21236 h 21683"/>
                  <a:gd name="connsiteX1" fmla="*/ 29045 w 88111"/>
                  <a:gd name="connsiteY1" fmla="*/ 16248 h 21683"/>
                  <a:gd name="connsiteX2" fmla="*/ 410 w 88111"/>
                  <a:gd name="connsiteY2" fmla="*/ 14607 h 21683"/>
                  <a:gd name="connsiteX3" fmla="*/ 0 w 88111"/>
                  <a:gd name="connsiteY3" fmla="*/ 9687 h 21683"/>
                  <a:gd name="connsiteX4" fmla="*/ 7518 w 88111"/>
                  <a:gd name="connsiteY4" fmla="*/ 3468 h 21683"/>
                  <a:gd name="connsiteX5" fmla="*/ 46609 w 88111"/>
                  <a:gd name="connsiteY5" fmla="*/ 187 h 21683"/>
                  <a:gd name="connsiteX6" fmla="*/ 61438 w 88111"/>
                  <a:gd name="connsiteY6" fmla="*/ 119 h 21683"/>
                  <a:gd name="connsiteX7" fmla="*/ 85563 w 88111"/>
                  <a:gd name="connsiteY7" fmla="*/ 6133 h 21683"/>
                  <a:gd name="connsiteX8" fmla="*/ 86725 w 88111"/>
                  <a:gd name="connsiteY8" fmla="*/ 14949 h 21683"/>
                  <a:gd name="connsiteX9" fmla="*/ 46882 w 88111"/>
                  <a:gd name="connsiteY9" fmla="*/ 21236 h 21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111" h="21683">
                    <a:moveTo>
                      <a:pt x="46882" y="21236"/>
                    </a:moveTo>
                    <a:cubicBezTo>
                      <a:pt x="41893" y="16043"/>
                      <a:pt x="35401" y="16453"/>
                      <a:pt x="29045" y="16248"/>
                    </a:cubicBezTo>
                    <a:cubicBezTo>
                      <a:pt x="19478" y="15906"/>
                      <a:pt x="9910" y="15154"/>
                      <a:pt x="410" y="14607"/>
                    </a:cubicBezTo>
                    <a:cubicBezTo>
                      <a:pt x="274" y="12967"/>
                      <a:pt x="137" y="11327"/>
                      <a:pt x="0" y="9687"/>
                    </a:cubicBezTo>
                    <a:cubicBezTo>
                      <a:pt x="1845" y="6885"/>
                      <a:pt x="4374" y="4766"/>
                      <a:pt x="7518" y="3468"/>
                    </a:cubicBezTo>
                    <a:cubicBezTo>
                      <a:pt x="20298" y="-701"/>
                      <a:pt x="33487" y="529"/>
                      <a:pt x="46609" y="187"/>
                    </a:cubicBezTo>
                    <a:cubicBezTo>
                      <a:pt x="51529" y="119"/>
                      <a:pt x="56518" y="-154"/>
                      <a:pt x="61438" y="119"/>
                    </a:cubicBezTo>
                    <a:cubicBezTo>
                      <a:pt x="69845" y="666"/>
                      <a:pt x="78319" y="1007"/>
                      <a:pt x="85563" y="6133"/>
                    </a:cubicBezTo>
                    <a:cubicBezTo>
                      <a:pt x="88502" y="8730"/>
                      <a:pt x="88911" y="11669"/>
                      <a:pt x="86725" y="14949"/>
                    </a:cubicBezTo>
                    <a:cubicBezTo>
                      <a:pt x="73125" y="15222"/>
                      <a:pt x="60823" y="23697"/>
                      <a:pt x="46882" y="21236"/>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07" name="Graphic 2466">
                <a:extLst>
                  <a:ext uri="{FF2B5EF4-FFF2-40B4-BE49-F238E27FC236}">
                    <a16:creationId xmlns:a16="http://schemas.microsoft.com/office/drawing/2014/main" id="{03F5BC8F-3A01-45DB-AEF3-8B473E7DADB9}"/>
                  </a:ext>
                </a:extLst>
              </p:cNvPr>
              <p:cNvSpPr/>
              <p:nvPr/>
            </p:nvSpPr>
            <p:spPr>
              <a:xfrm>
                <a:off x="9960864" y="3533747"/>
                <a:ext cx="41939" cy="18506"/>
              </a:xfrm>
              <a:custGeom>
                <a:avLst/>
                <a:gdLst>
                  <a:gd name="connsiteX0" fmla="*/ 0 w 41939"/>
                  <a:gd name="connsiteY0" fmla="*/ 18180 h 18506"/>
                  <a:gd name="connsiteX1" fmla="*/ 205 w 41939"/>
                  <a:gd name="connsiteY1" fmla="*/ 11756 h 18506"/>
                  <a:gd name="connsiteX2" fmla="*/ 26106 w 41939"/>
                  <a:gd name="connsiteY2" fmla="*/ 4922 h 18506"/>
                  <a:gd name="connsiteX3" fmla="*/ 39296 w 41939"/>
                  <a:gd name="connsiteY3" fmla="*/ 5947 h 18506"/>
                  <a:gd name="connsiteX4" fmla="*/ 41619 w 41939"/>
                  <a:gd name="connsiteY4" fmla="*/ 9637 h 18506"/>
                  <a:gd name="connsiteX5" fmla="*/ 39159 w 41939"/>
                  <a:gd name="connsiteY5" fmla="*/ 11346 h 18506"/>
                  <a:gd name="connsiteX6" fmla="*/ 0 w 41939"/>
                  <a:gd name="connsiteY6" fmla="*/ 18180 h 18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939" h="18506">
                    <a:moveTo>
                      <a:pt x="0" y="18180"/>
                    </a:moveTo>
                    <a:cubicBezTo>
                      <a:pt x="137" y="16062"/>
                      <a:pt x="274" y="13875"/>
                      <a:pt x="205" y="11756"/>
                    </a:cubicBezTo>
                    <a:cubicBezTo>
                      <a:pt x="5057" y="-4714"/>
                      <a:pt x="15377" y="-750"/>
                      <a:pt x="26106" y="4922"/>
                    </a:cubicBezTo>
                    <a:cubicBezTo>
                      <a:pt x="30480" y="5264"/>
                      <a:pt x="34922" y="5605"/>
                      <a:pt x="39296" y="5947"/>
                    </a:cubicBezTo>
                    <a:cubicBezTo>
                      <a:pt x="41688" y="7245"/>
                      <a:pt x="42439" y="8476"/>
                      <a:pt x="41619" y="9637"/>
                    </a:cubicBezTo>
                    <a:cubicBezTo>
                      <a:pt x="40799" y="10799"/>
                      <a:pt x="39979" y="11346"/>
                      <a:pt x="39159" y="11346"/>
                    </a:cubicBezTo>
                    <a:cubicBezTo>
                      <a:pt x="25696" y="11414"/>
                      <a:pt x="13805" y="20299"/>
                      <a:pt x="0" y="18180"/>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08" name="Graphic 2466">
                <a:extLst>
                  <a:ext uri="{FF2B5EF4-FFF2-40B4-BE49-F238E27FC236}">
                    <a16:creationId xmlns:a16="http://schemas.microsoft.com/office/drawing/2014/main" id="{E42AF4CD-C4DC-4458-9141-6AB96111D34C}"/>
                  </a:ext>
                </a:extLst>
              </p:cNvPr>
              <p:cNvSpPr/>
              <p:nvPr/>
            </p:nvSpPr>
            <p:spPr>
              <a:xfrm>
                <a:off x="9834648" y="3073413"/>
                <a:ext cx="47213" cy="9793"/>
              </a:xfrm>
              <a:custGeom>
                <a:avLst/>
                <a:gdLst>
                  <a:gd name="connsiteX0" fmla="*/ 47214 w 47213"/>
                  <a:gd name="connsiteY0" fmla="*/ 5870 h 9793"/>
                  <a:gd name="connsiteX1" fmla="*/ 14479 w 47213"/>
                  <a:gd name="connsiteY1" fmla="*/ 7852 h 9793"/>
                  <a:gd name="connsiteX2" fmla="*/ 1972 w 47213"/>
                  <a:gd name="connsiteY2" fmla="*/ 8740 h 9793"/>
                  <a:gd name="connsiteX3" fmla="*/ 59 w 47213"/>
                  <a:gd name="connsiteY3" fmla="*/ 3751 h 9793"/>
                  <a:gd name="connsiteX4" fmla="*/ 1152 w 47213"/>
                  <a:gd name="connsiteY4" fmla="*/ 1018 h 9793"/>
                  <a:gd name="connsiteX5" fmla="*/ 47214 w 47213"/>
                  <a:gd name="connsiteY5" fmla="*/ 5870 h 9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213" h="9793">
                    <a:moveTo>
                      <a:pt x="47214" y="5870"/>
                    </a:moveTo>
                    <a:cubicBezTo>
                      <a:pt x="36279" y="6553"/>
                      <a:pt x="25413" y="7168"/>
                      <a:pt x="14479" y="7852"/>
                    </a:cubicBezTo>
                    <a:cubicBezTo>
                      <a:pt x="10446" y="10380"/>
                      <a:pt x="6278" y="10175"/>
                      <a:pt x="1972" y="8740"/>
                    </a:cubicBezTo>
                    <a:cubicBezTo>
                      <a:pt x="469" y="7168"/>
                      <a:pt x="-215" y="5528"/>
                      <a:pt x="59" y="3751"/>
                    </a:cubicBezTo>
                    <a:cubicBezTo>
                      <a:pt x="332" y="1975"/>
                      <a:pt x="674" y="1018"/>
                      <a:pt x="1152" y="1018"/>
                    </a:cubicBezTo>
                    <a:cubicBezTo>
                      <a:pt x="16734" y="813"/>
                      <a:pt x="32657" y="-3083"/>
                      <a:pt x="47214" y="5870"/>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09" name="Graphic 2466">
                <a:extLst>
                  <a:ext uri="{FF2B5EF4-FFF2-40B4-BE49-F238E27FC236}">
                    <a16:creationId xmlns:a16="http://schemas.microsoft.com/office/drawing/2014/main" id="{99AB9F35-CC08-45C1-A84B-65064834A6F4}"/>
                  </a:ext>
                </a:extLst>
              </p:cNvPr>
              <p:cNvSpPr/>
              <p:nvPr/>
            </p:nvSpPr>
            <p:spPr>
              <a:xfrm>
                <a:off x="9796914" y="3072944"/>
                <a:ext cx="38930" cy="14067"/>
              </a:xfrm>
              <a:custGeom>
                <a:avLst/>
                <a:gdLst>
                  <a:gd name="connsiteX0" fmla="*/ 38886 w 38930"/>
                  <a:gd name="connsiteY0" fmla="*/ 1555 h 14067"/>
                  <a:gd name="connsiteX1" fmla="*/ 38817 w 38930"/>
                  <a:gd name="connsiteY1" fmla="*/ 6270 h 14067"/>
                  <a:gd name="connsiteX2" fmla="*/ 0 w 38930"/>
                  <a:gd name="connsiteY2" fmla="*/ 7090 h 14067"/>
                  <a:gd name="connsiteX3" fmla="*/ 0 w 38930"/>
                  <a:gd name="connsiteY3" fmla="*/ 1281 h 14067"/>
                  <a:gd name="connsiteX4" fmla="*/ 38886 w 38930"/>
                  <a:gd name="connsiteY4" fmla="*/ 1555 h 140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30" h="14067">
                    <a:moveTo>
                      <a:pt x="38886" y="1555"/>
                    </a:moveTo>
                    <a:cubicBezTo>
                      <a:pt x="38954" y="3126"/>
                      <a:pt x="38954" y="4698"/>
                      <a:pt x="38817" y="6270"/>
                    </a:cubicBezTo>
                    <a:cubicBezTo>
                      <a:pt x="26037" y="12831"/>
                      <a:pt x="13189" y="19528"/>
                      <a:pt x="0" y="7090"/>
                    </a:cubicBezTo>
                    <a:cubicBezTo>
                      <a:pt x="68" y="5177"/>
                      <a:pt x="68" y="3263"/>
                      <a:pt x="0" y="1281"/>
                    </a:cubicBezTo>
                    <a:cubicBezTo>
                      <a:pt x="12985" y="-1521"/>
                      <a:pt x="25969" y="1076"/>
                      <a:pt x="38886" y="1555"/>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10" name="Graphic 2466">
                <a:extLst>
                  <a:ext uri="{FF2B5EF4-FFF2-40B4-BE49-F238E27FC236}">
                    <a16:creationId xmlns:a16="http://schemas.microsoft.com/office/drawing/2014/main" id="{5F405E74-8921-440D-9788-2E7F6213DD0C}"/>
                  </a:ext>
                </a:extLst>
              </p:cNvPr>
              <p:cNvSpPr/>
              <p:nvPr/>
            </p:nvSpPr>
            <p:spPr>
              <a:xfrm>
                <a:off x="9729393" y="3139832"/>
                <a:ext cx="105109" cy="350948"/>
              </a:xfrm>
              <a:custGeom>
                <a:avLst/>
                <a:gdLst>
                  <a:gd name="connsiteX0" fmla="*/ 80574 w 105109"/>
                  <a:gd name="connsiteY0" fmla="*/ 137 h 350948"/>
                  <a:gd name="connsiteX1" fmla="*/ 87476 w 105109"/>
                  <a:gd name="connsiteY1" fmla="*/ 0 h 350948"/>
                  <a:gd name="connsiteX2" fmla="*/ 105108 w 105109"/>
                  <a:gd name="connsiteY2" fmla="*/ 27131 h 350948"/>
                  <a:gd name="connsiteX3" fmla="*/ 104425 w 105109"/>
                  <a:gd name="connsiteY3" fmla="*/ 318878 h 350948"/>
                  <a:gd name="connsiteX4" fmla="*/ 96224 w 105109"/>
                  <a:gd name="connsiteY4" fmla="*/ 346625 h 350948"/>
                  <a:gd name="connsiteX5" fmla="*/ 41141 w 105109"/>
                  <a:gd name="connsiteY5" fmla="*/ 347923 h 350948"/>
                  <a:gd name="connsiteX6" fmla="*/ 0 w 105109"/>
                  <a:gd name="connsiteY6" fmla="*/ 341636 h 350948"/>
                  <a:gd name="connsiteX7" fmla="*/ 11754 w 105109"/>
                  <a:gd name="connsiteY7" fmla="*/ 299196 h 350948"/>
                  <a:gd name="connsiteX8" fmla="*/ 21596 w 105109"/>
                  <a:gd name="connsiteY8" fmla="*/ 282384 h 350948"/>
                  <a:gd name="connsiteX9" fmla="*/ 23988 w 105109"/>
                  <a:gd name="connsiteY9" fmla="*/ 65812 h 350948"/>
                  <a:gd name="connsiteX10" fmla="*/ 29045 w 105109"/>
                  <a:gd name="connsiteY10" fmla="*/ 41073 h 350948"/>
                  <a:gd name="connsiteX11" fmla="*/ 40457 w 105109"/>
                  <a:gd name="connsiteY11" fmla="*/ 4374 h 350948"/>
                  <a:gd name="connsiteX12" fmla="*/ 80574 w 105109"/>
                  <a:gd name="connsiteY12" fmla="*/ 137 h 350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109" h="350948">
                    <a:moveTo>
                      <a:pt x="80574" y="137"/>
                    </a:moveTo>
                    <a:cubicBezTo>
                      <a:pt x="82897" y="68"/>
                      <a:pt x="85221" y="68"/>
                      <a:pt x="87476" y="0"/>
                    </a:cubicBezTo>
                    <a:cubicBezTo>
                      <a:pt x="102101" y="3349"/>
                      <a:pt x="105177" y="14010"/>
                      <a:pt x="105108" y="27131"/>
                    </a:cubicBezTo>
                    <a:cubicBezTo>
                      <a:pt x="104493" y="124380"/>
                      <a:pt x="105655" y="221629"/>
                      <a:pt x="104425" y="318878"/>
                    </a:cubicBezTo>
                    <a:cubicBezTo>
                      <a:pt x="104288" y="328719"/>
                      <a:pt x="102852" y="338560"/>
                      <a:pt x="96224" y="346625"/>
                    </a:cubicBezTo>
                    <a:cubicBezTo>
                      <a:pt x="77977" y="353322"/>
                      <a:pt x="59593" y="350998"/>
                      <a:pt x="41141" y="347923"/>
                    </a:cubicBezTo>
                    <a:cubicBezTo>
                      <a:pt x="27405" y="345736"/>
                      <a:pt x="12917" y="348743"/>
                      <a:pt x="0" y="341636"/>
                    </a:cubicBezTo>
                    <a:cubicBezTo>
                      <a:pt x="11618" y="329676"/>
                      <a:pt x="-2802" y="310404"/>
                      <a:pt x="11754" y="299196"/>
                    </a:cubicBezTo>
                    <a:cubicBezTo>
                      <a:pt x="16128" y="294276"/>
                      <a:pt x="19682" y="288808"/>
                      <a:pt x="21596" y="282384"/>
                    </a:cubicBezTo>
                    <a:cubicBezTo>
                      <a:pt x="27951" y="210216"/>
                      <a:pt x="23031" y="137980"/>
                      <a:pt x="23988" y="65812"/>
                    </a:cubicBezTo>
                    <a:cubicBezTo>
                      <a:pt x="19682" y="56313"/>
                      <a:pt x="37451" y="51461"/>
                      <a:pt x="29045" y="41073"/>
                    </a:cubicBezTo>
                    <a:cubicBezTo>
                      <a:pt x="26311" y="26790"/>
                      <a:pt x="25765" y="13190"/>
                      <a:pt x="40457" y="4374"/>
                    </a:cubicBezTo>
                    <a:cubicBezTo>
                      <a:pt x="53511" y="-68"/>
                      <a:pt x="67726" y="6356"/>
                      <a:pt x="80574" y="137"/>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11" name="Graphic 2466">
                <a:extLst>
                  <a:ext uri="{FF2B5EF4-FFF2-40B4-BE49-F238E27FC236}">
                    <a16:creationId xmlns:a16="http://schemas.microsoft.com/office/drawing/2014/main" id="{FA252625-7BB5-4ED3-81F7-52A76CB12A35}"/>
                  </a:ext>
                </a:extLst>
              </p:cNvPr>
              <p:cNvSpPr/>
              <p:nvPr/>
            </p:nvSpPr>
            <p:spPr>
              <a:xfrm>
                <a:off x="9816869" y="3137944"/>
                <a:ext cx="76858" cy="353031"/>
              </a:xfrm>
              <a:custGeom>
                <a:avLst/>
                <a:gdLst>
                  <a:gd name="connsiteX0" fmla="*/ 6356 w 76858"/>
                  <a:gd name="connsiteY0" fmla="*/ 348444 h 353031"/>
                  <a:gd name="connsiteX1" fmla="*/ 6493 w 76858"/>
                  <a:gd name="connsiteY1" fmla="*/ 54032 h 353031"/>
                  <a:gd name="connsiteX2" fmla="*/ 8475 w 76858"/>
                  <a:gd name="connsiteY2" fmla="*/ 18290 h 353031"/>
                  <a:gd name="connsiteX3" fmla="*/ 0 w 76858"/>
                  <a:gd name="connsiteY3" fmla="*/ 1956 h 353031"/>
                  <a:gd name="connsiteX4" fmla="*/ 45857 w 76858"/>
                  <a:gd name="connsiteY4" fmla="*/ 1683 h 353031"/>
                  <a:gd name="connsiteX5" fmla="*/ 76200 w 76858"/>
                  <a:gd name="connsiteY5" fmla="*/ 36400 h 353031"/>
                  <a:gd name="connsiteX6" fmla="*/ 75927 w 76858"/>
                  <a:gd name="connsiteY6" fmla="*/ 323773 h 353031"/>
                  <a:gd name="connsiteX7" fmla="*/ 68068 w 76858"/>
                  <a:gd name="connsiteY7" fmla="*/ 348239 h 353031"/>
                  <a:gd name="connsiteX8" fmla="*/ 6356 w 76858"/>
                  <a:gd name="connsiteY8" fmla="*/ 348444 h 353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858" h="353031">
                    <a:moveTo>
                      <a:pt x="6356" y="348444"/>
                    </a:moveTo>
                    <a:cubicBezTo>
                      <a:pt x="6356" y="250307"/>
                      <a:pt x="6356" y="152169"/>
                      <a:pt x="6493" y="54032"/>
                    </a:cubicBezTo>
                    <a:cubicBezTo>
                      <a:pt x="6493" y="42072"/>
                      <a:pt x="6493" y="29976"/>
                      <a:pt x="8475" y="18290"/>
                    </a:cubicBezTo>
                    <a:cubicBezTo>
                      <a:pt x="9978" y="9611"/>
                      <a:pt x="2802" y="7287"/>
                      <a:pt x="0" y="1956"/>
                    </a:cubicBezTo>
                    <a:cubicBezTo>
                      <a:pt x="15309" y="-777"/>
                      <a:pt x="30549" y="-436"/>
                      <a:pt x="45857" y="1683"/>
                    </a:cubicBezTo>
                    <a:cubicBezTo>
                      <a:pt x="66223" y="4280"/>
                      <a:pt x="75995" y="15624"/>
                      <a:pt x="76200" y="36400"/>
                    </a:cubicBezTo>
                    <a:cubicBezTo>
                      <a:pt x="76952" y="132214"/>
                      <a:pt x="77294" y="227959"/>
                      <a:pt x="75927" y="323773"/>
                    </a:cubicBezTo>
                    <a:cubicBezTo>
                      <a:pt x="75791" y="332521"/>
                      <a:pt x="73808" y="341063"/>
                      <a:pt x="68068" y="348239"/>
                    </a:cubicBezTo>
                    <a:cubicBezTo>
                      <a:pt x="47566" y="354732"/>
                      <a:pt x="26995" y="354458"/>
                      <a:pt x="6356" y="348444"/>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12" name="Graphic 2466">
                <a:extLst>
                  <a:ext uri="{FF2B5EF4-FFF2-40B4-BE49-F238E27FC236}">
                    <a16:creationId xmlns:a16="http://schemas.microsoft.com/office/drawing/2014/main" id="{6BB3486A-D81C-447D-B6FD-503EA4C7E4DE}"/>
                  </a:ext>
                </a:extLst>
              </p:cNvPr>
              <p:cNvSpPr/>
              <p:nvPr/>
            </p:nvSpPr>
            <p:spPr>
              <a:xfrm>
                <a:off x="9862795" y="3139012"/>
                <a:ext cx="70691" cy="355010"/>
              </a:xfrm>
              <a:custGeom>
                <a:avLst/>
                <a:gdLst>
                  <a:gd name="connsiteX0" fmla="*/ 19477 w 70691"/>
                  <a:gd name="connsiteY0" fmla="*/ 347171 h 355010"/>
                  <a:gd name="connsiteX1" fmla="*/ 19545 w 70691"/>
                  <a:gd name="connsiteY1" fmla="*/ 43055 h 355010"/>
                  <a:gd name="connsiteX2" fmla="*/ 19477 w 70691"/>
                  <a:gd name="connsiteY2" fmla="*/ 23441 h 355010"/>
                  <a:gd name="connsiteX3" fmla="*/ 7723 w 70691"/>
                  <a:gd name="connsiteY3" fmla="*/ 6287 h 355010"/>
                  <a:gd name="connsiteX4" fmla="*/ 0 w 70691"/>
                  <a:gd name="connsiteY4" fmla="*/ 547 h 355010"/>
                  <a:gd name="connsiteX5" fmla="*/ 52280 w 70691"/>
                  <a:gd name="connsiteY5" fmla="*/ 0 h 355010"/>
                  <a:gd name="connsiteX6" fmla="*/ 65744 w 70691"/>
                  <a:gd name="connsiteY6" fmla="*/ 12711 h 355010"/>
                  <a:gd name="connsiteX7" fmla="*/ 69844 w 70691"/>
                  <a:gd name="connsiteY7" fmla="*/ 116384 h 355010"/>
                  <a:gd name="connsiteX8" fmla="*/ 69844 w 70691"/>
                  <a:gd name="connsiteY8" fmla="*/ 298513 h 355010"/>
                  <a:gd name="connsiteX9" fmla="*/ 55561 w 70691"/>
                  <a:gd name="connsiteY9" fmla="*/ 349973 h 355010"/>
                  <a:gd name="connsiteX10" fmla="*/ 19477 w 70691"/>
                  <a:gd name="connsiteY10" fmla="*/ 347171 h 355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0691" h="355010">
                    <a:moveTo>
                      <a:pt x="19477" y="347171"/>
                    </a:moveTo>
                    <a:cubicBezTo>
                      <a:pt x="19477" y="245822"/>
                      <a:pt x="19545" y="144472"/>
                      <a:pt x="19545" y="43055"/>
                    </a:cubicBezTo>
                    <a:cubicBezTo>
                      <a:pt x="19545" y="36494"/>
                      <a:pt x="19340" y="30002"/>
                      <a:pt x="19477" y="23441"/>
                    </a:cubicBezTo>
                    <a:cubicBezTo>
                      <a:pt x="19682" y="14830"/>
                      <a:pt x="16470" y="8953"/>
                      <a:pt x="7723" y="6287"/>
                    </a:cubicBezTo>
                    <a:cubicBezTo>
                      <a:pt x="4852" y="5399"/>
                      <a:pt x="2529" y="2529"/>
                      <a:pt x="0" y="547"/>
                    </a:cubicBezTo>
                    <a:cubicBezTo>
                      <a:pt x="17426" y="342"/>
                      <a:pt x="34854" y="205"/>
                      <a:pt x="52280" y="0"/>
                    </a:cubicBezTo>
                    <a:cubicBezTo>
                      <a:pt x="59047" y="1845"/>
                      <a:pt x="63147" y="6492"/>
                      <a:pt x="65744" y="12711"/>
                    </a:cubicBezTo>
                    <a:cubicBezTo>
                      <a:pt x="73876" y="46950"/>
                      <a:pt x="69434" y="81804"/>
                      <a:pt x="69844" y="116384"/>
                    </a:cubicBezTo>
                    <a:cubicBezTo>
                      <a:pt x="70596" y="177071"/>
                      <a:pt x="70391" y="237826"/>
                      <a:pt x="69844" y="298513"/>
                    </a:cubicBezTo>
                    <a:cubicBezTo>
                      <a:pt x="69707" y="316760"/>
                      <a:pt x="71347" y="335895"/>
                      <a:pt x="55561" y="349973"/>
                    </a:cubicBezTo>
                    <a:cubicBezTo>
                      <a:pt x="42781" y="358037"/>
                      <a:pt x="30890" y="355919"/>
                      <a:pt x="19477" y="347171"/>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13" name="Graphic 2466">
                <a:extLst>
                  <a:ext uri="{FF2B5EF4-FFF2-40B4-BE49-F238E27FC236}">
                    <a16:creationId xmlns:a16="http://schemas.microsoft.com/office/drawing/2014/main" id="{06ECA308-5B32-4772-94A4-13864566D22E}"/>
                  </a:ext>
                </a:extLst>
              </p:cNvPr>
              <p:cNvSpPr/>
              <p:nvPr/>
            </p:nvSpPr>
            <p:spPr>
              <a:xfrm>
                <a:off x="9676770" y="3189174"/>
                <a:ext cx="87408" cy="251355"/>
              </a:xfrm>
              <a:custGeom>
                <a:avLst/>
                <a:gdLst>
                  <a:gd name="connsiteX0" fmla="*/ 80916 w 87408"/>
                  <a:gd name="connsiteY0" fmla="*/ 9158 h 251355"/>
                  <a:gd name="connsiteX1" fmla="*/ 87408 w 87408"/>
                  <a:gd name="connsiteY1" fmla="*/ 26653 h 251355"/>
                  <a:gd name="connsiteX2" fmla="*/ 87408 w 87408"/>
                  <a:gd name="connsiteY2" fmla="*/ 228122 h 251355"/>
                  <a:gd name="connsiteX3" fmla="*/ 80437 w 87408"/>
                  <a:gd name="connsiteY3" fmla="*/ 245412 h 251355"/>
                  <a:gd name="connsiteX4" fmla="*/ 26995 w 87408"/>
                  <a:gd name="connsiteY4" fmla="*/ 239808 h 251355"/>
                  <a:gd name="connsiteX5" fmla="*/ 0 w 87408"/>
                  <a:gd name="connsiteY5" fmla="*/ 233179 h 251355"/>
                  <a:gd name="connsiteX6" fmla="*/ 25013 w 87408"/>
                  <a:gd name="connsiteY6" fmla="*/ 173586 h 251355"/>
                  <a:gd name="connsiteX7" fmla="*/ 24876 w 87408"/>
                  <a:gd name="connsiteY7" fmla="*/ 69093 h 251355"/>
                  <a:gd name="connsiteX8" fmla="*/ 7587 w 87408"/>
                  <a:gd name="connsiteY8" fmla="*/ 14967 h 251355"/>
                  <a:gd name="connsiteX9" fmla="*/ 21733 w 87408"/>
                  <a:gd name="connsiteY9" fmla="*/ 8679 h 251355"/>
                  <a:gd name="connsiteX10" fmla="*/ 48523 w 87408"/>
                  <a:gd name="connsiteY10" fmla="*/ 0 h 251355"/>
                  <a:gd name="connsiteX11" fmla="*/ 80916 w 87408"/>
                  <a:gd name="connsiteY11" fmla="*/ 9158 h 251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7408" h="251355">
                    <a:moveTo>
                      <a:pt x="80916" y="9158"/>
                    </a:moveTo>
                    <a:cubicBezTo>
                      <a:pt x="86588" y="13668"/>
                      <a:pt x="87408" y="20024"/>
                      <a:pt x="87408" y="26653"/>
                    </a:cubicBezTo>
                    <a:cubicBezTo>
                      <a:pt x="87408" y="93832"/>
                      <a:pt x="87408" y="160943"/>
                      <a:pt x="87408" y="228122"/>
                    </a:cubicBezTo>
                    <a:cubicBezTo>
                      <a:pt x="87408" y="234819"/>
                      <a:pt x="86246" y="241038"/>
                      <a:pt x="80437" y="245412"/>
                    </a:cubicBezTo>
                    <a:cubicBezTo>
                      <a:pt x="61575" y="253613"/>
                      <a:pt x="43465" y="254706"/>
                      <a:pt x="26995" y="239808"/>
                    </a:cubicBezTo>
                    <a:cubicBezTo>
                      <a:pt x="17838" y="238099"/>
                      <a:pt x="7859" y="239876"/>
                      <a:pt x="0" y="233179"/>
                    </a:cubicBezTo>
                    <a:cubicBezTo>
                      <a:pt x="20093" y="218281"/>
                      <a:pt x="26107" y="198257"/>
                      <a:pt x="25013" y="173586"/>
                    </a:cubicBezTo>
                    <a:cubicBezTo>
                      <a:pt x="23441" y="138800"/>
                      <a:pt x="23852" y="103946"/>
                      <a:pt x="24876" y="69093"/>
                    </a:cubicBezTo>
                    <a:cubicBezTo>
                      <a:pt x="25492" y="48522"/>
                      <a:pt x="21322" y="30480"/>
                      <a:pt x="7587" y="14967"/>
                    </a:cubicBezTo>
                    <a:cubicBezTo>
                      <a:pt x="12302" y="12848"/>
                      <a:pt x="17018" y="10729"/>
                      <a:pt x="21733" y="8679"/>
                    </a:cubicBezTo>
                    <a:cubicBezTo>
                      <a:pt x="29387" y="1777"/>
                      <a:pt x="38681" y="0"/>
                      <a:pt x="48523" y="0"/>
                    </a:cubicBezTo>
                    <a:cubicBezTo>
                      <a:pt x="60140" y="273"/>
                      <a:pt x="71963" y="-478"/>
                      <a:pt x="80916" y="9158"/>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14" name="Graphic 2466">
                <a:extLst>
                  <a:ext uri="{FF2B5EF4-FFF2-40B4-BE49-F238E27FC236}">
                    <a16:creationId xmlns:a16="http://schemas.microsoft.com/office/drawing/2014/main" id="{E1E7ABCD-BE1B-48D8-9FED-D33E62639921}"/>
                  </a:ext>
                </a:extLst>
              </p:cNvPr>
              <p:cNvSpPr/>
              <p:nvPr/>
            </p:nvSpPr>
            <p:spPr>
              <a:xfrm>
                <a:off x="9645197" y="3204233"/>
                <a:ext cx="66618" cy="218257"/>
              </a:xfrm>
              <a:custGeom>
                <a:avLst/>
                <a:gdLst>
                  <a:gd name="connsiteX0" fmla="*/ 39160 w 66618"/>
                  <a:gd name="connsiteY0" fmla="*/ 45 h 218257"/>
                  <a:gd name="connsiteX1" fmla="*/ 52144 w 66618"/>
                  <a:gd name="connsiteY1" fmla="*/ 1070 h 218257"/>
                  <a:gd name="connsiteX2" fmla="*/ 66223 w 66618"/>
                  <a:gd name="connsiteY2" fmla="*/ 15490 h 218257"/>
                  <a:gd name="connsiteX3" fmla="*/ 66564 w 66618"/>
                  <a:gd name="connsiteY3" fmla="*/ 51301 h 218257"/>
                  <a:gd name="connsiteX4" fmla="*/ 66564 w 66618"/>
                  <a:gd name="connsiteY4" fmla="*/ 178278 h 218257"/>
                  <a:gd name="connsiteX5" fmla="*/ 66154 w 66618"/>
                  <a:gd name="connsiteY5" fmla="*/ 197823 h 218257"/>
                  <a:gd name="connsiteX6" fmla="*/ 47770 w 66618"/>
                  <a:gd name="connsiteY6" fmla="*/ 216754 h 218257"/>
                  <a:gd name="connsiteX7" fmla="*/ 31573 w 66618"/>
                  <a:gd name="connsiteY7" fmla="*/ 218257 h 218257"/>
                  <a:gd name="connsiteX8" fmla="*/ 0 w 66618"/>
                  <a:gd name="connsiteY8" fmla="*/ 211082 h 218257"/>
                  <a:gd name="connsiteX9" fmla="*/ 2734 w 66618"/>
                  <a:gd name="connsiteY9" fmla="*/ 41665 h 218257"/>
                  <a:gd name="connsiteX10" fmla="*/ 7381 w 66618"/>
                  <a:gd name="connsiteY10" fmla="*/ 7016 h 218257"/>
                  <a:gd name="connsiteX11" fmla="*/ 39160 w 66618"/>
                  <a:gd name="connsiteY11" fmla="*/ 45 h 218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6618" h="218257">
                    <a:moveTo>
                      <a:pt x="39160" y="45"/>
                    </a:moveTo>
                    <a:cubicBezTo>
                      <a:pt x="43465" y="387"/>
                      <a:pt x="47839" y="797"/>
                      <a:pt x="52144" y="1070"/>
                    </a:cubicBezTo>
                    <a:cubicBezTo>
                      <a:pt x="61234" y="1617"/>
                      <a:pt x="66086" y="6401"/>
                      <a:pt x="66223" y="15490"/>
                    </a:cubicBezTo>
                    <a:cubicBezTo>
                      <a:pt x="66496" y="27450"/>
                      <a:pt x="66564" y="39341"/>
                      <a:pt x="66564" y="51301"/>
                    </a:cubicBezTo>
                    <a:cubicBezTo>
                      <a:pt x="66632" y="93604"/>
                      <a:pt x="66564" y="135975"/>
                      <a:pt x="66564" y="178278"/>
                    </a:cubicBezTo>
                    <a:cubicBezTo>
                      <a:pt x="66564" y="184770"/>
                      <a:pt x="66838" y="191331"/>
                      <a:pt x="66154" y="197823"/>
                    </a:cubicBezTo>
                    <a:cubicBezTo>
                      <a:pt x="64992" y="209783"/>
                      <a:pt x="60551" y="214294"/>
                      <a:pt x="47770" y="216754"/>
                    </a:cubicBezTo>
                    <a:cubicBezTo>
                      <a:pt x="42440" y="217779"/>
                      <a:pt x="36973" y="217779"/>
                      <a:pt x="31573" y="218257"/>
                    </a:cubicBezTo>
                    <a:cubicBezTo>
                      <a:pt x="20502" y="218121"/>
                      <a:pt x="9499" y="218121"/>
                      <a:pt x="0" y="211082"/>
                    </a:cubicBezTo>
                    <a:cubicBezTo>
                      <a:pt x="5741" y="154700"/>
                      <a:pt x="3213" y="98183"/>
                      <a:pt x="2734" y="41665"/>
                    </a:cubicBezTo>
                    <a:cubicBezTo>
                      <a:pt x="2665" y="29842"/>
                      <a:pt x="-683" y="17677"/>
                      <a:pt x="7381" y="7016"/>
                    </a:cubicBezTo>
                    <a:cubicBezTo>
                      <a:pt x="17017" y="45"/>
                      <a:pt x="28020" y="-160"/>
                      <a:pt x="39160" y="45"/>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15" name="Graphic 2466">
                <a:extLst>
                  <a:ext uri="{FF2B5EF4-FFF2-40B4-BE49-F238E27FC236}">
                    <a16:creationId xmlns:a16="http://schemas.microsoft.com/office/drawing/2014/main" id="{9C06702B-749A-4C8E-8477-D33E600957EE}"/>
                  </a:ext>
                </a:extLst>
              </p:cNvPr>
              <p:cNvSpPr/>
              <p:nvPr/>
            </p:nvSpPr>
            <p:spPr>
              <a:xfrm>
                <a:off x="9535507" y="3223497"/>
                <a:ext cx="90042" cy="179199"/>
              </a:xfrm>
              <a:custGeom>
                <a:avLst/>
                <a:gdLst>
                  <a:gd name="connsiteX0" fmla="*/ 11690 w 90042"/>
                  <a:gd name="connsiteY0" fmla="*/ 18984 h 179199"/>
                  <a:gd name="connsiteX1" fmla="*/ 69779 w 90042"/>
                  <a:gd name="connsiteY1" fmla="*/ 190 h 179199"/>
                  <a:gd name="connsiteX2" fmla="*/ 86181 w 90042"/>
                  <a:gd name="connsiteY2" fmla="*/ 15977 h 179199"/>
                  <a:gd name="connsiteX3" fmla="*/ 86318 w 90042"/>
                  <a:gd name="connsiteY3" fmla="*/ 157852 h 179199"/>
                  <a:gd name="connsiteX4" fmla="*/ 63082 w 90042"/>
                  <a:gd name="connsiteY4" fmla="*/ 178970 h 179199"/>
                  <a:gd name="connsiteX5" fmla="*/ 5129 w 90042"/>
                  <a:gd name="connsiteY5" fmla="*/ 159561 h 179199"/>
                  <a:gd name="connsiteX6" fmla="*/ 11690 w 90042"/>
                  <a:gd name="connsiteY6" fmla="*/ 18984 h 17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042" h="179199">
                    <a:moveTo>
                      <a:pt x="11690" y="18984"/>
                    </a:moveTo>
                    <a:cubicBezTo>
                      <a:pt x="29937" y="9211"/>
                      <a:pt x="49140" y="2445"/>
                      <a:pt x="69779" y="190"/>
                    </a:cubicBezTo>
                    <a:cubicBezTo>
                      <a:pt x="81807" y="-1450"/>
                      <a:pt x="85293" y="7844"/>
                      <a:pt x="86181" y="15977"/>
                    </a:cubicBezTo>
                    <a:cubicBezTo>
                      <a:pt x="91307" y="63200"/>
                      <a:pt x="91307" y="110629"/>
                      <a:pt x="86318" y="157852"/>
                    </a:cubicBezTo>
                    <a:cubicBezTo>
                      <a:pt x="85019" y="169812"/>
                      <a:pt x="79005" y="180951"/>
                      <a:pt x="63082" y="178970"/>
                    </a:cubicBezTo>
                    <a:cubicBezTo>
                      <a:pt x="42443" y="176509"/>
                      <a:pt x="23240" y="169675"/>
                      <a:pt x="5129" y="159561"/>
                    </a:cubicBezTo>
                    <a:cubicBezTo>
                      <a:pt x="1849" y="112406"/>
                      <a:pt x="-7378" y="65045"/>
                      <a:pt x="11690" y="18984"/>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16" name="Graphic 2466">
                <a:extLst>
                  <a:ext uri="{FF2B5EF4-FFF2-40B4-BE49-F238E27FC236}">
                    <a16:creationId xmlns:a16="http://schemas.microsoft.com/office/drawing/2014/main" id="{F5F5634F-EAD7-4AA3-B316-0D30742B53DB}"/>
                  </a:ext>
                </a:extLst>
              </p:cNvPr>
              <p:cNvSpPr/>
              <p:nvPr/>
            </p:nvSpPr>
            <p:spPr>
              <a:xfrm>
                <a:off x="9598589" y="3211112"/>
                <a:ext cx="60836" cy="204065"/>
              </a:xfrm>
              <a:custGeom>
                <a:avLst/>
                <a:gdLst>
                  <a:gd name="connsiteX0" fmla="*/ 0 w 60836"/>
                  <a:gd name="connsiteY0" fmla="*/ 191354 h 204065"/>
                  <a:gd name="connsiteX1" fmla="*/ 14762 w 60836"/>
                  <a:gd name="connsiteY1" fmla="*/ 168460 h 204065"/>
                  <a:gd name="connsiteX2" fmla="*/ 14693 w 60836"/>
                  <a:gd name="connsiteY2" fmla="*/ 29250 h 204065"/>
                  <a:gd name="connsiteX3" fmla="*/ 6697 w 60836"/>
                  <a:gd name="connsiteY3" fmla="*/ 12506 h 204065"/>
                  <a:gd name="connsiteX4" fmla="*/ 27473 w 60836"/>
                  <a:gd name="connsiteY4" fmla="*/ 6561 h 204065"/>
                  <a:gd name="connsiteX5" fmla="*/ 47361 w 60836"/>
                  <a:gd name="connsiteY5" fmla="*/ 1162 h 204065"/>
                  <a:gd name="connsiteX6" fmla="*/ 53989 w 60836"/>
                  <a:gd name="connsiteY6" fmla="*/ 0 h 204065"/>
                  <a:gd name="connsiteX7" fmla="*/ 60823 w 60836"/>
                  <a:gd name="connsiteY7" fmla="*/ 54741 h 204065"/>
                  <a:gd name="connsiteX8" fmla="*/ 60687 w 60836"/>
                  <a:gd name="connsiteY8" fmla="*/ 185614 h 204065"/>
                  <a:gd name="connsiteX9" fmla="*/ 46608 w 60836"/>
                  <a:gd name="connsiteY9" fmla="*/ 204066 h 204065"/>
                  <a:gd name="connsiteX10" fmla="*/ 0 w 60836"/>
                  <a:gd name="connsiteY10" fmla="*/ 191354 h 204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0836" h="204065">
                    <a:moveTo>
                      <a:pt x="0" y="191354"/>
                    </a:moveTo>
                    <a:cubicBezTo>
                      <a:pt x="9841" y="186912"/>
                      <a:pt x="14762" y="179395"/>
                      <a:pt x="14762" y="168460"/>
                    </a:cubicBezTo>
                    <a:cubicBezTo>
                      <a:pt x="14693" y="122057"/>
                      <a:pt x="14693" y="75653"/>
                      <a:pt x="14693" y="29250"/>
                    </a:cubicBezTo>
                    <a:cubicBezTo>
                      <a:pt x="14693" y="22416"/>
                      <a:pt x="12574" y="16607"/>
                      <a:pt x="6697" y="12506"/>
                    </a:cubicBezTo>
                    <a:cubicBezTo>
                      <a:pt x="12506" y="6492"/>
                      <a:pt x="19887" y="6287"/>
                      <a:pt x="27473" y="6561"/>
                    </a:cubicBezTo>
                    <a:cubicBezTo>
                      <a:pt x="33145" y="1298"/>
                      <a:pt x="41551" y="5946"/>
                      <a:pt x="47361" y="1162"/>
                    </a:cubicBezTo>
                    <a:cubicBezTo>
                      <a:pt x="49547" y="752"/>
                      <a:pt x="51802" y="410"/>
                      <a:pt x="53989" y="0"/>
                    </a:cubicBezTo>
                    <a:cubicBezTo>
                      <a:pt x="60072" y="17769"/>
                      <a:pt x="60960" y="36084"/>
                      <a:pt x="60823" y="54741"/>
                    </a:cubicBezTo>
                    <a:cubicBezTo>
                      <a:pt x="60413" y="98342"/>
                      <a:pt x="60550" y="142012"/>
                      <a:pt x="60687" y="185614"/>
                    </a:cubicBezTo>
                    <a:cubicBezTo>
                      <a:pt x="60687" y="195728"/>
                      <a:pt x="57338" y="202494"/>
                      <a:pt x="46608" y="204066"/>
                    </a:cubicBezTo>
                    <a:cubicBezTo>
                      <a:pt x="30002" y="203861"/>
                      <a:pt x="14625" y="199008"/>
                      <a:pt x="0" y="191354"/>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17" name="Graphic 2466">
                <a:extLst>
                  <a:ext uri="{FF2B5EF4-FFF2-40B4-BE49-F238E27FC236}">
                    <a16:creationId xmlns:a16="http://schemas.microsoft.com/office/drawing/2014/main" id="{0D54813B-C1FC-4B66-A0B9-38CAD9A99DE7}"/>
                  </a:ext>
                </a:extLst>
              </p:cNvPr>
              <p:cNvSpPr/>
              <p:nvPr/>
            </p:nvSpPr>
            <p:spPr>
              <a:xfrm>
                <a:off x="9475233" y="3242480"/>
                <a:ext cx="72607" cy="140713"/>
              </a:xfrm>
              <a:custGeom>
                <a:avLst/>
                <a:gdLst>
                  <a:gd name="connsiteX0" fmla="*/ 71963 w 72607"/>
                  <a:gd name="connsiteY0" fmla="*/ 0 h 140713"/>
                  <a:gd name="connsiteX1" fmla="*/ 72578 w 72607"/>
                  <a:gd name="connsiteY1" fmla="*/ 116794 h 140713"/>
                  <a:gd name="connsiteX2" fmla="*/ 65403 w 72607"/>
                  <a:gd name="connsiteY2" fmla="*/ 140645 h 140713"/>
                  <a:gd name="connsiteX3" fmla="*/ 65675 w 72607"/>
                  <a:gd name="connsiteY3" fmla="*/ 140714 h 140713"/>
                  <a:gd name="connsiteX4" fmla="*/ 45857 w 72607"/>
                  <a:gd name="connsiteY4" fmla="*/ 133265 h 140713"/>
                  <a:gd name="connsiteX5" fmla="*/ 0 w 72607"/>
                  <a:gd name="connsiteY5" fmla="*/ 113582 h 140713"/>
                  <a:gd name="connsiteX6" fmla="*/ 5604 w 72607"/>
                  <a:gd name="connsiteY6" fmla="*/ 27268 h 140713"/>
                  <a:gd name="connsiteX7" fmla="*/ 33624 w 72607"/>
                  <a:gd name="connsiteY7" fmla="*/ 14967 h 140713"/>
                  <a:gd name="connsiteX8" fmla="*/ 46130 w 72607"/>
                  <a:gd name="connsiteY8" fmla="*/ 9499 h 140713"/>
                  <a:gd name="connsiteX9" fmla="*/ 51734 w 72607"/>
                  <a:gd name="connsiteY9" fmla="*/ 7791 h 140713"/>
                  <a:gd name="connsiteX10" fmla="*/ 65881 w 72607"/>
                  <a:gd name="connsiteY10" fmla="*/ 2187 h 140713"/>
                  <a:gd name="connsiteX11" fmla="*/ 71963 w 72607"/>
                  <a:gd name="connsiteY11" fmla="*/ 0 h 140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2607" h="140713">
                    <a:moveTo>
                      <a:pt x="71963" y="0"/>
                    </a:moveTo>
                    <a:cubicBezTo>
                      <a:pt x="72168" y="38954"/>
                      <a:pt x="72374" y="77840"/>
                      <a:pt x="72578" y="116794"/>
                    </a:cubicBezTo>
                    <a:cubicBezTo>
                      <a:pt x="72646" y="125474"/>
                      <a:pt x="73125" y="134290"/>
                      <a:pt x="65403" y="140645"/>
                    </a:cubicBezTo>
                    <a:cubicBezTo>
                      <a:pt x="65403" y="140645"/>
                      <a:pt x="65675" y="140714"/>
                      <a:pt x="65675" y="140714"/>
                    </a:cubicBezTo>
                    <a:cubicBezTo>
                      <a:pt x="61166" y="132581"/>
                      <a:pt x="51187" y="139210"/>
                      <a:pt x="45857" y="133265"/>
                    </a:cubicBezTo>
                    <a:cubicBezTo>
                      <a:pt x="29318" y="129574"/>
                      <a:pt x="13668" y="123834"/>
                      <a:pt x="0" y="113582"/>
                    </a:cubicBezTo>
                    <a:cubicBezTo>
                      <a:pt x="5946" y="85084"/>
                      <a:pt x="1709" y="55903"/>
                      <a:pt x="5604" y="27268"/>
                    </a:cubicBezTo>
                    <a:cubicBezTo>
                      <a:pt x="13600" y="20024"/>
                      <a:pt x="22895" y="15923"/>
                      <a:pt x="33624" y="14967"/>
                    </a:cubicBezTo>
                    <a:cubicBezTo>
                      <a:pt x="36836" y="10866"/>
                      <a:pt x="42509" y="12506"/>
                      <a:pt x="46130" y="9499"/>
                    </a:cubicBezTo>
                    <a:cubicBezTo>
                      <a:pt x="47634" y="7586"/>
                      <a:pt x="49479" y="7039"/>
                      <a:pt x="51734" y="7791"/>
                    </a:cubicBezTo>
                    <a:cubicBezTo>
                      <a:pt x="56040" y="4852"/>
                      <a:pt x="61986" y="6082"/>
                      <a:pt x="65881" y="2187"/>
                    </a:cubicBezTo>
                    <a:cubicBezTo>
                      <a:pt x="67863" y="1435"/>
                      <a:pt x="69913" y="683"/>
                      <a:pt x="71963" y="0"/>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18" name="Graphic 2466">
                <a:extLst>
                  <a:ext uri="{FF2B5EF4-FFF2-40B4-BE49-F238E27FC236}">
                    <a16:creationId xmlns:a16="http://schemas.microsoft.com/office/drawing/2014/main" id="{03F0866D-06BE-421A-A587-B9B86E03F354}"/>
                  </a:ext>
                </a:extLst>
              </p:cNvPr>
              <p:cNvSpPr/>
              <p:nvPr/>
            </p:nvSpPr>
            <p:spPr>
              <a:xfrm>
                <a:off x="9395207" y="3269612"/>
                <a:ext cx="93042" cy="86382"/>
              </a:xfrm>
              <a:custGeom>
                <a:avLst/>
                <a:gdLst>
                  <a:gd name="connsiteX0" fmla="*/ 85563 w 93042"/>
                  <a:gd name="connsiteY0" fmla="*/ 0 h 86382"/>
                  <a:gd name="connsiteX1" fmla="*/ 92397 w 93042"/>
                  <a:gd name="connsiteY1" fmla="*/ 10319 h 86382"/>
                  <a:gd name="connsiteX2" fmla="*/ 92875 w 93042"/>
                  <a:gd name="connsiteY2" fmla="*/ 74560 h 86382"/>
                  <a:gd name="connsiteX3" fmla="*/ 79958 w 93042"/>
                  <a:gd name="connsiteY3" fmla="*/ 86383 h 86382"/>
                  <a:gd name="connsiteX4" fmla="*/ 0 w 93042"/>
                  <a:gd name="connsiteY4" fmla="*/ 45515 h 86382"/>
                  <a:gd name="connsiteX5" fmla="*/ 85563 w 93042"/>
                  <a:gd name="connsiteY5" fmla="*/ 0 h 86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042" h="86382">
                    <a:moveTo>
                      <a:pt x="85563" y="0"/>
                    </a:moveTo>
                    <a:cubicBezTo>
                      <a:pt x="87955" y="3417"/>
                      <a:pt x="92260" y="6766"/>
                      <a:pt x="92397" y="10319"/>
                    </a:cubicBezTo>
                    <a:cubicBezTo>
                      <a:pt x="93149" y="31710"/>
                      <a:pt x="93149" y="53101"/>
                      <a:pt x="92875" y="74560"/>
                    </a:cubicBezTo>
                    <a:cubicBezTo>
                      <a:pt x="92807" y="82419"/>
                      <a:pt x="86588" y="84948"/>
                      <a:pt x="79958" y="86383"/>
                    </a:cubicBezTo>
                    <a:cubicBezTo>
                      <a:pt x="51050" y="77498"/>
                      <a:pt x="25696" y="62053"/>
                      <a:pt x="0" y="45515"/>
                    </a:cubicBezTo>
                    <a:cubicBezTo>
                      <a:pt x="23236" y="26995"/>
                      <a:pt x="54331" y="10661"/>
                      <a:pt x="85563" y="0"/>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19" name="Graphic 2466">
                <a:extLst>
                  <a:ext uri="{FF2B5EF4-FFF2-40B4-BE49-F238E27FC236}">
                    <a16:creationId xmlns:a16="http://schemas.microsoft.com/office/drawing/2014/main" id="{7ED900C6-DF16-49A5-B586-5690449E6ACA}"/>
                  </a:ext>
                </a:extLst>
              </p:cNvPr>
              <p:cNvSpPr/>
              <p:nvPr/>
            </p:nvSpPr>
            <p:spPr>
              <a:xfrm>
                <a:off x="9574943" y="3437022"/>
                <a:ext cx="169553" cy="44445"/>
              </a:xfrm>
              <a:custGeom>
                <a:avLst/>
                <a:gdLst>
                  <a:gd name="connsiteX0" fmla="*/ 169553 w 169553"/>
                  <a:gd name="connsiteY0" fmla="*/ 5150 h 44445"/>
                  <a:gd name="connsiteX1" fmla="*/ 164633 w 169553"/>
                  <a:gd name="connsiteY1" fmla="*/ 35766 h 44445"/>
                  <a:gd name="connsiteX2" fmla="*/ 154382 w 169553"/>
                  <a:gd name="connsiteY2" fmla="*/ 44446 h 44445"/>
                  <a:gd name="connsiteX3" fmla="*/ 0 w 169553"/>
                  <a:gd name="connsiteY3" fmla="*/ 9660 h 44445"/>
                  <a:gd name="connsiteX4" fmla="*/ 683 w 169553"/>
                  <a:gd name="connsiteY4" fmla="*/ 3578 h 44445"/>
                  <a:gd name="connsiteX5" fmla="*/ 169553 w 169553"/>
                  <a:gd name="connsiteY5" fmla="*/ 5150 h 4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553" h="44445">
                    <a:moveTo>
                      <a:pt x="169553" y="5150"/>
                    </a:moveTo>
                    <a:cubicBezTo>
                      <a:pt x="169007" y="15469"/>
                      <a:pt x="161216" y="24353"/>
                      <a:pt x="164633" y="35766"/>
                    </a:cubicBezTo>
                    <a:cubicBezTo>
                      <a:pt x="166888" y="43147"/>
                      <a:pt x="158824" y="42669"/>
                      <a:pt x="154382" y="44446"/>
                    </a:cubicBezTo>
                    <a:cubicBezTo>
                      <a:pt x="100734" y="42395"/>
                      <a:pt x="50025" y="27634"/>
                      <a:pt x="0" y="9660"/>
                    </a:cubicBezTo>
                    <a:cubicBezTo>
                      <a:pt x="136" y="7473"/>
                      <a:pt x="273" y="3578"/>
                      <a:pt x="683" y="3578"/>
                    </a:cubicBezTo>
                    <a:cubicBezTo>
                      <a:pt x="56996" y="776"/>
                      <a:pt x="113377" y="-3530"/>
                      <a:pt x="169553" y="5150"/>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20" name="Graphic 2466">
                <a:extLst>
                  <a:ext uri="{FF2B5EF4-FFF2-40B4-BE49-F238E27FC236}">
                    <a16:creationId xmlns:a16="http://schemas.microsoft.com/office/drawing/2014/main" id="{A825D102-6DFB-4C90-91CF-542A892C2FC8}"/>
                  </a:ext>
                </a:extLst>
              </p:cNvPr>
              <p:cNvSpPr/>
              <p:nvPr/>
            </p:nvSpPr>
            <p:spPr>
              <a:xfrm>
                <a:off x="9587244" y="3142324"/>
                <a:ext cx="183631" cy="50214"/>
              </a:xfrm>
              <a:custGeom>
                <a:avLst/>
                <a:gdLst>
                  <a:gd name="connsiteX0" fmla="*/ 183632 w 183631"/>
                  <a:gd name="connsiteY0" fmla="*/ 4001 h 50214"/>
                  <a:gd name="connsiteX1" fmla="*/ 177003 w 183631"/>
                  <a:gd name="connsiteY1" fmla="*/ 42750 h 50214"/>
                  <a:gd name="connsiteX2" fmla="*/ 132855 w 183631"/>
                  <a:gd name="connsiteY2" fmla="*/ 49038 h 50214"/>
                  <a:gd name="connsiteX3" fmla="*/ 22484 w 183631"/>
                  <a:gd name="connsiteY3" fmla="*/ 45826 h 50214"/>
                  <a:gd name="connsiteX4" fmla="*/ 0 w 183631"/>
                  <a:gd name="connsiteY4" fmla="*/ 36190 h 50214"/>
                  <a:gd name="connsiteX5" fmla="*/ 3280 w 183631"/>
                  <a:gd name="connsiteY5" fmla="*/ 35369 h 50214"/>
                  <a:gd name="connsiteX6" fmla="*/ 19751 w 183631"/>
                  <a:gd name="connsiteY6" fmla="*/ 29629 h 50214"/>
                  <a:gd name="connsiteX7" fmla="*/ 23099 w 183631"/>
                  <a:gd name="connsiteY7" fmla="*/ 28877 h 50214"/>
                  <a:gd name="connsiteX8" fmla="*/ 39296 w 183631"/>
                  <a:gd name="connsiteY8" fmla="*/ 23683 h 50214"/>
                  <a:gd name="connsiteX9" fmla="*/ 44285 w 183631"/>
                  <a:gd name="connsiteY9" fmla="*/ 22658 h 50214"/>
                  <a:gd name="connsiteX10" fmla="*/ 65539 w 183631"/>
                  <a:gd name="connsiteY10" fmla="*/ 17054 h 50214"/>
                  <a:gd name="connsiteX11" fmla="*/ 70801 w 183631"/>
                  <a:gd name="connsiteY11" fmla="*/ 16166 h 50214"/>
                  <a:gd name="connsiteX12" fmla="*/ 98343 w 183631"/>
                  <a:gd name="connsiteY12" fmla="*/ 10425 h 50214"/>
                  <a:gd name="connsiteX13" fmla="*/ 108388 w 183631"/>
                  <a:gd name="connsiteY13" fmla="*/ 9195 h 50214"/>
                  <a:gd name="connsiteX14" fmla="*/ 137638 w 183631"/>
                  <a:gd name="connsiteY14" fmla="*/ 4206 h 50214"/>
                  <a:gd name="connsiteX15" fmla="*/ 155681 w 183631"/>
                  <a:gd name="connsiteY15" fmla="*/ 2771 h 50214"/>
                  <a:gd name="connsiteX16" fmla="*/ 183632 w 183631"/>
                  <a:gd name="connsiteY16" fmla="*/ 4001 h 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3631" h="50214">
                    <a:moveTo>
                      <a:pt x="183632" y="4001"/>
                    </a:moveTo>
                    <a:cubicBezTo>
                      <a:pt x="175431" y="15892"/>
                      <a:pt x="177140" y="29492"/>
                      <a:pt x="177003" y="42750"/>
                    </a:cubicBezTo>
                    <a:cubicBezTo>
                      <a:pt x="163335" y="52250"/>
                      <a:pt x="147548" y="50541"/>
                      <a:pt x="132855" y="49038"/>
                    </a:cubicBezTo>
                    <a:cubicBezTo>
                      <a:pt x="96088" y="45142"/>
                      <a:pt x="59252" y="46987"/>
                      <a:pt x="22484" y="45826"/>
                    </a:cubicBezTo>
                    <a:cubicBezTo>
                      <a:pt x="14488" y="45552"/>
                      <a:pt x="1914" y="52045"/>
                      <a:pt x="0" y="36190"/>
                    </a:cubicBezTo>
                    <a:cubicBezTo>
                      <a:pt x="752" y="34686"/>
                      <a:pt x="1845" y="34413"/>
                      <a:pt x="3280" y="35369"/>
                    </a:cubicBezTo>
                    <a:cubicBezTo>
                      <a:pt x="8885" y="33729"/>
                      <a:pt x="15171" y="34071"/>
                      <a:pt x="19751" y="29629"/>
                    </a:cubicBezTo>
                    <a:cubicBezTo>
                      <a:pt x="20571" y="28125"/>
                      <a:pt x="21733" y="27920"/>
                      <a:pt x="23099" y="28877"/>
                    </a:cubicBezTo>
                    <a:cubicBezTo>
                      <a:pt x="28498" y="27237"/>
                      <a:pt x="34512" y="27374"/>
                      <a:pt x="39296" y="23683"/>
                    </a:cubicBezTo>
                    <a:cubicBezTo>
                      <a:pt x="40732" y="22248"/>
                      <a:pt x="42372" y="21906"/>
                      <a:pt x="44285" y="22658"/>
                    </a:cubicBezTo>
                    <a:cubicBezTo>
                      <a:pt x="50709" y="18148"/>
                      <a:pt x="59389" y="22453"/>
                      <a:pt x="65539" y="17054"/>
                    </a:cubicBezTo>
                    <a:cubicBezTo>
                      <a:pt x="67111" y="15619"/>
                      <a:pt x="68820" y="15346"/>
                      <a:pt x="70801" y="16166"/>
                    </a:cubicBezTo>
                    <a:cubicBezTo>
                      <a:pt x="79139" y="10357"/>
                      <a:pt x="90142" y="16986"/>
                      <a:pt x="98343" y="10425"/>
                    </a:cubicBezTo>
                    <a:cubicBezTo>
                      <a:pt x="101691" y="10015"/>
                      <a:pt x="105040" y="9605"/>
                      <a:pt x="108388" y="9195"/>
                    </a:cubicBezTo>
                    <a:cubicBezTo>
                      <a:pt x="117683" y="4958"/>
                      <a:pt x="128481" y="9537"/>
                      <a:pt x="137638" y="4206"/>
                    </a:cubicBezTo>
                    <a:cubicBezTo>
                      <a:pt x="143516" y="2156"/>
                      <a:pt x="149530" y="1336"/>
                      <a:pt x="155681" y="2771"/>
                    </a:cubicBezTo>
                    <a:cubicBezTo>
                      <a:pt x="165112" y="-236"/>
                      <a:pt x="174543" y="-2013"/>
                      <a:pt x="183632" y="4001"/>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21" name="Graphic 2466">
                <a:extLst>
                  <a:ext uri="{FF2B5EF4-FFF2-40B4-BE49-F238E27FC236}">
                    <a16:creationId xmlns:a16="http://schemas.microsoft.com/office/drawing/2014/main" id="{85B4A8CA-A878-4061-AF5A-B4E2AEC6508E}"/>
                  </a:ext>
                </a:extLst>
              </p:cNvPr>
              <p:cNvSpPr/>
              <p:nvPr/>
            </p:nvSpPr>
            <p:spPr>
              <a:xfrm>
                <a:off x="9738052" y="3505524"/>
                <a:ext cx="143741" cy="44080"/>
              </a:xfrm>
              <a:custGeom>
                <a:avLst/>
                <a:gdLst>
                  <a:gd name="connsiteX0" fmla="*/ 88932 w 143741"/>
                  <a:gd name="connsiteY0" fmla="*/ 41209 h 44080"/>
                  <a:gd name="connsiteX1" fmla="*/ 6718 w 143741"/>
                  <a:gd name="connsiteY1" fmla="*/ 32872 h 44080"/>
                  <a:gd name="connsiteX2" fmla="*/ 636 w 143741"/>
                  <a:gd name="connsiteY2" fmla="*/ 21937 h 44080"/>
                  <a:gd name="connsiteX3" fmla="*/ 90436 w 143741"/>
                  <a:gd name="connsiteY3" fmla="*/ 7108 h 44080"/>
                  <a:gd name="connsiteX4" fmla="*/ 117909 w 143741"/>
                  <a:gd name="connsiteY4" fmla="*/ 1709 h 44080"/>
                  <a:gd name="connsiteX5" fmla="*/ 129048 w 143741"/>
                  <a:gd name="connsiteY5" fmla="*/ 0 h 44080"/>
                  <a:gd name="connsiteX6" fmla="*/ 138343 w 143741"/>
                  <a:gd name="connsiteY6" fmla="*/ 41415 h 44080"/>
                  <a:gd name="connsiteX7" fmla="*/ 138615 w 143741"/>
                  <a:gd name="connsiteY7" fmla="*/ 41209 h 44080"/>
                  <a:gd name="connsiteX8" fmla="*/ 88932 w 143741"/>
                  <a:gd name="connsiteY8" fmla="*/ 41209 h 44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741" h="44080">
                    <a:moveTo>
                      <a:pt x="88932" y="41209"/>
                    </a:moveTo>
                    <a:cubicBezTo>
                      <a:pt x="60980" y="43806"/>
                      <a:pt x="33781" y="38818"/>
                      <a:pt x="6718" y="32872"/>
                    </a:cubicBezTo>
                    <a:cubicBezTo>
                      <a:pt x="1729" y="30890"/>
                      <a:pt x="-1415" y="27815"/>
                      <a:pt x="636" y="21937"/>
                    </a:cubicBezTo>
                    <a:cubicBezTo>
                      <a:pt x="30569" y="16880"/>
                      <a:pt x="59887" y="8133"/>
                      <a:pt x="90436" y="7108"/>
                    </a:cubicBezTo>
                    <a:cubicBezTo>
                      <a:pt x="98841" y="1572"/>
                      <a:pt x="109571" y="7723"/>
                      <a:pt x="117909" y="1709"/>
                    </a:cubicBezTo>
                    <a:cubicBezTo>
                      <a:pt x="121599" y="1162"/>
                      <a:pt x="125289" y="547"/>
                      <a:pt x="129048" y="0"/>
                    </a:cubicBezTo>
                    <a:cubicBezTo>
                      <a:pt x="145928" y="9841"/>
                      <a:pt x="147158" y="15308"/>
                      <a:pt x="138343" y="41415"/>
                    </a:cubicBezTo>
                    <a:lnTo>
                      <a:pt x="138615" y="41209"/>
                    </a:lnTo>
                    <a:cubicBezTo>
                      <a:pt x="122009" y="45105"/>
                      <a:pt x="105470" y="44968"/>
                      <a:pt x="88932" y="41209"/>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22" name="Graphic 2466">
                <a:extLst>
                  <a:ext uri="{FF2B5EF4-FFF2-40B4-BE49-F238E27FC236}">
                    <a16:creationId xmlns:a16="http://schemas.microsoft.com/office/drawing/2014/main" id="{06FFB82F-A7E4-44C0-A4A0-9C89B19E254F}"/>
                  </a:ext>
                </a:extLst>
              </p:cNvPr>
              <p:cNvSpPr/>
              <p:nvPr/>
            </p:nvSpPr>
            <p:spPr>
              <a:xfrm>
                <a:off x="9725293" y="3079146"/>
                <a:ext cx="123901" cy="39569"/>
              </a:xfrm>
              <a:custGeom>
                <a:avLst/>
                <a:gdLst>
                  <a:gd name="connsiteX0" fmla="*/ 71689 w 123901"/>
                  <a:gd name="connsiteY0" fmla="*/ 820 h 39569"/>
                  <a:gd name="connsiteX1" fmla="*/ 110507 w 123901"/>
                  <a:gd name="connsiteY1" fmla="*/ 0 h 39569"/>
                  <a:gd name="connsiteX2" fmla="*/ 123902 w 123901"/>
                  <a:gd name="connsiteY2" fmla="*/ 2050 h 39569"/>
                  <a:gd name="connsiteX3" fmla="*/ 106201 w 123901"/>
                  <a:gd name="connsiteY3" fmla="*/ 8884 h 39569"/>
                  <a:gd name="connsiteX4" fmla="*/ 100871 w 123901"/>
                  <a:gd name="connsiteY4" fmla="*/ 24466 h 39569"/>
                  <a:gd name="connsiteX5" fmla="*/ 117477 w 123901"/>
                  <a:gd name="connsiteY5" fmla="*/ 39569 h 39569"/>
                  <a:gd name="connsiteX6" fmla="*/ 0 w 123901"/>
                  <a:gd name="connsiteY6" fmla="*/ 18725 h 39569"/>
                  <a:gd name="connsiteX7" fmla="*/ 71689 w 123901"/>
                  <a:gd name="connsiteY7" fmla="*/ 820 h 39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3901" h="39569">
                    <a:moveTo>
                      <a:pt x="71689" y="820"/>
                    </a:moveTo>
                    <a:cubicBezTo>
                      <a:pt x="84606" y="547"/>
                      <a:pt x="97522" y="273"/>
                      <a:pt x="110507" y="0"/>
                    </a:cubicBezTo>
                    <a:cubicBezTo>
                      <a:pt x="114949" y="683"/>
                      <a:pt x="119460" y="1367"/>
                      <a:pt x="123902" y="2050"/>
                    </a:cubicBezTo>
                    <a:cubicBezTo>
                      <a:pt x="119391" y="7928"/>
                      <a:pt x="112147" y="6766"/>
                      <a:pt x="106201" y="8884"/>
                    </a:cubicBezTo>
                    <a:cubicBezTo>
                      <a:pt x="99504" y="11208"/>
                      <a:pt x="96497" y="19477"/>
                      <a:pt x="100871" y="24466"/>
                    </a:cubicBezTo>
                    <a:cubicBezTo>
                      <a:pt x="105791" y="30070"/>
                      <a:pt x="111874" y="34581"/>
                      <a:pt x="117477" y="39569"/>
                    </a:cubicBezTo>
                    <a:cubicBezTo>
                      <a:pt x="78796" y="35674"/>
                      <a:pt x="41004" y="27405"/>
                      <a:pt x="0" y="18725"/>
                    </a:cubicBezTo>
                    <a:cubicBezTo>
                      <a:pt x="24260" y="4716"/>
                      <a:pt x="49068" y="7313"/>
                      <a:pt x="71689" y="820"/>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23" name="Graphic 2466">
                <a:extLst>
                  <a:ext uri="{FF2B5EF4-FFF2-40B4-BE49-F238E27FC236}">
                    <a16:creationId xmlns:a16="http://schemas.microsoft.com/office/drawing/2014/main" id="{A7144A2B-8C7F-426C-9750-19C660EDE189}"/>
                  </a:ext>
                </a:extLst>
              </p:cNvPr>
              <p:cNvSpPr/>
              <p:nvPr/>
            </p:nvSpPr>
            <p:spPr>
              <a:xfrm>
                <a:off x="9867032" y="3494069"/>
                <a:ext cx="64011" cy="53851"/>
              </a:xfrm>
              <a:custGeom>
                <a:avLst/>
                <a:gdLst>
                  <a:gd name="connsiteX0" fmla="*/ 9294 w 64011"/>
                  <a:gd name="connsiteY0" fmla="*/ 52869 h 53851"/>
                  <a:gd name="connsiteX1" fmla="*/ 0 w 64011"/>
                  <a:gd name="connsiteY1" fmla="*/ 11455 h 53851"/>
                  <a:gd name="connsiteX2" fmla="*/ 21185 w 64011"/>
                  <a:gd name="connsiteY2" fmla="*/ 5372 h 53851"/>
                  <a:gd name="connsiteX3" fmla="*/ 44353 w 64011"/>
                  <a:gd name="connsiteY3" fmla="*/ 315 h 53851"/>
                  <a:gd name="connsiteX4" fmla="*/ 54536 w 64011"/>
                  <a:gd name="connsiteY4" fmla="*/ 51092 h 53851"/>
                  <a:gd name="connsiteX5" fmla="*/ 9294 w 64011"/>
                  <a:gd name="connsiteY5" fmla="*/ 52869 h 53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011" h="53851">
                    <a:moveTo>
                      <a:pt x="9294" y="52869"/>
                    </a:moveTo>
                    <a:cubicBezTo>
                      <a:pt x="7312" y="38791"/>
                      <a:pt x="6834" y="24371"/>
                      <a:pt x="0" y="11455"/>
                    </a:cubicBezTo>
                    <a:cubicBezTo>
                      <a:pt x="6082" y="5919"/>
                      <a:pt x="14009" y="6944"/>
                      <a:pt x="21185" y="5372"/>
                    </a:cubicBezTo>
                    <a:cubicBezTo>
                      <a:pt x="28020" y="-232"/>
                      <a:pt x="36083" y="-437"/>
                      <a:pt x="44353" y="315"/>
                    </a:cubicBezTo>
                    <a:cubicBezTo>
                      <a:pt x="70869" y="12616"/>
                      <a:pt x="66632" y="31068"/>
                      <a:pt x="54536" y="51092"/>
                    </a:cubicBezTo>
                    <a:cubicBezTo>
                      <a:pt x="39569" y="53484"/>
                      <a:pt x="24534" y="54919"/>
                      <a:pt x="9294" y="52869"/>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24" name="Graphic 2466">
                <a:extLst>
                  <a:ext uri="{FF2B5EF4-FFF2-40B4-BE49-F238E27FC236}">
                    <a16:creationId xmlns:a16="http://schemas.microsoft.com/office/drawing/2014/main" id="{EB6501F3-00C8-4D2C-AD51-950B8DA33CBA}"/>
                  </a:ext>
                </a:extLst>
              </p:cNvPr>
              <p:cNvSpPr/>
              <p:nvPr/>
            </p:nvSpPr>
            <p:spPr>
              <a:xfrm>
                <a:off x="9572614" y="3178513"/>
                <a:ext cx="193802" cy="19818"/>
              </a:xfrm>
              <a:custGeom>
                <a:avLst/>
                <a:gdLst>
                  <a:gd name="connsiteX0" fmla="*/ 14630 w 193802"/>
                  <a:gd name="connsiteY0" fmla="*/ 0 h 19818"/>
                  <a:gd name="connsiteX1" fmla="*/ 41898 w 193802"/>
                  <a:gd name="connsiteY1" fmla="*/ 6424 h 19818"/>
                  <a:gd name="connsiteX2" fmla="*/ 191633 w 193802"/>
                  <a:gd name="connsiteY2" fmla="*/ 6561 h 19818"/>
                  <a:gd name="connsiteX3" fmla="*/ 191359 w 193802"/>
                  <a:gd name="connsiteY3" fmla="*/ 13600 h 19818"/>
                  <a:gd name="connsiteX4" fmla="*/ 185141 w 193802"/>
                  <a:gd name="connsiteY4" fmla="*/ 19819 h 19818"/>
                  <a:gd name="connsiteX5" fmla="*/ 150970 w 193802"/>
                  <a:gd name="connsiteY5" fmla="*/ 19204 h 19818"/>
                  <a:gd name="connsiteX6" fmla="*/ 126231 w 193802"/>
                  <a:gd name="connsiteY6" fmla="*/ 13190 h 19818"/>
                  <a:gd name="connsiteX7" fmla="*/ 33151 w 193802"/>
                  <a:gd name="connsiteY7" fmla="*/ 11960 h 19818"/>
                  <a:gd name="connsiteX8" fmla="*/ 4242 w 193802"/>
                  <a:gd name="connsiteY8" fmla="*/ 11550 h 19818"/>
                  <a:gd name="connsiteX9" fmla="*/ 5 w 193802"/>
                  <a:gd name="connsiteY9" fmla="*/ 8269 h 19818"/>
                  <a:gd name="connsiteX10" fmla="*/ 5335 w 193802"/>
                  <a:gd name="connsiteY10" fmla="*/ 1572 h 19818"/>
                  <a:gd name="connsiteX11" fmla="*/ 14630 w 193802"/>
                  <a:gd name="connsiteY11" fmla="*/ 0 h 1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3802" h="19818">
                    <a:moveTo>
                      <a:pt x="14630" y="0"/>
                    </a:moveTo>
                    <a:cubicBezTo>
                      <a:pt x="22079" y="9021"/>
                      <a:pt x="32467" y="6356"/>
                      <a:pt x="41898" y="6424"/>
                    </a:cubicBezTo>
                    <a:cubicBezTo>
                      <a:pt x="91787" y="6629"/>
                      <a:pt x="141743" y="6561"/>
                      <a:pt x="191633" y="6561"/>
                    </a:cubicBezTo>
                    <a:cubicBezTo>
                      <a:pt x="194503" y="9021"/>
                      <a:pt x="194640" y="11208"/>
                      <a:pt x="191359" y="13600"/>
                    </a:cubicBezTo>
                    <a:cubicBezTo>
                      <a:pt x="189036" y="15377"/>
                      <a:pt x="187190" y="17700"/>
                      <a:pt x="185141" y="19819"/>
                    </a:cubicBezTo>
                    <a:cubicBezTo>
                      <a:pt x="173727" y="19614"/>
                      <a:pt x="162314" y="19409"/>
                      <a:pt x="150970" y="19204"/>
                    </a:cubicBezTo>
                    <a:cubicBezTo>
                      <a:pt x="143794" y="12780"/>
                      <a:pt x="133201" y="20502"/>
                      <a:pt x="126231" y="13190"/>
                    </a:cubicBezTo>
                    <a:cubicBezTo>
                      <a:pt x="95204" y="12780"/>
                      <a:pt x="64177" y="12370"/>
                      <a:pt x="33151" y="11960"/>
                    </a:cubicBezTo>
                    <a:cubicBezTo>
                      <a:pt x="23514" y="11823"/>
                      <a:pt x="13878" y="11960"/>
                      <a:pt x="4242" y="11550"/>
                    </a:cubicBezTo>
                    <a:cubicBezTo>
                      <a:pt x="2738" y="11481"/>
                      <a:pt x="-131" y="8543"/>
                      <a:pt x="5" y="8269"/>
                    </a:cubicBezTo>
                    <a:cubicBezTo>
                      <a:pt x="1440" y="5809"/>
                      <a:pt x="2944" y="2802"/>
                      <a:pt x="5335" y="1572"/>
                    </a:cubicBezTo>
                    <a:cubicBezTo>
                      <a:pt x="7932" y="205"/>
                      <a:pt x="11486" y="478"/>
                      <a:pt x="14630" y="0"/>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25" name="Graphic 2466">
                <a:extLst>
                  <a:ext uri="{FF2B5EF4-FFF2-40B4-BE49-F238E27FC236}">
                    <a16:creationId xmlns:a16="http://schemas.microsoft.com/office/drawing/2014/main" id="{A6E5105A-20F1-4006-BE6A-CEA11094F6BE}"/>
                  </a:ext>
                </a:extLst>
              </p:cNvPr>
              <p:cNvSpPr/>
              <p:nvPr/>
            </p:nvSpPr>
            <p:spPr>
              <a:xfrm>
                <a:off x="9566541" y="3428091"/>
                <a:ext cx="190734" cy="18591"/>
              </a:xfrm>
              <a:custGeom>
                <a:avLst/>
                <a:gdLst>
                  <a:gd name="connsiteX0" fmla="*/ 177955 w 190734"/>
                  <a:gd name="connsiteY0" fmla="*/ 14081 h 18591"/>
                  <a:gd name="connsiteX1" fmla="*/ 32868 w 190734"/>
                  <a:gd name="connsiteY1" fmla="*/ 13739 h 18591"/>
                  <a:gd name="connsiteX2" fmla="*/ 8402 w 190734"/>
                  <a:gd name="connsiteY2" fmla="*/ 18591 h 18591"/>
                  <a:gd name="connsiteX3" fmla="*/ 679 w 190734"/>
                  <a:gd name="connsiteY3" fmla="*/ 14901 h 18591"/>
                  <a:gd name="connsiteX4" fmla="*/ 7582 w 190734"/>
                  <a:gd name="connsiteY4" fmla="*/ 7862 h 18591"/>
                  <a:gd name="connsiteX5" fmla="*/ 94306 w 190734"/>
                  <a:gd name="connsiteY5" fmla="*/ 7794 h 18591"/>
                  <a:gd name="connsiteX6" fmla="*/ 123214 w 190734"/>
                  <a:gd name="connsiteY6" fmla="*/ 7384 h 18591"/>
                  <a:gd name="connsiteX7" fmla="*/ 137293 w 190734"/>
                  <a:gd name="connsiteY7" fmla="*/ 1028 h 18591"/>
                  <a:gd name="connsiteX8" fmla="*/ 156086 w 190734"/>
                  <a:gd name="connsiteY8" fmla="*/ 2053 h 18591"/>
                  <a:gd name="connsiteX9" fmla="*/ 190735 w 190734"/>
                  <a:gd name="connsiteY9" fmla="*/ 6632 h 18591"/>
                  <a:gd name="connsiteX10" fmla="*/ 177955 w 190734"/>
                  <a:gd name="connsiteY10" fmla="*/ 14081 h 18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0734" h="18591">
                    <a:moveTo>
                      <a:pt x="177955" y="14081"/>
                    </a:moveTo>
                    <a:cubicBezTo>
                      <a:pt x="129570" y="13944"/>
                      <a:pt x="81253" y="13739"/>
                      <a:pt x="32868" y="13739"/>
                    </a:cubicBezTo>
                    <a:cubicBezTo>
                      <a:pt x="24530" y="13739"/>
                      <a:pt x="15509" y="11621"/>
                      <a:pt x="8402" y="18591"/>
                    </a:cubicBezTo>
                    <a:cubicBezTo>
                      <a:pt x="5737" y="17361"/>
                      <a:pt x="1431" y="16815"/>
                      <a:pt x="679" y="14901"/>
                    </a:cubicBezTo>
                    <a:cubicBezTo>
                      <a:pt x="-1918" y="8614"/>
                      <a:pt x="3481" y="7930"/>
                      <a:pt x="7582" y="7862"/>
                    </a:cubicBezTo>
                    <a:cubicBezTo>
                      <a:pt x="36490" y="7725"/>
                      <a:pt x="65398" y="7794"/>
                      <a:pt x="94306" y="7794"/>
                    </a:cubicBezTo>
                    <a:cubicBezTo>
                      <a:pt x="103942" y="7794"/>
                      <a:pt x="113579" y="7657"/>
                      <a:pt x="123214" y="7384"/>
                    </a:cubicBezTo>
                    <a:cubicBezTo>
                      <a:pt x="128682" y="7247"/>
                      <a:pt x="133739" y="5607"/>
                      <a:pt x="137293" y="1028"/>
                    </a:cubicBezTo>
                    <a:cubicBezTo>
                      <a:pt x="143648" y="-817"/>
                      <a:pt x="149936" y="3"/>
                      <a:pt x="156086" y="2053"/>
                    </a:cubicBezTo>
                    <a:cubicBezTo>
                      <a:pt x="167363" y="5812"/>
                      <a:pt x="178980" y="6632"/>
                      <a:pt x="190735" y="6632"/>
                    </a:cubicBezTo>
                    <a:cubicBezTo>
                      <a:pt x="188343" y="12236"/>
                      <a:pt x="182671" y="12373"/>
                      <a:pt x="177955" y="14081"/>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26" name="Graphic 2466">
                <a:extLst>
                  <a:ext uri="{FF2B5EF4-FFF2-40B4-BE49-F238E27FC236}">
                    <a16:creationId xmlns:a16="http://schemas.microsoft.com/office/drawing/2014/main" id="{B51D686D-88E2-4E42-9640-17286C836107}"/>
                  </a:ext>
                </a:extLst>
              </p:cNvPr>
              <p:cNvSpPr/>
              <p:nvPr/>
            </p:nvSpPr>
            <p:spPr>
              <a:xfrm>
                <a:off x="9770535" y="3482581"/>
                <a:ext cx="166024" cy="17202"/>
              </a:xfrm>
              <a:custGeom>
                <a:avLst/>
                <a:gdLst>
                  <a:gd name="connsiteX0" fmla="*/ 137502 w 166024"/>
                  <a:gd name="connsiteY0" fmla="*/ 17202 h 17202"/>
                  <a:gd name="connsiteX1" fmla="*/ 117751 w 166024"/>
                  <a:gd name="connsiteY1" fmla="*/ 16861 h 17202"/>
                  <a:gd name="connsiteX2" fmla="*/ 96497 w 166024"/>
                  <a:gd name="connsiteY2" fmla="*/ 11530 h 17202"/>
                  <a:gd name="connsiteX3" fmla="*/ 24876 w 166024"/>
                  <a:gd name="connsiteY3" fmla="*/ 10642 h 17202"/>
                  <a:gd name="connsiteX4" fmla="*/ 0 w 166024"/>
                  <a:gd name="connsiteY4" fmla="*/ 5243 h 17202"/>
                  <a:gd name="connsiteX5" fmla="*/ 52759 w 166024"/>
                  <a:gd name="connsiteY5" fmla="*/ 3876 h 17202"/>
                  <a:gd name="connsiteX6" fmla="*/ 111805 w 166024"/>
                  <a:gd name="connsiteY6" fmla="*/ 3671 h 17202"/>
                  <a:gd name="connsiteX7" fmla="*/ 144745 w 166024"/>
                  <a:gd name="connsiteY7" fmla="*/ 3056 h 17202"/>
                  <a:gd name="connsiteX8" fmla="*/ 163813 w 166024"/>
                  <a:gd name="connsiteY8" fmla="*/ 2441 h 17202"/>
                  <a:gd name="connsiteX9" fmla="*/ 165316 w 166024"/>
                  <a:gd name="connsiteY9" fmla="*/ 11667 h 17202"/>
                  <a:gd name="connsiteX10" fmla="*/ 137502 w 166024"/>
                  <a:gd name="connsiteY10" fmla="*/ 17202 h 1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024" h="17202">
                    <a:moveTo>
                      <a:pt x="137502" y="17202"/>
                    </a:moveTo>
                    <a:cubicBezTo>
                      <a:pt x="130940" y="17066"/>
                      <a:pt x="124312" y="16997"/>
                      <a:pt x="117751" y="16861"/>
                    </a:cubicBezTo>
                    <a:cubicBezTo>
                      <a:pt x="111874" y="10232"/>
                      <a:pt x="103946" y="11667"/>
                      <a:pt x="96497" y="11530"/>
                    </a:cubicBezTo>
                    <a:cubicBezTo>
                      <a:pt x="72646" y="11188"/>
                      <a:pt x="48727" y="11120"/>
                      <a:pt x="24876" y="10642"/>
                    </a:cubicBezTo>
                    <a:cubicBezTo>
                      <a:pt x="16334" y="10505"/>
                      <a:pt x="7312" y="11325"/>
                      <a:pt x="0" y="5243"/>
                    </a:cubicBezTo>
                    <a:cubicBezTo>
                      <a:pt x="17563" y="4764"/>
                      <a:pt x="35195" y="4354"/>
                      <a:pt x="52759" y="3876"/>
                    </a:cubicBezTo>
                    <a:cubicBezTo>
                      <a:pt x="72441" y="5926"/>
                      <a:pt x="92123" y="5789"/>
                      <a:pt x="111805" y="3671"/>
                    </a:cubicBezTo>
                    <a:cubicBezTo>
                      <a:pt x="122808" y="3466"/>
                      <a:pt x="133743" y="3261"/>
                      <a:pt x="144745" y="3056"/>
                    </a:cubicBezTo>
                    <a:cubicBezTo>
                      <a:pt x="151033" y="391"/>
                      <a:pt x="157321" y="-1933"/>
                      <a:pt x="163813" y="2441"/>
                    </a:cubicBezTo>
                    <a:cubicBezTo>
                      <a:pt x="166136" y="5243"/>
                      <a:pt x="166615" y="8318"/>
                      <a:pt x="165316" y="11667"/>
                    </a:cubicBezTo>
                    <a:cubicBezTo>
                      <a:pt x="157457" y="20619"/>
                      <a:pt x="145702" y="10027"/>
                      <a:pt x="137502" y="17202"/>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27" name="Graphic 2466">
                <a:extLst>
                  <a:ext uri="{FF2B5EF4-FFF2-40B4-BE49-F238E27FC236}">
                    <a16:creationId xmlns:a16="http://schemas.microsoft.com/office/drawing/2014/main" id="{6B215F6D-571D-4CBB-A024-711080A2461E}"/>
                  </a:ext>
                </a:extLst>
              </p:cNvPr>
              <p:cNvSpPr/>
              <p:nvPr/>
            </p:nvSpPr>
            <p:spPr>
              <a:xfrm>
                <a:off x="9914119" y="3132725"/>
                <a:ext cx="49068" cy="20870"/>
              </a:xfrm>
              <a:custGeom>
                <a:avLst/>
                <a:gdLst>
                  <a:gd name="connsiteX0" fmla="*/ 7586 w 49068"/>
                  <a:gd name="connsiteY0" fmla="*/ 13053 h 20870"/>
                  <a:gd name="connsiteX1" fmla="*/ 956 w 49068"/>
                  <a:gd name="connsiteY1" fmla="*/ 6356 h 20870"/>
                  <a:gd name="connsiteX2" fmla="*/ 0 w 49068"/>
                  <a:gd name="connsiteY2" fmla="*/ 683 h 20870"/>
                  <a:gd name="connsiteX3" fmla="*/ 27200 w 49068"/>
                  <a:gd name="connsiteY3" fmla="*/ 0 h 20870"/>
                  <a:gd name="connsiteX4" fmla="*/ 46745 w 49068"/>
                  <a:gd name="connsiteY4" fmla="*/ 6971 h 20870"/>
                  <a:gd name="connsiteX5" fmla="*/ 49068 w 49068"/>
                  <a:gd name="connsiteY5" fmla="*/ 11003 h 20870"/>
                  <a:gd name="connsiteX6" fmla="*/ 43123 w 49068"/>
                  <a:gd name="connsiteY6" fmla="*/ 17837 h 20870"/>
                  <a:gd name="connsiteX7" fmla="*/ 29318 w 49068"/>
                  <a:gd name="connsiteY7" fmla="*/ 20844 h 20870"/>
                  <a:gd name="connsiteX8" fmla="*/ 7586 w 49068"/>
                  <a:gd name="connsiteY8" fmla="*/ 13053 h 20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068" h="20870">
                    <a:moveTo>
                      <a:pt x="7586" y="13053"/>
                    </a:moveTo>
                    <a:cubicBezTo>
                      <a:pt x="5398" y="10798"/>
                      <a:pt x="3143" y="8611"/>
                      <a:pt x="956" y="6356"/>
                    </a:cubicBezTo>
                    <a:cubicBezTo>
                      <a:pt x="1024" y="4442"/>
                      <a:pt x="683" y="2529"/>
                      <a:pt x="0" y="683"/>
                    </a:cubicBezTo>
                    <a:cubicBezTo>
                      <a:pt x="9089" y="478"/>
                      <a:pt x="18110" y="273"/>
                      <a:pt x="27200" y="0"/>
                    </a:cubicBezTo>
                    <a:cubicBezTo>
                      <a:pt x="31983" y="7244"/>
                      <a:pt x="39637" y="6424"/>
                      <a:pt x="46745" y="6971"/>
                    </a:cubicBezTo>
                    <a:cubicBezTo>
                      <a:pt x="47497" y="8269"/>
                      <a:pt x="48317" y="9636"/>
                      <a:pt x="49068" y="11003"/>
                    </a:cubicBezTo>
                    <a:cubicBezTo>
                      <a:pt x="47907" y="14010"/>
                      <a:pt x="45925" y="16265"/>
                      <a:pt x="43123" y="17837"/>
                    </a:cubicBezTo>
                    <a:cubicBezTo>
                      <a:pt x="38749" y="19819"/>
                      <a:pt x="34102" y="20707"/>
                      <a:pt x="29318" y="20844"/>
                    </a:cubicBezTo>
                    <a:cubicBezTo>
                      <a:pt x="21049" y="21117"/>
                      <a:pt x="13531" y="19340"/>
                      <a:pt x="7586" y="13053"/>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28" name="Graphic 2466">
                <a:extLst>
                  <a:ext uri="{FF2B5EF4-FFF2-40B4-BE49-F238E27FC236}">
                    <a16:creationId xmlns:a16="http://schemas.microsoft.com/office/drawing/2014/main" id="{6FE4DA4F-0D12-4C91-9CAE-DA7A8D004C8E}"/>
                  </a:ext>
                </a:extLst>
              </p:cNvPr>
              <p:cNvSpPr/>
              <p:nvPr/>
            </p:nvSpPr>
            <p:spPr>
              <a:xfrm>
                <a:off x="9742856" y="3139074"/>
                <a:ext cx="67111" cy="7251"/>
              </a:xfrm>
              <a:custGeom>
                <a:avLst/>
                <a:gdLst>
                  <a:gd name="connsiteX0" fmla="*/ 28020 w 67111"/>
                  <a:gd name="connsiteY0" fmla="*/ 7251 h 7251"/>
                  <a:gd name="connsiteX1" fmla="*/ 0 w 67111"/>
                  <a:gd name="connsiteY1" fmla="*/ 6021 h 7251"/>
                  <a:gd name="connsiteX2" fmla="*/ 67111 w 67111"/>
                  <a:gd name="connsiteY2" fmla="*/ 895 h 7251"/>
                  <a:gd name="connsiteX3" fmla="*/ 49958 w 67111"/>
                  <a:gd name="connsiteY3" fmla="*/ 6773 h 7251"/>
                  <a:gd name="connsiteX4" fmla="*/ 28020 w 67111"/>
                  <a:gd name="connsiteY4" fmla="*/ 7251 h 7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111" h="7251">
                    <a:moveTo>
                      <a:pt x="28020" y="7251"/>
                    </a:moveTo>
                    <a:cubicBezTo>
                      <a:pt x="18657" y="6841"/>
                      <a:pt x="9363" y="6431"/>
                      <a:pt x="0" y="6021"/>
                    </a:cubicBezTo>
                    <a:cubicBezTo>
                      <a:pt x="21869" y="-1702"/>
                      <a:pt x="44490" y="-198"/>
                      <a:pt x="67111" y="895"/>
                    </a:cubicBezTo>
                    <a:cubicBezTo>
                      <a:pt x="62600" y="6294"/>
                      <a:pt x="56381" y="6704"/>
                      <a:pt x="49958" y="6773"/>
                    </a:cubicBezTo>
                    <a:cubicBezTo>
                      <a:pt x="42645" y="6841"/>
                      <a:pt x="35332" y="7046"/>
                      <a:pt x="28020" y="7251"/>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29" name="Graphic 2466">
                <a:extLst>
                  <a:ext uri="{FF2B5EF4-FFF2-40B4-BE49-F238E27FC236}">
                    <a16:creationId xmlns:a16="http://schemas.microsoft.com/office/drawing/2014/main" id="{ACB223D6-9D81-4186-8F3C-67E7009CAC1C}"/>
                  </a:ext>
                </a:extLst>
              </p:cNvPr>
              <p:cNvSpPr/>
              <p:nvPr/>
            </p:nvSpPr>
            <p:spPr>
              <a:xfrm>
                <a:off x="9826984" y="3546733"/>
                <a:ext cx="49683" cy="4852"/>
              </a:xfrm>
              <a:custGeom>
                <a:avLst/>
                <a:gdLst>
                  <a:gd name="connsiteX0" fmla="*/ 0 w 49683"/>
                  <a:gd name="connsiteY0" fmla="*/ 0 h 4852"/>
                  <a:gd name="connsiteX1" fmla="*/ 49683 w 49683"/>
                  <a:gd name="connsiteY1" fmla="*/ 0 h 4852"/>
                  <a:gd name="connsiteX2" fmla="*/ 47565 w 49683"/>
                  <a:gd name="connsiteY2" fmla="*/ 4852 h 4852"/>
                  <a:gd name="connsiteX3" fmla="*/ 0 w 49683"/>
                  <a:gd name="connsiteY3" fmla="*/ 0 h 4852"/>
                </a:gdLst>
                <a:ahLst/>
                <a:cxnLst>
                  <a:cxn ang="0">
                    <a:pos x="connsiteX0" y="connsiteY0"/>
                  </a:cxn>
                  <a:cxn ang="0">
                    <a:pos x="connsiteX1" y="connsiteY1"/>
                  </a:cxn>
                  <a:cxn ang="0">
                    <a:pos x="connsiteX2" y="connsiteY2"/>
                  </a:cxn>
                  <a:cxn ang="0">
                    <a:pos x="connsiteX3" y="connsiteY3"/>
                  </a:cxn>
                </a:cxnLst>
                <a:rect l="l" t="t" r="r" b="b"/>
                <a:pathLst>
                  <a:path w="49683" h="4852">
                    <a:moveTo>
                      <a:pt x="0" y="0"/>
                    </a:moveTo>
                    <a:cubicBezTo>
                      <a:pt x="16538" y="0"/>
                      <a:pt x="33145" y="0"/>
                      <a:pt x="49683" y="0"/>
                    </a:cubicBezTo>
                    <a:cubicBezTo>
                      <a:pt x="49137" y="1709"/>
                      <a:pt x="48385" y="3280"/>
                      <a:pt x="47565" y="4852"/>
                    </a:cubicBezTo>
                    <a:cubicBezTo>
                      <a:pt x="31778" y="2324"/>
                      <a:pt x="15308" y="6971"/>
                      <a:pt x="0" y="0"/>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30" name="Graphic 2466">
                <a:extLst>
                  <a:ext uri="{FF2B5EF4-FFF2-40B4-BE49-F238E27FC236}">
                    <a16:creationId xmlns:a16="http://schemas.microsoft.com/office/drawing/2014/main" id="{7E79AF6E-0099-42D3-AD27-F7C909D03090}"/>
                  </a:ext>
                </a:extLst>
              </p:cNvPr>
              <p:cNvSpPr/>
              <p:nvPr/>
            </p:nvSpPr>
            <p:spPr>
              <a:xfrm>
                <a:off x="9695564" y="3145919"/>
                <a:ext cx="29250" cy="6642"/>
              </a:xfrm>
              <a:custGeom>
                <a:avLst/>
                <a:gdLst>
                  <a:gd name="connsiteX0" fmla="*/ 29250 w 29250"/>
                  <a:gd name="connsiteY0" fmla="*/ 611 h 6642"/>
                  <a:gd name="connsiteX1" fmla="*/ 0 w 29250"/>
                  <a:gd name="connsiteY1" fmla="*/ 5599 h 6642"/>
                  <a:gd name="connsiteX2" fmla="*/ 29250 w 29250"/>
                  <a:gd name="connsiteY2" fmla="*/ 611 h 6642"/>
                </a:gdLst>
                <a:ahLst/>
                <a:cxnLst>
                  <a:cxn ang="0">
                    <a:pos x="connsiteX0" y="connsiteY0"/>
                  </a:cxn>
                  <a:cxn ang="0">
                    <a:pos x="connsiteX1" y="connsiteY1"/>
                  </a:cxn>
                  <a:cxn ang="0">
                    <a:pos x="connsiteX2" y="connsiteY2"/>
                  </a:cxn>
                </a:cxnLst>
                <a:rect l="l" t="t" r="r" b="b"/>
                <a:pathLst>
                  <a:path w="29250" h="6642">
                    <a:moveTo>
                      <a:pt x="29250" y="611"/>
                    </a:moveTo>
                    <a:cubicBezTo>
                      <a:pt x="20707" y="9495"/>
                      <a:pt x="10115" y="6078"/>
                      <a:pt x="0" y="5599"/>
                    </a:cubicBezTo>
                    <a:cubicBezTo>
                      <a:pt x="8953" y="-620"/>
                      <a:pt x="19067" y="-551"/>
                      <a:pt x="29250" y="611"/>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31" name="Graphic 2466">
                <a:extLst>
                  <a:ext uri="{FF2B5EF4-FFF2-40B4-BE49-F238E27FC236}">
                    <a16:creationId xmlns:a16="http://schemas.microsoft.com/office/drawing/2014/main" id="{BF6E4476-FFFA-4E5A-9251-4F09E73AC535}"/>
                  </a:ext>
                </a:extLst>
              </p:cNvPr>
              <p:cNvSpPr/>
              <p:nvPr/>
            </p:nvSpPr>
            <p:spPr>
              <a:xfrm>
                <a:off x="9657977" y="3152355"/>
                <a:ext cx="27541" cy="6832"/>
              </a:xfrm>
              <a:custGeom>
                <a:avLst/>
                <a:gdLst>
                  <a:gd name="connsiteX0" fmla="*/ 27542 w 27541"/>
                  <a:gd name="connsiteY0" fmla="*/ 394 h 6832"/>
                  <a:gd name="connsiteX1" fmla="*/ 0 w 27541"/>
                  <a:gd name="connsiteY1" fmla="*/ 6135 h 6832"/>
                  <a:gd name="connsiteX2" fmla="*/ 27542 w 27541"/>
                  <a:gd name="connsiteY2" fmla="*/ 394 h 6832"/>
                </a:gdLst>
                <a:ahLst/>
                <a:cxnLst>
                  <a:cxn ang="0">
                    <a:pos x="connsiteX0" y="connsiteY0"/>
                  </a:cxn>
                  <a:cxn ang="0">
                    <a:pos x="connsiteX1" y="connsiteY1"/>
                  </a:cxn>
                  <a:cxn ang="0">
                    <a:pos x="connsiteX2" y="connsiteY2"/>
                  </a:cxn>
                </a:cxnLst>
                <a:rect l="l" t="t" r="r" b="b"/>
                <a:pathLst>
                  <a:path w="27541" h="6832">
                    <a:moveTo>
                      <a:pt x="27542" y="394"/>
                    </a:moveTo>
                    <a:cubicBezTo>
                      <a:pt x="19819" y="9415"/>
                      <a:pt x="9636" y="6408"/>
                      <a:pt x="0" y="6135"/>
                    </a:cubicBezTo>
                    <a:cubicBezTo>
                      <a:pt x="8407" y="257"/>
                      <a:pt x="17769" y="-699"/>
                      <a:pt x="27542" y="394"/>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32" name="Graphic 2466">
                <a:extLst>
                  <a:ext uri="{FF2B5EF4-FFF2-40B4-BE49-F238E27FC236}">
                    <a16:creationId xmlns:a16="http://schemas.microsoft.com/office/drawing/2014/main" id="{50D87573-7F45-4572-A394-5C64B671B509}"/>
                  </a:ext>
                </a:extLst>
              </p:cNvPr>
              <p:cNvSpPr/>
              <p:nvPr/>
            </p:nvSpPr>
            <p:spPr>
              <a:xfrm>
                <a:off x="9698572" y="3190166"/>
                <a:ext cx="24944" cy="7755"/>
              </a:xfrm>
              <a:custGeom>
                <a:avLst/>
                <a:gdLst>
                  <a:gd name="connsiteX0" fmla="*/ 205 w 24944"/>
                  <a:gd name="connsiteY0" fmla="*/ 1537 h 7755"/>
                  <a:gd name="connsiteX1" fmla="*/ 24945 w 24944"/>
                  <a:gd name="connsiteY1" fmla="*/ 7551 h 7755"/>
                  <a:gd name="connsiteX2" fmla="*/ 0 w 24944"/>
                  <a:gd name="connsiteY2" fmla="*/ 7756 h 7755"/>
                  <a:gd name="connsiteX3" fmla="*/ 205 w 24944"/>
                  <a:gd name="connsiteY3" fmla="*/ 1537 h 7755"/>
                </a:gdLst>
                <a:ahLst/>
                <a:cxnLst>
                  <a:cxn ang="0">
                    <a:pos x="connsiteX0" y="connsiteY0"/>
                  </a:cxn>
                  <a:cxn ang="0">
                    <a:pos x="connsiteX1" y="connsiteY1"/>
                  </a:cxn>
                  <a:cxn ang="0">
                    <a:pos x="connsiteX2" y="connsiteY2"/>
                  </a:cxn>
                  <a:cxn ang="0">
                    <a:pos x="connsiteX3" y="connsiteY3"/>
                  </a:cxn>
                </a:cxnLst>
                <a:rect l="l" t="t" r="r" b="b"/>
                <a:pathLst>
                  <a:path w="24944" h="7755">
                    <a:moveTo>
                      <a:pt x="205" y="1537"/>
                    </a:moveTo>
                    <a:cubicBezTo>
                      <a:pt x="9226" y="238"/>
                      <a:pt x="18794" y="-3110"/>
                      <a:pt x="24945" y="7551"/>
                    </a:cubicBezTo>
                    <a:cubicBezTo>
                      <a:pt x="16606" y="7619"/>
                      <a:pt x="8269" y="7687"/>
                      <a:pt x="0" y="7756"/>
                    </a:cubicBezTo>
                    <a:cubicBezTo>
                      <a:pt x="0" y="5705"/>
                      <a:pt x="68" y="3587"/>
                      <a:pt x="205" y="1537"/>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33" name="Graphic 2466">
                <a:extLst>
                  <a:ext uri="{FF2B5EF4-FFF2-40B4-BE49-F238E27FC236}">
                    <a16:creationId xmlns:a16="http://schemas.microsoft.com/office/drawing/2014/main" id="{FAFAC3B1-32C1-452A-BDA2-C4957CE37CF0}"/>
                  </a:ext>
                </a:extLst>
              </p:cNvPr>
              <p:cNvSpPr/>
              <p:nvPr/>
            </p:nvSpPr>
            <p:spPr>
              <a:xfrm>
                <a:off x="9727898" y="3526764"/>
                <a:ext cx="16803" cy="11589"/>
              </a:xfrm>
              <a:custGeom>
                <a:avLst/>
                <a:gdLst>
                  <a:gd name="connsiteX0" fmla="*/ 10721 w 16803"/>
                  <a:gd name="connsiteY0" fmla="*/ 629 h 11589"/>
                  <a:gd name="connsiteX1" fmla="*/ 16804 w 16803"/>
                  <a:gd name="connsiteY1" fmla="*/ 11563 h 11589"/>
                  <a:gd name="connsiteX2" fmla="*/ 7851 w 16803"/>
                  <a:gd name="connsiteY2" fmla="*/ 11153 h 11589"/>
                  <a:gd name="connsiteX3" fmla="*/ 128 w 16803"/>
                  <a:gd name="connsiteY3" fmla="*/ 3431 h 11589"/>
                  <a:gd name="connsiteX4" fmla="*/ 10721 w 16803"/>
                  <a:gd name="connsiteY4" fmla="*/ 629 h 11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03" h="11589">
                    <a:moveTo>
                      <a:pt x="10721" y="629"/>
                    </a:moveTo>
                    <a:cubicBezTo>
                      <a:pt x="12772" y="4251"/>
                      <a:pt x="14821" y="7941"/>
                      <a:pt x="16804" y="11563"/>
                    </a:cubicBezTo>
                    <a:cubicBezTo>
                      <a:pt x="13796" y="11495"/>
                      <a:pt x="10721" y="11837"/>
                      <a:pt x="7851" y="11153"/>
                    </a:cubicBezTo>
                    <a:cubicBezTo>
                      <a:pt x="3750" y="10265"/>
                      <a:pt x="-828" y="7121"/>
                      <a:pt x="128" y="3431"/>
                    </a:cubicBezTo>
                    <a:cubicBezTo>
                      <a:pt x="1222" y="-601"/>
                      <a:pt x="6621" y="-396"/>
                      <a:pt x="10721" y="629"/>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34" name="Graphic 2466">
                <a:extLst>
                  <a:ext uri="{FF2B5EF4-FFF2-40B4-BE49-F238E27FC236}">
                    <a16:creationId xmlns:a16="http://schemas.microsoft.com/office/drawing/2014/main" id="{EB438564-7B19-41CA-9774-14B987873F57}"/>
                  </a:ext>
                </a:extLst>
              </p:cNvPr>
              <p:cNvSpPr/>
              <p:nvPr/>
            </p:nvSpPr>
            <p:spPr>
              <a:xfrm>
                <a:off x="9828487" y="3506815"/>
                <a:ext cx="27473" cy="6449"/>
              </a:xfrm>
              <a:custGeom>
                <a:avLst/>
                <a:gdLst>
                  <a:gd name="connsiteX0" fmla="*/ 27473 w 27473"/>
                  <a:gd name="connsiteY0" fmla="*/ 349 h 6449"/>
                  <a:gd name="connsiteX1" fmla="*/ 0 w 27473"/>
                  <a:gd name="connsiteY1" fmla="*/ 5748 h 6449"/>
                  <a:gd name="connsiteX2" fmla="*/ 27473 w 27473"/>
                  <a:gd name="connsiteY2" fmla="*/ 349 h 6449"/>
                </a:gdLst>
                <a:ahLst/>
                <a:cxnLst>
                  <a:cxn ang="0">
                    <a:pos x="connsiteX0" y="connsiteY0"/>
                  </a:cxn>
                  <a:cxn ang="0">
                    <a:pos x="connsiteX1" y="connsiteY1"/>
                  </a:cxn>
                  <a:cxn ang="0">
                    <a:pos x="connsiteX2" y="connsiteY2"/>
                  </a:cxn>
                </a:cxnLst>
                <a:rect l="l" t="t" r="r" b="b"/>
                <a:pathLst>
                  <a:path w="27473" h="6449">
                    <a:moveTo>
                      <a:pt x="27473" y="349"/>
                    </a:moveTo>
                    <a:cubicBezTo>
                      <a:pt x="19682" y="9233"/>
                      <a:pt x="9499" y="5816"/>
                      <a:pt x="0" y="5748"/>
                    </a:cubicBezTo>
                    <a:cubicBezTo>
                      <a:pt x="8337" y="-61"/>
                      <a:pt x="17768" y="-540"/>
                      <a:pt x="27473" y="349"/>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35" name="Graphic 2466">
                <a:extLst>
                  <a:ext uri="{FF2B5EF4-FFF2-40B4-BE49-F238E27FC236}">
                    <a16:creationId xmlns:a16="http://schemas.microsoft.com/office/drawing/2014/main" id="{F0D931CF-C815-4576-AD0B-9C1AE53B6A1F}"/>
                  </a:ext>
                </a:extLst>
              </p:cNvPr>
              <p:cNvSpPr/>
              <p:nvPr/>
            </p:nvSpPr>
            <p:spPr>
              <a:xfrm>
                <a:off x="9631529" y="3159082"/>
                <a:ext cx="21254" cy="6452"/>
              </a:xfrm>
              <a:custGeom>
                <a:avLst/>
                <a:gdLst>
                  <a:gd name="connsiteX0" fmla="*/ 21255 w 21254"/>
                  <a:gd name="connsiteY0" fmla="*/ 296 h 6452"/>
                  <a:gd name="connsiteX1" fmla="*/ 0 w 21254"/>
                  <a:gd name="connsiteY1" fmla="*/ 5900 h 6452"/>
                  <a:gd name="connsiteX2" fmla="*/ 21255 w 21254"/>
                  <a:gd name="connsiteY2" fmla="*/ 296 h 6452"/>
                </a:gdLst>
                <a:ahLst/>
                <a:cxnLst>
                  <a:cxn ang="0">
                    <a:pos x="connsiteX0" y="connsiteY0"/>
                  </a:cxn>
                  <a:cxn ang="0">
                    <a:pos x="connsiteX1" y="connsiteY1"/>
                  </a:cxn>
                  <a:cxn ang="0">
                    <a:pos x="connsiteX2" y="connsiteY2"/>
                  </a:cxn>
                </a:cxnLst>
                <a:rect l="l" t="t" r="r" b="b"/>
                <a:pathLst>
                  <a:path w="21254" h="6452">
                    <a:moveTo>
                      <a:pt x="21255" y="296"/>
                    </a:moveTo>
                    <a:cubicBezTo>
                      <a:pt x="15650" y="7677"/>
                      <a:pt x="7791" y="6720"/>
                      <a:pt x="0" y="5900"/>
                    </a:cubicBezTo>
                    <a:cubicBezTo>
                      <a:pt x="6219" y="570"/>
                      <a:pt x="13395" y="-660"/>
                      <a:pt x="21255" y="296"/>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36" name="Graphic 2466">
                <a:extLst>
                  <a:ext uri="{FF2B5EF4-FFF2-40B4-BE49-F238E27FC236}">
                    <a16:creationId xmlns:a16="http://schemas.microsoft.com/office/drawing/2014/main" id="{46CCBF3A-EFA0-4ED4-AD65-C3C09200E185}"/>
                  </a:ext>
                </a:extLst>
              </p:cNvPr>
              <p:cNvSpPr/>
              <p:nvPr/>
            </p:nvSpPr>
            <p:spPr>
              <a:xfrm>
                <a:off x="9625994" y="3211949"/>
                <a:ext cx="19955" cy="5969"/>
              </a:xfrm>
              <a:custGeom>
                <a:avLst/>
                <a:gdLst>
                  <a:gd name="connsiteX0" fmla="*/ 19956 w 19955"/>
                  <a:gd name="connsiteY0" fmla="*/ 325 h 5969"/>
                  <a:gd name="connsiteX1" fmla="*/ 0 w 19955"/>
                  <a:gd name="connsiteY1" fmla="*/ 5723 h 5969"/>
                  <a:gd name="connsiteX2" fmla="*/ 19956 w 19955"/>
                  <a:gd name="connsiteY2" fmla="*/ 325 h 5969"/>
                </a:gdLst>
                <a:ahLst/>
                <a:cxnLst>
                  <a:cxn ang="0">
                    <a:pos x="connsiteX0" y="connsiteY0"/>
                  </a:cxn>
                  <a:cxn ang="0">
                    <a:pos x="connsiteX1" y="connsiteY1"/>
                  </a:cxn>
                  <a:cxn ang="0">
                    <a:pos x="connsiteX2" y="connsiteY2"/>
                  </a:cxn>
                </a:cxnLst>
                <a:rect l="l" t="t" r="r" b="b"/>
                <a:pathLst>
                  <a:path w="19955" h="5969">
                    <a:moveTo>
                      <a:pt x="19956" y="325"/>
                    </a:moveTo>
                    <a:cubicBezTo>
                      <a:pt x="14693" y="7159"/>
                      <a:pt x="7244" y="5997"/>
                      <a:pt x="0" y="5723"/>
                    </a:cubicBezTo>
                    <a:cubicBezTo>
                      <a:pt x="5809" y="598"/>
                      <a:pt x="12574" y="-701"/>
                      <a:pt x="19956" y="325"/>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37" name="Graphic 2466">
                <a:extLst>
                  <a:ext uri="{FF2B5EF4-FFF2-40B4-BE49-F238E27FC236}">
                    <a16:creationId xmlns:a16="http://schemas.microsoft.com/office/drawing/2014/main" id="{E003A126-EE8B-4C5B-A040-244C3736EAE3}"/>
                  </a:ext>
                </a:extLst>
              </p:cNvPr>
              <p:cNvSpPr/>
              <p:nvPr/>
            </p:nvSpPr>
            <p:spPr>
              <a:xfrm>
                <a:off x="9521022" y="3375543"/>
                <a:ext cx="19819" cy="7582"/>
              </a:xfrm>
              <a:custGeom>
                <a:avLst/>
                <a:gdLst>
                  <a:gd name="connsiteX0" fmla="*/ 0 w 19819"/>
                  <a:gd name="connsiteY0" fmla="*/ 134 h 7582"/>
                  <a:gd name="connsiteX1" fmla="*/ 19819 w 19819"/>
                  <a:gd name="connsiteY1" fmla="*/ 7583 h 7582"/>
                  <a:gd name="connsiteX2" fmla="*/ 0 w 19819"/>
                  <a:gd name="connsiteY2" fmla="*/ 134 h 7582"/>
                </a:gdLst>
                <a:ahLst/>
                <a:cxnLst>
                  <a:cxn ang="0">
                    <a:pos x="connsiteX0" y="connsiteY0"/>
                  </a:cxn>
                  <a:cxn ang="0">
                    <a:pos x="connsiteX1" y="connsiteY1"/>
                  </a:cxn>
                  <a:cxn ang="0">
                    <a:pos x="connsiteX2" y="connsiteY2"/>
                  </a:cxn>
                </a:cxnLst>
                <a:rect l="l" t="t" r="r" b="b"/>
                <a:pathLst>
                  <a:path w="19819" h="7582">
                    <a:moveTo>
                      <a:pt x="0" y="134"/>
                    </a:moveTo>
                    <a:cubicBezTo>
                      <a:pt x="7586" y="-3"/>
                      <a:pt x="15582" y="-1233"/>
                      <a:pt x="19819" y="7583"/>
                    </a:cubicBezTo>
                    <a:cubicBezTo>
                      <a:pt x="12301" y="7514"/>
                      <a:pt x="5262" y="6216"/>
                      <a:pt x="0" y="134"/>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38" name="Graphic 2466">
                <a:extLst>
                  <a:ext uri="{FF2B5EF4-FFF2-40B4-BE49-F238E27FC236}">
                    <a16:creationId xmlns:a16="http://schemas.microsoft.com/office/drawing/2014/main" id="{88F60969-062E-4598-89BB-406DF5BB29EA}"/>
                  </a:ext>
                </a:extLst>
              </p:cNvPr>
              <p:cNvSpPr/>
              <p:nvPr/>
            </p:nvSpPr>
            <p:spPr>
              <a:xfrm>
                <a:off x="9610343" y="3165723"/>
                <a:ext cx="16196" cy="5780"/>
              </a:xfrm>
              <a:custGeom>
                <a:avLst/>
                <a:gdLst>
                  <a:gd name="connsiteX0" fmla="*/ 16197 w 16196"/>
                  <a:gd name="connsiteY0" fmla="*/ 216 h 5780"/>
                  <a:gd name="connsiteX1" fmla="*/ 0 w 16196"/>
                  <a:gd name="connsiteY1" fmla="*/ 5410 h 5780"/>
                  <a:gd name="connsiteX2" fmla="*/ 16197 w 16196"/>
                  <a:gd name="connsiteY2" fmla="*/ 216 h 5780"/>
                </a:gdLst>
                <a:ahLst/>
                <a:cxnLst>
                  <a:cxn ang="0">
                    <a:pos x="connsiteX0" y="connsiteY0"/>
                  </a:cxn>
                  <a:cxn ang="0">
                    <a:pos x="connsiteX1" y="connsiteY1"/>
                  </a:cxn>
                  <a:cxn ang="0">
                    <a:pos x="connsiteX2" y="connsiteY2"/>
                  </a:cxn>
                </a:cxnLst>
                <a:rect l="l" t="t" r="r" b="b"/>
                <a:pathLst>
                  <a:path w="16196" h="5780">
                    <a:moveTo>
                      <a:pt x="16197" y="216"/>
                    </a:moveTo>
                    <a:cubicBezTo>
                      <a:pt x="12096" y="5956"/>
                      <a:pt x="6288" y="6298"/>
                      <a:pt x="0" y="5410"/>
                    </a:cubicBezTo>
                    <a:cubicBezTo>
                      <a:pt x="4442" y="557"/>
                      <a:pt x="10046" y="-536"/>
                      <a:pt x="16197" y="216"/>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39" name="Graphic 2466">
                <a:extLst>
                  <a:ext uri="{FF2B5EF4-FFF2-40B4-BE49-F238E27FC236}">
                    <a16:creationId xmlns:a16="http://schemas.microsoft.com/office/drawing/2014/main" id="{EB46F305-C54B-4B74-8811-FD4AB36A154C}"/>
                  </a:ext>
                </a:extLst>
              </p:cNvPr>
              <p:cNvSpPr/>
              <p:nvPr/>
            </p:nvSpPr>
            <p:spPr>
              <a:xfrm>
                <a:off x="9590524" y="3171782"/>
                <a:ext cx="16470" cy="6177"/>
              </a:xfrm>
              <a:custGeom>
                <a:avLst/>
                <a:gdLst>
                  <a:gd name="connsiteX0" fmla="*/ 16470 w 16470"/>
                  <a:gd name="connsiteY0" fmla="*/ 102 h 6177"/>
                  <a:gd name="connsiteX1" fmla="*/ 0 w 16470"/>
                  <a:gd name="connsiteY1" fmla="*/ 5842 h 6177"/>
                  <a:gd name="connsiteX2" fmla="*/ 16470 w 16470"/>
                  <a:gd name="connsiteY2" fmla="*/ 102 h 6177"/>
                </a:gdLst>
                <a:ahLst/>
                <a:cxnLst>
                  <a:cxn ang="0">
                    <a:pos x="connsiteX0" y="connsiteY0"/>
                  </a:cxn>
                  <a:cxn ang="0">
                    <a:pos x="connsiteX1" y="connsiteY1"/>
                  </a:cxn>
                  <a:cxn ang="0">
                    <a:pos x="connsiteX2" y="connsiteY2"/>
                  </a:cxn>
                </a:cxnLst>
                <a:rect l="l" t="t" r="r" b="b"/>
                <a:pathLst>
                  <a:path w="16470" h="6177">
                    <a:moveTo>
                      <a:pt x="16470" y="102"/>
                    </a:moveTo>
                    <a:cubicBezTo>
                      <a:pt x="12438" y="6184"/>
                      <a:pt x="6493" y="6731"/>
                      <a:pt x="0" y="5842"/>
                    </a:cubicBezTo>
                    <a:cubicBezTo>
                      <a:pt x="4306" y="717"/>
                      <a:pt x="10115" y="-377"/>
                      <a:pt x="16470" y="102"/>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40" name="Graphic 2466">
                <a:extLst>
                  <a:ext uri="{FF2B5EF4-FFF2-40B4-BE49-F238E27FC236}">
                    <a16:creationId xmlns:a16="http://schemas.microsoft.com/office/drawing/2014/main" id="{F401EDE8-6C92-4071-8232-4258CCBF20C7}"/>
                  </a:ext>
                </a:extLst>
              </p:cNvPr>
              <p:cNvSpPr/>
              <p:nvPr/>
            </p:nvSpPr>
            <p:spPr>
              <a:xfrm>
                <a:off x="9526968" y="3244525"/>
                <a:ext cx="14146" cy="5881"/>
              </a:xfrm>
              <a:custGeom>
                <a:avLst/>
                <a:gdLst>
                  <a:gd name="connsiteX0" fmla="*/ 14146 w 14146"/>
                  <a:gd name="connsiteY0" fmla="*/ 142 h 5881"/>
                  <a:gd name="connsiteX1" fmla="*/ 0 w 14146"/>
                  <a:gd name="connsiteY1" fmla="*/ 5746 h 5881"/>
                  <a:gd name="connsiteX2" fmla="*/ 14146 w 14146"/>
                  <a:gd name="connsiteY2" fmla="*/ 142 h 5881"/>
                </a:gdLst>
                <a:ahLst/>
                <a:cxnLst>
                  <a:cxn ang="0">
                    <a:pos x="connsiteX0" y="connsiteY0"/>
                  </a:cxn>
                  <a:cxn ang="0">
                    <a:pos x="connsiteX1" y="connsiteY1"/>
                  </a:cxn>
                  <a:cxn ang="0">
                    <a:pos x="connsiteX2" y="connsiteY2"/>
                  </a:cxn>
                </a:cxnLst>
                <a:rect l="l" t="t" r="r" b="b"/>
                <a:pathLst>
                  <a:path w="14146" h="5881">
                    <a:moveTo>
                      <a:pt x="14146" y="142"/>
                    </a:moveTo>
                    <a:cubicBezTo>
                      <a:pt x="10729" y="5336"/>
                      <a:pt x="5672" y="6293"/>
                      <a:pt x="0" y="5746"/>
                    </a:cubicBezTo>
                    <a:cubicBezTo>
                      <a:pt x="3485" y="825"/>
                      <a:pt x="8474" y="-473"/>
                      <a:pt x="14146" y="142"/>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41" name="Graphic 2466">
                <a:extLst>
                  <a:ext uri="{FF2B5EF4-FFF2-40B4-BE49-F238E27FC236}">
                    <a16:creationId xmlns:a16="http://schemas.microsoft.com/office/drawing/2014/main" id="{D590B0EA-9B26-4AEA-AA2D-282932787327}"/>
                  </a:ext>
                </a:extLst>
              </p:cNvPr>
              <p:cNvSpPr/>
              <p:nvPr/>
            </p:nvSpPr>
            <p:spPr>
              <a:xfrm>
                <a:off x="9508789" y="3251762"/>
                <a:ext cx="12506" cy="5620"/>
              </a:xfrm>
              <a:custGeom>
                <a:avLst/>
                <a:gdLst>
                  <a:gd name="connsiteX0" fmla="*/ 12506 w 12506"/>
                  <a:gd name="connsiteY0" fmla="*/ 150 h 5620"/>
                  <a:gd name="connsiteX1" fmla="*/ 0 w 12506"/>
                  <a:gd name="connsiteY1" fmla="*/ 5617 h 5620"/>
                  <a:gd name="connsiteX2" fmla="*/ 12506 w 12506"/>
                  <a:gd name="connsiteY2" fmla="*/ 150 h 5620"/>
                </a:gdLst>
                <a:ahLst/>
                <a:cxnLst>
                  <a:cxn ang="0">
                    <a:pos x="connsiteX0" y="connsiteY0"/>
                  </a:cxn>
                  <a:cxn ang="0">
                    <a:pos x="connsiteX1" y="connsiteY1"/>
                  </a:cxn>
                  <a:cxn ang="0">
                    <a:pos x="connsiteX2" y="connsiteY2"/>
                  </a:cxn>
                </a:cxnLst>
                <a:rect l="l" t="t" r="r" b="b"/>
                <a:pathLst>
                  <a:path w="12506" h="5620">
                    <a:moveTo>
                      <a:pt x="12506" y="150"/>
                    </a:moveTo>
                    <a:cubicBezTo>
                      <a:pt x="9499" y="4660"/>
                      <a:pt x="4989" y="5685"/>
                      <a:pt x="0" y="5617"/>
                    </a:cubicBezTo>
                    <a:cubicBezTo>
                      <a:pt x="3212" y="1517"/>
                      <a:pt x="7245" y="-602"/>
                      <a:pt x="12506" y="150"/>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42" name="Graphic 2466">
                <a:extLst>
                  <a:ext uri="{FF2B5EF4-FFF2-40B4-BE49-F238E27FC236}">
                    <a16:creationId xmlns:a16="http://schemas.microsoft.com/office/drawing/2014/main" id="{47F8F67D-10C4-4C04-9E3B-9FD5E0CB73F5}"/>
                  </a:ext>
                </a:extLst>
              </p:cNvPr>
              <p:cNvSpPr/>
              <p:nvPr/>
            </p:nvSpPr>
            <p:spPr>
              <a:xfrm>
                <a:off x="9935031" y="3086922"/>
                <a:ext cx="59046" cy="458513"/>
              </a:xfrm>
              <a:custGeom>
                <a:avLst/>
                <a:gdLst>
                  <a:gd name="connsiteX0" fmla="*/ 51939 w 59046"/>
                  <a:gd name="connsiteY0" fmla="*/ 451679 h 458513"/>
                  <a:gd name="connsiteX1" fmla="*/ 26038 w 59046"/>
                  <a:gd name="connsiteY1" fmla="*/ 458513 h 458513"/>
                  <a:gd name="connsiteX2" fmla="*/ 0 w 59046"/>
                  <a:gd name="connsiteY2" fmla="*/ 457830 h 458513"/>
                  <a:gd name="connsiteX3" fmla="*/ 8543 w 59046"/>
                  <a:gd name="connsiteY3" fmla="*/ 407053 h 458513"/>
                  <a:gd name="connsiteX4" fmla="*/ 17632 w 59046"/>
                  <a:gd name="connsiteY4" fmla="*/ 378486 h 458513"/>
                  <a:gd name="connsiteX5" fmla="*/ 16676 w 59046"/>
                  <a:gd name="connsiteY5" fmla="*/ 92343 h 458513"/>
                  <a:gd name="connsiteX6" fmla="*/ 26038 w 59046"/>
                  <a:gd name="connsiteY6" fmla="*/ 58856 h 458513"/>
                  <a:gd name="connsiteX7" fmla="*/ 25901 w 59046"/>
                  <a:gd name="connsiteY7" fmla="*/ 58515 h 458513"/>
                  <a:gd name="connsiteX8" fmla="*/ 32599 w 59046"/>
                  <a:gd name="connsiteY8" fmla="*/ 52432 h 458513"/>
                  <a:gd name="connsiteX9" fmla="*/ 26038 w 59046"/>
                  <a:gd name="connsiteY9" fmla="*/ 15 h 458513"/>
                  <a:gd name="connsiteX10" fmla="*/ 48112 w 59046"/>
                  <a:gd name="connsiteY10" fmla="*/ 4730 h 458513"/>
                  <a:gd name="connsiteX11" fmla="*/ 58500 w 59046"/>
                  <a:gd name="connsiteY11" fmla="*/ 20107 h 458513"/>
                  <a:gd name="connsiteX12" fmla="*/ 58773 w 59046"/>
                  <a:gd name="connsiteY12" fmla="*/ 39789 h 458513"/>
                  <a:gd name="connsiteX13" fmla="*/ 59047 w 59046"/>
                  <a:gd name="connsiteY13" fmla="*/ 406711 h 458513"/>
                  <a:gd name="connsiteX14" fmla="*/ 51939 w 59046"/>
                  <a:gd name="connsiteY14" fmla="*/ 451679 h 458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9046" h="458513">
                    <a:moveTo>
                      <a:pt x="51939" y="451679"/>
                    </a:moveTo>
                    <a:cubicBezTo>
                      <a:pt x="43123" y="453319"/>
                      <a:pt x="33214" y="450654"/>
                      <a:pt x="26038" y="458513"/>
                    </a:cubicBezTo>
                    <a:cubicBezTo>
                      <a:pt x="17359" y="458308"/>
                      <a:pt x="8679" y="458035"/>
                      <a:pt x="0" y="457830"/>
                    </a:cubicBezTo>
                    <a:cubicBezTo>
                      <a:pt x="615" y="440540"/>
                      <a:pt x="3963" y="423728"/>
                      <a:pt x="8543" y="407053"/>
                    </a:cubicBezTo>
                    <a:cubicBezTo>
                      <a:pt x="14762" y="398578"/>
                      <a:pt x="23646" y="391061"/>
                      <a:pt x="17632" y="378486"/>
                    </a:cubicBezTo>
                    <a:cubicBezTo>
                      <a:pt x="15377" y="283014"/>
                      <a:pt x="17017" y="187679"/>
                      <a:pt x="16676" y="92343"/>
                    </a:cubicBezTo>
                    <a:cubicBezTo>
                      <a:pt x="16607" y="80315"/>
                      <a:pt x="16948" y="68356"/>
                      <a:pt x="26038" y="58856"/>
                    </a:cubicBezTo>
                    <a:lnTo>
                      <a:pt x="25901" y="58515"/>
                    </a:lnTo>
                    <a:cubicBezTo>
                      <a:pt x="28020" y="56396"/>
                      <a:pt x="30275" y="54346"/>
                      <a:pt x="32599" y="52432"/>
                    </a:cubicBezTo>
                    <a:cubicBezTo>
                      <a:pt x="27200" y="35347"/>
                      <a:pt x="24876" y="17920"/>
                      <a:pt x="26038" y="15"/>
                    </a:cubicBezTo>
                    <a:cubicBezTo>
                      <a:pt x="33761" y="-122"/>
                      <a:pt x="41210" y="630"/>
                      <a:pt x="48112" y="4730"/>
                    </a:cubicBezTo>
                    <a:cubicBezTo>
                      <a:pt x="54126" y="8284"/>
                      <a:pt x="58363" y="12795"/>
                      <a:pt x="58500" y="20107"/>
                    </a:cubicBezTo>
                    <a:cubicBezTo>
                      <a:pt x="58636" y="26668"/>
                      <a:pt x="58773" y="33228"/>
                      <a:pt x="58773" y="39789"/>
                    </a:cubicBezTo>
                    <a:cubicBezTo>
                      <a:pt x="58773" y="162119"/>
                      <a:pt x="58569" y="284449"/>
                      <a:pt x="59047" y="406711"/>
                    </a:cubicBezTo>
                    <a:cubicBezTo>
                      <a:pt x="59047" y="422361"/>
                      <a:pt x="56586" y="437123"/>
                      <a:pt x="51939" y="451679"/>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43" name="Graphic 2466">
                <a:extLst>
                  <a:ext uri="{FF2B5EF4-FFF2-40B4-BE49-F238E27FC236}">
                    <a16:creationId xmlns:a16="http://schemas.microsoft.com/office/drawing/2014/main" id="{BD96E67F-8C3D-48B5-A6CD-AEBA199E1509}"/>
                  </a:ext>
                </a:extLst>
              </p:cNvPr>
              <p:cNvSpPr/>
              <p:nvPr/>
            </p:nvSpPr>
            <p:spPr>
              <a:xfrm>
                <a:off x="9960864" y="3139422"/>
                <a:ext cx="6697" cy="6082"/>
              </a:xfrm>
              <a:custGeom>
                <a:avLst/>
                <a:gdLst>
                  <a:gd name="connsiteX0" fmla="*/ 6697 w 6697"/>
                  <a:gd name="connsiteY0" fmla="*/ 0 h 6082"/>
                  <a:gd name="connsiteX1" fmla="*/ 0 w 6697"/>
                  <a:gd name="connsiteY1" fmla="*/ 6082 h 6082"/>
                  <a:gd name="connsiteX2" fmla="*/ 0 w 6697"/>
                  <a:gd name="connsiteY2" fmla="*/ 342 h 6082"/>
                  <a:gd name="connsiteX3" fmla="*/ 6697 w 6697"/>
                  <a:gd name="connsiteY3" fmla="*/ 0 h 6082"/>
                </a:gdLst>
                <a:ahLst/>
                <a:cxnLst>
                  <a:cxn ang="0">
                    <a:pos x="connsiteX0" y="connsiteY0"/>
                  </a:cxn>
                  <a:cxn ang="0">
                    <a:pos x="connsiteX1" y="connsiteY1"/>
                  </a:cxn>
                  <a:cxn ang="0">
                    <a:pos x="connsiteX2" y="connsiteY2"/>
                  </a:cxn>
                  <a:cxn ang="0">
                    <a:pos x="connsiteX3" y="connsiteY3"/>
                  </a:cxn>
                </a:cxnLst>
                <a:rect l="l" t="t" r="r" b="b"/>
                <a:pathLst>
                  <a:path w="6697" h="6082">
                    <a:moveTo>
                      <a:pt x="6697" y="0"/>
                    </a:moveTo>
                    <a:cubicBezTo>
                      <a:pt x="4442" y="2050"/>
                      <a:pt x="2255" y="4100"/>
                      <a:pt x="0" y="6082"/>
                    </a:cubicBezTo>
                    <a:cubicBezTo>
                      <a:pt x="68" y="4169"/>
                      <a:pt x="68" y="2255"/>
                      <a:pt x="0" y="342"/>
                    </a:cubicBezTo>
                    <a:cubicBezTo>
                      <a:pt x="2255" y="205"/>
                      <a:pt x="4442" y="68"/>
                      <a:pt x="6697" y="0"/>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44" name="Graphic 2466">
                <a:extLst>
                  <a:ext uri="{FF2B5EF4-FFF2-40B4-BE49-F238E27FC236}">
                    <a16:creationId xmlns:a16="http://schemas.microsoft.com/office/drawing/2014/main" id="{A10C245D-7B80-4C73-AF08-89DC860B473A}"/>
                  </a:ext>
                </a:extLst>
              </p:cNvPr>
              <p:cNvSpPr/>
              <p:nvPr/>
            </p:nvSpPr>
            <p:spPr>
              <a:xfrm>
                <a:off x="9907968" y="3490734"/>
                <a:ext cx="40211" cy="54427"/>
              </a:xfrm>
              <a:custGeom>
                <a:avLst/>
                <a:gdLst>
                  <a:gd name="connsiteX0" fmla="*/ 39774 w 40211"/>
                  <a:gd name="connsiteY0" fmla="*/ 3104 h 54427"/>
                  <a:gd name="connsiteX1" fmla="*/ 40048 w 40211"/>
                  <a:gd name="connsiteY1" fmla="*/ 27912 h 54427"/>
                  <a:gd name="connsiteX2" fmla="*/ 26994 w 40211"/>
                  <a:gd name="connsiteY2" fmla="*/ 54086 h 54427"/>
                  <a:gd name="connsiteX3" fmla="*/ 13600 w 40211"/>
                  <a:gd name="connsiteY3" fmla="*/ 54428 h 54427"/>
                  <a:gd name="connsiteX4" fmla="*/ 13395 w 40211"/>
                  <a:gd name="connsiteY4" fmla="*/ 23333 h 54427"/>
                  <a:gd name="connsiteX5" fmla="*/ 0 w 40211"/>
                  <a:gd name="connsiteY5" fmla="*/ 9118 h 54427"/>
                  <a:gd name="connsiteX6" fmla="*/ 26516 w 40211"/>
                  <a:gd name="connsiteY6" fmla="*/ 2557 h 54427"/>
                  <a:gd name="connsiteX7" fmla="*/ 39774 w 40211"/>
                  <a:gd name="connsiteY7" fmla="*/ 3104 h 54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211" h="54427">
                    <a:moveTo>
                      <a:pt x="39774" y="3104"/>
                    </a:moveTo>
                    <a:cubicBezTo>
                      <a:pt x="39842" y="11373"/>
                      <a:pt x="39228" y="19711"/>
                      <a:pt x="40048" y="27912"/>
                    </a:cubicBezTo>
                    <a:cubicBezTo>
                      <a:pt x="41277" y="39666"/>
                      <a:pt x="35468" y="47389"/>
                      <a:pt x="26994" y="54086"/>
                    </a:cubicBezTo>
                    <a:cubicBezTo>
                      <a:pt x="22552" y="54223"/>
                      <a:pt x="18042" y="54291"/>
                      <a:pt x="13600" y="54428"/>
                    </a:cubicBezTo>
                    <a:cubicBezTo>
                      <a:pt x="13531" y="44040"/>
                      <a:pt x="13463" y="33652"/>
                      <a:pt x="13395" y="23333"/>
                    </a:cubicBezTo>
                    <a:cubicBezTo>
                      <a:pt x="13326" y="14448"/>
                      <a:pt x="8064" y="10485"/>
                      <a:pt x="0" y="9118"/>
                    </a:cubicBezTo>
                    <a:cubicBezTo>
                      <a:pt x="7586" y="1942"/>
                      <a:pt x="17426" y="3787"/>
                      <a:pt x="26516" y="2557"/>
                    </a:cubicBezTo>
                    <a:cubicBezTo>
                      <a:pt x="31163" y="-1133"/>
                      <a:pt x="35537" y="-723"/>
                      <a:pt x="39774" y="3104"/>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45" name="Graphic 2466">
                <a:extLst>
                  <a:ext uri="{FF2B5EF4-FFF2-40B4-BE49-F238E27FC236}">
                    <a16:creationId xmlns:a16="http://schemas.microsoft.com/office/drawing/2014/main" id="{611F567D-9162-417F-A219-7CA4C81953D6}"/>
                  </a:ext>
                </a:extLst>
              </p:cNvPr>
              <p:cNvSpPr/>
              <p:nvPr/>
            </p:nvSpPr>
            <p:spPr>
              <a:xfrm>
                <a:off x="9915143" y="3145778"/>
                <a:ext cx="39503" cy="340952"/>
              </a:xfrm>
              <a:custGeom>
                <a:avLst/>
                <a:gdLst>
                  <a:gd name="connsiteX0" fmla="*/ 6561 w 39503"/>
                  <a:gd name="connsiteY0" fmla="*/ 0 h 340952"/>
                  <a:gd name="connsiteX1" fmla="*/ 32667 w 39503"/>
                  <a:gd name="connsiteY1" fmla="*/ 410 h 340952"/>
                  <a:gd name="connsiteX2" fmla="*/ 39228 w 39503"/>
                  <a:gd name="connsiteY2" fmla="*/ 24876 h 340952"/>
                  <a:gd name="connsiteX3" fmla="*/ 38272 w 39503"/>
                  <a:gd name="connsiteY3" fmla="*/ 327421 h 340952"/>
                  <a:gd name="connsiteX4" fmla="*/ 19682 w 39503"/>
                  <a:gd name="connsiteY4" fmla="*/ 340952 h 340952"/>
                  <a:gd name="connsiteX5" fmla="*/ 0 w 39503"/>
                  <a:gd name="connsiteY5" fmla="*/ 339791 h 340952"/>
                  <a:gd name="connsiteX6" fmla="*/ 6424 w 39503"/>
                  <a:gd name="connsiteY6" fmla="*/ 301725 h 340952"/>
                  <a:gd name="connsiteX7" fmla="*/ 6561 w 39503"/>
                  <a:gd name="connsiteY7" fmla="*/ 0 h 340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503" h="340952">
                    <a:moveTo>
                      <a:pt x="6561" y="0"/>
                    </a:moveTo>
                    <a:cubicBezTo>
                      <a:pt x="15241" y="137"/>
                      <a:pt x="23919" y="273"/>
                      <a:pt x="32667" y="410"/>
                    </a:cubicBezTo>
                    <a:cubicBezTo>
                      <a:pt x="39023" y="7449"/>
                      <a:pt x="39296" y="16197"/>
                      <a:pt x="39228" y="24876"/>
                    </a:cubicBezTo>
                    <a:cubicBezTo>
                      <a:pt x="38750" y="125747"/>
                      <a:pt x="40663" y="226618"/>
                      <a:pt x="38272" y="327421"/>
                    </a:cubicBezTo>
                    <a:cubicBezTo>
                      <a:pt x="36084" y="337399"/>
                      <a:pt x="28772" y="340406"/>
                      <a:pt x="19682" y="340952"/>
                    </a:cubicBezTo>
                    <a:cubicBezTo>
                      <a:pt x="13122" y="340542"/>
                      <a:pt x="6561" y="340132"/>
                      <a:pt x="0" y="339791"/>
                    </a:cubicBezTo>
                    <a:cubicBezTo>
                      <a:pt x="8270" y="328173"/>
                      <a:pt x="6424" y="314778"/>
                      <a:pt x="6424" y="301725"/>
                    </a:cubicBezTo>
                    <a:cubicBezTo>
                      <a:pt x="6561" y="201195"/>
                      <a:pt x="6561" y="100598"/>
                      <a:pt x="6561" y="0"/>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46" name="Graphic 2466">
                <a:extLst>
                  <a:ext uri="{FF2B5EF4-FFF2-40B4-BE49-F238E27FC236}">
                    <a16:creationId xmlns:a16="http://schemas.microsoft.com/office/drawing/2014/main" id="{E96F8044-17BE-4CBE-8D6B-310237AB9C40}"/>
                  </a:ext>
                </a:extLst>
              </p:cNvPr>
              <p:cNvSpPr/>
              <p:nvPr/>
            </p:nvSpPr>
            <p:spPr>
              <a:xfrm>
                <a:off x="9934553" y="3477461"/>
                <a:ext cx="28326" cy="16376"/>
              </a:xfrm>
              <a:custGeom>
                <a:avLst/>
                <a:gdLst>
                  <a:gd name="connsiteX0" fmla="*/ 341 w 28326"/>
                  <a:gd name="connsiteY0" fmla="*/ 9337 h 16376"/>
                  <a:gd name="connsiteX1" fmla="*/ 13395 w 28326"/>
                  <a:gd name="connsiteY1" fmla="*/ 2913 h 16376"/>
                  <a:gd name="connsiteX2" fmla="*/ 26516 w 28326"/>
                  <a:gd name="connsiteY2" fmla="*/ 2981 h 16376"/>
                  <a:gd name="connsiteX3" fmla="*/ 24808 w 28326"/>
                  <a:gd name="connsiteY3" fmla="*/ 10294 h 16376"/>
                  <a:gd name="connsiteX4" fmla="*/ 13258 w 28326"/>
                  <a:gd name="connsiteY4" fmla="*/ 16376 h 16376"/>
                  <a:gd name="connsiteX5" fmla="*/ 0 w 28326"/>
                  <a:gd name="connsiteY5" fmla="*/ 15830 h 16376"/>
                  <a:gd name="connsiteX6" fmla="*/ 341 w 28326"/>
                  <a:gd name="connsiteY6" fmla="*/ 9337 h 1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326" h="16376">
                    <a:moveTo>
                      <a:pt x="341" y="9337"/>
                    </a:moveTo>
                    <a:cubicBezTo>
                      <a:pt x="3349" y="4417"/>
                      <a:pt x="8132" y="3255"/>
                      <a:pt x="13395" y="2913"/>
                    </a:cubicBezTo>
                    <a:cubicBezTo>
                      <a:pt x="17768" y="-982"/>
                      <a:pt x="22142" y="-982"/>
                      <a:pt x="26516" y="2981"/>
                    </a:cubicBezTo>
                    <a:cubicBezTo>
                      <a:pt x="29728" y="6262"/>
                      <a:pt x="28361" y="8449"/>
                      <a:pt x="24808" y="10294"/>
                    </a:cubicBezTo>
                    <a:cubicBezTo>
                      <a:pt x="20912" y="12276"/>
                      <a:pt x="17085" y="14326"/>
                      <a:pt x="13258" y="16376"/>
                    </a:cubicBezTo>
                    <a:cubicBezTo>
                      <a:pt x="8815" y="16171"/>
                      <a:pt x="4441" y="15966"/>
                      <a:pt x="0" y="15830"/>
                    </a:cubicBezTo>
                    <a:cubicBezTo>
                      <a:pt x="410" y="13643"/>
                      <a:pt x="478" y="11456"/>
                      <a:pt x="341" y="9337"/>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47" name="Graphic 2466">
                <a:extLst>
                  <a:ext uri="{FF2B5EF4-FFF2-40B4-BE49-F238E27FC236}">
                    <a16:creationId xmlns:a16="http://schemas.microsoft.com/office/drawing/2014/main" id="{2A9B2DD8-E3C0-4227-BA31-F6A2CE913E50}"/>
                  </a:ext>
                </a:extLst>
              </p:cNvPr>
              <p:cNvSpPr/>
              <p:nvPr/>
            </p:nvSpPr>
            <p:spPr>
              <a:xfrm>
                <a:off x="9947742" y="3145846"/>
                <a:ext cx="13258" cy="334596"/>
              </a:xfrm>
              <a:custGeom>
                <a:avLst/>
                <a:gdLst>
                  <a:gd name="connsiteX0" fmla="*/ 13259 w 13258"/>
                  <a:gd name="connsiteY0" fmla="*/ 334597 h 334596"/>
                  <a:gd name="connsiteX1" fmla="*/ 137 w 13258"/>
                  <a:gd name="connsiteY1" fmla="*/ 334528 h 334596"/>
                  <a:gd name="connsiteX2" fmla="*/ 0 w 13258"/>
                  <a:gd name="connsiteY2" fmla="*/ 342 h 334596"/>
                  <a:gd name="connsiteX3" fmla="*/ 13259 w 13258"/>
                  <a:gd name="connsiteY3" fmla="*/ 0 h 334596"/>
                  <a:gd name="connsiteX4" fmla="*/ 13259 w 13258"/>
                  <a:gd name="connsiteY4" fmla="*/ 334597 h 3345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58" h="334596">
                    <a:moveTo>
                      <a:pt x="13259" y="334597"/>
                    </a:moveTo>
                    <a:cubicBezTo>
                      <a:pt x="8885" y="334597"/>
                      <a:pt x="4511" y="334597"/>
                      <a:pt x="137" y="334528"/>
                    </a:cubicBezTo>
                    <a:cubicBezTo>
                      <a:pt x="68" y="223133"/>
                      <a:pt x="68" y="111737"/>
                      <a:pt x="0" y="342"/>
                    </a:cubicBezTo>
                    <a:cubicBezTo>
                      <a:pt x="4374" y="205"/>
                      <a:pt x="8816" y="137"/>
                      <a:pt x="13259" y="0"/>
                    </a:cubicBezTo>
                    <a:cubicBezTo>
                      <a:pt x="13259" y="111532"/>
                      <a:pt x="13259" y="223064"/>
                      <a:pt x="13259" y="334597"/>
                    </a:cubicBezTo>
                    <a:close/>
                  </a:path>
                </a:pathLst>
              </a:custGeom>
              <a:grp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grpSp>
        <p:sp>
          <p:nvSpPr>
            <p:cNvPr id="280" name="Graphic 2466">
              <a:extLst>
                <a:ext uri="{FF2B5EF4-FFF2-40B4-BE49-F238E27FC236}">
                  <a16:creationId xmlns:a16="http://schemas.microsoft.com/office/drawing/2014/main" id="{9FDF170F-8D08-40A8-A605-05F07A82CF83}"/>
                </a:ext>
              </a:extLst>
            </p:cNvPr>
            <p:cNvSpPr/>
            <p:nvPr/>
          </p:nvSpPr>
          <p:spPr>
            <a:xfrm rot="20630650">
              <a:off x="10621859" y="2549010"/>
              <a:ext cx="939016" cy="52348"/>
            </a:xfrm>
            <a:custGeom>
              <a:avLst/>
              <a:gdLst>
                <a:gd name="connsiteX0" fmla="*/ 970098 w 997024"/>
                <a:gd name="connsiteY0" fmla="*/ 16355 h 55582"/>
                <a:gd name="connsiteX1" fmla="*/ 990053 w 997024"/>
                <a:gd name="connsiteY1" fmla="*/ 41982 h 55582"/>
                <a:gd name="connsiteX2" fmla="*/ 996819 w 997024"/>
                <a:gd name="connsiteY2" fmla="*/ 48748 h 55582"/>
                <a:gd name="connsiteX3" fmla="*/ 997024 w 997024"/>
                <a:gd name="connsiteY3" fmla="*/ 48612 h 55582"/>
                <a:gd name="connsiteX4" fmla="*/ 982741 w 997024"/>
                <a:gd name="connsiteY4" fmla="*/ 55377 h 55582"/>
                <a:gd name="connsiteX5" fmla="*/ 959847 w 997024"/>
                <a:gd name="connsiteY5" fmla="*/ 55582 h 55582"/>
                <a:gd name="connsiteX6" fmla="*/ 29728 w 997024"/>
                <a:gd name="connsiteY6" fmla="*/ 55582 h 55582"/>
                <a:gd name="connsiteX7" fmla="*/ 274 w 997024"/>
                <a:gd name="connsiteY7" fmla="*/ 54762 h 55582"/>
                <a:gd name="connsiteX8" fmla="*/ 0 w 997024"/>
                <a:gd name="connsiteY8" fmla="*/ 15945 h 55582"/>
                <a:gd name="connsiteX9" fmla="*/ 56450 w 997024"/>
                <a:gd name="connsiteY9" fmla="*/ 5078 h 55582"/>
                <a:gd name="connsiteX10" fmla="*/ 653202 w 997024"/>
                <a:gd name="connsiteY10" fmla="*/ 4942 h 55582"/>
                <a:gd name="connsiteX11" fmla="*/ 718604 w 997024"/>
                <a:gd name="connsiteY11" fmla="*/ 2481 h 55582"/>
                <a:gd name="connsiteX12" fmla="*/ 737534 w 997024"/>
                <a:gd name="connsiteY12" fmla="*/ 2345 h 55582"/>
                <a:gd name="connsiteX13" fmla="*/ 816331 w 997024"/>
                <a:gd name="connsiteY13" fmla="*/ 17516 h 55582"/>
                <a:gd name="connsiteX14" fmla="*/ 970098 w 997024"/>
                <a:gd name="connsiteY14" fmla="*/ 16355 h 55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7024" h="55582">
                  <a:moveTo>
                    <a:pt x="970098" y="16355"/>
                  </a:moveTo>
                  <a:cubicBezTo>
                    <a:pt x="976727" y="24897"/>
                    <a:pt x="983356" y="33440"/>
                    <a:pt x="990053" y="41982"/>
                  </a:cubicBezTo>
                  <a:cubicBezTo>
                    <a:pt x="992241" y="44306"/>
                    <a:pt x="993676" y="47381"/>
                    <a:pt x="996819" y="48748"/>
                  </a:cubicBezTo>
                  <a:cubicBezTo>
                    <a:pt x="996819" y="48748"/>
                    <a:pt x="997024" y="48612"/>
                    <a:pt x="997024" y="48612"/>
                  </a:cubicBezTo>
                  <a:cubicBezTo>
                    <a:pt x="993266" y="52917"/>
                    <a:pt x="988482" y="55241"/>
                    <a:pt x="982741" y="55377"/>
                  </a:cubicBezTo>
                  <a:cubicBezTo>
                    <a:pt x="975087" y="55514"/>
                    <a:pt x="967433" y="55582"/>
                    <a:pt x="959847" y="55582"/>
                  </a:cubicBezTo>
                  <a:cubicBezTo>
                    <a:pt x="649785" y="55582"/>
                    <a:pt x="339790" y="55582"/>
                    <a:pt x="29728" y="55582"/>
                  </a:cubicBezTo>
                  <a:cubicBezTo>
                    <a:pt x="19887" y="55582"/>
                    <a:pt x="10114" y="55036"/>
                    <a:pt x="274" y="54762"/>
                  </a:cubicBezTo>
                  <a:cubicBezTo>
                    <a:pt x="205" y="41846"/>
                    <a:pt x="68" y="28929"/>
                    <a:pt x="0" y="15945"/>
                  </a:cubicBezTo>
                  <a:cubicBezTo>
                    <a:pt x="16676" y="1320"/>
                    <a:pt x="37178" y="5147"/>
                    <a:pt x="56450" y="5078"/>
                  </a:cubicBezTo>
                  <a:cubicBezTo>
                    <a:pt x="255390" y="4805"/>
                    <a:pt x="454261" y="4873"/>
                    <a:pt x="653202" y="4942"/>
                  </a:cubicBezTo>
                  <a:cubicBezTo>
                    <a:pt x="675071" y="4942"/>
                    <a:pt x="696939" y="4942"/>
                    <a:pt x="718604" y="2481"/>
                  </a:cubicBezTo>
                  <a:cubicBezTo>
                    <a:pt x="724891" y="-115"/>
                    <a:pt x="731998" y="-1414"/>
                    <a:pt x="737534" y="2345"/>
                  </a:cubicBezTo>
                  <a:cubicBezTo>
                    <a:pt x="761727" y="19020"/>
                    <a:pt x="789268" y="16833"/>
                    <a:pt x="816331" y="17516"/>
                  </a:cubicBezTo>
                  <a:cubicBezTo>
                    <a:pt x="867587" y="20387"/>
                    <a:pt x="918843" y="20182"/>
                    <a:pt x="970098" y="16355"/>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81" name="Graphic 2466">
              <a:extLst>
                <a:ext uri="{FF2B5EF4-FFF2-40B4-BE49-F238E27FC236}">
                  <a16:creationId xmlns:a16="http://schemas.microsoft.com/office/drawing/2014/main" id="{005BBB5B-8105-4A75-9BAD-F2BB691950BF}"/>
                </a:ext>
              </a:extLst>
            </p:cNvPr>
            <p:cNvSpPr/>
            <p:nvPr/>
          </p:nvSpPr>
          <p:spPr>
            <a:xfrm rot="20630650">
              <a:off x="10006705" y="2601676"/>
              <a:ext cx="70028" cy="179122"/>
            </a:xfrm>
            <a:custGeom>
              <a:avLst/>
              <a:gdLst>
                <a:gd name="connsiteX0" fmla="*/ 0 w 74354"/>
                <a:gd name="connsiteY0" fmla="*/ 338 h 190188"/>
                <a:gd name="connsiteX1" fmla="*/ 32599 w 74354"/>
                <a:gd name="connsiteY1" fmla="*/ 7035 h 190188"/>
                <a:gd name="connsiteX2" fmla="*/ 32941 w 74354"/>
                <a:gd name="connsiteY2" fmla="*/ 139001 h 190188"/>
                <a:gd name="connsiteX3" fmla="*/ 52828 w 74354"/>
                <a:gd name="connsiteY3" fmla="*/ 157454 h 190188"/>
                <a:gd name="connsiteX4" fmla="*/ 40253 w 74354"/>
                <a:gd name="connsiteY4" fmla="*/ 166885 h 190188"/>
                <a:gd name="connsiteX5" fmla="*/ 58022 w 74354"/>
                <a:gd name="connsiteY5" fmla="*/ 169413 h 190188"/>
                <a:gd name="connsiteX6" fmla="*/ 74355 w 74354"/>
                <a:gd name="connsiteY6" fmla="*/ 174334 h 190188"/>
                <a:gd name="connsiteX7" fmla="*/ 13259 w 74354"/>
                <a:gd name="connsiteY7" fmla="*/ 190189 h 190188"/>
                <a:gd name="connsiteX8" fmla="*/ 6561 w 74354"/>
                <a:gd name="connsiteY8" fmla="*/ 162784 h 190188"/>
                <a:gd name="connsiteX9" fmla="*/ 6561 w 74354"/>
                <a:gd name="connsiteY9" fmla="*/ 35123 h 190188"/>
                <a:gd name="connsiteX10" fmla="*/ 0 w 74354"/>
                <a:gd name="connsiteY10" fmla="*/ 338 h 19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54" h="190188">
                  <a:moveTo>
                    <a:pt x="0" y="338"/>
                  </a:moveTo>
                  <a:cubicBezTo>
                    <a:pt x="11687" y="-1439"/>
                    <a:pt x="21870" y="4233"/>
                    <a:pt x="32599" y="7035"/>
                  </a:cubicBezTo>
                  <a:cubicBezTo>
                    <a:pt x="32667" y="51047"/>
                    <a:pt x="32530" y="94990"/>
                    <a:pt x="32941" y="139001"/>
                  </a:cubicBezTo>
                  <a:cubicBezTo>
                    <a:pt x="33078" y="153216"/>
                    <a:pt x="33692" y="153285"/>
                    <a:pt x="52828" y="157454"/>
                  </a:cubicBezTo>
                  <a:cubicBezTo>
                    <a:pt x="48727" y="160529"/>
                    <a:pt x="44558" y="163672"/>
                    <a:pt x="40253" y="166885"/>
                  </a:cubicBezTo>
                  <a:cubicBezTo>
                    <a:pt x="45720" y="171805"/>
                    <a:pt x="52212" y="168593"/>
                    <a:pt x="58022" y="169413"/>
                  </a:cubicBezTo>
                  <a:cubicBezTo>
                    <a:pt x="63011" y="170097"/>
                    <a:pt x="68341" y="169140"/>
                    <a:pt x="74355" y="174334"/>
                  </a:cubicBezTo>
                  <a:cubicBezTo>
                    <a:pt x="52828" y="179938"/>
                    <a:pt x="33009" y="185063"/>
                    <a:pt x="13259" y="190189"/>
                  </a:cubicBezTo>
                  <a:cubicBezTo>
                    <a:pt x="4237" y="182740"/>
                    <a:pt x="6630" y="172352"/>
                    <a:pt x="6561" y="162784"/>
                  </a:cubicBezTo>
                  <a:cubicBezTo>
                    <a:pt x="6356" y="120208"/>
                    <a:pt x="6424" y="77700"/>
                    <a:pt x="6561" y="35123"/>
                  </a:cubicBezTo>
                  <a:cubicBezTo>
                    <a:pt x="6561" y="23027"/>
                    <a:pt x="6834" y="11068"/>
                    <a:pt x="0" y="338"/>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82" name="Graphic 2466">
              <a:extLst>
                <a:ext uri="{FF2B5EF4-FFF2-40B4-BE49-F238E27FC236}">
                  <a16:creationId xmlns:a16="http://schemas.microsoft.com/office/drawing/2014/main" id="{228D2DC4-B91A-40D1-8C9F-3F6DFEAABA13}"/>
                </a:ext>
              </a:extLst>
            </p:cNvPr>
            <p:cNvSpPr/>
            <p:nvPr/>
          </p:nvSpPr>
          <p:spPr>
            <a:xfrm rot="20630650">
              <a:off x="10078320" y="2832135"/>
              <a:ext cx="46774" cy="17781"/>
            </a:xfrm>
            <a:custGeom>
              <a:avLst/>
              <a:gdLst>
                <a:gd name="connsiteX0" fmla="*/ 10846 w 49663"/>
                <a:gd name="connsiteY0" fmla="*/ 18862 h 18879"/>
                <a:gd name="connsiteX1" fmla="*/ 7634 w 49663"/>
                <a:gd name="connsiteY1" fmla="*/ 18589 h 18879"/>
                <a:gd name="connsiteX2" fmla="*/ 390 w 49663"/>
                <a:gd name="connsiteY2" fmla="*/ 13463 h 18879"/>
                <a:gd name="connsiteX3" fmla="*/ 5379 w 49663"/>
                <a:gd name="connsiteY3" fmla="*/ 6561 h 18879"/>
                <a:gd name="connsiteX4" fmla="*/ 16313 w 49663"/>
                <a:gd name="connsiteY4" fmla="*/ 0 h 18879"/>
                <a:gd name="connsiteX5" fmla="*/ 44470 w 49663"/>
                <a:gd name="connsiteY5" fmla="*/ 6356 h 18879"/>
                <a:gd name="connsiteX6" fmla="*/ 49664 w 49663"/>
                <a:gd name="connsiteY6" fmla="*/ 10114 h 18879"/>
                <a:gd name="connsiteX7" fmla="*/ 21644 w 49663"/>
                <a:gd name="connsiteY7" fmla="*/ 12916 h 18879"/>
                <a:gd name="connsiteX8" fmla="*/ 10846 w 49663"/>
                <a:gd name="connsiteY8" fmla="*/ 18862 h 18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663" h="18879">
                  <a:moveTo>
                    <a:pt x="10846" y="18862"/>
                  </a:moveTo>
                  <a:cubicBezTo>
                    <a:pt x="9753" y="18794"/>
                    <a:pt x="8454" y="19067"/>
                    <a:pt x="7634" y="18589"/>
                  </a:cubicBezTo>
                  <a:cubicBezTo>
                    <a:pt x="5037" y="17085"/>
                    <a:pt x="1415" y="15787"/>
                    <a:pt x="390" y="13463"/>
                  </a:cubicBezTo>
                  <a:cubicBezTo>
                    <a:pt x="-1182" y="9841"/>
                    <a:pt x="2303" y="8132"/>
                    <a:pt x="5379" y="6561"/>
                  </a:cubicBezTo>
                  <a:cubicBezTo>
                    <a:pt x="9137" y="4647"/>
                    <a:pt x="12691" y="2255"/>
                    <a:pt x="16313" y="0"/>
                  </a:cubicBezTo>
                  <a:cubicBezTo>
                    <a:pt x="25676" y="2050"/>
                    <a:pt x="35107" y="4032"/>
                    <a:pt x="44470" y="6356"/>
                  </a:cubicBezTo>
                  <a:cubicBezTo>
                    <a:pt x="46246" y="6766"/>
                    <a:pt x="47750" y="8611"/>
                    <a:pt x="49664" y="10114"/>
                  </a:cubicBezTo>
                  <a:cubicBezTo>
                    <a:pt x="40506" y="14488"/>
                    <a:pt x="30870" y="11891"/>
                    <a:pt x="21644" y="12916"/>
                  </a:cubicBezTo>
                  <a:cubicBezTo>
                    <a:pt x="17065" y="13395"/>
                    <a:pt x="13443" y="15035"/>
                    <a:pt x="10846" y="18862"/>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83" name="Graphic 2466">
              <a:extLst>
                <a:ext uri="{FF2B5EF4-FFF2-40B4-BE49-F238E27FC236}">
                  <a16:creationId xmlns:a16="http://schemas.microsoft.com/office/drawing/2014/main" id="{EF91DE3F-2CAD-493D-BDB8-B26D81E93EE5}"/>
                </a:ext>
              </a:extLst>
            </p:cNvPr>
            <p:cNvSpPr/>
            <p:nvPr/>
          </p:nvSpPr>
          <p:spPr>
            <a:xfrm rot="20630650">
              <a:off x="10218314" y="2667371"/>
              <a:ext cx="15150" cy="11485"/>
            </a:xfrm>
            <a:custGeom>
              <a:avLst/>
              <a:gdLst>
                <a:gd name="connsiteX0" fmla="*/ 0 w 16086"/>
                <a:gd name="connsiteY0" fmla="*/ 0 h 12194"/>
                <a:gd name="connsiteX1" fmla="*/ 14147 w 16086"/>
                <a:gd name="connsiteY1" fmla="*/ 5604 h 12194"/>
                <a:gd name="connsiteX2" fmla="*/ 13259 w 16086"/>
                <a:gd name="connsiteY2" fmla="*/ 11755 h 12194"/>
                <a:gd name="connsiteX3" fmla="*/ 820 w 16086"/>
                <a:gd name="connsiteY3" fmla="*/ 6971 h 12194"/>
                <a:gd name="connsiteX4" fmla="*/ 0 w 16086"/>
                <a:gd name="connsiteY4" fmla="*/ 0 h 12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86" h="12194">
                  <a:moveTo>
                    <a:pt x="0" y="0"/>
                  </a:moveTo>
                  <a:cubicBezTo>
                    <a:pt x="4716" y="1845"/>
                    <a:pt x="9431" y="3759"/>
                    <a:pt x="14147" y="5604"/>
                  </a:cubicBezTo>
                  <a:cubicBezTo>
                    <a:pt x="16539" y="8064"/>
                    <a:pt x="17222" y="10798"/>
                    <a:pt x="13259" y="11755"/>
                  </a:cubicBezTo>
                  <a:cubicBezTo>
                    <a:pt x="8270" y="13053"/>
                    <a:pt x="3827" y="11481"/>
                    <a:pt x="820" y="6971"/>
                  </a:cubicBezTo>
                  <a:cubicBezTo>
                    <a:pt x="547" y="4647"/>
                    <a:pt x="274" y="2324"/>
                    <a:pt x="0" y="0"/>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84" name="Graphic 2466">
              <a:extLst>
                <a:ext uri="{FF2B5EF4-FFF2-40B4-BE49-F238E27FC236}">
                  <a16:creationId xmlns:a16="http://schemas.microsoft.com/office/drawing/2014/main" id="{AADDAC0F-C93F-4C9D-9B59-D5F7E64BBF30}"/>
                </a:ext>
              </a:extLst>
            </p:cNvPr>
            <p:cNvSpPr/>
            <p:nvPr/>
          </p:nvSpPr>
          <p:spPr>
            <a:xfrm rot="20630650">
              <a:off x="10023610" y="2795690"/>
              <a:ext cx="7209" cy="5084"/>
            </a:xfrm>
            <a:custGeom>
              <a:avLst/>
              <a:gdLst>
                <a:gd name="connsiteX0" fmla="*/ 0 w 7654"/>
                <a:gd name="connsiteY0" fmla="*/ 5399 h 5398"/>
                <a:gd name="connsiteX1" fmla="*/ 7654 w 7654"/>
                <a:gd name="connsiteY1" fmla="*/ 0 h 5398"/>
                <a:gd name="connsiteX2" fmla="*/ 0 w 7654"/>
                <a:gd name="connsiteY2" fmla="*/ 5399 h 5398"/>
              </a:gdLst>
              <a:ahLst/>
              <a:cxnLst>
                <a:cxn ang="0">
                  <a:pos x="connsiteX0" y="connsiteY0"/>
                </a:cxn>
                <a:cxn ang="0">
                  <a:pos x="connsiteX1" y="connsiteY1"/>
                </a:cxn>
                <a:cxn ang="0">
                  <a:pos x="connsiteX2" y="connsiteY2"/>
                </a:cxn>
              </a:cxnLst>
              <a:rect l="l" t="t" r="r" b="b"/>
              <a:pathLst>
                <a:path w="7654" h="5398">
                  <a:moveTo>
                    <a:pt x="0" y="5399"/>
                  </a:moveTo>
                  <a:cubicBezTo>
                    <a:pt x="2529" y="3622"/>
                    <a:pt x="5057" y="1777"/>
                    <a:pt x="7654" y="0"/>
                  </a:cubicBezTo>
                  <a:cubicBezTo>
                    <a:pt x="5057" y="1777"/>
                    <a:pt x="2529" y="3622"/>
                    <a:pt x="0" y="5399"/>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85" name="Graphic 2466">
              <a:extLst>
                <a:ext uri="{FF2B5EF4-FFF2-40B4-BE49-F238E27FC236}">
                  <a16:creationId xmlns:a16="http://schemas.microsoft.com/office/drawing/2014/main" id="{C7E07CB8-0DCC-4A50-A74D-41ACFBE080F4}"/>
                </a:ext>
              </a:extLst>
            </p:cNvPr>
            <p:cNvSpPr/>
            <p:nvPr/>
          </p:nvSpPr>
          <p:spPr>
            <a:xfrm rot="20630650">
              <a:off x="10039829" y="2829539"/>
              <a:ext cx="7080" cy="4956"/>
            </a:xfrm>
            <a:custGeom>
              <a:avLst/>
              <a:gdLst>
                <a:gd name="connsiteX0" fmla="*/ 7517 w 7517"/>
                <a:gd name="connsiteY0" fmla="*/ 5262 h 5262"/>
                <a:gd name="connsiteX1" fmla="*/ 0 w 7517"/>
                <a:gd name="connsiteY1" fmla="*/ 0 h 5262"/>
                <a:gd name="connsiteX2" fmla="*/ 7517 w 7517"/>
                <a:gd name="connsiteY2" fmla="*/ 5262 h 5262"/>
              </a:gdLst>
              <a:ahLst/>
              <a:cxnLst>
                <a:cxn ang="0">
                  <a:pos x="connsiteX0" y="connsiteY0"/>
                </a:cxn>
                <a:cxn ang="0">
                  <a:pos x="connsiteX1" y="connsiteY1"/>
                </a:cxn>
                <a:cxn ang="0">
                  <a:pos x="connsiteX2" y="connsiteY2"/>
                </a:cxn>
              </a:cxnLst>
              <a:rect l="l" t="t" r="r" b="b"/>
              <a:pathLst>
                <a:path w="7517" h="5262">
                  <a:moveTo>
                    <a:pt x="7517" y="5262"/>
                  </a:moveTo>
                  <a:cubicBezTo>
                    <a:pt x="4989" y="3485"/>
                    <a:pt x="2460" y="1777"/>
                    <a:pt x="0" y="0"/>
                  </a:cubicBezTo>
                  <a:cubicBezTo>
                    <a:pt x="2460" y="1777"/>
                    <a:pt x="4989" y="3485"/>
                    <a:pt x="7517" y="5262"/>
                  </a:cubicBezTo>
                  <a:close/>
                </a:path>
              </a:pathLst>
            </a:custGeom>
            <a:solidFill>
              <a:srgbClr val="BF2026"/>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86" name="Graphic 2466">
              <a:extLst>
                <a:ext uri="{FF2B5EF4-FFF2-40B4-BE49-F238E27FC236}">
                  <a16:creationId xmlns:a16="http://schemas.microsoft.com/office/drawing/2014/main" id="{E867B07D-4259-48F9-A6A0-27C5E65AED8E}"/>
                </a:ext>
              </a:extLst>
            </p:cNvPr>
            <p:cNvSpPr/>
            <p:nvPr/>
          </p:nvSpPr>
          <p:spPr>
            <a:xfrm rot="20630650">
              <a:off x="10585504" y="2434426"/>
              <a:ext cx="934059" cy="35387"/>
            </a:xfrm>
            <a:custGeom>
              <a:avLst/>
              <a:gdLst>
                <a:gd name="connsiteX0" fmla="*/ 991762 w 991761"/>
                <a:gd name="connsiteY0" fmla="*/ 405 h 37573"/>
                <a:gd name="connsiteX1" fmla="*/ 979734 w 991761"/>
                <a:gd name="connsiteY1" fmla="*/ 13663 h 37573"/>
                <a:gd name="connsiteX2" fmla="*/ 970918 w 991761"/>
                <a:gd name="connsiteY2" fmla="*/ 26374 h 37573"/>
                <a:gd name="connsiteX3" fmla="*/ 970986 w 991761"/>
                <a:gd name="connsiteY3" fmla="*/ 26306 h 37573"/>
                <a:gd name="connsiteX4" fmla="*/ 908044 w 991761"/>
                <a:gd name="connsiteY4" fmla="*/ 37036 h 37573"/>
                <a:gd name="connsiteX5" fmla="*/ 826377 w 991761"/>
                <a:gd name="connsiteY5" fmla="*/ 35532 h 37573"/>
                <a:gd name="connsiteX6" fmla="*/ 761043 w 991761"/>
                <a:gd name="connsiteY6" fmla="*/ 29723 h 37573"/>
                <a:gd name="connsiteX7" fmla="*/ 739584 w 991761"/>
                <a:gd name="connsiteY7" fmla="*/ 34029 h 37573"/>
                <a:gd name="connsiteX8" fmla="*/ 728035 w 991761"/>
                <a:gd name="connsiteY8" fmla="*/ 36967 h 37573"/>
                <a:gd name="connsiteX9" fmla="*/ 37109 w 991761"/>
                <a:gd name="connsiteY9" fmla="*/ 36831 h 37573"/>
                <a:gd name="connsiteX10" fmla="*/ 0 w 991761"/>
                <a:gd name="connsiteY10" fmla="*/ 19677 h 37573"/>
                <a:gd name="connsiteX11" fmla="*/ 0 w 991761"/>
                <a:gd name="connsiteY11" fmla="*/ 63 h 37573"/>
                <a:gd name="connsiteX12" fmla="*/ 955814 w 991761"/>
                <a:gd name="connsiteY12" fmla="*/ 63 h 37573"/>
                <a:gd name="connsiteX13" fmla="*/ 991762 w 991761"/>
                <a:gd name="connsiteY13" fmla="*/ 405 h 37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91761" h="37573">
                  <a:moveTo>
                    <a:pt x="991762" y="405"/>
                  </a:moveTo>
                  <a:cubicBezTo>
                    <a:pt x="989233" y="6146"/>
                    <a:pt x="984928" y="10314"/>
                    <a:pt x="979734" y="13663"/>
                  </a:cubicBezTo>
                  <a:cubicBezTo>
                    <a:pt x="973379" y="15508"/>
                    <a:pt x="974540" y="22616"/>
                    <a:pt x="970918" y="26374"/>
                  </a:cubicBezTo>
                  <a:lnTo>
                    <a:pt x="970986" y="26306"/>
                  </a:lnTo>
                  <a:cubicBezTo>
                    <a:pt x="952055" y="41683"/>
                    <a:pt x="929435" y="36557"/>
                    <a:pt x="908044" y="37036"/>
                  </a:cubicBezTo>
                  <a:cubicBezTo>
                    <a:pt x="880845" y="37651"/>
                    <a:pt x="853508" y="38061"/>
                    <a:pt x="826377" y="35532"/>
                  </a:cubicBezTo>
                  <a:cubicBezTo>
                    <a:pt x="804576" y="34097"/>
                    <a:pt x="783186" y="27468"/>
                    <a:pt x="761043" y="29723"/>
                  </a:cubicBezTo>
                  <a:cubicBezTo>
                    <a:pt x="753663" y="29928"/>
                    <a:pt x="746555" y="31500"/>
                    <a:pt x="739584" y="34029"/>
                  </a:cubicBezTo>
                  <a:cubicBezTo>
                    <a:pt x="735757" y="35259"/>
                    <a:pt x="731930" y="36147"/>
                    <a:pt x="728035" y="36967"/>
                  </a:cubicBezTo>
                  <a:cubicBezTo>
                    <a:pt x="497726" y="37924"/>
                    <a:pt x="267418" y="37651"/>
                    <a:pt x="37109" y="36831"/>
                  </a:cubicBezTo>
                  <a:cubicBezTo>
                    <a:pt x="23441" y="36762"/>
                    <a:pt x="5057" y="40931"/>
                    <a:pt x="0" y="19677"/>
                  </a:cubicBezTo>
                  <a:cubicBezTo>
                    <a:pt x="0" y="13116"/>
                    <a:pt x="0" y="6556"/>
                    <a:pt x="0" y="63"/>
                  </a:cubicBezTo>
                  <a:cubicBezTo>
                    <a:pt x="318605" y="63"/>
                    <a:pt x="637210" y="63"/>
                    <a:pt x="955814" y="63"/>
                  </a:cubicBezTo>
                  <a:cubicBezTo>
                    <a:pt x="967774" y="-142"/>
                    <a:pt x="979734" y="200"/>
                    <a:pt x="991762" y="405"/>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87" name="Graphic 2466">
              <a:extLst>
                <a:ext uri="{FF2B5EF4-FFF2-40B4-BE49-F238E27FC236}">
                  <a16:creationId xmlns:a16="http://schemas.microsoft.com/office/drawing/2014/main" id="{0F3B816D-F4C0-401A-96EC-2EC41E656685}"/>
                </a:ext>
              </a:extLst>
            </p:cNvPr>
            <p:cNvSpPr/>
            <p:nvPr/>
          </p:nvSpPr>
          <p:spPr>
            <a:xfrm rot="20630650">
              <a:off x="10590981" y="2485495"/>
              <a:ext cx="704599" cy="48041"/>
            </a:xfrm>
            <a:custGeom>
              <a:avLst/>
              <a:gdLst>
                <a:gd name="connsiteX0" fmla="*/ 6492 w 748126"/>
                <a:gd name="connsiteY0" fmla="*/ 0 h 51008"/>
                <a:gd name="connsiteX1" fmla="*/ 20912 w 748126"/>
                <a:gd name="connsiteY1" fmla="*/ 6424 h 51008"/>
                <a:gd name="connsiteX2" fmla="*/ 50436 w 748126"/>
                <a:gd name="connsiteY2" fmla="*/ 6561 h 51008"/>
                <a:gd name="connsiteX3" fmla="*/ 689695 w 748126"/>
                <a:gd name="connsiteY3" fmla="*/ 6356 h 51008"/>
                <a:gd name="connsiteX4" fmla="*/ 748127 w 748126"/>
                <a:gd name="connsiteY4" fmla="*/ 6902 h 51008"/>
                <a:gd name="connsiteX5" fmla="*/ 712453 w 748126"/>
                <a:gd name="connsiteY5" fmla="*/ 48180 h 51008"/>
                <a:gd name="connsiteX6" fmla="*/ 670150 w 748126"/>
                <a:gd name="connsiteY6" fmla="*/ 50777 h 51008"/>
                <a:gd name="connsiteX7" fmla="*/ 62736 w 748126"/>
                <a:gd name="connsiteY7" fmla="*/ 50709 h 51008"/>
                <a:gd name="connsiteX8" fmla="*/ 6629 w 748126"/>
                <a:gd name="connsiteY8" fmla="*/ 39296 h 51008"/>
                <a:gd name="connsiteX9" fmla="*/ 0 w 748126"/>
                <a:gd name="connsiteY9" fmla="*/ 6629 h 51008"/>
                <a:gd name="connsiteX10" fmla="*/ 0 w 748126"/>
                <a:gd name="connsiteY10" fmla="*/ 68 h 51008"/>
                <a:gd name="connsiteX11" fmla="*/ 6492 w 748126"/>
                <a:gd name="connsiteY11" fmla="*/ 0 h 51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8126" h="51008">
                  <a:moveTo>
                    <a:pt x="6492" y="0"/>
                  </a:moveTo>
                  <a:cubicBezTo>
                    <a:pt x="10251" y="4442"/>
                    <a:pt x="15171" y="6424"/>
                    <a:pt x="20912" y="6424"/>
                  </a:cubicBezTo>
                  <a:cubicBezTo>
                    <a:pt x="30753" y="6492"/>
                    <a:pt x="40594" y="6561"/>
                    <a:pt x="50436" y="6561"/>
                  </a:cubicBezTo>
                  <a:cubicBezTo>
                    <a:pt x="263522" y="6561"/>
                    <a:pt x="476609" y="6697"/>
                    <a:pt x="689695" y="6356"/>
                  </a:cubicBezTo>
                  <a:cubicBezTo>
                    <a:pt x="709172" y="6356"/>
                    <a:pt x="728650" y="10593"/>
                    <a:pt x="748127" y="6902"/>
                  </a:cubicBezTo>
                  <a:cubicBezTo>
                    <a:pt x="747716" y="30548"/>
                    <a:pt x="733365" y="42166"/>
                    <a:pt x="712453" y="48180"/>
                  </a:cubicBezTo>
                  <a:cubicBezTo>
                    <a:pt x="698443" y="51324"/>
                    <a:pt x="684297" y="50777"/>
                    <a:pt x="670150" y="50777"/>
                  </a:cubicBezTo>
                  <a:cubicBezTo>
                    <a:pt x="467656" y="50846"/>
                    <a:pt x="265230" y="50914"/>
                    <a:pt x="62736" y="50709"/>
                  </a:cubicBezTo>
                  <a:cubicBezTo>
                    <a:pt x="43465" y="50709"/>
                    <a:pt x="23099" y="53921"/>
                    <a:pt x="6629" y="39296"/>
                  </a:cubicBezTo>
                  <a:cubicBezTo>
                    <a:pt x="7175" y="27815"/>
                    <a:pt x="6082" y="16743"/>
                    <a:pt x="0" y="6629"/>
                  </a:cubicBezTo>
                  <a:cubicBezTo>
                    <a:pt x="0" y="4442"/>
                    <a:pt x="0" y="2255"/>
                    <a:pt x="0" y="68"/>
                  </a:cubicBezTo>
                  <a:cubicBezTo>
                    <a:pt x="2187" y="0"/>
                    <a:pt x="4374" y="0"/>
                    <a:pt x="6492" y="0"/>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88" name="Graphic 2466">
              <a:extLst>
                <a:ext uri="{FF2B5EF4-FFF2-40B4-BE49-F238E27FC236}">
                  <a16:creationId xmlns:a16="http://schemas.microsoft.com/office/drawing/2014/main" id="{1F12E425-AE8B-4DF8-94B8-7B59C7969FF8}"/>
                </a:ext>
              </a:extLst>
            </p:cNvPr>
            <p:cNvSpPr/>
            <p:nvPr/>
          </p:nvSpPr>
          <p:spPr>
            <a:xfrm rot="20630650">
              <a:off x="10607312" y="2523275"/>
              <a:ext cx="676925" cy="46596"/>
            </a:xfrm>
            <a:custGeom>
              <a:avLst/>
              <a:gdLst>
                <a:gd name="connsiteX0" fmla="*/ 274 w 718743"/>
                <a:gd name="connsiteY0" fmla="*/ 0 h 49474"/>
                <a:gd name="connsiteX1" fmla="*/ 715187 w 718743"/>
                <a:gd name="connsiteY1" fmla="*/ 68 h 49474"/>
                <a:gd name="connsiteX2" fmla="*/ 718741 w 718743"/>
                <a:gd name="connsiteY2" fmla="*/ 10729 h 49474"/>
                <a:gd name="connsiteX3" fmla="*/ 701861 w 718743"/>
                <a:gd name="connsiteY3" fmla="*/ 46267 h 49474"/>
                <a:gd name="connsiteX4" fmla="*/ 669467 w 718743"/>
                <a:gd name="connsiteY4" fmla="*/ 49274 h 49474"/>
                <a:gd name="connsiteX5" fmla="*/ 43738 w 718743"/>
                <a:gd name="connsiteY5" fmla="*/ 49274 h 49474"/>
                <a:gd name="connsiteX6" fmla="*/ 410 w 718743"/>
                <a:gd name="connsiteY6" fmla="*/ 39433 h 49474"/>
                <a:gd name="connsiteX7" fmla="*/ 0 w 718743"/>
                <a:gd name="connsiteY7" fmla="*/ 26585 h 49474"/>
                <a:gd name="connsiteX8" fmla="*/ 274 w 718743"/>
                <a:gd name="connsiteY8" fmla="*/ 0 h 49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8743" h="49474">
                  <a:moveTo>
                    <a:pt x="274" y="0"/>
                  </a:moveTo>
                  <a:cubicBezTo>
                    <a:pt x="238578" y="0"/>
                    <a:pt x="476882" y="68"/>
                    <a:pt x="715187" y="68"/>
                  </a:cubicBezTo>
                  <a:cubicBezTo>
                    <a:pt x="717647" y="3212"/>
                    <a:pt x="718809" y="6697"/>
                    <a:pt x="718741" y="10729"/>
                  </a:cubicBezTo>
                  <a:cubicBezTo>
                    <a:pt x="716758" y="24261"/>
                    <a:pt x="717647" y="39228"/>
                    <a:pt x="701861" y="46267"/>
                  </a:cubicBezTo>
                  <a:cubicBezTo>
                    <a:pt x="691336" y="50435"/>
                    <a:pt x="680265" y="49274"/>
                    <a:pt x="669467" y="49274"/>
                  </a:cubicBezTo>
                  <a:cubicBezTo>
                    <a:pt x="460891" y="49342"/>
                    <a:pt x="252315" y="49342"/>
                    <a:pt x="43738" y="49274"/>
                  </a:cubicBezTo>
                  <a:cubicBezTo>
                    <a:pt x="28635" y="49274"/>
                    <a:pt x="12780" y="51734"/>
                    <a:pt x="410" y="39433"/>
                  </a:cubicBezTo>
                  <a:cubicBezTo>
                    <a:pt x="274" y="35127"/>
                    <a:pt x="137" y="30890"/>
                    <a:pt x="0" y="26585"/>
                  </a:cubicBezTo>
                  <a:cubicBezTo>
                    <a:pt x="68" y="17700"/>
                    <a:pt x="205" y="8816"/>
                    <a:pt x="274" y="0"/>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89" name="Graphic 2466">
              <a:extLst>
                <a:ext uri="{FF2B5EF4-FFF2-40B4-BE49-F238E27FC236}">
                  <a16:creationId xmlns:a16="http://schemas.microsoft.com/office/drawing/2014/main" id="{5731F70C-8073-4D70-9B83-72891F367023}"/>
                </a:ext>
              </a:extLst>
            </p:cNvPr>
            <p:cNvSpPr/>
            <p:nvPr/>
          </p:nvSpPr>
          <p:spPr>
            <a:xfrm rot="20630650">
              <a:off x="11682031" y="2416565"/>
              <a:ext cx="6178" cy="6823"/>
            </a:xfrm>
            <a:custGeom>
              <a:avLst/>
              <a:gdLst>
                <a:gd name="connsiteX0" fmla="*/ 0 w 6560"/>
                <a:gd name="connsiteY0" fmla="*/ 7244 h 7244"/>
                <a:gd name="connsiteX1" fmla="*/ 6560 w 6560"/>
                <a:gd name="connsiteY1" fmla="*/ 0 h 7244"/>
                <a:gd name="connsiteX2" fmla="*/ 0 w 6560"/>
                <a:gd name="connsiteY2" fmla="*/ 7244 h 7244"/>
              </a:gdLst>
              <a:ahLst/>
              <a:cxnLst>
                <a:cxn ang="0">
                  <a:pos x="connsiteX0" y="connsiteY0"/>
                </a:cxn>
                <a:cxn ang="0">
                  <a:pos x="connsiteX1" y="connsiteY1"/>
                </a:cxn>
                <a:cxn ang="0">
                  <a:pos x="connsiteX2" y="connsiteY2"/>
                </a:cxn>
              </a:cxnLst>
              <a:rect l="l" t="t" r="r" b="b"/>
              <a:pathLst>
                <a:path w="6560" h="7244">
                  <a:moveTo>
                    <a:pt x="0" y="7244"/>
                  </a:moveTo>
                  <a:cubicBezTo>
                    <a:pt x="2187" y="4852"/>
                    <a:pt x="4374" y="2392"/>
                    <a:pt x="6560" y="0"/>
                  </a:cubicBezTo>
                  <a:cubicBezTo>
                    <a:pt x="5809" y="3690"/>
                    <a:pt x="3622" y="6082"/>
                    <a:pt x="0" y="7244"/>
                  </a:cubicBezTo>
                  <a:close/>
                </a:path>
              </a:pathLst>
            </a:custGeom>
            <a:solidFill>
              <a:schemeClr val="bg1"/>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90" name="Graphic 2466">
              <a:extLst>
                <a:ext uri="{FF2B5EF4-FFF2-40B4-BE49-F238E27FC236}">
                  <a16:creationId xmlns:a16="http://schemas.microsoft.com/office/drawing/2014/main" id="{01A336AA-9378-487A-9FA4-156C4AB1FAA6}"/>
                </a:ext>
              </a:extLst>
            </p:cNvPr>
            <p:cNvSpPr/>
            <p:nvPr/>
          </p:nvSpPr>
          <p:spPr>
            <a:xfrm rot="20630650">
              <a:off x="10618771" y="2566646"/>
              <a:ext cx="685649" cy="34020"/>
            </a:xfrm>
            <a:custGeom>
              <a:avLst/>
              <a:gdLst>
                <a:gd name="connsiteX0" fmla="*/ 727488 w 728005"/>
                <a:gd name="connsiteY0" fmla="*/ 24024 h 36121"/>
                <a:gd name="connsiteX1" fmla="*/ 717579 w 728005"/>
                <a:gd name="connsiteY1" fmla="*/ 35437 h 36121"/>
                <a:gd name="connsiteX2" fmla="*/ 701245 w 728005"/>
                <a:gd name="connsiteY2" fmla="*/ 36120 h 36121"/>
                <a:gd name="connsiteX3" fmla="*/ 273 w 728005"/>
                <a:gd name="connsiteY3" fmla="*/ 35847 h 36121"/>
                <a:gd name="connsiteX4" fmla="*/ 0 w 728005"/>
                <a:gd name="connsiteY4" fmla="*/ 9809 h 36121"/>
                <a:gd name="connsiteX5" fmla="*/ 30138 w 728005"/>
                <a:gd name="connsiteY5" fmla="*/ 104 h 36121"/>
                <a:gd name="connsiteX6" fmla="*/ 699809 w 728005"/>
                <a:gd name="connsiteY6" fmla="*/ 583 h 36121"/>
                <a:gd name="connsiteX7" fmla="*/ 709514 w 728005"/>
                <a:gd name="connsiteY7" fmla="*/ 1813 h 36121"/>
                <a:gd name="connsiteX8" fmla="*/ 727488 w 728005"/>
                <a:gd name="connsiteY8" fmla="*/ 24024 h 36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8005" h="36121">
                  <a:moveTo>
                    <a:pt x="727488" y="24024"/>
                  </a:moveTo>
                  <a:cubicBezTo>
                    <a:pt x="726325" y="29696"/>
                    <a:pt x="723865" y="34548"/>
                    <a:pt x="717579" y="35437"/>
                  </a:cubicBezTo>
                  <a:cubicBezTo>
                    <a:pt x="712179" y="36188"/>
                    <a:pt x="706712" y="36120"/>
                    <a:pt x="701245" y="36120"/>
                  </a:cubicBezTo>
                  <a:cubicBezTo>
                    <a:pt x="467587" y="36052"/>
                    <a:pt x="233930" y="35915"/>
                    <a:pt x="273" y="35847"/>
                  </a:cubicBezTo>
                  <a:cubicBezTo>
                    <a:pt x="204" y="27167"/>
                    <a:pt x="68" y="18488"/>
                    <a:pt x="0" y="9809"/>
                  </a:cubicBezTo>
                  <a:cubicBezTo>
                    <a:pt x="8406" y="1403"/>
                    <a:pt x="18998" y="104"/>
                    <a:pt x="30138" y="104"/>
                  </a:cubicBezTo>
                  <a:cubicBezTo>
                    <a:pt x="253339" y="309"/>
                    <a:pt x="476609" y="-511"/>
                    <a:pt x="699809" y="583"/>
                  </a:cubicBezTo>
                  <a:cubicBezTo>
                    <a:pt x="703090" y="583"/>
                    <a:pt x="706302" y="1335"/>
                    <a:pt x="709514" y="1813"/>
                  </a:cubicBezTo>
                  <a:cubicBezTo>
                    <a:pt x="720380" y="5367"/>
                    <a:pt x="730427" y="9467"/>
                    <a:pt x="727488" y="24024"/>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91" name="Graphic 2466">
              <a:extLst>
                <a:ext uri="{FF2B5EF4-FFF2-40B4-BE49-F238E27FC236}">
                  <a16:creationId xmlns:a16="http://schemas.microsoft.com/office/drawing/2014/main" id="{9D029756-FA3A-4380-8969-D0379248209A}"/>
                </a:ext>
              </a:extLst>
            </p:cNvPr>
            <p:cNvSpPr/>
            <p:nvPr/>
          </p:nvSpPr>
          <p:spPr>
            <a:xfrm rot="20630650">
              <a:off x="10614030" y="2559265"/>
              <a:ext cx="676162" cy="18794"/>
            </a:xfrm>
            <a:custGeom>
              <a:avLst/>
              <a:gdLst>
                <a:gd name="connsiteX0" fmla="*/ 716758 w 717932"/>
                <a:gd name="connsiteY0" fmla="*/ 19477 h 19955"/>
                <a:gd name="connsiteX1" fmla="*/ 566272 w 717932"/>
                <a:gd name="connsiteY1" fmla="*/ 19956 h 19955"/>
                <a:gd name="connsiteX2" fmla="*/ 205 w 717932"/>
                <a:gd name="connsiteY2" fmla="*/ 19887 h 19955"/>
                <a:gd name="connsiteX3" fmla="*/ 0 w 717932"/>
                <a:gd name="connsiteY3" fmla="*/ 273 h 19955"/>
                <a:gd name="connsiteX4" fmla="*/ 707805 w 717932"/>
                <a:gd name="connsiteY4" fmla="*/ 0 h 19955"/>
                <a:gd name="connsiteX5" fmla="*/ 717647 w 717932"/>
                <a:gd name="connsiteY5" fmla="*/ 11823 h 19955"/>
                <a:gd name="connsiteX6" fmla="*/ 716758 w 717932"/>
                <a:gd name="connsiteY6" fmla="*/ 19477 h 19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7932" h="19955">
                  <a:moveTo>
                    <a:pt x="716758" y="19477"/>
                  </a:moveTo>
                  <a:cubicBezTo>
                    <a:pt x="666597" y="19614"/>
                    <a:pt x="616434" y="19956"/>
                    <a:pt x="566272" y="19956"/>
                  </a:cubicBezTo>
                  <a:cubicBezTo>
                    <a:pt x="377583" y="19956"/>
                    <a:pt x="188894" y="19887"/>
                    <a:pt x="205" y="19887"/>
                  </a:cubicBezTo>
                  <a:cubicBezTo>
                    <a:pt x="137" y="13326"/>
                    <a:pt x="68" y="6834"/>
                    <a:pt x="0" y="273"/>
                  </a:cubicBezTo>
                  <a:cubicBezTo>
                    <a:pt x="235913" y="205"/>
                    <a:pt x="471893" y="137"/>
                    <a:pt x="707805" y="0"/>
                  </a:cubicBezTo>
                  <a:cubicBezTo>
                    <a:pt x="713136" y="2255"/>
                    <a:pt x="715733" y="6766"/>
                    <a:pt x="717647" y="11823"/>
                  </a:cubicBezTo>
                  <a:cubicBezTo>
                    <a:pt x="718193" y="14420"/>
                    <a:pt x="717988" y="17017"/>
                    <a:pt x="716758" y="19477"/>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92" name="Graphic 2466">
              <a:extLst>
                <a:ext uri="{FF2B5EF4-FFF2-40B4-BE49-F238E27FC236}">
                  <a16:creationId xmlns:a16="http://schemas.microsoft.com/office/drawing/2014/main" id="{5FA1585C-5BB1-40AA-BAC2-D70FE3619912}"/>
                </a:ext>
              </a:extLst>
            </p:cNvPr>
            <p:cNvSpPr/>
            <p:nvPr/>
          </p:nvSpPr>
          <p:spPr>
            <a:xfrm rot="20630650">
              <a:off x="11350253" y="2353383"/>
              <a:ext cx="142577" cy="41677"/>
            </a:xfrm>
            <a:custGeom>
              <a:avLst/>
              <a:gdLst>
                <a:gd name="connsiteX0" fmla="*/ 10 w 151384"/>
                <a:gd name="connsiteY0" fmla="*/ 0 h 44252"/>
                <a:gd name="connsiteX1" fmla="*/ 151384 w 151384"/>
                <a:gd name="connsiteY1" fmla="*/ 0 h 44252"/>
                <a:gd name="connsiteX2" fmla="*/ 138126 w 151384"/>
                <a:gd name="connsiteY2" fmla="*/ 32667 h 44252"/>
                <a:gd name="connsiteX3" fmla="*/ 33907 w 151384"/>
                <a:gd name="connsiteY3" fmla="*/ 40321 h 44252"/>
                <a:gd name="connsiteX4" fmla="*/ 10 w 151384"/>
                <a:gd name="connsiteY4" fmla="*/ 0 h 44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 h="44252">
                  <a:moveTo>
                    <a:pt x="10" y="0"/>
                  </a:moveTo>
                  <a:cubicBezTo>
                    <a:pt x="50446" y="0"/>
                    <a:pt x="100949" y="0"/>
                    <a:pt x="151384" y="0"/>
                  </a:cubicBezTo>
                  <a:cubicBezTo>
                    <a:pt x="146943" y="10866"/>
                    <a:pt x="142569" y="21801"/>
                    <a:pt x="138126" y="32667"/>
                  </a:cubicBezTo>
                  <a:cubicBezTo>
                    <a:pt x="104571" y="51666"/>
                    <a:pt x="68966" y="41961"/>
                    <a:pt x="33907" y="40321"/>
                  </a:cubicBezTo>
                  <a:cubicBezTo>
                    <a:pt x="16411" y="32120"/>
                    <a:pt x="-469" y="23373"/>
                    <a:pt x="10" y="0"/>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93" name="Graphic 2466">
              <a:extLst>
                <a:ext uri="{FF2B5EF4-FFF2-40B4-BE49-F238E27FC236}">
                  <a16:creationId xmlns:a16="http://schemas.microsoft.com/office/drawing/2014/main" id="{43A54865-7E3C-4465-9EC6-E1E675437F41}"/>
                </a:ext>
              </a:extLst>
            </p:cNvPr>
            <p:cNvSpPr/>
            <p:nvPr/>
          </p:nvSpPr>
          <p:spPr>
            <a:xfrm rot="20630650">
              <a:off x="11379095" y="2381756"/>
              <a:ext cx="110499" cy="47327"/>
            </a:xfrm>
            <a:custGeom>
              <a:avLst/>
              <a:gdLst>
                <a:gd name="connsiteX0" fmla="*/ 5998 w 117325"/>
                <a:gd name="connsiteY0" fmla="*/ 0 h 50251"/>
                <a:gd name="connsiteX1" fmla="*/ 117325 w 117325"/>
                <a:gd name="connsiteY1" fmla="*/ 68 h 50251"/>
                <a:gd name="connsiteX2" fmla="*/ 116846 w 117325"/>
                <a:gd name="connsiteY2" fmla="*/ 6766 h 50251"/>
                <a:gd name="connsiteX3" fmla="*/ 61285 w 117325"/>
                <a:gd name="connsiteY3" fmla="*/ 49752 h 50251"/>
                <a:gd name="connsiteX4" fmla="*/ 8731 w 117325"/>
                <a:gd name="connsiteY4" fmla="*/ 38202 h 50251"/>
                <a:gd name="connsiteX5" fmla="*/ 5998 w 117325"/>
                <a:gd name="connsiteY5" fmla="*/ 0 h 50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325" h="50251">
                  <a:moveTo>
                    <a:pt x="5998" y="0"/>
                  </a:moveTo>
                  <a:cubicBezTo>
                    <a:pt x="43107" y="0"/>
                    <a:pt x="80216" y="68"/>
                    <a:pt x="117325" y="68"/>
                  </a:cubicBezTo>
                  <a:cubicBezTo>
                    <a:pt x="117188" y="2324"/>
                    <a:pt x="117051" y="4510"/>
                    <a:pt x="116846" y="6766"/>
                  </a:cubicBezTo>
                  <a:cubicBezTo>
                    <a:pt x="110217" y="51256"/>
                    <a:pt x="110217" y="51461"/>
                    <a:pt x="61285" y="49752"/>
                  </a:cubicBezTo>
                  <a:cubicBezTo>
                    <a:pt x="43175" y="49137"/>
                    <a:pt x="23903" y="52827"/>
                    <a:pt x="8731" y="38202"/>
                  </a:cubicBezTo>
                  <a:cubicBezTo>
                    <a:pt x="1077" y="25969"/>
                    <a:pt x="-5005" y="13600"/>
                    <a:pt x="5998" y="0"/>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94" name="Graphic 2466">
              <a:extLst>
                <a:ext uri="{FF2B5EF4-FFF2-40B4-BE49-F238E27FC236}">
                  <a16:creationId xmlns:a16="http://schemas.microsoft.com/office/drawing/2014/main" id="{5D023DC3-E967-4B81-8A4B-551AB13E8CE9}"/>
                </a:ext>
              </a:extLst>
            </p:cNvPr>
            <p:cNvSpPr/>
            <p:nvPr/>
          </p:nvSpPr>
          <p:spPr>
            <a:xfrm rot="20630650">
              <a:off x="11367086" y="2435984"/>
              <a:ext cx="148875" cy="38454"/>
            </a:xfrm>
            <a:custGeom>
              <a:avLst/>
              <a:gdLst>
                <a:gd name="connsiteX0" fmla="*/ 158072 w 158072"/>
                <a:gd name="connsiteY0" fmla="*/ 27883 h 40829"/>
                <a:gd name="connsiteX1" fmla="*/ 145839 w 158072"/>
                <a:gd name="connsiteY1" fmla="*/ 40321 h 40829"/>
                <a:gd name="connsiteX2" fmla="*/ 107226 w 158072"/>
                <a:gd name="connsiteY2" fmla="*/ 40799 h 40829"/>
                <a:gd name="connsiteX3" fmla="*/ 23509 w 158072"/>
                <a:gd name="connsiteY3" fmla="*/ 40799 h 40829"/>
                <a:gd name="connsiteX4" fmla="*/ 0 w 158072"/>
                <a:gd name="connsiteY4" fmla="*/ 33555 h 40829"/>
                <a:gd name="connsiteX5" fmla="*/ 410 w 158072"/>
                <a:gd name="connsiteY5" fmla="*/ 28908 h 40829"/>
                <a:gd name="connsiteX6" fmla="*/ 4510 w 158072"/>
                <a:gd name="connsiteY6" fmla="*/ 20366 h 40829"/>
                <a:gd name="connsiteX7" fmla="*/ 33077 w 158072"/>
                <a:gd name="connsiteY7" fmla="*/ 4442 h 40829"/>
                <a:gd name="connsiteX8" fmla="*/ 145771 w 158072"/>
                <a:gd name="connsiteY8" fmla="*/ 0 h 40829"/>
                <a:gd name="connsiteX9" fmla="*/ 158072 w 158072"/>
                <a:gd name="connsiteY9" fmla="*/ 27883 h 40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8072" h="40829">
                  <a:moveTo>
                    <a:pt x="158072" y="27883"/>
                  </a:moveTo>
                  <a:cubicBezTo>
                    <a:pt x="156773" y="34785"/>
                    <a:pt x="153630" y="40116"/>
                    <a:pt x="145839" y="40321"/>
                  </a:cubicBezTo>
                  <a:cubicBezTo>
                    <a:pt x="132991" y="40663"/>
                    <a:pt x="120074" y="40799"/>
                    <a:pt x="107226" y="40799"/>
                  </a:cubicBezTo>
                  <a:cubicBezTo>
                    <a:pt x="79344" y="40868"/>
                    <a:pt x="51460" y="40799"/>
                    <a:pt x="23509" y="40799"/>
                  </a:cubicBezTo>
                  <a:cubicBezTo>
                    <a:pt x="14966" y="40799"/>
                    <a:pt x="6150" y="41551"/>
                    <a:pt x="0" y="33555"/>
                  </a:cubicBezTo>
                  <a:cubicBezTo>
                    <a:pt x="137" y="31984"/>
                    <a:pt x="273" y="30480"/>
                    <a:pt x="410" y="28908"/>
                  </a:cubicBezTo>
                  <a:cubicBezTo>
                    <a:pt x="1366" y="25833"/>
                    <a:pt x="2733" y="23031"/>
                    <a:pt x="4510" y="20366"/>
                  </a:cubicBezTo>
                  <a:cubicBezTo>
                    <a:pt x="12028" y="11413"/>
                    <a:pt x="19955" y="3280"/>
                    <a:pt x="33077" y="4442"/>
                  </a:cubicBezTo>
                  <a:cubicBezTo>
                    <a:pt x="70733" y="3964"/>
                    <a:pt x="108457" y="7518"/>
                    <a:pt x="145771" y="0"/>
                  </a:cubicBezTo>
                  <a:cubicBezTo>
                    <a:pt x="152810" y="8064"/>
                    <a:pt x="153698" y="18725"/>
                    <a:pt x="158072" y="27883"/>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95" name="Graphic 2466">
              <a:extLst>
                <a:ext uri="{FF2B5EF4-FFF2-40B4-BE49-F238E27FC236}">
                  <a16:creationId xmlns:a16="http://schemas.microsoft.com/office/drawing/2014/main" id="{E2B163F6-D9FF-4A56-890E-5C827FE974E2}"/>
                </a:ext>
              </a:extLst>
            </p:cNvPr>
            <p:cNvSpPr/>
            <p:nvPr/>
          </p:nvSpPr>
          <p:spPr>
            <a:xfrm rot="20630650">
              <a:off x="11379513" y="2387969"/>
              <a:ext cx="114661" cy="62025"/>
            </a:xfrm>
            <a:custGeom>
              <a:avLst/>
              <a:gdLst>
                <a:gd name="connsiteX0" fmla="*/ 121744 w 121744"/>
                <a:gd name="connsiteY0" fmla="*/ 50846 h 65857"/>
                <a:gd name="connsiteX1" fmla="*/ 110331 w 121744"/>
                <a:gd name="connsiteY1" fmla="*/ 64445 h 65857"/>
                <a:gd name="connsiteX2" fmla="*/ 7888 w 121744"/>
                <a:gd name="connsiteY2" fmla="*/ 63147 h 65857"/>
                <a:gd name="connsiteX3" fmla="*/ 2899 w 121744"/>
                <a:gd name="connsiteY3" fmla="*/ 59320 h 65857"/>
                <a:gd name="connsiteX4" fmla="*/ 15201 w 121744"/>
                <a:gd name="connsiteY4" fmla="*/ 24944 h 65857"/>
                <a:gd name="connsiteX5" fmla="*/ 35361 w 121744"/>
                <a:gd name="connsiteY5" fmla="*/ 32667 h 65857"/>
                <a:gd name="connsiteX6" fmla="*/ 80671 w 121744"/>
                <a:gd name="connsiteY6" fmla="*/ 32325 h 65857"/>
                <a:gd name="connsiteX7" fmla="*/ 110878 w 121744"/>
                <a:gd name="connsiteY7" fmla="*/ 32735 h 65857"/>
                <a:gd name="connsiteX8" fmla="*/ 116482 w 121744"/>
                <a:gd name="connsiteY8" fmla="*/ 4989 h 65857"/>
                <a:gd name="connsiteX9" fmla="*/ 120445 w 121744"/>
                <a:gd name="connsiteY9" fmla="*/ 0 h 65857"/>
                <a:gd name="connsiteX10" fmla="*/ 121744 w 121744"/>
                <a:gd name="connsiteY10" fmla="*/ 50846 h 6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744" h="65857">
                  <a:moveTo>
                    <a:pt x="121744" y="50846"/>
                  </a:moveTo>
                  <a:cubicBezTo>
                    <a:pt x="120036" y="57133"/>
                    <a:pt x="118053" y="64240"/>
                    <a:pt x="110331" y="64445"/>
                  </a:cubicBezTo>
                  <a:cubicBezTo>
                    <a:pt x="76160" y="65471"/>
                    <a:pt x="41990" y="67589"/>
                    <a:pt x="7888" y="63147"/>
                  </a:cubicBezTo>
                  <a:cubicBezTo>
                    <a:pt x="6111" y="62942"/>
                    <a:pt x="4539" y="60618"/>
                    <a:pt x="2899" y="59320"/>
                  </a:cubicBezTo>
                  <a:cubicBezTo>
                    <a:pt x="-1953" y="44627"/>
                    <a:pt x="-2431" y="31505"/>
                    <a:pt x="15201" y="24944"/>
                  </a:cubicBezTo>
                  <a:cubicBezTo>
                    <a:pt x="20190" y="32052"/>
                    <a:pt x="27639" y="32667"/>
                    <a:pt x="35361" y="32667"/>
                  </a:cubicBezTo>
                  <a:cubicBezTo>
                    <a:pt x="50464" y="32667"/>
                    <a:pt x="65705" y="33829"/>
                    <a:pt x="80671" y="32325"/>
                  </a:cubicBezTo>
                  <a:cubicBezTo>
                    <a:pt x="91196" y="31300"/>
                    <a:pt x="103087" y="42850"/>
                    <a:pt x="110878" y="32735"/>
                  </a:cubicBezTo>
                  <a:cubicBezTo>
                    <a:pt x="116072" y="26106"/>
                    <a:pt x="114568" y="14352"/>
                    <a:pt x="116482" y="4989"/>
                  </a:cubicBezTo>
                  <a:cubicBezTo>
                    <a:pt x="116824" y="3144"/>
                    <a:pt x="119079" y="1640"/>
                    <a:pt x="120445" y="0"/>
                  </a:cubicBezTo>
                  <a:cubicBezTo>
                    <a:pt x="120924" y="16949"/>
                    <a:pt x="121334" y="33897"/>
                    <a:pt x="121744" y="50846"/>
                  </a:cubicBezTo>
                  <a:close/>
                </a:path>
              </a:pathLst>
            </a:custGeom>
            <a:solidFill>
              <a:schemeClr val="accent2"/>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96" name="Graphic 2466">
              <a:extLst>
                <a:ext uri="{FF2B5EF4-FFF2-40B4-BE49-F238E27FC236}">
                  <a16:creationId xmlns:a16="http://schemas.microsoft.com/office/drawing/2014/main" id="{12DCF8CF-C11B-4E7C-B031-6B3BE1C28028}"/>
                </a:ext>
              </a:extLst>
            </p:cNvPr>
            <p:cNvSpPr/>
            <p:nvPr/>
          </p:nvSpPr>
          <p:spPr>
            <a:xfrm rot="20630650">
              <a:off x="11482343" y="2321560"/>
              <a:ext cx="8303" cy="11971"/>
            </a:xfrm>
            <a:custGeom>
              <a:avLst/>
              <a:gdLst>
                <a:gd name="connsiteX0" fmla="*/ 0 w 8816"/>
                <a:gd name="connsiteY0" fmla="*/ 12711 h 12711"/>
                <a:gd name="connsiteX1" fmla="*/ 8816 w 8816"/>
                <a:gd name="connsiteY1" fmla="*/ 0 h 12711"/>
                <a:gd name="connsiteX2" fmla="*/ 0 w 8816"/>
                <a:gd name="connsiteY2" fmla="*/ 12711 h 12711"/>
              </a:gdLst>
              <a:ahLst/>
              <a:cxnLst>
                <a:cxn ang="0">
                  <a:pos x="connsiteX0" y="connsiteY0"/>
                </a:cxn>
                <a:cxn ang="0">
                  <a:pos x="connsiteX1" y="connsiteY1"/>
                </a:cxn>
                <a:cxn ang="0">
                  <a:pos x="connsiteX2" y="connsiteY2"/>
                </a:cxn>
              </a:cxnLst>
              <a:rect l="l" t="t" r="r" b="b"/>
              <a:pathLst>
                <a:path w="8816" h="12711">
                  <a:moveTo>
                    <a:pt x="0" y="12711"/>
                  </a:moveTo>
                  <a:cubicBezTo>
                    <a:pt x="137" y="6561"/>
                    <a:pt x="1845" y="1435"/>
                    <a:pt x="8816" y="0"/>
                  </a:cubicBezTo>
                  <a:cubicBezTo>
                    <a:pt x="7176" y="5126"/>
                    <a:pt x="5058" y="9910"/>
                    <a:pt x="0" y="12711"/>
                  </a:cubicBezTo>
                  <a:close/>
                </a:path>
              </a:pathLst>
            </a:custGeom>
            <a:solidFill>
              <a:schemeClr val="bg1"/>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97" name="Graphic 2466">
              <a:extLst>
                <a:ext uri="{FF2B5EF4-FFF2-40B4-BE49-F238E27FC236}">
                  <a16:creationId xmlns:a16="http://schemas.microsoft.com/office/drawing/2014/main" id="{59CCB871-131E-4480-BA60-07D385104A45}"/>
                </a:ext>
              </a:extLst>
            </p:cNvPr>
            <p:cNvSpPr/>
            <p:nvPr/>
          </p:nvSpPr>
          <p:spPr>
            <a:xfrm rot="20630650">
              <a:off x="11540446" y="2458215"/>
              <a:ext cx="6372" cy="6372"/>
            </a:xfrm>
            <a:custGeom>
              <a:avLst/>
              <a:gdLst>
                <a:gd name="connsiteX0" fmla="*/ 6766 w 6765"/>
                <a:gd name="connsiteY0" fmla="*/ 6766 h 6765"/>
                <a:gd name="connsiteX1" fmla="*/ 0 w 6765"/>
                <a:gd name="connsiteY1" fmla="*/ 0 h 6765"/>
                <a:gd name="connsiteX2" fmla="*/ 6766 w 6765"/>
                <a:gd name="connsiteY2" fmla="*/ 6766 h 6765"/>
              </a:gdLst>
              <a:ahLst/>
              <a:cxnLst>
                <a:cxn ang="0">
                  <a:pos x="connsiteX0" y="connsiteY0"/>
                </a:cxn>
                <a:cxn ang="0">
                  <a:pos x="connsiteX1" y="connsiteY1"/>
                </a:cxn>
                <a:cxn ang="0">
                  <a:pos x="connsiteX2" y="connsiteY2"/>
                </a:cxn>
              </a:cxnLst>
              <a:rect l="l" t="t" r="r" b="b"/>
              <a:pathLst>
                <a:path w="6765" h="6765">
                  <a:moveTo>
                    <a:pt x="6766" y="6766"/>
                  </a:moveTo>
                  <a:cubicBezTo>
                    <a:pt x="4511" y="4511"/>
                    <a:pt x="2256" y="2255"/>
                    <a:pt x="0" y="0"/>
                  </a:cubicBezTo>
                  <a:cubicBezTo>
                    <a:pt x="2256" y="2255"/>
                    <a:pt x="4511" y="4511"/>
                    <a:pt x="6766" y="6766"/>
                  </a:cubicBezTo>
                  <a:close/>
                </a:path>
              </a:pathLst>
            </a:custGeom>
            <a:solidFill>
              <a:schemeClr val="bg1"/>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98" name="Graphic 2466">
              <a:extLst>
                <a:ext uri="{FF2B5EF4-FFF2-40B4-BE49-F238E27FC236}">
                  <a16:creationId xmlns:a16="http://schemas.microsoft.com/office/drawing/2014/main" id="{49BD9BD4-4182-4BEE-B3ED-5A50597C9D72}"/>
                </a:ext>
              </a:extLst>
            </p:cNvPr>
            <p:cNvSpPr/>
            <p:nvPr/>
          </p:nvSpPr>
          <p:spPr>
            <a:xfrm rot="20630650">
              <a:off x="11275419" y="2386736"/>
              <a:ext cx="12551" cy="6439"/>
            </a:xfrm>
            <a:custGeom>
              <a:avLst/>
              <a:gdLst>
                <a:gd name="connsiteX0" fmla="*/ 13327 w 13326"/>
                <a:gd name="connsiteY0" fmla="*/ 2 h 6836"/>
                <a:gd name="connsiteX1" fmla="*/ 0 w 13326"/>
                <a:gd name="connsiteY1" fmla="*/ 6836 h 6836"/>
                <a:gd name="connsiteX2" fmla="*/ 13327 w 13326"/>
                <a:gd name="connsiteY2" fmla="*/ 2 h 6836"/>
              </a:gdLst>
              <a:ahLst/>
              <a:cxnLst>
                <a:cxn ang="0">
                  <a:pos x="connsiteX0" y="connsiteY0"/>
                </a:cxn>
                <a:cxn ang="0">
                  <a:pos x="connsiteX1" y="connsiteY1"/>
                </a:cxn>
                <a:cxn ang="0">
                  <a:pos x="connsiteX2" y="connsiteY2"/>
                </a:cxn>
              </a:cxnLst>
              <a:rect l="l" t="t" r="r" b="b"/>
              <a:pathLst>
                <a:path w="13326" h="6836">
                  <a:moveTo>
                    <a:pt x="13327" y="2"/>
                  </a:moveTo>
                  <a:cubicBezTo>
                    <a:pt x="10046" y="4513"/>
                    <a:pt x="5399" y="6426"/>
                    <a:pt x="0" y="6836"/>
                  </a:cubicBezTo>
                  <a:cubicBezTo>
                    <a:pt x="2734" y="1301"/>
                    <a:pt x="7723" y="-66"/>
                    <a:pt x="13327" y="2"/>
                  </a:cubicBezTo>
                  <a:close/>
                </a:path>
              </a:pathLst>
            </a:custGeom>
            <a:solidFill>
              <a:schemeClr val="bg1"/>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299" name="Graphic 2466">
              <a:extLst>
                <a:ext uri="{FF2B5EF4-FFF2-40B4-BE49-F238E27FC236}">
                  <a16:creationId xmlns:a16="http://schemas.microsoft.com/office/drawing/2014/main" id="{C9179948-F5C9-417B-89BE-F5225CFD6925}"/>
                </a:ext>
              </a:extLst>
            </p:cNvPr>
            <p:cNvSpPr/>
            <p:nvPr/>
          </p:nvSpPr>
          <p:spPr>
            <a:xfrm rot="20630650">
              <a:off x="11262450" y="2437241"/>
              <a:ext cx="6372" cy="42995"/>
            </a:xfrm>
            <a:custGeom>
              <a:avLst/>
              <a:gdLst>
                <a:gd name="connsiteX0" fmla="*/ 6082 w 6765"/>
                <a:gd name="connsiteY0" fmla="*/ 0 h 45651"/>
                <a:gd name="connsiteX1" fmla="*/ 6766 w 6765"/>
                <a:gd name="connsiteY1" fmla="*/ 45652 h 45651"/>
                <a:gd name="connsiteX2" fmla="*/ 0 w 6765"/>
                <a:gd name="connsiteY2" fmla="*/ 32325 h 45651"/>
                <a:gd name="connsiteX3" fmla="*/ 6082 w 6765"/>
                <a:gd name="connsiteY3" fmla="*/ 0 h 45651"/>
              </a:gdLst>
              <a:ahLst/>
              <a:cxnLst>
                <a:cxn ang="0">
                  <a:pos x="connsiteX0" y="connsiteY0"/>
                </a:cxn>
                <a:cxn ang="0">
                  <a:pos x="connsiteX1" y="connsiteY1"/>
                </a:cxn>
                <a:cxn ang="0">
                  <a:pos x="connsiteX2" y="connsiteY2"/>
                </a:cxn>
                <a:cxn ang="0">
                  <a:pos x="connsiteX3" y="connsiteY3"/>
                </a:cxn>
              </a:cxnLst>
              <a:rect l="l" t="t" r="r" b="b"/>
              <a:pathLst>
                <a:path w="6765" h="45651">
                  <a:moveTo>
                    <a:pt x="6082" y="0"/>
                  </a:moveTo>
                  <a:cubicBezTo>
                    <a:pt x="6288" y="15240"/>
                    <a:pt x="6561" y="30412"/>
                    <a:pt x="6766" y="45652"/>
                  </a:cubicBezTo>
                  <a:cubicBezTo>
                    <a:pt x="1709" y="42645"/>
                    <a:pt x="616" y="37587"/>
                    <a:pt x="0" y="32325"/>
                  </a:cubicBezTo>
                  <a:cubicBezTo>
                    <a:pt x="1640" y="21459"/>
                    <a:pt x="-3417" y="9363"/>
                    <a:pt x="6082" y="0"/>
                  </a:cubicBezTo>
                  <a:close/>
                </a:path>
              </a:pathLst>
            </a:custGeom>
            <a:solidFill>
              <a:schemeClr val="bg1"/>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00" name="Graphic 2466">
              <a:extLst>
                <a:ext uri="{FF2B5EF4-FFF2-40B4-BE49-F238E27FC236}">
                  <a16:creationId xmlns:a16="http://schemas.microsoft.com/office/drawing/2014/main" id="{FC70FA2C-8A86-4A70-BAD5-68858C611551}"/>
                </a:ext>
              </a:extLst>
            </p:cNvPr>
            <p:cNvSpPr/>
            <p:nvPr/>
          </p:nvSpPr>
          <p:spPr>
            <a:xfrm rot="20630650">
              <a:off x="11372806" y="2481842"/>
              <a:ext cx="6758" cy="5471"/>
            </a:xfrm>
            <a:custGeom>
              <a:avLst/>
              <a:gdLst>
                <a:gd name="connsiteX0" fmla="*/ 0 w 7175"/>
                <a:gd name="connsiteY0" fmla="*/ 5809 h 5809"/>
                <a:gd name="connsiteX1" fmla="*/ 7175 w 7175"/>
                <a:gd name="connsiteY1" fmla="*/ 0 h 5809"/>
                <a:gd name="connsiteX2" fmla="*/ 0 w 7175"/>
                <a:gd name="connsiteY2" fmla="*/ 5809 h 5809"/>
              </a:gdLst>
              <a:ahLst/>
              <a:cxnLst>
                <a:cxn ang="0">
                  <a:pos x="connsiteX0" y="connsiteY0"/>
                </a:cxn>
                <a:cxn ang="0">
                  <a:pos x="connsiteX1" y="connsiteY1"/>
                </a:cxn>
                <a:cxn ang="0">
                  <a:pos x="connsiteX2" y="connsiteY2"/>
                </a:cxn>
              </a:cxnLst>
              <a:rect l="l" t="t" r="r" b="b"/>
              <a:pathLst>
                <a:path w="7175" h="5809">
                  <a:moveTo>
                    <a:pt x="0" y="5809"/>
                  </a:moveTo>
                  <a:cubicBezTo>
                    <a:pt x="1161" y="2392"/>
                    <a:pt x="3690" y="547"/>
                    <a:pt x="7175" y="0"/>
                  </a:cubicBezTo>
                  <a:cubicBezTo>
                    <a:pt x="4784" y="1982"/>
                    <a:pt x="2392" y="3895"/>
                    <a:pt x="0" y="5809"/>
                  </a:cubicBezTo>
                  <a:close/>
                </a:path>
              </a:pathLst>
            </a:custGeom>
            <a:solidFill>
              <a:schemeClr val="bg1"/>
            </a:solidFill>
            <a:ln w="68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414041"/>
                </a:solidFill>
                <a:effectLst/>
                <a:uLnTx/>
                <a:uFillTx/>
                <a:latin typeface="Barlow-Regular" panose="02040502050405020303"/>
                <a:ea typeface="+mn-ea"/>
                <a:cs typeface="+mn-cs"/>
              </a:endParaRPr>
            </a:p>
          </p:txBody>
        </p:sp>
        <p:sp>
          <p:nvSpPr>
            <p:cNvPr id="301" name="Oval 300">
              <a:extLst>
                <a:ext uri="{FF2B5EF4-FFF2-40B4-BE49-F238E27FC236}">
                  <a16:creationId xmlns:a16="http://schemas.microsoft.com/office/drawing/2014/main" id="{1E2D6EED-563E-4281-BA03-105C5F4903E6}"/>
                </a:ext>
              </a:extLst>
            </p:cNvPr>
            <p:cNvSpPr/>
            <p:nvPr/>
          </p:nvSpPr>
          <p:spPr>
            <a:xfrm rot="20630650">
              <a:off x="11464364" y="2246300"/>
              <a:ext cx="234807" cy="234807"/>
            </a:xfrm>
            <a:prstGeom prst="ellipse">
              <a:avLst/>
            </a:prstGeom>
            <a:solidFill>
              <a:srgbClr val="BF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Barlow-Regular" panose="02040502050405020303"/>
                <a:ea typeface="+mn-ea"/>
                <a:cs typeface="+mn-cs"/>
              </a:endParaRPr>
            </a:p>
          </p:txBody>
        </p:sp>
        <p:sp>
          <p:nvSpPr>
            <p:cNvPr id="302" name="Oval 301">
              <a:extLst>
                <a:ext uri="{FF2B5EF4-FFF2-40B4-BE49-F238E27FC236}">
                  <a16:creationId xmlns:a16="http://schemas.microsoft.com/office/drawing/2014/main" id="{0DBD558A-0B55-483C-96A6-609C900398A6}"/>
                </a:ext>
              </a:extLst>
            </p:cNvPr>
            <p:cNvSpPr/>
            <p:nvPr/>
          </p:nvSpPr>
          <p:spPr>
            <a:xfrm rot="20630650">
              <a:off x="11256423" y="2367279"/>
              <a:ext cx="140614" cy="140614"/>
            </a:xfrm>
            <a:prstGeom prst="ellipse">
              <a:avLst/>
            </a:prstGeom>
            <a:solidFill>
              <a:srgbClr val="BF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Barlow-Regular" panose="02040502050405020303"/>
                <a:ea typeface="+mn-ea"/>
                <a:cs typeface="+mn-cs"/>
              </a:endParaRPr>
            </a:p>
          </p:txBody>
        </p:sp>
      </p:grpSp>
      <p:sp>
        <p:nvSpPr>
          <p:cNvPr id="13" name="Slide Number Placeholder 12">
            <a:extLst>
              <a:ext uri="{FF2B5EF4-FFF2-40B4-BE49-F238E27FC236}">
                <a16:creationId xmlns:a16="http://schemas.microsoft.com/office/drawing/2014/main" id="{0C3DF6F1-55DD-F6E2-7519-1A70817765D7}"/>
              </a:ext>
            </a:extLst>
          </p:cNvPr>
          <p:cNvSpPr>
            <a:spLocks noGrp="1"/>
          </p:cNvSpPr>
          <p:nvPr>
            <p:ph type="sldNum" sz="quarter" idx="4294967295"/>
          </p:nvPr>
        </p:nvSpPr>
        <p:spPr>
          <a:xfrm>
            <a:off x="0" y="0"/>
            <a:ext cx="0" cy="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20608C6-AA7D-401F-91BD-E754E1B697DA}" type="slidenum">
              <a:rPr kumimoji="0" lang="en-IN" sz="1200" b="0" i="0" u="none" strike="noStrike" kern="1200" cap="none" spc="0" normalizeH="0" baseline="0" noProof="0" smtClean="0">
                <a:ln>
                  <a:noFill/>
                </a:ln>
                <a:solidFill>
                  <a:srgbClr val="414042">
                    <a:tint val="82000"/>
                  </a:srgbClr>
                </a:solidFill>
                <a:effectLst/>
                <a:uLnTx/>
                <a:uFillTx/>
                <a:latin typeface="Open Sans" pitchFamily="2" charset="0"/>
                <a:ea typeface="Open Sans" pitchFamily="2" charset="0"/>
                <a:cs typeface="Open Sans"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IN" sz="1200" b="0" i="0" u="none" strike="noStrike" kern="1200" cap="none" spc="0" normalizeH="0" baseline="0" noProof="0">
              <a:ln>
                <a:noFill/>
              </a:ln>
              <a:solidFill>
                <a:srgbClr val="414042">
                  <a:tint val="82000"/>
                </a:srgbClr>
              </a:solidFill>
              <a:effectLst/>
              <a:uLnTx/>
              <a:uFillTx/>
              <a:latin typeface="Open Sans" pitchFamily="2" charset="0"/>
              <a:ea typeface="Open Sans" pitchFamily="2" charset="0"/>
              <a:cs typeface="Open Sans" pitchFamily="2" charset="0"/>
            </a:endParaRPr>
          </a:p>
        </p:txBody>
      </p:sp>
      <p:sp>
        <p:nvSpPr>
          <p:cNvPr id="6" name="TextBox 5">
            <a:extLst>
              <a:ext uri="{FF2B5EF4-FFF2-40B4-BE49-F238E27FC236}">
                <a16:creationId xmlns:a16="http://schemas.microsoft.com/office/drawing/2014/main" id="{80BACA03-0D1E-6A3E-0905-A3BB41B0BA2E}"/>
              </a:ext>
            </a:extLst>
          </p:cNvPr>
          <p:cNvSpPr txBox="1"/>
          <p:nvPr/>
        </p:nvSpPr>
        <p:spPr>
          <a:xfrm>
            <a:off x="1817406" y="592696"/>
            <a:ext cx="8484054"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BF2026"/>
                </a:solidFill>
                <a:effectLst/>
                <a:uLnTx/>
                <a:uFillTx/>
                <a:latin typeface="Open Sans" panose="020B0606030504020204" pitchFamily="34" charset="0"/>
                <a:ea typeface="Open Sans" panose="020B0606030504020204" pitchFamily="34" charset="0"/>
                <a:cs typeface="Open Sans" panose="020B0606030504020204" pitchFamily="34" charset="0"/>
              </a:rPr>
              <a:t>WADHWANI IGNITE PERJALANAN</a:t>
            </a:r>
          </a:p>
        </p:txBody>
      </p:sp>
      <p:sp>
        <p:nvSpPr>
          <p:cNvPr id="8" name="TextBox 7">
            <a:extLst>
              <a:ext uri="{FF2B5EF4-FFF2-40B4-BE49-F238E27FC236}">
                <a16:creationId xmlns:a16="http://schemas.microsoft.com/office/drawing/2014/main" id="{4365E6FF-260B-DF00-D268-A1962768A6B2}"/>
              </a:ext>
            </a:extLst>
          </p:cNvPr>
          <p:cNvSpPr txBox="1"/>
          <p:nvPr/>
        </p:nvSpPr>
        <p:spPr>
          <a:xfrm>
            <a:off x="10324187" y="2692268"/>
            <a:ext cx="1418568" cy="1261884"/>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err="1">
                <a:ln>
                  <a:noFill/>
                </a:ln>
                <a:solidFill>
                  <a:srgbClr val="414042"/>
                </a:solidFill>
                <a:effectLst/>
                <a:uLnTx/>
                <a:uFillTx/>
                <a:latin typeface="Barlow ExtraBold"/>
                <a:ea typeface="+mn-ea"/>
                <a:cs typeface="+mn-cs"/>
              </a:rPr>
              <a:t>Presentasi</a:t>
            </a:r>
            <a:r>
              <a:rPr kumimoji="0" lang="en-US" sz="1100" b="1" i="0" u="none" strike="noStrike" kern="1200" cap="none" spc="0" normalizeH="0" baseline="0" noProof="0" dirty="0">
                <a:ln>
                  <a:noFill/>
                </a:ln>
                <a:solidFill>
                  <a:srgbClr val="414042"/>
                </a:solidFill>
                <a:effectLst/>
                <a:uLnTx/>
                <a:uFillTx/>
                <a:latin typeface="Barlow ExtraBold"/>
                <a:ea typeface="+mn-ea"/>
                <a:cs typeface="+mn-cs"/>
              </a:rPr>
              <a:t> </a:t>
            </a:r>
            <a:r>
              <a:rPr kumimoji="0" lang="en-US" sz="1100" b="1" i="0" u="none" strike="noStrike" kern="1200" cap="none" spc="0" normalizeH="0" baseline="0" noProof="0" dirty="0" err="1">
                <a:ln>
                  <a:noFill/>
                </a:ln>
                <a:solidFill>
                  <a:srgbClr val="414042"/>
                </a:solidFill>
                <a:effectLst/>
                <a:uLnTx/>
                <a:uFillTx/>
                <a:latin typeface="Barlow ExtraBold"/>
                <a:ea typeface="+mn-ea"/>
                <a:cs typeface="+mn-cs"/>
              </a:rPr>
              <a:t>Kelayakan</a:t>
            </a:r>
            <a:r>
              <a:rPr kumimoji="0" lang="en-US" sz="1100" b="1" i="0" u="none" strike="noStrike" kern="1200" cap="none" spc="0" normalizeH="0" baseline="0" noProof="0" dirty="0">
                <a:ln>
                  <a:noFill/>
                </a:ln>
                <a:solidFill>
                  <a:srgbClr val="414042"/>
                </a:solidFill>
                <a:effectLst/>
                <a:uLnTx/>
                <a:uFillTx/>
                <a:latin typeface="Barlow ExtraBold"/>
                <a:ea typeface="+mn-ea"/>
                <a:cs typeface="+mn-cs"/>
              </a:rPr>
              <a:t> </a:t>
            </a:r>
            <a:r>
              <a:rPr kumimoji="0" lang="en-US" sz="1100" b="1" i="0" u="none" strike="noStrike" kern="1200" cap="none" spc="0" normalizeH="0" baseline="0" noProof="0" dirty="0" err="1">
                <a:ln>
                  <a:noFill/>
                </a:ln>
                <a:solidFill>
                  <a:srgbClr val="414042"/>
                </a:solidFill>
                <a:effectLst/>
                <a:uLnTx/>
                <a:uFillTx/>
                <a:latin typeface="Barlow ExtraBold"/>
                <a:ea typeface="+mn-ea"/>
                <a:cs typeface="+mn-cs"/>
              </a:rPr>
              <a:t>usaha</a:t>
            </a:r>
            <a:endParaRPr kumimoji="0" lang="en-US" sz="1800" b="0" i="0" u="none" strike="noStrike" kern="1200" cap="none" spc="0" normalizeH="0" baseline="0" noProof="0" dirty="0">
              <a:ln>
                <a:noFill/>
              </a:ln>
              <a:solidFill>
                <a:srgbClr val="414042"/>
              </a:solidFill>
              <a:effectLst/>
              <a:uLnTx/>
              <a:uFillTx/>
              <a:latin typeface="Aptos" panose="02110004020202020204"/>
              <a:ea typeface="+mn-ea"/>
              <a:cs typeface="+mn-cs"/>
            </a:endParaRPr>
          </a:p>
          <a:p>
            <a:pPr marL="143510" marR="0" lvl="0" indent="-14351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Pengajuan</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milestone dan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persiapan</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presentasi</a:t>
            </a:r>
            <a:endPar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endParaRPr>
          </a:p>
          <a:p>
            <a:pPr marL="143510" marR="0" lvl="0" indent="-14351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Presentasi</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kelayakan</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usaha</a:t>
            </a:r>
            <a:endPar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endParaRPr>
          </a:p>
        </p:txBody>
      </p:sp>
      <p:sp>
        <p:nvSpPr>
          <p:cNvPr id="10" name="TextBox 9">
            <a:extLst>
              <a:ext uri="{FF2B5EF4-FFF2-40B4-BE49-F238E27FC236}">
                <a16:creationId xmlns:a16="http://schemas.microsoft.com/office/drawing/2014/main" id="{BE3E08F7-D334-EB1C-442E-91FE7105B1FE}"/>
              </a:ext>
            </a:extLst>
          </p:cNvPr>
          <p:cNvSpPr txBox="1"/>
          <p:nvPr/>
        </p:nvSpPr>
        <p:spPr>
          <a:xfrm>
            <a:off x="9448934" y="4777580"/>
            <a:ext cx="1722700" cy="1092607"/>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dirty="0">
                <a:ln>
                  <a:noFill/>
                </a:ln>
                <a:solidFill>
                  <a:srgbClr val="414042"/>
                </a:solidFill>
                <a:effectLst/>
                <a:uLnTx/>
                <a:uFillTx/>
                <a:latin typeface="Barlow ExtraBold"/>
                <a:ea typeface="+mn-ea"/>
                <a:cs typeface="+mn-cs"/>
              </a:rPr>
              <a:t>Skala </a:t>
            </a:r>
            <a:r>
              <a:rPr kumimoji="0" lang="en-IN" sz="1100" b="1" i="0" u="none" strike="noStrike" kern="1200" cap="none" spc="0" normalizeH="0" baseline="0" noProof="0" dirty="0" err="1">
                <a:ln>
                  <a:noFill/>
                </a:ln>
                <a:solidFill>
                  <a:srgbClr val="414042"/>
                </a:solidFill>
                <a:effectLst/>
                <a:uLnTx/>
                <a:uFillTx/>
                <a:latin typeface="Barlow ExtraBold"/>
                <a:ea typeface="+mn-ea"/>
                <a:cs typeface="+mn-cs"/>
              </a:rPr>
              <a:t>Orientasi</a:t>
            </a:r>
            <a:endParaRPr kumimoji="0" lang="en-IN" sz="1100" b="0" i="0" u="none" strike="noStrike" kern="1200" cap="none" spc="0" normalizeH="0" baseline="0" noProof="0" dirty="0">
              <a:ln>
                <a:noFill/>
              </a:ln>
              <a:solidFill>
                <a:srgbClr val="000000"/>
              </a:solidFill>
              <a:effectLst/>
              <a:uLnTx/>
              <a:uFillTx/>
              <a:latin typeface="Barlow ExtraBold"/>
              <a:ea typeface="+mn-ea"/>
              <a:cs typeface="+mn-cs"/>
            </a:endParaRPr>
          </a:p>
          <a:p>
            <a:pPr marL="143510" marR="0" lvl="0" indent="-14351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Berpikir</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melampaui</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prototype dan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diluar</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kebiasaan</a:t>
            </a:r>
            <a:endPar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endParaRPr>
          </a:p>
          <a:p>
            <a:pPr marL="143510" marR="0" lvl="0" indent="-14351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Menceritakan</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secara</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persuasive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tentang</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ide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usaha</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yang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layak</a:t>
            </a:r>
            <a:endPar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endParaRPr>
          </a:p>
        </p:txBody>
      </p:sp>
      <p:grpSp>
        <p:nvGrpSpPr>
          <p:cNvPr id="4" name="Group 3">
            <a:extLst>
              <a:ext uri="{FF2B5EF4-FFF2-40B4-BE49-F238E27FC236}">
                <a16:creationId xmlns:a16="http://schemas.microsoft.com/office/drawing/2014/main" id="{E619F452-8A6A-94FB-9CC5-BDCE3C25B1B0}"/>
              </a:ext>
            </a:extLst>
          </p:cNvPr>
          <p:cNvGrpSpPr/>
          <p:nvPr/>
        </p:nvGrpSpPr>
        <p:grpSpPr>
          <a:xfrm>
            <a:off x="2086468" y="4719372"/>
            <a:ext cx="3836281" cy="2033757"/>
            <a:chOff x="267212" y="4673559"/>
            <a:chExt cx="3836281" cy="2033757"/>
          </a:xfrm>
        </p:grpSpPr>
        <p:sp>
          <p:nvSpPr>
            <p:cNvPr id="5" name="Rounded Rectangle 4">
              <a:extLst>
                <a:ext uri="{FF2B5EF4-FFF2-40B4-BE49-F238E27FC236}">
                  <a16:creationId xmlns:a16="http://schemas.microsoft.com/office/drawing/2014/main" id="{C2207705-1401-8040-B197-0574EB6CD8F8}"/>
                </a:ext>
              </a:extLst>
            </p:cNvPr>
            <p:cNvSpPr/>
            <p:nvPr/>
          </p:nvSpPr>
          <p:spPr>
            <a:xfrm>
              <a:off x="267212" y="4673559"/>
              <a:ext cx="1771651" cy="1600938"/>
            </a:xfrm>
            <a:prstGeom prst="roundRect">
              <a:avLst/>
            </a:prstGeom>
            <a:solidFill>
              <a:schemeClr val="bg1">
                <a:lumMod val="95000"/>
              </a:schemeClr>
            </a:solidFill>
            <a:ln>
              <a:solidFill>
                <a:srgbClr val="F267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cxnSp>
          <p:nvCxnSpPr>
            <p:cNvPr id="7" name="Straight Arrow Connector 6">
              <a:extLst>
                <a:ext uri="{FF2B5EF4-FFF2-40B4-BE49-F238E27FC236}">
                  <a16:creationId xmlns:a16="http://schemas.microsoft.com/office/drawing/2014/main" id="{5DF14A28-03C3-9528-A6D7-A95892636676}"/>
                </a:ext>
              </a:extLst>
            </p:cNvPr>
            <p:cNvCxnSpPr>
              <a:cxnSpLocks/>
              <a:endCxn id="9" idx="1"/>
            </p:cNvCxnSpPr>
            <p:nvPr/>
          </p:nvCxnSpPr>
          <p:spPr>
            <a:xfrm>
              <a:off x="1991099" y="6080009"/>
              <a:ext cx="621601" cy="442641"/>
            </a:xfrm>
            <a:prstGeom prst="straightConnector1">
              <a:avLst/>
            </a:prstGeom>
            <a:ln>
              <a:solidFill>
                <a:srgbClr val="C00000"/>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D26A94A5-BF67-42A4-1C05-1DAF2C9E51D3}"/>
                </a:ext>
              </a:extLst>
            </p:cNvPr>
            <p:cNvSpPr txBox="1"/>
            <p:nvPr/>
          </p:nvSpPr>
          <p:spPr>
            <a:xfrm>
              <a:off x="2612700" y="6337984"/>
              <a:ext cx="149079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srgbClr val="414042"/>
                  </a:solidFill>
                  <a:effectLst/>
                  <a:uLnTx/>
                  <a:uFillTx/>
                  <a:latin typeface="Aptos" panose="02110004020202020204"/>
                  <a:ea typeface="+mn-ea"/>
                  <a:cs typeface="+mn-cs"/>
                </a:rPr>
                <a:t>Kami di </a:t>
              </a:r>
              <a:r>
                <a:rPr kumimoji="0" lang="en-IN" sz="1800" b="1" i="0" u="none" strike="noStrike" kern="1200" cap="none" spc="0" normalizeH="0" baseline="0" noProof="0" dirty="0" err="1">
                  <a:ln>
                    <a:noFill/>
                  </a:ln>
                  <a:solidFill>
                    <a:srgbClr val="414042"/>
                  </a:solidFill>
                  <a:effectLst/>
                  <a:uLnTx/>
                  <a:uFillTx/>
                  <a:latin typeface="Aptos" panose="02110004020202020204"/>
                  <a:ea typeface="+mn-ea"/>
                  <a:cs typeface="+mn-cs"/>
                </a:rPr>
                <a:t>sini</a:t>
              </a:r>
              <a:r>
                <a:rPr kumimoji="0" lang="en-IN" sz="1800" b="1" i="0" u="none" strike="noStrike" kern="1200" cap="none" spc="0" normalizeH="0" baseline="0" noProof="0" dirty="0">
                  <a:ln>
                    <a:noFill/>
                  </a:ln>
                  <a:solidFill>
                    <a:srgbClr val="414042"/>
                  </a:solidFill>
                  <a:effectLst/>
                  <a:uLnTx/>
                  <a:uFillTx/>
                  <a:latin typeface="Aptos" panose="02110004020202020204"/>
                  <a:ea typeface="+mn-ea"/>
                  <a:cs typeface="+mn-cs"/>
                </a:rPr>
                <a:t>!</a:t>
              </a:r>
            </a:p>
          </p:txBody>
        </p:sp>
      </p:grpSp>
      <p:sp>
        <p:nvSpPr>
          <p:cNvPr id="85" name="TextBox 84">
            <a:extLst>
              <a:ext uri="{FF2B5EF4-FFF2-40B4-BE49-F238E27FC236}">
                <a16:creationId xmlns:a16="http://schemas.microsoft.com/office/drawing/2014/main" id="{1FB225E1-96C1-4603-BFEF-6D0959B90943}"/>
              </a:ext>
            </a:extLst>
          </p:cNvPr>
          <p:cNvSpPr txBox="1"/>
          <p:nvPr/>
        </p:nvSpPr>
        <p:spPr>
          <a:xfrm>
            <a:off x="191995" y="4777580"/>
            <a:ext cx="1619249" cy="1369606"/>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dirty="0" err="1">
                <a:ln>
                  <a:noFill/>
                </a:ln>
                <a:solidFill>
                  <a:srgbClr val="414042"/>
                </a:solidFill>
                <a:effectLst/>
                <a:uLnTx/>
                <a:uFillTx/>
                <a:latin typeface="Barlow ExtraBold"/>
                <a:ea typeface="+mn-ea"/>
                <a:cs typeface="+mn-cs"/>
              </a:rPr>
              <a:t>Identifikasi</a:t>
            </a:r>
            <a:r>
              <a:rPr kumimoji="0" lang="en-IN" sz="1100" b="1" i="0" u="none" strike="noStrike" kern="1200" cap="none" spc="0" normalizeH="0" baseline="0" noProof="0" dirty="0">
                <a:ln>
                  <a:noFill/>
                </a:ln>
                <a:solidFill>
                  <a:srgbClr val="414042"/>
                </a:solidFill>
                <a:effectLst/>
                <a:uLnTx/>
                <a:uFillTx/>
                <a:latin typeface="Barlow ExtraBold"/>
                <a:ea typeface="+mn-ea"/>
                <a:cs typeface="+mn-cs"/>
              </a:rPr>
              <a:t> </a:t>
            </a:r>
            <a:r>
              <a:rPr kumimoji="0" lang="en-IN" sz="1100" b="1" i="0" u="none" strike="noStrike" kern="1200" cap="none" spc="0" normalizeH="0" baseline="0" noProof="0" dirty="0" err="1">
                <a:ln>
                  <a:noFill/>
                </a:ln>
                <a:solidFill>
                  <a:srgbClr val="414042"/>
                </a:solidFill>
                <a:effectLst/>
                <a:uLnTx/>
                <a:uFillTx/>
                <a:latin typeface="Barlow ExtraBold"/>
                <a:ea typeface="+mn-ea"/>
                <a:cs typeface="+mn-cs"/>
              </a:rPr>
              <a:t>masalah</a:t>
            </a:r>
            <a:endParaRPr kumimoji="0" lang="en-IN" sz="1100" b="1" i="0" u="none" strike="noStrike" kern="1200" cap="none" spc="0" normalizeH="0" baseline="0" noProof="0" dirty="0">
              <a:ln>
                <a:noFill/>
              </a:ln>
              <a:solidFill>
                <a:srgbClr val="414042"/>
              </a:solidFill>
              <a:effectLst/>
              <a:uLnTx/>
              <a:uFillTx/>
              <a:latin typeface="Barlow ExtraBold"/>
              <a:ea typeface="+mn-ea"/>
              <a:cs typeface="+mn-cs"/>
            </a:endParaRPr>
          </a:p>
          <a:p>
            <a:pPr marL="143510" marR="0" lvl="0" indent="-14351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orientasi</a:t>
            </a:r>
            <a:endPar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endParaRPr>
          </a:p>
          <a:p>
            <a:pPr marL="143510" marR="0" lvl="0" indent="-14351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Pengembangan</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Masalah</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Industri</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Makro</a:t>
            </a:r>
          </a:p>
          <a:p>
            <a:pPr marL="143510" marR="0" lvl="0" indent="-14351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Perspektif</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dalam</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Merakit</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sehari-hari</a:t>
            </a:r>
            <a:endPar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endParaRPr>
          </a:p>
          <a:p>
            <a:pPr marL="143510" marR="0" lvl="0" indent="-14351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Memeriksa</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masalah</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yang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dipilih</a:t>
            </a:r>
            <a:endPar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endParaRPr>
          </a:p>
          <a:p>
            <a:pPr marL="143510" marR="0" lvl="0" indent="-14351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Menganalisis</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masalah</a:t>
            </a:r>
            <a:endPar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endParaRPr>
          </a:p>
        </p:txBody>
      </p:sp>
      <p:sp>
        <p:nvSpPr>
          <p:cNvPr id="95" name="TextBox 94">
            <a:extLst>
              <a:ext uri="{FF2B5EF4-FFF2-40B4-BE49-F238E27FC236}">
                <a16:creationId xmlns:a16="http://schemas.microsoft.com/office/drawing/2014/main" id="{533CD734-AB6F-4001-9C2F-7C768FEA46B0}"/>
              </a:ext>
            </a:extLst>
          </p:cNvPr>
          <p:cNvSpPr txBox="1"/>
          <p:nvPr/>
        </p:nvSpPr>
        <p:spPr>
          <a:xfrm>
            <a:off x="2244654" y="4783062"/>
            <a:ext cx="1608180" cy="954107"/>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dirty="0">
                <a:ln>
                  <a:noFill/>
                </a:ln>
                <a:solidFill>
                  <a:srgbClr val="414042"/>
                </a:solidFill>
                <a:effectLst/>
                <a:uLnTx/>
                <a:uFillTx/>
                <a:latin typeface="Barlow ExtraBold" pitchFamily="2" charset="77"/>
                <a:ea typeface="+mn-ea"/>
                <a:cs typeface="+mn-cs"/>
              </a:rPr>
              <a:t>Ide Solusi</a:t>
            </a:r>
          </a:p>
          <a:p>
            <a:pPr marL="143510" marR="0" lvl="0" indent="-14351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Memeriksa</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Teknik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penciptaan</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Ide</a:t>
            </a:r>
          </a:p>
          <a:p>
            <a:pPr marL="143510" marR="0" lvl="0" indent="-14351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Menghasilkan</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gagasan</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untuk</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menjadi</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Solusi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permasalahan</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p>
        </p:txBody>
      </p:sp>
      <p:sp>
        <p:nvSpPr>
          <p:cNvPr id="93" name="TextBox 92">
            <a:extLst>
              <a:ext uri="{FF2B5EF4-FFF2-40B4-BE49-F238E27FC236}">
                <a16:creationId xmlns:a16="http://schemas.microsoft.com/office/drawing/2014/main" id="{CE710ED1-369B-4A5E-8FF0-29009F3BC234}"/>
              </a:ext>
            </a:extLst>
          </p:cNvPr>
          <p:cNvSpPr txBox="1"/>
          <p:nvPr/>
        </p:nvSpPr>
        <p:spPr>
          <a:xfrm>
            <a:off x="889203" y="2597646"/>
            <a:ext cx="1771650" cy="2400657"/>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dirty="0" err="1">
                <a:ln>
                  <a:noFill/>
                </a:ln>
                <a:solidFill>
                  <a:srgbClr val="414042"/>
                </a:solidFill>
                <a:effectLst/>
                <a:uLnTx/>
                <a:uFillTx/>
                <a:latin typeface="Barlow ExtraBold" pitchFamily="2" charset="77"/>
                <a:ea typeface="+mn-ea"/>
                <a:cs typeface="+mn-cs"/>
              </a:rPr>
              <a:t>Mengidentifikasi</a:t>
            </a:r>
            <a:r>
              <a:rPr kumimoji="0" lang="en-IN" sz="1100" b="1" i="0" u="none" strike="noStrike" kern="1200" cap="none" spc="0" normalizeH="0" baseline="0" noProof="0" dirty="0">
                <a:ln>
                  <a:noFill/>
                </a:ln>
                <a:solidFill>
                  <a:srgbClr val="414042"/>
                </a:solidFill>
                <a:effectLst/>
                <a:uLnTx/>
                <a:uFillTx/>
                <a:latin typeface="Barlow ExtraBold" pitchFamily="2" charset="77"/>
                <a:ea typeface="+mn-ea"/>
                <a:cs typeface="+mn-cs"/>
              </a:rPr>
              <a:t> </a:t>
            </a:r>
            <a:r>
              <a:rPr kumimoji="0" lang="en-IN" sz="1100" b="1" i="0" u="none" strike="noStrike" kern="1200" cap="none" spc="0" normalizeH="0" baseline="0" noProof="0" dirty="0" err="1">
                <a:ln>
                  <a:noFill/>
                </a:ln>
                <a:solidFill>
                  <a:srgbClr val="414042"/>
                </a:solidFill>
                <a:effectLst/>
                <a:uLnTx/>
                <a:uFillTx/>
                <a:latin typeface="Barlow ExtraBold" pitchFamily="2" charset="77"/>
                <a:ea typeface="+mn-ea"/>
                <a:cs typeface="+mn-cs"/>
              </a:rPr>
              <a:t>pelanggan</a:t>
            </a:r>
            <a:r>
              <a:rPr kumimoji="0" lang="en-IN" sz="1100" b="1" i="0" u="none" strike="noStrike" kern="1200" cap="none" spc="0" normalizeH="0" baseline="0" noProof="0" dirty="0">
                <a:ln>
                  <a:noFill/>
                </a:ln>
                <a:solidFill>
                  <a:srgbClr val="414042"/>
                </a:solidFill>
                <a:effectLst/>
                <a:uLnTx/>
                <a:uFillTx/>
                <a:latin typeface="Barlow ExtraBold" pitchFamily="2" charset="77"/>
                <a:ea typeface="+mn-ea"/>
                <a:cs typeface="+mn-cs"/>
              </a:rPr>
              <a:t> dan </a:t>
            </a:r>
            <a:r>
              <a:rPr kumimoji="0" lang="en-IN" sz="1100" b="1" i="0" u="none" strike="noStrike" kern="1200" cap="none" spc="0" normalizeH="0" baseline="0" noProof="0" dirty="0" err="1">
                <a:ln>
                  <a:noFill/>
                </a:ln>
                <a:solidFill>
                  <a:srgbClr val="414042"/>
                </a:solidFill>
                <a:effectLst/>
                <a:uLnTx/>
                <a:uFillTx/>
                <a:latin typeface="Barlow ExtraBold" pitchFamily="2" charset="77"/>
                <a:ea typeface="+mn-ea"/>
                <a:cs typeface="+mn-cs"/>
              </a:rPr>
              <a:t>memvalidasi</a:t>
            </a:r>
            <a:r>
              <a:rPr kumimoji="0" lang="en-IN" sz="1100" b="1" i="0" u="none" strike="noStrike" kern="1200" cap="none" spc="0" normalizeH="0" baseline="0" noProof="0" dirty="0">
                <a:ln>
                  <a:noFill/>
                </a:ln>
                <a:solidFill>
                  <a:srgbClr val="414042"/>
                </a:solidFill>
                <a:effectLst/>
                <a:uLnTx/>
                <a:uFillTx/>
                <a:latin typeface="Barlow ExtraBold" pitchFamily="2" charset="77"/>
                <a:ea typeface="+mn-ea"/>
                <a:cs typeface="+mn-cs"/>
              </a:rPr>
              <a:t> </a:t>
            </a:r>
            <a:r>
              <a:rPr kumimoji="0" lang="en-IN" sz="1100" b="1" i="0" u="none" strike="noStrike" kern="1200" cap="none" spc="0" normalizeH="0" baseline="0" noProof="0" dirty="0" err="1">
                <a:ln>
                  <a:noFill/>
                </a:ln>
                <a:solidFill>
                  <a:srgbClr val="414042"/>
                </a:solidFill>
                <a:effectLst/>
                <a:uLnTx/>
                <a:uFillTx/>
                <a:latin typeface="Barlow ExtraBold" pitchFamily="2" charset="77"/>
                <a:ea typeface="+mn-ea"/>
                <a:cs typeface="+mn-cs"/>
              </a:rPr>
              <a:t>kebutuhan</a:t>
            </a:r>
            <a:endParaRPr kumimoji="0" lang="en-IN" sz="1100" b="1" i="0" u="none" strike="noStrike" kern="1200" cap="none" spc="0" normalizeH="0" baseline="0" noProof="0" dirty="0">
              <a:ln>
                <a:noFill/>
              </a:ln>
              <a:solidFill>
                <a:srgbClr val="414042"/>
              </a:solidFill>
              <a:effectLst/>
              <a:uLnTx/>
              <a:uFillTx/>
              <a:latin typeface="Barlow ExtraBold" pitchFamily="2" charset="77"/>
              <a:ea typeface="+mn-ea"/>
              <a:cs typeface="+mn-cs"/>
            </a:endParaRPr>
          </a:p>
          <a:p>
            <a:pPr marL="171450" marR="0" lvl="0" indent="-17145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Mengidentifikasi</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segmen</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pelanggan</a:t>
            </a:r>
            <a:endPar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endParaRPr>
          </a:p>
          <a:p>
            <a:pPr marL="171450" marR="0" lvl="0" indent="-17145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Menilai</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pekerjaan</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yang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harus</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dikerjakan</a:t>
            </a:r>
            <a:r>
              <a:rPr kumimoji="0" lang="en-US" sz="1000" b="0" i="0" u="none" strike="noStrike" kern="1200" cap="none" spc="0" normalizeH="0" baseline="0" noProof="0" dirty="0">
                <a:ln>
                  <a:noFill/>
                </a:ln>
                <a:solidFill>
                  <a:srgbClr val="BF2026"/>
                </a:solidFill>
                <a:effectLst/>
                <a:uLnTx/>
                <a:uFillTx/>
                <a:latin typeface="Barlow-Regular" panose="02040502050405020303"/>
                <a:ea typeface="+mn-ea"/>
                <a:cs typeface="+mn-cs"/>
              </a:rPr>
              <a:t>’</a:t>
            </a:r>
          </a:p>
          <a:p>
            <a:pPr marL="171450" marR="0" lvl="0" indent="-17145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Menggembangkan</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Persona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Pelanggan</a:t>
            </a:r>
            <a:endPar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endParaRPr>
          </a:p>
          <a:p>
            <a:pPr marL="171450" marR="0" lvl="0" indent="-17145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Memahami</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validasi</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dari</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pelanggan</a:t>
            </a:r>
            <a:endPar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endParaRPr>
          </a:p>
          <a:p>
            <a:pPr marL="171450" marR="0" lvl="0" indent="-17145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Memvalidasi</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persamaan</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masalah</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pelanggan</a:t>
            </a:r>
            <a:endPar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endParaRPr>
          </a:p>
          <a:p>
            <a:pPr marL="171450" marR="0" lvl="0" indent="-171450" algn="l" defTabSz="914400" rtl="0" eaLnBrk="1" fontAlgn="auto" latinLnBrk="0" hangingPunct="1">
              <a:lnSpc>
                <a:spcPct val="90000"/>
              </a:lnSpc>
              <a:spcBef>
                <a:spcPts val="0"/>
              </a:spcBef>
              <a:spcAft>
                <a:spcPts val="0"/>
              </a:spcAft>
              <a:buClr>
                <a:srgbClr val="414042"/>
              </a:buClr>
              <a:buSzPct val="100000"/>
              <a:buFont typeface="Arial" panose="020B0604020202020204" pitchFamily="34" charset="0"/>
              <a:buChar char="•"/>
              <a:tabLst/>
              <a:defRPr/>
            </a:pP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Perbaiki</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persamaan</a:t>
            </a:r>
            <a:r>
              <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rPr>
              <a:t> </a:t>
            </a:r>
            <a:r>
              <a:rPr kumimoji="0" lang="en-US" sz="1000" b="0" i="0" u="none" strike="noStrike" kern="1200" cap="none" spc="0" normalizeH="0" baseline="0" noProof="0" dirty="0" err="1">
                <a:ln>
                  <a:noFill/>
                </a:ln>
                <a:solidFill>
                  <a:srgbClr val="414042"/>
                </a:solidFill>
                <a:effectLst/>
                <a:uLnTx/>
                <a:uFillTx/>
                <a:latin typeface="Barlow-Regular" panose="02040502050405020303"/>
                <a:ea typeface="+mn-ea"/>
                <a:cs typeface="+mn-cs"/>
              </a:rPr>
              <a:t>pelanggan</a:t>
            </a:r>
            <a:endParaRPr kumimoji="0" lang="en-US" sz="1000" b="0" i="0" u="none" strike="noStrike" kern="1200" cap="none" spc="0" normalizeH="0" baseline="0" noProof="0" dirty="0">
              <a:ln>
                <a:noFill/>
              </a:ln>
              <a:solidFill>
                <a:srgbClr val="414042"/>
              </a:solidFill>
              <a:effectLst/>
              <a:uLnTx/>
              <a:uFillTx/>
              <a:latin typeface="Barlow-Regular" panose="02040502050405020303"/>
              <a:ea typeface="+mn-ea"/>
              <a:cs typeface="+mn-cs"/>
            </a:endParaRPr>
          </a:p>
          <a:p>
            <a:pPr marL="143510" marR="0" lvl="0" indent="-143510" algn="l" defTabSz="914400" rtl="0" eaLnBrk="1" fontAlgn="auto" latinLnBrk="0" hangingPunct="1">
              <a:lnSpc>
                <a:spcPct val="100000"/>
              </a:lnSpc>
              <a:spcBef>
                <a:spcPts val="0"/>
              </a:spcBef>
              <a:spcAft>
                <a:spcPts val="0"/>
              </a:spcAft>
              <a:buClr>
                <a:srgbClr val="FFFFFF"/>
              </a:buClr>
              <a:buSzPct val="100000"/>
              <a:buFont typeface="Arial" panose="020B0604020202020204" pitchFamily="34" charset="0"/>
              <a:buChar char="•"/>
              <a:tabLst/>
              <a:defRPr/>
            </a:pPr>
            <a:endParaRPr kumimoji="0" lang="en-US" sz="900" b="0" i="0" u="none" strike="noStrike" kern="1200" cap="none" spc="0" normalizeH="0" baseline="0" noProof="0" dirty="0">
              <a:ln>
                <a:noFill/>
              </a:ln>
              <a:solidFill>
                <a:srgbClr val="414042"/>
              </a:solidFill>
              <a:effectLst/>
              <a:uLnTx/>
              <a:uFillTx/>
              <a:latin typeface="Barlow-Regular" panose="02040502050405020303"/>
              <a:ea typeface="+mn-ea"/>
              <a:cs typeface="+mn-cs"/>
            </a:endParaRPr>
          </a:p>
        </p:txBody>
      </p:sp>
    </p:spTree>
    <p:custDataLst>
      <p:tags r:id="rId1"/>
    </p:custDataLst>
    <p:extLst>
      <p:ext uri="{BB962C8B-B14F-4D97-AF65-F5344CB8AC3E}">
        <p14:creationId xmlns:p14="http://schemas.microsoft.com/office/powerpoint/2010/main" val="31600326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0BD80-4DF9-915F-2BCF-D2F5919B79A4}"/>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65A1B330-F175-DAEA-F89B-ABC63B206624}"/>
              </a:ext>
            </a:extLst>
          </p:cNvPr>
          <p:cNvCxnSpPr>
            <a:cxnSpLocks/>
          </p:cNvCxnSpPr>
          <p:nvPr/>
        </p:nvCxnSpPr>
        <p:spPr>
          <a:xfrm flipV="1">
            <a:off x="2673032" y="1209040"/>
            <a:ext cx="6633528" cy="10160"/>
          </a:xfrm>
          <a:prstGeom prst="line">
            <a:avLst/>
          </a:prstGeom>
          <a:ln w="1270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Arc 9">
            <a:extLst>
              <a:ext uri="{FF2B5EF4-FFF2-40B4-BE49-F238E27FC236}">
                <a16:creationId xmlns:a16="http://schemas.microsoft.com/office/drawing/2014/main" id="{36957FED-F282-6839-FEA9-E5F6D2A035A2}"/>
              </a:ext>
            </a:extLst>
          </p:cNvPr>
          <p:cNvSpPr/>
          <p:nvPr/>
        </p:nvSpPr>
        <p:spPr>
          <a:xfrm>
            <a:off x="8046722" y="1209043"/>
            <a:ext cx="3392170" cy="2489196"/>
          </a:xfrm>
          <a:prstGeom prst="arc">
            <a:avLst>
              <a:gd name="adj1" fmla="val 15361620"/>
              <a:gd name="adj2" fmla="val 6188706"/>
            </a:avLst>
          </a:prstGeom>
          <a:ln w="1270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92" rtl="0" eaLnBrk="1" fontAlgn="auto" latinLnBrk="0" hangingPunct="1">
              <a:lnSpc>
                <a:spcPct val="100000"/>
              </a:lnSpc>
              <a:spcBef>
                <a:spcPts val="0"/>
              </a:spcBef>
              <a:spcAft>
                <a:spcPts val="0"/>
              </a:spcAft>
              <a:buClrTx/>
              <a:buSzTx/>
              <a:buFontTx/>
              <a:buNone/>
              <a:tabLst/>
              <a:defRPr/>
            </a:pPr>
            <a:endParaRPr kumimoji="0" lang="en-IN"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11" name="Straight Connector 10">
            <a:extLst>
              <a:ext uri="{FF2B5EF4-FFF2-40B4-BE49-F238E27FC236}">
                <a16:creationId xmlns:a16="http://schemas.microsoft.com/office/drawing/2014/main" id="{753119D8-26A3-66F3-C08E-E199656015E2}"/>
              </a:ext>
            </a:extLst>
          </p:cNvPr>
          <p:cNvCxnSpPr/>
          <p:nvPr/>
        </p:nvCxnSpPr>
        <p:spPr>
          <a:xfrm>
            <a:off x="3484880" y="3698239"/>
            <a:ext cx="5984240" cy="0"/>
          </a:xfrm>
          <a:prstGeom prst="line">
            <a:avLst/>
          </a:prstGeom>
          <a:ln w="1270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 name="Arc 11">
            <a:extLst>
              <a:ext uri="{FF2B5EF4-FFF2-40B4-BE49-F238E27FC236}">
                <a16:creationId xmlns:a16="http://schemas.microsoft.com/office/drawing/2014/main" id="{DC37503C-88A0-3C79-9812-4BD058AF54E5}"/>
              </a:ext>
            </a:extLst>
          </p:cNvPr>
          <p:cNvSpPr/>
          <p:nvPr/>
        </p:nvSpPr>
        <p:spPr>
          <a:xfrm flipH="1">
            <a:off x="1482238" y="3596535"/>
            <a:ext cx="3278827" cy="2548689"/>
          </a:xfrm>
          <a:prstGeom prst="arc">
            <a:avLst>
              <a:gd name="adj1" fmla="val 16669717"/>
              <a:gd name="adj2" fmla="val 4965785"/>
            </a:avLst>
          </a:prstGeom>
          <a:ln w="1270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92" rtl="0" eaLnBrk="1" fontAlgn="auto" latinLnBrk="0" hangingPunct="1">
              <a:lnSpc>
                <a:spcPct val="100000"/>
              </a:lnSpc>
              <a:spcBef>
                <a:spcPts val="0"/>
              </a:spcBef>
              <a:spcAft>
                <a:spcPts val="0"/>
              </a:spcAft>
              <a:buClrTx/>
              <a:buSzTx/>
              <a:buFontTx/>
              <a:buNone/>
              <a:tabLst/>
              <a:defRPr/>
            </a:pPr>
            <a:endParaRPr kumimoji="0" lang="en-IN"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13" name="Straight Connector 12">
            <a:extLst>
              <a:ext uri="{FF2B5EF4-FFF2-40B4-BE49-F238E27FC236}">
                <a16:creationId xmlns:a16="http://schemas.microsoft.com/office/drawing/2014/main" id="{005A74BA-1D3C-07D3-A968-C861B9DA861D}"/>
              </a:ext>
            </a:extLst>
          </p:cNvPr>
          <p:cNvCxnSpPr>
            <a:cxnSpLocks/>
          </p:cNvCxnSpPr>
          <p:nvPr/>
        </p:nvCxnSpPr>
        <p:spPr>
          <a:xfrm flipV="1">
            <a:off x="3307079" y="6151883"/>
            <a:ext cx="6365880" cy="25397"/>
          </a:xfrm>
          <a:prstGeom prst="line">
            <a:avLst/>
          </a:prstGeom>
          <a:ln w="1270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297E6974-CBC3-8914-EAC7-63CD687DBC1D}"/>
              </a:ext>
            </a:extLst>
          </p:cNvPr>
          <p:cNvSpPr/>
          <p:nvPr/>
        </p:nvSpPr>
        <p:spPr>
          <a:xfrm>
            <a:off x="8816342" y="5842002"/>
            <a:ext cx="619758" cy="619758"/>
          </a:xfrm>
          <a:prstGeom prst="ellipse">
            <a:avLst/>
          </a:prstGeom>
          <a:solidFill>
            <a:srgbClr val="E56947"/>
          </a:solidFill>
          <a:ln>
            <a:solidFill>
              <a:srgbClr val="7F7F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92"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a:ln>
                  <a:noFill/>
                </a:ln>
                <a:solidFill>
                  <a:prstClr val="white"/>
                </a:solidFill>
                <a:effectLst/>
                <a:uLnTx/>
                <a:uFillTx/>
                <a:latin typeface="Calibri" panose="020F0502020204030204"/>
                <a:ea typeface="+mn-ea"/>
                <a:cs typeface="+mn-cs"/>
              </a:rPr>
              <a:t>01</a:t>
            </a:r>
          </a:p>
        </p:txBody>
      </p:sp>
      <p:sp>
        <p:nvSpPr>
          <p:cNvPr id="2" name="Oval 1">
            <a:extLst>
              <a:ext uri="{FF2B5EF4-FFF2-40B4-BE49-F238E27FC236}">
                <a16:creationId xmlns:a16="http://schemas.microsoft.com/office/drawing/2014/main" id="{845FBA0B-0D3E-2760-0B2C-5B506B80A94C}"/>
              </a:ext>
            </a:extLst>
          </p:cNvPr>
          <p:cNvSpPr/>
          <p:nvPr/>
        </p:nvSpPr>
        <p:spPr>
          <a:xfrm>
            <a:off x="2923540" y="858522"/>
            <a:ext cx="619758" cy="619758"/>
          </a:xfrm>
          <a:prstGeom prst="ellipse">
            <a:avLst/>
          </a:prstGeom>
          <a:solidFill>
            <a:srgbClr val="92D050"/>
          </a:solidFill>
          <a:ln>
            <a:solidFill>
              <a:srgbClr val="7F7F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92"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a:ln>
                  <a:noFill/>
                </a:ln>
                <a:solidFill>
                  <a:prstClr val="white"/>
                </a:solidFill>
                <a:effectLst/>
                <a:uLnTx/>
                <a:uFillTx/>
                <a:latin typeface="Calibri" panose="020F0502020204030204"/>
                <a:ea typeface="+mn-ea"/>
                <a:cs typeface="+mn-cs"/>
              </a:rPr>
              <a:t>12</a:t>
            </a:r>
          </a:p>
        </p:txBody>
      </p:sp>
      <p:sp>
        <p:nvSpPr>
          <p:cNvPr id="3" name="Oval 2">
            <a:extLst>
              <a:ext uri="{FF2B5EF4-FFF2-40B4-BE49-F238E27FC236}">
                <a16:creationId xmlns:a16="http://schemas.microsoft.com/office/drawing/2014/main" id="{4E409BC9-E658-A994-0A58-F43C649BC122}"/>
              </a:ext>
            </a:extLst>
          </p:cNvPr>
          <p:cNvSpPr/>
          <p:nvPr/>
        </p:nvSpPr>
        <p:spPr>
          <a:xfrm>
            <a:off x="5006344" y="858522"/>
            <a:ext cx="619758" cy="619758"/>
          </a:xfrm>
          <a:prstGeom prst="ellipse">
            <a:avLst/>
          </a:prstGeom>
          <a:solidFill>
            <a:srgbClr val="6E757D"/>
          </a:solidFill>
          <a:ln>
            <a:solidFill>
              <a:srgbClr val="7F7F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92"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a:ln>
                  <a:noFill/>
                </a:ln>
                <a:solidFill>
                  <a:prstClr val="white"/>
                </a:solidFill>
                <a:effectLst/>
                <a:uLnTx/>
                <a:uFillTx/>
                <a:latin typeface="Calibri" panose="020F0502020204030204"/>
                <a:ea typeface="+mn-ea"/>
                <a:cs typeface="+mn-cs"/>
              </a:rPr>
              <a:t>11</a:t>
            </a:r>
          </a:p>
        </p:txBody>
      </p:sp>
      <p:sp>
        <p:nvSpPr>
          <p:cNvPr id="4" name="Oval 3">
            <a:extLst>
              <a:ext uri="{FF2B5EF4-FFF2-40B4-BE49-F238E27FC236}">
                <a16:creationId xmlns:a16="http://schemas.microsoft.com/office/drawing/2014/main" id="{3B1F6230-F7F9-B59F-0160-5F0A4B0A6C7F}"/>
              </a:ext>
            </a:extLst>
          </p:cNvPr>
          <p:cNvSpPr/>
          <p:nvPr/>
        </p:nvSpPr>
        <p:spPr>
          <a:xfrm>
            <a:off x="11038247" y="1810451"/>
            <a:ext cx="619758" cy="619758"/>
          </a:xfrm>
          <a:prstGeom prst="ellipse">
            <a:avLst/>
          </a:prstGeom>
          <a:solidFill>
            <a:srgbClr val="8ABCB9"/>
          </a:solidFill>
          <a:ln>
            <a:solidFill>
              <a:srgbClr val="7F7F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92"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a:ln>
                  <a:noFill/>
                </a:ln>
                <a:solidFill>
                  <a:prstClr val="white"/>
                </a:solidFill>
                <a:effectLst/>
                <a:uLnTx/>
                <a:uFillTx/>
                <a:latin typeface="Calibri" panose="020F0502020204030204"/>
                <a:ea typeface="+mn-ea"/>
                <a:cs typeface="+mn-cs"/>
              </a:rPr>
              <a:t>08</a:t>
            </a:r>
          </a:p>
        </p:txBody>
      </p:sp>
      <p:sp>
        <p:nvSpPr>
          <p:cNvPr id="5" name="Oval 4">
            <a:extLst>
              <a:ext uri="{FF2B5EF4-FFF2-40B4-BE49-F238E27FC236}">
                <a16:creationId xmlns:a16="http://schemas.microsoft.com/office/drawing/2014/main" id="{0B284BE8-E9FB-A048-133C-C05540DDA074}"/>
              </a:ext>
            </a:extLst>
          </p:cNvPr>
          <p:cNvSpPr/>
          <p:nvPr/>
        </p:nvSpPr>
        <p:spPr>
          <a:xfrm>
            <a:off x="8283897" y="3372463"/>
            <a:ext cx="619758" cy="619758"/>
          </a:xfrm>
          <a:prstGeom prst="ellipse">
            <a:avLst/>
          </a:prstGeom>
          <a:solidFill>
            <a:srgbClr val="7030A0"/>
          </a:solidFill>
          <a:ln>
            <a:solidFill>
              <a:srgbClr val="7F7F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92"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a:ln>
                  <a:noFill/>
                </a:ln>
                <a:solidFill>
                  <a:prstClr val="white"/>
                </a:solidFill>
                <a:effectLst/>
                <a:uLnTx/>
                <a:uFillTx/>
                <a:latin typeface="Calibri" panose="020F0502020204030204"/>
                <a:ea typeface="+mn-ea"/>
                <a:cs typeface="+mn-cs"/>
              </a:rPr>
              <a:t>07</a:t>
            </a:r>
          </a:p>
        </p:txBody>
      </p:sp>
      <p:sp>
        <p:nvSpPr>
          <p:cNvPr id="6" name="Oval 5">
            <a:extLst>
              <a:ext uri="{FF2B5EF4-FFF2-40B4-BE49-F238E27FC236}">
                <a16:creationId xmlns:a16="http://schemas.microsoft.com/office/drawing/2014/main" id="{D5A55F6F-C104-215C-0394-889D6B5D7C79}"/>
              </a:ext>
            </a:extLst>
          </p:cNvPr>
          <p:cNvSpPr/>
          <p:nvPr/>
        </p:nvSpPr>
        <p:spPr>
          <a:xfrm>
            <a:off x="1248241" y="4712796"/>
            <a:ext cx="619758" cy="619758"/>
          </a:xfrm>
          <a:prstGeom prst="ellipse">
            <a:avLst/>
          </a:prstGeom>
          <a:solidFill>
            <a:srgbClr val="FE945A"/>
          </a:solidFill>
          <a:ln>
            <a:solidFill>
              <a:srgbClr val="7F7F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92"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a:ln>
                  <a:noFill/>
                </a:ln>
                <a:solidFill>
                  <a:prstClr val="black"/>
                </a:solidFill>
                <a:effectLst/>
                <a:uLnTx/>
                <a:uFillTx/>
                <a:latin typeface="Calibri" panose="020F0502020204030204"/>
                <a:ea typeface="+mn-ea"/>
                <a:cs typeface="+mn-cs"/>
              </a:rPr>
              <a:t>04</a:t>
            </a: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Oval 6">
            <a:extLst>
              <a:ext uri="{FF2B5EF4-FFF2-40B4-BE49-F238E27FC236}">
                <a16:creationId xmlns:a16="http://schemas.microsoft.com/office/drawing/2014/main" id="{42A1C2C9-16E9-E8A9-1259-129FED083A3F}"/>
              </a:ext>
            </a:extLst>
          </p:cNvPr>
          <p:cNvSpPr/>
          <p:nvPr/>
        </p:nvSpPr>
        <p:spPr>
          <a:xfrm>
            <a:off x="5675634" y="5842002"/>
            <a:ext cx="619758" cy="619758"/>
          </a:xfrm>
          <a:prstGeom prst="ellipse">
            <a:avLst/>
          </a:prstGeom>
          <a:solidFill>
            <a:srgbClr val="9B9750"/>
          </a:solidFill>
          <a:ln>
            <a:solidFill>
              <a:srgbClr val="7F7F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92"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a:ln>
                  <a:noFill/>
                </a:ln>
                <a:solidFill>
                  <a:prstClr val="white"/>
                </a:solidFill>
                <a:effectLst/>
                <a:uLnTx/>
                <a:uFillTx/>
                <a:latin typeface="Calibri" panose="020F0502020204030204"/>
                <a:ea typeface="+mn-ea"/>
                <a:cs typeface="+mn-cs"/>
              </a:rPr>
              <a:t>02</a:t>
            </a:r>
          </a:p>
        </p:txBody>
      </p:sp>
      <p:sp>
        <p:nvSpPr>
          <p:cNvPr id="8" name="Oval 7">
            <a:extLst>
              <a:ext uri="{FF2B5EF4-FFF2-40B4-BE49-F238E27FC236}">
                <a16:creationId xmlns:a16="http://schemas.microsoft.com/office/drawing/2014/main" id="{690B38C6-B14F-3771-5859-00B91CFB4404}"/>
              </a:ext>
            </a:extLst>
          </p:cNvPr>
          <p:cNvSpPr/>
          <p:nvPr/>
        </p:nvSpPr>
        <p:spPr>
          <a:xfrm>
            <a:off x="5675634" y="3388362"/>
            <a:ext cx="619758" cy="619758"/>
          </a:xfrm>
          <a:prstGeom prst="ellipse">
            <a:avLst/>
          </a:prstGeom>
          <a:solidFill>
            <a:schemeClr val="accent1">
              <a:lumMod val="75000"/>
            </a:schemeClr>
          </a:solidFill>
          <a:ln>
            <a:solidFill>
              <a:srgbClr val="7F7F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92"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a:ln>
                  <a:noFill/>
                </a:ln>
                <a:solidFill>
                  <a:prstClr val="white"/>
                </a:solidFill>
                <a:effectLst/>
                <a:uLnTx/>
                <a:uFillTx/>
                <a:latin typeface="Calibri" panose="020F0502020204030204"/>
                <a:ea typeface="+mn-ea"/>
                <a:cs typeface="+mn-cs"/>
              </a:rPr>
              <a:t>06</a:t>
            </a: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Oval 14">
            <a:extLst>
              <a:ext uri="{FF2B5EF4-FFF2-40B4-BE49-F238E27FC236}">
                <a16:creationId xmlns:a16="http://schemas.microsoft.com/office/drawing/2014/main" id="{BA980819-5F4D-8BBE-834C-7032E19DA172}"/>
              </a:ext>
            </a:extLst>
          </p:cNvPr>
          <p:cNvSpPr/>
          <p:nvPr/>
        </p:nvSpPr>
        <p:spPr>
          <a:xfrm>
            <a:off x="8816342" y="858522"/>
            <a:ext cx="619758" cy="619758"/>
          </a:xfrm>
          <a:prstGeom prst="ellipse">
            <a:avLst/>
          </a:prstGeom>
          <a:solidFill>
            <a:schemeClr val="accent4">
              <a:lumMod val="20000"/>
              <a:lumOff val="80000"/>
            </a:schemeClr>
          </a:solidFill>
          <a:ln>
            <a:solidFill>
              <a:srgbClr val="7F7F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92"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09</a:t>
            </a:r>
          </a:p>
        </p:txBody>
      </p:sp>
      <p:sp>
        <p:nvSpPr>
          <p:cNvPr id="16" name="Oval 15">
            <a:extLst>
              <a:ext uri="{FF2B5EF4-FFF2-40B4-BE49-F238E27FC236}">
                <a16:creationId xmlns:a16="http://schemas.microsoft.com/office/drawing/2014/main" id="{E94DB4AD-5F57-9211-439A-37E545B22B2E}"/>
              </a:ext>
            </a:extLst>
          </p:cNvPr>
          <p:cNvSpPr/>
          <p:nvPr/>
        </p:nvSpPr>
        <p:spPr>
          <a:xfrm>
            <a:off x="2923540" y="3388362"/>
            <a:ext cx="619758" cy="619758"/>
          </a:xfrm>
          <a:prstGeom prst="ellipse">
            <a:avLst/>
          </a:prstGeom>
          <a:solidFill>
            <a:srgbClr val="D34B8D"/>
          </a:solidFill>
          <a:ln>
            <a:solidFill>
              <a:srgbClr val="7F7F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92"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a:ln>
                  <a:noFill/>
                </a:ln>
                <a:solidFill>
                  <a:prstClr val="white"/>
                </a:solidFill>
                <a:effectLst/>
                <a:uLnTx/>
                <a:uFillTx/>
                <a:latin typeface="Calibri" panose="020F0502020204030204"/>
                <a:ea typeface="+mn-ea"/>
                <a:cs typeface="+mn-cs"/>
              </a:rPr>
              <a:t>05</a:t>
            </a:r>
          </a:p>
        </p:txBody>
      </p:sp>
      <p:sp>
        <p:nvSpPr>
          <p:cNvPr id="17" name="Oval 16">
            <a:extLst>
              <a:ext uri="{FF2B5EF4-FFF2-40B4-BE49-F238E27FC236}">
                <a16:creationId xmlns:a16="http://schemas.microsoft.com/office/drawing/2014/main" id="{B4D7C373-4B99-6B5D-E3EC-718C39F55C7C}"/>
              </a:ext>
            </a:extLst>
          </p:cNvPr>
          <p:cNvSpPr/>
          <p:nvPr/>
        </p:nvSpPr>
        <p:spPr>
          <a:xfrm>
            <a:off x="2923540" y="5842002"/>
            <a:ext cx="619758" cy="619758"/>
          </a:xfrm>
          <a:prstGeom prst="ellipse">
            <a:avLst/>
          </a:prstGeom>
          <a:solidFill>
            <a:srgbClr val="00B0F0"/>
          </a:solidFill>
          <a:ln>
            <a:solidFill>
              <a:srgbClr val="7F7F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92"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a:ln>
                  <a:noFill/>
                </a:ln>
                <a:solidFill>
                  <a:prstClr val="white"/>
                </a:solidFill>
                <a:effectLst/>
                <a:uLnTx/>
                <a:uFillTx/>
                <a:latin typeface="Calibri" panose="020F0502020204030204"/>
                <a:ea typeface="+mn-ea"/>
                <a:cs typeface="+mn-cs"/>
              </a:rPr>
              <a:t>03</a:t>
            </a:r>
          </a:p>
        </p:txBody>
      </p:sp>
      <p:sp>
        <p:nvSpPr>
          <p:cNvPr id="18" name="Oval 17">
            <a:extLst>
              <a:ext uri="{FF2B5EF4-FFF2-40B4-BE49-F238E27FC236}">
                <a16:creationId xmlns:a16="http://schemas.microsoft.com/office/drawing/2014/main" id="{DBF7DEC6-4191-BAB5-125C-D25D86821098}"/>
              </a:ext>
            </a:extLst>
          </p:cNvPr>
          <p:cNvSpPr/>
          <p:nvPr/>
        </p:nvSpPr>
        <p:spPr>
          <a:xfrm>
            <a:off x="6986272" y="858522"/>
            <a:ext cx="619758" cy="619758"/>
          </a:xfrm>
          <a:prstGeom prst="ellipse">
            <a:avLst/>
          </a:prstGeom>
          <a:solidFill>
            <a:srgbClr val="CD9934"/>
          </a:solidFill>
          <a:ln>
            <a:solidFill>
              <a:srgbClr val="7F7F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92"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a:ln>
                  <a:noFill/>
                </a:ln>
                <a:solidFill>
                  <a:prstClr val="white"/>
                </a:solidFill>
                <a:effectLst/>
                <a:uLnTx/>
                <a:uFillTx/>
                <a:latin typeface="Calibri" panose="020F0502020204030204"/>
                <a:ea typeface="+mn-ea"/>
                <a:cs typeface="+mn-cs"/>
              </a:rPr>
              <a:t>10</a:t>
            </a:r>
          </a:p>
        </p:txBody>
      </p:sp>
      <p:sp>
        <p:nvSpPr>
          <p:cNvPr id="20" name="TextBox 19">
            <a:extLst>
              <a:ext uri="{FF2B5EF4-FFF2-40B4-BE49-F238E27FC236}">
                <a16:creationId xmlns:a16="http://schemas.microsoft.com/office/drawing/2014/main" id="{F537B0CD-88BC-DC36-E339-4DE12616AC9D}"/>
              </a:ext>
            </a:extLst>
          </p:cNvPr>
          <p:cNvSpPr txBox="1"/>
          <p:nvPr/>
        </p:nvSpPr>
        <p:spPr>
          <a:xfrm>
            <a:off x="8394462" y="5342077"/>
            <a:ext cx="1298576" cy="430887"/>
          </a:xfrm>
          <a:prstGeom prst="rect">
            <a:avLst/>
          </a:prstGeom>
          <a:noFill/>
        </p:spPr>
        <p:txBody>
          <a:bodyPr wrap="square">
            <a:spAutoFit/>
          </a:bodyPr>
          <a:lstStyle/>
          <a:p>
            <a:pPr marL="0" marR="0" lvl="0" indent="0" algn="ctr" defTabSz="914492" rtl="0" eaLnBrk="1" fontAlgn="auto" latinLnBrk="0" hangingPunct="1">
              <a:lnSpc>
                <a:spcPct val="100000"/>
              </a:lnSpc>
              <a:spcBef>
                <a:spcPts val="0"/>
              </a:spcBef>
              <a:spcAft>
                <a:spcPts val="0"/>
              </a:spcAft>
              <a:buClrTx/>
              <a:buSzTx/>
              <a:buFontTx/>
              <a:buNone/>
              <a:tabLst/>
              <a:defRPr/>
            </a:pPr>
            <a:r>
              <a:rPr kumimoji="0" lang="id-ID" sz="1100" b="0" i="0" u="none" strike="noStrike" kern="1200" cap="none" spc="0" normalizeH="0" baseline="0" noProof="0">
                <a:ln>
                  <a:noFill/>
                </a:ln>
                <a:solidFill>
                  <a:prstClr val="black"/>
                </a:solidFill>
                <a:effectLst/>
                <a:uLnTx/>
                <a:uFillTx/>
                <a:latin typeface="Montserrat" pitchFamily="2" charset="0"/>
                <a:ea typeface="Roboto Bold" panose="02000000000000000000" pitchFamily="2" charset="0"/>
                <a:cs typeface="Arial" panose="020B0604020202020204" pitchFamily="34" charset="0"/>
              </a:rPr>
              <a:t>Problem Identification</a:t>
            </a:r>
          </a:p>
        </p:txBody>
      </p:sp>
      <p:sp>
        <p:nvSpPr>
          <p:cNvPr id="21" name="TextBox 20">
            <a:extLst>
              <a:ext uri="{FF2B5EF4-FFF2-40B4-BE49-F238E27FC236}">
                <a16:creationId xmlns:a16="http://schemas.microsoft.com/office/drawing/2014/main" id="{44DB0ABD-A1EF-6831-C4B8-6C2CD37B9B50}"/>
              </a:ext>
            </a:extLst>
          </p:cNvPr>
          <p:cNvSpPr txBox="1"/>
          <p:nvPr/>
        </p:nvSpPr>
        <p:spPr>
          <a:xfrm>
            <a:off x="5006346" y="5342077"/>
            <a:ext cx="1919607" cy="420756"/>
          </a:xfrm>
          <a:prstGeom prst="rect">
            <a:avLst/>
          </a:prstGeom>
          <a:noFill/>
        </p:spPr>
        <p:txBody>
          <a:bodyPr wrap="square">
            <a:spAutoFit/>
          </a:bodyPr>
          <a:lstStyle/>
          <a:p>
            <a:pPr marL="0" marR="0" lvl="0" indent="0" algn="ctr" defTabSz="914492" rtl="0" eaLnBrk="1" fontAlgn="auto" latinLnBrk="0" hangingPunct="1">
              <a:lnSpc>
                <a:spcPct val="100000"/>
              </a:lnSpc>
              <a:spcBef>
                <a:spcPts val="0"/>
              </a:spcBef>
              <a:spcAft>
                <a:spcPts val="0"/>
              </a:spcAft>
              <a:buClrTx/>
              <a:buSzTx/>
              <a:buFontTx/>
              <a:buNone/>
              <a:tabLst/>
              <a:defRPr/>
            </a:pPr>
            <a:r>
              <a:rPr kumimoji="0" lang="id-ID" sz="1067" b="0" i="0" u="none" strike="noStrike" kern="1200" cap="none" spc="0" normalizeH="0" baseline="0" noProof="0">
                <a:ln>
                  <a:noFill/>
                </a:ln>
                <a:solidFill>
                  <a:prstClr val="black"/>
                </a:solidFill>
                <a:effectLst/>
                <a:uLnTx/>
                <a:uFillTx/>
                <a:latin typeface="Montserrat" pitchFamily="2" charset="0"/>
                <a:ea typeface="Roboto Bold" panose="02000000000000000000" pitchFamily="2" charset="0"/>
                <a:cs typeface="Arial" panose="020B0604020202020204" pitchFamily="34" charset="0"/>
              </a:rPr>
              <a:t>Customer Identification &amp; Needs Validation</a:t>
            </a:r>
          </a:p>
        </p:txBody>
      </p:sp>
      <p:sp>
        <p:nvSpPr>
          <p:cNvPr id="22" name="TextBox 21">
            <a:extLst>
              <a:ext uri="{FF2B5EF4-FFF2-40B4-BE49-F238E27FC236}">
                <a16:creationId xmlns:a16="http://schemas.microsoft.com/office/drawing/2014/main" id="{A2DFBC9C-C62D-6353-1F69-8938A00428B6}"/>
              </a:ext>
            </a:extLst>
          </p:cNvPr>
          <p:cNvSpPr txBox="1"/>
          <p:nvPr/>
        </p:nvSpPr>
        <p:spPr>
          <a:xfrm>
            <a:off x="0" y="4927626"/>
            <a:ext cx="1261741" cy="584968"/>
          </a:xfrm>
          <a:prstGeom prst="rect">
            <a:avLst/>
          </a:prstGeom>
          <a:noFill/>
        </p:spPr>
        <p:txBody>
          <a:bodyPr wrap="square">
            <a:spAutoFit/>
          </a:bodyPr>
          <a:lstStyle/>
          <a:p>
            <a:pPr marL="0" marR="0" lvl="0" indent="0" algn="ctr" defTabSz="914492" rtl="0" eaLnBrk="1" fontAlgn="auto" latinLnBrk="0" hangingPunct="1">
              <a:lnSpc>
                <a:spcPct val="100000"/>
              </a:lnSpc>
              <a:spcBef>
                <a:spcPts val="0"/>
              </a:spcBef>
              <a:spcAft>
                <a:spcPts val="0"/>
              </a:spcAft>
              <a:buClrTx/>
              <a:buSzTx/>
              <a:buFontTx/>
              <a:buNone/>
              <a:tabLst/>
              <a:defRPr/>
            </a:pPr>
            <a:r>
              <a:rPr kumimoji="0" lang="id-ID" sz="1067" b="0" i="0" u="none" strike="noStrike" kern="1200" cap="none" spc="0" normalizeH="0" baseline="0" noProof="0">
                <a:ln>
                  <a:noFill/>
                </a:ln>
                <a:solidFill>
                  <a:prstClr val="black"/>
                </a:solidFill>
                <a:effectLst/>
                <a:uLnTx/>
                <a:uFillTx/>
                <a:latin typeface="Montserrat" pitchFamily="2" charset="0"/>
                <a:ea typeface="Roboto Bold" panose="02000000000000000000" pitchFamily="2" charset="0"/>
                <a:cs typeface="Arial" panose="020B0604020202020204" pitchFamily="34" charset="0"/>
              </a:rPr>
              <a:t>Opportunity &amp; Competition Mapping</a:t>
            </a:r>
          </a:p>
        </p:txBody>
      </p:sp>
      <p:sp>
        <p:nvSpPr>
          <p:cNvPr id="19" name="Isosceles Triangle 18">
            <a:extLst>
              <a:ext uri="{FF2B5EF4-FFF2-40B4-BE49-F238E27FC236}">
                <a16:creationId xmlns:a16="http://schemas.microsoft.com/office/drawing/2014/main" id="{172433B7-F7A6-3C9A-E1F9-BDDD0DC68567}"/>
              </a:ext>
            </a:extLst>
          </p:cNvPr>
          <p:cNvSpPr/>
          <p:nvPr/>
        </p:nvSpPr>
        <p:spPr>
          <a:xfrm rot="16200000">
            <a:off x="7427216" y="6028053"/>
            <a:ext cx="346205" cy="298453"/>
          </a:xfrm>
          <a:prstGeom prst="triangle">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92"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Isosceles Triangle 22">
            <a:extLst>
              <a:ext uri="{FF2B5EF4-FFF2-40B4-BE49-F238E27FC236}">
                <a16:creationId xmlns:a16="http://schemas.microsoft.com/office/drawing/2014/main" id="{C7CF9133-181C-07D8-8EB0-8C30DE46EFE5}"/>
              </a:ext>
            </a:extLst>
          </p:cNvPr>
          <p:cNvSpPr/>
          <p:nvPr/>
        </p:nvSpPr>
        <p:spPr>
          <a:xfrm rot="16200000">
            <a:off x="4048380" y="1069976"/>
            <a:ext cx="346205" cy="298453"/>
          </a:xfrm>
          <a:prstGeom prst="triangle">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92"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Isosceles Triangle 23">
            <a:extLst>
              <a:ext uri="{FF2B5EF4-FFF2-40B4-BE49-F238E27FC236}">
                <a16:creationId xmlns:a16="http://schemas.microsoft.com/office/drawing/2014/main" id="{30FBBE37-0504-3364-593C-1EE26FAF3D01}"/>
              </a:ext>
            </a:extLst>
          </p:cNvPr>
          <p:cNvSpPr/>
          <p:nvPr/>
        </p:nvSpPr>
        <p:spPr>
          <a:xfrm rot="5400000" flipH="1">
            <a:off x="4484628" y="3549013"/>
            <a:ext cx="346205" cy="298453"/>
          </a:xfrm>
          <a:prstGeom prst="triangle">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92"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Isosceles Triangle 24">
            <a:extLst>
              <a:ext uri="{FF2B5EF4-FFF2-40B4-BE49-F238E27FC236}">
                <a16:creationId xmlns:a16="http://schemas.microsoft.com/office/drawing/2014/main" id="{AD5C2622-1014-EA67-AB4D-7DBA8D202CD7}"/>
              </a:ext>
            </a:extLst>
          </p:cNvPr>
          <p:cNvSpPr/>
          <p:nvPr/>
        </p:nvSpPr>
        <p:spPr>
          <a:xfrm rot="5400000" flipH="1">
            <a:off x="7427216" y="3549013"/>
            <a:ext cx="346205" cy="298453"/>
          </a:xfrm>
          <a:prstGeom prst="triangle">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92"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TextBox 27">
            <a:extLst>
              <a:ext uri="{FF2B5EF4-FFF2-40B4-BE49-F238E27FC236}">
                <a16:creationId xmlns:a16="http://schemas.microsoft.com/office/drawing/2014/main" id="{678D5860-7215-B58C-0EC6-17CAE08161C9}"/>
              </a:ext>
            </a:extLst>
          </p:cNvPr>
          <p:cNvSpPr txBox="1"/>
          <p:nvPr/>
        </p:nvSpPr>
        <p:spPr>
          <a:xfrm>
            <a:off x="2673625" y="2839368"/>
            <a:ext cx="1298576" cy="584968"/>
          </a:xfrm>
          <a:prstGeom prst="rect">
            <a:avLst/>
          </a:prstGeom>
          <a:noFill/>
        </p:spPr>
        <p:txBody>
          <a:bodyPr wrap="square">
            <a:spAutoFit/>
          </a:bodyPr>
          <a:lstStyle/>
          <a:p>
            <a:pPr marL="0" marR="0" lvl="0" indent="0" algn="ctr" defTabSz="914492" rtl="0" eaLnBrk="1" fontAlgn="auto" latinLnBrk="0" hangingPunct="1">
              <a:lnSpc>
                <a:spcPct val="100000"/>
              </a:lnSpc>
              <a:spcBef>
                <a:spcPts val="0"/>
              </a:spcBef>
              <a:spcAft>
                <a:spcPts val="0"/>
              </a:spcAft>
              <a:buClrTx/>
              <a:buSzTx/>
              <a:buFontTx/>
              <a:buNone/>
              <a:tabLst/>
              <a:defRPr/>
            </a:pPr>
            <a:r>
              <a:rPr kumimoji="0" lang="id-ID" sz="1067" b="0" i="0" u="none" strike="noStrike" kern="1200" cap="none" spc="0" normalizeH="0" baseline="0" noProof="0">
                <a:ln>
                  <a:noFill/>
                </a:ln>
                <a:solidFill>
                  <a:prstClr val="black"/>
                </a:solidFill>
                <a:effectLst/>
                <a:uLnTx/>
                <a:uFillTx/>
                <a:latin typeface="Montserrat" pitchFamily="2" charset="0"/>
                <a:ea typeface="Roboto Bold" panose="02000000000000000000" pitchFamily="2" charset="0"/>
                <a:cs typeface="Arial" panose="020B0604020202020204" pitchFamily="34" charset="0"/>
              </a:rPr>
              <a:t>Prototype Development &amp; MVP</a:t>
            </a:r>
          </a:p>
        </p:txBody>
      </p:sp>
      <p:sp>
        <p:nvSpPr>
          <p:cNvPr id="29" name="TextBox 28">
            <a:extLst>
              <a:ext uri="{FF2B5EF4-FFF2-40B4-BE49-F238E27FC236}">
                <a16:creationId xmlns:a16="http://schemas.microsoft.com/office/drawing/2014/main" id="{90580A79-E24C-1790-DCEC-002A46905E1C}"/>
              </a:ext>
            </a:extLst>
          </p:cNvPr>
          <p:cNvSpPr txBox="1"/>
          <p:nvPr/>
        </p:nvSpPr>
        <p:spPr>
          <a:xfrm>
            <a:off x="5306092" y="2896610"/>
            <a:ext cx="1298576" cy="420756"/>
          </a:xfrm>
          <a:prstGeom prst="rect">
            <a:avLst/>
          </a:prstGeom>
          <a:noFill/>
        </p:spPr>
        <p:txBody>
          <a:bodyPr wrap="square">
            <a:spAutoFit/>
          </a:bodyPr>
          <a:lstStyle/>
          <a:p>
            <a:pPr marL="0" marR="0" lvl="0" indent="0" algn="ctr" defTabSz="914492" rtl="0" eaLnBrk="1" fontAlgn="auto" latinLnBrk="0" hangingPunct="1">
              <a:lnSpc>
                <a:spcPct val="100000"/>
              </a:lnSpc>
              <a:spcBef>
                <a:spcPts val="0"/>
              </a:spcBef>
              <a:spcAft>
                <a:spcPts val="0"/>
              </a:spcAft>
              <a:buClrTx/>
              <a:buSzTx/>
              <a:buFontTx/>
              <a:buNone/>
              <a:tabLst/>
              <a:defRPr/>
            </a:pPr>
            <a:r>
              <a:rPr kumimoji="0" lang="id-ID" sz="1067" b="0" i="0" u="none" strike="noStrike" kern="1200" cap="none" spc="0" normalizeH="0" baseline="0" noProof="0" dirty="0" err="1">
                <a:ln>
                  <a:noFill/>
                </a:ln>
                <a:solidFill>
                  <a:prstClr val="black"/>
                </a:solidFill>
                <a:effectLst/>
                <a:uLnTx/>
                <a:uFillTx/>
                <a:latin typeface="Montserrat" pitchFamily="2" charset="0"/>
                <a:ea typeface="Roboto Bold" panose="02000000000000000000" pitchFamily="2" charset="0"/>
                <a:cs typeface="Arial" panose="020B0604020202020204" pitchFamily="34" charset="0"/>
              </a:rPr>
              <a:t>Opportunity</a:t>
            </a:r>
            <a:r>
              <a:rPr kumimoji="0" lang="id-ID" sz="1067" b="0" i="0" u="none" strike="noStrike" kern="1200" cap="none" spc="0" normalizeH="0" baseline="0" noProof="0" dirty="0">
                <a:ln>
                  <a:noFill/>
                </a:ln>
                <a:solidFill>
                  <a:prstClr val="black"/>
                </a:solidFill>
                <a:effectLst/>
                <a:uLnTx/>
                <a:uFillTx/>
                <a:latin typeface="Montserrat" pitchFamily="2" charset="0"/>
                <a:ea typeface="Roboto Bold" panose="02000000000000000000" pitchFamily="2" charset="0"/>
                <a:cs typeface="Arial" panose="020B0604020202020204" pitchFamily="34" charset="0"/>
              </a:rPr>
              <a:t>)    </a:t>
            </a:r>
            <a:r>
              <a:rPr kumimoji="0" lang="id-ID" sz="1067" b="0" i="0" u="none" strike="noStrike" kern="1200" cap="none" spc="0" normalizeH="0" baseline="0" noProof="0" dirty="0" err="1">
                <a:ln>
                  <a:noFill/>
                </a:ln>
                <a:solidFill>
                  <a:prstClr val="black"/>
                </a:solidFill>
                <a:effectLst/>
                <a:uLnTx/>
                <a:uFillTx/>
                <a:latin typeface="Montserrat" pitchFamily="2" charset="0"/>
                <a:ea typeface="Roboto Bold" panose="02000000000000000000" pitchFamily="2" charset="0"/>
                <a:cs typeface="Arial" panose="020B0604020202020204" pitchFamily="34" charset="0"/>
              </a:rPr>
              <a:t>Assessment</a:t>
            </a:r>
            <a:endParaRPr kumimoji="0" lang="id-ID" sz="1067" b="0" i="0" u="none" strike="noStrike" kern="1200" cap="none" spc="0" normalizeH="0" baseline="0" noProof="0" dirty="0">
              <a:ln>
                <a:noFill/>
              </a:ln>
              <a:solidFill>
                <a:prstClr val="black"/>
              </a:solidFill>
              <a:effectLst/>
              <a:uLnTx/>
              <a:uFillTx/>
              <a:latin typeface="Montserrat" pitchFamily="2" charset="0"/>
              <a:ea typeface="Roboto Bold" panose="02000000000000000000" pitchFamily="2" charset="0"/>
              <a:cs typeface="Arial" panose="020B0604020202020204" pitchFamily="34" charset="0"/>
            </a:endParaRPr>
          </a:p>
        </p:txBody>
      </p:sp>
      <p:sp>
        <p:nvSpPr>
          <p:cNvPr id="30" name="TextBox 29">
            <a:extLst>
              <a:ext uri="{FF2B5EF4-FFF2-40B4-BE49-F238E27FC236}">
                <a16:creationId xmlns:a16="http://schemas.microsoft.com/office/drawing/2014/main" id="{035EFD66-B69C-52C0-0C77-0C2F7740F74A}"/>
              </a:ext>
            </a:extLst>
          </p:cNvPr>
          <p:cNvSpPr txBox="1"/>
          <p:nvPr/>
        </p:nvSpPr>
        <p:spPr>
          <a:xfrm>
            <a:off x="7827609" y="2896968"/>
            <a:ext cx="1298576" cy="430887"/>
          </a:xfrm>
          <a:prstGeom prst="rect">
            <a:avLst/>
          </a:prstGeom>
          <a:noFill/>
        </p:spPr>
        <p:txBody>
          <a:bodyPr wrap="square">
            <a:spAutoFit/>
          </a:bodyPr>
          <a:lstStyle/>
          <a:p>
            <a:pPr marL="0" marR="0" lvl="0" indent="0" algn="ctr" defTabSz="914492" rtl="0" eaLnBrk="1" fontAlgn="auto" latinLnBrk="0" hangingPunct="1">
              <a:lnSpc>
                <a:spcPct val="100000"/>
              </a:lnSpc>
              <a:spcBef>
                <a:spcPts val="0"/>
              </a:spcBef>
              <a:spcAft>
                <a:spcPts val="0"/>
              </a:spcAft>
              <a:buClrTx/>
              <a:buSzTx/>
              <a:buFontTx/>
              <a:buNone/>
              <a:tabLst/>
              <a:defRPr/>
            </a:pPr>
            <a:r>
              <a:rPr kumimoji="0" lang="id-ID" sz="1100" b="0" i="0" u="none" strike="noStrike" kern="1200" cap="none" spc="0" normalizeH="0" baseline="0" noProof="0">
                <a:ln>
                  <a:noFill/>
                </a:ln>
                <a:solidFill>
                  <a:prstClr val="black"/>
                </a:solidFill>
                <a:effectLst/>
                <a:uLnTx/>
                <a:uFillTx/>
                <a:latin typeface="Montserrat" pitchFamily="2" charset="0"/>
                <a:ea typeface="Roboto Bold" panose="02000000000000000000" pitchFamily="2" charset="0"/>
                <a:cs typeface="Arial" panose="020B0604020202020204" pitchFamily="34" charset="0"/>
              </a:rPr>
              <a:t>Business Modelling</a:t>
            </a:r>
          </a:p>
        </p:txBody>
      </p:sp>
      <p:sp>
        <p:nvSpPr>
          <p:cNvPr id="31" name="TextBox 30">
            <a:extLst>
              <a:ext uri="{FF2B5EF4-FFF2-40B4-BE49-F238E27FC236}">
                <a16:creationId xmlns:a16="http://schemas.microsoft.com/office/drawing/2014/main" id="{F6DB0318-F53F-EE52-46C5-D719EC1C160D}"/>
              </a:ext>
            </a:extLst>
          </p:cNvPr>
          <p:cNvSpPr txBox="1"/>
          <p:nvPr/>
        </p:nvSpPr>
        <p:spPr>
          <a:xfrm>
            <a:off x="2503803" y="5342077"/>
            <a:ext cx="1919607" cy="420756"/>
          </a:xfrm>
          <a:prstGeom prst="rect">
            <a:avLst/>
          </a:prstGeom>
          <a:noFill/>
        </p:spPr>
        <p:txBody>
          <a:bodyPr wrap="square">
            <a:spAutoFit/>
          </a:bodyPr>
          <a:lstStyle/>
          <a:p>
            <a:pPr marL="0" marR="0" lvl="0" indent="0" algn="ctr" defTabSz="914492" rtl="0" eaLnBrk="1" fontAlgn="auto" latinLnBrk="0" hangingPunct="1">
              <a:lnSpc>
                <a:spcPct val="100000"/>
              </a:lnSpc>
              <a:spcBef>
                <a:spcPts val="0"/>
              </a:spcBef>
              <a:spcAft>
                <a:spcPts val="0"/>
              </a:spcAft>
              <a:buClrTx/>
              <a:buSzTx/>
              <a:buFontTx/>
              <a:buNone/>
              <a:tabLst/>
              <a:defRPr/>
            </a:pPr>
            <a:r>
              <a:rPr kumimoji="0" lang="id-ID" sz="1067" b="0" i="0" u="none" strike="noStrike" kern="1200" cap="none" spc="0" normalizeH="0" baseline="0" noProof="0">
                <a:ln>
                  <a:noFill/>
                </a:ln>
                <a:solidFill>
                  <a:prstClr val="black"/>
                </a:solidFill>
                <a:effectLst/>
                <a:uLnTx/>
                <a:uFillTx/>
                <a:latin typeface="Montserrat" pitchFamily="2" charset="0"/>
                <a:ea typeface="Roboto Bold" panose="02000000000000000000" pitchFamily="2" charset="0"/>
                <a:cs typeface="Arial" panose="020B0604020202020204" pitchFamily="34" charset="0"/>
              </a:rPr>
              <a:t>Solution</a:t>
            </a:r>
            <a:r>
              <a:rPr kumimoji="0" lang="en-IN" sz="1067" b="0" i="0" u="none" strike="noStrike" kern="1200" cap="none" spc="0" normalizeH="0" baseline="0" noProof="0">
                <a:ln>
                  <a:noFill/>
                </a:ln>
                <a:solidFill>
                  <a:prstClr val="black"/>
                </a:solidFill>
                <a:effectLst/>
                <a:uLnTx/>
                <a:uFillTx/>
                <a:latin typeface="Montserrat" pitchFamily="2" charset="0"/>
                <a:ea typeface="Roboto Bold" panose="02000000000000000000" pitchFamily="2" charset="0"/>
                <a:cs typeface="Arial" panose="020B0604020202020204" pitchFamily="34" charset="0"/>
              </a:rPr>
              <a:t> Idea</a:t>
            </a:r>
            <a:endParaRPr kumimoji="0" lang="id-ID" sz="1067" b="0" i="0" u="none" strike="noStrike" kern="1200" cap="none" spc="0" normalizeH="0" baseline="0" noProof="0">
              <a:ln>
                <a:noFill/>
              </a:ln>
              <a:solidFill>
                <a:prstClr val="black"/>
              </a:solidFill>
              <a:effectLst/>
              <a:uLnTx/>
              <a:uFillTx/>
              <a:latin typeface="Montserrat" pitchFamily="2" charset="0"/>
              <a:ea typeface="Roboto Bold" panose="02000000000000000000" pitchFamily="2" charset="0"/>
              <a:cs typeface="Arial" panose="020B0604020202020204" pitchFamily="34" charset="0"/>
            </a:endParaRPr>
          </a:p>
          <a:p>
            <a:pPr marL="0" marR="0" lvl="0" indent="0" algn="ctr" defTabSz="914492" rtl="0" eaLnBrk="1" fontAlgn="auto" latinLnBrk="0" hangingPunct="1">
              <a:lnSpc>
                <a:spcPct val="100000"/>
              </a:lnSpc>
              <a:spcBef>
                <a:spcPts val="0"/>
              </a:spcBef>
              <a:spcAft>
                <a:spcPts val="0"/>
              </a:spcAft>
              <a:buClrTx/>
              <a:buSzTx/>
              <a:buFontTx/>
              <a:buNone/>
              <a:tabLst/>
              <a:defRPr/>
            </a:pPr>
            <a:r>
              <a:rPr kumimoji="0" lang="id-ID" sz="1067" b="0" i="0" u="none" strike="noStrike" kern="1200" cap="none" spc="0" normalizeH="0" baseline="0" noProof="0" err="1">
                <a:ln>
                  <a:noFill/>
                </a:ln>
                <a:solidFill>
                  <a:prstClr val="black"/>
                </a:solidFill>
                <a:effectLst/>
                <a:uLnTx/>
                <a:uFillTx/>
                <a:latin typeface="Montserrat" pitchFamily="2" charset="0"/>
                <a:ea typeface="Roboto Bold" panose="02000000000000000000" pitchFamily="2" charset="0"/>
                <a:cs typeface="Arial" panose="020B0604020202020204" pitchFamily="34" charset="0"/>
              </a:rPr>
              <a:t>Generation</a:t>
            </a:r>
            <a:endParaRPr kumimoji="0" lang="id-ID" sz="1067" b="0" i="0" u="none" strike="noStrike" kern="1200" cap="none" spc="0" normalizeH="0" baseline="0" noProof="0">
              <a:ln>
                <a:noFill/>
              </a:ln>
              <a:solidFill>
                <a:prstClr val="black"/>
              </a:solidFill>
              <a:effectLst/>
              <a:uLnTx/>
              <a:uFillTx/>
              <a:latin typeface="Montserrat" pitchFamily="2" charset="0"/>
              <a:ea typeface="Roboto Bold" panose="02000000000000000000" pitchFamily="2" charset="0"/>
              <a:cs typeface="Arial" panose="020B0604020202020204" pitchFamily="34" charset="0"/>
            </a:endParaRPr>
          </a:p>
        </p:txBody>
      </p:sp>
      <p:sp>
        <p:nvSpPr>
          <p:cNvPr id="32" name="TextBox 31">
            <a:extLst>
              <a:ext uri="{FF2B5EF4-FFF2-40B4-BE49-F238E27FC236}">
                <a16:creationId xmlns:a16="http://schemas.microsoft.com/office/drawing/2014/main" id="{EE0270C8-12CA-0CFF-1418-38F8BA0F7C2E}"/>
              </a:ext>
            </a:extLst>
          </p:cNvPr>
          <p:cNvSpPr txBox="1"/>
          <p:nvPr/>
        </p:nvSpPr>
        <p:spPr>
          <a:xfrm>
            <a:off x="9883312" y="2142712"/>
            <a:ext cx="1305218" cy="420756"/>
          </a:xfrm>
          <a:prstGeom prst="rect">
            <a:avLst/>
          </a:prstGeom>
          <a:noFill/>
        </p:spPr>
        <p:txBody>
          <a:bodyPr wrap="square">
            <a:spAutoFit/>
          </a:bodyPr>
          <a:lstStyle/>
          <a:p>
            <a:pPr marL="0" marR="0" lvl="0" indent="0" algn="ctr" defTabSz="914492" rtl="0" eaLnBrk="1" fontAlgn="auto" latinLnBrk="0" hangingPunct="1">
              <a:lnSpc>
                <a:spcPct val="100000"/>
              </a:lnSpc>
              <a:spcBef>
                <a:spcPts val="0"/>
              </a:spcBef>
              <a:spcAft>
                <a:spcPts val="0"/>
              </a:spcAft>
              <a:buClrTx/>
              <a:buSzTx/>
              <a:buFontTx/>
              <a:buNone/>
              <a:tabLst/>
              <a:defRPr/>
            </a:pPr>
            <a:r>
              <a:rPr kumimoji="0" lang="id-ID" sz="1067" b="0" i="0" u="none" strike="noStrike" kern="1200" cap="none" spc="0" normalizeH="0" baseline="0" noProof="0">
                <a:ln>
                  <a:noFill/>
                </a:ln>
                <a:solidFill>
                  <a:prstClr val="black"/>
                </a:solidFill>
                <a:effectLst/>
                <a:uLnTx/>
                <a:uFillTx/>
                <a:latin typeface="Montserrat" pitchFamily="2" charset="0"/>
                <a:ea typeface="Roboto Bold" panose="02000000000000000000" pitchFamily="2" charset="0"/>
                <a:cs typeface="Arial" panose="020B0604020202020204" pitchFamily="34" charset="0"/>
              </a:rPr>
              <a:t>Marketing &amp; Sales Strategy</a:t>
            </a:r>
          </a:p>
        </p:txBody>
      </p:sp>
      <p:sp>
        <p:nvSpPr>
          <p:cNvPr id="33" name="TextBox 32">
            <a:extLst>
              <a:ext uri="{FF2B5EF4-FFF2-40B4-BE49-F238E27FC236}">
                <a16:creationId xmlns:a16="http://schemas.microsoft.com/office/drawing/2014/main" id="{E508F3FF-8694-77DE-87A2-F8B44DA1927F}"/>
              </a:ext>
            </a:extLst>
          </p:cNvPr>
          <p:cNvSpPr txBox="1"/>
          <p:nvPr/>
        </p:nvSpPr>
        <p:spPr>
          <a:xfrm>
            <a:off x="8343899" y="1613355"/>
            <a:ext cx="1846901" cy="420756"/>
          </a:xfrm>
          <a:prstGeom prst="rect">
            <a:avLst/>
          </a:prstGeom>
          <a:noFill/>
        </p:spPr>
        <p:txBody>
          <a:bodyPr wrap="square">
            <a:spAutoFit/>
          </a:bodyPr>
          <a:lstStyle/>
          <a:p>
            <a:pPr marL="0" marR="0" lvl="0" indent="0" algn="ctr" defTabSz="914492" rtl="0" eaLnBrk="1" fontAlgn="auto" latinLnBrk="0" hangingPunct="1">
              <a:lnSpc>
                <a:spcPct val="100000"/>
              </a:lnSpc>
              <a:spcBef>
                <a:spcPts val="0"/>
              </a:spcBef>
              <a:spcAft>
                <a:spcPts val="0"/>
              </a:spcAft>
              <a:buClrTx/>
              <a:buSzTx/>
              <a:buFontTx/>
              <a:buNone/>
              <a:tabLst/>
              <a:defRPr/>
            </a:pPr>
            <a:r>
              <a:rPr kumimoji="0" lang="id-ID" sz="1067" b="0" i="0" u="none" strike="noStrike" kern="1200" cap="none" spc="0" normalizeH="0" baseline="0" noProof="0">
                <a:ln>
                  <a:noFill/>
                </a:ln>
                <a:solidFill>
                  <a:prstClr val="black"/>
                </a:solidFill>
                <a:effectLst/>
                <a:uLnTx/>
                <a:uFillTx/>
                <a:latin typeface="Montserrat" pitchFamily="2" charset="0"/>
                <a:ea typeface="Roboto Bold" panose="02000000000000000000" pitchFamily="2" charset="0"/>
                <a:cs typeface="Arial" panose="020B0604020202020204" pitchFamily="34" charset="0"/>
              </a:rPr>
              <a:t>Financial Management for Profitability</a:t>
            </a:r>
          </a:p>
        </p:txBody>
      </p:sp>
      <p:sp>
        <p:nvSpPr>
          <p:cNvPr id="34" name="TextBox 33">
            <a:extLst>
              <a:ext uri="{FF2B5EF4-FFF2-40B4-BE49-F238E27FC236}">
                <a16:creationId xmlns:a16="http://schemas.microsoft.com/office/drawing/2014/main" id="{63CDDA9C-38D2-BBE0-3A35-1EB9088A3396}"/>
              </a:ext>
            </a:extLst>
          </p:cNvPr>
          <p:cNvSpPr txBox="1"/>
          <p:nvPr/>
        </p:nvSpPr>
        <p:spPr>
          <a:xfrm>
            <a:off x="6748144" y="1600073"/>
            <a:ext cx="1298576" cy="420756"/>
          </a:xfrm>
          <a:prstGeom prst="rect">
            <a:avLst/>
          </a:prstGeom>
          <a:noFill/>
        </p:spPr>
        <p:txBody>
          <a:bodyPr wrap="square">
            <a:spAutoFit/>
          </a:bodyPr>
          <a:lstStyle/>
          <a:p>
            <a:pPr marL="0" marR="0" lvl="0" indent="0" algn="ctr" defTabSz="914492" rtl="0" eaLnBrk="1" fontAlgn="auto" latinLnBrk="0" hangingPunct="1">
              <a:lnSpc>
                <a:spcPct val="100000"/>
              </a:lnSpc>
              <a:spcBef>
                <a:spcPts val="0"/>
              </a:spcBef>
              <a:spcAft>
                <a:spcPts val="0"/>
              </a:spcAft>
              <a:buClrTx/>
              <a:buSzTx/>
              <a:buFontTx/>
              <a:buNone/>
              <a:tabLst/>
              <a:defRPr/>
            </a:pPr>
            <a:r>
              <a:rPr kumimoji="0" lang="id-ID" sz="1067" b="0" i="0" u="none" strike="noStrike" kern="1200" cap="none" spc="0" normalizeH="0" baseline="0" noProof="0">
                <a:ln>
                  <a:noFill/>
                </a:ln>
                <a:solidFill>
                  <a:prstClr val="black"/>
                </a:solidFill>
                <a:effectLst/>
                <a:uLnTx/>
                <a:uFillTx/>
                <a:latin typeface="Montserrat" pitchFamily="2" charset="0"/>
                <a:ea typeface="Roboto Bold" panose="02000000000000000000" pitchFamily="2" charset="0"/>
                <a:cs typeface="Arial" panose="020B0604020202020204" pitchFamily="34" charset="0"/>
              </a:rPr>
              <a:t>Team &amp; Talent Requirement</a:t>
            </a:r>
            <a:r>
              <a:rPr kumimoji="0" lang="en-US" sz="1067" b="0" i="0" u="none" strike="noStrike" kern="1200" cap="none" spc="0" normalizeH="0" baseline="0" noProof="0">
                <a:ln>
                  <a:noFill/>
                </a:ln>
                <a:solidFill>
                  <a:prstClr val="black"/>
                </a:solidFill>
                <a:effectLst/>
                <a:uLnTx/>
                <a:uFillTx/>
                <a:latin typeface="Montserrat" pitchFamily="2" charset="0"/>
                <a:ea typeface="Roboto Bold" panose="02000000000000000000" pitchFamily="2" charset="0"/>
                <a:cs typeface="Arial" panose="020B0604020202020204" pitchFamily="34" charset="0"/>
              </a:rPr>
              <a:t>s</a:t>
            </a:r>
            <a:endParaRPr kumimoji="0" lang="id-ID" sz="1067" b="0" i="0" u="none" strike="noStrike" kern="1200" cap="none" spc="0" normalizeH="0" baseline="0" noProof="0">
              <a:ln>
                <a:noFill/>
              </a:ln>
              <a:solidFill>
                <a:prstClr val="black"/>
              </a:solidFill>
              <a:effectLst/>
              <a:uLnTx/>
              <a:uFillTx/>
              <a:latin typeface="Montserrat" pitchFamily="2" charset="0"/>
              <a:ea typeface="Roboto Bold" panose="02000000000000000000" pitchFamily="2" charset="0"/>
              <a:cs typeface="Arial" panose="020B0604020202020204" pitchFamily="34" charset="0"/>
            </a:endParaRPr>
          </a:p>
        </p:txBody>
      </p:sp>
      <p:sp>
        <p:nvSpPr>
          <p:cNvPr id="35" name="TextBox 34">
            <a:extLst>
              <a:ext uri="{FF2B5EF4-FFF2-40B4-BE49-F238E27FC236}">
                <a16:creationId xmlns:a16="http://schemas.microsoft.com/office/drawing/2014/main" id="{F2F7ED75-A237-9709-8841-74FF7C9E97B5}"/>
              </a:ext>
            </a:extLst>
          </p:cNvPr>
          <p:cNvSpPr txBox="1"/>
          <p:nvPr/>
        </p:nvSpPr>
        <p:spPr>
          <a:xfrm>
            <a:off x="4666936" y="1600073"/>
            <a:ext cx="1510345" cy="420756"/>
          </a:xfrm>
          <a:prstGeom prst="rect">
            <a:avLst/>
          </a:prstGeom>
          <a:noFill/>
        </p:spPr>
        <p:txBody>
          <a:bodyPr wrap="square">
            <a:spAutoFit/>
          </a:bodyPr>
          <a:lstStyle/>
          <a:p>
            <a:pPr marL="0" marR="0" lvl="0" indent="0" algn="ctr" defTabSz="914492"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0">
                <a:ln>
                  <a:noFill/>
                </a:ln>
                <a:solidFill>
                  <a:prstClr val="black"/>
                </a:solidFill>
                <a:effectLst/>
                <a:uLnTx/>
                <a:uFillTx/>
                <a:latin typeface="Montserrat" pitchFamily="2" charset="0"/>
                <a:ea typeface="Roboto Bold" panose="02000000000000000000" pitchFamily="2" charset="0"/>
                <a:cs typeface="Arial" panose="020B0604020202020204" pitchFamily="34" charset="0"/>
              </a:rPr>
              <a:t>Orientation for Scale</a:t>
            </a:r>
            <a:endParaRPr kumimoji="0" lang="id-ID" sz="1067" b="0" i="0" u="none" strike="noStrike" kern="1200" cap="none" spc="0" normalizeH="0" baseline="0" noProof="0">
              <a:ln>
                <a:noFill/>
              </a:ln>
              <a:solidFill>
                <a:prstClr val="black"/>
              </a:solidFill>
              <a:effectLst/>
              <a:uLnTx/>
              <a:uFillTx/>
              <a:latin typeface="Montserrat" pitchFamily="2" charset="0"/>
              <a:ea typeface="Roboto Bold" panose="02000000000000000000" pitchFamily="2" charset="0"/>
              <a:cs typeface="Arial" panose="020B0604020202020204" pitchFamily="34" charset="0"/>
            </a:endParaRPr>
          </a:p>
        </p:txBody>
      </p:sp>
      <p:sp>
        <p:nvSpPr>
          <p:cNvPr id="36" name="TextBox 35">
            <a:extLst>
              <a:ext uri="{FF2B5EF4-FFF2-40B4-BE49-F238E27FC236}">
                <a16:creationId xmlns:a16="http://schemas.microsoft.com/office/drawing/2014/main" id="{B2D66D62-1829-F333-52A6-A69E22E0B502}"/>
              </a:ext>
            </a:extLst>
          </p:cNvPr>
          <p:cNvSpPr txBox="1"/>
          <p:nvPr/>
        </p:nvSpPr>
        <p:spPr>
          <a:xfrm>
            <a:off x="2584131" y="1600072"/>
            <a:ext cx="1298576" cy="584968"/>
          </a:xfrm>
          <a:prstGeom prst="rect">
            <a:avLst/>
          </a:prstGeom>
          <a:noFill/>
        </p:spPr>
        <p:txBody>
          <a:bodyPr wrap="square">
            <a:spAutoFit/>
          </a:bodyPr>
          <a:lstStyle/>
          <a:p>
            <a:pPr marL="0" marR="0" lvl="0" indent="0" algn="ctr" defTabSz="914492" rtl="0" eaLnBrk="1" fontAlgn="auto" latinLnBrk="0" hangingPunct="1">
              <a:lnSpc>
                <a:spcPct val="100000"/>
              </a:lnSpc>
              <a:spcBef>
                <a:spcPts val="0"/>
              </a:spcBef>
              <a:spcAft>
                <a:spcPts val="0"/>
              </a:spcAft>
              <a:buClrTx/>
              <a:buSzTx/>
              <a:buFontTx/>
              <a:buNone/>
              <a:tabLst/>
              <a:defRPr/>
            </a:pPr>
            <a:r>
              <a:rPr kumimoji="0" lang="en-IN" sz="1067" b="0" i="0" u="none" strike="noStrike" kern="1200" cap="none" spc="0" normalizeH="0" baseline="0" noProof="0" dirty="0">
                <a:ln>
                  <a:noFill/>
                </a:ln>
                <a:solidFill>
                  <a:prstClr val="black"/>
                </a:solidFill>
                <a:effectLst/>
                <a:uLnTx/>
                <a:uFillTx/>
                <a:latin typeface="Montserrat" pitchFamily="2" charset="0"/>
                <a:ea typeface="Roboto Bold" panose="02000000000000000000" pitchFamily="2" charset="0"/>
                <a:cs typeface="Arial" panose="020B0604020202020204" pitchFamily="34" charset="0"/>
              </a:rPr>
              <a:t>Venture Viability Presentations</a:t>
            </a:r>
            <a:endParaRPr kumimoji="0" lang="id-ID" sz="1067" b="0" i="0" u="none" strike="noStrike" kern="1200" cap="none" spc="0" normalizeH="0" baseline="0" noProof="0" dirty="0">
              <a:ln>
                <a:noFill/>
              </a:ln>
              <a:solidFill>
                <a:prstClr val="black"/>
              </a:solidFill>
              <a:effectLst/>
              <a:uLnTx/>
              <a:uFillTx/>
              <a:latin typeface="Montserrat" pitchFamily="2" charset="0"/>
              <a:ea typeface="Roboto Bold" panose="02000000000000000000" pitchFamily="2" charset="0"/>
              <a:cs typeface="Arial" panose="020B0604020202020204" pitchFamily="34" charset="0"/>
            </a:endParaRPr>
          </a:p>
        </p:txBody>
      </p:sp>
      <p:sp>
        <p:nvSpPr>
          <p:cNvPr id="37" name="Arc 36">
            <a:extLst>
              <a:ext uri="{FF2B5EF4-FFF2-40B4-BE49-F238E27FC236}">
                <a16:creationId xmlns:a16="http://schemas.microsoft.com/office/drawing/2014/main" id="{ACBAE914-35EF-01E3-302A-190902D969C6}"/>
              </a:ext>
            </a:extLst>
          </p:cNvPr>
          <p:cNvSpPr/>
          <p:nvPr/>
        </p:nvSpPr>
        <p:spPr>
          <a:xfrm rot="7826874" flipH="1">
            <a:off x="3087327" y="5006143"/>
            <a:ext cx="1931766" cy="1492898"/>
          </a:xfrm>
          <a:prstGeom prst="arc">
            <a:avLst>
              <a:gd name="adj1" fmla="val 10911045"/>
              <a:gd name="adj2" fmla="val 20086426"/>
            </a:avLst>
          </a:prstGeom>
          <a:ln w="19050">
            <a:solidFill>
              <a:srgbClr val="E56947"/>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92"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9" name="Picture 38" descr="A red and white rocket&#10;&#10;Description automatically generated">
            <a:extLst>
              <a:ext uri="{FF2B5EF4-FFF2-40B4-BE49-F238E27FC236}">
                <a16:creationId xmlns:a16="http://schemas.microsoft.com/office/drawing/2014/main" id="{623186E1-4707-4E28-B6FD-7EA073E2671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809465">
            <a:off x="1851166" y="661103"/>
            <a:ext cx="623209" cy="623209"/>
          </a:xfrm>
          <a:prstGeom prst="rect">
            <a:avLst/>
          </a:prstGeom>
          <a:effectLst>
            <a:reflection blurRad="6350" stA="52000" endA="300" endPos="35000" dir="5400000" sy="-100000" algn="bl" rotWithShape="0"/>
          </a:effectLst>
        </p:spPr>
      </p:pic>
      <p:sp>
        <p:nvSpPr>
          <p:cNvPr id="38" name="Rectangle: Rounded Corners 37">
            <a:extLst>
              <a:ext uri="{FF2B5EF4-FFF2-40B4-BE49-F238E27FC236}">
                <a16:creationId xmlns:a16="http://schemas.microsoft.com/office/drawing/2014/main" id="{2BA9ADAF-FCA6-EDE1-58F6-1D9FFAF0B017}"/>
              </a:ext>
            </a:extLst>
          </p:cNvPr>
          <p:cNvSpPr/>
          <p:nvPr/>
        </p:nvSpPr>
        <p:spPr>
          <a:xfrm>
            <a:off x="1656079" y="2472728"/>
            <a:ext cx="1107441" cy="359640"/>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92"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prstClr val="white"/>
                </a:solidFill>
                <a:effectLst/>
                <a:uLnTx/>
                <a:uFillTx/>
                <a:latin typeface="Calibri" panose="020F0502020204030204"/>
                <a:ea typeface="+mn-ea"/>
                <a:cs typeface="+mn-cs"/>
              </a:rPr>
              <a:t>Milestone #1</a:t>
            </a:r>
          </a:p>
        </p:txBody>
      </p:sp>
      <p:cxnSp>
        <p:nvCxnSpPr>
          <p:cNvPr id="41" name="Straight Connector 40">
            <a:extLst>
              <a:ext uri="{FF2B5EF4-FFF2-40B4-BE49-F238E27FC236}">
                <a16:creationId xmlns:a16="http://schemas.microsoft.com/office/drawing/2014/main" id="{0A334FFB-AF47-CB67-9140-E39EC11D898E}"/>
              </a:ext>
            </a:extLst>
          </p:cNvPr>
          <p:cNvCxnSpPr>
            <a:cxnSpLocks/>
          </p:cNvCxnSpPr>
          <p:nvPr/>
        </p:nvCxnSpPr>
        <p:spPr>
          <a:xfrm>
            <a:off x="2096684" y="2847584"/>
            <a:ext cx="37704" cy="102375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Rectangle: Rounded Corners 44">
            <a:extLst>
              <a:ext uri="{FF2B5EF4-FFF2-40B4-BE49-F238E27FC236}">
                <a16:creationId xmlns:a16="http://schemas.microsoft.com/office/drawing/2014/main" id="{222E6C82-9057-AFEA-0054-8EF03191FB68}"/>
              </a:ext>
            </a:extLst>
          </p:cNvPr>
          <p:cNvSpPr/>
          <p:nvPr/>
        </p:nvSpPr>
        <p:spPr>
          <a:xfrm>
            <a:off x="10860007" y="2740585"/>
            <a:ext cx="1107441" cy="359640"/>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92"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prstClr val="white"/>
                </a:solidFill>
                <a:effectLst/>
                <a:uLnTx/>
                <a:uFillTx/>
                <a:latin typeface="Calibri" panose="020F0502020204030204"/>
                <a:ea typeface="+mn-ea"/>
                <a:cs typeface="+mn-cs"/>
              </a:rPr>
              <a:t>Milestone #2</a:t>
            </a:r>
          </a:p>
        </p:txBody>
      </p:sp>
      <p:cxnSp>
        <p:nvCxnSpPr>
          <p:cNvPr id="46" name="Straight Connector 45">
            <a:extLst>
              <a:ext uri="{FF2B5EF4-FFF2-40B4-BE49-F238E27FC236}">
                <a16:creationId xmlns:a16="http://schemas.microsoft.com/office/drawing/2014/main" id="{565A77E5-D4D7-8D40-C678-2724DCA5BBC3}"/>
              </a:ext>
            </a:extLst>
          </p:cNvPr>
          <p:cNvCxnSpPr>
            <a:cxnSpLocks/>
          </p:cNvCxnSpPr>
          <p:nvPr/>
        </p:nvCxnSpPr>
        <p:spPr>
          <a:xfrm flipH="1">
            <a:off x="11363600" y="3076023"/>
            <a:ext cx="46672" cy="8270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Rectangle: Rounded Corners 46">
            <a:extLst>
              <a:ext uri="{FF2B5EF4-FFF2-40B4-BE49-F238E27FC236}">
                <a16:creationId xmlns:a16="http://schemas.microsoft.com/office/drawing/2014/main" id="{0B612A1B-DBCD-1085-1350-CBE533FFCD89}"/>
              </a:ext>
            </a:extLst>
          </p:cNvPr>
          <p:cNvSpPr/>
          <p:nvPr/>
        </p:nvSpPr>
        <p:spPr>
          <a:xfrm>
            <a:off x="5133910" y="75407"/>
            <a:ext cx="1107441" cy="359640"/>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92"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prstClr val="white"/>
                </a:solidFill>
                <a:effectLst/>
                <a:uLnTx/>
                <a:uFillTx/>
                <a:latin typeface="Calibri" panose="020F0502020204030204"/>
                <a:ea typeface="+mn-ea"/>
                <a:cs typeface="+mn-cs"/>
              </a:rPr>
              <a:t>Milestone #3</a:t>
            </a:r>
          </a:p>
        </p:txBody>
      </p:sp>
      <p:cxnSp>
        <p:nvCxnSpPr>
          <p:cNvPr id="48" name="Straight Connector 47">
            <a:extLst>
              <a:ext uri="{FF2B5EF4-FFF2-40B4-BE49-F238E27FC236}">
                <a16:creationId xmlns:a16="http://schemas.microsoft.com/office/drawing/2014/main" id="{64CABBCA-F1F2-8C0F-FE29-500E6EBAC7DF}"/>
              </a:ext>
            </a:extLst>
          </p:cNvPr>
          <p:cNvCxnSpPr>
            <a:cxnSpLocks/>
          </p:cNvCxnSpPr>
          <p:nvPr/>
        </p:nvCxnSpPr>
        <p:spPr>
          <a:xfrm>
            <a:off x="5955380" y="435047"/>
            <a:ext cx="24239" cy="70434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EF6C9ACB-A88C-45A9-06BE-FD6310AC1361}"/>
              </a:ext>
            </a:extLst>
          </p:cNvPr>
          <p:cNvSpPr/>
          <p:nvPr/>
        </p:nvSpPr>
        <p:spPr>
          <a:xfrm>
            <a:off x="5565619" y="5767568"/>
            <a:ext cx="828000" cy="768625"/>
          </a:xfrm>
          <a:prstGeom prst="ellipse">
            <a:avLst/>
          </a:prstGeom>
          <a:noFill/>
          <a:ln w="38100">
            <a:solidFill>
              <a:srgbClr val="E569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Rectangle: Rounded Corners 37">
            <a:extLst>
              <a:ext uri="{FF2B5EF4-FFF2-40B4-BE49-F238E27FC236}">
                <a16:creationId xmlns:a16="http://schemas.microsoft.com/office/drawing/2014/main" id="{B81814F6-F013-B698-C3D9-A3F8A98CF7EA}"/>
              </a:ext>
            </a:extLst>
          </p:cNvPr>
          <p:cNvSpPr/>
          <p:nvPr/>
        </p:nvSpPr>
        <p:spPr>
          <a:xfrm>
            <a:off x="807557" y="3502852"/>
            <a:ext cx="1107441" cy="359640"/>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marL="0" marR="0" lvl="0" indent="0" algn="ctr" defTabSz="914492"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prstClr val="white"/>
                </a:solidFill>
                <a:effectLst/>
                <a:uLnTx/>
                <a:uFillTx/>
                <a:latin typeface="Calibri" panose="020F0502020204030204"/>
                <a:ea typeface="+mn-ea"/>
                <a:cs typeface="+mn-cs"/>
              </a:rPr>
              <a:t>Quiz 1</a:t>
            </a:r>
          </a:p>
        </p:txBody>
      </p:sp>
      <p:sp>
        <p:nvSpPr>
          <p:cNvPr id="42" name="Rectangle: Rounded Corners 37">
            <a:extLst>
              <a:ext uri="{FF2B5EF4-FFF2-40B4-BE49-F238E27FC236}">
                <a16:creationId xmlns:a16="http://schemas.microsoft.com/office/drawing/2014/main" id="{3BB8E9A0-1C9D-30F2-29E5-6C1EFE02B10A}"/>
              </a:ext>
            </a:extLst>
          </p:cNvPr>
          <p:cNvSpPr/>
          <p:nvPr/>
        </p:nvSpPr>
        <p:spPr>
          <a:xfrm>
            <a:off x="9595377" y="2999823"/>
            <a:ext cx="1107441" cy="359640"/>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marL="0" marR="0" lvl="0" indent="0" algn="ctr" defTabSz="914492"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prstClr val="white"/>
                </a:solidFill>
                <a:effectLst/>
                <a:uLnTx/>
                <a:uFillTx/>
                <a:latin typeface="Calibri" panose="020F0502020204030204"/>
                <a:ea typeface="+mn-ea"/>
                <a:cs typeface="+mn-cs"/>
              </a:rPr>
              <a:t>Quiz 2</a:t>
            </a:r>
          </a:p>
        </p:txBody>
      </p:sp>
      <p:sp>
        <p:nvSpPr>
          <p:cNvPr id="43" name="Rectangle: Rounded Corners 37">
            <a:extLst>
              <a:ext uri="{FF2B5EF4-FFF2-40B4-BE49-F238E27FC236}">
                <a16:creationId xmlns:a16="http://schemas.microsoft.com/office/drawing/2014/main" id="{79138BD2-F239-09E5-4A2B-E7C00B7EC432}"/>
              </a:ext>
            </a:extLst>
          </p:cNvPr>
          <p:cNvSpPr/>
          <p:nvPr/>
        </p:nvSpPr>
        <p:spPr>
          <a:xfrm>
            <a:off x="6432551" y="167596"/>
            <a:ext cx="1107441" cy="359640"/>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marL="0" marR="0" lvl="0" indent="0" algn="ctr" defTabSz="914492"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prstClr val="white"/>
                </a:solidFill>
                <a:effectLst/>
                <a:uLnTx/>
                <a:uFillTx/>
                <a:latin typeface="Calibri" panose="020F0502020204030204"/>
                <a:ea typeface="+mn-ea"/>
                <a:cs typeface="+mn-cs"/>
              </a:rPr>
              <a:t>Quiz 3</a:t>
            </a:r>
          </a:p>
        </p:txBody>
      </p:sp>
      <p:cxnSp>
        <p:nvCxnSpPr>
          <p:cNvPr id="44" name="Straight Connector 43">
            <a:extLst>
              <a:ext uri="{FF2B5EF4-FFF2-40B4-BE49-F238E27FC236}">
                <a16:creationId xmlns:a16="http://schemas.microsoft.com/office/drawing/2014/main" id="{FEEE5A6B-B6E0-288C-6CF2-33C6FD33DD3F}"/>
              </a:ext>
            </a:extLst>
          </p:cNvPr>
          <p:cNvCxnSpPr>
            <a:cxnSpLocks/>
          </p:cNvCxnSpPr>
          <p:nvPr/>
        </p:nvCxnSpPr>
        <p:spPr>
          <a:xfrm flipH="1">
            <a:off x="1573210" y="3845324"/>
            <a:ext cx="1" cy="6526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8017635A-02F1-F67A-1FC1-FB51B20A8312}"/>
              </a:ext>
            </a:extLst>
          </p:cNvPr>
          <p:cNvCxnSpPr>
            <a:cxnSpLocks/>
          </p:cNvCxnSpPr>
          <p:nvPr/>
        </p:nvCxnSpPr>
        <p:spPr>
          <a:xfrm>
            <a:off x="9945385" y="3351292"/>
            <a:ext cx="0" cy="3508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22AABDA-65B3-DBC8-BB15-5B6FE0AD39CF}"/>
              </a:ext>
            </a:extLst>
          </p:cNvPr>
          <p:cNvCxnSpPr>
            <a:cxnSpLocks/>
          </p:cNvCxnSpPr>
          <p:nvPr/>
        </p:nvCxnSpPr>
        <p:spPr>
          <a:xfrm flipH="1">
            <a:off x="6832956" y="530688"/>
            <a:ext cx="1" cy="6526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Rectangle: Rounded Corners 26">
            <a:extLst>
              <a:ext uri="{FF2B5EF4-FFF2-40B4-BE49-F238E27FC236}">
                <a16:creationId xmlns:a16="http://schemas.microsoft.com/office/drawing/2014/main" id="{5855F4A0-D96E-3D15-BEBA-F8AFD6B40F5C}"/>
              </a:ext>
            </a:extLst>
          </p:cNvPr>
          <p:cNvSpPr/>
          <p:nvPr/>
        </p:nvSpPr>
        <p:spPr>
          <a:xfrm>
            <a:off x="4485633" y="4051779"/>
            <a:ext cx="3382652" cy="1271917"/>
          </a:xfrm>
          <a:prstGeom prst="roundRect">
            <a:avLst/>
          </a:prstGeom>
          <a:ln/>
        </p:spPr>
        <p:style>
          <a:lnRef idx="1">
            <a:schemeClr val="accent2"/>
          </a:lnRef>
          <a:fillRef idx="2">
            <a:schemeClr val="accent2"/>
          </a:fillRef>
          <a:effectRef idx="1">
            <a:schemeClr val="accent2"/>
          </a:effectRef>
          <a:fontRef idx="minor">
            <a:schemeClr val="dk1"/>
          </a:fontRef>
        </p:style>
        <p:txBody>
          <a:bodyPr rtlCol="0" anchor="ctr"/>
          <a:lstStyle/>
          <a:p>
            <a:pPr marL="311150" marR="0" lvl="0" indent="-311150" algn="l" defTabSz="914400" rtl="0" eaLnBrk="1" fontAlgn="auto" latinLnBrk="0" hangingPunct="1">
              <a:lnSpc>
                <a:spcPct val="90000"/>
              </a:lnSpc>
              <a:spcBef>
                <a:spcPts val="0"/>
              </a:spcBef>
              <a:spcAft>
                <a:spcPts val="0"/>
              </a:spcAft>
              <a:buClr>
                <a:srgbClr val="414042"/>
              </a:buClr>
              <a:buSzPct val="100000"/>
              <a:buFontTx/>
              <a:buNone/>
              <a:tabLst/>
              <a:defRPr/>
            </a:pPr>
            <a:r>
              <a:rPr kumimoji="0" lang="en-US" sz="1400" b="0" i="0" u="none" strike="noStrike" kern="1200" cap="none" spc="0" normalizeH="0" baseline="0" noProof="0" dirty="0">
                <a:ln w="0"/>
                <a:solidFill>
                  <a:srgbClr val="414042"/>
                </a:solidFill>
                <a:effectLst>
                  <a:outerShdw blurRad="38100" dist="19050" dir="2700000" algn="tl" rotWithShape="0">
                    <a:srgbClr val="414042">
                      <a:alpha val="40000"/>
                    </a:srgbClr>
                  </a:outerShdw>
                </a:effectLst>
                <a:uLnTx/>
                <a:uFillTx/>
                <a:latin typeface="Barlow" pitchFamily="2" charset="77"/>
                <a:ea typeface="+mn-ea"/>
                <a:cs typeface="+mn-cs"/>
              </a:rPr>
              <a:t>3.1 Generate Solution Ideas</a:t>
            </a:r>
          </a:p>
          <a:p>
            <a:pPr marL="311150" marR="0" lvl="0" indent="-311150" algn="l" defTabSz="914400" rtl="0" eaLnBrk="1" fontAlgn="auto" latinLnBrk="0" hangingPunct="1">
              <a:lnSpc>
                <a:spcPct val="90000"/>
              </a:lnSpc>
              <a:spcBef>
                <a:spcPts val="0"/>
              </a:spcBef>
              <a:spcAft>
                <a:spcPts val="0"/>
              </a:spcAft>
              <a:buClr>
                <a:srgbClr val="414042"/>
              </a:buClr>
              <a:buSzPct val="100000"/>
              <a:buFontTx/>
              <a:buNone/>
              <a:tabLst/>
              <a:defRPr/>
            </a:pPr>
            <a:r>
              <a:rPr kumimoji="0" lang="en-US" sz="1400" b="0" i="0" u="none" strike="noStrike" kern="1200" cap="none" spc="0" normalizeH="0" baseline="0" noProof="0" dirty="0">
                <a:ln w="0"/>
                <a:solidFill>
                  <a:srgbClr val="414042"/>
                </a:solidFill>
                <a:effectLst>
                  <a:outerShdw blurRad="38100" dist="19050" dir="2700000" algn="tl" rotWithShape="0">
                    <a:srgbClr val="414042">
                      <a:alpha val="40000"/>
                    </a:srgbClr>
                  </a:outerShdw>
                </a:effectLst>
                <a:uLnTx/>
                <a:uFillTx/>
                <a:latin typeface="Barlow" pitchFamily="2" charset="77"/>
                <a:ea typeface="+mn-ea"/>
                <a:cs typeface="+mn-cs"/>
              </a:rPr>
              <a:t>3.2 Select the Solution Idea</a:t>
            </a:r>
          </a:p>
          <a:p>
            <a:pPr marL="311150" marR="0" lvl="0" indent="-311150" algn="l" defTabSz="914400" rtl="0" eaLnBrk="1" fontAlgn="auto" latinLnBrk="0" hangingPunct="1">
              <a:lnSpc>
                <a:spcPct val="90000"/>
              </a:lnSpc>
              <a:spcBef>
                <a:spcPts val="0"/>
              </a:spcBef>
              <a:spcAft>
                <a:spcPts val="0"/>
              </a:spcAft>
              <a:buClr>
                <a:srgbClr val="414042"/>
              </a:buClr>
              <a:buSzPct val="100000"/>
              <a:buFontTx/>
              <a:buNone/>
              <a:tabLst/>
              <a:defRPr/>
            </a:pPr>
            <a:r>
              <a:rPr kumimoji="0" lang="en-US" sz="1400" b="0" i="0" u="none" strike="noStrike" kern="1200" cap="none" spc="0" normalizeH="0" baseline="0" noProof="0" dirty="0">
                <a:ln w="0"/>
                <a:solidFill>
                  <a:srgbClr val="414042"/>
                </a:solidFill>
                <a:effectLst>
                  <a:outerShdw blurRad="38100" dist="19050" dir="2700000" algn="tl" rotWithShape="0">
                    <a:srgbClr val="414042">
                      <a:alpha val="40000"/>
                    </a:srgbClr>
                  </a:outerShdw>
                </a:effectLst>
                <a:uLnTx/>
                <a:uFillTx/>
                <a:latin typeface="Barlow" pitchFamily="2" charset="77"/>
                <a:ea typeface="+mn-ea"/>
                <a:cs typeface="+mn-cs"/>
              </a:rPr>
              <a:t>3.3 Solution Design</a:t>
            </a:r>
          </a:p>
          <a:p>
            <a:pPr marL="311150" marR="0" lvl="0" indent="-311150" algn="l" defTabSz="914400" rtl="0" eaLnBrk="1" fontAlgn="auto" latinLnBrk="0" hangingPunct="1">
              <a:lnSpc>
                <a:spcPct val="90000"/>
              </a:lnSpc>
              <a:spcBef>
                <a:spcPts val="0"/>
              </a:spcBef>
              <a:spcAft>
                <a:spcPts val="0"/>
              </a:spcAft>
              <a:buClr>
                <a:srgbClr val="414042"/>
              </a:buClr>
              <a:buSzPct val="100000"/>
              <a:buFontTx/>
              <a:buNone/>
              <a:tabLst/>
              <a:defRPr/>
            </a:pPr>
            <a:r>
              <a:rPr kumimoji="0" lang="en-US" sz="1400" b="0" i="0" u="none" strike="noStrike" kern="1200" cap="none" spc="0" normalizeH="0" baseline="0" noProof="0" dirty="0">
                <a:ln w="0"/>
                <a:solidFill>
                  <a:srgbClr val="414042"/>
                </a:solidFill>
                <a:effectLst>
                  <a:outerShdw blurRad="38100" dist="19050" dir="2700000" algn="tl" rotWithShape="0">
                    <a:srgbClr val="414042">
                      <a:alpha val="40000"/>
                    </a:srgbClr>
                  </a:outerShdw>
                </a:effectLst>
                <a:uLnTx/>
                <a:uFillTx/>
                <a:latin typeface="Barlow" pitchFamily="2" charset="77"/>
                <a:ea typeface="+mn-ea"/>
                <a:cs typeface="+mn-cs"/>
              </a:rPr>
              <a:t>3.4 User Experience / Journey</a:t>
            </a:r>
          </a:p>
        </p:txBody>
      </p:sp>
      <p:sp>
        <p:nvSpPr>
          <p:cNvPr id="52" name="TextBox 51">
            <a:extLst>
              <a:ext uri="{FF2B5EF4-FFF2-40B4-BE49-F238E27FC236}">
                <a16:creationId xmlns:a16="http://schemas.microsoft.com/office/drawing/2014/main" id="{0F12363A-68E0-08EB-1614-776BC849F786}"/>
              </a:ext>
            </a:extLst>
          </p:cNvPr>
          <p:cNvSpPr txBox="1"/>
          <p:nvPr/>
        </p:nvSpPr>
        <p:spPr>
          <a:xfrm>
            <a:off x="246630" y="263097"/>
            <a:ext cx="1497609"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F68721"/>
                </a:solidFill>
                <a:effectLst/>
                <a:uLnTx/>
                <a:uFillTx/>
                <a:latin typeface="Open Sans" panose="020B0606030504020204" pitchFamily="34" charset="0"/>
                <a:ea typeface="Open Sans" panose="020B0606030504020204" pitchFamily="34" charset="0"/>
                <a:cs typeface="Open Sans" panose="020B0606030504020204" pitchFamily="34" charset="0"/>
              </a:rPr>
              <a:t>Your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F68721"/>
                </a:solidFill>
                <a:effectLst/>
                <a:uLnTx/>
                <a:uFillTx/>
                <a:latin typeface="Open Sans" panose="020B0606030504020204" pitchFamily="34" charset="0"/>
                <a:ea typeface="Open Sans" panose="020B0606030504020204" pitchFamily="34" charset="0"/>
                <a:cs typeface="Open Sans" panose="020B0606030504020204" pitchFamily="34" charset="0"/>
              </a:rPr>
              <a:t>Venture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F68721"/>
                </a:solidFill>
                <a:effectLst/>
                <a:uLnTx/>
                <a:uFillTx/>
                <a:latin typeface="Open Sans" panose="020B0606030504020204" pitchFamily="34" charset="0"/>
                <a:ea typeface="Open Sans" panose="020B0606030504020204" pitchFamily="34" charset="0"/>
                <a:cs typeface="Open Sans" panose="020B0606030504020204" pitchFamily="34" charset="0"/>
              </a:rPr>
              <a:t>Journey</a:t>
            </a:r>
          </a:p>
        </p:txBody>
      </p:sp>
    </p:spTree>
    <p:extLst>
      <p:ext uri="{BB962C8B-B14F-4D97-AF65-F5344CB8AC3E}">
        <p14:creationId xmlns:p14="http://schemas.microsoft.com/office/powerpoint/2010/main" val="2535057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5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49F22-C8FA-8BDD-4C9C-CF8CEE864740}"/>
              </a:ext>
            </a:extLst>
          </p:cNvPr>
          <p:cNvSpPr>
            <a:spLocks noGrp="1"/>
          </p:cNvSpPr>
          <p:nvPr>
            <p:ph type="ctrTitle"/>
          </p:nvPr>
        </p:nvSpPr>
        <p:spPr>
          <a:xfrm>
            <a:off x="360000" y="308292"/>
            <a:ext cx="11484000" cy="492443"/>
          </a:xfrm>
        </p:spPr>
        <p:txBody>
          <a:bodyPr anchor="t">
            <a:normAutofit/>
          </a:bodyPr>
          <a:lstStyle/>
          <a:p>
            <a:r>
              <a:rPr lang="en-IN">
                <a:solidFill>
                  <a:schemeClr val="accent1">
                    <a:lumMod val="75000"/>
                  </a:schemeClr>
                </a:solidFill>
              </a:rPr>
              <a:t>Learning Objectives</a:t>
            </a:r>
            <a:endParaRPr lang="en-IN" b="1">
              <a:solidFill>
                <a:schemeClr val="accent1">
                  <a:lumMod val="75000"/>
                </a:schemeClr>
              </a:solidFill>
            </a:endParaRPr>
          </a:p>
        </p:txBody>
      </p:sp>
      <p:pic>
        <p:nvPicPr>
          <p:cNvPr id="30" name="Content Placeholder 29" descr="Brainstorm with solid fill">
            <a:extLst>
              <a:ext uri="{FF2B5EF4-FFF2-40B4-BE49-F238E27FC236}">
                <a16:creationId xmlns:a16="http://schemas.microsoft.com/office/drawing/2014/main" id="{E95AA0B0-8758-2755-0AD2-25F60B8FB661}"/>
              </a:ext>
            </a:extLst>
          </p:cNvPr>
          <p:cNvPicPr>
            <a:picLocks noGrp="1" noChangeAspect="1"/>
          </p:cNvPicPr>
          <p:nvPr>
            <p:ph type="pic" sz="quarter" idx="4294967295"/>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p:blipFill>
        <p:spPr>
          <a:xfrm>
            <a:off x="5376746" y="4688736"/>
            <a:ext cx="1438508" cy="1438508"/>
          </a:xfrm>
          <a:noFill/>
        </p:spPr>
      </p:pic>
      <p:sp>
        <p:nvSpPr>
          <p:cNvPr id="3" name="Content Placeholder 2">
            <a:extLst>
              <a:ext uri="{FF2B5EF4-FFF2-40B4-BE49-F238E27FC236}">
                <a16:creationId xmlns:a16="http://schemas.microsoft.com/office/drawing/2014/main" id="{688FC7F7-0291-6D51-B21C-683C0EF06AA8}"/>
              </a:ext>
            </a:extLst>
          </p:cNvPr>
          <p:cNvSpPr>
            <a:spLocks noGrp="1"/>
          </p:cNvSpPr>
          <p:nvPr>
            <p:ph type="body" sz="quarter" idx="13"/>
          </p:nvPr>
        </p:nvSpPr>
        <p:spPr>
          <a:xfrm>
            <a:off x="360000" y="1133857"/>
            <a:ext cx="5142248" cy="446724"/>
          </a:xfrm>
        </p:spPr>
        <p:txBody>
          <a:bodyPr>
            <a:normAutofit fontScale="85000" lnSpcReduction="10000"/>
          </a:bodyPr>
          <a:lstStyle/>
          <a:p>
            <a:r>
              <a:rPr kumimoji="0" lang="en-IN" sz="2400" b="0" i="0" u="none" strike="noStrike" kern="1200" cap="none" spc="0" normalizeH="0" baseline="0" noProof="0">
                <a:ln>
                  <a:noFill/>
                </a:ln>
                <a:solidFill>
                  <a:schemeClr val="tx1">
                    <a:lumMod val="75000"/>
                  </a:schemeClr>
                </a:solidFill>
                <a:effectLst/>
                <a:uLnTx/>
                <a:uFillTx/>
              </a:rPr>
              <a:t>By the end of this lesson, you will be able to:</a:t>
            </a:r>
          </a:p>
        </p:txBody>
      </p:sp>
      <p:sp>
        <p:nvSpPr>
          <p:cNvPr id="48" name="Text Placeholder 6">
            <a:extLst>
              <a:ext uri="{FF2B5EF4-FFF2-40B4-BE49-F238E27FC236}">
                <a16:creationId xmlns:a16="http://schemas.microsoft.com/office/drawing/2014/main" id="{FE4972F6-B468-6BBD-5C10-9C7935544BD4}"/>
              </a:ext>
            </a:extLst>
          </p:cNvPr>
          <p:cNvSpPr>
            <a:spLocks noGrp="1"/>
          </p:cNvSpPr>
          <p:nvPr>
            <p:ph type="body" sz="quarter" idx="14"/>
          </p:nvPr>
        </p:nvSpPr>
        <p:spPr>
          <a:xfrm>
            <a:off x="996177" y="3386661"/>
            <a:ext cx="1017788" cy="694531"/>
          </a:xfrm>
        </p:spPr>
        <p:txBody>
          <a:bodyPr/>
          <a:lstStyle/>
          <a:p>
            <a:r>
              <a:rPr lang="en-US">
                <a:solidFill>
                  <a:schemeClr val="accent1">
                    <a:lumMod val="75000"/>
                  </a:schemeClr>
                </a:solidFill>
              </a:rPr>
              <a:t>02</a:t>
            </a:r>
          </a:p>
        </p:txBody>
      </p:sp>
      <p:sp>
        <p:nvSpPr>
          <p:cNvPr id="18" name="Text Placeholder 37">
            <a:extLst>
              <a:ext uri="{FF2B5EF4-FFF2-40B4-BE49-F238E27FC236}">
                <a16:creationId xmlns:a16="http://schemas.microsoft.com/office/drawing/2014/main" id="{8352B95E-D0F9-9A7B-1CAD-D084304AAA1D}"/>
              </a:ext>
            </a:extLst>
          </p:cNvPr>
          <p:cNvSpPr txBox="1">
            <a:spLocks/>
          </p:cNvSpPr>
          <p:nvPr/>
        </p:nvSpPr>
        <p:spPr>
          <a:xfrm>
            <a:off x="1000790" y="4840219"/>
            <a:ext cx="815382" cy="68262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lang="en-IN" sz="2800" b="1" kern="1200" dirty="0">
                <a:solidFill>
                  <a:schemeClr val="tx1"/>
                </a:solidFill>
                <a:latin typeface="Barlow" panose="00000500000000000000"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100" b="1" kern="1200">
                <a:solidFill>
                  <a:schemeClr val="accent1">
                    <a:lumMod val="75000"/>
                  </a:schemeClr>
                </a:solidFill>
              </a:rPr>
              <a:t>03</a:t>
            </a:r>
          </a:p>
        </p:txBody>
      </p:sp>
      <p:sp>
        <p:nvSpPr>
          <p:cNvPr id="16" name="Text Placeholder 37">
            <a:extLst>
              <a:ext uri="{FF2B5EF4-FFF2-40B4-BE49-F238E27FC236}">
                <a16:creationId xmlns:a16="http://schemas.microsoft.com/office/drawing/2014/main" id="{0DFB8DC6-12E2-DF2A-8718-4DD3EDAAB077}"/>
              </a:ext>
            </a:extLst>
          </p:cNvPr>
          <p:cNvSpPr txBox="1">
            <a:spLocks/>
          </p:cNvSpPr>
          <p:nvPr/>
        </p:nvSpPr>
        <p:spPr>
          <a:xfrm>
            <a:off x="1104305" y="1770962"/>
            <a:ext cx="815382" cy="682625"/>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lang="en-IN" sz="2800" b="1" kern="1200" dirty="0">
                <a:solidFill>
                  <a:schemeClr val="tx1"/>
                </a:solidFill>
                <a:latin typeface="Barlow" panose="00000500000000000000"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b="1" kern="1200" dirty="0">
                <a:solidFill>
                  <a:schemeClr val="accent1">
                    <a:lumMod val="75000"/>
                  </a:schemeClr>
                </a:solidFill>
              </a:rPr>
              <a:t>01</a:t>
            </a:r>
          </a:p>
        </p:txBody>
      </p:sp>
      <p:sp>
        <p:nvSpPr>
          <p:cNvPr id="52" name="Text Placeholder 11">
            <a:extLst>
              <a:ext uri="{FF2B5EF4-FFF2-40B4-BE49-F238E27FC236}">
                <a16:creationId xmlns:a16="http://schemas.microsoft.com/office/drawing/2014/main" id="{24D9097D-656B-3A42-D3FB-0F20ECF18878}"/>
              </a:ext>
            </a:extLst>
          </p:cNvPr>
          <p:cNvSpPr>
            <a:spLocks noGrp="1"/>
          </p:cNvSpPr>
          <p:nvPr>
            <p:ph type="body" sz="quarter" idx="19"/>
          </p:nvPr>
        </p:nvSpPr>
        <p:spPr>
          <a:xfrm>
            <a:off x="2019486" y="1747894"/>
            <a:ext cx="4230844" cy="869782"/>
          </a:xfrm>
        </p:spPr>
        <p:txBody>
          <a:bodyPr>
            <a:normAutofit/>
          </a:bodyPr>
          <a:lstStyle/>
          <a:p>
            <a:pPr algn="just"/>
            <a:r>
              <a:rPr lang="en-US" b="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rPr>
              <a:t>Apply Brainstorming and other ideation techniques to generate solutions.</a:t>
            </a:r>
          </a:p>
          <a:p>
            <a:endParaRPr lang="en-US">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Placeholder 10">
            <a:extLst>
              <a:ext uri="{FF2B5EF4-FFF2-40B4-BE49-F238E27FC236}">
                <a16:creationId xmlns:a16="http://schemas.microsoft.com/office/drawing/2014/main" id="{B696C61D-6112-69AB-A522-27C2AFDE5F07}"/>
              </a:ext>
            </a:extLst>
          </p:cNvPr>
          <p:cNvSpPr txBox="1">
            <a:spLocks/>
          </p:cNvSpPr>
          <p:nvPr/>
        </p:nvSpPr>
        <p:spPr>
          <a:xfrm>
            <a:off x="2019486" y="2018543"/>
            <a:ext cx="4387418" cy="46907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800" b="1" kern="1200">
                <a:solidFill>
                  <a:schemeClr val="bg1"/>
                </a:solidFill>
                <a:latin typeface="Barlow" panose="00000500000000000000"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400" b="0" kern="1200">
              <a:solidFill>
                <a:schemeClr val="accent1">
                  <a:lumMod val="75000"/>
                </a:schemeClr>
              </a:solidFill>
            </a:endParaRPr>
          </a:p>
        </p:txBody>
      </p:sp>
      <p:sp>
        <p:nvSpPr>
          <p:cNvPr id="54" name="Text Placeholder 13">
            <a:extLst>
              <a:ext uri="{FF2B5EF4-FFF2-40B4-BE49-F238E27FC236}">
                <a16:creationId xmlns:a16="http://schemas.microsoft.com/office/drawing/2014/main" id="{6C99C279-432D-B005-2F29-6500306103EE}"/>
              </a:ext>
            </a:extLst>
          </p:cNvPr>
          <p:cNvSpPr>
            <a:spLocks noGrp="1"/>
          </p:cNvSpPr>
          <p:nvPr>
            <p:ph type="body" sz="quarter" idx="21"/>
          </p:nvPr>
        </p:nvSpPr>
        <p:spPr>
          <a:xfrm>
            <a:off x="2028483" y="3382084"/>
            <a:ext cx="4488062" cy="653346"/>
          </a:xfrm>
        </p:spPr>
        <p:txBody>
          <a:bodyPr vert="horz" lIns="91440" tIns="45720" rIns="91440" bIns="45720" rtlCol="0" anchor="t">
            <a:normAutofit/>
          </a:bodyPr>
          <a:lstStyle/>
          <a:p>
            <a:pPr algn="just"/>
            <a:r>
              <a:rPr lang="en-US" sz="1800" b="0" kern="1200">
                <a:solidFill>
                  <a:schemeClr val="tx1">
                    <a:lumMod val="75000"/>
                  </a:schemeClr>
                </a:solidFill>
                <a:latin typeface="Open Sans"/>
                <a:ea typeface="Open Sans"/>
                <a:cs typeface="Open Sans"/>
              </a:rPr>
              <a:t>Analyze solutions for their impact on problem-being-solved.</a:t>
            </a:r>
            <a:endParaRPr lang="en-US">
              <a:solidFill>
                <a:schemeClr val="tx1">
                  <a:lumMod val="75000"/>
                </a:schemeClr>
              </a:solidFill>
            </a:endParaRPr>
          </a:p>
        </p:txBody>
      </p:sp>
      <p:sp>
        <p:nvSpPr>
          <p:cNvPr id="15" name="Text Placeholder 10">
            <a:extLst>
              <a:ext uri="{FF2B5EF4-FFF2-40B4-BE49-F238E27FC236}">
                <a16:creationId xmlns:a16="http://schemas.microsoft.com/office/drawing/2014/main" id="{6FB4F167-1D44-9739-BE7A-C7950B7E8FE9}"/>
              </a:ext>
            </a:extLst>
          </p:cNvPr>
          <p:cNvSpPr txBox="1">
            <a:spLocks/>
          </p:cNvSpPr>
          <p:nvPr/>
        </p:nvSpPr>
        <p:spPr>
          <a:xfrm>
            <a:off x="2028483" y="3612122"/>
            <a:ext cx="4387418" cy="46907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800" b="1" kern="1200">
                <a:solidFill>
                  <a:schemeClr val="bg1"/>
                </a:solidFill>
                <a:latin typeface="Barlow" panose="00000500000000000000"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400" b="0" kern="1200">
              <a:solidFill>
                <a:schemeClr val="accent1">
                  <a:lumMod val="75000"/>
                </a:schemeClr>
              </a:solidFill>
            </a:endParaRPr>
          </a:p>
        </p:txBody>
      </p:sp>
      <p:sp>
        <p:nvSpPr>
          <p:cNvPr id="56" name="Text Placeholder 15">
            <a:extLst>
              <a:ext uri="{FF2B5EF4-FFF2-40B4-BE49-F238E27FC236}">
                <a16:creationId xmlns:a16="http://schemas.microsoft.com/office/drawing/2014/main" id="{45C31E6A-B401-1F21-B811-6B369D076FCA}"/>
              </a:ext>
            </a:extLst>
          </p:cNvPr>
          <p:cNvSpPr>
            <a:spLocks noGrp="1"/>
          </p:cNvSpPr>
          <p:nvPr>
            <p:ph type="body" sz="quarter" idx="23"/>
          </p:nvPr>
        </p:nvSpPr>
        <p:spPr>
          <a:xfrm>
            <a:off x="2028485" y="4975663"/>
            <a:ext cx="4378418" cy="653347"/>
          </a:xfrm>
        </p:spPr>
        <p:txBody>
          <a:bodyPr vert="horz" lIns="91440" tIns="45720" rIns="91440" bIns="45720" rtlCol="0" anchor="t">
            <a:normAutofit/>
          </a:bodyPr>
          <a:lstStyle/>
          <a:p>
            <a:r>
              <a:rPr lang="en-US" sz="1800" b="0" kern="1200">
                <a:solidFill>
                  <a:schemeClr val="tx1">
                    <a:lumMod val="75000"/>
                  </a:schemeClr>
                </a:solidFill>
                <a:latin typeface="Open Sans"/>
                <a:ea typeface="Open Sans"/>
                <a:cs typeface="Open Sans"/>
              </a:rPr>
              <a:t>Learn to select the most relevant ideas from a </a:t>
            </a:r>
            <a:r>
              <a:rPr lang="en-US" b="0">
                <a:solidFill>
                  <a:schemeClr val="tx1">
                    <a:lumMod val="75000"/>
                  </a:schemeClr>
                </a:solidFill>
                <a:latin typeface="Open Sans"/>
                <a:ea typeface="Open Sans"/>
                <a:cs typeface="Open Sans"/>
              </a:rPr>
              <a:t>larger</a:t>
            </a:r>
            <a:r>
              <a:rPr lang="en-US" sz="1800" b="0" kern="1200">
                <a:solidFill>
                  <a:schemeClr val="tx1">
                    <a:lumMod val="75000"/>
                  </a:schemeClr>
                </a:solidFill>
                <a:latin typeface="Open Sans"/>
                <a:ea typeface="Open Sans"/>
                <a:cs typeface="Open Sans"/>
              </a:rPr>
              <a:t> set.</a:t>
            </a:r>
          </a:p>
          <a:p>
            <a:endParaRPr lang="en-US">
              <a:solidFill>
                <a:schemeClr val="tx1">
                  <a:lumMod val="75000"/>
                </a:schemeClr>
              </a:solidFill>
            </a:endParaRPr>
          </a:p>
        </p:txBody>
      </p:sp>
      <p:sp>
        <p:nvSpPr>
          <p:cNvPr id="34" name="Text Placeholder 11">
            <a:extLst>
              <a:ext uri="{FF2B5EF4-FFF2-40B4-BE49-F238E27FC236}">
                <a16:creationId xmlns:a16="http://schemas.microsoft.com/office/drawing/2014/main" id="{60662895-5C09-9FE0-FB9A-B04A80BE869E}"/>
              </a:ext>
            </a:extLst>
          </p:cNvPr>
          <p:cNvSpPr txBox="1">
            <a:spLocks/>
          </p:cNvSpPr>
          <p:nvPr/>
        </p:nvSpPr>
        <p:spPr>
          <a:xfrm>
            <a:off x="3996127" y="3627289"/>
            <a:ext cx="3106946" cy="1059606"/>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0" kern="1200">
                <a:solidFill>
                  <a:schemeClr val="bg1"/>
                </a:solidFill>
                <a:latin typeface="Open Sans"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kumimoji="0" lang="en-US" sz="1800" i="0" u="none" strike="noStrike" kern="1200" cap="none" spc="0" normalizeH="0" baseline="0" noProof="0">
              <a:ln>
                <a:noFill/>
              </a:ln>
              <a:solidFill>
                <a:schemeClr val="accent1">
                  <a:lumMod val="75000"/>
                </a:schemeClr>
              </a:solidFill>
              <a:effectLst/>
              <a:uLnTx/>
              <a:uFillTx/>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2557910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nodePh="1">
                                  <p:stCondLst>
                                    <p:cond delay="0"/>
                                  </p:stCondLst>
                                  <p:endCondLst>
                                    <p:cond evt="begin" delay="0">
                                      <p:tn val="5"/>
                                    </p:cond>
                                  </p:end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nodePh="1">
                                  <p:stCondLst>
                                    <p:cond delay="0"/>
                                  </p:stCondLst>
                                  <p:endCondLst>
                                    <p:cond evt="begin" delay="0">
                                      <p:tn val="9"/>
                                    </p:cond>
                                  </p:endCondLst>
                                  <p:childTnLst>
                                    <p:set>
                                      <p:cBhvr>
                                        <p:cTn id="10" dur="1" fill="hold">
                                          <p:stCondLst>
                                            <p:cond delay="0"/>
                                          </p:stCondLst>
                                        </p:cTn>
                                        <p:tgtEl>
                                          <p:spTgt spid="34"/>
                                        </p:tgtEl>
                                        <p:attrNameLst>
                                          <p:attrName>style.visibility</p:attrName>
                                        </p:attrNameLst>
                                      </p:cBhvr>
                                      <p:to>
                                        <p:strVal val="visible"/>
                                      </p:to>
                                    </p:set>
                                    <p:anim calcmode="lin" valueType="num">
                                      <p:cBhvr additive="base">
                                        <p:cTn id="11" dur="500" fill="hold"/>
                                        <p:tgtEl>
                                          <p:spTgt spid="34"/>
                                        </p:tgtEl>
                                        <p:attrNameLst>
                                          <p:attrName>ppt_x</p:attrName>
                                        </p:attrNameLst>
                                      </p:cBhvr>
                                      <p:tavLst>
                                        <p:tav tm="0">
                                          <p:val>
                                            <p:strVal val="0-#ppt_w/2"/>
                                          </p:val>
                                        </p:tav>
                                        <p:tav tm="100000">
                                          <p:val>
                                            <p:strVal val="#ppt_x"/>
                                          </p:val>
                                        </p:tav>
                                      </p:tavLst>
                                    </p:anim>
                                    <p:anim calcmode="lin" valueType="num">
                                      <p:cBhvr additive="base">
                                        <p:cTn id="12" dur="500" fill="hold"/>
                                        <p:tgtEl>
                                          <p:spTgt spid="34"/>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 calcmode="lin" valueType="num">
                                      <p:cBhvr additive="base">
                                        <p:cTn id="17" dur="500" fill="hold"/>
                                        <p:tgtEl>
                                          <p:spTgt spid="30"/>
                                        </p:tgtEl>
                                        <p:attrNameLst>
                                          <p:attrName>ppt_x</p:attrName>
                                        </p:attrNameLst>
                                      </p:cBhvr>
                                      <p:tavLst>
                                        <p:tav tm="0">
                                          <p:val>
                                            <p:strVal val="0-#ppt_w/2"/>
                                          </p:val>
                                        </p:tav>
                                        <p:tav tm="100000">
                                          <p:val>
                                            <p:strVal val="#ppt_x"/>
                                          </p:val>
                                        </p:tav>
                                      </p:tavLst>
                                    </p:anim>
                                    <p:anim calcmode="lin" valueType="num">
                                      <p:cBhvr additive="base">
                                        <p:cTn id="18" dur="500" fill="hold"/>
                                        <p:tgtEl>
                                          <p:spTgt spid="30"/>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nodePh="1">
                                  <p:stCondLst>
                                    <p:cond delay="0"/>
                                  </p:stCondLst>
                                  <p:endCondLst>
                                    <p:cond evt="begin" delay="0">
                                      <p:tn val="19"/>
                                    </p:cond>
                                  </p:endCondLst>
                                  <p:childTnLst>
                                    <p:set>
                                      <p:cBhvr>
                                        <p:cTn id="20" dur="1" fill="hold">
                                          <p:stCondLst>
                                            <p:cond delay="0"/>
                                          </p:stCondLst>
                                        </p:cTn>
                                        <p:tgtEl>
                                          <p:spTgt spid="15">
                                            <p:txEl>
                                              <p:pRg st="0" end="0"/>
                                            </p:txEl>
                                          </p:spTgt>
                                        </p:tgtEl>
                                        <p:attrNameLst>
                                          <p:attrName>style.visibility</p:attrName>
                                        </p:attrNameLst>
                                      </p:cBhvr>
                                      <p:to>
                                        <p:strVal val="visible"/>
                                      </p:to>
                                    </p:set>
                                    <p:anim calcmode="lin" valueType="num">
                                      <p:cBhvr additive="base">
                                        <p:cTn id="21" dur="500" fill="hold"/>
                                        <p:tgtEl>
                                          <p:spTgt spid="15">
                                            <p:txEl>
                                              <p:pRg st="0" end="0"/>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1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15" grpId="0" build="p"/>
      <p:bldP spid="3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1" name="Group 90">
            <a:extLst>
              <a:ext uri="{FF2B5EF4-FFF2-40B4-BE49-F238E27FC236}">
                <a16:creationId xmlns:a16="http://schemas.microsoft.com/office/drawing/2014/main" id="{640E5721-7399-B698-D7AB-E92E39C52760}"/>
              </a:ext>
            </a:extLst>
          </p:cNvPr>
          <p:cNvGrpSpPr/>
          <p:nvPr/>
        </p:nvGrpSpPr>
        <p:grpSpPr>
          <a:xfrm>
            <a:off x="6615605" y="283449"/>
            <a:ext cx="3220753" cy="3220753"/>
            <a:chOff x="6615605" y="283449"/>
            <a:chExt cx="3220753" cy="3220753"/>
          </a:xfrm>
        </p:grpSpPr>
        <p:grpSp>
          <p:nvGrpSpPr>
            <p:cNvPr id="43" name="Group 42">
              <a:extLst>
                <a:ext uri="{FF2B5EF4-FFF2-40B4-BE49-F238E27FC236}">
                  <a16:creationId xmlns:a16="http://schemas.microsoft.com/office/drawing/2014/main" id="{DE0650C0-C3BF-A62E-DF8E-A170FCD2D1F4}"/>
                </a:ext>
              </a:extLst>
            </p:cNvPr>
            <p:cNvGrpSpPr/>
            <p:nvPr/>
          </p:nvGrpSpPr>
          <p:grpSpPr>
            <a:xfrm>
              <a:off x="6615605" y="283449"/>
              <a:ext cx="3220753" cy="3220753"/>
              <a:chOff x="4751220" y="-1407341"/>
              <a:chExt cx="5536427" cy="5536427"/>
            </a:xfrm>
          </p:grpSpPr>
          <p:sp>
            <p:nvSpPr>
              <p:cNvPr id="44" name="Oval 43">
                <a:extLst>
                  <a:ext uri="{FF2B5EF4-FFF2-40B4-BE49-F238E27FC236}">
                    <a16:creationId xmlns:a16="http://schemas.microsoft.com/office/drawing/2014/main" id="{F6B84282-7D51-5603-883B-614BD7EF615E}"/>
                  </a:ext>
                </a:extLst>
              </p:cNvPr>
              <p:cNvSpPr/>
              <p:nvPr/>
            </p:nvSpPr>
            <p:spPr>
              <a:xfrm>
                <a:off x="4751220" y="-1407341"/>
                <a:ext cx="5536427" cy="5536427"/>
              </a:xfrm>
              <a:prstGeom prst="ellipse">
                <a:avLst/>
              </a:prstGeom>
              <a:gradFill flip="none" rotWithShape="1">
                <a:gsLst>
                  <a:gs pos="0">
                    <a:schemeClr val="accent1">
                      <a:lumMod val="20000"/>
                      <a:lumOff val="80000"/>
                    </a:schemeClr>
                  </a:gs>
                  <a:gs pos="100000">
                    <a:schemeClr val="accent1">
                      <a:lumMod val="20000"/>
                      <a:lumOff val="8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45" name="Oval 44">
                <a:extLst>
                  <a:ext uri="{FF2B5EF4-FFF2-40B4-BE49-F238E27FC236}">
                    <a16:creationId xmlns:a16="http://schemas.microsoft.com/office/drawing/2014/main" id="{A8B76FD0-76DC-0B4F-3765-761489456493}"/>
                  </a:ext>
                </a:extLst>
              </p:cNvPr>
              <p:cNvSpPr/>
              <p:nvPr/>
            </p:nvSpPr>
            <p:spPr>
              <a:xfrm>
                <a:off x="5285099" y="-873462"/>
                <a:ext cx="4468669" cy="4468669"/>
              </a:xfrm>
              <a:prstGeom prst="ellipse">
                <a:avLst/>
              </a:prstGeom>
              <a:gradFill flip="none" rotWithShape="1">
                <a:gsLst>
                  <a:gs pos="0">
                    <a:schemeClr val="accent1">
                      <a:lumMod val="60000"/>
                      <a:lumOff val="40000"/>
                    </a:schemeClr>
                  </a:gs>
                  <a:gs pos="100000">
                    <a:schemeClr val="accent1">
                      <a:lumMod val="60000"/>
                      <a:lumOff val="4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46" name="Oval 45">
                <a:extLst>
                  <a:ext uri="{FF2B5EF4-FFF2-40B4-BE49-F238E27FC236}">
                    <a16:creationId xmlns:a16="http://schemas.microsoft.com/office/drawing/2014/main" id="{6D789326-23E8-1616-2A6A-7D2DB13C60B9}"/>
                  </a:ext>
                </a:extLst>
              </p:cNvPr>
              <p:cNvSpPr/>
              <p:nvPr/>
            </p:nvSpPr>
            <p:spPr>
              <a:xfrm>
                <a:off x="5818974" y="-339586"/>
                <a:ext cx="3400918" cy="3400918"/>
              </a:xfrm>
              <a:prstGeom prst="ellipse">
                <a:avLst/>
              </a:prstGeom>
              <a:gradFill flip="none" rotWithShape="1">
                <a:gsLst>
                  <a:gs pos="0">
                    <a:schemeClr val="accent1"/>
                  </a:gs>
                  <a:gs pos="100000">
                    <a:schemeClr val="accent1">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47" name="Oval 46">
                <a:extLst>
                  <a:ext uri="{FF2B5EF4-FFF2-40B4-BE49-F238E27FC236}">
                    <a16:creationId xmlns:a16="http://schemas.microsoft.com/office/drawing/2014/main" id="{8AD8B13F-BD50-2F6B-0B0C-5E1477441278}"/>
                  </a:ext>
                </a:extLst>
              </p:cNvPr>
              <p:cNvSpPr/>
              <p:nvPr/>
            </p:nvSpPr>
            <p:spPr>
              <a:xfrm>
                <a:off x="6494184" y="335623"/>
                <a:ext cx="2050498" cy="2050498"/>
              </a:xfrm>
              <a:prstGeom prst="ellipse">
                <a:avLst/>
              </a:prstGeom>
              <a:solidFill>
                <a:schemeClr val="bg1"/>
              </a:soli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8" name="Graphic 57" descr="Whole pizza with solid fill">
              <a:extLst>
                <a:ext uri="{FF2B5EF4-FFF2-40B4-BE49-F238E27FC236}">
                  <a16:creationId xmlns:a16="http://schemas.microsoft.com/office/drawing/2014/main" id="{26D1C90E-C5CD-FA16-31C7-CE755876DF9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911186" y="1523667"/>
              <a:ext cx="703662" cy="703662"/>
            </a:xfrm>
            <a:prstGeom prst="rect">
              <a:avLst/>
            </a:prstGeom>
          </p:spPr>
        </p:pic>
      </p:grpSp>
      <p:grpSp>
        <p:nvGrpSpPr>
          <p:cNvPr id="86" name="Group 85">
            <a:extLst>
              <a:ext uri="{FF2B5EF4-FFF2-40B4-BE49-F238E27FC236}">
                <a16:creationId xmlns:a16="http://schemas.microsoft.com/office/drawing/2014/main" id="{5EFB51D9-47F7-ABF6-15D1-0A0F09A5ABB1}"/>
              </a:ext>
            </a:extLst>
          </p:cNvPr>
          <p:cNvGrpSpPr/>
          <p:nvPr/>
        </p:nvGrpSpPr>
        <p:grpSpPr>
          <a:xfrm>
            <a:off x="1572541" y="1671635"/>
            <a:ext cx="4878076" cy="4878073"/>
            <a:chOff x="1572541" y="1671635"/>
            <a:chExt cx="4878076" cy="4878073"/>
          </a:xfrm>
        </p:grpSpPr>
        <p:grpSp>
          <p:nvGrpSpPr>
            <p:cNvPr id="31" name="Group 30">
              <a:extLst>
                <a:ext uri="{FF2B5EF4-FFF2-40B4-BE49-F238E27FC236}">
                  <a16:creationId xmlns:a16="http://schemas.microsoft.com/office/drawing/2014/main" id="{20032AE5-5549-547D-4161-43303E61C2F7}"/>
                </a:ext>
              </a:extLst>
            </p:cNvPr>
            <p:cNvGrpSpPr/>
            <p:nvPr/>
          </p:nvGrpSpPr>
          <p:grpSpPr>
            <a:xfrm>
              <a:off x="1572541" y="1671635"/>
              <a:ext cx="4878076" cy="4878073"/>
              <a:chOff x="2558536" y="1849120"/>
              <a:chExt cx="4510410" cy="4510408"/>
            </a:xfrm>
          </p:grpSpPr>
          <p:sp>
            <p:nvSpPr>
              <p:cNvPr id="32" name="Oval 31">
                <a:extLst>
                  <a:ext uri="{FF2B5EF4-FFF2-40B4-BE49-F238E27FC236}">
                    <a16:creationId xmlns:a16="http://schemas.microsoft.com/office/drawing/2014/main" id="{4D635322-6F75-CDC1-C973-43D6BDECB735}"/>
                  </a:ext>
                </a:extLst>
              </p:cNvPr>
              <p:cNvSpPr/>
              <p:nvPr/>
            </p:nvSpPr>
            <p:spPr>
              <a:xfrm>
                <a:off x="2558536" y="1849120"/>
                <a:ext cx="4510410" cy="4510408"/>
              </a:xfrm>
              <a:prstGeom prst="ellipse">
                <a:avLst/>
              </a:prstGeom>
              <a:gradFill flip="none" rotWithShape="1">
                <a:gsLst>
                  <a:gs pos="0">
                    <a:schemeClr val="accent2">
                      <a:lumMod val="20000"/>
                      <a:lumOff val="80000"/>
                    </a:schemeClr>
                  </a:gs>
                  <a:gs pos="100000">
                    <a:schemeClr val="accent2">
                      <a:lumMod val="20000"/>
                      <a:lumOff val="8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33" name="Oval 32">
                <a:extLst>
                  <a:ext uri="{FF2B5EF4-FFF2-40B4-BE49-F238E27FC236}">
                    <a16:creationId xmlns:a16="http://schemas.microsoft.com/office/drawing/2014/main" id="{AFBF8BD8-BF1A-AF20-0C64-5736FD66CDD1}"/>
                  </a:ext>
                </a:extLst>
              </p:cNvPr>
              <p:cNvSpPr/>
              <p:nvPr/>
            </p:nvSpPr>
            <p:spPr>
              <a:xfrm>
                <a:off x="2917009" y="2207593"/>
                <a:ext cx="3793462" cy="3793460"/>
              </a:xfrm>
              <a:prstGeom prst="ellipse">
                <a:avLst/>
              </a:prstGeom>
              <a:gradFill flip="none" rotWithShape="1">
                <a:gsLst>
                  <a:gs pos="0">
                    <a:schemeClr val="accent2">
                      <a:lumMod val="60000"/>
                      <a:lumOff val="40000"/>
                    </a:schemeClr>
                  </a:gs>
                  <a:gs pos="100000">
                    <a:schemeClr val="accent2">
                      <a:lumMod val="60000"/>
                      <a:lumOff val="4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34" name="Oval 33">
                <a:extLst>
                  <a:ext uri="{FF2B5EF4-FFF2-40B4-BE49-F238E27FC236}">
                    <a16:creationId xmlns:a16="http://schemas.microsoft.com/office/drawing/2014/main" id="{33153D23-D99C-8B73-A690-35C9AC4508ED}"/>
                  </a:ext>
                </a:extLst>
              </p:cNvPr>
              <p:cNvSpPr/>
              <p:nvPr/>
            </p:nvSpPr>
            <p:spPr>
              <a:xfrm>
                <a:off x="3282813" y="2573397"/>
                <a:ext cx="3061854" cy="3061852"/>
              </a:xfrm>
              <a:prstGeom prst="ellipse">
                <a:avLst/>
              </a:prstGeom>
              <a:gradFill flip="none" rotWithShape="1">
                <a:gsLst>
                  <a:gs pos="0">
                    <a:schemeClr val="accent2"/>
                  </a:gs>
                  <a:gs pos="100000">
                    <a:schemeClr val="accent2">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35" name="Oval 34">
                <a:extLst>
                  <a:ext uri="{FF2B5EF4-FFF2-40B4-BE49-F238E27FC236}">
                    <a16:creationId xmlns:a16="http://schemas.microsoft.com/office/drawing/2014/main" id="{8C78D431-C177-3895-3BF6-3FCA1BBBCC73}"/>
                  </a:ext>
                </a:extLst>
              </p:cNvPr>
              <p:cNvSpPr/>
              <p:nvPr/>
            </p:nvSpPr>
            <p:spPr>
              <a:xfrm>
                <a:off x="3648615" y="2939199"/>
                <a:ext cx="2330248" cy="2330248"/>
              </a:xfrm>
              <a:prstGeom prst="ellipse">
                <a:avLst/>
              </a:prstGeom>
              <a:solidFill>
                <a:schemeClr val="bg1"/>
              </a:soli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pic>
          <p:nvPicPr>
            <p:cNvPr id="59" name="Graphic 58" descr="Target Audience with solid fill">
              <a:extLst>
                <a:ext uri="{FF2B5EF4-FFF2-40B4-BE49-F238E27FC236}">
                  <a16:creationId xmlns:a16="http://schemas.microsoft.com/office/drawing/2014/main" id="{B84A1151-CF84-E256-1875-7D526E8E46B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3435403" y="3556816"/>
              <a:ext cx="1152348" cy="1152348"/>
            </a:xfrm>
            <a:prstGeom prst="rect">
              <a:avLst/>
            </a:prstGeom>
          </p:spPr>
        </p:pic>
      </p:grpSp>
      <p:grpSp>
        <p:nvGrpSpPr>
          <p:cNvPr id="88" name="Group 87">
            <a:extLst>
              <a:ext uri="{FF2B5EF4-FFF2-40B4-BE49-F238E27FC236}">
                <a16:creationId xmlns:a16="http://schemas.microsoft.com/office/drawing/2014/main" id="{418BB7BC-A928-84DF-BCED-92A1C2FAD45A}"/>
              </a:ext>
            </a:extLst>
          </p:cNvPr>
          <p:cNvGrpSpPr/>
          <p:nvPr/>
        </p:nvGrpSpPr>
        <p:grpSpPr>
          <a:xfrm>
            <a:off x="5087547" y="2750190"/>
            <a:ext cx="3871013" cy="3871011"/>
            <a:chOff x="5087547" y="2750190"/>
            <a:chExt cx="3871013" cy="3871011"/>
          </a:xfrm>
        </p:grpSpPr>
        <p:grpSp>
          <p:nvGrpSpPr>
            <p:cNvPr id="37" name="Group 36">
              <a:extLst>
                <a:ext uri="{FF2B5EF4-FFF2-40B4-BE49-F238E27FC236}">
                  <a16:creationId xmlns:a16="http://schemas.microsoft.com/office/drawing/2014/main" id="{78016358-6575-6226-BFB2-0D43FC3F9F96}"/>
                </a:ext>
              </a:extLst>
            </p:cNvPr>
            <p:cNvGrpSpPr/>
            <p:nvPr/>
          </p:nvGrpSpPr>
          <p:grpSpPr>
            <a:xfrm>
              <a:off x="5087547" y="2750190"/>
              <a:ext cx="3871013" cy="3871011"/>
              <a:chOff x="6995829" y="1763061"/>
              <a:chExt cx="6939934" cy="6939932"/>
            </a:xfrm>
          </p:grpSpPr>
          <p:sp>
            <p:nvSpPr>
              <p:cNvPr id="38" name="Oval 37">
                <a:extLst>
                  <a:ext uri="{FF2B5EF4-FFF2-40B4-BE49-F238E27FC236}">
                    <a16:creationId xmlns:a16="http://schemas.microsoft.com/office/drawing/2014/main" id="{91545501-E067-0310-F305-4506E6748DFB}"/>
                  </a:ext>
                </a:extLst>
              </p:cNvPr>
              <p:cNvSpPr/>
              <p:nvPr/>
            </p:nvSpPr>
            <p:spPr>
              <a:xfrm>
                <a:off x="6995829" y="1763061"/>
                <a:ext cx="6939934" cy="6939932"/>
              </a:xfrm>
              <a:prstGeom prst="ellipse">
                <a:avLst/>
              </a:prstGeom>
              <a:gradFill flip="none" rotWithShape="1">
                <a:gsLst>
                  <a:gs pos="0">
                    <a:schemeClr val="tx2">
                      <a:lumMod val="20000"/>
                      <a:lumOff val="80000"/>
                    </a:schemeClr>
                  </a:gs>
                  <a:gs pos="99000">
                    <a:schemeClr val="tx2">
                      <a:lumMod val="20000"/>
                      <a:lumOff val="8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39" name="Oval 38">
                <a:extLst>
                  <a:ext uri="{FF2B5EF4-FFF2-40B4-BE49-F238E27FC236}">
                    <a16:creationId xmlns:a16="http://schemas.microsoft.com/office/drawing/2014/main" id="{834C783C-5051-3CDF-85B4-0D02FE76B660}"/>
                  </a:ext>
                </a:extLst>
              </p:cNvPr>
              <p:cNvSpPr/>
              <p:nvPr/>
            </p:nvSpPr>
            <p:spPr>
              <a:xfrm>
                <a:off x="7665049" y="2432280"/>
                <a:ext cx="5601495" cy="5601493"/>
              </a:xfrm>
              <a:prstGeom prst="ellipse">
                <a:avLst/>
              </a:prstGeom>
              <a:gradFill flip="none" rotWithShape="1">
                <a:gsLst>
                  <a:gs pos="0">
                    <a:schemeClr val="tx2">
                      <a:lumMod val="60000"/>
                      <a:lumOff val="40000"/>
                    </a:schemeClr>
                  </a:gs>
                  <a:gs pos="99000">
                    <a:schemeClr val="tx2">
                      <a:lumMod val="60000"/>
                      <a:lumOff val="4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40" name="Oval 39">
                <a:extLst>
                  <a:ext uri="{FF2B5EF4-FFF2-40B4-BE49-F238E27FC236}">
                    <a16:creationId xmlns:a16="http://schemas.microsoft.com/office/drawing/2014/main" id="{5DC3B486-BBA5-360F-1DA8-34CBA1CBCE27}"/>
                  </a:ext>
                </a:extLst>
              </p:cNvPr>
              <p:cNvSpPr/>
              <p:nvPr/>
            </p:nvSpPr>
            <p:spPr>
              <a:xfrm>
                <a:off x="8334263" y="3101496"/>
                <a:ext cx="4263065" cy="4263063"/>
              </a:xfrm>
              <a:prstGeom prst="ellipse">
                <a:avLst/>
              </a:prstGeom>
              <a:gradFill flip="none" rotWithShape="1">
                <a:gsLst>
                  <a:gs pos="0">
                    <a:schemeClr val="tx2"/>
                  </a:gs>
                  <a:gs pos="99000">
                    <a:schemeClr val="tx2">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41" name="Oval 40">
                <a:extLst>
                  <a:ext uri="{FF2B5EF4-FFF2-40B4-BE49-F238E27FC236}">
                    <a16:creationId xmlns:a16="http://schemas.microsoft.com/office/drawing/2014/main" id="{E99E5524-2B8D-9857-B785-223CF55B5D13}"/>
                  </a:ext>
                </a:extLst>
              </p:cNvPr>
              <p:cNvSpPr/>
              <p:nvPr/>
            </p:nvSpPr>
            <p:spPr>
              <a:xfrm>
                <a:off x="9180642" y="3947873"/>
                <a:ext cx="2570307" cy="2570306"/>
              </a:xfrm>
              <a:prstGeom prst="ellipse">
                <a:avLst/>
              </a:prstGeom>
              <a:solidFill>
                <a:schemeClr val="bg1"/>
              </a:solidFill>
              <a:ln>
                <a:noFill/>
              </a:ln>
              <a:effectLst>
                <a:outerShdw blurRad="330200" dist="38100" dir="2700000" sx="106000" sy="106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7" name="Graphic 56" descr="Call center with solid fill">
              <a:extLst>
                <a:ext uri="{FF2B5EF4-FFF2-40B4-BE49-F238E27FC236}">
                  <a16:creationId xmlns:a16="http://schemas.microsoft.com/office/drawing/2014/main" id="{6A39B879-C2B5-9CED-6CBA-97FA51BC644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6603167" y="4264665"/>
              <a:ext cx="820595" cy="820595"/>
            </a:xfrm>
            <a:prstGeom prst="rect">
              <a:avLst/>
            </a:prstGeom>
          </p:spPr>
        </p:pic>
      </p:grpSp>
      <p:sp>
        <p:nvSpPr>
          <p:cNvPr id="61" name="TextBox 60">
            <a:extLst>
              <a:ext uri="{FF2B5EF4-FFF2-40B4-BE49-F238E27FC236}">
                <a16:creationId xmlns:a16="http://schemas.microsoft.com/office/drawing/2014/main" id="{89B84D3E-A7B0-598D-700C-9B478AC7D99E}"/>
              </a:ext>
            </a:extLst>
          </p:cNvPr>
          <p:cNvSpPr txBox="1"/>
          <p:nvPr/>
        </p:nvSpPr>
        <p:spPr>
          <a:xfrm>
            <a:off x="379456" y="3316838"/>
            <a:ext cx="2349027" cy="646331"/>
          </a:xfrm>
          <a:prstGeom prst="rect">
            <a:avLst/>
          </a:prstGeom>
          <a:noFill/>
        </p:spPr>
        <p:txBody>
          <a:bodyPr wrap="square">
            <a:spAutoFit/>
          </a:bodyPr>
          <a:lstStyle/>
          <a:p>
            <a:r>
              <a:rPr lang="en-US" sz="1800" b="1">
                <a:solidFill>
                  <a:schemeClr val="tx1"/>
                </a:solidFill>
                <a:latin typeface="Barlow SemiBold" panose="00000700000000000000" pitchFamily="2" charset="0"/>
              </a:rPr>
              <a:t>SELECTING SOLUTIONS</a:t>
            </a:r>
          </a:p>
        </p:txBody>
      </p:sp>
      <p:sp>
        <p:nvSpPr>
          <p:cNvPr id="63" name="TextBox 62">
            <a:extLst>
              <a:ext uri="{FF2B5EF4-FFF2-40B4-BE49-F238E27FC236}">
                <a16:creationId xmlns:a16="http://schemas.microsoft.com/office/drawing/2014/main" id="{7D369A7B-8A03-A04D-1606-1EC4CFA1CD13}"/>
              </a:ext>
            </a:extLst>
          </p:cNvPr>
          <p:cNvSpPr txBox="1"/>
          <p:nvPr/>
        </p:nvSpPr>
        <p:spPr>
          <a:xfrm>
            <a:off x="381384" y="4275280"/>
            <a:ext cx="1897994" cy="1600438"/>
          </a:xfrm>
          <a:prstGeom prst="rect">
            <a:avLst/>
          </a:prstGeom>
          <a:noFill/>
        </p:spPr>
        <p:txBody>
          <a:bodyPr wrap="square">
            <a:spAutoFit/>
          </a:bodyPr>
          <a:lstStyle/>
          <a:p>
            <a:r>
              <a:rPr lang="en-IN" sz="1400">
                <a:latin typeface=""/>
              </a:rPr>
              <a:t>Choose a solution that aligns with customer needs, is technologically feasible, and has strong market potential.</a:t>
            </a:r>
            <a:endParaRPr lang="en-US" sz="1000">
              <a:ln w="0"/>
              <a:latin typeface=""/>
              <a:ea typeface="Open Sans" panose="020B0606030504020204" pitchFamily="34" charset="0"/>
              <a:cs typeface="Open Sans" panose="020B0606030504020204" pitchFamily="34" charset="0"/>
            </a:endParaRPr>
          </a:p>
        </p:txBody>
      </p:sp>
      <p:grpSp>
        <p:nvGrpSpPr>
          <p:cNvPr id="87" name="Group 86">
            <a:extLst>
              <a:ext uri="{FF2B5EF4-FFF2-40B4-BE49-F238E27FC236}">
                <a16:creationId xmlns:a16="http://schemas.microsoft.com/office/drawing/2014/main" id="{1F902C09-E7AE-1097-D3A2-A833A43182CC}"/>
              </a:ext>
            </a:extLst>
          </p:cNvPr>
          <p:cNvGrpSpPr/>
          <p:nvPr/>
        </p:nvGrpSpPr>
        <p:grpSpPr>
          <a:xfrm>
            <a:off x="487397" y="4066315"/>
            <a:ext cx="2657449" cy="0"/>
            <a:chOff x="487397" y="4066315"/>
            <a:chExt cx="2657449" cy="0"/>
          </a:xfrm>
        </p:grpSpPr>
        <p:cxnSp>
          <p:nvCxnSpPr>
            <p:cNvPr id="71" name="Straight Connector 70">
              <a:extLst>
                <a:ext uri="{FF2B5EF4-FFF2-40B4-BE49-F238E27FC236}">
                  <a16:creationId xmlns:a16="http://schemas.microsoft.com/office/drawing/2014/main" id="{4951C546-384F-58D6-07AE-7A5DDC752AF6}"/>
                </a:ext>
              </a:extLst>
            </p:cNvPr>
            <p:cNvCxnSpPr>
              <a:cxnSpLocks/>
            </p:cNvCxnSpPr>
            <p:nvPr/>
          </p:nvCxnSpPr>
          <p:spPr>
            <a:xfrm>
              <a:off x="487397" y="4066315"/>
              <a:ext cx="519062"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E8DFF95C-A95A-DFBC-1724-1D5E0F4AA154}"/>
                </a:ext>
              </a:extLst>
            </p:cNvPr>
            <p:cNvCxnSpPr>
              <a:cxnSpLocks/>
            </p:cNvCxnSpPr>
            <p:nvPr/>
          </p:nvCxnSpPr>
          <p:spPr>
            <a:xfrm>
              <a:off x="991419" y="4066315"/>
              <a:ext cx="2153427"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75" name="TextBox 74">
            <a:extLst>
              <a:ext uri="{FF2B5EF4-FFF2-40B4-BE49-F238E27FC236}">
                <a16:creationId xmlns:a16="http://schemas.microsoft.com/office/drawing/2014/main" id="{107B149B-D131-8EC0-7E79-13BB6CC42B13}"/>
              </a:ext>
            </a:extLst>
          </p:cNvPr>
          <p:cNvSpPr txBox="1"/>
          <p:nvPr/>
        </p:nvSpPr>
        <p:spPr>
          <a:xfrm>
            <a:off x="9111110" y="4777075"/>
            <a:ext cx="2189620" cy="1600438"/>
          </a:xfrm>
          <a:prstGeom prst="rect">
            <a:avLst/>
          </a:prstGeom>
          <a:noFill/>
        </p:spPr>
        <p:txBody>
          <a:bodyPr wrap="square">
            <a:spAutoFit/>
          </a:bodyPr>
          <a:lstStyle/>
          <a:p>
            <a:pPr algn="r"/>
            <a:r>
              <a:rPr lang="en-IN" sz="1400">
                <a:latin typeface=""/>
              </a:rPr>
              <a:t>Validate that the solution effectively addresses the root causes of the identified customer problem and meets their specific needs and expectations.</a:t>
            </a:r>
            <a:endParaRPr lang="en-US" sz="1400">
              <a:ln w="0"/>
              <a:latin typeface=""/>
              <a:ea typeface="Open Sans" panose="020B0606030504020204" pitchFamily="34" charset="0"/>
              <a:cs typeface="Open Sans" panose="020B0606030504020204" pitchFamily="34" charset="0"/>
            </a:endParaRPr>
          </a:p>
        </p:txBody>
      </p:sp>
      <p:grpSp>
        <p:nvGrpSpPr>
          <p:cNvPr id="90" name="Group 89">
            <a:extLst>
              <a:ext uri="{FF2B5EF4-FFF2-40B4-BE49-F238E27FC236}">
                <a16:creationId xmlns:a16="http://schemas.microsoft.com/office/drawing/2014/main" id="{A64AD00A-04A9-BB3D-0772-71266B6A970A}"/>
              </a:ext>
            </a:extLst>
          </p:cNvPr>
          <p:cNvGrpSpPr/>
          <p:nvPr/>
        </p:nvGrpSpPr>
        <p:grpSpPr>
          <a:xfrm>
            <a:off x="7539894" y="4067504"/>
            <a:ext cx="3760621" cy="668259"/>
            <a:chOff x="7304855" y="4459079"/>
            <a:chExt cx="3760621" cy="668259"/>
          </a:xfrm>
        </p:grpSpPr>
        <p:sp>
          <p:nvSpPr>
            <p:cNvPr id="74" name="TextBox 73">
              <a:extLst>
                <a:ext uri="{FF2B5EF4-FFF2-40B4-BE49-F238E27FC236}">
                  <a16:creationId xmlns:a16="http://schemas.microsoft.com/office/drawing/2014/main" id="{A6ACE7E6-2B99-1A90-95EF-95BF311E87C2}"/>
                </a:ext>
              </a:extLst>
            </p:cNvPr>
            <p:cNvSpPr txBox="1"/>
            <p:nvPr/>
          </p:nvSpPr>
          <p:spPr>
            <a:xfrm>
              <a:off x="8530061" y="4459079"/>
              <a:ext cx="2535415" cy="668259"/>
            </a:xfrm>
            <a:prstGeom prst="rect">
              <a:avLst/>
            </a:prstGeom>
            <a:noFill/>
          </p:spPr>
          <p:txBody>
            <a:bodyPr wrap="square">
              <a:spAutoFit/>
            </a:bodyPr>
            <a:lstStyle/>
            <a:p>
              <a:pPr algn="r"/>
              <a:r>
                <a:rPr lang="en-US" sz="1800" b="1">
                  <a:latin typeface="Barlow SemiBold" panose="00000700000000000000" pitchFamily="2" charset="0"/>
                </a:rPr>
                <a:t>PROBLEM- SOLUTION FIT</a:t>
              </a:r>
            </a:p>
          </p:txBody>
        </p:sp>
        <p:grpSp>
          <p:nvGrpSpPr>
            <p:cNvPr id="89" name="Group 88">
              <a:extLst>
                <a:ext uri="{FF2B5EF4-FFF2-40B4-BE49-F238E27FC236}">
                  <a16:creationId xmlns:a16="http://schemas.microsoft.com/office/drawing/2014/main" id="{9F78AE0F-0CBE-ED54-7EE3-EF1538BDB2FF}"/>
                </a:ext>
              </a:extLst>
            </p:cNvPr>
            <p:cNvGrpSpPr/>
            <p:nvPr/>
          </p:nvGrpSpPr>
          <p:grpSpPr>
            <a:xfrm>
              <a:off x="7304855" y="5114269"/>
              <a:ext cx="3667860" cy="0"/>
              <a:chOff x="7304855" y="5114269"/>
              <a:chExt cx="3667860" cy="0"/>
            </a:xfrm>
          </p:grpSpPr>
          <p:cxnSp>
            <p:nvCxnSpPr>
              <p:cNvPr id="76" name="Straight Connector 75">
                <a:extLst>
                  <a:ext uri="{FF2B5EF4-FFF2-40B4-BE49-F238E27FC236}">
                    <a16:creationId xmlns:a16="http://schemas.microsoft.com/office/drawing/2014/main" id="{E7019A14-FD36-5D03-7AD7-35F87E6EB844}"/>
                  </a:ext>
                </a:extLst>
              </p:cNvPr>
              <p:cNvCxnSpPr>
                <a:cxnSpLocks/>
              </p:cNvCxnSpPr>
              <p:nvPr/>
            </p:nvCxnSpPr>
            <p:spPr>
              <a:xfrm>
                <a:off x="10453653" y="5114269"/>
                <a:ext cx="519062"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F6C57814-F5E6-FC32-F2D3-55D030226B98}"/>
                  </a:ext>
                </a:extLst>
              </p:cNvPr>
              <p:cNvCxnSpPr>
                <a:cxnSpLocks/>
              </p:cNvCxnSpPr>
              <p:nvPr/>
            </p:nvCxnSpPr>
            <p:spPr>
              <a:xfrm>
                <a:off x="7304855" y="5114269"/>
                <a:ext cx="3662345"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sp>
        <p:nvSpPr>
          <p:cNvPr id="82" name="TextBox 81">
            <a:extLst>
              <a:ext uri="{FF2B5EF4-FFF2-40B4-BE49-F238E27FC236}">
                <a16:creationId xmlns:a16="http://schemas.microsoft.com/office/drawing/2014/main" id="{406A1146-B36D-CACC-4927-50B7FC36D77E}"/>
              </a:ext>
            </a:extLst>
          </p:cNvPr>
          <p:cNvSpPr txBox="1"/>
          <p:nvPr/>
        </p:nvSpPr>
        <p:spPr>
          <a:xfrm>
            <a:off x="9468886" y="2344180"/>
            <a:ext cx="2301145" cy="1384995"/>
          </a:xfrm>
          <a:prstGeom prst="rect">
            <a:avLst/>
          </a:prstGeom>
          <a:noFill/>
        </p:spPr>
        <p:txBody>
          <a:bodyPr wrap="square">
            <a:spAutoFit/>
          </a:bodyPr>
          <a:lstStyle/>
          <a:p>
            <a:pPr algn="r"/>
            <a:r>
              <a:rPr lang="en-IN" sz="1400">
                <a:latin typeface="Open Sans" panose="020B0606030504020204" pitchFamily="34" charset="0"/>
                <a:ea typeface="Open Sans" panose="020B0606030504020204" pitchFamily="34" charset="0"/>
                <a:cs typeface="Open Sans" panose="020B0606030504020204" pitchFamily="34" charset="0"/>
              </a:rPr>
              <a:t>Design solutions that effectively address customer benefits, showcase uniqueness and align with market needs.</a:t>
            </a:r>
          </a:p>
        </p:txBody>
      </p:sp>
      <p:grpSp>
        <p:nvGrpSpPr>
          <p:cNvPr id="93" name="Group 92">
            <a:extLst>
              <a:ext uri="{FF2B5EF4-FFF2-40B4-BE49-F238E27FC236}">
                <a16:creationId xmlns:a16="http://schemas.microsoft.com/office/drawing/2014/main" id="{7C6FAF14-7161-0859-F39A-85914148722F}"/>
              </a:ext>
            </a:extLst>
          </p:cNvPr>
          <p:cNvGrpSpPr/>
          <p:nvPr/>
        </p:nvGrpSpPr>
        <p:grpSpPr>
          <a:xfrm>
            <a:off x="8501591" y="1524726"/>
            <a:ext cx="3325335" cy="749477"/>
            <a:chOff x="8501591" y="1524726"/>
            <a:chExt cx="3325335" cy="749477"/>
          </a:xfrm>
        </p:grpSpPr>
        <p:sp>
          <p:nvSpPr>
            <p:cNvPr id="81" name="TextBox 80">
              <a:extLst>
                <a:ext uri="{FF2B5EF4-FFF2-40B4-BE49-F238E27FC236}">
                  <a16:creationId xmlns:a16="http://schemas.microsoft.com/office/drawing/2014/main" id="{FDBCBCA4-F3F4-87EA-AE36-B06C59E52801}"/>
                </a:ext>
              </a:extLst>
            </p:cNvPr>
            <p:cNvSpPr txBox="1"/>
            <p:nvPr/>
          </p:nvSpPr>
          <p:spPr>
            <a:xfrm>
              <a:off x="9477899" y="1524726"/>
              <a:ext cx="2349027" cy="646331"/>
            </a:xfrm>
            <a:prstGeom prst="rect">
              <a:avLst/>
            </a:prstGeom>
            <a:noFill/>
          </p:spPr>
          <p:txBody>
            <a:bodyPr wrap="square">
              <a:spAutoFit/>
            </a:bodyPr>
            <a:lstStyle/>
            <a:p>
              <a:pPr algn="r"/>
              <a:r>
                <a:rPr lang="en-US" sz="1800" b="1">
                  <a:latin typeface="Barlow SemiBold" panose="00000700000000000000" pitchFamily="2" charset="0"/>
                </a:rPr>
                <a:t>DESIGNING A ROBUST SOLUTION</a:t>
              </a:r>
            </a:p>
          </p:txBody>
        </p:sp>
        <p:grpSp>
          <p:nvGrpSpPr>
            <p:cNvPr id="92" name="Group 91">
              <a:extLst>
                <a:ext uri="{FF2B5EF4-FFF2-40B4-BE49-F238E27FC236}">
                  <a16:creationId xmlns:a16="http://schemas.microsoft.com/office/drawing/2014/main" id="{5F51949E-025A-BA15-F60C-DCEA53F4EEF1}"/>
                </a:ext>
              </a:extLst>
            </p:cNvPr>
            <p:cNvGrpSpPr/>
            <p:nvPr/>
          </p:nvGrpSpPr>
          <p:grpSpPr>
            <a:xfrm>
              <a:off x="8501591" y="2274203"/>
              <a:ext cx="3217925" cy="0"/>
              <a:chOff x="8501591" y="2274203"/>
              <a:chExt cx="3217925" cy="0"/>
            </a:xfrm>
          </p:grpSpPr>
          <p:cxnSp>
            <p:nvCxnSpPr>
              <p:cNvPr id="83" name="Straight Connector 82">
                <a:extLst>
                  <a:ext uri="{FF2B5EF4-FFF2-40B4-BE49-F238E27FC236}">
                    <a16:creationId xmlns:a16="http://schemas.microsoft.com/office/drawing/2014/main" id="{62B59114-AC7B-8515-46AD-41C88105B08E}"/>
                  </a:ext>
                </a:extLst>
              </p:cNvPr>
              <p:cNvCxnSpPr>
                <a:cxnSpLocks/>
              </p:cNvCxnSpPr>
              <p:nvPr/>
            </p:nvCxnSpPr>
            <p:spPr>
              <a:xfrm>
                <a:off x="11200454" y="2274203"/>
                <a:ext cx="519062"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D483976-532C-A91F-2D20-82B769A02EDA}"/>
                  </a:ext>
                </a:extLst>
              </p:cNvPr>
              <p:cNvCxnSpPr>
                <a:cxnSpLocks/>
              </p:cNvCxnSpPr>
              <p:nvPr/>
            </p:nvCxnSpPr>
            <p:spPr>
              <a:xfrm>
                <a:off x="8501591" y="2274203"/>
                <a:ext cx="321241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sp>
        <p:nvSpPr>
          <p:cNvPr id="2" name="Title 1">
            <a:extLst>
              <a:ext uri="{FF2B5EF4-FFF2-40B4-BE49-F238E27FC236}">
                <a16:creationId xmlns:a16="http://schemas.microsoft.com/office/drawing/2014/main" id="{474C3007-8CE2-D309-08CA-9653EA973BC3}"/>
              </a:ext>
            </a:extLst>
          </p:cNvPr>
          <p:cNvSpPr txBox="1">
            <a:spLocks/>
          </p:cNvSpPr>
          <p:nvPr/>
        </p:nvSpPr>
        <p:spPr>
          <a:xfrm>
            <a:off x="354000" y="342364"/>
            <a:ext cx="11484000" cy="492443"/>
          </a:xfrm>
          <a:prstGeom prst="rect">
            <a:avLst/>
          </a:prstGeom>
        </p:spPr>
        <p:txBody>
          <a:bodyPr vert="horz" lIns="0" tIns="0" rIns="0" bIns="0" rtlCol="0" anchor="t" anchorCtr="0">
            <a:spAutoFit/>
          </a:bodyPr>
          <a:lstStyle>
            <a:lvl1pPr algn="l" defTabSz="914400" rtl="0" eaLnBrk="1" latinLnBrk="0" hangingPunct="1">
              <a:lnSpc>
                <a:spcPct val="100000"/>
              </a:lnSpc>
              <a:spcBef>
                <a:spcPct val="0"/>
              </a:spcBef>
              <a:buNone/>
              <a:defRPr lang="en-US" sz="3200" b="1" kern="1200" dirty="0">
                <a:solidFill>
                  <a:schemeClr val="tx2"/>
                </a:solidFill>
                <a:latin typeface="Barlow Medium" panose="00000600000000000000" pitchFamily="2" charset="0"/>
                <a:ea typeface="+mj-ea"/>
                <a:cs typeface="+mj-cs"/>
              </a:defRPr>
            </a:lvl1pPr>
          </a:lstStyle>
          <a:p>
            <a:r>
              <a:rPr lang="en-US" sz="3200">
                <a:latin typeface="Barlow"/>
              </a:rPr>
              <a:t>Core Concepts in </a:t>
            </a:r>
            <a:r>
              <a:rPr lang="en-US">
                <a:latin typeface="Barlow"/>
              </a:rPr>
              <a:t>this Lesson</a:t>
            </a:r>
            <a:endParaRPr lang="en-IN">
              <a:latin typeface="Barlow" panose="00000500000000000000" pitchFamily="2" charset="0"/>
            </a:endParaRPr>
          </a:p>
        </p:txBody>
      </p:sp>
    </p:spTree>
    <p:extLst>
      <p:ext uri="{BB962C8B-B14F-4D97-AF65-F5344CB8AC3E}">
        <p14:creationId xmlns:p14="http://schemas.microsoft.com/office/powerpoint/2010/main" val="3928626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86"/>
                                        </p:tgtEl>
                                        <p:attrNameLst>
                                          <p:attrName>style.visibility</p:attrName>
                                        </p:attrNameLst>
                                      </p:cBhvr>
                                      <p:to>
                                        <p:strVal val="visible"/>
                                      </p:to>
                                    </p:set>
                                    <p:anim calcmode="lin" valueType="num">
                                      <p:cBhvr>
                                        <p:cTn id="7" dur="500" fill="hold"/>
                                        <p:tgtEl>
                                          <p:spTgt spid="86"/>
                                        </p:tgtEl>
                                        <p:attrNameLst>
                                          <p:attrName>ppt_w</p:attrName>
                                        </p:attrNameLst>
                                      </p:cBhvr>
                                      <p:tavLst>
                                        <p:tav tm="0">
                                          <p:val>
                                            <p:fltVal val="0"/>
                                          </p:val>
                                        </p:tav>
                                        <p:tav tm="100000">
                                          <p:val>
                                            <p:strVal val="#ppt_w"/>
                                          </p:val>
                                        </p:tav>
                                      </p:tavLst>
                                    </p:anim>
                                    <p:anim calcmode="lin" valueType="num">
                                      <p:cBhvr>
                                        <p:cTn id="8" dur="500" fill="hold"/>
                                        <p:tgtEl>
                                          <p:spTgt spid="86"/>
                                        </p:tgtEl>
                                        <p:attrNameLst>
                                          <p:attrName>ppt_h</p:attrName>
                                        </p:attrNameLst>
                                      </p:cBhvr>
                                      <p:tavLst>
                                        <p:tav tm="0">
                                          <p:val>
                                            <p:fltVal val="0"/>
                                          </p:val>
                                        </p:tav>
                                        <p:tav tm="100000">
                                          <p:val>
                                            <p:strVal val="#ppt_h"/>
                                          </p:val>
                                        </p:tav>
                                      </p:tavLst>
                                    </p:anim>
                                    <p:animEffect transition="in" filter="fade">
                                      <p:cBhvr>
                                        <p:cTn id="9" dur="500"/>
                                        <p:tgtEl>
                                          <p:spTgt spid="86"/>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61"/>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8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6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88"/>
                                        </p:tgtEl>
                                        <p:attrNameLst>
                                          <p:attrName>style.visibility</p:attrName>
                                        </p:attrNameLst>
                                      </p:cBhvr>
                                      <p:to>
                                        <p:strVal val="visible"/>
                                      </p:to>
                                    </p:set>
                                    <p:anim calcmode="lin" valueType="num">
                                      <p:cBhvr>
                                        <p:cTn id="24" dur="500" fill="hold"/>
                                        <p:tgtEl>
                                          <p:spTgt spid="88"/>
                                        </p:tgtEl>
                                        <p:attrNameLst>
                                          <p:attrName>ppt_w</p:attrName>
                                        </p:attrNameLst>
                                      </p:cBhvr>
                                      <p:tavLst>
                                        <p:tav tm="0">
                                          <p:val>
                                            <p:fltVal val="0"/>
                                          </p:val>
                                        </p:tav>
                                        <p:tav tm="100000">
                                          <p:val>
                                            <p:strVal val="#ppt_w"/>
                                          </p:val>
                                        </p:tav>
                                      </p:tavLst>
                                    </p:anim>
                                    <p:anim calcmode="lin" valueType="num">
                                      <p:cBhvr>
                                        <p:cTn id="25" dur="500" fill="hold"/>
                                        <p:tgtEl>
                                          <p:spTgt spid="88"/>
                                        </p:tgtEl>
                                        <p:attrNameLst>
                                          <p:attrName>ppt_h</p:attrName>
                                        </p:attrNameLst>
                                      </p:cBhvr>
                                      <p:tavLst>
                                        <p:tav tm="0">
                                          <p:val>
                                            <p:fltVal val="0"/>
                                          </p:val>
                                        </p:tav>
                                        <p:tav tm="100000">
                                          <p:val>
                                            <p:strVal val="#ppt_h"/>
                                          </p:val>
                                        </p:tav>
                                      </p:tavLst>
                                    </p:anim>
                                    <p:animEffect transition="in" filter="fade">
                                      <p:cBhvr>
                                        <p:cTn id="26" dur="500"/>
                                        <p:tgtEl>
                                          <p:spTgt spid="88"/>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nodeType="clickEffect">
                                  <p:stCondLst>
                                    <p:cond delay="0"/>
                                  </p:stCondLst>
                                  <p:childTnLst>
                                    <p:set>
                                      <p:cBhvr>
                                        <p:cTn id="38" dur="1" fill="hold">
                                          <p:stCondLst>
                                            <p:cond delay="0"/>
                                          </p:stCondLst>
                                        </p:cTn>
                                        <p:tgtEl>
                                          <p:spTgt spid="91"/>
                                        </p:tgtEl>
                                        <p:attrNameLst>
                                          <p:attrName>style.visibility</p:attrName>
                                        </p:attrNameLst>
                                      </p:cBhvr>
                                      <p:to>
                                        <p:strVal val="visible"/>
                                      </p:to>
                                    </p:set>
                                    <p:anim calcmode="lin" valueType="num">
                                      <p:cBhvr>
                                        <p:cTn id="39" dur="500" fill="hold"/>
                                        <p:tgtEl>
                                          <p:spTgt spid="91"/>
                                        </p:tgtEl>
                                        <p:attrNameLst>
                                          <p:attrName>ppt_w</p:attrName>
                                        </p:attrNameLst>
                                      </p:cBhvr>
                                      <p:tavLst>
                                        <p:tav tm="0">
                                          <p:val>
                                            <p:fltVal val="0"/>
                                          </p:val>
                                        </p:tav>
                                        <p:tav tm="100000">
                                          <p:val>
                                            <p:strVal val="#ppt_w"/>
                                          </p:val>
                                        </p:tav>
                                      </p:tavLst>
                                    </p:anim>
                                    <p:anim calcmode="lin" valueType="num">
                                      <p:cBhvr>
                                        <p:cTn id="40" dur="500" fill="hold"/>
                                        <p:tgtEl>
                                          <p:spTgt spid="91"/>
                                        </p:tgtEl>
                                        <p:attrNameLst>
                                          <p:attrName>ppt_h</p:attrName>
                                        </p:attrNameLst>
                                      </p:cBhvr>
                                      <p:tavLst>
                                        <p:tav tm="0">
                                          <p:val>
                                            <p:fltVal val="0"/>
                                          </p:val>
                                        </p:tav>
                                        <p:tav tm="100000">
                                          <p:val>
                                            <p:strVal val="#ppt_h"/>
                                          </p:val>
                                        </p:tav>
                                      </p:tavLst>
                                    </p:anim>
                                    <p:animEffect transition="in" filter="fade">
                                      <p:cBhvr>
                                        <p:cTn id="41" dur="500"/>
                                        <p:tgtEl>
                                          <p:spTgt spid="91"/>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93"/>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63" grpId="0"/>
      <p:bldP spid="75" grpId="0"/>
      <p:bldP spid="8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F1511-DA4A-49CE-1232-3F5EBA96382E}"/>
              </a:ext>
            </a:extLst>
          </p:cNvPr>
          <p:cNvSpPr>
            <a:spLocks noGrp="1"/>
          </p:cNvSpPr>
          <p:nvPr>
            <p:ph type="ctrTitle"/>
          </p:nvPr>
        </p:nvSpPr>
        <p:spPr>
          <a:xfrm>
            <a:off x="1524000" y="2744676"/>
            <a:ext cx="9144000" cy="975107"/>
          </a:xfrm>
        </p:spPr>
        <p:txBody>
          <a:bodyPr/>
          <a:lstStyle/>
          <a:p>
            <a:r>
              <a:rPr lang="en-IN" sz="6000"/>
              <a:t>BRAINSTORMING</a:t>
            </a:r>
            <a:endParaRPr lang="en-IN"/>
          </a:p>
        </p:txBody>
      </p:sp>
    </p:spTree>
    <p:extLst>
      <p:ext uri="{BB962C8B-B14F-4D97-AF65-F5344CB8AC3E}">
        <p14:creationId xmlns:p14="http://schemas.microsoft.com/office/powerpoint/2010/main" val="3622956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A3C33470-24F0-4706-066D-A4BD8360181E}"/>
              </a:ext>
            </a:extLst>
          </p:cNvPr>
          <p:cNvGrpSpPr/>
          <p:nvPr/>
        </p:nvGrpSpPr>
        <p:grpSpPr>
          <a:xfrm>
            <a:off x="430526" y="950705"/>
            <a:ext cx="5434311" cy="5434309"/>
            <a:chOff x="2558536" y="1849120"/>
            <a:chExt cx="4510410" cy="4510408"/>
          </a:xfrm>
        </p:grpSpPr>
        <p:sp>
          <p:nvSpPr>
            <p:cNvPr id="2" name="Oval 1">
              <a:extLst>
                <a:ext uri="{FF2B5EF4-FFF2-40B4-BE49-F238E27FC236}">
                  <a16:creationId xmlns:a16="http://schemas.microsoft.com/office/drawing/2014/main" id="{FB584BD0-70C2-9F61-D501-B71B4F62E4F6}"/>
                </a:ext>
              </a:extLst>
            </p:cNvPr>
            <p:cNvSpPr/>
            <p:nvPr/>
          </p:nvSpPr>
          <p:spPr>
            <a:xfrm>
              <a:off x="2558536" y="1849120"/>
              <a:ext cx="4510410" cy="4510408"/>
            </a:xfrm>
            <a:prstGeom prst="ellipse">
              <a:avLst/>
            </a:prstGeom>
            <a:gradFill flip="none" rotWithShape="1">
              <a:gsLst>
                <a:gs pos="0">
                  <a:schemeClr val="accent2">
                    <a:lumMod val="20000"/>
                    <a:lumOff val="80000"/>
                  </a:schemeClr>
                </a:gs>
                <a:gs pos="100000">
                  <a:schemeClr val="accent2">
                    <a:lumMod val="20000"/>
                    <a:lumOff val="8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sp>
          <p:nvSpPr>
            <p:cNvPr id="3" name="Oval 2">
              <a:extLst>
                <a:ext uri="{FF2B5EF4-FFF2-40B4-BE49-F238E27FC236}">
                  <a16:creationId xmlns:a16="http://schemas.microsoft.com/office/drawing/2014/main" id="{D1A3AC2F-D127-D33F-8CC5-10BD13476214}"/>
                </a:ext>
              </a:extLst>
            </p:cNvPr>
            <p:cNvSpPr/>
            <p:nvPr/>
          </p:nvSpPr>
          <p:spPr>
            <a:xfrm>
              <a:off x="2917009" y="2207593"/>
              <a:ext cx="3793462" cy="3793460"/>
            </a:xfrm>
            <a:prstGeom prst="ellipse">
              <a:avLst/>
            </a:prstGeom>
            <a:gradFill flip="none" rotWithShape="1">
              <a:gsLst>
                <a:gs pos="0">
                  <a:schemeClr val="accent2">
                    <a:lumMod val="60000"/>
                    <a:lumOff val="40000"/>
                  </a:schemeClr>
                </a:gs>
                <a:gs pos="100000">
                  <a:schemeClr val="accent2">
                    <a:lumMod val="60000"/>
                    <a:lumOff val="40000"/>
                    <a:alpha val="0"/>
                  </a:schemeClr>
                </a:gs>
              </a:gsLst>
              <a:path path="circle">
                <a:fillToRect l="100000" t="100000"/>
              </a:path>
              <a:tileRect r="-100000" b="-100000"/>
            </a:gradFill>
            <a:ln>
              <a:noFill/>
            </a:ln>
            <a:effectLst>
              <a:glow>
                <a:schemeClr val="accent1">
                  <a:alpha val="1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charset="0"/>
                <a:ea typeface="Arial" charset="0"/>
                <a:cs typeface="Arial" charset="0"/>
              </a:endParaRPr>
            </a:p>
          </p:txBody>
        </p:sp>
      </p:grpSp>
      <p:sp>
        <p:nvSpPr>
          <p:cNvPr id="9" name="Title 1">
            <a:extLst>
              <a:ext uri="{FF2B5EF4-FFF2-40B4-BE49-F238E27FC236}">
                <a16:creationId xmlns:a16="http://schemas.microsoft.com/office/drawing/2014/main" id="{0EF6DB21-29FF-3391-54D6-72F6920FAE04}"/>
              </a:ext>
            </a:extLst>
          </p:cNvPr>
          <p:cNvSpPr txBox="1">
            <a:spLocks/>
          </p:cNvSpPr>
          <p:nvPr/>
        </p:nvSpPr>
        <p:spPr>
          <a:xfrm>
            <a:off x="6292852" y="724981"/>
            <a:ext cx="5434311" cy="492443"/>
          </a:xfrm>
          <a:prstGeom prst="rect">
            <a:avLst/>
          </a:prstGeom>
        </p:spPr>
        <p:txBody>
          <a:bodyPr vert="horz" wrap="square" lIns="0" tIns="0" rIns="0" bIns="0" rtlCol="0" anchor="t" anchorCtr="0">
            <a:spAutoFit/>
          </a:bodyPr>
          <a:lstStyle>
            <a:lvl1pPr algn="l" defTabSz="914400" rtl="0" eaLnBrk="1" latinLnBrk="0" hangingPunct="1">
              <a:lnSpc>
                <a:spcPct val="100000"/>
              </a:lnSpc>
              <a:spcBef>
                <a:spcPct val="0"/>
              </a:spcBef>
              <a:buNone/>
              <a:defRPr lang="en-US" sz="3200" b="1" kern="1200" dirty="0">
                <a:solidFill>
                  <a:schemeClr val="tx2"/>
                </a:solidFill>
                <a:latin typeface="Barlow Medium" panose="00000600000000000000" pitchFamily="2" charset="0"/>
                <a:ea typeface="+mj-ea"/>
                <a:cs typeface="+mj-cs"/>
              </a:defRPr>
            </a:lvl1pPr>
          </a:lstStyle>
          <a:p>
            <a:pPr algn="r"/>
            <a:r>
              <a:rPr lang="en-US" sz="3200" b="1">
                <a:solidFill>
                  <a:schemeClr val="bg1"/>
                </a:solidFill>
                <a:latin typeface="Barlow" pitchFamily="2" charset="77"/>
              </a:rPr>
              <a:t>Brainstorming</a:t>
            </a:r>
            <a:endParaRPr lang="en-US" sz="1800" b="1">
              <a:solidFill>
                <a:schemeClr val="bg1"/>
              </a:solidFill>
              <a:latin typeface="Barlow" pitchFamily="2" charset="77"/>
            </a:endParaRPr>
          </a:p>
        </p:txBody>
      </p:sp>
      <p:sp>
        <p:nvSpPr>
          <p:cNvPr id="10" name="Rectangle 9">
            <a:extLst>
              <a:ext uri="{FF2B5EF4-FFF2-40B4-BE49-F238E27FC236}">
                <a16:creationId xmlns:a16="http://schemas.microsoft.com/office/drawing/2014/main" id="{EA9C4FC2-E89F-C3DC-3656-1AFA0B4B1465}"/>
              </a:ext>
            </a:extLst>
          </p:cNvPr>
          <p:cNvSpPr/>
          <p:nvPr/>
        </p:nvSpPr>
        <p:spPr>
          <a:xfrm>
            <a:off x="6327164" y="1397285"/>
            <a:ext cx="5400000" cy="72000"/>
          </a:xfrm>
          <a:prstGeom prst="rect">
            <a:avLst/>
          </a:prstGeom>
          <a:gradFill flip="none" rotWithShape="1">
            <a:gsLst>
              <a:gs pos="0">
                <a:schemeClr val="accent1"/>
              </a:gs>
              <a:gs pos="100000">
                <a:srgbClr val="FFFF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ubtitle 2">
            <a:extLst>
              <a:ext uri="{FF2B5EF4-FFF2-40B4-BE49-F238E27FC236}">
                <a16:creationId xmlns:a16="http://schemas.microsoft.com/office/drawing/2014/main" id="{6D1735D7-C3BB-395D-45F4-AC58E71622C3}"/>
              </a:ext>
            </a:extLst>
          </p:cNvPr>
          <p:cNvSpPr txBox="1">
            <a:spLocks/>
          </p:cNvSpPr>
          <p:nvPr/>
        </p:nvSpPr>
        <p:spPr>
          <a:xfrm>
            <a:off x="6650233" y="2114397"/>
            <a:ext cx="5039669" cy="2985433"/>
          </a:xfrm>
          <a:prstGeom prst="rect">
            <a:avLst/>
          </a:prstGeom>
        </p:spPr>
        <p:txBody>
          <a:bodyPr wrap="square" lIns="91440" tIns="45720" rIns="91440" bIns="45720" anchor="t">
            <a:spAutoFit/>
          </a:bodyPr>
          <a:lstStyle>
            <a:lvl1pPr marL="0" indent="0" algn="l" defTabSz="914400" rtl="0" eaLnBrk="1" latinLnBrk="0" hangingPunct="1">
              <a:lnSpc>
                <a:spcPct val="100000"/>
              </a:lnSpc>
              <a:spcBef>
                <a:spcPts val="0"/>
              </a:spcBef>
              <a:buFont typeface="Arial" panose="020B0604020202020204" pitchFamily="34" charset="0"/>
              <a:buNone/>
              <a:defRPr sz="1800" kern="1200">
                <a:solidFill>
                  <a:schemeClr val="tx1">
                    <a:lumMod val="75000"/>
                  </a:schemeClr>
                </a:solidFill>
                <a:latin typeface="Open Sans" pitchFamily="2" charset="0"/>
                <a:ea typeface="Open Sans" pitchFamily="2" charset="0"/>
                <a:cs typeface="Open Sans" pitchFamily="2"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Open Sans" pitchFamily="2" charset="0"/>
                <a:ea typeface="Open Sans" pitchFamily="2" charset="0"/>
                <a:cs typeface="Open Sans" pitchFamily="2"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Open Sans" pitchFamily="2" charset="0"/>
                <a:ea typeface="Open Sans" pitchFamily="2" charset="0"/>
                <a:cs typeface="Open Sans" pitchFamily="2"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itchFamily="2" charset="0"/>
                <a:ea typeface="Open Sans" pitchFamily="2" charset="0"/>
                <a:cs typeface="Open Sans" pitchFamily="2"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itchFamily="2" charset="0"/>
                <a:ea typeface="Open Sans" pitchFamily="2" charset="0"/>
                <a:cs typeface="Open Sans" pitchFamily="2"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4000">
                <a:solidFill>
                  <a:schemeClr val="bg1"/>
                </a:solidFill>
                <a:latin typeface="Open Sans"/>
                <a:ea typeface="Open Sans"/>
                <a:cs typeface="Open Sans"/>
              </a:rPr>
              <a:t>“Flurry or outburst of creative ideas from multiple brains."</a:t>
            </a:r>
            <a:endParaRPr lang="en-IN" sz="400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lgn="r"/>
            <a:endParaRPr lang="en-US" sz="2800">
              <a:solidFill>
                <a:srgbClr val="FFFFFF"/>
              </a:solidFill>
            </a:endParaRPr>
          </a:p>
        </p:txBody>
      </p:sp>
      <p:sp>
        <p:nvSpPr>
          <p:cNvPr id="5" name="TextBox 4">
            <a:extLst>
              <a:ext uri="{FF2B5EF4-FFF2-40B4-BE49-F238E27FC236}">
                <a16:creationId xmlns:a16="http://schemas.microsoft.com/office/drawing/2014/main" id="{A8029A86-8B9D-8B34-3906-7F0F52384AB9}"/>
              </a:ext>
            </a:extLst>
          </p:cNvPr>
          <p:cNvSpPr txBox="1"/>
          <p:nvPr/>
        </p:nvSpPr>
        <p:spPr>
          <a:xfrm>
            <a:off x="1767928" y="5687674"/>
            <a:ext cx="6096000" cy="276999"/>
          </a:xfrm>
          <a:prstGeom prst="rect">
            <a:avLst/>
          </a:prstGeom>
          <a:noFill/>
        </p:spPr>
        <p:txBody>
          <a:bodyPr wrap="square">
            <a:spAutoFit/>
          </a:bodyPr>
          <a:lstStyle/>
          <a:p>
            <a:r>
              <a:rPr lang="en-US" sz="1200">
                <a:solidFill>
                  <a:srgbClr val="202021"/>
                </a:solidFill>
                <a:latin typeface="Barlow" pitchFamily="2" charset="77"/>
              </a:rPr>
              <a:t>Origin: Alex Osborn</a:t>
            </a:r>
            <a:endParaRPr lang="en-IN" sz="1200">
              <a:solidFill>
                <a:srgbClr val="202021"/>
              </a:solidFill>
              <a:latin typeface="Barlow" pitchFamily="2" charset="77"/>
            </a:endParaRPr>
          </a:p>
        </p:txBody>
      </p:sp>
      <p:pic>
        <p:nvPicPr>
          <p:cNvPr id="7" name="Picture 6" descr="A pink brain with yellow lightning bolt and stars&#10;&#10;Description automatically generated">
            <a:extLst>
              <a:ext uri="{FF2B5EF4-FFF2-40B4-BE49-F238E27FC236}">
                <a16:creationId xmlns:a16="http://schemas.microsoft.com/office/drawing/2014/main" id="{326B9997-E0A8-9C3E-D058-70012CA1ED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3103" y="2429320"/>
            <a:ext cx="3509663" cy="3509663"/>
          </a:xfrm>
          <a:prstGeom prst="rect">
            <a:avLst/>
          </a:prstGeom>
        </p:spPr>
      </p:pic>
      <p:pic>
        <p:nvPicPr>
          <p:cNvPr id="12" name="Picture 11" descr="A pink brain with yellow lightning bolt and stars&#10;&#10;Description automatically generated">
            <a:extLst>
              <a:ext uri="{FF2B5EF4-FFF2-40B4-BE49-F238E27FC236}">
                <a16:creationId xmlns:a16="http://schemas.microsoft.com/office/drawing/2014/main" id="{94EF38D7-F2A4-6D8B-8B49-19CD569E7689}"/>
              </a:ext>
            </a:extLst>
          </p:cNvPr>
          <p:cNvPicPr>
            <a:picLocks noChangeAspect="1"/>
          </p:cNvPicPr>
          <p:nvPr/>
        </p:nvPicPr>
        <p:blipFill>
          <a:blip r:embed="rId3" cstate="print">
            <a:duotone>
              <a:prstClr val="black"/>
              <a:schemeClr val="accent3">
                <a:tint val="45000"/>
                <a:satMod val="400000"/>
              </a:schemeClr>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598089" y="2573210"/>
            <a:ext cx="1357069" cy="1357069"/>
          </a:xfrm>
          <a:prstGeom prst="rect">
            <a:avLst/>
          </a:prstGeom>
        </p:spPr>
      </p:pic>
      <p:pic>
        <p:nvPicPr>
          <p:cNvPr id="13" name="Picture 12" descr="A pink brain with yellow lightning bolt and stars&#10;&#10;Description automatically generated">
            <a:extLst>
              <a:ext uri="{FF2B5EF4-FFF2-40B4-BE49-F238E27FC236}">
                <a16:creationId xmlns:a16="http://schemas.microsoft.com/office/drawing/2014/main" id="{2784ECC0-3228-6AA1-4B17-667E76E76317}"/>
              </a:ext>
            </a:extLst>
          </p:cNvPr>
          <p:cNvPicPr>
            <a:picLocks noChangeAspect="1"/>
          </p:cNvPicPr>
          <p:nvPr/>
        </p:nvPicPr>
        <p:blipFill>
          <a:blip r:embed="rId5">
            <a:extLst>
              <a:ext uri="{BEBA8EAE-BF5A-486C-A8C5-ECC9F3942E4B}">
                <a14:imgProps xmlns:a14="http://schemas.microsoft.com/office/drawing/2010/main">
                  <a14:imgLayer r:embed="rId4">
                    <a14:imgEffect>
                      <a14:artisticPencilSketch/>
                    </a14:imgEffect>
                    <a14:imgEffect>
                      <a14:saturation sat="0"/>
                    </a14:imgEffect>
                  </a14:imgLayer>
                </a14:imgProps>
              </a:ext>
              <a:ext uri="{28A0092B-C50C-407E-A947-70E740481C1C}">
                <a14:useLocalDpi xmlns:a14="http://schemas.microsoft.com/office/drawing/2010/main" val="0"/>
              </a:ext>
            </a:extLst>
          </a:blip>
          <a:stretch>
            <a:fillRect/>
          </a:stretch>
        </p:blipFill>
        <p:spPr>
          <a:xfrm>
            <a:off x="1507132" y="1034307"/>
            <a:ext cx="2038843" cy="2038843"/>
          </a:xfrm>
          <a:prstGeom prst="rect">
            <a:avLst/>
          </a:prstGeom>
        </p:spPr>
      </p:pic>
    </p:spTree>
    <p:extLst>
      <p:ext uri="{BB962C8B-B14F-4D97-AF65-F5344CB8AC3E}">
        <p14:creationId xmlns:p14="http://schemas.microsoft.com/office/powerpoint/2010/main" val="3622776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par>
                          <p:cTn id="10" fill="hold">
                            <p:stCondLst>
                              <p:cond delay="500"/>
                            </p:stCondLst>
                            <p:childTnLst>
                              <p:par>
                                <p:cTn id="11" presetID="2" presetClass="entr" presetSubtype="4" fill="hold" grpId="0" nodeType="after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C89A3AA-F50F-656F-ADC2-B7C9EFD35A99}"/>
              </a:ext>
            </a:extLst>
          </p:cNvPr>
          <p:cNvSpPr txBox="1"/>
          <p:nvPr/>
        </p:nvSpPr>
        <p:spPr>
          <a:xfrm>
            <a:off x="6096000" y="1402709"/>
            <a:ext cx="2759089" cy="1077218"/>
          </a:xfrm>
          <a:prstGeom prst="rect">
            <a:avLst/>
          </a:prstGeom>
          <a:noFill/>
        </p:spPr>
        <p:txBody>
          <a:bodyPr wrap="none" rtlCol="0">
            <a:spAutoFit/>
          </a:bodyPr>
          <a:lstStyle/>
          <a:p>
            <a:pPr>
              <a:spcBef>
                <a:spcPct val="0"/>
              </a:spcBef>
            </a:pPr>
            <a:r>
              <a:rPr lang="en-IN" sz="3200" b="1">
                <a:solidFill>
                  <a:srgbClr val="BF2026"/>
                </a:solidFill>
                <a:latin typeface="Barlow Medium" panose="00000600000000000000" pitchFamily="2" charset="0"/>
                <a:ea typeface="Open Sans" pitchFamily="2" charset="0"/>
                <a:cs typeface="Open Sans" pitchFamily="2" charset="0"/>
              </a:rPr>
              <a:t>Brainstorming</a:t>
            </a:r>
            <a:endParaRPr lang="en-IN" sz="3200" b="1">
              <a:solidFill>
                <a:srgbClr val="BF2026"/>
              </a:solidFill>
              <a:latin typeface="Barlow Medium" panose="00000600000000000000" pitchFamily="2" charset="0"/>
              <a:ea typeface="+mj-ea"/>
              <a:cs typeface="+mj-cs"/>
            </a:endParaRPr>
          </a:p>
          <a:p>
            <a:pPr>
              <a:spcBef>
                <a:spcPct val="0"/>
              </a:spcBef>
            </a:pPr>
            <a:r>
              <a:rPr lang="en-IN" sz="3200" b="1">
                <a:latin typeface="Barlow Medium" panose="00000600000000000000" pitchFamily="2" charset="0"/>
                <a:ea typeface="Open Sans" pitchFamily="2" charset="0"/>
                <a:cs typeface="Open Sans" pitchFamily="2" charset="0"/>
              </a:rPr>
              <a:t>Ground Rules</a:t>
            </a:r>
          </a:p>
        </p:txBody>
      </p:sp>
      <p:sp>
        <p:nvSpPr>
          <p:cNvPr id="5" name="TextBox 4">
            <a:extLst>
              <a:ext uri="{FF2B5EF4-FFF2-40B4-BE49-F238E27FC236}">
                <a16:creationId xmlns:a16="http://schemas.microsoft.com/office/drawing/2014/main" id="{FDE05789-0ADC-F9E3-052B-62DF16B26012}"/>
              </a:ext>
            </a:extLst>
          </p:cNvPr>
          <p:cNvSpPr txBox="1"/>
          <p:nvPr/>
        </p:nvSpPr>
        <p:spPr>
          <a:xfrm>
            <a:off x="6096000" y="2961771"/>
            <a:ext cx="5392823" cy="2308324"/>
          </a:xfrm>
          <a:prstGeom prst="rect">
            <a:avLst/>
          </a:prstGeom>
          <a:noFill/>
        </p:spPr>
        <p:txBody>
          <a:bodyPr wrap="square">
            <a:spAutoFit/>
          </a:bodyPr>
          <a:lstStyle/>
          <a:p>
            <a:pPr marL="342900" indent="-342900">
              <a:buFont typeface="Arial" panose="020B0604020202020204" pitchFamily="34" charset="0"/>
              <a:buChar char="•"/>
            </a:pPr>
            <a:r>
              <a:rPr lang="en-US" sz="2400">
                <a:solidFill>
                  <a:srgbClr val="000000"/>
                </a:solidFill>
                <a:latin typeface="Open Sans" pitchFamily="2" charset="0"/>
                <a:ea typeface="Open Sans" pitchFamily="2" charset="0"/>
                <a:cs typeface="Open Sans" pitchFamily="2" charset="0"/>
              </a:rPr>
              <a:t>No criticism of ideas/people</a:t>
            </a:r>
          </a:p>
          <a:p>
            <a:pPr marL="342900" indent="-342900">
              <a:buFont typeface="Arial" panose="020B0604020202020204" pitchFamily="34" charset="0"/>
              <a:buChar char="•"/>
            </a:pPr>
            <a:r>
              <a:rPr lang="en-US" sz="2400">
                <a:solidFill>
                  <a:srgbClr val="000000"/>
                </a:solidFill>
                <a:latin typeface="Open Sans" pitchFamily="2" charset="0"/>
                <a:ea typeface="Open Sans" pitchFamily="2" charset="0"/>
                <a:cs typeface="Open Sans" pitchFamily="2" charset="0"/>
              </a:rPr>
              <a:t>Welcome wild ideas</a:t>
            </a:r>
          </a:p>
          <a:p>
            <a:pPr marL="342900" indent="-342900">
              <a:buFont typeface="Arial" panose="020B0604020202020204" pitchFamily="34" charset="0"/>
              <a:buChar char="•"/>
            </a:pPr>
            <a:r>
              <a:rPr lang="en-US" sz="2400">
                <a:solidFill>
                  <a:srgbClr val="000000"/>
                </a:solidFill>
                <a:latin typeface="Open Sans" pitchFamily="2" charset="0"/>
                <a:ea typeface="Open Sans" pitchFamily="2" charset="0"/>
                <a:cs typeface="Open Sans" pitchFamily="2" charset="0"/>
              </a:rPr>
              <a:t>Aim for quantity</a:t>
            </a:r>
          </a:p>
          <a:p>
            <a:pPr marL="342900" indent="-342900">
              <a:buFont typeface="Arial" panose="020B0604020202020204" pitchFamily="34" charset="0"/>
              <a:buChar char="•"/>
            </a:pPr>
            <a:r>
              <a:rPr lang="en-US" sz="2400">
                <a:solidFill>
                  <a:srgbClr val="000000"/>
                </a:solidFill>
                <a:latin typeface="Open Sans" pitchFamily="2" charset="0"/>
                <a:ea typeface="Open Sans" pitchFamily="2" charset="0"/>
                <a:cs typeface="Open Sans" pitchFamily="2" charset="0"/>
              </a:rPr>
              <a:t>Build on the ideas of others</a:t>
            </a:r>
          </a:p>
          <a:p>
            <a:pPr marL="342900" indent="-342900">
              <a:buFont typeface="Arial" panose="020B0604020202020204" pitchFamily="34" charset="0"/>
              <a:buChar char="•"/>
            </a:pPr>
            <a:r>
              <a:rPr lang="en-US" sz="2400">
                <a:solidFill>
                  <a:srgbClr val="000000"/>
                </a:solidFill>
                <a:latin typeface="Open Sans" pitchFamily="2" charset="0"/>
                <a:ea typeface="Open Sans" pitchFamily="2" charset="0"/>
                <a:cs typeface="Open Sans" pitchFamily="2" charset="0"/>
              </a:rPr>
              <a:t>Every participant contributes</a:t>
            </a:r>
          </a:p>
          <a:p>
            <a:pPr marL="342900" indent="-342900">
              <a:buFont typeface="Arial" panose="020B0604020202020204" pitchFamily="34" charset="0"/>
              <a:buChar char="•"/>
            </a:pPr>
            <a:r>
              <a:rPr lang="en-US" sz="2400">
                <a:solidFill>
                  <a:srgbClr val="000000"/>
                </a:solidFill>
                <a:latin typeface="Open Sans" pitchFamily="2" charset="0"/>
                <a:ea typeface="Open Sans" pitchFamily="2" charset="0"/>
                <a:cs typeface="Open Sans" pitchFamily="2" charset="0"/>
              </a:rPr>
              <a:t>Stay open-minded </a:t>
            </a:r>
          </a:p>
        </p:txBody>
      </p:sp>
      <p:grpSp>
        <p:nvGrpSpPr>
          <p:cNvPr id="3" name="Group 10">
            <a:extLst>
              <a:ext uri="{FF2B5EF4-FFF2-40B4-BE49-F238E27FC236}">
                <a16:creationId xmlns:a16="http://schemas.microsoft.com/office/drawing/2014/main" id="{1DC47091-D12D-553D-BCFA-D462481E0296}"/>
              </a:ext>
            </a:extLst>
          </p:cNvPr>
          <p:cNvGrpSpPr/>
          <p:nvPr/>
        </p:nvGrpSpPr>
        <p:grpSpPr>
          <a:xfrm>
            <a:off x="530315" y="685800"/>
            <a:ext cx="3768599" cy="5486400"/>
            <a:chOff x="0" y="0"/>
            <a:chExt cx="5359785" cy="7802880"/>
          </a:xfrm>
        </p:grpSpPr>
        <p:pic>
          <p:nvPicPr>
            <p:cNvPr id="6" name="Picture 11">
              <a:extLst>
                <a:ext uri="{FF2B5EF4-FFF2-40B4-BE49-F238E27FC236}">
                  <a16:creationId xmlns:a16="http://schemas.microsoft.com/office/drawing/2014/main" id="{CA9B1B59-FC5A-97A4-C846-049A92322BC0}"/>
                </a:ext>
              </a:extLst>
            </p:cNvPr>
            <p:cNvPicPr>
              <a:picLocks noChangeAspect="1"/>
            </p:cNvPicPr>
            <p:nvPr/>
          </p:nvPicPr>
          <p:blipFill>
            <a:blip r:embed="rId3"/>
            <a:srcRect l="32096" r="22139"/>
            <a:stretch>
              <a:fillRect/>
            </a:stretch>
          </p:blipFill>
          <p:spPr>
            <a:xfrm>
              <a:off x="0" y="0"/>
              <a:ext cx="5359785" cy="7802880"/>
            </a:xfrm>
            <a:prstGeom prst="rect">
              <a:avLst/>
            </a:prstGeom>
            <a:ln>
              <a:solidFill>
                <a:schemeClr val="accent1"/>
              </a:solidFill>
            </a:ln>
          </p:spPr>
        </p:pic>
      </p:grpSp>
    </p:spTree>
    <p:extLst>
      <p:ext uri="{BB962C8B-B14F-4D97-AF65-F5344CB8AC3E}">
        <p14:creationId xmlns:p14="http://schemas.microsoft.com/office/powerpoint/2010/main" val="1408853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 calcmode="lin" valueType="num">
                                      <p:cBhvr additive="base">
                                        <p:cTn id="19"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2" end="2"/>
                                            </p:txEl>
                                          </p:spTgt>
                                        </p:tgtEl>
                                        <p:attrNameLst>
                                          <p:attrName>style.visibility</p:attrName>
                                        </p:attrNameLst>
                                      </p:cBhvr>
                                      <p:to>
                                        <p:strVal val="visible"/>
                                      </p:to>
                                    </p:set>
                                    <p:anim calcmode="lin" valueType="num">
                                      <p:cBhvr additive="base">
                                        <p:cTn id="25"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3" end="3"/>
                                            </p:txEl>
                                          </p:spTgt>
                                        </p:tgtEl>
                                        <p:attrNameLst>
                                          <p:attrName>style.visibility</p:attrName>
                                        </p:attrNameLst>
                                      </p:cBhvr>
                                      <p:to>
                                        <p:strVal val="visible"/>
                                      </p:to>
                                    </p:set>
                                    <p:anim calcmode="lin" valueType="num">
                                      <p:cBhvr additive="base">
                                        <p:cTn id="31"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4" end="4"/>
                                            </p:txEl>
                                          </p:spTgt>
                                        </p:tgtEl>
                                        <p:attrNameLst>
                                          <p:attrName>style.visibility</p:attrName>
                                        </p:attrNameLst>
                                      </p:cBhvr>
                                      <p:to>
                                        <p:strVal val="visible"/>
                                      </p:to>
                                    </p:set>
                                    <p:anim calcmode="lin" valueType="num">
                                      <p:cBhvr additive="base">
                                        <p:cTn id="37"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5" end="5"/>
                                            </p:txEl>
                                          </p:spTgt>
                                        </p:tgtEl>
                                        <p:attrNameLst>
                                          <p:attrName>style.visibility</p:attrName>
                                        </p:attrNameLst>
                                      </p:cBhvr>
                                      <p:to>
                                        <p:strVal val="visible"/>
                                      </p:to>
                                    </p:set>
                                    <p:anim calcmode="lin" valueType="num">
                                      <p:cBhvr additive="base">
                                        <p:cTn id="43"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Placeholder 21" descr="A person reaching for a paper on a table full of paper and sticky notes">
            <a:extLst>
              <a:ext uri="{FF2B5EF4-FFF2-40B4-BE49-F238E27FC236}">
                <a16:creationId xmlns:a16="http://schemas.microsoft.com/office/drawing/2014/main" id="{DB5D5CF4-DFC9-9872-1D11-532D111B1F70}"/>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15429" r="15429"/>
          <a:stretch>
            <a:fillRect/>
          </a:stretch>
        </p:blipFill>
        <p:spPr>
          <a:xfrm>
            <a:off x="4564857" y="-13506"/>
            <a:ext cx="7114233" cy="6868049"/>
          </a:xfrm>
        </p:spPr>
      </p:pic>
      <p:sp>
        <p:nvSpPr>
          <p:cNvPr id="25" name="Oval 24">
            <a:extLst>
              <a:ext uri="{FF2B5EF4-FFF2-40B4-BE49-F238E27FC236}">
                <a16:creationId xmlns:a16="http://schemas.microsoft.com/office/drawing/2014/main" id="{FE9ABBF8-34C1-2277-1900-E14C2C6F673C}"/>
              </a:ext>
            </a:extLst>
          </p:cNvPr>
          <p:cNvSpPr/>
          <p:nvPr/>
        </p:nvSpPr>
        <p:spPr>
          <a:xfrm>
            <a:off x="5772476" y="465139"/>
            <a:ext cx="981075" cy="981075"/>
          </a:xfrm>
          <a:prstGeom prst="ellipse">
            <a:avLst/>
          </a:prstGeom>
          <a:gradFill>
            <a:gsLst>
              <a:gs pos="100000">
                <a:schemeClr val="accent1"/>
              </a:gs>
              <a:gs pos="0">
                <a:schemeClr val="tx2">
                  <a:lumMod val="75000"/>
                </a:schemeClr>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Picture Placeholder 2">
            <a:extLst>
              <a:ext uri="{FF2B5EF4-FFF2-40B4-BE49-F238E27FC236}">
                <a16:creationId xmlns:a16="http://schemas.microsoft.com/office/drawing/2014/main" id="{173AFC77-B00E-FA52-FEFA-BF76B4CF3BBD}"/>
              </a:ext>
            </a:extLst>
          </p:cNvPr>
          <p:cNvSpPr>
            <a:spLocks noGrp="1"/>
          </p:cNvSpPr>
          <p:nvPr>
            <p:ph type="pic" sz="quarter" idx="32"/>
          </p:nvPr>
        </p:nvSpPr>
        <p:spPr>
          <a:xfrm>
            <a:off x="6610847" y="4920990"/>
            <a:ext cx="4198891" cy="1773425"/>
          </a:xfrm>
        </p:spPr>
        <p:txBody>
          <a:bodyPr/>
          <a:lstStyle/>
          <a:p>
            <a:pPr marL="0" indent="0" algn="r">
              <a:buNone/>
            </a:pPr>
            <a:endParaRPr lang="en-IN">
              <a:solidFill>
                <a:schemeClr val="tx2"/>
              </a:solidFill>
            </a:endParaRPr>
          </a:p>
        </p:txBody>
      </p:sp>
      <p:sp>
        <p:nvSpPr>
          <p:cNvPr id="5" name="Title 4">
            <a:extLst>
              <a:ext uri="{FF2B5EF4-FFF2-40B4-BE49-F238E27FC236}">
                <a16:creationId xmlns:a16="http://schemas.microsoft.com/office/drawing/2014/main" id="{EAAFB58A-1441-3658-28E1-18055469C9A3}"/>
              </a:ext>
            </a:extLst>
          </p:cNvPr>
          <p:cNvSpPr>
            <a:spLocks noGrp="1"/>
          </p:cNvSpPr>
          <p:nvPr>
            <p:ph type="ctrTitle"/>
          </p:nvPr>
        </p:nvSpPr>
        <p:spPr>
          <a:xfrm>
            <a:off x="7256588" y="5088984"/>
            <a:ext cx="3133661" cy="738664"/>
          </a:xfrm>
        </p:spPr>
        <p:txBody>
          <a:bodyPr/>
          <a:lstStyle/>
          <a:p>
            <a:r>
              <a:rPr lang="en-IN" sz="2400">
                <a:latin typeface="Open Sans" pitchFamily="2" charset="0"/>
              </a:rPr>
              <a:t>OTHER APPROACHES</a:t>
            </a:r>
          </a:p>
        </p:txBody>
      </p:sp>
      <p:sp>
        <p:nvSpPr>
          <p:cNvPr id="10" name="Text Placeholder 9">
            <a:extLst>
              <a:ext uri="{FF2B5EF4-FFF2-40B4-BE49-F238E27FC236}">
                <a16:creationId xmlns:a16="http://schemas.microsoft.com/office/drawing/2014/main" id="{56AF1203-0BAD-02FA-9C8B-B4DD98F1D58F}"/>
              </a:ext>
            </a:extLst>
          </p:cNvPr>
          <p:cNvSpPr>
            <a:spLocks noGrp="1"/>
          </p:cNvSpPr>
          <p:nvPr>
            <p:ph type="body" sz="quarter" idx="16"/>
          </p:nvPr>
        </p:nvSpPr>
        <p:spPr/>
        <p:txBody>
          <a:bodyPr>
            <a:noAutofit/>
          </a:bodyPr>
          <a:lstStyle/>
          <a:p>
            <a:r>
              <a:rPr lang="en-US" b="1">
                <a:solidFill>
                  <a:schemeClr val="tx2"/>
                </a:solidFill>
                <a:latin typeface="Barlow" pitchFamily="2" charset="77"/>
              </a:rPr>
              <a:t>Brainwriting</a:t>
            </a:r>
            <a:endParaRPr lang="en-IN">
              <a:solidFill>
                <a:schemeClr val="tx2"/>
              </a:solidFill>
              <a:latin typeface="Barlow" pitchFamily="2" charset="77"/>
            </a:endParaRPr>
          </a:p>
        </p:txBody>
      </p:sp>
      <p:sp>
        <p:nvSpPr>
          <p:cNvPr id="11" name="Text Placeholder 10">
            <a:extLst>
              <a:ext uri="{FF2B5EF4-FFF2-40B4-BE49-F238E27FC236}">
                <a16:creationId xmlns:a16="http://schemas.microsoft.com/office/drawing/2014/main" id="{A41F2BAD-D7CA-1EF7-6CC5-00B8EF205A19}"/>
              </a:ext>
            </a:extLst>
          </p:cNvPr>
          <p:cNvSpPr>
            <a:spLocks noGrp="1"/>
          </p:cNvSpPr>
          <p:nvPr>
            <p:ph type="body" sz="quarter" idx="17"/>
          </p:nvPr>
        </p:nvSpPr>
        <p:spPr>
          <a:xfrm>
            <a:off x="1134315" y="977143"/>
            <a:ext cx="4423688" cy="691498"/>
          </a:xfrm>
        </p:spPr>
        <p:txBody>
          <a:bodyPr>
            <a:normAutofit lnSpcReduction="10000"/>
          </a:bodyPr>
          <a:lstStyle/>
          <a:p>
            <a:pPr>
              <a:lnSpc>
                <a:spcPct val="100000"/>
              </a:lnSpc>
            </a:pPr>
            <a:r>
              <a:rPr lang="en-US"/>
              <a:t>Participants write their ideas on paper or cards anonymously and pass them around the table. Others can build upon these ideas.</a:t>
            </a:r>
            <a:endParaRPr lang="en-IN"/>
          </a:p>
        </p:txBody>
      </p:sp>
      <p:sp>
        <p:nvSpPr>
          <p:cNvPr id="12" name="Text Placeholder 11">
            <a:extLst>
              <a:ext uri="{FF2B5EF4-FFF2-40B4-BE49-F238E27FC236}">
                <a16:creationId xmlns:a16="http://schemas.microsoft.com/office/drawing/2014/main" id="{3238C2D3-8F6C-7379-ABCC-73D78A2F0C88}"/>
              </a:ext>
            </a:extLst>
          </p:cNvPr>
          <p:cNvSpPr>
            <a:spLocks noGrp="1"/>
          </p:cNvSpPr>
          <p:nvPr>
            <p:ph type="body" sz="quarter" idx="18"/>
          </p:nvPr>
        </p:nvSpPr>
        <p:spPr>
          <a:xfrm>
            <a:off x="678824" y="1883052"/>
            <a:ext cx="4387417" cy="285646"/>
          </a:xfrm>
        </p:spPr>
        <p:txBody>
          <a:bodyPr>
            <a:noAutofit/>
          </a:bodyPr>
          <a:lstStyle/>
          <a:p>
            <a:r>
              <a:rPr lang="en-US" b="1">
                <a:solidFill>
                  <a:schemeClr val="tx2"/>
                </a:solidFill>
                <a:latin typeface="Barlow" pitchFamily="2" charset="77"/>
              </a:rPr>
              <a:t>SCAMPER</a:t>
            </a:r>
          </a:p>
        </p:txBody>
      </p:sp>
      <p:sp>
        <p:nvSpPr>
          <p:cNvPr id="13" name="Text Placeholder 12">
            <a:extLst>
              <a:ext uri="{FF2B5EF4-FFF2-40B4-BE49-F238E27FC236}">
                <a16:creationId xmlns:a16="http://schemas.microsoft.com/office/drawing/2014/main" id="{6D697557-0E32-28DB-34D6-E8003E5DFB5D}"/>
              </a:ext>
            </a:extLst>
          </p:cNvPr>
          <p:cNvSpPr>
            <a:spLocks noGrp="1"/>
          </p:cNvSpPr>
          <p:nvPr>
            <p:ph type="body" sz="quarter" idx="19"/>
          </p:nvPr>
        </p:nvSpPr>
        <p:spPr>
          <a:xfrm>
            <a:off x="515815" y="2168697"/>
            <a:ext cx="4550426" cy="1021924"/>
          </a:xfrm>
        </p:spPr>
        <p:txBody>
          <a:bodyPr>
            <a:normAutofit fontScale="92500" lnSpcReduction="10000"/>
          </a:bodyPr>
          <a:lstStyle/>
          <a:p>
            <a:pPr>
              <a:lnSpc>
                <a:spcPct val="120000"/>
              </a:lnSpc>
            </a:pPr>
            <a:r>
              <a:rPr lang="en-US"/>
              <a:t>Substitute, Combine, Adapt, Modify, Put to another use, Eliminate, and Reverse. Prompts users to think of changes they can make to an existing product or problem to create something new or solve a problem.</a:t>
            </a:r>
          </a:p>
        </p:txBody>
      </p:sp>
      <p:sp>
        <p:nvSpPr>
          <p:cNvPr id="14" name="Text Placeholder 13">
            <a:extLst>
              <a:ext uri="{FF2B5EF4-FFF2-40B4-BE49-F238E27FC236}">
                <a16:creationId xmlns:a16="http://schemas.microsoft.com/office/drawing/2014/main" id="{48962685-A267-D14A-FCA0-543C21A5A7C1}"/>
              </a:ext>
            </a:extLst>
          </p:cNvPr>
          <p:cNvSpPr>
            <a:spLocks noGrp="1"/>
          </p:cNvSpPr>
          <p:nvPr>
            <p:ph type="body" sz="quarter" idx="20"/>
          </p:nvPr>
        </p:nvSpPr>
        <p:spPr>
          <a:xfrm>
            <a:off x="678824" y="3420519"/>
            <a:ext cx="3887353" cy="285646"/>
          </a:xfrm>
        </p:spPr>
        <p:txBody>
          <a:bodyPr>
            <a:noAutofit/>
          </a:bodyPr>
          <a:lstStyle/>
          <a:p>
            <a:r>
              <a:rPr lang="en-US" b="1">
                <a:solidFill>
                  <a:schemeClr val="tx2"/>
                </a:solidFill>
                <a:latin typeface="Barlow" pitchFamily="2" charset="77"/>
              </a:rPr>
              <a:t>Round-Robin Brainstorming</a:t>
            </a:r>
          </a:p>
        </p:txBody>
      </p:sp>
      <p:sp>
        <p:nvSpPr>
          <p:cNvPr id="15" name="Text Placeholder 14">
            <a:extLst>
              <a:ext uri="{FF2B5EF4-FFF2-40B4-BE49-F238E27FC236}">
                <a16:creationId xmlns:a16="http://schemas.microsoft.com/office/drawing/2014/main" id="{08D74673-FB56-6261-29EF-D1F947E52D43}"/>
              </a:ext>
            </a:extLst>
          </p:cNvPr>
          <p:cNvSpPr>
            <a:spLocks noGrp="1"/>
          </p:cNvSpPr>
          <p:nvPr>
            <p:ph type="body" sz="quarter" idx="21"/>
          </p:nvPr>
        </p:nvSpPr>
        <p:spPr>
          <a:xfrm>
            <a:off x="367285" y="3706165"/>
            <a:ext cx="4198891" cy="870004"/>
          </a:xfrm>
        </p:spPr>
        <p:txBody>
          <a:bodyPr>
            <a:normAutofit/>
          </a:bodyPr>
          <a:lstStyle/>
          <a:p>
            <a:r>
              <a:rPr lang="en-US"/>
              <a:t>Ensures equal participation by inviting participants to share one idea in turn. This continues in rounds until all ideas are exhausted, ensuring everyone has a voice.</a:t>
            </a:r>
            <a:endParaRPr lang="en-IN"/>
          </a:p>
        </p:txBody>
      </p:sp>
      <p:sp>
        <p:nvSpPr>
          <p:cNvPr id="16" name="Text Placeholder 15">
            <a:extLst>
              <a:ext uri="{FF2B5EF4-FFF2-40B4-BE49-F238E27FC236}">
                <a16:creationId xmlns:a16="http://schemas.microsoft.com/office/drawing/2014/main" id="{35707EEB-D883-80F5-9768-57879E3C69EB}"/>
              </a:ext>
            </a:extLst>
          </p:cNvPr>
          <p:cNvSpPr>
            <a:spLocks noGrp="1"/>
          </p:cNvSpPr>
          <p:nvPr>
            <p:ph type="body" sz="quarter" idx="22"/>
          </p:nvPr>
        </p:nvSpPr>
        <p:spPr>
          <a:xfrm>
            <a:off x="674716" y="4902753"/>
            <a:ext cx="3500694" cy="285646"/>
          </a:xfrm>
        </p:spPr>
        <p:txBody>
          <a:bodyPr>
            <a:noAutofit/>
          </a:bodyPr>
          <a:lstStyle/>
          <a:p>
            <a:r>
              <a:rPr lang="en-US" b="1">
                <a:solidFill>
                  <a:schemeClr val="tx2"/>
                </a:solidFill>
                <a:latin typeface="Barlow" pitchFamily="2" charset="77"/>
              </a:rPr>
              <a:t>Cross-pollination</a:t>
            </a:r>
            <a:endParaRPr lang="en-IN">
              <a:solidFill>
                <a:schemeClr val="tx2"/>
              </a:solidFill>
              <a:latin typeface="Barlow" pitchFamily="2" charset="77"/>
            </a:endParaRPr>
          </a:p>
        </p:txBody>
      </p:sp>
      <p:sp>
        <p:nvSpPr>
          <p:cNvPr id="17" name="Text Placeholder 16">
            <a:extLst>
              <a:ext uri="{FF2B5EF4-FFF2-40B4-BE49-F238E27FC236}">
                <a16:creationId xmlns:a16="http://schemas.microsoft.com/office/drawing/2014/main" id="{5126184D-AFB2-BB76-3D75-754CB1ABD236}"/>
              </a:ext>
            </a:extLst>
          </p:cNvPr>
          <p:cNvSpPr>
            <a:spLocks noGrp="1"/>
          </p:cNvSpPr>
          <p:nvPr>
            <p:ph type="body" sz="quarter" idx="23"/>
          </p:nvPr>
        </p:nvSpPr>
        <p:spPr>
          <a:xfrm>
            <a:off x="288056" y="5188398"/>
            <a:ext cx="3887354" cy="981075"/>
          </a:xfrm>
        </p:spPr>
        <p:txBody>
          <a:bodyPr>
            <a:normAutofit fontScale="92500"/>
          </a:bodyPr>
          <a:lstStyle/>
          <a:p>
            <a:pPr>
              <a:lnSpc>
                <a:spcPct val="110000"/>
              </a:lnSpc>
            </a:pPr>
            <a:r>
              <a:rPr lang="en-US"/>
              <a:t>Encourages teams to look beyond their industry's traditional boundaries and draw inspiration from unrelated sectors, leveraging analogies to create novel solutions.</a:t>
            </a:r>
            <a:endParaRPr lang="en-IN"/>
          </a:p>
          <a:p>
            <a:pPr>
              <a:lnSpc>
                <a:spcPct val="110000"/>
              </a:lnSpc>
            </a:pPr>
            <a:endParaRPr lang="en-IN"/>
          </a:p>
        </p:txBody>
      </p:sp>
      <p:sp>
        <p:nvSpPr>
          <p:cNvPr id="47" name="Text Placeholder 17">
            <a:extLst>
              <a:ext uri="{FF2B5EF4-FFF2-40B4-BE49-F238E27FC236}">
                <a16:creationId xmlns:a16="http://schemas.microsoft.com/office/drawing/2014/main" id="{BD2207C4-B1F9-ABC2-3FC0-E2A400769BA8}"/>
              </a:ext>
            </a:extLst>
          </p:cNvPr>
          <p:cNvSpPr>
            <a:spLocks noGrp="1"/>
          </p:cNvSpPr>
          <p:nvPr>
            <p:ph type="body" sz="quarter" idx="31"/>
          </p:nvPr>
        </p:nvSpPr>
        <p:spPr>
          <a:xfrm>
            <a:off x="6992284" y="5544795"/>
            <a:ext cx="2948736" cy="869967"/>
          </a:xfrm>
        </p:spPr>
        <p:txBody>
          <a:bodyPr/>
          <a:lstStyle/>
          <a:p>
            <a:r>
              <a:rPr lang="en-US" sz="1600"/>
              <a:t>Frameworks and variations of Brainstorming, can also be used to generate innovative solution ideas.</a:t>
            </a:r>
          </a:p>
        </p:txBody>
      </p:sp>
      <p:pic>
        <p:nvPicPr>
          <p:cNvPr id="57" name="Content Placeholder 56" descr="Scribble with solid fill">
            <a:extLst>
              <a:ext uri="{FF2B5EF4-FFF2-40B4-BE49-F238E27FC236}">
                <a16:creationId xmlns:a16="http://schemas.microsoft.com/office/drawing/2014/main" id="{8A3EE428-0335-F56F-5D2B-8927131C23CD}"/>
              </a:ext>
            </a:extLst>
          </p:cNvPr>
          <p:cNvPicPr>
            <a:picLocks noGrp="1" noChangeAspect="1"/>
          </p:cNvPicPr>
          <p:nvPr>
            <p:ph sz="quarter" idx="12"/>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97187" y="592745"/>
            <a:ext cx="715133" cy="715133"/>
          </a:xfrm>
          <a:noFill/>
        </p:spPr>
      </p:pic>
      <p:sp>
        <p:nvSpPr>
          <p:cNvPr id="60" name="Oval 59">
            <a:extLst>
              <a:ext uri="{FF2B5EF4-FFF2-40B4-BE49-F238E27FC236}">
                <a16:creationId xmlns:a16="http://schemas.microsoft.com/office/drawing/2014/main" id="{DF80D27C-841D-D1D0-642A-F4AA99F02952}"/>
              </a:ext>
            </a:extLst>
          </p:cNvPr>
          <p:cNvSpPr/>
          <p:nvPr/>
        </p:nvSpPr>
        <p:spPr>
          <a:xfrm>
            <a:off x="5388792" y="1981079"/>
            <a:ext cx="981075" cy="981075"/>
          </a:xfrm>
          <a:prstGeom prst="ellipse">
            <a:avLst/>
          </a:prstGeom>
          <a:gradFill>
            <a:gsLst>
              <a:gs pos="100000">
                <a:schemeClr val="accent1"/>
              </a:gs>
              <a:gs pos="0">
                <a:schemeClr val="tx2">
                  <a:lumMod val="75000"/>
                </a:schemeClr>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1" name="Content Placeholder 56" descr="Playbook with solid fill">
            <a:extLst>
              <a:ext uri="{FF2B5EF4-FFF2-40B4-BE49-F238E27FC236}">
                <a16:creationId xmlns:a16="http://schemas.microsoft.com/office/drawing/2014/main" id="{C697767F-499A-0268-EE84-E69518F41A7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5495622" y="2116196"/>
            <a:ext cx="736486" cy="736486"/>
          </a:xfrm>
          <a:prstGeom prst="ellipse">
            <a:avLst/>
          </a:prstGeom>
          <a:noFill/>
        </p:spPr>
      </p:pic>
      <p:sp>
        <p:nvSpPr>
          <p:cNvPr id="64" name="Oval 63">
            <a:extLst>
              <a:ext uri="{FF2B5EF4-FFF2-40B4-BE49-F238E27FC236}">
                <a16:creationId xmlns:a16="http://schemas.microsoft.com/office/drawing/2014/main" id="{A4E8471D-F401-1B0F-CC0F-0E26DEAA67E3}"/>
              </a:ext>
            </a:extLst>
          </p:cNvPr>
          <p:cNvSpPr/>
          <p:nvPr/>
        </p:nvSpPr>
        <p:spPr>
          <a:xfrm>
            <a:off x="4894596" y="3471161"/>
            <a:ext cx="981075" cy="981075"/>
          </a:xfrm>
          <a:prstGeom prst="ellipse">
            <a:avLst/>
          </a:prstGeom>
          <a:gradFill>
            <a:gsLst>
              <a:gs pos="100000">
                <a:schemeClr val="accent1"/>
              </a:gs>
              <a:gs pos="0">
                <a:schemeClr val="tx2">
                  <a:lumMod val="75000"/>
                </a:schemeClr>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Open Sans" pitchFamily="2" charset="0"/>
              <a:ea typeface="Open Sans" pitchFamily="2" charset="0"/>
              <a:cs typeface="Open Sans" pitchFamily="2" charset="0"/>
            </a:endParaRPr>
          </a:p>
        </p:txBody>
      </p:sp>
      <p:pic>
        <p:nvPicPr>
          <p:cNvPr id="65" name="Content Placeholder 56" descr="Cheers with solid fill">
            <a:extLst>
              <a:ext uri="{FF2B5EF4-FFF2-40B4-BE49-F238E27FC236}">
                <a16:creationId xmlns:a16="http://schemas.microsoft.com/office/drawing/2014/main" id="{6DC7227D-A564-2788-BAB6-B7745CE0B3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4979909" y="3592989"/>
            <a:ext cx="782049" cy="782049"/>
          </a:xfrm>
          <a:prstGeom prst="ellipse">
            <a:avLst/>
          </a:prstGeom>
          <a:noFill/>
        </p:spPr>
      </p:pic>
      <p:sp>
        <p:nvSpPr>
          <p:cNvPr id="68" name="Oval 67">
            <a:extLst>
              <a:ext uri="{FF2B5EF4-FFF2-40B4-BE49-F238E27FC236}">
                <a16:creationId xmlns:a16="http://schemas.microsoft.com/office/drawing/2014/main" id="{F3E2C1E2-56EC-D2B1-0992-3CF2155DF613}"/>
              </a:ext>
            </a:extLst>
          </p:cNvPr>
          <p:cNvSpPr/>
          <p:nvPr/>
        </p:nvSpPr>
        <p:spPr>
          <a:xfrm>
            <a:off x="4404058" y="4967779"/>
            <a:ext cx="981075" cy="981075"/>
          </a:xfrm>
          <a:prstGeom prst="ellipse">
            <a:avLst/>
          </a:prstGeom>
          <a:gradFill>
            <a:gsLst>
              <a:gs pos="100000">
                <a:schemeClr val="accent1"/>
              </a:gs>
              <a:gs pos="0">
                <a:schemeClr val="tx2">
                  <a:lumMod val="75000"/>
                </a:schemeClr>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Open Sans" pitchFamily="2" charset="0"/>
              <a:ea typeface="Open Sans" pitchFamily="2" charset="0"/>
              <a:cs typeface="Open Sans" pitchFamily="2" charset="0"/>
            </a:endParaRPr>
          </a:p>
        </p:txBody>
      </p:sp>
      <p:pic>
        <p:nvPicPr>
          <p:cNvPr id="69" name="Content Placeholder 56" descr="Bee with solid fill">
            <a:extLst>
              <a:ext uri="{FF2B5EF4-FFF2-40B4-BE49-F238E27FC236}">
                <a16:creationId xmlns:a16="http://schemas.microsoft.com/office/drawing/2014/main" id="{BCF937BA-FB9F-444F-6704-1A9341F716F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4553920" y="5134608"/>
            <a:ext cx="672500" cy="672500"/>
          </a:xfrm>
          <a:prstGeom prst="ellipse">
            <a:avLst/>
          </a:prstGeom>
          <a:noFill/>
        </p:spPr>
      </p:pic>
    </p:spTree>
    <p:extLst>
      <p:ext uri="{BB962C8B-B14F-4D97-AF65-F5344CB8AC3E}">
        <p14:creationId xmlns:p14="http://schemas.microsoft.com/office/powerpoint/2010/main" val="4253489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7">
                                            <p:txEl>
                                              <p:pRg st="0" end="0"/>
                                            </p:txEl>
                                          </p:spTgt>
                                        </p:tgtEl>
                                        <p:attrNameLst>
                                          <p:attrName>style.visibility</p:attrName>
                                        </p:attrNameLst>
                                      </p:cBhvr>
                                      <p:to>
                                        <p:strVal val="visible"/>
                                      </p:to>
                                    </p:set>
                                    <p:anim calcmode="lin" valueType="num">
                                      <p:cBhvr additive="base">
                                        <p:cTn id="11" dur="500" fill="hold"/>
                                        <p:tgtEl>
                                          <p:spTgt spid="47">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57"/>
                                        </p:tgtEl>
                                        <p:attrNameLst>
                                          <p:attrName>style.visibility</p:attrName>
                                        </p:attrNameLst>
                                      </p:cBhvr>
                                      <p:to>
                                        <p:strVal val="visible"/>
                                      </p:to>
                                    </p:set>
                                    <p:anim calcmode="lin" valueType="num">
                                      <p:cBhvr>
                                        <p:cTn id="17" dur="500" fill="hold"/>
                                        <p:tgtEl>
                                          <p:spTgt spid="57"/>
                                        </p:tgtEl>
                                        <p:attrNameLst>
                                          <p:attrName>ppt_w</p:attrName>
                                        </p:attrNameLst>
                                      </p:cBhvr>
                                      <p:tavLst>
                                        <p:tav tm="0">
                                          <p:val>
                                            <p:fltVal val="0"/>
                                          </p:val>
                                        </p:tav>
                                        <p:tav tm="100000">
                                          <p:val>
                                            <p:strVal val="#ppt_w"/>
                                          </p:val>
                                        </p:tav>
                                      </p:tavLst>
                                    </p:anim>
                                    <p:anim calcmode="lin" valueType="num">
                                      <p:cBhvr>
                                        <p:cTn id="18" dur="500" fill="hold"/>
                                        <p:tgtEl>
                                          <p:spTgt spid="57"/>
                                        </p:tgtEl>
                                        <p:attrNameLst>
                                          <p:attrName>ppt_h</p:attrName>
                                        </p:attrNameLst>
                                      </p:cBhvr>
                                      <p:tavLst>
                                        <p:tav tm="0">
                                          <p:val>
                                            <p:fltVal val="0"/>
                                          </p:val>
                                        </p:tav>
                                        <p:tav tm="100000">
                                          <p:val>
                                            <p:strVal val="#ppt_h"/>
                                          </p:val>
                                        </p:tav>
                                      </p:tavLst>
                                    </p:anim>
                                    <p:animEffect transition="in" filter="fade">
                                      <p:cBhvr>
                                        <p:cTn id="19" dur="500"/>
                                        <p:tgtEl>
                                          <p:spTgt spid="57"/>
                                        </p:tgtEl>
                                      </p:cBhvr>
                                    </p:animEffect>
                                  </p:childTnLst>
                                </p:cTn>
                              </p:par>
                            </p:childTnLst>
                          </p:cTn>
                        </p:par>
                        <p:par>
                          <p:cTn id="20" fill="hold">
                            <p:stCondLst>
                              <p:cond delay="500"/>
                            </p:stCondLst>
                            <p:childTnLst>
                              <p:par>
                                <p:cTn id="21" presetID="2" presetClass="entr" presetSubtype="8" fill="hold" grpId="0" nodeType="afterEffect">
                                  <p:stCondLst>
                                    <p:cond delay="0"/>
                                  </p:stCondLst>
                                  <p:childTnLst>
                                    <p:set>
                                      <p:cBhvr>
                                        <p:cTn id="22" dur="1" fill="hold">
                                          <p:stCondLst>
                                            <p:cond delay="0"/>
                                          </p:stCondLst>
                                        </p:cTn>
                                        <p:tgtEl>
                                          <p:spTgt spid="10">
                                            <p:txEl>
                                              <p:pRg st="0" end="0"/>
                                            </p:txEl>
                                          </p:spTgt>
                                        </p:tgtEl>
                                        <p:attrNameLst>
                                          <p:attrName>style.visibility</p:attrName>
                                        </p:attrNameLst>
                                      </p:cBhvr>
                                      <p:to>
                                        <p:strVal val="visible"/>
                                      </p:to>
                                    </p:set>
                                    <p:anim calcmode="lin" valueType="num">
                                      <p:cBhvr additive="base">
                                        <p:cTn id="23" dur="500" fill="hold"/>
                                        <p:tgtEl>
                                          <p:spTgt spid="10">
                                            <p:txEl>
                                              <p:pRg st="0" end="0"/>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0">
                                            <p:txEl>
                                              <p:pRg st="0" end="0"/>
                                            </p:txEl>
                                          </p:spTgt>
                                        </p:tgtEl>
                                        <p:attrNameLst>
                                          <p:attrName>ppt_y</p:attrName>
                                        </p:attrNameLst>
                                      </p:cBhvr>
                                      <p:tavLst>
                                        <p:tav tm="0">
                                          <p:val>
                                            <p:strVal val="#ppt_y"/>
                                          </p:val>
                                        </p:tav>
                                        <p:tav tm="100000">
                                          <p:val>
                                            <p:strVal val="#ppt_y"/>
                                          </p:val>
                                        </p:tav>
                                      </p:tavLst>
                                    </p:anim>
                                  </p:childTnLst>
                                </p:cTn>
                              </p:par>
                            </p:childTnLst>
                          </p:cTn>
                        </p:par>
                        <p:par>
                          <p:cTn id="25" fill="hold">
                            <p:stCondLst>
                              <p:cond delay="1000"/>
                            </p:stCondLst>
                            <p:childTnLst>
                              <p:par>
                                <p:cTn id="26" presetID="2" presetClass="entr" presetSubtype="8" fill="hold" grpId="0" nodeType="afterEffect">
                                  <p:stCondLst>
                                    <p:cond delay="0"/>
                                  </p:stCondLst>
                                  <p:childTnLst>
                                    <p:set>
                                      <p:cBhvr>
                                        <p:cTn id="27" dur="1" fill="hold">
                                          <p:stCondLst>
                                            <p:cond delay="0"/>
                                          </p:stCondLst>
                                        </p:cTn>
                                        <p:tgtEl>
                                          <p:spTgt spid="11">
                                            <p:txEl>
                                              <p:pRg st="0" end="0"/>
                                            </p:txEl>
                                          </p:spTgt>
                                        </p:tgtEl>
                                        <p:attrNameLst>
                                          <p:attrName>style.visibility</p:attrName>
                                        </p:attrNameLst>
                                      </p:cBhvr>
                                      <p:to>
                                        <p:strVal val="visible"/>
                                      </p:to>
                                    </p:set>
                                    <p:anim calcmode="lin" valueType="num">
                                      <p:cBhvr additive="base">
                                        <p:cTn id="28" dur="500" fill="hold"/>
                                        <p:tgtEl>
                                          <p:spTgt spid="11">
                                            <p:txEl>
                                              <p:pRg st="0" end="0"/>
                                            </p:txEl>
                                          </p:spTgt>
                                        </p:tgtEl>
                                        <p:attrNameLst>
                                          <p:attrName>ppt_x</p:attrName>
                                        </p:attrNameLst>
                                      </p:cBhvr>
                                      <p:tavLst>
                                        <p:tav tm="0">
                                          <p:val>
                                            <p:strVal val="0-#ppt_w/2"/>
                                          </p:val>
                                        </p:tav>
                                        <p:tav tm="100000">
                                          <p:val>
                                            <p:strVal val="#ppt_x"/>
                                          </p:val>
                                        </p:tav>
                                      </p:tavLst>
                                    </p:anim>
                                    <p:anim calcmode="lin" valueType="num">
                                      <p:cBhvr additive="base">
                                        <p:cTn id="29" dur="500" fill="hold"/>
                                        <p:tgtEl>
                                          <p:spTgt spid="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nodeType="clickEffect">
                                  <p:stCondLst>
                                    <p:cond delay="0"/>
                                  </p:stCondLst>
                                  <p:childTnLst>
                                    <p:set>
                                      <p:cBhvr>
                                        <p:cTn id="33" dur="1" fill="hold">
                                          <p:stCondLst>
                                            <p:cond delay="0"/>
                                          </p:stCondLst>
                                        </p:cTn>
                                        <p:tgtEl>
                                          <p:spTgt spid="61"/>
                                        </p:tgtEl>
                                        <p:attrNameLst>
                                          <p:attrName>style.visibility</p:attrName>
                                        </p:attrNameLst>
                                      </p:cBhvr>
                                      <p:to>
                                        <p:strVal val="visible"/>
                                      </p:to>
                                    </p:set>
                                    <p:anim calcmode="lin" valueType="num">
                                      <p:cBhvr>
                                        <p:cTn id="34" dur="500" fill="hold"/>
                                        <p:tgtEl>
                                          <p:spTgt spid="61"/>
                                        </p:tgtEl>
                                        <p:attrNameLst>
                                          <p:attrName>ppt_w</p:attrName>
                                        </p:attrNameLst>
                                      </p:cBhvr>
                                      <p:tavLst>
                                        <p:tav tm="0">
                                          <p:val>
                                            <p:fltVal val="0"/>
                                          </p:val>
                                        </p:tav>
                                        <p:tav tm="100000">
                                          <p:val>
                                            <p:strVal val="#ppt_w"/>
                                          </p:val>
                                        </p:tav>
                                      </p:tavLst>
                                    </p:anim>
                                    <p:anim calcmode="lin" valueType="num">
                                      <p:cBhvr>
                                        <p:cTn id="35" dur="500" fill="hold"/>
                                        <p:tgtEl>
                                          <p:spTgt spid="61"/>
                                        </p:tgtEl>
                                        <p:attrNameLst>
                                          <p:attrName>ppt_h</p:attrName>
                                        </p:attrNameLst>
                                      </p:cBhvr>
                                      <p:tavLst>
                                        <p:tav tm="0">
                                          <p:val>
                                            <p:fltVal val="0"/>
                                          </p:val>
                                        </p:tav>
                                        <p:tav tm="100000">
                                          <p:val>
                                            <p:strVal val="#ppt_h"/>
                                          </p:val>
                                        </p:tav>
                                      </p:tavLst>
                                    </p:anim>
                                    <p:animEffect transition="in" filter="fade">
                                      <p:cBhvr>
                                        <p:cTn id="36" dur="500"/>
                                        <p:tgtEl>
                                          <p:spTgt spid="61"/>
                                        </p:tgtEl>
                                      </p:cBhvr>
                                    </p:animEffect>
                                  </p:childTnLst>
                                </p:cTn>
                              </p:par>
                            </p:childTnLst>
                          </p:cTn>
                        </p:par>
                        <p:par>
                          <p:cTn id="37" fill="hold">
                            <p:stCondLst>
                              <p:cond delay="500"/>
                            </p:stCondLst>
                            <p:childTnLst>
                              <p:par>
                                <p:cTn id="38" presetID="2" presetClass="entr" presetSubtype="8" fill="hold" grpId="0" nodeType="afterEffect">
                                  <p:stCondLst>
                                    <p:cond delay="0"/>
                                  </p:stCondLst>
                                  <p:childTnLst>
                                    <p:set>
                                      <p:cBhvr>
                                        <p:cTn id="39" dur="1" fill="hold">
                                          <p:stCondLst>
                                            <p:cond delay="0"/>
                                          </p:stCondLst>
                                        </p:cTn>
                                        <p:tgtEl>
                                          <p:spTgt spid="12">
                                            <p:txEl>
                                              <p:pRg st="0" end="0"/>
                                            </p:txEl>
                                          </p:spTgt>
                                        </p:tgtEl>
                                        <p:attrNameLst>
                                          <p:attrName>style.visibility</p:attrName>
                                        </p:attrNameLst>
                                      </p:cBhvr>
                                      <p:to>
                                        <p:strVal val="visible"/>
                                      </p:to>
                                    </p:set>
                                    <p:anim calcmode="lin" valueType="num">
                                      <p:cBhvr additive="base">
                                        <p:cTn id="40" dur="500" fill="hold"/>
                                        <p:tgtEl>
                                          <p:spTgt spid="12">
                                            <p:txEl>
                                              <p:pRg st="0" end="0"/>
                                            </p:txEl>
                                          </p:spTgt>
                                        </p:tgtEl>
                                        <p:attrNameLst>
                                          <p:attrName>ppt_x</p:attrName>
                                        </p:attrNameLst>
                                      </p:cBhvr>
                                      <p:tavLst>
                                        <p:tav tm="0">
                                          <p:val>
                                            <p:strVal val="0-#ppt_w/2"/>
                                          </p:val>
                                        </p:tav>
                                        <p:tav tm="100000">
                                          <p:val>
                                            <p:strVal val="#ppt_x"/>
                                          </p:val>
                                        </p:tav>
                                      </p:tavLst>
                                    </p:anim>
                                    <p:anim calcmode="lin" valueType="num">
                                      <p:cBhvr additive="base">
                                        <p:cTn id="41" dur="500" fill="hold"/>
                                        <p:tgtEl>
                                          <p:spTgt spid="12">
                                            <p:txEl>
                                              <p:pRg st="0" end="0"/>
                                            </p:txEl>
                                          </p:spTgt>
                                        </p:tgtEl>
                                        <p:attrNameLst>
                                          <p:attrName>ppt_y</p:attrName>
                                        </p:attrNameLst>
                                      </p:cBhvr>
                                      <p:tavLst>
                                        <p:tav tm="0">
                                          <p:val>
                                            <p:strVal val="#ppt_y"/>
                                          </p:val>
                                        </p:tav>
                                        <p:tav tm="100000">
                                          <p:val>
                                            <p:strVal val="#ppt_y"/>
                                          </p:val>
                                        </p:tav>
                                      </p:tavLst>
                                    </p:anim>
                                  </p:childTnLst>
                                </p:cTn>
                              </p:par>
                            </p:childTnLst>
                          </p:cTn>
                        </p:par>
                        <p:par>
                          <p:cTn id="42" fill="hold">
                            <p:stCondLst>
                              <p:cond delay="1000"/>
                            </p:stCondLst>
                            <p:childTnLst>
                              <p:par>
                                <p:cTn id="43" presetID="2" presetClass="entr" presetSubtype="8" fill="hold" grpId="0" nodeType="afterEffect">
                                  <p:stCondLst>
                                    <p:cond delay="0"/>
                                  </p:stCondLst>
                                  <p:childTnLst>
                                    <p:set>
                                      <p:cBhvr>
                                        <p:cTn id="44" dur="1" fill="hold">
                                          <p:stCondLst>
                                            <p:cond delay="0"/>
                                          </p:stCondLst>
                                        </p:cTn>
                                        <p:tgtEl>
                                          <p:spTgt spid="13">
                                            <p:txEl>
                                              <p:pRg st="0" end="0"/>
                                            </p:txEl>
                                          </p:spTgt>
                                        </p:tgtEl>
                                        <p:attrNameLst>
                                          <p:attrName>style.visibility</p:attrName>
                                        </p:attrNameLst>
                                      </p:cBhvr>
                                      <p:to>
                                        <p:strVal val="visible"/>
                                      </p:to>
                                    </p:set>
                                    <p:anim calcmode="lin" valueType="num">
                                      <p:cBhvr additive="base">
                                        <p:cTn id="45" dur="500" fill="hold"/>
                                        <p:tgtEl>
                                          <p:spTgt spid="13">
                                            <p:txEl>
                                              <p:pRg st="0" end="0"/>
                                            </p:tx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1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53" presetClass="entr" presetSubtype="16" fill="hold" nodeType="clickEffect">
                                  <p:stCondLst>
                                    <p:cond delay="0"/>
                                  </p:stCondLst>
                                  <p:childTnLst>
                                    <p:set>
                                      <p:cBhvr>
                                        <p:cTn id="50" dur="1" fill="hold">
                                          <p:stCondLst>
                                            <p:cond delay="0"/>
                                          </p:stCondLst>
                                        </p:cTn>
                                        <p:tgtEl>
                                          <p:spTgt spid="65"/>
                                        </p:tgtEl>
                                        <p:attrNameLst>
                                          <p:attrName>style.visibility</p:attrName>
                                        </p:attrNameLst>
                                      </p:cBhvr>
                                      <p:to>
                                        <p:strVal val="visible"/>
                                      </p:to>
                                    </p:set>
                                    <p:anim calcmode="lin" valueType="num">
                                      <p:cBhvr>
                                        <p:cTn id="51" dur="500" fill="hold"/>
                                        <p:tgtEl>
                                          <p:spTgt spid="65"/>
                                        </p:tgtEl>
                                        <p:attrNameLst>
                                          <p:attrName>ppt_w</p:attrName>
                                        </p:attrNameLst>
                                      </p:cBhvr>
                                      <p:tavLst>
                                        <p:tav tm="0">
                                          <p:val>
                                            <p:fltVal val="0"/>
                                          </p:val>
                                        </p:tav>
                                        <p:tav tm="100000">
                                          <p:val>
                                            <p:strVal val="#ppt_w"/>
                                          </p:val>
                                        </p:tav>
                                      </p:tavLst>
                                    </p:anim>
                                    <p:anim calcmode="lin" valueType="num">
                                      <p:cBhvr>
                                        <p:cTn id="52" dur="500" fill="hold"/>
                                        <p:tgtEl>
                                          <p:spTgt spid="65"/>
                                        </p:tgtEl>
                                        <p:attrNameLst>
                                          <p:attrName>ppt_h</p:attrName>
                                        </p:attrNameLst>
                                      </p:cBhvr>
                                      <p:tavLst>
                                        <p:tav tm="0">
                                          <p:val>
                                            <p:fltVal val="0"/>
                                          </p:val>
                                        </p:tav>
                                        <p:tav tm="100000">
                                          <p:val>
                                            <p:strVal val="#ppt_h"/>
                                          </p:val>
                                        </p:tav>
                                      </p:tavLst>
                                    </p:anim>
                                    <p:animEffect transition="in" filter="fade">
                                      <p:cBhvr>
                                        <p:cTn id="53" dur="500"/>
                                        <p:tgtEl>
                                          <p:spTgt spid="65"/>
                                        </p:tgtEl>
                                      </p:cBhvr>
                                    </p:animEffect>
                                  </p:childTnLst>
                                </p:cTn>
                              </p:par>
                            </p:childTnLst>
                          </p:cTn>
                        </p:par>
                        <p:par>
                          <p:cTn id="54" fill="hold">
                            <p:stCondLst>
                              <p:cond delay="500"/>
                            </p:stCondLst>
                            <p:childTnLst>
                              <p:par>
                                <p:cTn id="55" presetID="2" presetClass="entr" presetSubtype="8" fill="hold" grpId="0" nodeType="afterEffect">
                                  <p:stCondLst>
                                    <p:cond delay="0"/>
                                  </p:stCondLst>
                                  <p:childTnLst>
                                    <p:set>
                                      <p:cBhvr>
                                        <p:cTn id="56" dur="1" fill="hold">
                                          <p:stCondLst>
                                            <p:cond delay="0"/>
                                          </p:stCondLst>
                                        </p:cTn>
                                        <p:tgtEl>
                                          <p:spTgt spid="14">
                                            <p:txEl>
                                              <p:pRg st="0" end="0"/>
                                            </p:txEl>
                                          </p:spTgt>
                                        </p:tgtEl>
                                        <p:attrNameLst>
                                          <p:attrName>style.visibility</p:attrName>
                                        </p:attrNameLst>
                                      </p:cBhvr>
                                      <p:to>
                                        <p:strVal val="visible"/>
                                      </p:to>
                                    </p:set>
                                    <p:anim calcmode="lin" valueType="num">
                                      <p:cBhvr additive="base">
                                        <p:cTn id="57" dur="500" fill="hold"/>
                                        <p:tgtEl>
                                          <p:spTgt spid="14">
                                            <p:txEl>
                                              <p:pRg st="0" end="0"/>
                                            </p:txEl>
                                          </p:spTgt>
                                        </p:tgtEl>
                                        <p:attrNameLst>
                                          <p:attrName>ppt_x</p:attrName>
                                        </p:attrNameLst>
                                      </p:cBhvr>
                                      <p:tavLst>
                                        <p:tav tm="0">
                                          <p:val>
                                            <p:strVal val="0-#ppt_w/2"/>
                                          </p:val>
                                        </p:tav>
                                        <p:tav tm="100000">
                                          <p:val>
                                            <p:strVal val="#ppt_x"/>
                                          </p:val>
                                        </p:tav>
                                      </p:tavLst>
                                    </p:anim>
                                    <p:anim calcmode="lin" valueType="num">
                                      <p:cBhvr additive="base">
                                        <p:cTn id="58" dur="500" fill="hold"/>
                                        <p:tgtEl>
                                          <p:spTgt spid="14">
                                            <p:txEl>
                                              <p:pRg st="0" end="0"/>
                                            </p:txEl>
                                          </p:spTgt>
                                        </p:tgtEl>
                                        <p:attrNameLst>
                                          <p:attrName>ppt_y</p:attrName>
                                        </p:attrNameLst>
                                      </p:cBhvr>
                                      <p:tavLst>
                                        <p:tav tm="0">
                                          <p:val>
                                            <p:strVal val="#ppt_y"/>
                                          </p:val>
                                        </p:tav>
                                        <p:tav tm="100000">
                                          <p:val>
                                            <p:strVal val="#ppt_y"/>
                                          </p:val>
                                        </p:tav>
                                      </p:tavLst>
                                    </p:anim>
                                  </p:childTnLst>
                                </p:cTn>
                              </p:par>
                            </p:childTnLst>
                          </p:cTn>
                        </p:par>
                        <p:par>
                          <p:cTn id="59" fill="hold">
                            <p:stCondLst>
                              <p:cond delay="1000"/>
                            </p:stCondLst>
                            <p:childTnLst>
                              <p:par>
                                <p:cTn id="60" presetID="2" presetClass="entr" presetSubtype="8" fill="hold" grpId="0" nodeType="afterEffect">
                                  <p:stCondLst>
                                    <p:cond delay="0"/>
                                  </p:stCondLst>
                                  <p:childTnLst>
                                    <p:set>
                                      <p:cBhvr>
                                        <p:cTn id="61" dur="1" fill="hold">
                                          <p:stCondLst>
                                            <p:cond delay="0"/>
                                          </p:stCondLst>
                                        </p:cTn>
                                        <p:tgtEl>
                                          <p:spTgt spid="15">
                                            <p:txEl>
                                              <p:pRg st="0" end="0"/>
                                            </p:txEl>
                                          </p:spTgt>
                                        </p:tgtEl>
                                        <p:attrNameLst>
                                          <p:attrName>style.visibility</p:attrName>
                                        </p:attrNameLst>
                                      </p:cBhvr>
                                      <p:to>
                                        <p:strVal val="visible"/>
                                      </p:to>
                                    </p:set>
                                    <p:anim calcmode="lin" valueType="num">
                                      <p:cBhvr additive="base">
                                        <p:cTn id="62" dur="500" fill="hold"/>
                                        <p:tgtEl>
                                          <p:spTgt spid="15">
                                            <p:txEl>
                                              <p:pRg st="0" end="0"/>
                                            </p:txEl>
                                          </p:spTgt>
                                        </p:tgtEl>
                                        <p:attrNameLst>
                                          <p:attrName>ppt_x</p:attrName>
                                        </p:attrNameLst>
                                      </p:cBhvr>
                                      <p:tavLst>
                                        <p:tav tm="0">
                                          <p:val>
                                            <p:strVal val="0-#ppt_w/2"/>
                                          </p:val>
                                        </p:tav>
                                        <p:tav tm="100000">
                                          <p:val>
                                            <p:strVal val="#ppt_x"/>
                                          </p:val>
                                        </p:tav>
                                      </p:tavLst>
                                    </p:anim>
                                    <p:anim calcmode="lin" valueType="num">
                                      <p:cBhvr additive="base">
                                        <p:cTn id="63" dur="500" fill="hold"/>
                                        <p:tgtEl>
                                          <p:spTgt spid="1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53" presetClass="entr" presetSubtype="16" fill="hold" nodeType="clickEffect">
                                  <p:stCondLst>
                                    <p:cond delay="0"/>
                                  </p:stCondLst>
                                  <p:childTnLst>
                                    <p:set>
                                      <p:cBhvr>
                                        <p:cTn id="67" dur="1" fill="hold">
                                          <p:stCondLst>
                                            <p:cond delay="0"/>
                                          </p:stCondLst>
                                        </p:cTn>
                                        <p:tgtEl>
                                          <p:spTgt spid="69"/>
                                        </p:tgtEl>
                                        <p:attrNameLst>
                                          <p:attrName>style.visibility</p:attrName>
                                        </p:attrNameLst>
                                      </p:cBhvr>
                                      <p:to>
                                        <p:strVal val="visible"/>
                                      </p:to>
                                    </p:set>
                                    <p:anim calcmode="lin" valueType="num">
                                      <p:cBhvr>
                                        <p:cTn id="68" dur="500" fill="hold"/>
                                        <p:tgtEl>
                                          <p:spTgt spid="69"/>
                                        </p:tgtEl>
                                        <p:attrNameLst>
                                          <p:attrName>ppt_w</p:attrName>
                                        </p:attrNameLst>
                                      </p:cBhvr>
                                      <p:tavLst>
                                        <p:tav tm="0">
                                          <p:val>
                                            <p:fltVal val="0"/>
                                          </p:val>
                                        </p:tav>
                                        <p:tav tm="100000">
                                          <p:val>
                                            <p:strVal val="#ppt_w"/>
                                          </p:val>
                                        </p:tav>
                                      </p:tavLst>
                                    </p:anim>
                                    <p:anim calcmode="lin" valueType="num">
                                      <p:cBhvr>
                                        <p:cTn id="69" dur="500" fill="hold"/>
                                        <p:tgtEl>
                                          <p:spTgt spid="69"/>
                                        </p:tgtEl>
                                        <p:attrNameLst>
                                          <p:attrName>ppt_h</p:attrName>
                                        </p:attrNameLst>
                                      </p:cBhvr>
                                      <p:tavLst>
                                        <p:tav tm="0">
                                          <p:val>
                                            <p:fltVal val="0"/>
                                          </p:val>
                                        </p:tav>
                                        <p:tav tm="100000">
                                          <p:val>
                                            <p:strVal val="#ppt_h"/>
                                          </p:val>
                                        </p:tav>
                                      </p:tavLst>
                                    </p:anim>
                                    <p:animEffect transition="in" filter="fade">
                                      <p:cBhvr>
                                        <p:cTn id="70" dur="500"/>
                                        <p:tgtEl>
                                          <p:spTgt spid="69"/>
                                        </p:tgtEl>
                                      </p:cBhvr>
                                    </p:animEffect>
                                  </p:childTnLst>
                                </p:cTn>
                              </p:par>
                            </p:childTnLst>
                          </p:cTn>
                        </p:par>
                        <p:par>
                          <p:cTn id="71" fill="hold">
                            <p:stCondLst>
                              <p:cond delay="500"/>
                            </p:stCondLst>
                            <p:childTnLst>
                              <p:par>
                                <p:cTn id="72" presetID="2" presetClass="entr" presetSubtype="8" fill="hold" grpId="0" nodeType="afterEffect">
                                  <p:stCondLst>
                                    <p:cond delay="0"/>
                                  </p:stCondLst>
                                  <p:childTnLst>
                                    <p:set>
                                      <p:cBhvr>
                                        <p:cTn id="73" dur="1" fill="hold">
                                          <p:stCondLst>
                                            <p:cond delay="0"/>
                                          </p:stCondLst>
                                        </p:cTn>
                                        <p:tgtEl>
                                          <p:spTgt spid="16">
                                            <p:txEl>
                                              <p:pRg st="0" end="0"/>
                                            </p:txEl>
                                          </p:spTgt>
                                        </p:tgtEl>
                                        <p:attrNameLst>
                                          <p:attrName>style.visibility</p:attrName>
                                        </p:attrNameLst>
                                      </p:cBhvr>
                                      <p:to>
                                        <p:strVal val="visible"/>
                                      </p:to>
                                    </p:set>
                                    <p:anim calcmode="lin" valueType="num">
                                      <p:cBhvr additive="base">
                                        <p:cTn id="74" dur="500" fill="hold"/>
                                        <p:tgtEl>
                                          <p:spTgt spid="16">
                                            <p:txEl>
                                              <p:pRg st="0" end="0"/>
                                            </p:txEl>
                                          </p:spTgt>
                                        </p:tgtEl>
                                        <p:attrNameLst>
                                          <p:attrName>ppt_x</p:attrName>
                                        </p:attrNameLst>
                                      </p:cBhvr>
                                      <p:tavLst>
                                        <p:tav tm="0">
                                          <p:val>
                                            <p:strVal val="0-#ppt_w/2"/>
                                          </p:val>
                                        </p:tav>
                                        <p:tav tm="100000">
                                          <p:val>
                                            <p:strVal val="#ppt_x"/>
                                          </p:val>
                                        </p:tav>
                                      </p:tavLst>
                                    </p:anim>
                                    <p:anim calcmode="lin" valueType="num">
                                      <p:cBhvr additive="base">
                                        <p:cTn id="75" dur="500" fill="hold"/>
                                        <p:tgtEl>
                                          <p:spTgt spid="16">
                                            <p:txEl>
                                              <p:pRg st="0" end="0"/>
                                            </p:txEl>
                                          </p:spTgt>
                                        </p:tgtEl>
                                        <p:attrNameLst>
                                          <p:attrName>ppt_y</p:attrName>
                                        </p:attrNameLst>
                                      </p:cBhvr>
                                      <p:tavLst>
                                        <p:tav tm="0">
                                          <p:val>
                                            <p:strVal val="#ppt_y"/>
                                          </p:val>
                                        </p:tav>
                                        <p:tav tm="100000">
                                          <p:val>
                                            <p:strVal val="#ppt_y"/>
                                          </p:val>
                                        </p:tav>
                                      </p:tavLst>
                                    </p:anim>
                                  </p:childTnLst>
                                </p:cTn>
                              </p:par>
                            </p:childTnLst>
                          </p:cTn>
                        </p:par>
                        <p:par>
                          <p:cTn id="76" fill="hold">
                            <p:stCondLst>
                              <p:cond delay="1000"/>
                            </p:stCondLst>
                            <p:childTnLst>
                              <p:par>
                                <p:cTn id="77" presetID="2" presetClass="entr" presetSubtype="8" fill="hold" grpId="0" nodeType="afterEffect">
                                  <p:stCondLst>
                                    <p:cond delay="0"/>
                                  </p:stCondLst>
                                  <p:childTnLst>
                                    <p:set>
                                      <p:cBhvr>
                                        <p:cTn id="78" dur="1" fill="hold">
                                          <p:stCondLst>
                                            <p:cond delay="0"/>
                                          </p:stCondLst>
                                        </p:cTn>
                                        <p:tgtEl>
                                          <p:spTgt spid="17">
                                            <p:txEl>
                                              <p:pRg st="0" end="0"/>
                                            </p:txEl>
                                          </p:spTgt>
                                        </p:tgtEl>
                                        <p:attrNameLst>
                                          <p:attrName>style.visibility</p:attrName>
                                        </p:attrNameLst>
                                      </p:cBhvr>
                                      <p:to>
                                        <p:strVal val="visible"/>
                                      </p:to>
                                    </p:set>
                                    <p:anim calcmode="lin" valueType="num">
                                      <p:cBhvr additive="base">
                                        <p:cTn id="79" dur="500" fill="hold"/>
                                        <p:tgtEl>
                                          <p:spTgt spid="17">
                                            <p:txEl>
                                              <p:pRg st="0" end="0"/>
                                            </p:txEl>
                                          </p:spTgt>
                                        </p:tgtEl>
                                        <p:attrNameLst>
                                          <p:attrName>ppt_x</p:attrName>
                                        </p:attrNameLst>
                                      </p:cBhvr>
                                      <p:tavLst>
                                        <p:tav tm="0">
                                          <p:val>
                                            <p:strVal val="0-#ppt_w/2"/>
                                          </p:val>
                                        </p:tav>
                                        <p:tav tm="100000">
                                          <p:val>
                                            <p:strVal val="#ppt_x"/>
                                          </p:val>
                                        </p:tav>
                                      </p:tavLst>
                                    </p:anim>
                                    <p:anim calcmode="lin" valueType="num">
                                      <p:cBhvr additive="base">
                                        <p:cTn id="80" dur="500" fill="hold"/>
                                        <p:tgtEl>
                                          <p:spTgt spid="1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build="p"/>
      <p:bldP spid="11" grpId="0" build="p"/>
      <p:bldP spid="12" grpId="0" build="p"/>
      <p:bldP spid="13" grpId="0" build="p"/>
      <p:bldP spid="14" grpId="0" build="p"/>
      <p:bldP spid="15" grpId="0" build="p"/>
      <p:bldP spid="16" grpId="0" build="p"/>
      <p:bldP spid="17" grpId="0" build="p"/>
      <p:bldP spid="47"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Multi-colored sticky notes on a whiteboard">
            <a:extLst>
              <a:ext uri="{FF2B5EF4-FFF2-40B4-BE49-F238E27FC236}">
                <a16:creationId xmlns:a16="http://schemas.microsoft.com/office/drawing/2014/main" id="{45C9175C-120D-0E95-2165-23373C4CAA3D}"/>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19401" r="11544"/>
          <a:stretch/>
        </p:blipFill>
        <p:spPr>
          <a:xfrm>
            <a:off x="4469157" y="-1"/>
            <a:ext cx="7114233" cy="6868049"/>
          </a:xfrm>
        </p:spPr>
      </p:pic>
      <p:sp>
        <p:nvSpPr>
          <p:cNvPr id="3" name="Title 2">
            <a:extLst>
              <a:ext uri="{FF2B5EF4-FFF2-40B4-BE49-F238E27FC236}">
                <a16:creationId xmlns:a16="http://schemas.microsoft.com/office/drawing/2014/main" id="{75D9D642-0A9E-5D1E-AE6D-A24FC17A46E3}"/>
              </a:ext>
            </a:extLst>
          </p:cNvPr>
          <p:cNvSpPr>
            <a:spLocks noGrp="1"/>
          </p:cNvSpPr>
          <p:nvPr>
            <p:ph type="ctrTitle"/>
          </p:nvPr>
        </p:nvSpPr>
        <p:spPr>
          <a:xfrm>
            <a:off x="636806" y="1900720"/>
            <a:ext cx="4484082" cy="1846324"/>
          </a:xfrm>
        </p:spPr>
        <p:txBody>
          <a:bodyPr/>
          <a:lstStyle/>
          <a:p>
            <a:pPr>
              <a:lnSpc>
                <a:spcPct val="90000"/>
              </a:lnSpc>
            </a:pPr>
            <a:r>
              <a:rPr lang="en-IN" sz="4400">
                <a:latin typeface="Barlow Medium"/>
              </a:rPr>
              <a:t>How to SHORTLIST Ideas?</a:t>
            </a:r>
          </a:p>
        </p:txBody>
      </p:sp>
    </p:spTree>
    <p:extLst>
      <p:ext uri="{BB962C8B-B14F-4D97-AF65-F5344CB8AC3E}">
        <p14:creationId xmlns:p14="http://schemas.microsoft.com/office/powerpoint/2010/main" val="681236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A444C9AE-E580-314D-319D-30394DCCB841}"/>
              </a:ext>
            </a:extLst>
          </p:cNvPr>
          <p:cNvPicPr>
            <a:picLocks noGrp="1" noChangeAspect="1"/>
          </p:cNvPicPr>
          <p:nvPr>
            <p:ph type="pic" sz="quarter" idx="11"/>
          </p:nvPr>
        </p:nvPicPr>
        <p:blipFill rotWithShape="1">
          <a:blip r:embed="rId2">
            <a:extLst>
              <a:ext uri="{28A0092B-C50C-407E-A947-70E740481C1C}">
                <a14:useLocalDpi xmlns:a14="http://schemas.microsoft.com/office/drawing/2010/main" val="0"/>
              </a:ext>
            </a:extLst>
          </a:blip>
          <a:srcRect l="5040" t="2135" r="196" b="11354"/>
          <a:stretch/>
        </p:blipFill>
        <p:spPr>
          <a:xfrm>
            <a:off x="-114300" y="-85906"/>
            <a:ext cx="5522913" cy="7011419"/>
          </a:xfrm>
        </p:spPr>
      </p:pic>
      <p:sp>
        <p:nvSpPr>
          <p:cNvPr id="2" name="TextBox 1">
            <a:extLst>
              <a:ext uri="{FF2B5EF4-FFF2-40B4-BE49-F238E27FC236}">
                <a16:creationId xmlns:a16="http://schemas.microsoft.com/office/drawing/2014/main" id="{4E277B7F-A27C-B7B1-59D7-7C4C80C189A8}"/>
              </a:ext>
            </a:extLst>
          </p:cNvPr>
          <p:cNvSpPr txBox="1"/>
          <p:nvPr/>
        </p:nvSpPr>
        <p:spPr>
          <a:xfrm>
            <a:off x="5105948" y="2326918"/>
            <a:ext cx="6911881" cy="3046988"/>
          </a:xfrm>
          <a:prstGeom prst="rect">
            <a:avLst/>
          </a:prstGeom>
          <a:noFill/>
        </p:spPr>
        <p:txBody>
          <a:bodyPr wrap="square" rtlCol="0">
            <a:spAutoFit/>
          </a:bodyPr>
          <a:lstStyle/>
          <a:p>
            <a:pPr marL="609630" marR="0" lvl="0" indent="-609630" algn="l" defTabSz="914400" rtl="0" eaLnBrk="1" fontAlgn="auto" latinLnBrk="0" hangingPunct="1">
              <a:lnSpc>
                <a:spcPct val="100000"/>
              </a:lnSpc>
              <a:spcBef>
                <a:spcPts val="0"/>
              </a:spcBef>
              <a:spcAft>
                <a:spcPts val="0"/>
              </a:spcAft>
              <a:buClrTx/>
              <a:buSzTx/>
              <a:buFontTx/>
              <a:buAutoNum type="arabicPeriod"/>
              <a:tabLst/>
              <a:defRPr/>
            </a:pPr>
            <a:r>
              <a:rPr kumimoji="0" lang="en-IN" sz="2400" b="0" i="0" u="none" strike="noStrike" kern="1200" cap="none" spc="0" normalizeH="0" baseline="0" noProof="0" dirty="0" err="1">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Apakah</a:t>
            </a:r>
            <a:r>
              <a:rPr kumimoji="0" lang="en-IN" sz="2400" b="0" i="0" u="none" strike="noStrike" kern="1200" cap="none" spc="0" normalizeH="0" baseline="0" noProof="0" dirty="0">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 Anda </a:t>
            </a:r>
            <a:r>
              <a:rPr kumimoji="0" lang="en-IN" sz="2400" b="0" i="0" u="none" strike="noStrike" kern="1200" cap="none" spc="0" normalizeH="0" baseline="0" noProof="0" dirty="0" err="1">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memiliki</a:t>
            </a:r>
            <a:r>
              <a:rPr kumimoji="0" lang="en-IN" sz="2400" b="0" i="0" u="none" strike="noStrike" kern="1200" cap="none" spc="0" normalizeH="0" baseline="0" noProof="0" dirty="0">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IN" sz="2400" b="0" i="0" u="none" strike="noStrike" kern="1200" cap="none" spc="0" normalizeH="0" baseline="0" noProof="0" dirty="0" err="1">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teknologi</a:t>
            </a:r>
            <a:r>
              <a:rPr kumimoji="0" lang="en-IN" sz="2400" b="0" i="0" u="none" strike="noStrike" kern="1200" cap="none" spc="0" normalizeH="0" baseline="0" noProof="0" dirty="0">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IN" sz="2400" b="0" i="0" u="none" strike="noStrike" kern="1200" cap="none" spc="0" normalizeH="0" baseline="0" noProof="0" dirty="0" err="1">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untuk</a:t>
            </a:r>
            <a:r>
              <a:rPr kumimoji="0" lang="en-IN" sz="2400" b="0" i="0" u="none" strike="noStrike" kern="1200" cap="none" spc="0" normalizeH="0" baseline="0" noProof="0" dirty="0">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IN" sz="2400" b="0" i="0" u="none" strike="noStrike" kern="1200" cap="none" spc="0" normalizeH="0" baseline="0" noProof="0" dirty="0" err="1">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membangunnya</a:t>
            </a:r>
            <a:r>
              <a:rPr kumimoji="0" lang="en-IN" sz="2400" b="0" i="0" u="none" strike="noStrike" kern="1200" cap="none" spc="0" normalizeH="0" baseline="0" noProof="0" dirty="0">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a:t>
            </a:r>
          </a:p>
          <a:p>
            <a:pPr marL="609630" marR="0" lvl="0" indent="-609630" algn="l" defTabSz="914400" rtl="0" eaLnBrk="1" fontAlgn="auto" latinLnBrk="0" hangingPunct="1">
              <a:lnSpc>
                <a:spcPct val="100000"/>
              </a:lnSpc>
              <a:spcBef>
                <a:spcPts val="0"/>
              </a:spcBef>
              <a:spcAft>
                <a:spcPts val="0"/>
              </a:spcAft>
              <a:buClrTx/>
              <a:buSzTx/>
              <a:buFontTx/>
              <a:buAutoNum type="arabicPeriod"/>
              <a:tabLst/>
              <a:defRPr/>
            </a:pPr>
            <a:r>
              <a:rPr kumimoji="0" lang="en-IN" sz="2400" b="0" i="0" u="none" strike="noStrike" kern="1200" cap="none" spc="0" normalizeH="0" baseline="0" noProof="0" dirty="0" err="1">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erapa</a:t>
            </a:r>
            <a:r>
              <a:rPr kumimoji="0" lang="en-IN" sz="2400" b="0" i="0" u="none" strike="noStrike" kern="1200" cap="none" spc="0" normalizeH="0" baseline="0" noProof="0" dirty="0">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 lama </a:t>
            </a:r>
            <a:r>
              <a:rPr kumimoji="0" lang="en-IN" sz="2400" b="0" i="0" u="none" strike="noStrike" kern="1200" cap="none" spc="0" normalizeH="0" baseline="0" noProof="0" dirty="0" err="1">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waktu</a:t>
            </a:r>
            <a:r>
              <a:rPr kumimoji="0" lang="en-IN" sz="2400" b="0" i="0" u="none" strike="noStrike" kern="1200" cap="none" spc="0" normalizeH="0" baseline="0" noProof="0" dirty="0">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 yang </a:t>
            </a:r>
            <a:r>
              <a:rPr kumimoji="0" lang="en-IN" sz="2400" b="0" i="0" u="none" strike="noStrike" kern="1200" cap="none" spc="0" normalizeH="0" baseline="0" noProof="0" dirty="0" err="1">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dibutuhkan</a:t>
            </a:r>
            <a:r>
              <a:rPr kumimoji="0" lang="en-IN" sz="2400" b="0" i="0" u="none" strike="noStrike" kern="1200" cap="none" spc="0" normalizeH="0" baseline="0" noProof="0" dirty="0">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IN" sz="2400" b="0" i="0" u="none" strike="noStrike" kern="1200" cap="none" spc="0" normalizeH="0" baseline="0" noProof="0" dirty="0" err="1">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untuk</a:t>
            </a:r>
            <a:r>
              <a:rPr kumimoji="0" lang="en-IN" sz="2400" b="0" i="0" u="none" strike="noStrike" kern="1200" cap="none" spc="0" normalizeH="0" baseline="0" noProof="0" dirty="0">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IN" sz="2400" b="0" i="0" u="none" strike="noStrike" kern="1200" cap="none" spc="0" normalizeH="0" baseline="0" noProof="0" dirty="0" err="1">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mengembangkan</a:t>
            </a:r>
            <a:r>
              <a:rPr kumimoji="0" lang="en-IN" sz="2400" b="0" i="0" u="none" strike="noStrike" kern="1200" cap="none" spc="0" normalizeH="0" baseline="0" noProof="0" dirty="0">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IN" sz="2400" b="0" i="0" u="none" strike="noStrike" kern="1200" cap="none" spc="0" normalizeH="0" baseline="0" noProof="0" dirty="0" err="1">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solusi</a:t>
            </a:r>
            <a:r>
              <a:rPr kumimoji="0" lang="en-IN" sz="2400" b="0" i="0" u="none" strike="noStrike" kern="1200" cap="none" spc="0" normalizeH="0" baseline="0" noProof="0" dirty="0">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a:t>
            </a:r>
          </a:p>
          <a:p>
            <a:pPr marL="609630" marR="0" lvl="0" indent="-609630" algn="l" defTabSz="914400" rtl="0" eaLnBrk="1" fontAlgn="auto" latinLnBrk="0" hangingPunct="1">
              <a:lnSpc>
                <a:spcPct val="100000"/>
              </a:lnSpc>
              <a:spcBef>
                <a:spcPts val="0"/>
              </a:spcBef>
              <a:spcAft>
                <a:spcPts val="0"/>
              </a:spcAft>
              <a:buClrTx/>
              <a:buSzTx/>
              <a:buFontTx/>
              <a:buAutoNum type="arabicPeriod"/>
              <a:tabLst/>
              <a:defRPr/>
            </a:pPr>
            <a:r>
              <a:rPr kumimoji="0" lang="en-IN" sz="2400" b="0" i="0" u="none" strike="noStrike" kern="1200" cap="none" spc="0" normalizeH="0" baseline="0" noProof="0" dirty="0" err="1">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Apakah</a:t>
            </a:r>
            <a:r>
              <a:rPr kumimoji="0" lang="en-IN" sz="2400" b="0" i="0" u="none" strike="noStrike" kern="1200" cap="none" spc="0" normalizeH="0" baseline="0" noProof="0" dirty="0">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 Anda </a:t>
            </a:r>
            <a:r>
              <a:rPr kumimoji="0" lang="en-IN" sz="2400" b="0" i="0" u="none" strike="noStrike" kern="1200" cap="none" spc="0" normalizeH="0" baseline="0" noProof="0" dirty="0" err="1">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memiliki</a:t>
            </a:r>
            <a:r>
              <a:rPr kumimoji="0" lang="en-IN" sz="2400" b="0" i="0" u="none" strike="noStrike" kern="1200" cap="none" spc="0" normalizeH="0" baseline="0" noProof="0" dirty="0">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IN" sz="2400" b="0" i="0" u="none" strike="noStrike" kern="1200" cap="none" spc="0" normalizeH="0" baseline="0" noProof="0" dirty="0" err="1">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tim</a:t>
            </a:r>
            <a:r>
              <a:rPr kumimoji="0" lang="en-IN" sz="2400" b="0" i="0" u="none" strike="noStrike" kern="1200" cap="none" spc="0" normalizeH="0" baseline="0" noProof="0" dirty="0">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IN" sz="2400" b="0" i="0" u="none" strike="noStrike" kern="1200" cap="none" spc="0" normalizeH="0" baseline="0" noProof="0" dirty="0" err="1">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untuk</a:t>
            </a:r>
            <a:r>
              <a:rPr kumimoji="0" lang="en-IN" sz="2400" b="0" i="0" u="none" strike="noStrike" kern="1200" cap="none" spc="0" normalizeH="0" baseline="0" noProof="0" dirty="0">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IN" sz="2400" b="0" i="0" u="none" strike="noStrike" kern="1200" cap="none" spc="0" normalizeH="0" baseline="0" noProof="0" dirty="0" err="1">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mengembangkannya</a:t>
            </a:r>
            <a:r>
              <a:rPr kumimoji="0" lang="en-IN" sz="2400" b="0" i="0" u="none" strike="noStrike" kern="1200" cap="none" spc="0" normalizeH="0" baseline="0" noProof="0" dirty="0">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a:t>
            </a:r>
          </a:p>
          <a:p>
            <a:pPr marL="609630" marR="0" lvl="0" indent="-609630" algn="l" defTabSz="914400" rtl="0" eaLnBrk="1" fontAlgn="auto" latinLnBrk="0" hangingPunct="1">
              <a:lnSpc>
                <a:spcPct val="100000"/>
              </a:lnSpc>
              <a:spcBef>
                <a:spcPts val="0"/>
              </a:spcBef>
              <a:spcAft>
                <a:spcPts val="0"/>
              </a:spcAft>
              <a:buClrTx/>
              <a:buSzTx/>
              <a:buFontTx/>
              <a:buAutoNum type="arabicPeriod"/>
              <a:tabLst/>
              <a:defRPr/>
            </a:pPr>
            <a:r>
              <a:rPr kumimoji="0" lang="en-IN" sz="2400" b="0" i="0" u="none" strike="noStrike" kern="1200" cap="none" spc="0" normalizeH="0" baseline="0" noProof="0" dirty="0" err="1">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Dapatkah</a:t>
            </a:r>
            <a:r>
              <a:rPr kumimoji="0" lang="en-IN" sz="2400" b="0" i="0" u="none" strike="noStrike" kern="1200" cap="none" spc="0" normalizeH="0" baseline="0" noProof="0" dirty="0">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IN" sz="2400" b="0" i="0" u="none" strike="noStrike" kern="1200" cap="none" spc="0" normalizeH="0" baseline="0" noProof="0" dirty="0" err="1">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solusinya</a:t>
            </a:r>
            <a:r>
              <a:rPr kumimoji="0" lang="en-IN" sz="2400" b="0" i="0" u="none" strike="noStrike" kern="1200" cap="none" spc="0" normalizeH="0" baseline="0" noProof="0" dirty="0">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IN" sz="2400" b="0" i="0" u="none" strike="noStrike" kern="1200" cap="none" spc="0" normalizeH="0" baseline="0" noProof="0" dirty="0" err="1">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berkembang</a:t>
            </a:r>
            <a:r>
              <a:rPr kumimoji="0" lang="en-IN" sz="2400" b="0" i="0" u="none" strike="noStrike" kern="1200" cap="none" spc="0" normalizeH="0" baseline="0" noProof="0" dirty="0">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a:t>
            </a:r>
          </a:p>
          <a:p>
            <a:pPr marL="609630" marR="0" lvl="0" indent="-609630" algn="l" defTabSz="914400" rtl="0" eaLnBrk="1" fontAlgn="auto" latinLnBrk="0" hangingPunct="1">
              <a:lnSpc>
                <a:spcPct val="100000"/>
              </a:lnSpc>
              <a:spcBef>
                <a:spcPts val="0"/>
              </a:spcBef>
              <a:spcAft>
                <a:spcPts val="0"/>
              </a:spcAft>
              <a:buClrTx/>
              <a:buSzTx/>
              <a:buFontTx/>
              <a:buAutoNum type="arabicPeriod"/>
              <a:tabLst/>
              <a:defRPr/>
            </a:pPr>
            <a:r>
              <a:rPr kumimoji="0" lang="en-IN" sz="2400" b="0" i="0" u="none" strike="noStrike" kern="1200" cap="none" spc="0" normalizeH="0" baseline="0" noProof="0" dirty="0" err="1">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Seberapa</a:t>
            </a:r>
            <a:r>
              <a:rPr kumimoji="0" lang="en-IN" sz="2400" b="0" i="0" u="none" strike="noStrike" kern="1200" cap="none" spc="0" normalizeH="0" baseline="0" noProof="0" dirty="0">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IN" sz="2400" b="0" i="0" u="none" strike="noStrike" kern="1200" cap="none" spc="0" normalizeH="0" baseline="0" noProof="0" dirty="0" err="1">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unik</a:t>
            </a:r>
            <a:r>
              <a:rPr kumimoji="0" lang="en-IN" sz="2400" b="0" i="0" u="none" strike="noStrike" kern="1200" cap="none" spc="0" normalizeH="0" baseline="0" noProof="0" dirty="0">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IN" sz="2400" b="0" i="0" u="none" strike="noStrike" kern="1200" cap="none" spc="0" normalizeH="0" baseline="0" noProof="0" dirty="0" err="1">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solusi</a:t>
            </a:r>
            <a:r>
              <a:rPr kumimoji="0" lang="en-IN" sz="2400" b="0" i="0" u="none" strike="noStrike" kern="1200" cap="none" spc="0" normalizeH="0" baseline="0" noProof="0" dirty="0">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 yang </a:t>
            </a:r>
            <a:r>
              <a:rPr kumimoji="0" lang="en-IN" sz="2400" b="0" i="0" u="none" strike="noStrike" kern="1200" cap="none" spc="0" normalizeH="0" baseline="0" noProof="0" dirty="0" err="1">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akan</a:t>
            </a:r>
            <a:r>
              <a:rPr kumimoji="0" lang="en-IN" sz="2400" b="0" i="0" u="none" strike="noStrike" kern="1200" cap="none" spc="0" normalizeH="0" baseline="0" noProof="0" dirty="0">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IN" sz="2400" b="0" i="0" u="none" strike="noStrike" kern="1200" cap="none" spc="0" normalizeH="0" baseline="0" noProof="0" dirty="0" err="1">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diberikan</a:t>
            </a:r>
            <a:r>
              <a:rPr kumimoji="0" lang="en-IN" sz="2400" b="0" i="0" u="none" strike="noStrike" kern="1200" cap="none" spc="0" normalizeH="0" baseline="0" noProof="0" dirty="0">
                <a:ln>
                  <a:noFill/>
                </a:ln>
                <a:solidFill>
                  <a:srgbClr val="414042"/>
                </a:solidFill>
                <a:effectLst/>
                <a:uLnTx/>
                <a:uFillTx/>
                <a:latin typeface="Open Sans" panose="020B0606030504020204" pitchFamily="34" charset="0"/>
                <a:ea typeface="Open Sans" panose="020B0606030504020204" pitchFamily="34" charset="0"/>
                <a:cs typeface="Open Sans" panose="020B0606030504020204" pitchFamily="34" charset="0"/>
              </a:rPr>
              <a:t>?</a:t>
            </a:r>
          </a:p>
        </p:txBody>
      </p:sp>
      <p:sp>
        <p:nvSpPr>
          <p:cNvPr id="6" name="TextBox 5">
            <a:extLst>
              <a:ext uri="{FF2B5EF4-FFF2-40B4-BE49-F238E27FC236}">
                <a16:creationId xmlns:a16="http://schemas.microsoft.com/office/drawing/2014/main" id="{628647A0-BD11-CCB8-CEE2-32FAEEBEB5FB}"/>
              </a:ext>
            </a:extLst>
          </p:cNvPr>
          <p:cNvSpPr txBox="1"/>
          <p:nvPr/>
        </p:nvSpPr>
        <p:spPr>
          <a:xfrm>
            <a:off x="6260260" y="685187"/>
            <a:ext cx="4251069" cy="1641731"/>
          </a:xfrm>
          <a:prstGeom prst="rect">
            <a:avLst/>
          </a:prstGeom>
        </p:spPr>
        <p:txBody>
          <a:bodyPr wrap="square" lIns="0" tIns="0" rIns="0" bIns="0" rtlCol="0" anchor="t">
            <a:sp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kumimoji="0" lang="en-US" sz="5334" b="0" i="0" u="none" strike="noStrike" kern="1200" cap="none" spc="0" normalizeH="0" baseline="0" noProof="0" dirty="0">
                <a:ln>
                  <a:noFill/>
                </a:ln>
                <a:solidFill>
                  <a:prstClr val="black"/>
                </a:solidFill>
                <a:effectLst/>
                <a:uLnTx/>
                <a:uFillTx/>
                <a:latin typeface="Barlow" pitchFamily="2" charset="77"/>
                <a:ea typeface="+mn-ea"/>
                <a:cs typeface="+mn-cs"/>
              </a:rPr>
              <a:t>KRITERIA UMUM</a:t>
            </a:r>
            <a:endParaRPr kumimoji="0" lang="en-US" sz="5334" b="0" i="0" u="none" strike="noStrike" kern="1200" cap="none" spc="0" normalizeH="0" baseline="0" noProof="0" dirty="0">
              <a:ln>
                <a:noFill/>
              </a:ln>
              <a:solidFill>
                <a:srgbClr val="F2672A"/>
              </a:solidFill>
              <a:effectLst/>
              <a:uLnTx/>
              <a:uFillTx/>
              <a:latin typeface="Barlow" pitchFamily="2" charset="77"/>
              <a:ea typeface="+mn-ea"/>
              <a:cs typeface="+mn-cs"/>
            </a:endParaRPr>
          </a:p>
        </p:txBody>
      </p:sp>
      <p:sp>
        <p:nvSpPr>
          <p:cNvPr id="3" name="Rectangle 2">
            <a:extLst>
              <a:ext uri="{FF2B5EF4-FFF2-40B4-BE49-F238E27FC236}">
                <a16:creationId xmlns:a16="http://schemas.microsoft.com/office/drawing/2014/main" id="{7E2A6750-3380-6EAE-CCC9-45ACBA57741E}"/>
              </a:ext>
            </a:extLst>
          </p:cNvPr>
          <p:cNvSpPr/>
          <p:nvPr/>
        </p:nvSpPr>
        <p:spPr>
          <a:xfrm>
            <a:off x="6096000" y="5627914"/>
            <a:ext cx="4757057" cy="54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2000" b="0" i="0" u="none" strike="noStrike" kern="1200" cap="none" spc="0" normalizeH="0" baseline="0" noProof="0" dirty="0">
                <a:ln>
                  <a:noFill/>
                </a:ln>
                <a:solidFill>
                  <a:srgbClr val="FFFFFF"/>
                </a:solidFill>
                <a:effectLst/>
                <a:uLnTx/>
                <a:uFillTx/>
                <a:latin typeface="Aptos" panose="02110004020202020204"/>
                <a:ea typeface="+mn-ea"/>
                <a:cs typeface="+mn-cs"/>
              </a:rPr>
              <a:t>Seberapa baik hal itu menangani JTBD</a:t>
            </a:r>
            <a:r>
              <a:rPr kumimoji="0" lang="en-IN" sz="2000" b="0" i="0" u="none" strike="noStrike" kern="1200" cap="none" spc="0" normalizeH="0" baseline="0" noProof="0" dirty="0">
                <a:ln>
                  <a:noFill/>
                </a:ln>
                <a:solidFill>
                  <a:srgbClr val="FFFFFF"/>
                </a:solidFill>
                <a:effectLst/>
                <a:uLnTx/>
                <a:uFillTx/>
                <a:latin typeface="Aptos" panose="02110004020202020204"/>
                <a:ea typeface="+mn-ea"/>
                <a:cs typeface="+mn-cs"/>
              </a:rPr>
              <a:t>?</a:t>
            </a:r>
          </a:p>
        </p:txBody>
      </p:sp>
    </p:spTree>
    <p:extLst>
      <p:ext uri="{BB962C8B-B14F-4D97-AF65-F5344CB8AC3E}">
        <p14:creationId xmlns:p14="http://schemas.microsoft.com/office/powerpoint/2010/main" val="1938991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8" name="Picture 27" descr="Final jigsaw puzzle piece fitting to complete the puzzle">
            <a:extLst>
              <a:ext uri="{FF2B5EF4-FFF2-40B4-BE49-F238E27FC236}">
                <a16:creationId xmlns:a16="http://schemas.microsoft.com/office/drawing/2014/main" id="{F8AB4E3B-21DC-537D-F76A-491ED62B4005}"/>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5177" b="5177"/>
          <a:stretch/>
        </p:blipFill>
        <p:spPr>
          <a:xfrm>
            <a:off x="1352048" y="1898"/>
            <a:ext cx="10839952" cy="6476710"/>
          </a:xfrm>
          <a:custGeom>
            <a:avLst/>
            <a:gdLst>
              <a:gd name="connsiteX0" fmla="*/ 13028 w 10839952"/>
              <a:gd name="connsiteY0" fmla="*/ 0 h 6476710"/>
              <a:gd name="connsiteX1" fmla="*/ 10839952 w 10839952"/>
              <a:gd name="connsiteY1" fmla="*/ 0 h 6476710"/>
              <a:gd name="connsiteX2" fmla="*/ 10839952 w 10839952"/>
              <a:gd name="connsiteY2" fmla="*/ 4207453 h 6476710"/>
              <a:gd name="connsiteX3" fmla="*/ 10799970 w 10839952"/>
              <a:gd name="connsiteY3" fmla="*/ 4258332 h 6476710"/>
              <a:gd name="connsiteX4" fmla="*/ 6096000 w 10839952"/>
              <a:gd name="connsiteY4" fmla="*/ 6476710 h 6476710"/>
              <a:gd name="connsiteX5" fmla="*/ 0 w 10839952"/>
              <a:gd name="connsiteY5" fmla="*/ 380710 h 6476710"/>
              <a:gd name="connsiteX6" fmla="*/ 7932 w 10839952"/>
              <a:gd name="connsiteY6" fmla="*/ 67011 h 6476710"/>
              <a:gd name="connsiteX7" fmla="*/ 13028 w 10839952"/>
              <a:gd name="connsiteY7" fmla="*/ 0 h 6476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39952" h="6476710">
                <a:moveTo>
                  <a:pt x="13028" y="0"/>
                </a:moveTo>
                <a:lnTo>
                  <a:pt x="10839952" y="0"/>
                </a:lnTo>
                <a:lnTo>
                  <a:pt x="10839952" y="4207453"/>
                </a:lnTo>
                <a:lnTo>
                  <a:pt x="10799970" y="4258332"/>
                </a:lnTo>
                <a:cubicBezTo>
                  <a:pt x="9681874" y="5613152"/>
                  <a:pt x="7989784" y="6476710"/>
                  <a:pt x="6096000" y="6476710"/>
                </a:cubicBezTo>
                <a:cubicBezTo>
                  <a:pt x="2729272" y="6476710"/>
                  <a:pt x="0" y="3747438"/>
                  <a:pt x="0" y="380710"/>
                </a:cubicBezTo>
                <a:cubicBezTo>
                  <a:pt x="0" y="275500"/>
                  <a:pt x="2664" y="170912"/>
                  <a:pt x="7932" y="67011"/>
                </a:cubicBezTo>
                <a:lnTo>
                  <a:pt x="13028" y="0"/>
                </a:lnTo>
                <a:close/>
              </a:path>
            </a:pathLst>
          </a:custGeom>
          <a:solidFill>
            <a:schemeClr val="bg1"/>
          </a:solidFill>
        </p:spPr>
      </p:pic>
      <p:sp>
        <p:nvSpPr>
          <p:cNvPr id="3" name="Freeform: Shape 2">
            <a:extLst>
              <a:ext uri="{FF2B5EF4-FFF2-40B4-BE49-F238E27FC236}">
                <a16:creationId xmlns:a16="http://schemas.microsoft.com/office/drawing/2014/main" id="{5175C773-03F9-C0DA-30E1-34BBA7BEC27F}"/>
              </a:ext>
            </a:extLst>
          </p:cNvPr>
          <p:cNvSpPr/>
          <p:nvPr/>
        </p:nvSpPr>
        <p:spPr>
          <a:xfrm rot="10800000">
            <a:off x="-2" y="4127502"/>
            <a:ext cx="4569985" cy="2730498"/>
          </a:xfrm>
          <a:custGeom>
            <a:avLst/>
            <a:gdLst>
              <a:gd name="connsiteX0" fmla="*/ 13028 w 10839953"/>
              <a:gd name="connsiteY0" fmla="*/ 0 h 6476710"/>
              <a:gd name="connsiteX1" fmla="*/ 10839953 w 10839953"/>
              <a:gd name="connsiteY1" fmla="*/ 0 h 6476710"/>
              <a:gd name="connsiteX2" fmla="*/ 10839953 w 10839953"/>
              <a:gd name="connsiteY2" fmla="*/ 4207453 h 6476710"/>
              <a:gd name="connsiteX3" fmla="*/ 10799970 w 10839953"/>
              <a:gd name="connsiteY3" fmla="*/ 4258332 h 6476710"/>
              <a:gd name="connsiteX4" fmla="*/ 6096000 w 10839953"/>
              <a:gd name="connsiteY4" fmla="*/ 6476710 h 6476710"/>
              <a:gd name="connsiteX5" fmla="*/ 0 w 10839953"/>
              <a:gd name="connsiteY5" fmla="*/ 380710 h 6476710"/>
              <a:gd name="connsiteX6" fmla="*/ 7932 w 10839953"/>
              <a:gd name="connsiteY6" fmla="*/ 67011 h 6476710"/>
              <a:gd name="connsiteX7" fmla="*/ 13028 w 10839953"/>
              <a:gd name="connsiteY7" fmla="*/ 0 h 6476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39953" h="6476710">
                <a:moveTo>
                  <a:pt x="13028" y="0"/>
                </a:moveTo>
                <a:lnTo>
                  <a:pt x="10839953" y="0"/>
                </a:lnTo>
                <a:lnTo>
                  <a:pt x="10839953" y="4207453"/>
                </a:lnTo>
                <a:lnTo>
                  <a:pt x="10799970" y="4258332"/>
                </a:lnTo>
                <a:cubicBezTo>
                  <a:pt x="9681874" y="5613152"/>
                  <a:pt x="7989785" y="6476710"/>
                  <a:pt x="6096000" y="6476710"/>
                </a:cubicBezTo>
                <a:cubicBezTo>
                  <a:pt x="2729272" y="6476710"/>
                  <a:pt x="0" y="3747438"/>
                  <a:pt x="0" y="380710"/>
                </a:cubicBezTo>
                <a:cubicBezTo>
                  <a:pt x="0" y="275500"/>
                  <a:pt x="2665" y="170912"/>
                  <a:pt x="7932" y="67011"/>
                </a:cubicBezTo>
                <a:lnTo>
                  <a:pt x="13028" y="0"/>
                </a:lnTo>
                <a:close/>
              </a:path>
            </a:pathLst>
          </a:custGeom>
          <a:gradFill>
            <a:gsLst>
              <a:gs pos="100000">
                <a:schemeClr val="tx2"/>
              </a:gs>
              <a:gs pos="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75FD0504-2A41-6EB9-1045-4AEC2BC1508B}"/>
              </a:ext>
            </a:extLst>
          </p:cNvPr>
          <p:cNvSpPr txBox="1">
            <a:spLocks/>
          </p:cNvSpPr>
          <p:nvPr/>
        </p:nvSpPr>
        <p:spPr>
          <a:xfrm>
            <a:off x="360000" y="338447"/>
            <a:ext cx="11484000" cy="492443"/>
          </a:xfrm>
          <a:prstGeom prst="rect">
            <a:avLst/>
          </a:prstGeom>
        </p:spPr>
        <p:txBody>
          <a:bodyPr vert="horz" lIns="0" tIns="0" rIns="0" bIns="0" rtlCol="0" anchor="t" anchorCtr="0">
            <a:spAutoFit/>
          </a:bodyPr>
          <a:lstStyle>
            <a:lvl1pPr algn="r" defTabSz="914400" rtl="0" eaLnBrk="1" latinLnBrk="0" hangingPunct="1">
              <a:lnSpc>
                <a:spcPct val="100000"/>
              </a:lnSpc>
              <a:spcBef>
                <a:spcPct val="0"/>
              </a:spcBef>
              <a:buNone/>
              <a:defRPr lang="en-US" sz="3200" b="1" kern="1200" dirty="0">
                <a:solidFill>
                  <a:schemeClr val="tx2"/>
                </a:solidFill>
                <a:latin typeface="Barlow Medium" panose="00000600000000000000" pitchFamily="2" charset="0"/>
                <a:ea typeface="+mj-ea"/>
                <a:cs typeface="+mj-cs"/>
              </a:defRPr>
            </a:lvl1pPr>
          </a:lstStyle>
          <a:p>
            <a:r>
              <a:rPr lang="en-IN" sz="3200">
                <a:latin typeface="Barlow" panose="00000500000000000000" pitchFamily="2" charset="0"/>
              </a:rPr>
              <a:t>Ensure Problem - Solution Fit</a:t>
            </a:r>
            <a:endParaRPr lang="en-US"/>
          </a:p>
        </p:txBody>
      </p:sp>
      <p:sp>
        <p:nvSpPr>
          <p:cNvPr id="5" name="Rectangle 4">
            <a:extLst>
              <a:ext uri="{FF2B5EF4-FFF2-40B4-BE49-F238E27FC236}">
                <a16:creationId xmlns:a16="http://schemas.microsoft.com/office/drawing/2014/main" id="{FD796129-3B30-8FD3-A346-B8F3D70BD6EE}"/>
              </a:ext>
            </a:extLst>
          </p:cNvPr>
          <p:cNvSpPr/>
          <p:nvPr/>
        </p:nvSpPr>
        <p:spPr>
          <a:xfrm>
            <a:off x="6443806" y="1488586"/>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6" name="Subtitle 2">
            <a:extLst>
              <a:ext uri="{FF2B5EF4-FFF2-40B4-BE49-F238E27FC236}">
                <a16:creationId xmlns:a16="http://schemas.microsoft.com/office/drawing/2014/main" id="{F72D750D-67ED-B3FE-28F1-8CDA11CFADB7}"/>
              </a:ext>
            </a:extLst>
          </p:cNvPr>
          <p:cNvSpPr txBox="1">
            <a:spLocks/>
          </p:cNvSpPr>
          <p:nvPr/>
        </p:nvSpPr>
        <p:spPr>
          <a:xfrm>
            <a:off x="285135" y="854284"/>
            <a:ext cx="11634149" cy="461665"/>
          </a:xfrm>
          <a:prstGeom prst="rect">
            <a:avLst/>
          </a:prstGeom>
        </p:spPr>
        <p:txBody>
          <a:bodyPr wrap="square">
            <a:spAutoFit/>
          </a:bodyPr>
          <a:lstStyle>
            <a:lvl1pPr marL="0" indent="0" algn="r" defTabSz="914400" rtl="0" eaLnBrk="1" latinLnBrk="0" hangingPunct="1">
              <a:lnSpc>
                <a:spcPct val="100000"/>
              </a:lnSpc>
              <a:spcBef>
                <a:spcPts val="0"/>
              </a:spcBef>
              <a:buFont typeface="Arial" panose="020B0604020202020204" pitchFamily="34" charset="0"/>
              <a:buNone/>
              <a:defRPr lang="en-US" sz="2400" b="1" kern="1200" dirty="0">
                <a:solidFill>
                  <a:schemeClr val="accent1"/>
                </a:solidFill>
                <a:latin typeface="Barlow Medium" panose="00000600000000000000" pitchFamily="2" charset="0"/>
                <a:ea typeface="+mj-ea"/>
                <a:cs typeface="+mj-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Open Sans" pitchFamily="2" charset="0"/>
                <a:ea typeface="Open Sans" pitchFamily="2" charset="0"/>
                <a:cs typeface="Open Sans" pitchFamily="2"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Open Sans" pitchFamily="2" charset="0"/>
                <a:ea typeface="Open Sans" pitchFamily="2" charset="0"/>
                <a:cs typeface="Open Sans" pitchFamily="2"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itchFamily="2" charset="0"/>
                <a:ea typeface="Open Sans" pitchFamily="2" charset="0"/>
                <a:cs typeface="Open Sans" pitchFamily="2"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itchFamily="2" charset="0"/>
                <a:ea typeface="Open Sans" pitchFamily="2" charset="0"/>
                <a:cs typeface="Open Sans" pitchFamily="2"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t>A stepping-stone towards achieving Problem-Product Fit</a:t>
            </a:r>
          </a:p>
        </p:txBody>
      </p:sp>
      <p:sp>
        <p:nvSpPr>
          <p:cNvPr id="7" name="Rectangle: Rounded Corners 6">
            <a:extLst>
              <a:ext uri="{FF2B5EF4-FFF2-40B4-BE49-F238E27FC236}">
                <a16:creationId xmlns:a16="http://schemas.microsoft.com/office/drawing/2014/main" id="{088BBCE2-F425-4981-B023-DE4A91D431CF}"/>
              </a:ext>
            </a:extLst>
          </p:cNvPr>
          <p:cNvSpPr/>
          <p:nvPr/>
        </p:nvSpPr>
        <p:spPr>
          <a:xfrm>
            <a:off x="2100542" y="2409063"/>
            <a:ext cx="2437078" cy="3255286"/>
          </a:xfrm>
          <a:prstGeom prst="roundRect">
            <a:avLst>
              <a:gd name="adj" fmla="val 6896"/>
            </a:avLst>
          </a:prstGeom>
          <a:solidFill>
            <a:schemeClr val="bg1"/>
          </a:solidFill>
          <a:ln>
            <a:noFill/>
          </a:ln>
          <a:effectLst>
            <a:outerShdw blurRad="127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37">
            <a:extLst>
              <a:ext uri="{FF2B5EF4-FFF2-40B4-BE49-F238E27FC236}">
                <a16:creationId xmlns:a16="http://schemas.microsoft.com/office/drawing/2014/main" id="{EC0E5ADA-51DF-8075-D6B5-860DE135C43A}"/>
              </a:ext>
            </a:extLst>
          </p:cNvPr>
          <p:cNvSpPr txBox="1">
            <a:spLocks/>
          </p:cNvSpPr>
          <p:nvPr/>
        </p:nvSpPr>
        <p:spPr>
          <a:xfrm>
            <a:off x="2287366" y="3989180"/>
            <a:ext cx="1903413" cy="1165075"/>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1400" b="0" kern="1200">
                <a:solidFill>
                  <a:schemeClr val="tx1"/>
                </a:solidFill>
                <a:latin typeface="Open Sans"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Make sure the solution address root causes, and reduces negative impact</a:t>
            </a:r>
            <a:endParaRPr lang="en-IN"/>
          </a:p>
        </p:txBody>
      </p:sp>
      <p:sp>
        <p:nvSpPr>
          <p:cNvPr id="9" name="Text Placeholder 37">
            <a:extLst>
              <a:ext uri="{FF2B5EF4-FFF2-40B4-BE49-F238E27FC236}">
                <a16:creationId xmlns:a16="http://schemas.microsoft.com/office/drawing/2014/main" id="{E4ED1851-C75D-6FF3-67C0-0A8AB1F0BD78}"/>
              </a:ext>
            </a:extLst>
          </p:cNvPr>
          <p:cNvSpPr txBox="1">
            <a:spLocks/>
          </p:cNvSpPr>
          <p:nvPr/>
        </p:nvSpPr>
        <p:spPr>
          <a:xfrm>
            <a:off x="2819400" y="1720920"/>
            <a:ext cx="1903411" cy="554755"/>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1800" b="1" kern="1200">
                <a:solidFill>
                  <a:schemeClr val="tx1"/>
                </a:solidFill>
                <a:latin typeface="Barlow" panose="00000500000000000000"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endParaRPr lang="en-IN"/>
          </a:p>
        </p:txBody>
      </p:sp>
      <p:sp>
        <p:nvSpPr>
          <p:cNvPr id="10" name="Rectangle 9">
            <a:extLst>
              <a:ext uri="{FF2B5EF4-FFF2-40B4-BE49-F238E27FC236}">
                <a16:creationId xmlns:a16="http://schemas.microsoft.com/office/drawing/2014/main" id="{61811A5D-BABD-D7E7-6A88-A9972EB4F5F7}"/>
              </a:ext>
            </a:extLst>
          </p:cNvPr>
          <p:cNvSpPr/>
          <p:nvPr/>
        </p:nvSpPr>
        <p:spPr>
          <a:xfrm>
            <a:off x="4110318" y="3116283"/>
            <a:ext cx="434708" cy="51314"/>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1" name="Text Placeholder 42">
            <a:extLst>
              <a:ext uri="{FF2B5EF4-FFF2-40B4-BE49-F238E27FC236}">
                <a16:creationId xmlns:a16="http://schemas.microsoft.com/office/drawing/2014/main" id="{1179D6D9-F2A5-4645-7E92-CFDB303400DF}"/>
              </a:ext>
            </a:extLst>
          </p:cNvPr>
          <p:cNvSpPr txBox="1">
            <a:spLocks/>
          </p:cNvSpPr>
          <p:nvPr/>
        </p:nvSpPr>
        <p:spPr>
          <a:xfrm>
            <a:off x="2287366" y="2677335"/>
            <a:ext cx="1903413" cy="527050"/>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tx2"/>
                </a:solidFill>
                <a:latin typeface="Barlow" panose="00000500000000000000"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01</a:t>
            </a:r>
            <a:endParaRPr lang="en-IN"/>
          </a:p>
        </p:txBody>
      </p:sp>
      <p:sp>
        <p:nvSpPr>
          <p:cNvPr id="12" name="Rectangle: Rounded Corners 11">
            <a:extLst>
              <a:ext uri="{FF2B5EF4-FFF2-40B4-BE49-F238E27FC236}">
                <a16:creationId xmlns:a16="http://schemas.microsoft.com/office/drawing/2014/main" id="{2BBB892C-77AD-7C38-821D-D7B7BED320EC}"/>
              </a:ext>
            </a:extLst>
          </p:cNvPr>
          <p:cNvSpPr/>
          <p:nvPr/>
        </p:nvSpPr>
        <p:spPr>
          <a:xfrm>
            <a:off x="4805027" y="2409063"/>
            <a:ext cx="2437078" cy="3255286"/>
          </a:xfrm>
          <a:prstGeom prst="roundRect">
            <a:avLst>
              <a:gd name="adj" fmla="val 6896"/>
            </a:avLst>
          </a:prstGeom>
          <a:solidFill>
            <a:schemeClr val="bg1"/>
          </a:solidFill>
          <a:ln>
            <a:noFill/>
          </a:ln>
          <a:effectLst>
            <a:outerShdw blurRad="127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37">
            <a:extLst>
              <a:ext uri="{FF2B5EF4-FFF2-40B4-BE49-F238E27FC236}">
                <a16:creationId xmlns:a16="http://schemas.microsoft.com/office/drawing/2014/main" id="{C6487FF9-F640-DA70-AEEA-9EA7F16746D3}"/>
              </a:ext>
            </a:extLst>
          </p:cNvPr>
          <p:cNvSpPr txBox="1">
            <a:spLocks/>
          </p:cNvSpPr>
          <p:nvPr/>
        </p:nvSpPr>
        <p:spPr>
          <a:xfrm>
            <a:off x="4991851" y="3989181"/>
            <a:ext cx="1903413" cy="1165074"/>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1400" b="0" kern="1200">
                <a:solidFill>
                  <a:schemeClr val="tx1"/>
                </a:solidFill>
                <a:latin typeface="Open Sans"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Ensure that solution enables customer to achieve their jobs or goals easily</a:t>
            </a:r>
          </a:p>
        </p:txBody>
      </p:sp>
      <p:sp>
        <p:nvSpPr>
          <p:cNvPr id="14" name="Text Placeholder 37">
            <a:extLst>
              <a:ext uri="{FF2B5EF4-FFF2-40B4-BE49-F238E27FC236}">
                <a16:creationId xmlns:a16="http://schemas.microsoft.com/office/drawing/2014/main" id="{7DA59958-F9C7-9A61-DE61-E80FEFA68AE7}"/>
              </a:ext>
            </a:extLst>
          </p:cNvPr>
          <p:cNvSpPr txBox="1">
            <a:spLocks/>
          </p:cNvSpPr>
          <p:nvPr/>
        </p:nvSpPr>
        <p:spPr>
          <a:xfrm>
            <a:off x="1937633" y="1763520"/>
            <a:ext cx="1903411" cy="276665"/>
          </a:xfrm>
          <a:prstGeom prst="rect">
            <a:avLst/>
          </a:prstGeom>
        </p:spPr>
        <p:txBody>
          <a:bodyPr>
            <a:normAutofit fontScale="92500" lnSpcReduction="20000"/>
          </a:bodyPr>
          <a:lstStyle>
            <a:lvl1pPr marL="0" indent="0" algn="l" defTabSz="914400" rtl="0" eaLnBrk="1" latinLnBrk="0" hangingPunct="1">
              <a:lnSpc>
                <a:spcPct val="90000"/>
              </a:lnSpc>
              <a:spcBef>
                <a:spcPts val="1000"/>
              </a:spcBef>
              <a:buFont typeface="Arial" panose="020B0604020202020204" pitchFamily="34" charset="0"/>
              <a:buNone/>
              <a:defRPr sz="1800" b="1" kern="1200">
                <a:solidFill>
                  <a:schemeClr val="tx1"/>
                </a:solidFill>
                <a:latin typeface="Barlow" panose="00000500000000000000"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a:p>
        </p:txBody>
      </p:sp>
      <p:sp>
        <p:nvSpPr>
          <p:cNvPr id="15" name="Rectangle 14">
            <a:extLst>
              <a:ext uri="{FF2B5EF4-FFF2-40B4-BE49-F238E27FC236}">
                <a16:creationId xmlns:a16="http://schemas.microsoft.com/office/drawing/2014/main" id="{62A5FB3A-A0FC-6DC9-8FD7-430FD52F1113}"/>
              </a:ext>
            </a:extLst>
          </p:cNvPr>
          <p:cNvSpPr/>
          <p:nvPr/>
        </p:nvSpPr>
        <p:spPr>
          <a:xfrm>
            <a:off x="6814803" y="3116283"/>
            <a:ext cx="434708" cy="51314"/>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6" name="Text Placeholder 42">
            <a:extLst>
              <a:ext uri="{FF2B5EF4-FFF2-40B4-BE49-F238E27FC236}">
                <a16:creationId xmlns:a16="http://schemas.microsoft.com/office/drawing/2014/main" id="{BC9A4C4C-E6D2-ACB2-A735-237C83236BA6}"/>
              </a:ext>
            </a:extLst>
          </p:cNvPr>
          <p:cNvSpPr txBox="1">
            <a:spLocks/>
          </p:cNvSpPr>
          <p:nvPr/>
        </p:nvSpPr>
        <p:spPr>
          <a:xfrm>
            <a:off x="4991851" y="2677335"/>
            <a:ext cx="1903413" cy="527050"/>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tx2"/>
                </a:solidFill>
                <a:latin typeface="Barlow" panose="00000500000000000000"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02</a:t>
            </a:r>
            <a:endParaRPr lang="en-IN"/>
          </a:p>
        </p:txBody>
      </p:sp>
      <p:sp>
        <p:nvSpPr>
          <p:cNvPr id="17" name="Rectangle: Rounded Corners 16">
            <a:extLst>
              <a:ext uri="{FF2B5EF4-FFF2-40B4-BE49-F238E27FC236}">
                <a16:creationId xmlns:a16="http://schemas.microsoft.com/office/drawing/2014/main" id="{380864C0-1564-BDB0-C706-DBFF1B2F4AF3}"/>
              </a:ext>
            </a:extLst>
          </p:cNvPr>
          <p:cNvSpPr/>
          <p:nvPr/>
        </p:nvSpPr>
        <p:spPr>
          <a:xfrm>
            <a:off x="7517918" y="2409063"/>
            <a:ext cx="2437078" cy="3255286"/>
          </a:xfrm>
          <a:prstGeom prst="roundRect">
            <a:avLst>
              <a:gd name="adj" fmla="val 6896"/>
            </a:avLst>
          </a:prstGeom>
          <a:solidFill>
            <a:schemeClr val="bg1"/>
          </a:solidFill>
          <a:ln>
            <a:noFill/>
          </a:ln>
          <a:effectLst>
            <a:outerShdw blurRad="127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37">
            <a:extLst>
              <a:ext uri="{FF2B5EF4-FFF2-40B4-BE49-F238E27FC236}">
                <a16:creationId xmlns:a16="http://schemas.microsoft.com/office/drawing/2014/main" id="{3C14CB79-8E31-DC77-8462-45A7C53EEF9E}"/>
              </a:ext>
            </a:extLst>
          </p:cNvPr>
          <p:cNvSpPr txBox="1">
            <a:spLocks/>
          </p:cNvSpPr>
          <p:nvPr/>
        </p:nvSpPr>
        <p:spPr>
          <a:xfrm>
            <a:off x="7704742" y="3989181"/>
            <a:ext cx="1903413" cy="1165074"/>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1400" b="0" kern="1200">
                <a:solidFill>
                  <a:schemeClr val="tx1"/>
                </a:solidFill>
                <a:latin typeface="Open Sans"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Map solution with functionality customers want or expect</a:t>
            </a:r>
          </a:p>
        </p:txBody>
      </p:sp>
      <p:sp>
        <p:nvSpPr>
          <p:cNvPr id="19" name="Text Placeholder 37">
            <a:extLst>
              <a:ext uri="{FF2B5EF4-FFF2-40B4-BE49-F238E27FC236}">
                <a16:creationId xmlns:a16="http://schemas.microsoft.com/office/drawing/2014/main" id="{1D616C22-DE2A-1B99-765F-7B6B6C1BAB17}"/>
              </a:ext>
            </a:extLst>
          </p:cNvPr>
          <p:cNvSpPr txBox="1">
            <a:spLocks/>
          </p:cNvSpPr>
          <p:nvPr/>
        </p:nvSpPr>
        <p:spPr>
          <a:xfrm>
            <a:off x="7704742" y="3321916"/>
            <a:ext cx="1903411" cy="602536"/>
          </a:xfrm>
          <a:prstGeom prst="rect">
            <a:avLst/>
          </a:prstGeom>
        </p:spPr>
        <p:txBody>
          <a:bodyPr>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800" b="1" kern="1200">
                <a:solidFill>
                  <a:schemeClr val="tx1"/>
                </a:solidFill>
                <a:latin typeface="Barlow" panose="00000500000000000000"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t>Customer Expectations</a:t>
            </a:r>
          </a:p>
        </p:txBody>
      </p:sp>
      <p:sp>
        <p:nvSpPr>
          <p:cNvPr id="20" name="Rectangle 19">
            <a:extLst>
              <a:ext uri="{FF2B5EF4-FFF2-40B4-BE49-F238E27FC236}">
                <a16:creationId xmlns:a16="http://schemas.microsoft.com/office/drawing/2014/main" id="{EDD1FAE2-7AEC-0734-4521-DFB10EAC1396}"/>
              </a:ext>
            </a:extLst>
          </p:cNvPr>
          <p:cNvSpPr/>
          <p:nvPr/>
        </p:nvSpPr>
        <p:spPr>
          <a:xfrm>
            <a:off x="9527694" y="3116283"/>
            <a:ext cx="434708" cy="51314"/>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1" name="Text Placeholder 42">
            <a:extLst>
              <a:ext uri="{FF2B5EF4-FFF2-40B4-BE49-F238E27FC236}">
                <a16:creationId xmlns:a16="http://schemas.microsoft.com/office/drawing/2014/main" id="{55577145-BC85-C1BC-607B-B3D77F1C20F5}"/>
              </a:ext>
            </a:extLst>
          </p:cNvPr>
          <p:cNvSpPr txBox="1">
            <a:spLocks/>
          </p:cNvSpPr>
          <p:nvPr/>
        </p:nvSpPr>
        <p:spPr>
          <a:xfrm>
            <a:off x="7704742" y="2677335"/>
            <a:ext cx="1903413" cy="527050"/>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tx2"/>
                </a:solidFill>
                <a:latin typeface="Barlow" panose="00000500000000000000"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03</a:t>
            </a:r>
            <a:endParaRPr lang="en-IN"/>
          </a:p>
        </p:txBody>
      </p:sp>
      <p:sp>
        <p:nvSpPr>
          <p:cNvPr id="34" name="Text Placeholder 37">
            <a:extLst>
              <a:ext uri="{FF2B5EF4-FFF2-40B4-BE49-F238E27FC236}">
                <a16:creationId xmlns:a16="http://schemas.microsoft.com/office/drawing/2014/main" id="{330A8627-8889-7CC4-327B-3E95AE94996A}"/>
              </a:ext>
            </a:extLst>
          </p:cNvPr>
          <p:cNvSpPr txBox="1">
            <a:spLocks/>
          </p:cNvSpPr>
          <p:nvPr/>
        </p:nvSpPr>
        <p:spPr>
          <a:xfrm>
            <a:off x="4991853" y="3321916"/>
            <a:ext cx="1903411" cy="602536"/>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1800" b="1" kern="1200">
                <a:solidFill>
                  <a:schemeClr val="tx1"/>
                </a:solidFill>
                <a:latin typeface="Barlow" panose="00000500000000000000"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a:t>JTBD</a:t>
            </a:r>
          </a:p>
        </p:txBody>
      </p:sp>
      <p:sp>
        <p:nvSpPr>
          <p:cNvPr id="35" name="Text Placeholder 37">
            <a:extLst>
              <a:ext uri="{FF2B5EF4-FFF2-40B4-BE49-F238E27FC236}">
                <a16:creationId xmlns:a16="http://schemas.microsoft.com/office/drawing/2014/main" id="{07A859C1-B07F-C202-4C37-202E5818BC1F}"/>
              </a:ext>
            </a:extLst>
          </p:cNvPr>
          <p:cNvSpPr txBox="1">
            <a:spLocks/>
          </p:cNvSpPr>
          <p:nvPr/>
        </p:nvSpPr>
        <p:spPr>
          <a:xfrm>
            <a:off x="2367375" y="3321916"/>
            <a:ext cx="1903411" cy="602536"/>
          </a:xfrm>
          <a:prstGeom prst="rect">
            <a:avLst/>
          </a:prstGeom>
        </p:spPr>
        <p:txBody>
          <a:bodyPr>
            <a:normAutofit fontScale="92500" lnSpcReduction="20000"/>
          </a:bodyPr>
          <a:lstStyle>
            <a:lvl1pPr marL="0" indent="0" algn="l" defTabSz="914400" rtl="0" eaLnBrk="1" latinLnBrk="0" hangingPunct="1">
              <a:lnSpc>
                <a:spcPct val="90000"/>
              </a:lnSpc>
              <a:spcBef>
                <a:spcPts val="1000"/>
              </a:spcBef>
              <a:buFont typeface="Arial" panose="020B0604020202020204" pitchFamily="34" charset="0"/>
              <a:buNone/>
              <a:defRPr sz="1800" b="1" kern="1200">
                <a:solidFill>
                  <a:schemeClr val="tx1"/>
                </a:solidFill>
                <a:latin typeface="Barlow" panose="00000500000000000000"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en-IN"/>
              <a:t>Problem Statement</a:t>
            </a:r>
          </a:p>
        </p:txBody>
      </p:sp>
      <p:sp>
        <p:nvSpPr>
          <p:cNvPr id="2" name="TextBox 1">
            <a:extLst>
              <a:ext uri="{FF2B5EF4-FFF2-40B4-BE49-F238E27FC236}">
                <a16:creationId xmlns:a16="http://schemas.microsoft.com/office/drawing/2014/main" id="{AB2782CD-12AE-A60E-4730-17ACC1D9F2AD}"/>
              </a:ext>
            </a:extLst>
          </p:cNvPr>
          <p:cNvSpPr txBox="1"/>
          <p:nvPr/>
        </p:nvSpPr>
        <p:spPr>
          <a:xfrm>
            <a:off x="1867117" y="6132181"/>
            <a:ext cx="8457765" cy="338554"/>
          </a:xfrm>
          <a:prstGeom prst="rect">
            <a:avLst/>
          </a:prstGeom>
          <a:noFill/>
        </p:spPr>
        <p:txBody>
          <a:bodyPr wrap="none" rtlCol="0">
            <a:spAutoFit/>
          </a:bodyPr>
          <a:lstStyle/>
          <a:p>
            <a:r>
              <a:rPr lang="en-IN" sz="1600">
                <a:latin typeface="Open Sans" pitchFamily="2" charset="0"/>
                <a:ea typeface="Open Sans" pitchFamily="2" charset="0"/>
                <a:cs typeface="Open Sans" pitchFamily="2" charset="0"/>
              </a:rPr>
              <a:t>Hint: Review your solution idea against the details in the Persona to ensure alignment. </a:t>
            </a:r>
          </a:p>
        </p:txBody>
      </p:sp>
    </p:spTree>
    <p:extLst>
      <p:ext uri="{BB962C8B-B14F-4D97-AF65-F5344CB8AC3E}">
        <p14:creationId xmlns:p14="http://schemas.microsoft.com/office/powerpoint/2010/main" val="3583359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circle(out)">
                                      <p:cBhvr>
                                        <p:cTn id="7" dur="20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2" presetClass="entr" presetSubtype="2"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1+#ppt_w/2"/>
                                          </p:val>
                                        </p:tav>
                                        <p:tav tm="100000">
                                          <p:val>
                                            <p:strVal val="#ppt_x"/>
                                          </p:val>
                                        </p:tav>
                                      </p:tavLst>
                                    </p:anim>
                                    <p:anim calcmode="lin" valueType="num">
                                      <p:cBhvr additive="base">
                                        <p:cTn id="18" dur="500" fill="hold"/>
                                        <p:tgtEl>
                                          <p:spTgt spid="11"/>
                                        </p:tgtEl>
                                        <p:attrNameLst>
                                          <p:attrName>ppt_y</p:attrName>
                                        </p:attrNameLst>
                                      </p:cBhvr>
                                      <p:tavLst>
                                        <p:tav tm="0">
                                          <p:val>
                                            <p:strVal val="#ppt_y"/>
                                          </p:val>
                                        </p:tav>
                                        <p:tav tm="100000">
                                          <p:val>
                                            <p:strVal val="#ppt_y"/>
                                          </p:val>
                                        </p:tav>
                                      </p:tavLst>
                                    </p:anim>
                                  </p:childTnLst>
                                </p:cTn>
                              </p:par>
                            </p:childTnLst>
                          </p:cTn>
                        </p:par>
                        <p:par>
                          <p:cTn id="19" fill="hold">
                            <p:stCondLst>
                              <p:cond delay="1000"/>
                            </p:stCondLst>
                            <p:childTnLst>
                              <p:par>
                                <p:cTn id="20" presetID="2" presetClass="entr" presetSubtype="2" fill="hold" grpId="0" nodeType="after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additive="base">
                                        <p:cTn id="22" dur="500" fill="hold"/>
                                        <p:tgtEl>
                                          <p:spTgt spid="10"/>
                                        </p:tgtEl>
                                        <p:attrNameLst>
                                          <p:attrName>ppt_x</p:attrName>
                                        </p:attrNameLst>
                                      </p:cBhvr>
                                      <p:tavLst>
                                        <p:tav tm="0">
                                          <p:val>
                                            <p:strVal val="1+#ppt_w/2"/>
                                          </p:val>
                                        </p:tav>
                                        <p:tav tm="100000">
                                          <p:val>
                                            <p:strVal val="#ppt_x"/>
                                          </p:val>
                                        </p:tav>
                                      </p:tavLst>
                                    </p:anim>
                                    <p:anim calcmode="lin" valueType="num">
                                      <p:cBhvr additive="base">
                                        <p:cTn id="23" dur="500" fill="hold"/>
                                        <p:tgtEl>
                                          <p:spTgt spid="10"/>
                                        </p:tgtEl>
                                        <p:attrNameLst>
                                          <p:attrName>ppt_y</p:attrName>
                                        </p:attrNameLst>
                                      </p:cBhvr>
                                      <p:tavLst>
                                        <p:tav tm="0">
                                          <p:val>
                                            <p:strVal val="#ppt_y"/>
                                          </p:val>
                                        </p:tav>
                                        <p:tav tm="100000">
                                          <p:val>
                                            <p:strVal val="#ppt_y"/>
                                          </p:val>
                                        </p:tav>
                                      </p:tavLst>
                                    </p:anim>
                                  </p:childTnLst>
                                </p:cTn>
                              </p:par>
                            </p:childTnLst>
                          </p:cTn>
                        </p:par>
                        <p:par>
                          <p:cTn id="24" fill="hold">
                            <p:stCondLst>
                              <p:cond delay="1500"/>
                            </p:stCondLst>
                            <p:childTnLst>
                              <p:par>
                                <p:cTn id="25" presetID="2" presetClass="entr" presetSubtype="2" fill="hold" grpId="0" nodeType="afterEffect">
                                  <p:stCondLst>
                                    <p:cond delay="0"/>
                                  </p:stCondLst>
                                  <p:childTnLst>
                                    <p:set>
                                      <p:cBhvr>
                                        <p:cTn id="26" dur="1" fill="hold">
                                          <p:stCondLst>
                                            <p:cond delay="0"/>
                                          </p:stCondLst>
                                        </p:cTn>
                                        <p:tgtEl>
                                          <p:spTgt spid="35"/>
                                        </p:tgtEl>
                                        <p:attrNameLst>
                                          <p:attrName>style.visibility</p:attrName>
                                        </p:attrNameLst>
                                      </p:cBhvr>
                                      <p:to>
                                        <p:strVal val="visible"/>
                                      </p:to>
                                    </p:set>
                                    <p:anim calcmode="lin" valueType="num">
                                      <p:cBhvr additive="base">
                                        <p:cTn id="27" dur="500" fill="hold"/>
                                        <p:tgtEl>
                                          <p:spTgt spid="35"/>
                                        </p:tgtEl>
                                        <p:attrNameLst>
                                          <p:attrName>ppt_x</p:attrName>
                                        </p:attrNameLst>
                                      </p:cBhvr>
                                      <p:tavLst>
                                        <p:tav tm="0">
                                          <p:val>
                                            <p:strVal val="1+#ppt_w/2"/>
                                          </p:val>
                                        </p:tav>
                                        <p:tav tm="100000">
                                          <p:val>
                                            <p:strVal val="#ppt_x"/>
                                          </p:val>
                                        </p:tav>
                                      </p:tavLst>
                                    </p:anim>
                                    <p:anim calcmode="lin" valueType="num">
                                      <p:cBhvr additive="base">
                                        <p:cTn id="28" dur="500" fill="hold"/>
                                        <p:tgtEl>
                                          <p:spTgt spid="35"/>
                                        </p:tgtEl>
                                        <p:attrNameLst>
                                          <p:attrName>ppt_y</p:attrName>
                                        </p:attrNameLst>
                                      </p:cBhvr>
                                      <p:tavLst>
                                        <p:tav tm="0">
                                          <p:val>
                                            <p:strVal val="#ppt_y"/>
                                          </p:val>
                                        </p:tav>
                                        <p:tav tm="100000">
                                          <p:val>
                                            <p:strVal val="#ppt_y"/>
                                          </p:val>
                                        </p:tav>
                                      </p:tavLst>
                                    </p:anim>
                                  </p:childTnLst>
                                </p:cTn>
                              </p:par>
                            </p:childTnLst>
                          </p:cTn>
                        </p:par>
                        <p:par>
                          <p:cTn id="29" fill="hold">
                            <p:stCondLst>
                              <p:cond delay="2000"/>
                            </p:stCondLst>
                            <p:childTnLst>
                              <p:par>
                                <p:cTn id="30" presetID="2" presetClass="entr" presetSubtype="2" fill="hold" grpId="0" nodeType="after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500" fill="hold"/>
                                        <p:tgtEl>
                                          <p:spTgt spid="8"/>
                                        </p:tgtEl>
                                        <p:attrNameLst>
                                          <p:attrName>ppt_x</p:attrName>
                                        </p:attrNameLst>
                                      </p:cBhvr>
                                      <p:tavLst>
                                        <p:tav tm="0">
                                          <p:val>
                                            <p:strVal val="1+#ppt_w/2"/>
                                          </p:val>
                                        </p:tav>
                                        <p:tav tm="100000">
                                          <p:val>
                                            <p:strVal val="#ppt_x"/>
                                          </p:val>
                                        </p:tav>
                                      </p:tavLst>
                                    </p:anim>
                                    <p:anim calcmode="lin" valueType="num">
                                      <p:cBhvr additive="base">
                                        <p:cTn id="33"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2"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 calcmode="lin" valueType="num">
                                      <p:cBhvr additive="base">
                                        <p:cTn id="38" dur="500" fill="hold"/>
                                        <p:tgtEl>
                                          <p:spTgt spid="12"/>
                                        </p:tgtEl>
                                        <p:attrNameLst>
                                          <p:attrName>ppt_x</p:attrName>
                                        </p:attrNameLst>
                                      </p:cBhvr>
                                      <p:tavLst>
                                        <p:tav tm="0">
                                          <p:val>
                                            <p:strVal val="1+#ppt_w/2"/>
                                          </p:val>
                                        </p:tav>
                                        <p:tav tm="100000">
                                          <p:val>
                                            <p:strVal val="#ppt_x"/>
                                          </p:val>
                                        </p:tav>
                                      </p:tavLst>
                                    </p:anim>
                                    <p:anim calcmode="lin" valueType="num">
                                      <p:cBhvr additive="base">
                                        <p:cTn id="39" dur="500" fill="hold"/>
                                        <p:tgtEl>
                                          <p:spTgt spid="12"/>
                                        </p:tgtEl>
                                        <p:attrNameLst>
                                          <p:attrName>ppt_y</p:attrName>
                                        </p:attrNameLst>
                                      </p:cBhvr>
                                      <p:tavLst>
                                        <p:tav tm="0">
                                          <p:val>
                                            <p:strVal val="#ppt_y"/>
                                          </p:val>
                                        </p:tav>
                                        <p:tav tm="100000">
                                          <p:val>
                                            <p:strVal val="#ppt_y"/>
                                          </p:val>
                                        </p:tav>
                                      </p:tavLst>
                                    </p:anim>
                                  </p:childTnLst>
                                </p:cTn>
                              </p:par>
                            </p:childTnLst>
                          </p:cTn>
                        </p:par>
                        <p:par>
                          <p:cTn id="40" fill="hold">
                            <p:stCondLst>
                              <p:cond delay="500"/>
                            </p:stCondLst>
                            <p:childTnLst>
                              <p:par>
                                <p:cTn id="41" presetID="2" presetClass="entr" presetSubtype="2" fill="hold" grpId="0" nodeType="after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1+#ppt_w/2"/>
                                          </p:val>
                                        </p:tav>
                                        <p:tav tm="100000">
                                          <p:val>
                                            <p:strVal val="#ppt_x"/>
                                          </p:val>
                                        </p:tav>
                                      </p:tavLst>
                                    </p:anim>
                                    <p:anim calcmode="lin" valueType="num">
                                      <p:cBhvr additive="base">
                                        <p:cTn id="44" dur="500" fill="hold"/>
                                        <p:tgtEl>
                                          <p:spTgt spid="16"/>
                                        </p:tgtEl>
                                        <p:attrNameLst>
                                          <p:attrName>ppt_y</p:attrName>
                                        </p:attrNameLst>
                                      </p:cBhvr>
                                      <p:tavLst>
                                        <p:tav tm="0">
                                          <p:val>
                                            <p:strVal val="#ppt_y"/>
                                          </p:val>
                                        </p:tav>
                                        <p:tav tm="100000">
                                          <p:val>
                                            <p:strVal val="#ppt_y"/>
                                          </p:val>
                                        </p:tav>
                                      </p:tavLst>
                                    </p:anim>
                                  </p:childTnLst>
                                </p:cTn>
                              </p:par>
                            </p:childTnLst>
                          </p:cTn>
                        </p:par>
                        <p:par>
                          <p:cTn id="45" fill="hold">
                            <p:stCondLst>
                              <p:cond delay="1000"/>
                            </p:stCondLst>
                            <p:childTnLst>
                              <p:par>
                                <p:cTn id="46" presetID="2" presetClass="entr" presetSubtype="2" fill="hold" grpId="0" nodeType="afterEffect">
                                  <p:stCondLst>
                                    <p:cond delay="0"/>
                                  </p:stCondLst>
                                  <p:childTnLst>
                                    <p:set>
                                      <p:cBhvr>
                                        <p:cTn id="47" dur="1" fill="hold">
                                          <p:stCondLst>
                                            <p:cond delay="0"/>
                                          </p:stCondLst>
                                        </p:cTn>
                                        <p:tgtEl>
                                          <p:spTgt spid="15"/>
                                        </p:tgtEl>
                                        <p:attrNameLst>
                                          <p:attrName>style.visibility</p:attrName>
                                        </p:attrNameLst>
                                      </p:cBhvr>
                                      <p:to>
                                        <p:strVal val="visible"/>
                                      </p:to>
                                    </p:set>
                                    <p:anim calcmode="lin" valueType="num">
                                      <p:cBhvr additive="base">
                                        <p:cTn id="48" dur="500" fill="hold"/>
                                        <p:tgtEl>
                                          <p:spTgt spid="15"/>
                                        </p:tgtEl>
                                        <p:attrNameLst>
                                          <p:attrName>ppt_x</p:attrName>
                                        </p:attrNameLst>
                                      </p:cBhvr>
                                      <p:tavLst>
                                        <p:tav tm="0">
                                          <p:val>
                                            <p:strVal val="1+#ppt_w/2"/>
                                          </p:val>
                                        </p:tav>
                                        <p:tav tm="100000">
                                          <p:val>
                                            <p:strVal val="#ppt_x"/>
                                          </p:val>
                                        </p:tav>
                                      </p:tavLst>
                                    </p:anim>
                                    <p:anim calcmode="lin" valueType="num">
                                      <p:cBhvr additive="base">
                                        <p:cTn id="49" dur="500" fill="hold"/>
                                        <p:tgtEl>
                                          <p:spTgt spid="15"/>
                                        </p:tgtEl>
                                        <p:attrNameLst>
                                          <p:attrName>ppt_y</p:attrName>
                                        </p:attrNameLst>
                                      </p:cBhvr>
                                      <p:tavLst>
                                        <p:tav tm="0">
                                          <p:val>
                                            <p:strVal val="#ppt_y"/>
                                          </p:val>
                                        </p:tav>
                                        <p:tav tm="100000">
                                          <p:val>
                                            <p:strVal val="#ppt_y"/>
                                          </p:val>
                                        </p:tav>
                                      </p:tavLst>
                                    </p:anim>
                                  </p:childTnLst>
                                </p:cTn>
                              </p:par>
                            </p:childTnLst>
                          </p:cTn>
                        </p:par>
                        <p:par>
                          <p:cTn id="50" fill="hold">
                            <p:stCondLst>
                              <p:cond delay="1500"/>
                            </p:stCondLst>
                            <p:childTnLst>
                              <p:par>
                                <p:cTn id="51" presetID="2" presetClass="entr" presetSubtype="2" fill="hold" grpId="0" nodeType="afterEffect">
                                  <p:stCondLst>
                                    <p:cond delay="0"/>
                                  </p:stCondLst>
                                  <p:childTnLst>
                                    <p:set>
                                      <p:cBhvr>
                                        <p:cTn id="52" dur="1" fill="hold">
                                          <p:stCondLst>
                                            <p:cond delay="0"/>
                                          </p:stCondLst>
                                        </p:cTn>
                                        <p:tgtEl>
                                          <p:spTgt spid="34"/>
                                        </p:tgtEl>
                                        <p:attrNameLst>
                                          <p:attrName>style.visibility</p:attrName>
                                        </p:attrNameLst>
                                      </p:cBhvr>
                                      <p:to>
                                        <p:strVal val="visible"/>
                                      </p:to>
                                    </p:set>
                                    <p:anim calcmode="lin" valueType="num">
                                      <p:cBhvr additive="base">
                                        <p:cTn id="53" dur="500" fill="hold"/>
                                        <p:tgtEl>
                                          <p:spTgt spid="34"/>
                                        </p:tgtEl>
                                        <p:attrNameLst>
                                          <p:attrName>ppt_x</p:attrName>
                                        </p:attrNameLst>
                                      </p:cBhvr>
                                      <p:tavLst>
                                        <p:tav tm="0">
                                          <p:val>
                                            <p:strVal val="1+#ppt_w/2"/>
                                          </p:val>
                                        </p:tav>
                                        <p:tav tm="100000">
                                          <p:val>
                                            <p:strVal val="#ppt_x"/>
                                          </p:val>
                                        </p:tav>
                                      </p:tavLst>
                                    </p:anim>
                                    <p:anim calcmode="lin" valueType="num">
                                      <p:cBhvr additive="base">
                                        <p:cTn id="54" dur="500" fill="hold"/>
                                        <p:tgtEl>
                                          <p:spTgt spid="34"/>
                                        </p:tgtEl>
                                        <p:attrNameLst>
                                          <p:attrName>ppt_y</p:attrName>
                                        </p:attrNameLst>
                                      </p:cBhvr>
                                      <p:tavLst>
                                        <p:tav tm="0">
                                          <p:val>
                                            <p:strVal val="#ppt_y"/>
                                          </p:val>
                                        </p:tav>
                                        <p:tav tm="100000">
                                          <p:val>
                                            <p:strVal val="#ppt_y"/>
                                          </p:val>
                                        </p:tav>
                                      </p:tavLst>
                                    </p:anim>
                                  </p:childTnLst>
                                </p:cTn>
                              </p:par>
                            </p:childTnLst>
                          </p:cTn>
                        </p:par>
                        <p:par>
                          <p:cTn id="55" fill="hold">
                            <p:stCondLst>
                              <p:cond delay="2000"/>
                            </p:stCondLst>
                            <p:childTnLst>
                              <p:par>
                                <p:cTn id="56" presetID="2" presetClass="entr" presetSubtype="2" fill="hold" grpId="0" nodeType="afterEffect">
                                  <p:stCondLst>
                                    <p:cond delay="0"/>
                                  </p:stCondLst>
                                  <p:childTnLst>
                                    <p:set>
                                      <p:cBhvr>
                                        <p:cTn id="57" dur="1" fill="hold">
                                          <p:stCondLst>
                                            <p:cond delay="0"/>
                                          </p:stCondLst>
                                        </p:cTn>
                                        <p:tgtEl>
                                          <p:spTgt spid="13"/>
                                        </p:tgtEl>
                                        <p:attrNameLst>
                                          <p:attrName>style.visibility</p:attrName>
                                        </p:attrNameLst>
                                      </p:cBhvr>
                                      <p:to>
                                        <p:strVal val="visible"/>
                                      </p:to>
                                    </p:set>
                                    <p:anim calcmode="lin" valueType="num">
                                      <p:cBhvr additive="base">
                                        <p:cTn id="58" dur="500" fill="hold"/>
                                        <p:tgtEl>
                                          <p:spTgt spid="13"/>
                                        </p:tgtEl>
                                        <p:attrNameLst>
                                          <p:attrName>ppt_x</p:attrName>
                                        </p:attrNameLst>
                                      </p:cBhvr>
                                      <p:tavLst>
                                        <p:tav tm="0">
                                          <p:val>
                                            <p:strVal val="1+#ppt_w/2"/>
                                          </p:val>
                                        </p:tav>
                                        <p:tav tm="100000">
                                          <p:val>
                                            <p:strVal val="#ppt_x"/>
                                          </p:val>
                                        </p:tav>
                                      </p:tavLst>
                                    </p:anim>
                                    <p:anim calcmode="lin" valueType="num">
                                      <p:cBhvr additive="base">
                                        <p:cTn id="59"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2" fill="hold" grpId="0" nodeType="clickEffect">
                                  <p:stCondLst>
                                    <p:cond delay="0"/>
                                  </p:stCondLst>
                                  <p:childTnLst>
                                    <p:set>
                                      <p:cBhvr>
                                        <p:cTn id="63" dur="1" fill="hold">
                                          <p:stCondLst>
                                            <p:cond delay="0"/>
                                          </p:stCondLst>
                                        </p:cTn>
                                        <p:tgtEl>
                                          <p:spTgt spid="17"/>
                                        </p:tgtEl>
                                        <p:attrNameLst>
                                          <p:attrName>style.visibility</p:attrName>
                                        </p:attrNameLst>
                                      </p:cBhvr>
                                      <p:to>
                                        <p:strVal val="visible"/>
                                      </p:to>
                                    </p:set>
                                    <p:anim calcmode="lin" valueType="num">
                                      <p:cBhvr additive="base">
                                        <p:cTn id="64" dur="500" fill="hold"/>
                                        <p:tgtEl>
                                          <p:spTgt spid="17"/>
                                        </p:tgtEl>
                                        <p:attrNameLst>
                                          <p:attrName>ppt_x</p:attrName>
                                        </p:attrNameLst>
                                      </p:cBhvr>
                                      <p:tavLst>
                                        <p:tav tm="0">
                                          <p:val>
                                            <p:strVal val="1+#ppt_w/2"/>
                                          </p:val>
                                        </p:tav>
                                        <p:tav tm="100000">
                                          <p:val>
                                            <p:strVal val="#ppt_x"/>
                                          </p:val>
                                        </p:tav>
                                      </p:tavLst>
                                    </p:anim>
                                    <p:anim calcmode="lin" valueType="num">
                                      <p:cBhvr additive="base">
                                        <p:cTn id="65" dur="500" fill="hold"/>
                                        <p:tgtEl>
                                          <p:spTgt spid="17"/>
                                        </p:tgtEl>
                                        <p:attrNameLst>
                                          <p:attrName>ppt_y</p:attrName>
                                        </p:attrNameLst>
                                      </p:cBhvr>
                                      <p:tavLst>
                                        <p:tav tm="0">
                                          <p:val>
                                            <p:strVal val="#ppt_y"/>
                                          </p:val>
                                        </p:tav>
                                        <p:tav tm="100000">
                                          <p:val>
                                            <p:strVal val="#ppt_y"/>
                                          </p:val>
                                        </p:tav>
                                      </p:tavLst>
                                    </p:anim>
                                  </p:childTnLst>
                                </p:cTn>
                              </p:par>
                            </p:childTnLst>
                          </p:cTn>
                        </p:par>
                        <p:par>
                          <p:cTn id="66" fill="hold">
                            <p:stCondLst>
                              <p:cond delay="500"/>
                            </p:stCondLst>
                            <p:childTnLst>
                              <p:par>
                                <p:cTn id="67" presetID="2" presetClass="entr" presetSubtype="2" fill="hold" grpId="0" nodeType="afterEffect">
                                  <p:stCondLst>
                                    <p:cond delay="0"/>
                                  </p:stCondLst>
                                  <p:childTnLst>
                                    <p:set>
                                      <p:cBhvr>
                                        <p:cTn id="68" dur="1" fill="hold">
                                          <p:stCondLst>
                                            <p:cond delay="0"/>
                                          </p:stCondLst>
                                        </p:cTn>
                                        <p:tgtEl>
                                          <p:spTgt spid="21"/>
                                        </p:tgtEl>
                                        <p:attrNameLst>
                                          <p:attrName>style.visibility</p:attrName>
                                        </p:attrNameLst>
                                      </p:cBhvr>
                                      <p:to>
                                        <p:strVal val="visible"/>
                                      </p:to>
                                    </p:set>
                                    <p:anim calcmode="lin" valueType="num">
                                      <p:cBhvr additive="base">
                                        <p:cTn id="69" dur="500" fill="hold"/>
                                        <p:tgtEl>
                                          <p:spTgt spid="21"/>
                                        </p:tgtEl>
                                        <p:attrNameLst>
                                          <p:attrName>ppt_x</p:attrName>
                                        </p:attrNameLst>
                                      </p:cBhvr>
                                      <p:tavLst>
                                        <p:tav tm="0">
                                          <p:val>
                                            <p:strVal val="1+#ppt_w/2"/>
                                          </p:val>
                                        </p:tav>
                                        <p:tav tm="100000">
                                          <p:val>
                                            <p:strVal val="#ppt_x"/>
                                          </p:val>
                                        </p:tav>
                                      </p:tavLst>
                                    </p:anim>
                                    <p:anim calcmode="lin" valueType="num">
                                      <p:cBhvr additive="base">
                                        <p:cTn id="70" dur="500" fill="hold"/>
                                        <p:tgtEl>
                                          <p:spTgt spid="21"/>
                                        </p:tgtEl>
                                        <p:attrNameLst>
                                          <p:attrName>ppt_y</p:attrName>
                                        </p:attrNameLst>
                                      </p:cBhvr>
                                      <p:tavLst>
                                        <p:tav tm="0">
                                          <p:val>
                                            <p:strVal val="#ppt_y"/>
                                          </p:val>
                                        </p:tav>
                                        <p:tav tm="100000">
                                          <p:val>
                                            <p:strVal val="#ppt_y"/>
                                          </p:val>
                                        </p:tav>
                                      </p:tavLst>
                                    </p:anim>
                                  </p:childTnLst>
                                </p:cTn>
                              </p:par>
                            </p:childTnLst>
                          </p:cTn>
                        </p:par>
                        <p:par>
                          <p:cTn id="71" fill="hold">
                            <p:stCondLst>
                              <p:cond delay="1000"/>
                            </p:stCondLst>
                            <p:childTnLst>
                              <p:par>
                                <p:cTn id="72" presetID="2" presetClass="entr" presetSubtype="2"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 calcmode="lin" valueType="num">
                                      <p:cBhvr additive="base">
                                        <p:cTn id="74" dur="500" fill="hold"/>
                                        <p:tgtEl>
                                          <p:spTgt spid="20"/>
                                        </p:tgtEl>
                                        <p:attrNameLst>
                                          <p:attrName>ppt_x</p:attrName>
                                        </p:attrNameLst>
                                      </p:cBhvr>
                                      <p:tavLst>
                                        <p:tav tm="0">
                                          <p:val>
                                            <p:strVal val="1+#ppt_w/2"/>
                                          </p:val>
                                        </p:tav>
                                        <p:tav tm="100000">
                                          <p:val>
                                            <p:strVal val="#ppt_x"/>
                                          </p:val>
                                        </p:tav>
                                      </p:tavLst>
                                    </p:anim>
                                    <p:anim calcmode="lin" valueType="num">
                                      <p:cBhvr additive="base">
                                        <p:cTn id="75" dur="500" fill="hold"/>
                                        <p:tgtEl>
                                          <p:spTgt spid="20"/>
                                        </p:tgtEl>
                                        <p:attrNameLst>
                                          <p:attrName>ppt_y</p:attrName>
                                        </p:attrNameLst>
                                      </p:cBhvr>
                                      <p:tavLst>
                                        <p:tav tm="0">
                                          <p:val>
                                            <p:strVal val="#ppt_y"/>
                                          </p:val>
                                        </p:tav>
                                        <p:tav tm="100000">
                                          <p:val>
                                            <p:strVal val="#ppt_y"/>
                                          </p:val>
                                        </p:tav>
                                      </p:tavLst>
                                    </p:anim>
                                  </p:childTnLst>
                                </p:cTn>
                              </p:par>
                            </p:childTnLst>
                          </p:cTn>
                        </p:par>
                        <p:par>
                          <p:cTn id="76" fill="hold">
                            <p:stCondLst>
                              <p:cond delay="1500"/>
                            </p:stCondLst>
                            <p:childTnLst>
                              <p:par>
                                <p:cTn id="77" presetID="2" presetClass="entr" presetSubtype="2" fill="hold" grpId="0" nodeType="afterEffect">
                                  <p:stCondLst>
                                    <p:cond delay="0"/>
                                  </p:stCondLst>
                                  <p:childTnLst>
                                    <p:set>
                                      <p:cBhvr>
                                        <p:cTn id="78" dur="1" fill="hold">
                                          <p:stCondLst>
                                            <p:cond delay="0"/>
                                          </p:stCondLst>
                                        </p:cTn>
                                        <p:tgtEl>
                                          <p:spTgt spid="19"/>
                                        </p:tgtEl>
                                        <p:attrNameLst>
                                          <p:attrName>style.visibility</p:attrName>
                                        </p:attrNameLst>
                                      </p:cBhvr>
                                      <p:to>
                                        <p:strVal val="visible"/>
                                      </p:to>
                                    </p:set>
                                    <p:anim calcmode="lin" valueType="num">
                                      <p:cBhvr additive="base">
                                        <p:cTn id="79" dur="500" fill="hold"/>
                                        <p:tgtEl>
                                          <p:spTgt spid="19"/>
                                        </p:tgtEl>
                                        <p:attrNameLst>
                                          <p:attrName>ppt_x</p:attrName>
                                        </p:attrNameLst>
                                      </p:cBhvr>
                                      <p:tavLst>
                                        <p:tav tm="0">
                                          <p:val>
                                            <p:strVal val="1+#ppt_w/2"/>
                                          </p:val>
                                        </p:tav>
                                        <p:tav tm="100000">
                                          <p:val>
                                            <p:strVal val="#ppt_x"/>
                                          </p:val>
                                        </p:tav>
                                      </p:tavLst>
                                    </p:anim>
                                    <p:anim calcmode="lin" valueType="num">
                                      <p:cBhvr additive="base">
                                        <p:cTn id="80" dur="500" fill="hold"/>
                                        <p:tgtEl>
                                          <p:spTgt spid="19"/>
                                        </p:tgtEl>
                                        <p:attrNameLst>
                                          <p:attrName>ppt_y</p:attrName>
                                        </p:attrNameLst>
                                      </p:cBhvr>
                                      <p:tavLst>
                                        <p:tav tm="0">
                                          <p:val>
                                            <p:strVal val="#ppt_y"/>
                                          </p:val>
                                        </p:tav>
                                        <p:tav tm="100000">
                                          <p:val>
                                            <p:strVal val="#ppt_y"/>
                                          </p:val>
                                        </p:tav>
                                      </p:tavLst>
                                    </p:anim>
                                  </p:childTnLst>
                                </p:cTn>
                              </p:par>
                            </p:childTnLst>
                          </p:cTn>
                        </p:par>
                        <p:par>
                          <p:cTn id="81" fill="hold">
                            <p:stCondLst>
                              <p:cond delay="2000"/>
                            </p:stCondLst>
                            <p:childTnLst>
                              <p:par>
                                <p:cTn id="82" presetID="2" presetClass="entr" presetSubtype="2" fill="hold" grpId="0" nodeType="afterEffect">
                                  <p:stCondLst>
                                    <p:cond delay="0"/>
                                  </p:stCondLst>
                                  <p:childTnLst>
                                    <p:set>
                                      <p:cBhvr>
                                        <p:cTn id="83" dur="1" fill="hold">
                                          <p:stCondLst>
                                            <p:cond delay="0"/>
                                          </p:stCondLst>
                                        </p:cTn>
                                        <p:tgtEl>
                                          <p:spTgt spid="18"/>
                                        </p:tgtEl>
                                        <p:attrNameLst>
                                          <p:attrName>style.visibility</p:attrName>
                                        </p:attrNameLst>
                                      </p:cBhvr>
                                      <p:to>
                                        <p:strVal val="visible"/>
                                      </p:to>
                                    </p:set>
                                    <p:anim calcmode="lin" valueType="num">
                                      <p:cBhvr additive="base">
                                        <p:cTn id="84" dur="500" fill="hold"/>
                                        <p:tgtEl>
                                          <p:spTgt spid="18"/>
                                        </p:tgtEl>
                                        <p:attrNameLst>
                                          <p:attrName>ppt_x</p:attrName>
                                        </p:attrNameLst>
                                      </p:cBhvr>
                                      <p:tavLst>
                                        <p:tav tm="0">
                                          <p:val>
                                            <p:strVal val="1+#ppt_w/2"/>
                                          </p:val>
                                        </p:tav>
                                        <p:tav tm="100000">
                                          <p:val>
                                            <p:strVal val="#ppt_x"/>
                                          </p:val>
                                        </p:tav>
                                      </p:tavLst>
                                    </p:anim>
                                    <p:anim calcmode="lin" valueType="num">
                                      <p:cBhvr additive="base">
                                        <p:cTn id="85"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2"/>
                                        </p:tgtEl>
                                        <p:attrNameLst>
                                          <p:attrName>style.visibility</p:attrName>
                                        </p:attrNameLst>
                                      </p:cBhvr>
                                      <p:to>
                                        <p:strVal val="visible"/>
                                      </p:to>
                                    </p:set>
                                    <p:animEffect transition="in" filter="wipe(left)">
                                      <p:cBhvr>
                                        <p:cTn id="9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0" grpId="0" animBg="1"/>
      <p:bldP spid="11" grpId="0"/>
      <p:bldP spid="12" grpId="0" animBg="1"/>
      <p:bldP spid="13" grpId="0"/>
      <p:bldP spid="15" grpId="0" animBg="1"/>
      <p:bldP spid="16" grpId="0"/>
      <p:bldP spid="17" grpId="0" animBg="1"/>
      <p:bldP spid="18" grpId="0"/>
      <p:bldP spid="19" grpId="0"/>
      <p:bldP spid="20" grpId="0" animBg="1"/>
      <p:bldP spid="21" grpId="0"/>
      <p:bldP spid="34" grpId="0"/>
      <p:bldP spid="35" grpId="0"/>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8" name="Picture 27" descr="Final jigsaw puzzle piece fitting to complete the puzzle">
            <a:extLst>
              <a:ext uri="{FF2B5EF4-FFF2-40B4-BE49-F238E27FC236}">
                <a16:creationId xmlns:a16="http://schemas.microsoft.com/office/drawing/2014/main" id="{F8AB4E3B-21DC-537D-F76A-491ED62B4005}"/>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5177" b="5177"/>
          <a:stretch/>
        </p:blipFill>
        <p:spPr>
          <a:xfrm>
            <a:off x="1352048" y="1898"/>
            <a:ext cx="10839952" cy="6476710"/>
          </a:xfrm>
          <a:custGeom>
            <a:avLst/>
            <a:gdLst>
              <a:gd name="connsiteX0" fmla="*/ 13028 w 10839952"/>
              <a:gd name="connsiteY0" fmla="*/ 0 h 6476710"/>
              <a:gd name="connsiteX1" fmla="*/ 10839952 w 10839952"/>
              <a:gd name="connsiteY1" fmla="*/ 0 h 6476710"/>
              <a:gd name="connsiteX2" fmla="*/ 10839952 w 10839952"/>
              <a:gd name="connsiteY2" fmla="*/ 4207453 h 6476710"/>
              <a:gd name="connsiteX3" fmla="*/ 10799970 w 10839952"/>
              <a:gd name="connsiteY3" fmla="*/ 4258332 h 6476710"/>
              <a:gd name="connsiteX4" fmla="*/ 6096000 w 10839952"/>
              <a:gd name="connsiteY4" fmla="*/ 6476710 h 6476710"/>
              <a:gd name="connsiteX5" fmla="*/ 0 w 10839952"/>
              <a:gd name="connsiteY5" fmla="*/ 380710 h 6476710"/>
              <a:gd name="connsiteX6" fmla="*/ 7932 w 10839952"/>
              <a:gd name="connsiteY6" fmla="*/ 67011 h 6476710"/>
              <a:gd name="connsiteX7" fmla="*/ 13028 w 10839952"/>
              <a:gd name="connsiteY7" fmla="*/ 0 h 6476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39952" h="6476710">
                <a:moveTo>
                  <a:pt x="13028" y="0"/>
                </a:moveTo>
                <a:lnTo>
                  <a:pt x="10839952" y="0"/>
                </a:lnTo>
                <a:lnTo>
                  <a:pt x="10839952" y="4207453"/>
                </a:lnTo>
                <a:lnTo>
                  <a:pt x="10799970" y="4258332"/>
                </a:lnTo>
                <a:cubicBezTo>
                  <a:pt x="9681874" y="5613152"/>
                  <a:pt x="7989784" y="6476710"/>
                  <a:pt x="6096000" y="6476710"/>
                </a:cubicBezTo>
                <a:cubicBezTo>
                  <a:pt x="2729272" y="6476710"/>
                  <a:pt x="0" y="3747438"/>
                  <a:pt x="0" y="380710"/>
                </a:cubicBezTo>
                <a:cubicBezTo>
                  <a:pt x="0" y="275500"/>
                  <a:pt x="2664" y="170912"/>
                  <a:pt x="7932" y="67011"/>
                </a:cubicBezTo>
                <a:lnTo>
                  <a:pt x="13028" y="0"/>
                </a:lnTo>
                <a:close/>
              </a:path>
            </a:pathLst>
          </a:custGeom>
          <a:solidFill>
            <a:schemeClr val="bg1"/>
          </a:solidFill>
        </p:spPr>
      </p:pic>
      <p:sp>
        <p:nvSpPr>
          <p:cNvPr id="3" name="Freeform: Shape 2">
            <a:extLst>
              <a:ext uri="{FF2B5EF4-FFF2-40B4-BE49-F238E27FC236}">
                <a16:creationId xmlns:a16="http://schemas.microsoft.com/office/drawing/2014/main" id="{5175C773-03F9-C0DA-30E1-34BBA7BEC27F}"/>
              </a:ext>
            </a:extLst>
          </p:cNvPr>
          <p:cNvSpPr/>
          <p:nvPr/>
        </p:nvSpPr>
        <p:spPr>
          <a:xfrm rot="10800000">
            <a:off x="-2" y="4127502"/>
            <a:ext cx="4569985" cy="2730498"/>
          </a:xfrm>
          <a:custGeom>
            <a:avLst/>
            <a:gdLst>
              <a:gd name="connsiteX0" fmla="*/ 13028 w 10839953"/>
              <a:gd name="connsiteY0" fmla="*/ 0 h 6476710"/>
              <a:gd name="connsiteX1" fmla="*/ 10839953 w 10839953"/>
              <a:gd name="connsiteY1" fmla="*/ 0 h 6476710"/>
              <a:gd name="connsiteX2" fmla="*/ 10839953 w 10839953"/>
              <a:gd name="connsiteY2" fmla="*/ 4207453 h 6476710"/>
              <a:gd name="connsiteX3" fmla="*/ 10799970 w 10839953"/>
              <a:gd name="connsiteY3" fmla="*/ 4258332 h 6476710"/>
              <a:gd name="connsiteX4" fmla="*/ 6096000 w 10839953"/>
              <a:gd name="connsiteY4" fmla="*/ 6476710 h 6476710"/>
              <a:gd name="connsiteX5" fmla="*/ 0 w 10839953"/>
              <a:gd name="connsiteY5" fmla="*/ 380710 h 6476710"/>
              <a:gd name="connsiteX6" fmla="*/ 7932 w 10839953"/>
              <a:gd name="connsiteY6" fmla="*/ 67011 h 6476710"/>
              <a:gd name="connsiteX7" fmla="*/ 13028 w 10839953"/>
              <a:gd name="connsiteY7" fmla="*/ 0 h 6476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39953" h="6476710">
                <a:moveTo>
                  <a:pt x="13028" y="0"/>
                </a:moveTo>
                <a:lnTo>
                  <a:pt x="10839953" y="0"/>
                </a:lnTo>
                <a:lnTo>
                  <a:pt x="10839953" y="4207453"/>
                </a:lnTo>
                <a:lnTo>
                  <a:pt x="10799970" y="4258332"/>
                </a:lnTo>
                <a:cubicBezTo>
                  <a:pt x="9681874" y="5613152"/>
                  <a:pt x="7989785" y="6476710"/>
                  <a:pt x="6096000" y="6476710"/>
                </a:cubicBezTo>
                <a:cubicBezTo>
                  <a:pt x="2729272" y="6476710"/>
                  <a:pt x="0" y="3747438"/>
                  <a:pt x="0" y="380710"/>
                </a:cubicBezTo>
                <a:cubicBezTo>
                  <a:pt x="0" y="275500"/>
                  <a:pt x="2665" y="170912"/>
                  <a:pt x="7932" y="67011"/>
                </a:cubicBezTo>
                <a:lnTo>
                  <a:pt x="13028" y="0"/>
                </a:lnTo>
                <a:close/>
              </a:path>
            </a:pathLst>
          </a:custGeom>
          <a:gradFill>
            <a:gsLst>
              <a:gs pos="100000">
                <a:schemeClr val="tx2"/>
              </a:gs>
              <a:gs pos="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75FD0504-2A41-6EB9-1045-4AEC2BC1508B}"/>
              </a:ext>
            </a:extLst>
          </p:cNvPr>
          <p:cNvSpPr txBox="1">
            <a:spLocks/>
          </p:cNvSpPr>
          <p:nvPr/>
        </p:nvSpPr>
        <p:spPr>
          <a:xfrm>
            <a:off x="201557" y="818126"/>
            <a:ext cx="11484000" cy="492443"/>
          </a:xfrm>
          <a:prstGeom prst="rect">
            <a:avLst/>
          </a:prstGeom>
        </p:spPr>
        <p:txBody>
          <a:bodyPr vert="horz" lIns="0" tIns="0" rIns="0" bIns="0" rtlCol="0" anchor="t" anchorCtr="0">
            <a:spAutoFit/>
          </a:bodyPr>
          <a:lstStyle>
            <a:lvl1pPr algn="r" defTabSz="914400" rtl="0" eaLnBrk="1" latinLnBrk="0" hangingPunct="1">
              <a:lnSpc>
                <a:spcPct val="100000"/>
              </a:lnSpc>
              <a:spcBef>
                <a:spcPct val="0"/>
              </a:spcBef>
              <a:buNone/>
              <a:defRPr lang="en-US" sz="3200" b="1" kern="1200" dirty="0">
                <a:solidFill>
                  <a:schemeClr val="tx2"/>
                </a:solidFill>
                <a:latin typeface="Barlow Medium" panose="00000600000000000000" pitchFamily="2" charset="0"/>
                <a:ea typeface="+mj-ea"/>
                <a:cs typeface="+mj-cs"/>
              </a:defRPr>
            </a:lvl1pPr>
          </a:lstStyle>
          <a:p>
            <a:r>
              <a:rPr lang="en-IN" sz="3200">
                <a:latin typeface="Barlow"/>
              </a:rPr>
              <a:t>Ensure Problem - Solution Fit</a:t>
            </a:r>
            <a:endParaRPr lang="en-US">
              <a:latin typeface="Barlow"/>
            </a:endParaRPr>
          </a:p>
        </p:txBody>
      </p:sp>
      <p:sp>
        <p:nvSpPr>
          <p:cNvPr id="5" name="Rectangle 4">
            <a:extLst>
              <a:ext uri="{FF2B5EF4-FFF2-40B4-BE49-F238E27FC236}">
                <a16:creationId xmlns:a16="http://schemas.microsoft.com/office/drawing/2014/main" id="{FD796129-3B30-8FD3-A346-B8F3D70BD6EE}"/>
              </a:ext>
            </a:extLst>
          </p:cNvPr>
          <p:cNvSpPr/>
          <p:nvPr/>
        </p:nvSpPr>
        <p:spPr>
          <a:xfrm>
            <a:off x="6443806" y="1488586"/>
            <a:ext cx="5400000" cy="72000"/>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7" name="Rectangle: Rounded Corners 6">
            <a:extLst>
              <a:ext uri="{FF2B5EF4-FFF2-40B4-BE49-F238E27FC236}">
                <a16:creationId xmlns:a16="http://schemas.microsoft.com/office/drawing/2014/main" id="{088BBCE2-F425-4981-B023-DE4A91D431CF}"/>
              </a:ext>
            </a:extLst>
          </p:cNvPr>
          <p:cNvSpPr/>
          <p:nvPr/>
        </p:nvSpPr>
        <p:spPr>
          <a:xfrm>
            <a:off x="2100542" y="2409063"/>
            <a:ext cx="2437078" cy="3255286"/>
          </a:xfrm>
          <a:prstGeom prst="roundRect">
            <a:avLst>
              <a:gd name="adj" fmla="val 6896"/>
            </a:avLst>
          </a:prstGeom>
          <a:solidFill>
            <a:schemeClr val="bg1"/>
          </a:solidFill>
          <a:ln>
            <a:noFill/>
          </a:ln>
          <a:effectLst>
            <a:outerShdw blurRad="127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37">
            <a:extLst>
              <a:ext uri="{FF2B5EF4-FFF2-40B4-BE49-F238E27FC236}">
                <a16:creationId xmlns:a16="http://schemas.microsoft.com/office/drawing/2014/main" id="{EC0E5ADA-51DF-8075-D6B5-860DE135C43A}"/>
              </a:ext>
            </a:extLst>
          </p:cNvPr>
          <p:cNvSpPr txBox="1">
            <a:spLocks/>
          </p:cNvSpPr>
          <p:nvPr/>
        </p:nvSpPr>
        <p:spPr>
          <a:xfrm>
            <a:off x="2287366" y="3989180"/>
            <a:ext cx="1903413" cy="1165075"/>
          </a:xfrm>
          <a:prstGeom prst="rect">
            <a:avLst/>
          </a:prstGeom>
        </p:spPr>
        <p:txBody>
          <a:bodyPr lIns="91440" tIns="45720" rIns="91440" bIns="45720" anchor="t">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400" b="0" kern="1200">
                <a:solidFill>
                  <a:schemeClr val="tx1"/>
                </a:solidFill>
                <a:latin typeface="Open Sans"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a:latin typeface="Open Sans"/>
                <a:ea typeface="Open Sans"/>
                <a:cs typeface="Open Sans"/>
              </a:rPr>
              <a:t>Traditional language learning methods are often time-consuming, expensive, and not very engaging.</a:t>
            </a:r>
          </a:p>
        </p:txBody>
      </p:sp>
      <p:sp>
        <p:nvSpPr>
          <p:cNvPr id="9" name="Text Placeholder 37">
            <a:extLst>
              <a:ext uri="{FF2B5EF4-FFF2-40B4-BE49-F238E27FC236}">
                <a16:creationId xmlns:a16="http://schemas.microsoft.com/office/drawing/2014/main" id="{E4ED1851-C75D-6FF3-67C0-0A8AB1F0BD78}"/>
              </a:ext>
            </a:extLst>
          </p:cNvPr>
          <p:cNvSpPr txBox="1">
            <a:spLocks/>
          </p:cNvSpPr>
          <p:nvPr/>
        </p:nvSpPr>
        <p:spPr>
          <a:xfrm>
            <a:off x="2819400" y="1720920"/>
            <a:ext cx="1903411" cy="554755"/>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1800" b="1" kern="1200">
                <a:solidFill>
                  <a:schemeClr val="tx1"/>
                </a:solidFill>
                <a:latin typeface="Barlow" panose="00000500000000000000"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endParaRPr lang="en-IN"/>
          </a:p>
        </p:txBody>
      </p:sp>
      <p:sp>
        <p:nvSpPr>
          <p:cNvPr id="10" name="Rectangle 9">
            <a:extLst>
              <a:ext uri="{FF2B5EF4-FFF2-40B4-BE49-F238E27FC236}">
                <a16:creationId xmlns:a16="http://schemas.microsoft.com/office/drawing/2014/main" id="{61811A5D-BABD-D7E7-6A88-A9972EB4F5F7}"/>
              </a:ext>
            </a:extLst>
          </p:cNvPr>
          <p:cNvSpPr/>
          <p:nvPr/>
        </p:nvSpPr>
        <p:spPr>
          <a:xfrm>
            <a:off x="4110318" y="3116283"/>
            <a:ext cx="434708" cy="51314"/>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1" name="Text Placeholder 42">
            <a:extLst>
              <a:ext uri="{FF2B5EF4-FFF2-40B4-BE49-F238E27FC236}">
                <a16:creationId xmlns:a16="http://schemas.microsoft.com/office/drawing/2014/main" id="{1179D6D9-F2A5-4645-7E92-CFDB303400DF}"/>
              </a:ext>
            </a:extLst>
          </p:cNvPr>
          <p:cNvSpPr txBox="1">
            <a:spLocks/>
          </p:cNvSpPr>
          <p:nvPr/>
        </p:nvSpPr>
        <p:spPr>
          <a:xfrm>
            <a:off x="2287366" y="2677335"/>
            <a:ext cx="1903413" cy="527050"/>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tx2"/>
                </a:solidFill>
                <a:latin typeface="Barlow" panose="00000500000000000000"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01</a:t>
            </a:r>
            <a:endParaRPr lang="en-IN"/>
          </a:p>
        </p:txBody>
      </p:sp>
      <p:sp>
        <p:nvSpPr>
          <p:cNvPr id="12" name="Rectangle: Rounded Corners 11">
            <a:extLst>
              <a:ext uri="{FF2B5EF4-FFF2-40B4-BE49-F238E27FC236}">
                <a16:creationId xmlns:a16="http://schemas.microsoft.com/office/drawing/2014/main" id="{2BBB892C-77AD-7C38-821D-D7B7BED320EC}"/>
              </a:ext>
            </a:extLst>
          </p:cNvPr>
          <p:cNvSpPr/>
          <p:nvPr/>
        </p:nvSpPr>
        <p:spPr>
          <a:xfrm>
            <a:off x="4805027" y="2409063"/>
            <a:ext cx="2437078" cy="3255286"/>
          </a:xfrm>
          <a:prstGeom prst="roundRect">
            <a:avLst>
              <a:gd name="adj" fmla="val 6896"/>
            </a:avLst>
          </a:prstGeom>
          <a:solidFill>
            <a:schemeClr val="bg1"/>
          </a:solidFill>
          <a:ln>
            <a:noFill/>
          </a:ln>
          <a:effectLst>
            <a:outerShdw blurRad="127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37">
            <a:extLst>
              <a:ext uri="{FF2B5EF4-FFF2-40B4-BE49-F238E27FC236}">
                <a16:creationId xmlns:a16="http://schemas.microsoft.com/office/drawing/2014/main" id="{C6487FF9-F640-DA70-AEEA-9EA7F16746D3}"/>
              </a:ext>
            </a:extLst>
          </p:cNvPr>
          <p:cNvSpPr txBox="1">
            <a:spLocks/>
          </p:cNvSpPr>
          <p:nvPr/>
        </p:nvSpPr>
        <p:spPr>
          <a:xfrm>
            <a:off x="4915103" y="3961771"/>
            <a:ext cx="1903413" cy="1165074"/>
          </a:xfrm>
          <a:prstGeom prst="rect">
            <a:avLst/>
          </a:prstGeom>
        </p:spPr>
        <p:txBody>
          <a:bodyPr lIns="91440" tIns="45720" rIns="91440" bIns="45720" anchor="t">
            <a:normAutofit fontScale="92500"/>
          </a:bodyPr>
          <a:lstStyle>
            <a:lvl1pPr marL="0" indent="0" algn="l" defTabSz="914400" rtl="0" eaLnBrk="1" latinLnBrk="0" hangingPunct="1">
              <a:lnSpc>
                <a:spcPct val="90000"/>
              </a:lnSpc>
              <a:spcBef>
                <a:spcPts val="1000"/>
              </a:spcBef>
              <a:buFont typeface="Arial" panose="020B0604020202020204" pitchFamily="34" charset="0"/>
              <a:buNone/>
              <a:defRPr sz="1400" b="0" kern="1200">
                <a:solidFill>
                  <a:schemeClr val="tx1"/>
                </a:solidFill>
                <a:latin typeface="Open Sans"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Open Sans"/>
                <a:ea typeface="Open Sans"/>
                <a:cs typeface="Open Sans"/>
              </a:rPr>
              <a:t>Learn new language easily and effectively on my own schedule. Feel confident. Explore more travel/career options.</a:t>
            </a:r>
            <a:endParaRPr lang="en-US"/>
          </a:p>
        </p:txBody>
      </p:sp>
      <p:sp>
        <p:nvSpPr>
          <p:cNvPr id="14" name="Text Placeholder 37">
            <a:extLst>
              <a:ext uri="{FF2B5EF4-FFF2-40B4-BE49-F238E27FC236}">
                <a16:creationId xmlns:a16="http://schemas.microsoft.com/office/drawing/2014/main" id="{7DA59958-F9C7-9A61-DE61-E80FEFA68AE7}"/>
              </a:ext>
            </a:extLst>
          </p:cNvPr>
          <p:cNvSpPr txBox="1">
            <a:spLocks/>
          </p:cNvSpPr>
          <p:nvPr/>
        </p:nvSpPr>
        <p:spPr>
          <a:xfrm>
            <a:off x="1937633" y="1763520"/>
            <a:ext cx="1903411" cy="276665"/>
          </a:xfrm>
          <a:prstGeom prst="rect">
            <a:avLst/>
          </a:prstGeom>
        </p:spPr>
        <p:txBody>
          <a:bodyPr>
            <a:normAutofit fontScale="92500" lnSpcReduction="20000"/>
          </a:bodyPr>
          <a:lstStyle>
            <a:lvl1pPr marL="0" indent="0" algn="l" defTabSz="914400" rtl="0" eaLnBrk="1" latinLnBrk="0" hangingPunct="1">
              <a:lnSpc>
                <a:spcPct val="90000"/>
              </a:lnSpc>
              <a:spcBef>
                <a:spcPts val="1000"/>
              </a:spcBef>
              <a:buFont typeface="Arial" panose="020B0604020202020204" pitchFamily="34" charset="0"/>
              <a:buNone/>
              <a:defRPr sz="1800" b="1" kern="1200">
                <a:solidFill>
                  <a:schemeClr val="tx1"/>
                </a:solidFill>
                <a:latin typeface="Barlow" panose="00000500000000000000"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a:p>
        </p:txBody>
      </p:sp>
      <p:sp>
        <p:nvSpPr>
          <p:cNvPr id="15" name="Rectangle 14">
            <a:extLst>
              <a:ext uri="{FF2B5EF4-FFF2-40B4-BE49-F238E27FC236}">
                <a16:creationId xmlns:a16="http://schemas.microsoft.com/office/drawing/2014/main" id="{62A5FB3A-A0FC-6DC9-8FD7-430FD52F1113}"/>
              </a:ext>
            </a:extLst>
          </p:cNvPr>
          <p:cNvSpPr/>
          <p:nvPr/>
        </p:nvSpPr>
        <p:spPr>
          <a:xfrm>
            <a:off x="6814803" y="3116283"/>
            <a:ext cx="434708" cy="51314"/>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6" name="Text Placeholder 42">
            <a:extLst>
              <a:ext uri="{FF2B5EF4-FFF2-40B4-BE49-F238E27FC236}">
                <a16:creationId xmlns:a16="http://schemas.microsoft.com/office/drawing/2014/main" id="{BC9A4C4C-E6D2-ACB2-A735-237C83236BA6}"/>
              </a:ext>
            </a:extLst>
          </p:cNvPr>
          <p:cNvSpPr txBox="1">
            <a:spLocks/>
          </p:cNvSpPr>
          <p:nvPr/>
        </p:nvSpPr>
        <p:spPr>
          <a:xfrm>
            <a:off x="4991851" y="2677335"/>
            <a:ext cx="1903413" cy="527050"/>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tx2"/>
                </a:solidFill>
                <a:latin typeface="Barlow" panose="00000500000000000000"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02</a:t>
            </a:r>
            <a:endParaRPr lang="en-IN"/>
          </a:p>
        </p:txBody>
      </p:sp>
      <p:sp>
        <p:nvSpPr>
          <p:cNvPr id="17" name="Rectangle: Rounded Corners 16">
            <a:extLst>
              <a:ext uri="{FF2B5EF4-FFF2-40B4-BE49-F238E27FC236}">
                <a16:creationId xmlns:a16="http://schemas.microsoft.com/office/drawing/2014/main" id="{380864C0-1564-BDB0-C706-DBFF1B2F4AF3}"/>
              </a:ext>
            </a:extLst>
          </p:cNvPr>
          <p:cNvSpPr/>
          <p:nvPr/>
        </p:nvSpPr>
        <p:spPr>
          <a:xfrm>
            <a:off x="7517918" y="2409063"/>
            <a:ext cx="2437078" cy="3255286"/>
          </a:xfrm>
          <a:prstGeom prst="roundRect">
            <a:avLst>
              <a:gd name="adj" fmla="val 6896"/>
            </a:avLst>
          </a:prstGeom>
          <a:solidFill>
            <a:schemeClr val="bg1"/>
          </a:solidFill>
          <a:ln>
            <a:noFill/>
          </a:ln>
          <a:effectLst>
            <a:outerShdw blurRad="127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37">
            <a:extLst>
              <a:ext uri="{FF2B5EF4-FFF2-40B4-BE49-F238E27FC236}">
                <a16:creationId xmlns:a16="http://schemas.microsoft.com/office/drawing/2014/main" id="{3C14CB79-8E31-DC77-8462-45A7C53EEF9E}"/>
              </a:ext>
            </a:extLst>
          </p:cNvPr>
          <p:cNvSpPr txBox="1">
            <a:spLocks/>
          </p:cNvSpPr>
          <p:nvPr/>
        </p:nvSpPr>
        <p:spPr>
          <a:xfrm>
            <a:off x="7646974" y="3961775"/>
            <a:ext cx="2257660" cy="1219884"/>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1400" b="0" kern="1200">
                <a:solidFill>
                  <a:schemeClr val="tx1"/>
                </a:solidFill>
                <a:latin typeface="Open Sans"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a:t>Learn anytime, anywhere with mobile access. </a:t>
            </a:r>
            <a:r>
              <a:rPr lang="en-IN" b="1"/>
              <a:t> </a:t>
            </a:r>
            <a:r>
              <a:rPr lang="en-IN"/>
              <a:t>Fun, gamified lessons that keep users motivated.</a:t>
            </a:r>
            <a:endParaRPr lang="en-US"/>
          </a:p>
        </p:txBody>
      </p:sp>
      <p:sp>
        <p:nvSpPr>
          <p:cNvPr id="19" name="Text Placeholder 37">
            <a:extLst>
              <a:ext uri="{FF2B5EF4-FFF2-40B4-BE49-F238E27FC236}">
                <a16:creationId xmlns:a16="http://schemas.microsoft.com/office/drawing/2014/main" id="{1D616C22-DE2A-1B99-765F-7B6B6C1BAB17}"/>
              </a:ext>
            </a:extLst>
          </p:cNvPr>
          <p:cNvSpPr txBox="1">
            <a:spLocks/>
          </p:cNvSpPr>
          <p:nvPr/>
        </p:nvSpPr>
        <p:spPr>
          <a:xfrm>
            <a:off x="7704742" y="3321916"/>
            <a:ext cx="1903411" cy="602536"/>
          </a:xfrm>
          <a:prstGeom prst="rect">
            <a:avLst/>
          </a:prstGeom>
        </p:spPr>
        <p:txBody>
          <a:bodyPr>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800" b="1" kern="1200">
                <a:solidFill>
                  <a:schemeClr val="tx1"/>
                </a:solidFill>
                <a:latin typeface="Barlow" panose="00000500000000000000"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t>Customer Expectations</a:t>
            </a:r>
          </a:p>
        </p:txBody>
      </p:sp>
      <p:sp>
        <p:nvSpPr>
          <p:cNvPr id="20" name="Rectangle 19">
            <a:extLst>
              <a:ext uri="{FF2B5EF4-FFF2-40B4-BE49-F238E27FC236}">
                <a16:creationId xmlns:a16="http://schemas.microsoft.com/office/drawing/2014/main" id="{EDD1FAE2-7AEC-0734-4521-DFB10EAC1396}"/>
              </a:ext>
            </a:extLst>
          </p:cNvPr>
          <p:cNvSpPr/>
          <p:nvPr/>
        </p:nvSpPr>
        <p:spPr>
          <a:xfrm>
            <a:off x="9527694" y="3116283"/>
            <a:ext cx="434708" cy="51314"/>
          </a:xfrm>
          <a:prstGeom prst="rect">
            <a:avLst/>
          </a:prstGeom>
          <a:gradFill flip="none" rotWithShape="1">
            <a:gsLst>
              <a:gs pos="0">
                <a:schemeClr val="accent1"/>
              </a:gs>
              <a:gs pos="99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1" name="Text Placeholder 42">
            <a:extLst>
              <a:ext uri="{FF2B5EF4-FFF2-40B4-BE49-F238E27FC236}">
                <a16:creationId xmlns:a16="http://schemas.microsoft.com/office/drawing/2014/main" id="{55577145-BC85-C1BC-607B-B3D77F1C20F5}"/>
              </a:ext>
            </a:extLst>
          </p:cNvPr>
          <p:cNvSpPr txBox="1">
            <a:spLocks/>
          </p:cNvSpPr>
          <p:nvPr/>
        </p:nvSpPr>
        <p:spPr>
          <a:xfrm>
            <a:off x="7704742" y="2677335"/>
            <a:ext cx="1903413" cy="527050"/>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tx2"/>
                </a:solidFill>
                <a:latin typeface="Barlow" panose="00000500000000000000"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03</a:t>
            </a:r>
            <a:endParaRPr lang="en-IN"/>
          </a:p>
        </p:txBody>
      </p:sp>
      <p:sp>
        <p:nvSpPr>
          <p:cNvPr id="34" name="Text Placeholder 37">
            <a:extLst>
              <a:ext uri="{FF2B5EF4-FFF2-40B4-BE49-F238E27FC236}">
                <a16:creationId xmlns:a16="http://schemas.microsoft.com/office/drawing/2014/main" id="{330A8627-8889-7CC4-327B-3E95AE94996A}"/>
              </a:ext>
            </a:extLst>
          </p:cNvPr>
          <p:cNvSpPr txBox="1">
            <a:spLocks/>
          </p:cNvSpPr>
          <p:nvPr/>
        </p:nvSpPr>
        <p:spPr>
          <a:xfrm>
            <a:off x="4991853" y="3321916"/>
            <a:ext cx="1903411" cy="602536"/>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1800" b="1" kern="1200">
                <a:solidFill>
                  <a:schemeClr val="tx1"/>
                </a:solidFill>
                <a:latin typeface="Barlow" panose="00000500000000000000"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a:t>JTBD</a:t>
            </a:r>
          </a:p>
        </p:txBody>
      </p:sp>
      <p:sp>
        <p:nvSpPr>
          <p:cNvPr id="35" name="Text Placeholder 37">
            <a:extLst>
              <a:ext uri="{FF2B5EF4-FFF2-40B4-BE49-F238E27FC236}">
                <a16:creationId xmlns:a16="http://schemas.microsoft.com/office/drawing/2014/main" id="{07A859C1-B07F-C202-4C37-202E5818BC1F}"/>
              </a:ext>
            </a:extLst>
          </p:cNvPr>
          <p:cNvSpPr txBox="1">
            <a:spLocks/>
          </p:cNvSpPr>
          <p:nvPr/>
        </p:nvSpPr>
        <p:spPr>
          <a:xfrm>
            <a:off x="2367375" y="3321916"/>
            <a:ext cx="1903411" cy="602536"/>
          </a:xfrm>
          <a:prstGeom prst="rect">
            <a:avLst/>
          </a:prstGeom>
        </p:spPr>
        <p:txBody>
          <a:bodyPr>
            <a:normAutofit fontScale="92500" lnSpcReduction="20000"/>
          </a:bodyPr>
          <a:lstStyle>
            <a:lvl1pPr marL="0" indent="0" algn="l" defTabSz="914400" rtl="0" eaLnBrk="1" latinLnBrk="0" hangingPunct="1">
              <a:lnSpc>
                <a:spcPct val="90000"/>
              </a:lnSpc>
              <a:spcBef>
                <a:spcPts val="1000"/>
              </a:spcBef>
              <a:buFont typeface="Arial" panose="020B0604020202020204" pitchFamily="34" charset="0"/>
              <a:buNone/>
              <a:defRPr sz="1800" b="1" kern="1200">
                <a:solidFill>
                  <a:schemeClr val="tx1"/>
                </a:solidFill>
                <a:latin typeface="Barlow" panose="00000500000000000000"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en-IN"/>
              <a:t>Problem Statement</a:t>
            </a:r>
          </a:p>
        </p:txBody>
      </p:sp>
      <p:pic>
        <p:nvPicPr>
          <p:cNvPr id="1026" name="Picture 2" descr="Duolingo logo and symbol, meaning ...">
            <a:extLst>
              <a:ext uri="{FF2B5EF4-FFF2-40B4-BE49-F238E27FC236}">
                <a16:creationId xmlns:a16="http://schemas.microsoft.com/office/drawing/2014/main" id="{F075C9AE-72A1-3A62-15ED-2C50DB7B46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667" y="297833"/>
            <a:ext cx="1993699" cy="1993699"/>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4498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circle(out)">
                                      <p:cBhvr>
                                        <p:cTn id="7" dur="20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2" presetClass="entr" presetSubtype="2"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1+#ppt_w/2"/>
                                          </p:val>
                                        </p:tav>
                                        <p:tav tm="100000">
                                          <p:val>
                                            <p:strVal val="#ppt_x"/>
                                          </p:val>
                                        </p:tav>
                                      </p:tavLst>
                                    </p:anim>
                                    <p:anim calcmode="lin" valueType="num">
                                      <p:cBhvr additive="base">
                                        <p:cTn id="18" dur="500" fill="hold"/>
                                        <p:tgtEl>
                                          <p:spTgt spid="11"/>
                                        </p:tgtEl>
                                        <p:attrNameLst>
                                          <p:attrName>ppt_y</p:attrName>
                                        </p:attrNameLst>
                                      </p:cBhvr>
                                      <p:tavLst>
                                        <p:tav tm="0">
                                          <p:val>
                                            <p:strVal val="#ppt_y"/>
                                          </p:val>
                                        </p:tav>
                                        <p:tav tm="100000">
                                          <p:val>
                                            <p:strVal val="#ppt_y"/>
                                          </p:val>
                                        </p:tav>
                                      </p:tavLst>
                                    </p:anim>
                                  </p:childTnLst>
                                </p:cTn>
                              </p:par>
                            </p:childTnLst>
                          </p:cTn>
                        </p:par>
                        <p:par>
                          <p:cTn id="19" fill="hold">
                            <p:stCondLst>
                              <p:cond delay="1000"/>
                            </p:stCondLst>
                            <p:childTnLst>
                              <p:par>
                                <p:cTn id="20" presetID="2" presetClass="entr" presetSubtype="2" fill="hold" grpId="0" nodeType="after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additive="base">
                                        <p:cTn id="22" dur="500" fill="hold"/>
                                        <p:tgtEl>
                                          <p:spTgt spid="10"/>
                                        </p:tgtEl>
                                        <p:attrNameLst>
                                          <p:attrName>ppt_x</p:attrName>
                                        </p:attrNameLst>
                                      </p:cBhvr>
                                      <p:tavLst>
                                        <p:tav tm="0">
                                          <p:val>
                                            <p:strVal val="1+#ppt_w/2"/>
                                          </p:val>
                                        </p:tav>
                                        <p:tav tm="100000">
                                          <p:val>
                                            <p:strVal val="#ppt_x"/>
                                          </p:val>
                                        </p:tav>
                                      </p:tavLst>
                                    </p:anim>
                                    <p:anim calcmode="lin" valueType="num">
                                      <p:cBhvr additive="base">
                                        <p:cTn id="23" dur="500" fill="hold"/>
                                        <p:tgtEl>
                                          <p:spTgt spid="10"/>
                                        </p:tgtEl>
                                        <p:attrNameLst>
                                          <p:attrName>ppt_y</p:attrName>
                                        </p:attrNameLst>
                                      </p:cBhvr>
                                      <p:tavLst>
                                        <p:tav tm="0">
                                          <p:val>
                                            <p:strVal val="#ppt_y"/>
                                          </p:val>
                                        </p:tav>
                                        <p:tav tm="100000">
                                          <p:val>
                                            <p:strVal val="#ppt_y"/>
                                          </p:val>
                                        </p:tav>
                                      </p:tavLst>
                                    </p:anim>
                                  </p:childTnLst>
                                </p:cTn>
                              </p:par>
                            </p:childTnLst>
                          </p:cTn>
                        </p:par>
                        <p:par>
                          <p:cTn id="24" fill="hold">
                            <p:stCondLst>
                              <p:cond delay="1500"/>
                            </p:stCondLst>
                            <p:childTnLst>
                              <p:par>
                                <p:cTn id="25" presetID="2" presetClass="entr" presetSubtype="2" fill="hold" grpId="0" nodeType="afterEffect">
                                  <p:stCondLst>
                                    <p:cond delay="0"/>
                                  </p:stCondLst>
                                  <p:childTnLst>
                                    <p:set>
                                      <p:cBhvr>
                                        <p:cTn id="26" dur="1" fill="hold">
                                          <p:stCondLst>
                                            <p:cond delay="0"/>
                                          </p:stCondLst>
                                        </p:cTn>
                                        <p:tgtEl>
                                          <p:spTgt spid="35"/>
                                        </p:tgtEl>
                                        <p:attrNameLst>
                                          <p:attrName>style.visibility</p:attrName>
                                        </p:attrNameLst>
                                      </p:cBhvr>
                                      <p:to>
                                        <p:strVal val="visible"/>
                                      </p:to>
                                    </p:set>
                                    <p:anim calcmode="lin" valueType="num">
                                      <p:cBhvr additive="base">
                                        <p:cTn id="27" dur="500" fill="hold"/>
                                        <p:tgtEl>
                                          <p:spTgt spid="35"/>
                                        </p:tgtEl>
                                        <p:attrNameLst>
                                          <p:attrName>ppt_x</p:attrName>
                                        </p:attrNameLst>
                                      </p:cBhvr>
                                      <p:tavLst>
                                        <p:tav tm="0">
                                          <p:val>
                                            <p:strVal val="1+#ppt_w/2"/>
                                          </p:val>
                                        </p:tav>
                                        <p:tav tm="100000">
                                          <p:val>
                                            <p:strVal val="#ppt_x"/>
                                          </p:val>
                                        </p:tav>
                                      </p:tavLst>
                                    </p:anim>
                                    <p:anim calcmode="lin" valueType="num">
                                      <p:cBhvr additive="base">
                                        <p:cTn id="28" dur="500" fill="hold"/>
                                        <p:tgtEl>
                                          <p:spTgt spid="35"/>
                                        </p:tgtEl>
                                        <p:attrNameLst>
                                          <p:attrName>ppt_y</p:attrName>
                                        </p:attrNameLst>
                                      </p:cBhvr>
                                      <p:tavLst>
                                        <p:tav tm="0">
                                          <p:val>
                                            <p:strVal val="#ppt_y"/>
                                          </p:val>
                                        </p:tav>
                                        <p:tav tm="100000">
                                          <p:val>
                                            <p:strVal val="#ppt_y"/>
                                          </p:val>
                                        </p:tav>
                                      </p:tavLst>
                                    </p:anim>
                                  </p:childTnLst>
                                </p:cTn>
                              </p:par>
                            </p:childTnLst>
                          </p:cTn>
                        </p:par>
                        <p:par>
                          <p:cTn id="29" fill="hold">
                            <p:stCondLst>
                              <p:cond delay="2000"/>
                            </p:stCondLst>
                            <p:childTnLst>
                              <p:par>
                                <p:cTn id="30" presetID="2" presetClass="entr" presetSubtype="2" fill="hold" grpId="0" nodeType="after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500" fill="hold"/>
                                        <p:tgtEl>
                                          <p:spTgt spid="8"/>
                                        </p:tgtEl>
                                        <p:attrNameLst>
                                          <p:attrName>ppt_x</p:attrName>
                                        </p:attrNameLst>
                                      </p:cBhvr>
                                      <p:tavLst>
                                        <p:tav tm="0">
                                          <p:val>
                                            <p:strVal val="1+#ppt_w/2"/>
                                          </p:val>
                                        </p:tav>
                                        <p:tav tm="100000">
                                          <p:val>
                                            <p:strVal val="#ppt_x"/>
                                          </p:val>
                                        </p:tav>
                                      </p:tavLst>
                                    </p:anim>
                                    <p:anim calcmode="lin" valueType="num">
                                      <p:cBhvr additive="base">
                                        <p:cTn id="33"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2"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 calcmode="lin" valueType="num">
                                      <p:cBhvr additive="base">
                                        <p:cTn id="38" dur="500" fill="hold"/>
                                        <p:tgtEl>
                                          <p:spTgt spid="12"/>
                                        </p:tgtEl>
                                        <p:attrNameLst>
                                          <p:attrName>ppt_x</p:attrName>
                                        </p:attrNameLst>
                                      </p:cBhvr>
                                      <p:tavLst>
                                        <p:tav tm="0">
                                          <p:val>
                                            <p:strVal val="1+#ppt_w/2"/>
                                          </p:val>
                                        </p:tav>
                                        <p:tav tm="100000">
                                          <p:val>
                                            <p:strVal val="#ppt_x"/>
                                          </p:val>
                                        </p:tav>
                                      </p:tavLst>
                                    </p:anim>
                                    <p:anim calcmode="lin" valueType="num">
                                      <p:cBhvr additive="base">
                                        <p:cTn id="39" dur="500" fill="hold"/>
                                        <p:tgtEl>
                                          <p:spTgt spid="12"/>
                                        </p:tgtEl>
                                        <p:attrNameLst>
                                          <p:attrName>ppt_y</p:attrName>
                                        </p:attrNameLst>
                                      </p:cBhvr>
                                      <p:tavLst>
                                        <p:tav tm="0">
                                          <p:val>
                                            <p:strVal val="#ppt_y"/>
                                          </p:val>
                                        </p:tav>
                                        <p:tav tm="100000">
                                          <p:val>
                                            <p:strVal val="#ppt_y"/>
                                          </p:val>
                                        </p:tav>
                                      </p:tavLst>
                                    </p:anim>
                                  </p:childTnLst>
                                </p:cTn>
                              </p:par>
                            </p:childTnLst>
                          </p:cTn>
                        </p:par>
                        <p:par>
                          <p:cTn id="40" fill="hold">
                            <p:stCondLst>
                              <p:cond delay="500"/>
                            </p:stCondLst>
                            <p:childTnLst>
                              <p:par>
                                <p:cTn id="41" presetID="2" presetClass="entr" presetSubtype="2" fill="hold" grpId="0" nodeType="after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1+#ppt_w/2"/>
                                          </p:val>
                                        </p:tav>
                                        <p:tav tm="100000">
                                          <p:val>
                                            <p:strVal val="#ppt_x"/>
                                          </p:val>
                                        </p:tav>
                                      </p:tavLst>
                                    </p:anim>
                                    <p:anim calcmode="lin" valueType="num">
                                      <p:cBhvr additive="base">
                                        <p:cTn id="44" dur="500" fill="hold"/>
                                        <p:tgtEl>
                                          <p:spTgt spid="16"/>
                                        </p:tgtEl>
                                        <p:attrNameLst>
                                          <p:attrName>ppt_y</p:attrName>
                                        </p:attrNameLst>
                                      </p:cBhvr>
                                      <p:tavLst>
                                        <p:tav tm="0">
                                          <p:val>
                                            <p:strVal val="#ppt_y"/>
                                          </p:val>
                                        </p:tav>
                                        <p:tav tm="100000">
                                          <p:val>
                                            <p:strVal val="#ppt_y"/>
                                          </p:val>
                                        </p:tav>
                                      </p:tavLst>
                                    </p:anim>
                                  </p:childTnLst>
                                </p:cTn>
                              </p:par>
                            </p:childTnLst>
                          </p:cTn>
                        </p:par>
                        <p:par>
                          <p:cTn id="45" fill="hold">
                            <p:stCondLst>
                              <p:cond delay="1000"/>
                            </p:stCondLst>
                            <p:childTnLst>
                              <p:par>
                                <p:cTn id="46" presetID="2" presetClass="entr" presetSubtype="2" fill="hold" grpId="0" nodeType="afterEffect">
                                  <p:stCondLst>
                                    <p:cond delay="0"/>
                                  </p:stCondLst>
                                  <p:childTnLst>
                                    <p:set>
                                      <p:cBhvr>
                                        <p:cTn id="47" dur="1" fill="hold">
                                          <p:stCondLst>
                                            <p:cond delay="0"/>
                                          </p:stCondLst>
                                        </p:cTn>
                                        <p:tgtEl>
                                          <p:spTgt spid="15"/>
                                        </p:tgtEl>
                                        <p:attrNameLst>
                                          <p:attrName>style.visibility</p:attrName>
                                        </p:attrNameLst>
                                      </p:cBhvr>
                                      <p:to>
                                        <p:strVal val="visible"/>
                                      </p:to>
                                    </p:set>
                                    <p:anim calcmode="lin" valueType="num">
                                      <p:cBhvr additive="base">
                                        <p:cTn id="48" dur="500" fill="hold"/>
                                        <p:tgtEl>
                                          <p:spTgt spid="15"/>
                                        </p:tgtEl>
                                        <p:attrNameLst>
                                          <p:attrName>ppt_x</p:attrName>
                                        </p:attrNameLst>
                                      </p:cBhvr>
                                      <p:tavLst>
                                        <p:tav tm="0">
                                          <p:val>
                                            <p:strVal val="1+#ppt_w/2"/>
                                          </p:val>
                                        </p:tav>
                                        <p:tav tm="100000">
                                          <p:val>
                                            <p:strVal val="#ppt_x"/>
                                          </p:val>
                                        </p:tav>
                                      </p:tavLst>
                                    </p:anim>
                                    <p:anim calcmode="lin" valueType="num">
                                      <p:cBhvr additive="base">
                                        <p:cTn id="49" dur="500" fill="hold"/>
                                        <p:tgtEl>
                                          <p:spTgt spid="15"/>
                                        </p:tgtEl>
                                        <p:attrNameLst>
                                          <p:attrName>ppt_y</p:attrName>
                                        </p:attrNameLst>
                                      </p:cBhvr>
                                      <p:tavLst>
                                        <p:tav tm="0">
                                          <p:val>
                                            <p:strVal val="#ppt_y"/>
                                          </p:val>
                                        </p:tav>
                                        <p:tav tm="100000">
                                          <p:val>
                                            <p:strVal val="#ppt_y"/>
                                          </p:val>
                                        </p:tav>
                                      </p:tavLst>
                                    </p:anim>
                                  </p:childTnLst>
                                </p:cTn>
                              </p:par>
                            </p:childTnLst>
                          </p:cTn>
                        </p:par>
                        <p:par>
                          <p:cTn id="50" fill="hold">
                            <p:stCondLst>
                              <p:cond delay="1500"/>
                            </p:stCondLst>
                            <p:childTnLst>
                              <p:par>
                                <p:cTn id="51" presetID="2" presetClass="entr" presetSubtype="2" fill="hold" grpId="0" nodeType="afterEffect">
                                  <p:stCondLst>
                                    <p:cond delay="0"/>
                                  </p:stCondLst>
                                  <p:childTnLst>
                                    <p:set>
                                      <p:cBhvr>
                                        <p:cTn id="52" dur="1" fill="hold">
                                          <p:stCondLst>
                                            <p:cond delay="0"/>
                                          </p:stCondLst>
                                        </p:cTn>
                                        <p:tgtEl>
                                          <p:spTgt spid="34"/>
                                        </p:tgtEl>
                                        <p:attrNameLst>
                                          <p:attrName>style.visibility</p:attrName>
                                        </p:attrNameLst>
                                      </p:cBhvr>
                                      <p:to>
                                        <p:strVal val="visible"/>
                                      </p:to>
                                    </p:set>
                                    <p:anim calcmode="lin" valueType="num">
                                      <p:cBhvr additive="base">
                                        <p:cTn id="53" dur="500" fill="hold"/>
                                        <p:tgtEl>
                                          <p:spTgt spid="34"/>
                                        </p:tgtEl>
                                        <p:attrNameLst>
                                          <p:attrName>ppt_x</p:attrName>
                                        </p:attrNameLst>
                                      </p:cBhvr>
                                      <p:tavLst>
                                        <p:tav tm="0">
                                          <p:val>
                                            <p:strVal val="1+#ppt_w/2"/>
                                          </p:val>
                                        </p:tav>
                                        <p:tav tm="100000">
                                          <p:val>
                                            <p:strVal val="#ppt_x"/>
                                          </p:val>
                                        </p:tav>
                                      </p:tavLst>
                                    </p:anim>
                                    <p:anim calcmode="lin" valueType="num">
                                      <p:cBhvr additive="base">
                                        <p:cTn id="54" dur="500" fill="hold"/>
                                        <p:tgtEl>
                                          <p:spTgt spid="34"/>
                                        </p:tgtEl>
                                        <p:attrNameLst>
                                          <p:attrName>ppt_y</p:attrName>
                                        </p:attrNameLst>
                                      </p:cBhvr>
                                      <p:tavLst>
                                        <p:tav tm="0">
                                          <p:val>
                                            <p:strVal val="#ppt_y"/>
                                          </p:val>
                                        </p:tav>
                                        <p:tav tm="100000">
                                          <p:val>
                                            <p:strVal val="#ppt_y"/>
                                          </p:val>
                                        </p:tav>
                                      </p:tavLst>
                                    </p:anim>
                                  </p:childTnLst>
                                </p:cTn>
                              </p:par>
                            </p:childTnLst>
                          </p:cTn>
                        </p:par>
                        <p:par>
                          <p:cTn id="55" fill="hold">
                            <p:stCondLst>
                              <p:cond delay="2000"/>
                            </p:stCondLst>
                            <p:childTnLst>
                              <p:par>
                                <p:cTn id="56" presetID="2" presetClass="entr" presetSubtype="2" fill="hold" grpId="0" nodeType="afterEffect">
                                  <p:stCondLst>
                                    <p:cond delay="0"/>
                                  </p:stCondLst>
                                  <p:childTnLst>
                                    <p:set>
                                      <p:cBhvr>
                                        <p:cTn id="57" dur="1" fill="hold">
                                          <p:stCondLst>
                                            <p:cond delay="0"/>
                                          </p:stCondLst>
                                        </p:cTn>
                                        <p:tgtEl>
                                          <p:spTgt spid="13"/>
                                        </p:tgtEl>
                                        <p:attrNameLst>
                                          <p:attrName>style.visibility</p:attrName>
                                        </p:attrNameLst>
                                      </p:cBhvr>
                                      <p:to>
                                        <p:strVal val="visible"/>
                                      </p:to>
                                    </p:set>
                                    <p:anim calcmode="lin" valueType="num">
                                      <p:cBhvr additive="base">
                                        <p:cTn id="58" dur="500" fill="hold"/>
                                        <p:tgtEl>
                                          <p:spTgt spid="13"/>
                                        </p:tgtEl>
                                        <p:attrNameLst>
                                          <p:attrName>ppt_x</p:attrName>
                                        </p:attrNameLst>
                                      </p:cBhvr>
                                      <p:tavLst>
                                        <p:tav tm="0">
                                          <p:val>
                                            <p:strVal val="1+#ppt_w/2"/>
                                          </p:val>
                                        </p:tav>
                                        <p:tav tm="100000">
                                          <p:val>
                                            <p:strVal val="#ppt_x"/>
                                          </p:val>
                                        </p:tav>
                                      </p:tavLst>
                                    </p:anim>
                                    <p:anim calcmode="lin" valueType="num">
                                      <p:cBhvr additive="base">
                                        <p:cTn id="59"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2" fill="hold" grpId="0" nodeType="clickEffect">
                                  <p:stCondLst>
                                    <p:cond delay="0"/>
                                  </p:stCondLst>
                                  <p:childTnLst>
                                    <p:set>
                                      <p:cBhvr>
                                        <p:cTn id="63" dur="1" fill="hold">
                                          <p:stCondLst>
                                            <p:cond delay="0"/>
                                          </p:stCondLst>
                                        </p:cTn>
                                        <p:tgtEl>
                                          <p:spTgt spid="17"/>
                                        </p:tgtEl>
                                        <p:attrNameLst>
                                          <p:attrName>style.visibility</p:attrName>
                                        </p:attrNameLst>
                                      </p:cBhvr>
                                      <p:to>
                                        <p:strVal val="visible"/>
                                      </p:to>
                                    </p:set>
                                    <p:anim calcmode="lin" valueType="num">
                                      <p:cBhvr additive="base">
                                        <p:cTn id="64" dur="500" fill="hold"/>
                                        <p:tgtEl>
                                          <p:spTgt spid="17"/>
                                        </p:tgtEl>
                                        <p:attrNameLst>
                                          <p:attrName>ppt_x</p:attrName>
                                        </p:attrNameLst>
                                      </p:cBhvr>
                                      <p:tavLst>
                                        <p:tav tm="0">
                                          <p:val>
                                            <p:strVal val="1+#ppt_w/2"/>
                                          </p:val>
                                        </p:tav>
                                        <p:tav tm="100000">
                                          <p:val>
                                            <p:strVal val="#ppt_x"/>
                                          </p:val>
                                        </p:tav>
                                      </p:tavLst>
                                    </p:anim>
                                    <p:anim calcmode="lin" valueType="num">
                                      <p:cBhvr additive="base">
                                        <p:cTn id="65" dur="500" fill="hold"/>
                                        <p:tgtEl>
                                          <p:spTgt spid="17"/>
                                        </p:tgtEl>
                                        <p:attrNameLst>
                                          <p:attrName>ppt_y</p:attrName>
                                        </p:attrNameLst>
                                      </p:cBhvr>
                                      <p:tavLst>
                                        <p:tav tm="0">
                                          <p:val>
                                            <p:strVal val="#ppt_y"/>
                                          </p:val>
                                        </p:tav>
                                        <p:tav tm="100000">
                                          <p:val>
                                            <p:strVal val="#ppt_y"/>
                                          </p:val>
                                        </p:tav>
                                      </p:tavLst>
                                    </p:anim>
                                  </p:childTnLst>
                                </p:cTn>
                              </p:par>
                            </p:childTnLst>
                          </p:cTn>
                        </p:par>
                        <p:par>
                          <p:cTn id="66" fill="hold">
                            <p:stCondLst>
                              <p:cond delay="500"/>
                            </p:stCondLst>
                            <p:childTnLst>
                              <p:par>
                                <p:cTn id="67" presetID="2" presetClass="entr" presetSubtype="2" fill="hold" grpId="0" nodeType="afterEffect">
                                  <p:stCondLst>
                                    <p:cond delay="0"/>
                                  </p:stCondLst>
                                  <p:childTnLst>
                                    <p:set>
                                      <p:cBhvr>
                                        <p:cTn id="68" dur="1" fill="hold">
                                          <p:stCondLst>
                                            <p:cond delay="0"/>
                                          </p:stCondLst>
                                        </p:cTn>
                                        <p:tgtEl>
                                          <p:spTgt spid="21"/>
                                        </p:tgtEl>
                                        <p:attrNameLst>
                                          <p:attrName>style.visibility</p:attrName>
                                        </p:attrNameLst>
                                      </p:cBhvr>
                                      <p:to>
                                        <p:strVal val="visible"/>
                                      </p:to>
                                    </p:set>
                                    <p:anim calcmode="lin" valueType="num">
                                      <p:cBhvr additive="base">
                                        <p:cTn id="69" dur="500" fill="hold"/>
                                        <p:tgtEl>
                                          <p:spTgt spid="21"/>
                                        </p:tgtEl>
                                        <p:attrNameLst>
                                          <p:attrName>ppt_x</p:attrName>
                                        </p:attrNameLst>
                                      </p:cBhvr>
                                      <p:tavLst>
                                        <p:tav tm="0">
                                          <p:val>
                                            <p:strVal val="1+#ppt_w/2"/>
                                          </p:val>
                                        </p:tav>
                                        <p:tav tm="100000">
                                          <p:val>
                                            <p:strVal val="#ppt_x"/>
                                          </p:val>
                                        </p:tav>
                                      </p:tavLst>
                                    </p:anim>
                                    <p:anim calcmode="lin" valueType="num">
                                      <p:cBhvr additive="base">
                                        <p:cTn id="70" dur="500" fill="hold"/>
                                        <p:tgtEl>
                                          <p:spTgt spid="21"/>
                                        </p:tgtEl>
                                        <p:attrNameLst>
                                          <p:attrName>ppt_y</p:attrName>
                                        </p:attrNameLst>
                                      </p:cBhvr>
                                      <p:tavLst>
                                        <p:tav tm="0">
                                          <p:val>
                                            <p:strVal val="#ppt_y"/>
                                          </p:val>
                                        </p:tav>
                                        <p:tav tm="100000">
                                          <p:val>
                                            <p:strVal val="#ppt_y"/>
                                          </p:val>
                                        </p:tav>
                                      </p:tavLst>
                                    </p:anim>
                                  </p:childTnLst>
                                </p:cTn>
                              </p:par>
                            </p:childTnLst>
                          </p:cTn>
                        </p:par>
                        <p:par>
                          <p:cTn id="71" fill="hold">
                            <p:stCondLst>
                              <p:cond delay="1000"/>
                            </p:stCondLst>
                            <p:childTnLst>
                              <p:par>
                                <p:cTn id="72" presetID="2" presetClass="entr" presetSubtype="2"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 calcmode="lin" valueType="num">
                                      <p:cBhvr additive="base">
                                        <p:cTn id="74" dur="500" fill="hold"/>
                                        <p:tgtEl>
                                          <p:spTgt spid="20"/>
                                        </p:tgtEl>
                                        <p:attrNameLst>
                                          <p:attrName>ppt_x</p:attrName>
                                        </p:attrNameLst>
                                      </p:cBhvr>
                                      <p:tavLst>
                                        <p:tav tm="0">
                                          <p:val>
                                            <p:strVal val="1+#ppt_w/2"/>
                                          </p:val>
                                        </p:tav>
                                        <p:tav tm="100000">
                                          <p:val>
                                            <p:strVal val="#ppt_x"/>
                                          </p:val>
                                        </p:tav>
                                      </p:tavLst>
                                    </p:anim>
                                    <p:anim calcmode="lin" valueType="num">
                                      <p:cBhvr additive="base">
                                        <p:cTn id="75" dur="500" fill="hold"/>
                                        <p:tgtEl>
                                          <p:spTgt spid="20"/>
                                        </p:tgtEl>
                                        <p:attrNameLst>
                                          <p:attrName>ppt_y</p:attrName>
                                        </p:attrNameLst>
                                      </p:cBhvr>
                                      <p:tavLst>
                                        <p:tav tm="0">
                                          <p:val>
                                            <p:strVal val="#ppt_y"/>
                                          </p:val>
                                        </p:tav>
                                        <p:tav tm="100000">
                                          <p:val>
                                            <p:strVal val="#ppt_y"/>
                                          </p:val>
                                        </p:tav>
                                      </p:tavLst>
                                    </p:anim>
                                  </p:childTnLst>
                                </p:cTn>
                              </p:par>
                            </p:childTnLst>
                          </p:cTn>
                        </p:par>
                        <p:par>
                          <p:cTn id="76" fill="hold">
                            <p:stCondLst>
                              <p:cond delay="1500"/>
                            </p:stCondLst>
                            <p:childTnLst>
                              <p:par>
                                <p:cTn id="77" presetID="2" presetClass="entr" presetSubtype="2" fill="hold" grpId="0" nodeType="afterEffect">
                                  <p:stCondLst>
                                    <p:cond delay="0"/>
                                  </p:stCondLst>
                                  <p:childTnLst>
                                    <p:set>
                                      <p:cBhvr>
                                        <p:cTn id="78" dur="1" fill="hold">
                                          <p:stCondLst>
                                            <p:cond delay="0"/>
                                          </p:stCondLst>
                                        </p:cTn>
                                        <p:tgtEl>
                                          <p:spTgt spid="19"/>
                                        </p:tgtEl>
                                        <p:attrNameLst>
                                          <p:attrName>style.visibility</p:attrName>
                                        </p:attrNameLst>
                                      </p:cBhvr>
                                      <p:to>
                                        <p:strVal val="visible"/>
                                      </p:to>
                                    </p:set>
                                    <p:anim calcmode="lin" valueType="num">
                                      <p:cBhvr additive="base">
                                        <p:cTn id="79" dur="500" fill="hold"/>
                                        <p:tgtEl>
                                          <p:spTgt spid="19"/>
                                        </p:tgtEl>
                                        <p:attrNameLst>
                                          <p:attrName>ppt_x</p:attrName>
                                        </p:attrNameLst>
                                      </p:cBhvr>
                                      <p:tavLst>
                                        <p:tav tm="0">
                                          <p:val>
                                            <p:strVal val="1+#ppt_w/2"/>
                                          </p:val>
                                        </p:tav>
                                        <p:tav tm="100000">
                                          <p:val>
                                            <p:strVal val="#ppt_x"/>
                                          </p:val>
                                        </p:tav>
                                      </p:tavLst>
                                    </p:anim>
                                    <p:anim calcmode="lin" valueType="num">
                                      <p:cBhvr additive="base">
                                        <p:cTn id="80" dur="500" fill="hold"/>
                                        <p:tgtEl>
                                          <p:spTgt spid="19"/>
                                        </p:tgtEl>
                                        <p:attrNameLst>
                                          <p:attrName>ppt_y</p:attrName>
                                        </p:attrNameLst>
                                      </p:cBhvr>
                                      <p:tavLst>
                                        <p:tav tm="0">
                                          <p:val>
                                            <p:strVal val="#ppt_y"/>
                                          </p:val>
                                        </p:tav>
                                        <p:tav tm="100000">
                                          <p:val>
                                            <p:strVal val="#ppt_y"/>
                                          </p:val>
                                        </p:tav>
                                      </p:tavLst>
                                    </p:anim>
                                  </p:childTnLst>
                                </p:cTn>
                              </p:par>
                            </p:childTnLst>
                          </p:cTn>
                        </p:par>
                        <p:par>
                          <p:cTn id="81" fill="hold">
                            <p:stCondLst>
                              <p:cond delay="2000"/>
                            </p:stCondLst>
                            <p:childTnLst>
                              <p:par>
                                <p:cTn id="82" presetID="2" presetClass="entr" presetSubtype="2" fill="hold" grpId="0" nodeType="afterEffect">
                                  <p:stCondLst>
                                    <p:cond delay="0"/>
                                  </p:stCondLst>
                                  <p:childTnLst>
                                    <p:set>
                                      <p:cBhvr>
                                        <p:cTn id="83" dur="1" fill="hold">
                                          <p:stCondLst>
                                            <p:cond delay="0"/>
                                          </p:stCondLst>
                                        </p:cTn>
                                        <p:tgtEl>
                                          <p:spTgt spid="18"/>
                                        </p:tgtEl>
                                        <p:attrNameLst>
                                          <p:attrName>style.visibility</p:attrName>
                                        </p:attrNameLst>
                                      </p:cBhvr>
                                      <p:to>
                                        <p:strVal val="visible"/>
                                      </p:to>
                                    </p:set>
                                    <p:anim calcmode="lin" valueType="num">
                                      <p:cBhvr additive="base">
                                        <p:cTn id="84" dur="500" fill="hold"/>
                                        <p:tgtEl>
                                          <p:spTgt spid="18"/>
                                        </p:tgtEl>
                                        <p:attrNameLst>
                                          <p:attrName>ppt_x</p:attrName>
                                        </p:attrNameLst>
                                      </p:cBhvr>
                                      <p:tavLst>
                                        <p:tav tm="0">
                                          <p:val>
                                            <p:strVal val="1+#ppt_w/2"/>
                                          </p:val>
                                        </p:tav>
                                        <p:tav tm="100000">
                                          <p:val>
                                            <p:strVal val="#ppt_x"/>
                                          </p:val>
                                        </p:tav>
                                      </p:tavLst>
                                    </p:anim>
                                    <p:anim calcmode="lin" valueType="num">
                                      <p:cBhvr additive="base">
                                        <p:cTn id="85"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0" grpId="0" animBg="1"/>
      <p:bldP spid="11" grpId="0"/>
      <p:bldP spid="12" grpId="0" animBg="1"/>
      <p:bldP spid="13" grpId="0"/>
      <p:bldP spid="15" grpId="0" animBg="1"/>
      <p:bldP spid="16" grpId="0"/>
      <p:bldP spid="17" grpId="0" animBg="1"/>
      <p:bldP spid="18" grpId="0"/>
      <p:bldP spid="19" grpId="0"/>
      <p:bldP spid="20" grpId="0" animBg="1"/>
      <p:bldP spid="21" grpId="0"/>
      <p:bldP spid="34" grpId="0"/>
      <p:bldP spid="3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Uber व्यावसायिक प्रोफ़ाइल कैसे बनाएँ | Uber for Business">
            <a:extLst>
              <a:ext uri="{FF2B5EF4-FFF2-40B4-BE49-F238E27FC236}">
                <a16:creationId xmlns:a16="http://schemas.microsoft.com/office/drawing/2014/main" id="{09261DBD-7A66-805C-FD63-827C413A09AE}"/>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0" y="0"/>
            <a:ext cx="6858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Rounded Corners 2">
            <a:extLst>
              <a:ext uri="{FF2B5EF4-FFF2-40B4-BE49-F238E27FC236}">
                <a16:creationId xmlns:a16="http://schemas.microsoft.com/office/drawing/2014/main" id="{DC94A8F6-6014-49CB-87F8-B099454A9D2B}"/>
              </a:ext>
            </a:extLst>
          </p:cNvPr>
          <p:cNvSpPr/>
          <p:nvPr/>
        </p:nvSpPr>
        <p:spPr>
          <a:xfrm>
            <a:off x="718456" y="2090056"/>
            <a:ext cx="3080657" cy="3755573"/>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srgbClr val="FFFFFF"/>
                </a:solidFill>
                <a:effectLst/>
                <a:uLnTx/>
                <a:uFillTx/>
                <a:latin typeface=""/>
                <a:ea typeface="+mn-ea"/>
                <a:cs typeface="+mn-cs"/>
              </a:rPr>
              <a:t>MASALAH YANG DISELESAIKAN</a:t>
            </a:r>
            <a:endParaRPr kumimoji="0" lang="en-IN" sz="1800" b="0" i="0" u="none" strike="noStrike" kern="1200" cap="none" spc="0" normalizeH="0" baseline="0" noProof="0" dirty="0">
              <a:ln>
                <a:noFill/>
              </a:ln>
              <a:solidFill>
                <a:srgbClr val="FFFFFF"/>
              </a:solidFill>
              <a:effectLst/>
              <a:uLnTx/>
              <a:uFillTx/>
              <a:latin typeface=""/>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srgbClr val="FFFFFF"/>
              </a:solidFill>
              <a:effectLst/>
              <a:uLnTx/>
              <a:uFillTx/>
              <a:latin typeface=""/>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FFFFFF"/>
                </a:solidFill>
                <a:effectLst/>
                <a:uLnTx/>
                <a:uFillTx/>
                <a:latin typeface=""/>
                <a:ea typeface="+mn-ea"/>
                <a:cs typeface="+mn-cs"/>
              </a:rPr>
              <a:t>Kesulitan</a:t>
            </a:r>
            <a:r>
              <a:rPr kumimoji="0" lang="en-US" sz="1800" b="0" i="0" u="none" strike="noStrike" kern="1200" cap="none" spc="0" normalizeH="0" baseline="0" noProof="0" dirty="0">
                <a:ln>
                  <a:noFill/>
                </a:ln>
                <a:solidFill>
                  <a:srgbClr val="FFFFFF"/>
                </a:solidFill>
                <a:effectLst/>
                <a:uLnTx/>
                <a:uFillTx/>
                <a:latin typeface=""/>
                <a:ea typeface="+mn-ea"/>
                <a:cs typeface="+mn-cs"/>
              </a:rPr>
              <a:t> </a:t>
            </a:r>
            <a:r>
              <a:rPr kumimoji="0" lang="en-US" sz="1800" b="0" i="0" u="none" strike="noStrike" kern="1200" cap="none" spc="0" normalizeH="0" baseline="0" noProof="0" dirty="0" err="1">
                <a:ln>
                  <a:noFill/>
                </a:ln>
                <a:solidFill>
                  <a:srgbClr val="FFFFFF"/>
                </a:solidFill>
                <a:effectLst/>
                <a:uLnTx/>
                <a:uFillTx/>
                <a:latin typeface=""/>
                <a:ea typeface="+mn-ea"/>
                <a:cs typeface="+mn-cs"/>
              </a:rPr>
              <a:t>dalam</a:t>
            </a:r>
            <a:r>
              <a:rPr kumimoji="0" lang="en-US" sz="1800" b="0" i="0" u="none" strike="noStrike" kern="1200" cap="none" spc="0" normalizeH="0" baseline="0" noProof="0" dirty="0">
                <a:ln>
                  <a:noFill/>
                </a:ln>
                <a:solidFill>
                  <a:srgbClr val="FFFFFF"/>
                </a:solidFill>
                <a:effectLst/>
                <a:uLnTx/>
                <a:uFillTx/>
                <a:latin typeface=""/>
                <a:ea typeface="+mn-ea"/>
                <a:cs typeface="+mn-cs"/>
              </a:rPr>
              <a:t> </a:t>
            </a:r>
            <a:r>
              <a:rPr kumimoji="0" lang="en-US" sz="1800" b="0" i="0" u="none" strike="noStrike" kern="1200" cap="none" spc="0" normalizeH="0" baseline="0" noProof="0" dirty="0" err="1">
                <a:ln>
                  <a:noFill/>
                </a:ln>
                <a:solidFill>
                  <a:srgbClr val="FFFFFF"/>
                </a:solidFill>
                <a:effectLst/>
                <a:uLnTx/>
                <a:uFillTx/>
                <a:latin typeface=""/>
                <a:ea typeface="+mn-ea"/>
                <a:cs typeface="+mn-cs"/>
              </a:rPr>
              <a:t>menemukan</a:t>
            </a:r>
            <a:r>
              <a:rPr kumimoji="0" lang="en-US" sz="1800" b="0" i="0" u="none" strike="noStrike" kern="1200" cap="none" spc="0" normalizeH="0" baseline="0" noProof="0" dirty="0">
                <a:ln>
                  <a:noFill/>
                </a:ln>
                <a:solidFill>
                  <a:srgbClr val="FFFFFF"/>
                </a:solidFill>
                <a:effectLst/>
                <a:uLnTx/>
                <a:uFillTx/>
                <a:latin typeface=""/>
                <a:ea typeface="+mn-ea"/>
                <a:cs typeface="+mn-cs"/>
              </a:rPr>
              <a:t> </a:t>
            </a:r>
            <a:r>
              <a:rPr kumimoji="0" lang="en-US" sz="1800" b="0" i="0" u="none" strike="noStrike" kern="1200" cap="none" spc="0" normalizeH="0" baseline="0" noProof="0" dirty="0" err="1">
                <a:ln>
                  <a:noFill/>
                </a:ln>
                <a:solidFill>
                  <a:srgbClr val="FFFFFF"/>
                </a:solidFill>
                <a:effectLst/>
                <a:uLnTx/>
                <a:uFillTx/>
                <a:latin typeface=""/>
                <a:ea typeface="+mn-ea"/>
                <a:cs typeface="+mn-cs"/>
              </a:rPr>
              <a:t>transportasi</a:t>
            </a:r>
            <a:r>
              <a:rPr kumimoji="0" lang="en-US" sz="1800" b="0" i="0" u="none" strike="noStrike" kern="1200" cap="none" spc="0" normalizeH="0" baseline="0" noProof="0" dirty="0">
                <a:ln>
                  <a:noFill/>
                </a:ln>
                <a:solidFill>
                  <a:srgbClr val="FFFFFF"/>
                </a:solidFill>
                <a:effectLst/>
                <a:uLnTx/>
                <a:uFillTx/>
                <a:latin typeface=""/>
                <a:ea typeface="+mn-ea"/>
                <a:cs typeface="+mn-cs"/>
              </a:rPr>
              <a:t> yang </a:t>
            </a:r>
            <a:r>
              <a:rPr kumimoji="0" lang="en-US" sz="1800" b="0" i="0" u="none" strike="noStrike" kern="1200" cap="none" spc="0" normalizeH="0" baseline="0" noProof="0" dirty="0" err="1">
                <a:ln>
                  <a:noFill/>
                </a:ln>
                <a:solidFill>
                  <a:srgbClr val="FFFFFF"/>
                </a:solidFill>
                <a:effectLst/>
                <a:uLnTx/>
                <a:uFillTx/>
                <a:latin typeface=""/>
                <a:ea typeface="+mn-ea"/>
                <a:cs typeface="+mn-cs"/>
              </a:rPr>
              <a:t>andal</a:t>
            </a:r>
            <a:r>
              <a:rPr kumimoji="0" lang="en-US" sz="1800" b="0" i="0" u="none" strike="noStrike" kern="1200" cap="none" spc="0" normalizeH="0" baseline="0" noProof="0" dirty="0">
                <a:ln>
                  <a:noFill/>
                </a:ln>
                <a:solidFill>
                  <a:srgbClr val="FFFFFF"/>
                </a:solidFill>
                <a:effectLst/>
                <a:uLnTx/>
                <a:uFillTx/>
                <a:latin typeface=""/>
                <a:ea typeface="+mn-ea"/>
                <a:cs typeface="+mn-cs"/>
              </a:rPr>
              <a:t> dan </a:t>
            </a:r>
            <a:r>
              <a:rPr kumimoji="0" lang="en-US" sz="1800" b="0" i="0" u="none" strike="noStrike" kern="1200" cap="none" spc="0" normalizeH="0" baseline="0" noProof="0" dirty="0" err="1">
                <a:ln>
                  <a:noFill/>
                </a:ln>
                <a:solidFill>
                  <a:srgbClr val="FFFFFF"/>
                </a:solidFill>
                <a:effectLst/>
                <a:uLnTx/>
                <a:uFillTx/>
                <a:latin typeface=""/>
                <a:ea typeface="+mn-ea"/>
                <a:cs typeface="+mn-cs"/>
              </a:rPr>
              <a:t>terjangkau</a:t>
            </a:r>
            <a:r>
              <a:rPr kumimoji="0" lang="en-US" sz="1800" b="0" i="0" u="none" strike="noStrike" kern="1200" cap="none" spc="0" normalizeH="0" baseline="0" noProof="0" dirty="0">
                <a:ln>
                  <a:noFill/>
                </a:ln>
                <a:solidFill>
                  <a:srgbClr val="FFFFFF"/>
                </a:solidFill>
                <a:effectLst/>
                <a:uLnTx/>
                <a:uFillTx/>
                <a:latin typeface=""/>
                <a:ea typeface="+mn-ea"/>
                <a:cs typeface="+mn-cs"/>
              </a:rPr>
              <a:t> </a:t>
            </a:r>
            <a:r>
              <a:rPr kumimoji="0" lang="en-US" sz="1800" b="0" i="0" u="none" strike="noStrike" kern="1200" cap="none" spc="0" normalizeH="0" baseline="0" noProof="0" dirty="0" err="1">
                <a:ln>
                  <a:noFill/>
                </a:ln>
                <a:solidFill>
                  <a:srgbClr val="FFFFFF"/>
                </a:solidFill>
                <a:effectLst/>
                <a:uLnTx/>
                <a:uFillTx/>
                <a:latin typeface=""/>
                <a:ea typeface="+mn-ea"/>
                <a:cs typeface="+mn-cs"/>
              </a:rPr>
              <a:t>dengan</a:t>
            </a:r>
            <a:r>
              <a:rPr kumimoji="0" lang="en-US" sz="1800" b="0" i="0" u="none" strike="noStrike" kern="1200" cap="none" spc="0" normalizeH="0" baseline="0" noProof="0" dirty="0">
                <a:ln>
                  <a:noFill/>
                </a:ln>
                <a:solidFill>
                  <a:srgbClr val="FFFFFF"/>
                </a:solidFill>
                <a:effectLst/>
                <a:uLnTx/>
                <a:uFillTx/>
                <a:latin typeface=""/>
                <a:ea typeface="+mn-ea"/>
                <a:cs typeface="+mn-cs"/>
              </a:rPr>
              <a:t> </a:t>
            </a:r>
            <a:r>
              <a:rPr kumimoji="0" lang="en-US" sz="1800" b="0" i="0" u="none" strike="noStrike" kern="1200" cap="none" spc="0" normalizeH="0" baseline="0" noProof="0" dirty="0" err="1">
                <a:ln>
                  <a:noFill/>
                </a:ln>
                <a:solidFill>
                  <a:srgbClr val="FFFFFF"/>
                </a:solidFill>
                <a:effectLst/>
                <a:uLnTx/>
                <a:uFillTx/>
                <a:latin typeface=""/>
                <a:ea typeface="+mn-ea"/>
                <a:cs typeface="+mn-cs"/>
              </a:rPr>
              <a:t>cepat</a:t>
            </a:r>
            <a:r>
              <a:rPr kumimoji="0" lang="en-US" sz="1800" b="0" i="0" u="none" strike="noStrike" kern="1200" cap="none" spc="0" normalizeH="0" baseline="0" noProof="0" dirty="0">
                <a:ln>
                  <a:noFill/>
                </a:ln>
                <a:solidFill>
                  <a:srgbClr val="FFFFFF"/>
                </a:solidFill>
                <a:effectLst/>
                <a:uLnTx/>
                <a:uFillTx/>
                <a:latin typeface=""/>
                <a:ea typeface="+mn-ea"/>
                <a:cs typeface="+mn-cs"/>
              </a:rPr>
              <a:t> di </a:t>
            </a:r>
            <a:r>
              <a:rPr kumimoji="0" lang="en-US" sz="1800" b="0" i="0" u="none" strike="noStrike" kern="1200" cap="none" spc="0" normalizeH="0" baseline="0" noProof="0" dirty="0" err="1">
                <a:ln>
                  <a:noFill/>
                </a:ln>
                <a:solidFill>
                  <a:srgbClr val="FFFFFF"/>
                </a:solidFill>
                <a:effectLst/>
                <a:uLnTx/>
                <a:uFillTx/>
                <a:latin typeface=""/>
                <a:ea typeface="+mn-ea"/>
                <a:cs typeface="+mn-cs"/>
              </a:rPr>
              <a:t>daerah</a:t>
            </a:r>
            <a:r>
              <a:rPr kumimoji="0" lang="en-US" sz="1800" b="0" i="0" u="none" strike="noStrike" kern="1200" cap="none" spc="0" normalizeH="0" baseline="0" noProof="0" dirty="0">
                <a:ln>
                  <a:noFill/>
                </a:ln>
                <a:solidFill>
                  <a:srgbClr val="FFFFFF"/>
                </a:solidFill>
                <a:effectLst/>
                <a:uLnTx/>
                <a:uFillTx/>
                <a:latin typeface=""/>
                <a:ea typeface="+mn-ea"/>
                <a:cs typeface="+mn-cs"/>
              </a:rPr>
              <a:t> </a:t>
            </a:r>
            <a:r>
              <a:rPr kumimoji="0" lang="en-US" sz="1800" b="0" i="0" u="none" strike="noStrike" kern="1200" cap="none" spc="0" normalizeH="0" baseline="0" noProof="0" dirty="0" err="1">
                <a:ln>
                  <a:noFill/>
                </a:ln>
                <a:solidFill>
                  <a:srgbClr val="FFFFFF"/>
                </a:solidFill>
                <a:effectLst/>
                <a:uLnTx/>
                <a:uFillTx/>
                <a:latin typeface=""/>
                <a:ea typeface="+mn-ea"/>
                <a:cs typeface="+mn-cs"/>
              </a:rPr>
              <a:t>perkotaan</a:t>
            </a:r>
            <a:r>
              <a:rPr kumimoji="0" lang="en-US" sz="1800" b="0" i="0" u="none" strike="noStrike" kern="1200" cap="none" spc="0" normalizeH="0" baseline="0" noProof="0" dirty="0">
                <a:ln>
                  <a:noFill/>
                </a:ln>
                <a:solidFill>
                  <a:srgbClr val="FFFFFF"/>
                </a:solidFill>
                <a:effectLst/>
                <a:uLnTx/>
                <a:uFillTx/>
                <a:latin typeface=""/>
                <a:ea typeface="+mn-ea"/>
                <a:cs typeface="+mn-cs"/>
              </a:rPr>
              <a:t>..</a:t>
            </a:r>
            <a:endParaRPr kumimoji="0" lang="en-IN" sz="1800" b="0" i="0" u="none" strike="noStrike" kern="1200" cap="none" spc="0" normalizeH="0" baseline="0" noProof="0" dirty="0">
              <a:ln>
                <a:noFill/>
              </a:ln>
              <a:solidFill>
                <a:srgbClr val="FFFFFF"/>
              </a:solidFill>
              <a:effectLst/>
              <a:uLnTx/>
              <a:uFillTx/>
              <a:latin typeface=""/>
              <a:ea typeface="+mn-ea"/>
              <a:cs typeface="+mn-cs"/>
            </a:endParaRPr>
          </a:p>
        </p:txBody>
      </p:sp>
      <p:sp>
        <p:nvSpPr>
          <p:cNvPr id="4" name="Rectangle: Rounded Corners 3">
            <a:extLst>
              <a:ext uri="{FF2B5EF4-FFF2-40B4-BE49-F238E27FC236}">
                <a16:creationId xmlns:a16="http://schemas.microsoft.com/office/drawing/2014/main" id="{03C23672-5644-C7C4-689B-24C620A6621B}"/>
              </a:ext>
            </a:extLst>
          </p:cNvPr>
          <p:cNvSpPr/>
          <p:nvPr/>
        </p:nvSpPr>
        <p:spPr>
          <a:xfrm>
            <a:off x="4675414" y="2090056"/>
            <a:ext cx="2999014" cy="3755573"/>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err="1">
                <a:ln>
                  <a:noFill/>
                </a:ln>
                <a:solidFill>
                  <a:srgbClr val="414042"/>
                </a:solidFill>
                <a:effectLst/>
                <a:uLnTx/>
                <a:uFillTx/>
                <a:latin typeface=""/>
                <a:ea typeface="+mn-ea"/>
                <a:cs typeface="+mn-cs"/>
              </a:rPr>
              <a:t>Menyediakan</a:t>
            </a:r>
            <a:r>
              <a:rPr kumimoji="0" lang="en-US" sz="1800" b="0" i="0" u="none" strike="noStrike" kern="1200" cap="none" spc="0" normalizeH="0" baseline="0" noProof="0" dirty="0">
                <a:ln>
                  <a:noFill/>
                </a:ln>
                <a:solidFill>
                  <a:srgbClr val="414042"/>
                </a:solidFill>
                <a:effectLst/>
                <a:uLnTx/>
                <a:uFillTx/>
                <a:latin typeface=""/>
                <a:ea typeface="+mn-ea"/>
                <a:cs typeface="+mn-cs"/>
              </a:rPr>
              <a:t> </a:t>
            </a:r>
            <a:r>
              <a:rPr kumimoji="0" lang="en-US" sz="1800" b="0" i="0" u="none" strike="noStrike" kern="1200" cap="none" spc="0" normalizeH="0" baseline="0" noProof="0" dirty="0" err="1">
                <a:ln>
                  <a:noFill/>
                </a:ln>
                <a:solidFill>
                  <a:srgbClr val="414042"/>
                </a:solidFill>
                <a:effectLst/>
                <a:uLnTx/>
                <a:uFillTx/>
                <a:latin typeface=""/>
                <a:ea typeface="+mn-ea"/>
                <a:cs typeface="+mn-cs"/>
              </a:rPr>
              <a:t>transportasi</a:t>
            </a:r>
            <a:r>
              <a:rPr kumimoji="0" lang="en-US" sz="1800" b="0" i="0" u="none" strike="noStrike" kern="1200" cap="none" spc="0" normalizeH="0" baseline="0" noProof="0" dirty="0">
                <a:ln>
                  <a:noFill/>
                </a:ln>
                <a:solidFill>
                  <a:srgbClr val="414042"/>
                </a:solidFill>
                <a:effectLst/>
                <a:uLnTx/>
                <a:uFillTx/>
                <a:latin typeface=""/>
                <a:ea typeface="+mn-ea"/>
                <a:cs typeface="+mn-cs"/>
              </a:rPr>
              <a:t> </a:t>
            </a:r>
            <a:r>
              <a:rPr kumimoji="0" lang="en-US" sz="1800" b="0" i="0" u="none" strike="noStrike" kern="1200" cap="none" spc="0" normalizeH="0" baseline="0" noProof="0" dirty="0" err="1">
                <a:ln>
                  <a:noFill/>
                </a:ln>
                <a:solidFill>
                  <a:srgbClr val="414042"/>
                </a:solidFill>
                <a:effectLst/>
                <a:uLnTx/>
                <a:uFillTx/>
                <a:latin typeface=""/>
                <a:ea typeface="+mn-ea"/>
                <a:cs typeface="+mn-cs"/>
              </a:rPr>
              <a:t>sesuai</a:t>
            </a:r>
            <a:r>
              <a:rPr kumimoji="0" lang="en-US" sz="1800" b="0" i="0" u="none" strike="noStrike" kern="1200" cap="none" spc="0" normalizeH="0" baseline="0" noProof="0" dirty="0">
                <a:ln>
                  <a:noFill/>
                </a:ln>
                <a:solidFill>
                  <a:srgbClr val="414042"/>
                </a:solidFill>
                <a:effectLst/>
                <a:uLnTx/>
                <a:uFillTx/>
                <a:latin typeface=""/>
                <a:ea typeface="+mn-ea"/>
                <a:cs typeface="+mn-cs"/>
              </a:rPr>
              <a:t> </a:t>
            </a:r>
            <a:r>
              <a:rPr kumimoji="0" lang="en-US" sz="1800" b="0" i="0" u="none" strike="noStrike" kern="1200" cap="none" spc="0" normalizeH="0" baseline="0" noProof="0" dirty="0" err="1">
                <a:ln>
                  <a:noFill/>
                </a:ln>
                <a:solidFill>
                  <a:srgbClr val="414042"/>
                </a:solidFill>
                <a:effectLst/>
                <a:uLnTx/>
                <a:uFillTx/>
                <a:latin typeface=""/>
                <a:ea typeface="+mn-ea"/>
                <a:cs typeface="+mn-cs"/>
              </a:rPr>
              <a:t>permintaan</a:t>
            </a:r>
            <a:r>
              <a:rPr kumimoji="0" lang="en-US" sz="1800" b="0" i="0" u="none" strike="noStrike" kern="1200" cap="none" spc="0" normalizeH="0" baseline="0" noProof="0" dirty="0">
                <a:ln>
                  <a:noFill/>
                </a:ln>
                <a:solidFill>
                  <a:srgbClr val="414042"/>
                </a:solidFill>
                <a:effectLst/>
                <a:uLnTx/>
                <a:uFillTx/>
                <a:latin typeface=""/>
                <a:ea typeface="+mn-ea"/>
                <a:cs typeface="+mn-cs"/>
              </a:rPr>
              <a:t> yang </a:t>
            </a:r>
            <a:r>
              <a:rPr kumimoji="0" lang="en-US" sz="1800" b="0" i="0" u="none" strike="noStrike" kern="1200" cap="none" spc="0" normalizeH="0" baseline="0" noProof="0" dirty="0" err="1">
                <a:ln>
                  <a:noFill/>
                </a:ln>
                <a:solidFill>
                  <a:srgbClr val="414042"/>
                </a:solidFill>
                <a:effectLst/>
                <a:uLnTx/>
                <a:uFillTx/>
                <a:latin typeface=""/>
                <a:ea typeface="+mn-ea"/>
                <a:cs typeface="+mn-cs"/>
              </a:rPr>
              <a:t>andal</a:t>
            </a:r>
            <a:r>
              <a:rPr kumimoji="0" lang="en-US" sz="1800" b="0" i="0" u="none" strike="noStrike" kern="1200" cap="none" spc="0" normalizeH="0" baseline="0" noProof="0" dirty="0">
                <a:ln>
                  <a:noFill/>
                </a:ln>
                <a:solidFill>
                  <a:srgbClr val="414042"/>
                </a:solidFill>
                <a:effectLst/>
                <a:uLnTx/>
                <a:uFillTx/>
                <a:latin typeface=""/>
                <a:ea typeface="+mn-ea"/>
                <a:cs typeface="+mn-cs"/>
              </a:rPr>
              <a:t> dan </a:t>
            </a:r>
            <a:r>
              <a:rPr kumimoji="0" lang="en-US" sz="1800" b="0" i="0" u="none" strike="noStrike" kern="1200" cap="none" spc="0" normalizeH="0" baseline="0" noProof="0" dirty="0" err="1">
                <a:ln>
                  <a:noFill/>
                </a:ln>
                <a:solidFill>
                  <a:srgbClr val="414042"/>
                </a:solidFill>
                <a:effectLst/>
                <a:uLnTx/>
                <a:uFillTx/>
                <a:latin typeface=""/>
                <a:ea typeface="+mn-ea"/>
                <a:cs typeface="+mn-cs"/>
              </a:rPr>
              <a:t>hemat</a:t>
            </a:r>
            <a:r>
              <a:rPr kumimoji="0" lang="en-US" sz="1800" b="0" i="0" u="none" strike="noStrike" kern="1200" cap="none" spc="0" normalizeH="0" baseline="0" noProof="0" dirty="0">
                <a:ln>
                  <a:noFill/>
                </a:ln>
                <a:solidFill>
                  <a:srgbClr val="414042"/>
                </a:solidFill>
                <a:effectLst/>
                <a:uLnTx/>
                <a:uFillTx/>
                <a:latin typeface=""/>
                <a:ea typeface="+mn-ea"/>
                <a:cs typeface="+mn-cs"/>
              </a:rPr>
              <a:t> </a:t>
            </a:r>
            <a:r>
              <a:rPr kumimoji="0" lang="en-US" sz="1800" b="0" i="0" u="none" strike="noStrike" kern="1200" cap="none" spc="0" normalizeH="0" baseline="0" noProof="0" dirty="0" err="1">
                <a:ln>
                  <a:noFill/>
                </a:ln>
                <a:solidFill>
                  <a:srgbClr val="414042"/>
                </a:solidFill>
                <a:effectLst/>
                <a:uLnTx/>
                <a:uFillTx/>
                <a:latin typeface=""/>
                <a:ea typeface="+mn-ea"/>
                <a:cs typeface="+mn-cs"/>
              </a:rPr>
              <a:t>biaya</a:t>
            </a:r>
            <a:endParaRPr kumimoji="0" lang="en-US" sz="1800" b="0" i="0" u="none" strike="noStrike" kern="1200" cap="none" spc="0" normalizeH="0" baseline="0" noProof="0" dirty="0">
              <a:ln>
                <a:noFill/>
              </a:ln>
              <a:solidFill>
                <a:srgbClr val="414042"/>
              </a:solidFill>
              <a:effectLst/>
              <a:uLnTx/>
              <a:uFillTx/>
              <a:latin typeface=""/>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i-FI" sz="1800" b="0" i="0" u="none" strike="noStrike" kern="1200" cap="none" spc="0" normalizeH="0" baseline="0" noProof="0" dirty="0">
                <a:ln>
                  <a:noFill/>
                </a:ln>
                <a:solidFill>
                  <a:srgbClr val="414042"/>
                </a:solidFill>
                <a:effectLst/>
                <a:uLnTx/>
                <a:uFillTx/>
                <a:latin typeface=""/>
                <a:ea typeface="+mn-ea"/>
                <a:cs typeface="+mn-cs"/>
              </a:rPr>
              <a:t>asa aman, nyaman, dan kemudahan saat bepergian</a:t>
            </a:r>
            <a:endParaRPr kumimoji="0" lang="en-US" sz="1800" b="0" i="0" u="none" strike="noStrike" kern="1200" cap="none" spc="0" normalizeH="0" baseline="0" noProof="0" dirty="0">
              <a:ln>
                <a:noFill/>
              </a:ln>
              <a:solidFill>
                <a:srgbClr val="414042"/>
              </a:solidFill>
              <a:effectLst/>
              <a:uLnTx/>
              <a:uFillTx/>
              <a:latin typeface=""/>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err="1">
                <a:ln>
                  <a:noFill/>
                </a:ln>
                <a:solidFill>
                  <a:srgbClr val="414042"/>
                </a:solidFill>
                <a:effectLst/>
                <a:uLnTx/>
                <a:uFillTx/>
                <a:latin typeface=""/>
                <a:ea typeface="+mn-ea"/>
                <a:cs typeface="+mn-cs"/>
              </a:rPr>
              <a:t>Memungkinkan</a:t>
            </a:r>
            <a:r>
              <a:rPr kumimoji="0" lang="en-US" sz="1800" b="0" i="0" u="none" strike="noStrike" kern="1200" cap="none" spc="0" normalizeH="0" baseline="0" noProof="0" dirty="0">
                <a:ln>
                  <a:noFill/>
                </a:ln>
                <a:solidFill>
                  <a:srgbClr val="414042"/>
                </a:solidFill>
                <a:effectLst/>
                <a:uLnTx/>
                <a:uFillTx/>
                <a:latin typeface=""/>
                <a:ea typeface="+mn-ea"/>
                <a:cs typeface="+mn-cs"/>
              </a:rPr>
              <a:t> </a:t>
            </a:r>
            <a:r>
              <a:rPr kumimoji="0" lang="en-US" sz="1800" b="0" i="0" u="none" strike="noStrike" kern="1200" cap="none" spc="0" normalizeH="0" baseline="0" noProof="0" dirty="0" err="1">
                <a:ln>
                  <a:noFill/>
                </a:ln>
                <a:solidFill>
                  <a:srgbClr val="414042"/>
                </a:solidFill>
                <a:effectLst/>
                <a:uLnTx/>
                <a:uFillTx/>
                <a:latin typeface=""/>
                <a:ea typeface="+mn-ea"/>
                <a:cs typeface="+mn-cs"/>
              </a:rPr>
              <a:t>penumpang</a:t>
            </a:r>
            <a:r>
              <a:rPr kumimoji="0" lang="en-US" sz="1800" b="0" i="0" u="none" strike="noStrike" kern="1200" cap="none" spc="0" normalizeH="0" baseline="0" noProof="0" dirty="0">
                <a:ln>
                  <a:noFill/>
                </a:ln>
                <a:solidFill>
                  <a:srgbClr val="414042"/>
                </a:solidFill>
                <a:effectLst/>
                <a:uLnTx/>
                <a:uFillTx/>
                <a:latin typeface=""/>
                <a:ea typeface="+mn-ea"/>
                <a:cs typeface="+mn-cs"/>
              </a:rPr>
              <a:t> </a:t>
            </a:r>
            <a:r>
              <a:rPr kumimoji="0" lang="en-US" sz="1800" b="0" i="0" u="none" strike="noStrike" kern="1200" cap="none" spc="0" normalizeH="0" baseline="0" noProof="0" dirty="0" err="1">
                <a:ln>
                  <a:noFill/>
                </a:ln>
                <a:solidFill>
                  <a:srgbClr val="414042"/>
                </a:solidFill>
                <a:effectLst/>
                <a:uLnTx/>
                <a:uFillTx/>
                <a:latin typeface=""/>
                <a:ea typeface="+mn-ea"/>
                <a:cs typeface="+mn-cs"/>
              </a:rPr>
              <a:t>untuk</a:t>
            </a:r>
            <a:r>
              <a:rPr kumimoji="0" lang="en-US" sz="1800" b="0" i="0" u="none" strike="noStrike" kern="1200" cap="none" spc="0" normalizeH="0" baseline="0" noProof="0" dirty="0">
                <a:ln>
                  <a:noFill/>
                </a:ln>
                <a:solidFill>
                  <a:srgbClr val="414042"/>
                </a:solidFill>
                <a:effectLst/>
                <a:uLnTx/>
                <a:uFillTx/>
                <a:latin typeface=""/>
                <a:ea typeface="+mn-ea"/>
                <a:cs typeface="+mn-cs"/>
              </a:rPr>
              <a:t> </a:t>
            </a:r>
            <a:r>
              <a:rPr kumimoji="0" lang="en-US" sz="1800" b="0" i="0" u="none" strike="noStrike" kern="1200" cap="none" spc="0" normalizeH="0" baseline="0" noProof="0" dirty="0" err="1">
                <a:ln>
                  <a:noFill/>
                </a:ln>
                <a:solidFill>
                  <a:srgbClr val="414042"/>
                </a:solidFill>
                <a:effectLst/>
                <a:uLnTx/>
                <a:uFillTx/>
                <a:latin typeface=""/>
                <a:ea typeface="+mn-ea"/>
                <a:cs typeface="+mn-cs"/>
              </a:rPr>
              <a:t>menciptakan</a:t>
            </a:r>
            <a:r>
              <a:rPr kumimoji="0" lang="en-US" sz="1800" b="0" i="0" u="none" strike="noStrike" kern="1200" cap="none" spc="0" normalizeH="0" baseline="0" noProof="0" dirty="0">
                <a:ln>
                  <a:noFill/>
                </a:ln>
                <a:solidFill>
                  <a:srgbClr val="414042"/>
                </a:solidFill>
                <a:effectLst/>
                <a:uLnTx/>
                <a:uFillTx/>
                <a:latin typeface=""/>
                <a:ea typeface="+mn-ea"/>
                <a:cs typeface="+mn-cs"/>
              </a:rPr>
              <a:t> </a:t>
            </a:r>
            <a:r>
              <a:rPr kumimoji="0" lang="en-US" sz="1800" b="0" i="0" u="none" strike="noStrike" kern="1200" cap="none" spc="0" normalizeH="0" baseline="0" noProof="0" dirty="0" err="1">
                <a:ln>
                  <a:noFill/>
                </a:ln>
                <a:solidFill>
                  <a:srgbClr val="414042"/>
                </a:solidFill>
                <a:effectLst/>
                <a:uLnTx/>
                <a:uFillTx/>
                <a:latin typeface=""/>
                <a:ea typeface="+mn-ea"/>
                <a:cs typeface="+mn-cs"/>
              </a:rPr>
              <a:t>citra</a:t>
            </a:r>
            <a:r>
              <a:rPr kumimoji="0" lang="en-US" sz="1800" b="0" i="0" u="none" strike="noStrike" kern="1200" cap="none" spc="0" normalizeH="0" baseline="0" noProof="0" dirty="0">
                <a:ln>
                  <a:noFill/>
                </a:ln>
                <a:solidFill>
                  <a:srgbClr val="414042"/>
                </a:solidFill>
                <a:effectLst/>
                <a:uLnTx/>
                <a:uFillTx/>
                <a:latin typeface=""/>
                <a:ea typeface="+mn-ea"/>
                <a:cs typeface="+mn-cs"/>
              </a:rPr>
              <a:t> yang </a:t>
            </a:r>
            <a:r>
              <a:rPr kumimoji="0" lang="en-US" sz="1800" b="0" i="0" u="none" strike="noStrike" kern="1200" cap="none" spc="0" normalizeH="0" baseline="0" noProof="0" dirty="0" err="1">
                <a:ln>
                  <a:noFill/>
                </a:ln>
                <a:solidFill>
                  <a:srgbClr val="414042"/>
                </a:solidFill>
                <a:effectLst/>
                <a:uLnTx/>
                <a:uFillTx/>
                <a:latin typeface=""/>
                <a:ea typeface="+mn-ea"/>
                <a:cs typeface="+mn-cs"/>
              </a:rPr>
              <a:t>canggih</a:t>
            </a:r>
            <a:r>
              <a:rPr kumimoji="0" lang="en-US" sz="1800" b="0" i="0" u="none" strike="noStrike" kern="1200" cap="none" spc="0" normalizeH="0" baseline="0" noProof="0" dirty="0">
                <a:ln>
                  <a:noFill/>
                </a:ln>
                <a:solidFill>
                  <a:srgbClr val="414042"/>
                </a:solidFill>
                <a:effectLst/>
                <a:uLnTx/>
                <a:uFillTx/>
                <a:latin typeface=""/>
                <a:ea typeface="+mn-ea"/>
                <a:cs typeface="+mn-cs"/>
              </a:rPr>
              <a:t> dan </a:t>
            </a:r>
            <a:r>
              <a:rPr kumimoji="0" lang="en-US" sz="1800" b="0" i="0" u="none" strike="noStrike" kern="1200" cap="none" spc="0" normalizeH="0" baseline="0" noProof="0" dirty="0" err="1">
                <a:ln>
                  <a:noFill/>
                </a:ln>
                <a:solidFill>
                  <a:srgbClr val="414042"/>
                </a:solidFill>
                <a:effectLst/>
                <a:uLnTx/>
                <a:uFillTx/>
                <a:latin typeface=""/>
                <a:ea typeface="+mn-ea"/>
                <a:cs typeface="+mn-cs"/>
              </a:rPr>
              <a:t>sadar</a:t>
            </a:r>
            <a:r>
              <a:rPr kumimoji="0" lang="en-US" sz="1800" b="0" i="0" u="none" strike="noStrike" kern="1200" cap="none" spc="0" normalizeH="0" baseline="0" noProof="0" dirty="0">
                <a:ln>
                  <a:noFill/>
                </a:ln>
                <a:solidFill>
                  <a:srgbClr val="414042"/>
                </a:solidFill>
                <a:effectLst/>
                <a:uLnTx/>
                <a:uFillTx/>
                <a:latin typeface=""/>
                <a:ea typeface="+mn-ea"/>
                <a:cs typeface="+mn-cs"/>
              </a:rPr>
              <a:t> </a:t>
            </a:r>
            <a:r>
              <a:rPr kumimoji="0" lang="en-US" sz="1800" b="0" i="0" u="none" strike="noStrike" kern="1200" cap="none" spc="0" normalizeH="0" baseline="0" noProof="0" dirty="0" err="1">
                <a:ln>
                  <a:noFill/>
                </a:ln>
                <a:solidFill>
                  <a:srgbClr val="414042"/>
                </a:solidFill>
                <a:effectLst/>
                <a:uLnTx/>
                <a:uFillTx/>
                <a:latin typeface=""/>
                <a:ea typeface="+mn-ea"/>
                <a:cs typeface="+mn-cs"/>
              </a:rPr>
              <a:t>lingkungan</a:t>
            </a:r>
            <a:r>
              <a:rPr kumimoji="0" lang="en-US" sz="1800" b="0" i="0" u="none" strike="noStrike" kern="1200" cap="none" spc="0" normalizeH="0" baseline="0" noProof="0" dirty="0">
                <a:ln>
                  <a:noFill/>
                </a:ln>
                <a:solidFill>
                  <a:srgbClr val="414042"/>
                </a:solidFill>
                <a:effectLst/>
                <a:uLnTx/>
                <a:uFillTx/>
                <a:latin typeface=""/>
                <a:ea typeface="+mn-ea"/>
                <a:cs typeface="+mn-cs"/>
              </a:rPr>
              <a:t>.</a:t>
            </a:r>
            <a:endParaRPr kumimoji="0" lang="en-IN" sz="1800" b="0" i="0" u="none" strike="noStrike" kern="1200" cap="none" spc="0" normalizeH="0" baseline="0" noProof="0" dirty="0">
              <a:ln>
                <a:noFill/>
              </a:ln>
              <a:solidFill>
                <a:srgbClr val="414042"/>
              </a:solidFill>
              <a:effectLst/>
              <a:uLnTx/>
              <a:uFillTx/>
              <a:latin typeface=""/>
              <a:ea typeface="+mn-ea"/>
              <a:cs typeface="+mn-cs"/>
            </a:endParaRPr>
          </a:p>
        </p:txBody>
      </p:sp>
      <p:sp>
        <p:nvSpPr>
          <p:cNvPr id="5" name="Rectangle: Rounded Corners 4">
            <a:extLst>
              <a:ext uri="{FF2B5EF4-FFF2-40B4-BE49-F238E27FC236}">
                <a16:creationId xmlns:a16="http://schemas.microsoft.com/office/drawing/2014/main" id="{DC4221C1-36B4-BFF3-0E28-EF42E728F881}"/>
              </a:ext>
            </a:extLst>
          </p:cNvPr>
          <p:cNvSpPr/>
          <p:nvPr/>
        </p:nvSpPr>
        <p:spPr>
          <a:xfrm>
            <a:off x="8550729" y="2090056"/>
            <a:ext cx="2999014" cy="3668487"/>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err="1">
                <a:ln>
                  <a:noFill/>
                </a:ln>
                <a:solidFill>
                  <a:srgbClr val="414042"/>
                </a:solidFill>
                <a:effectLst/>
                <a:uLnTx/>
                <a:uFillTx/>
                <a:latin typeface=""/>
                <a:ea typeface="+mn-ea"/>
                <a:cs typeface="+mn-cs"/>
              </a:rPr>
              <a:t>Aplikasi</a:t>
            </a:r>
            <a:r>
              <a:rPr kumimoji="0" lang="en-US" sz="1600" b="0" i="0" u="none" strike="noStrike" kern="1200" cap="none" spc="0" normalizeH="0" baseline="0" noProof="0" dirty="0">
                <a:ln>
                  <a:noFill/>
                </a:ln>
                <a:solidFill>
                  <a:srgbClr val="414042"/>
                </a:solidFill>
                <a:effectLst/>
                <a:uLnTx/>
                <a:uFillTx/>
                <a:latin typeface=""/>
                <a:ea typeface="+mn-ea"/>
                <a:cs typeface="+mn-cs"/>
              </a:rPr>
              <a:t> </a:t>
            </a:r>
            <a:r>
              <a:rPr kumimoji="0" lang="en-US" sz="1600" b="0" i="0" u="none" strike="noStrike" kern="1200" cap="none" spc="0" normalizeH="0" baseline="0" noProof="0" dirty="0" err="1">
                <a:ln>
                  <a:noFill/>
                </a:ln>
                <a:solidFill>
                  <a:srgbClr val="414042"/>
                </a:solidFill>
                <a:effectLst/>
                <a:uLnTx/>
                <a:uFillTx/>
                <a:latin typeface=""/>
                <a:ea typeface="+mn-ea"/>
                <a:cs typeface="+mn-cs"/>
              </a:rPr>
              <a:t>mudah</a:t>
            </a:r>
            <a:r>
              <a:rPr kumimoji="0" lang="en-US" sz="1600" b="0" i="0" u="none" strike="noStrike" kern="1200" cap="none" spc="0" normalizeH="0" baseline="0" noProof="0" dirty="0">
                <a:ln>
                  <a:noFill/>
                </a:ln>
                <a:solidFill>
                  <a:srgbClr val="414042"/>
                </a:solidFill>
                <a:effectLst/>
                <a:uLnTx/>
                <a:uFillTx/>
                <a:latin typeface=""/>
                <a:ea typeface="+mn-ea"/>
                <a:cs typeface="+mn-cs"/>
              </a:rPr>
              <a:t> </a:t>
            </a:r>
            <a:r>
              <a:rPr kumimoji="0" lang="en-US" sz="1600" b="0" i="0" u="none" strike="noStrike" kern="1200" cap="none" spc="0" normalizeH="0" baseline="0" noProof="0" dirty="0" err="1">
                <a:ln>
                  <a:noFill/>
                </a:ln>
                <a:solidFill>
                  <a:srgbClr val="414042"/>
                </a:solidFill>
                <a:effectLst/>
                <a:uLnTx/>
                <a:uFillTx/>
                <a:latin typeface=""/>
                <a:ea typeface="+mn-ea"/>
                <a:cs typeface="+mn-cs"/>
              </a:rPr>
              <a:t>digunakan</a:t>
            </a:r>
            <a:r>
              <a:rPr kumimoji="0" lang="en-US" sz="1600" b="0" i="0" u="none" strike="noStrike" kern="1200" cap="none" spc="0" normalizeH="0" baseline="0" noProof="0" dirty="0">
                <a:ln>
                  <a:noFill/>
                </a:ln>
                <a:solidFill>
                  <a:srgbClr val="414042"/>
                </a:solidFill>
                <a:effectLst/>
                <a:uLnTx/>
                <a:uFillTx/>
                <a:latin typeface=""/>
                <a:ea typeface="+mn-ea"/>
                <a:cs typeface="+mn-cs"/>
              </a:rPr>
              <a:t> </a:t>
            </a:r>
            <a:r>
              <a:rPr kumimoji="0" lang="en-US" sz="1600" b="0" i="0" u="none" strike="noStrike" kern="1200" cap="none" spc="0" normalizeH="0" baseline="0" noProof="0" dirty="0" err="1">
                <a:ln>
                  <a:noFill/>
                </a:ln>
                <a:solidFill>
                  <a:srgbClr val="414042"/>
                </a:solidFill>
                <a:effectLst/>
                <a:uLnTx/>
                <a:uFillTx/>
                <a:latin typeface=""/>
                <a:ea typeface="+mn-ea"/>
                <a:cs typeface="+mn-cs"/>
              </a:rPr>
              <a:t>untuk</a:t>
            </a:r>
            <a:r>
              <a:rPr kumimoji="0" lang="en-US" sz="1600" b="0" i="0" u="none" strike="noStrike" kern="1200" cap="none" spc="0" normalizeH="0" baseline="0" noProof="0" dirty="0">
                <a:ln>
                  <a:noFill/>
                </a:ln>
                <a:solidFill>
                  <a:srgbClr val="414042"/>
                </a:solidFill>
                <a:effectLst/>
                <a:uLnTx/>
                <a:uFillTx/>
                <a:latin typeface=""/>
                <a:ea typeface="+mn-ea"/>
                <a:cs typeface="+mn-cs"/>
              </a:rPr>
              <a:t> </a:t>
            </a:r>
            <a:r>
              <a:rPr kumimoji="0" lang="en-US" sz="1600" b="0" i="0" u="none" strike="noStrike" kern="1200" cap="none" spc="0" normalizeH="0" baseline="0" noProof="0" dirty="0" err="1">
                <a:ln>
                  <a:noFill/>
                </a:ln>
                <a:solidFill>
                  <a:srgbClr val="414042"/>
                </a:solidFill>
                <a:effectLst/>
                <a:uLnTx/>
                <a:uFillTx/>
                <a:latin typeface=""/>
                <a:ea typeface="+mn-ea"/>
                <a:cs typeface="+mn-cs"/>
              </a:rPr>
              <a:t>menemukan</a:t>
            </a:r>
            <a:r>
              <a:rPr kumimoji="0" lang="en-US" sz="1600" b="0" i="0" u="none" strike="noStrike" kern="1200" cap="none" spc="0" normalizeH="0" baseline="0" noProof="0" dirty="0">
                <a:ln>
                  <a:noFill/>
                </a:ln>
                <a:solidFill>
                  <a:srgbClr val="414042"/>
                </a:solidFill>
                <a:effectLst/>
                <a:uLnTx/>
                <a:uFillTx/>
                <a:latin typeface=""/>
                <a:ea typeface="+mn-ea"/>
                <a:cs typeface="+mn-cs"/>
              </a:rPr>
              <a:t> </a:t>
            </a:r>
            <a:r>
              <a:rPr kumimoji="0" lang="en-US" sz="1600" b="0" i="0" u="none" strike="noStrike" kern="1200" cap="none" spc="0" normalizeH="0" baseline="0" noProof="0" dirty="0" err="1">
                <a:ln>
                  <a:noFill/>
                </a:ln>
                <a:solidFill>
                  <a:srgbClr val="414042"/>
                </a:solidFill>
                <a:effectLst/>
                <a:uLnTx/>
                <a:uFillTx/>
                <a:latin typeface=""/>
                <a:ea typeface="+mn-ea"/>
                <a:cs typeface="+mn-cs"/>
              </a:rPr>
              <a:t>kendaraan</a:t>
            </a:r>
            <a:r>
              <a:rPr kumimoji="0" lang="en-US" sz="1600" b="0" i="0" u="none" strike="noStrike" kern="1200" cap="none" spc="0" normalizeH="0" baseline="0" noProof="0" dirty="0">
                <a:ln>
                  <a:noFill/>
                </a:ln>
                <a:solidFill>
                  <a:srgbClr val="414042"/>
                </a:solidFill>
                <a:effectLst/>
                <a:uLnTx/>
                <a:uFillTx/>
                <a:latin typeface=""/>
                <a:ea typeface="+mn-ea"/>
                <a:cs typeface="+mn-cs"/>
              </a:rPr>
              <a:t> </a:t>
            </a:r>
            <a:r>
              <a:rPr kumimoji="0" lang="en-US" sz="1600" b="0" i="0" u="none" strike="noStrike" kern="1200" cap="none" spc="0" normalizeH="0" baseline="0" noProof="0" dirty="0" err="1">
                <a:ln>
                  <a:noFill/>
                </a:ln>
                <a:solidFill>
                  <a:srgbClr val="414042"/>
                </a:solidFill>
                <a:effectLst/>
                <a:uLnTx/>
                <a:uFillTx/>
                <a:latin typeface=""/>
                <a:ea typeface="+mn-ea"/>
                <a:cs typeface="+mn-cs"/>
              </a:rPr>
              <a:t>hanya</a:t>
            </a:r>
            <a:r>
              <a:rPr kumimoji="0" lang="en-US" sz="1600" b="0" i="0" u="none" strike="noStrike" kern="1200" cap="none" spc="0" normalizeH="0" baseline="0" noProof="0" dirty="0">
                <a:ln>
                  <a:noFill/>
                </a:ln>
                <a:solidFill>
                  <a:srgbClr val="414042"/>
                </a:solidFill>
                <a:effectLst/>
                <a:uLnTx/>
                <a:uFillTx/>
                <a:latin typeface=""/>
                <a:ea typeface="+mn-ea"/>
                <a:cs typeface="+mn-cs"/>
              </a:rPr>
              <a:t> </a:t>
            </a:r>
            <a:r>
              <a:rPr kumimoji="0" lang="en-US" sz="1600" b="0" i="0" u="none" strike="noStrike" kern="1200" cap="none" spc="0" normalizeH="0" baseline="0" noProof="0" dirty="0" err="1">
                <a:ln>
                  <a:noFill/>
                </a:ln>
                <a:solidFill>
                  <a:srgbClr val="414042"/>
                </a:solidFill>
                <a:effectLst/>
                <a:uLnTx/>
                <a:uFillTx/>
                <a:latin typeface=""/>
                <a:ea typeface="+mn-ea"/>
                <a:cs typeface="+mn-cs"/>
              </a:rPr>
              <a:t>dengan</a:t>
            </a:r>
            <a:r>
              <a:rPr kumimoji="0" lang="en-US" sz="1600" b="0" i="0" u="none" strike="noStrike" kern="1200" cap="none" spc="0" normalizeH="0" baseline="0" noProof="0" dirty="0">
                <a:ln>
                  <a:noFill/>
                </a:ln>
                <a:solidFill>
                  <a:srgbClr val="414042"/>
                </a:solidFill>
                <a:effectLst/>
                <a:uLnTx/>
                <a:uFillTx/>
                <a:latin typeface=""/>
                <a:ea typeface="+mn-ea"/>
                <a:cs typeface="+mn-cs"/>
              </a:rPr>
              <a:t> </a:t>
            </a:r>
            <a:r>
              <a:rPr kumimoji="0" lang="en-US" sz="1600" b="0" i="0" u="none" strike="noStrike" kern="1200" cap="none" spc="0" normalizeH="0" baseline="0" noProof="0" dirty="0" err="1">
                <a:ln>
                  <a:noFill/>
                </a:ln>
                <a:solidFill>
                  <a:srgbClr val="414042"/>
                </a:solidFill>
                <a:effectLst/>
                <a:uLnTx/>
                <a:uFillTx/>
                <a:latin typeface=""/>
                <a:ea typeface="+mn-ea"/>
                <a:cs typeface="+mn-cs"/>
              </a:rPr>
              <a:t>satu</a:t>
            </a:r>
            <a:r>
              <a:rPr kumimoji="0" lang="en-US" sz="1600" b="0" i="0" u="none" strike="noStrike" kern="1200" cap="none" spc="0" normalizeH="0" baseline="0" noProof="0" dirty="0">
                <a:ln>
                  <a:noFill/>
                </a:ln>
                <a:solidFill>
                  <a:srgbClr val="414042"/>
                </a:solidFill>
                <a:effectLst/>
                <a:uLnTx/>
                <a:uFillTx/>
                <a:latin typeface=""/>
                <a:ea typeface="+mn-ea"/>
                <a:cs typeface="+mn-cs"/>
              </a:rPr>
              <a:t> </a:t>
            </a:r>
            <a:r>
              <a:rPr kumimoji="0" lang="en-US" sz="1600" b="0" i="0" u="none" strike="noStrike" kern="1200" cap="none" spc="0" normalizeH="0" baseline="0" noProof="0" dirty="0" err="1">
                <a:ln>
                  <a:noFill/>
                </a:ln>
                <a:solidFill>
                  <a:srgbClr val="414042"/>
                </a:solidFill>
                <a:effectLst/>
                <a:uLnTx/>
                <a:uFillTx/>
                <a:latin typeface=""/>
                <a:ea typeface="+mn-ea"/>
                <a:cs typeface="+mn-cs"/>
              </a:rPr>
              <a:t>tombol</a:t>
            </a:r>
            <a:r>
              <a:rPr kumimoji="0" lang="en-US" sz="1600" b="0" i="0" u="none" strike="noStrike" kern="1200" cap="none" spc="0" normalizeH="0" baseline="0" noProof="0" dirty="0">
                <a:ln>
                  <a:noFill/>
                </a:ln>
                <a:solidFill>
                  <a:srgbClr val="414042"/>
                </a:solidFill>
                <a:effectLst/>
                <a:uLnTx/>
                <a:uFillTx/>
                <a:latin typeface=""/>
                <a:ea typeface="+mn-ea"/>
                <a:cs typeface="+mn-cs"/>
              </a:rPr>
              <a:t>; </a:t>
            </a:r>
            <a:r>
              <a:rPr kumimoji="0" lang="en-US" sz="1600" b="0" i="0" u="none" strike="noStrike" kern="1200" cap="none" spc="0" normalizeH="0" baseline="0" noProof="0" dirty="0" err="1">
                <a:ln>
                  <a:noFill/>
                </a:ln>
                <a:solidFill>
                  <a:srgbClr val="414042"/>
                </a:solidFill>
                <a:effectLst/>
                <a:uLnTx/>
                <a:uFillTx/>
                <a:latin typeface=""/>
                <a:ea typeface="+mn-ea"/>
                <a:cs typeface="+mn-cs"/>
              </a:rPr>
              <a:t>harga</a:t>
            </a:r>
            <a:r>
              <a:rPr kumimoji="0" lang="en-US" sz="1600" b="0" i="0" u="none" strike="noStrike" kern="1200" cap="none" spc="0" normalizeH="0" baseline="0" noProof="0" dirty="0">
                <a:ln>
                  <a:noFill/>
                </a:ln>
                <a:solidFill>
                  <a:srgbClr val="414042"/>
                </a:solidFill>
                <a:effectLst/>
                <a:uLnTx/>
                <a:uFillTx/>
                <a:latin typeface=""/>
                <a:ea typeface="+mn-ea"/>
                <a:cs typeface="+mn-cs"/>
              </a:rPr>
              <a:t> </a:t>
            </a:r>
            <a:r>
              <a:rPr kumimoji="0" lang="en-US" sz="1600" b="0" i="0" u="none" strike="noStrike" kern="1200" cap="none" spc="0" normalizeH="0" baseline="0" noProof="0" dirty="0" err="1">
                <a:ln>
                  <a:noFill/>
                </a:ln>
                <a:solidFill>
                  <a:srgbClr val="414042"/>
                </a:solidFill>
                <a:effectLst/>
                <a:uLnTx/>
                <a:uFillTx/>
                <a:latin typeface=""/>
                <a:ea typeface="+mn-ea"/>
                <a:cs typeface="+mn-cs"/>
              </a:rPr>
              <a:t>transparan</a:t>
            </a:r>
            <a:r>
              <a:rPr kumimoji="0" lang="en-US" sz="1600" b="0" i="0" u="none" strike="noStrike" kern="1200" cap="none" spc="0" normalizeH="0" baseline="0" noProof="0" dirty="0">
                <a:ln>
                  <a:noFill/>
                </a:ln>
                <a:solidFill>
                  <a:srgbClr val="414042"/>
                </a:solidFill>
                <a:effectLst/>
                <a:uLnTx/>
                <a:uFillTx/>
                <a:latin typeface=""/>
                <a:ea typeface="+mn-ea"/>
                <a:cs typeface="+mn-cs"/>
              </a:rPr>
              <a:t>; </a:t>
            </a:r>
            <a:r>
              <a:rPr kumimoji="0" lang="en-US" sz="1600" b="0" i="0" u="none" strike="noStrike" kern="1200" cap="none" spc="0" normalizeH="0" baseline="0" noProof="0" dirty="0" err="1">
                <a:ln>
                  <a:noFill/>
                </a:ln>
                <a:solidFill>
                  <a:srgbClr val="414042"/>
                </a:solidFill>
                <a:effectLst/>
                <a:uLnTx/>
                <a:uFillTx/>
                <a:latin typeface=""/>
                <a:ea typeface="+mn-ea"/>
                <a:cs typeface="+mn-cs"/>
              </a:rPr>
              <a:t>pilihan</a:t>
            </a:r>
            <a:r>
              <a:rPr kumimoji="0" lang="en-US" sz="1600" b="0" i="0" u="none" strike="noStrike" kern="1200" cap="none" spc="0" normalizeH="0" baseline="0" noProof="0" dirty="0">
                <a:ln>
                  <a:noFill/>
                </a:ln>
                <a:solidFill>
                  <a:srgbClr val="414042"/>
                </a:solidFill>
                <a:effectLst/>
                <a:uLnTx/>
                <a:uFillTx/>
                <a:latin typeface=""/>
                <a:ea typeface="+mn-ea"/>
                <a:cs typeface="+mn-cs"/>
              </a:rPr>
              <a:t> </a:t>
            </a:r>
            <a:r>
              <a:rPr kumimoji="0" lang="en-US" sz="1600" b="0" i="0" u="none" strike="noStrike" kern="1200" cap="none" spc="0" normalizeH="0" baseline="0" noProof="0" dirty="0" err="1">
                <a:ln>
                  <a:noFill/>
                </a:ln>
                <a:solidFill>
                  <a:srgbClr val="414042"/>
                </a:solidFill>
                <a:effectLst/>
                <a:uLnTx/>
                <a:uFillTx/>
                <a:latin typeface=""/>
                <a:ea typeface="+mn-ea"/>
                <a:cs typeface="+mn-cs"/>
              </a:rPr>
              <a:t>ukuran</a:t>
            </a:r>
            <a:r>
              <a:rPr kumimoji="0" lang="en-US" sz="1600" b="0" i="0" u="none" strike="noStrike" kern="1200" cap="none" spc="0" normalizeH="0" baseline="0" noProof="0" dirty="0">
                <a:ln>
                  <a:noFill/>
                </a:ln>
                <a:solidFill>
                  <a:srgbClr val="414042"/>
                </a:solidFill>
                <a:effectLst/>
                <a:uLnTx/>
                <a:uFillTx/>
                <a:latin typeface=""/>
                <a:ea typeface="+mn-ea"/>
                <a:cs typeface="+mn-cs"/>
              </a:rPr>
              <a:t> </a:t>
            </a:r>
            <a:r>
              <a:rPr kumimoji="0" lang="en-US" sz="1600" b="0" i="0" u="none" strike="noStrike" kern="1200" cap="none" spc="0" normalizeH="0" baseline="0" noProof="0" dirty="0" err="1">
                <a:ln>
                  <a:noFill/>
                </a:ln>
                <a:solidFill>
                  <a:srgbClr val="414042"/>
                </a:solidFill>
                <a:effectLst/>
                <a:uLnTx/>
                <a:uFillTx/>
                <a:latin typeface=""/>
                <a:ea typeface="+mn-ea"/>
                <a:cs typeface="+mn-cs"/>
              </a:rPr>
              <a:t>mobil</a:t>
            </a:r>
            <a:endParaRPr kumimoji="0" lang="en-US" sz="1600" b="0" i="0" u="none" strike="noStrike" kern="1200" cap="none" spc="0" normalizeH="0" baseline="0" noProof="0" dirty="0">
              <a:ln>
                <a:noFill/>
              </a:ln>
              <a:solidFill>
                <a:srgbClr val="414042"/>
              </a:solidFill>
              <a:effectLst/>
              <a:uLnTx/>
              <a:uFillTx/>
              <a:latin typeface=""/>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err="1">
                <a:ln>
                  <a:noFill/>
                </a:ln>
                <a:solidFill>
                  <a:srgbClr val="414042"/>
                </a:solidFill>
                <a:effectLst/>
                <a:uLnTx/>
                <a:uFillTx/>
                <a:latin typeface=""/>
                <a:ea typeface="+mn-ea"/>
                <a:cs typeface="+mn-cs"/>
              </a:rPr>
              <a:t>Pelacakan</a:t>
            </a:r>
            <a:r>
              <a:rPr kumimoji="0" lang="en-US" sz="1600" b="0" i="0" u="none" strike="noStrike" kern="1200" cap="none" spc="0" normalizeH="0" baseline="0" noProof="0" dirty="0">
                <a:ln>
                  <a:noFill/>
                </a:ln>
                <a:solidFill>
                  <a:srgbClr val="414042"/>
                </a:solidFill>
                <a:effectLst/>
                <a:uLnTx/>
                <a:uFillTx/>
                <a:latin typeface=""/>
                <a:ea typeface="+mn-ea"/>
                <a:cs typeface="+mn-cs"/>
              </a:rPr>
              <a:t> </a:t>
            </a:r>
            <a:r>
              <a:rPr kumimoji="0" lang="en-US" sz="1600" b="0" i="0" u="none" strike="noStrike" kern="1200" cap="none" spc="0" normalizeH="0" baseline="0" noProof="0" dirty="0" err="1">
                <a:ln>
                  <a:noFill/>
                </a:ln>
                <a:solidFill>
                  <a:srgbClr val="414042"/>
                </a:solidFill>
                <a:effectLst/>
                <a:uLnTx/>
                <a:uFillTx/>
                <a:latin typeface=""/>
                <a:ea typeface="+mn-ea"/>
                <a:cs typeface="+mn-cs"/>
              </a:rPr>
              <a:t>waktu</a:t>
            </a:r>
            <a:r>
              <a:rPr kumimoji="0" lang="en-US" sz="1600" b="0" i="0" u="none" strike="noStrike" kern="1200" cap="none" spc="0" normalizeH="0" baseline="0" noProof="0" dirty="0">
                <a:ln>
                  <a:noFill/>
                </a:ln>
                <a:solidFill>
                  <a:srgbClr val="414042"/>
                </a:solidFill>
                <a:effectLst/>
                <a:uLnTx/>
                <a:uFillTx/>
                <a:latin typeface=""/>
                <a:ea typeface="+mn-ea"/>
                <a:cs typeface="+mn-cs"/>
              </a:rPr>
              <a:t> </a:t>
            </a:r>
            <a:r>
              <a:rPr kumimoji="0" lang="en-US" sz="1600" b="0" i="0" u="none" strike="noStrike" kern="1200" cap="none" spc="0" normalizeH="0" baseline="0" noProof="0" dirty="0" err="1">
                <a:ln>
                  <a:noFill/>
                </a:ln>
                <a:solidFill>
                  <a:srgbClr val="414042"/>
                </a:solidFill>
                <a:effectLst/>
                <a:uLnTx/>
                <a:uFillTx/>
                <a:latin typeface=""/>
                <a:ea typeface="+mn-ea"/>
                <a:cs typeface="+mn-cs"/>
              </a:rPr>
              <a:t>nyata</a:t>
            </a:r>
            <a:r>
              <a:rPr kumimoji="0" lang="en-US" sz="1600" b="0" i="0" u="none" strike="noStrike" kern="1200" cap="none" spc="0" normalizeH="0" baseline="0" noProof="0" dirty="0">
                <a:ln>
                  <a:noFill/>
                </a:ln>
                <a:solidFill>
                  <a:srgbClr val="414042"/>
                </a:solidFill>
                <a:effectLst/>
                <a:uLnTx/>
                <a:uFillTx/>
                <a:latin typeface=""/>
                <a:ea typeface="+mn-ea"/>
                <a:cs typeface="+mn-cs"/>
              </a:rPr>
              <a:t> </a:t>
            </a:r>
            <a:r>
              <a:rPr kumimoji="0" lang="en-US" sz="1600" b="0" i="0" u="none" strike="noStrike" kern="1200" cap="none" spc="0" normalizeH="0" baseline="0" noProof="0" dirty="0" err="1">
                <a:ln>
                  <a:noFill/>
                </a:ln>
                <a:solidFill>
                  <a:srgbClr val="414042"/>
                </a:solidFill>
                <a:effectLst/>
                <a:uLnTx/>
                <a:uFillTx/>
                <a:latin typeface=""/>
                <a:ea typeface="+mn-ea"/>
                <a:cs typeface="+mn-cs"/>
              </a:rPr>
              <a:t>untuk</a:t>
            </a:r>
            <a:r>
              <a:rPr kumimoji="0" lang="en-US" sz="1600" b="0" i="0" u="none" strike="noStrike" kern="1200" cap="none" spc="0" normalizeH="0" baseline="0" noProof="0" dirty="0">
                <a:ln>
                  <a:noFill/>
                </a:ln>
                <a:solidFill>
                  <a:srgbClr val="414042"/>
                </a:solidFill>
                <a:effectLst/>
                <a:uLnTx/>
                <a:uFillTx/>
                <a:latin typeface=""/>
                <a:ea typeface="+mn-ea"/>
                <a:cs typeface="+mn-cs"/>
              </a:rPr>
              <a:t> </a:t>
            </a:r>
            <a:r>
              <a:rPr kumimoji="0" lang="en-US" sz="1600" b="0" i="0" u="none" strike="noStrike" kern="1200" cap="none" spc="0" normalizeH="0" baseline="0" noProof="0" dirty="0" err="1">
                <a:ln>
                  <a:noFill/>
                </a:ln>
                <a:solidFill>
                  <a:srgbClr val="414042"/>
                </a:solidFill>
                <a:effectLst/>
                <a:uLnTx/>
                <a:uFillTx/>
                <a:latin typeface=""/>
                <a:ea typeface="+mn-ea"/>
                <a:cs typeface="+mn-cs"/>
              </a:rPr>
              <a:t>ketenangan</a:t>
            </a:r>
            <a:r>
              <a:rPr kumimoji="0" lang="en-US" sz="1600" b="0" i="0" u="none" strike="noStrike" kern="1200" cap="none" spc="0" normalizeH="0" baseline="0" noProof="0" dirty="0">
                <a:ln>
                  <a:noFill/>
                </a:ln>
                <a:solidFill>
                  <a:srgbClr val="414042"/>
                </a:solidFill>
                <a:effectLst/>
                <a:uLnTx/>
                <a:uFillTx/>
                <a:latin typeface=""/>
                <a:ea typeface="+mn-ea"/>
                <a:cs typeface="+mn-cs"/>
              </a:rPr>
              <a:t> </a:t>
            </a:r>
            <a:r>
              <a:rPr kumimoji="0" lang="en-US" sz="1600" b="0" i="0" u="none" strike="noStrike" kern="1200" cap="none" spc="0" normalizeH="0" baseline="0" noProof="0" dirty="0" err="1">
                <a:ln>
                  <a:noFill/>
                </a:ln>
                <a:solidFill>
                  <a:srgbClr val="414042"/>
                </a:solidFill>
                <a:effectLst/>
                <a:uLnTx/>
                <a:uFillTx/>
                <a:latin typeface=""/>
                <a:ea typeface="+mn-ea"/>
                <a:cs typeface="+mn-cs"/>
              </a:rPr>
              <a:t>pikiran</a:t>
            </a:r>
            <a:r>
              <a:rPr kumimoji="0" lang="en-US" sz="1600" b="0" i="0" u="none" strike="noStrike" kern="1200" cap="none" spc="0" normalizeH="0" baseline="0" noProof="0" dirty="0">
                <a:ln>
                  <a:noFill/>
                </a:ln>
                <a:solidFill>
                  <a:srgbClr val="414042"/>
                </a:solidFill>
                <a:effectLst/>
                <a:uLnTx/>
                <a:uFillTx/>
                <a:latin typeface=""/>
                <a:ea typeface="+mn-ea"/>
                <a:cs typeface="+mn-cs"/>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err="1">
                <a:ln>
                  <a:noFill/>
                </a:ln>
                <a:solidFill>
                  <a:srgbClr val="414042"/>
                </a:solidFill>
                <a:effectLst/>
                <a:uLnTx/>
                <a:uFillTx/>
                <a:latin typeface=""/>
                <a:ea typeface="+mn-ea"/>
                <a:cs typeface="+mn-cs"/>
              </a:rPr>
              <a:t>Pilihan</a:t>
            </a:r>
            <a:r>
              <a:rPr kumimoji="0" lang="en-US" sz="1600" b="0" i="0" u="none" strike="noStrike" kern="1200" cap="none" spc="0" normalizeH="0" baseline="0" noProof="0" dirty="0">
                <a:ln>
                  <a:noFill/>
                </a:ln>
                <a:solidFill>
                  <a:srgbClr val="414042"/>
                </a:solidFill>
                <a:effectLst/>
                <a:uLnTx/>
                <a:uFillTx/>
                <a:latin typeface=""/>
                <a:ea typeface="+mn-ea"/>
                <a:cs typeface="+mn-cs"/>
              </a:rPr>
              <a:t> </a:t>
            </a:r>
            <a:r>
              <a:rPr kumimoji="0" lang="en-US" sz="1600" b="0" i="0" u="none" strike="noStrike" kern="1200" cap="none" spc="0" normalizeH="0" baseline="0" noProof="0" dirty="0" err="1">
                <a:ln>
                  <a:noFill/>
                </a:ln>
                <a:solidFill>
                  <a:srgbClr val="414042"/>
                </a:solidFill>
                <a:effectLst/>
                <a:uLnTx/>
                <a:uFillTx/>
                <a:latin typeface=""/>
                <a:ea typeface="+mn-ea"/>
                <a:cs typeface="+mn-cs"/>
              </a:rPr>
              <a:t>ramah</a:t>
            </a:r>
            <a:r>
              <a:rPr kumimoji="0" lang="en-US" sz="1600" b="0" i="0" u="none" strike="noStrike" kern="1200" cap="none" spc="0" normalizeH="0" baseline="0" noProof="0" dirty="0">
                <a:ln>
                  <a:noFill/>
                </a:ln>
                <a:solidFill>
                  <a:srgbClr val="414042"/>
                </a:solidFill>
                <a:effectLst/>
                <a:uLnTx/>
                <a:uFillTx/>
                <a:latin typeface=""/>
                <a:ea typeface="+mn-ea"/>
                <a:cs typeface="+mn-cs"/>
              </a:rPr>
              <a:t> </a:t>
            </a:r>
            <a:r>
              <a:rPr kumimoji="0" lang="en-US" sz="1600" b="0" i="0" u="none" strike="noStrike" kern="1200" cap="none" spc="0" normalizeH="0" baseline="0" noProof="0" dirty="0" err="1">
                <a:ln>
                  <a:noFill/>
                </a:ln>
                <a:solidFill>
                  <a:srgbClr val="414042"/>
                </a:solidFill>
                <a:effectLst/>
                <a:uLnTx/>
                <a:uFillTx/>
                <a:latin typeface=""/>
                <a:ea typeface="+mn-ea"/>
                <a:cs typeface="+mn-cs"/>
              </a:rPr>
              <a:t>lingkungan</a:t>
            </a:r>
            <a:r>
              <a:rPr kumimoji="0" lang="en-US" sz="1600" b="0" i="0" u="none" strike="noStrike" kern="1200" cap="none" spc="0" normalizeH="0" baseline="0" noProof="0" dirty="0">
                <a:ln>
                  <a:noFill/>
                </a:ln>
                <a:solidFill>
                  <a:srgbClr val="414042"/>
                </a:solidFill>
                <a:effectLst/>
                <a:uLnTx/>
                <a:uFillTx/>
                <a:latin typeface=""/>
                <a:ea typeface="+mn-ea"/>
                <a:cs typeface="+mn-cs"/>
              </a:rPr>
              <a:t> (Uber Green) </a:t>
            </a:r>
            <a:r>
              <a:rPr kumimoji="0" lang="en-US" sz="1600" b="0" i="0" u="none" strike="noStrike" kern="1200" cap="none" spc="0" normalizeH="0" baseline="0" noProof="0" dirty="0" err="1">
                <a:ln>
                  <a:noFill/>
                </a:ln>
                <a:solidFill>
                  <a:srgbClr val="414042"/>
                </a:solidFill>
                <a:effectLst/>
                <a:uLnTx/>
                <a:uFillTx/>
                <a:latin typeface=""/>
                <a:ea typeface="+mn-ea"/>
                <a:cs typeface="+mn-cs"/>
              </a:rPr>
              <a:t>untuk</a:t>
            </a:r>
            <a:r>
              <a:rPr kumimoji="0" lang="en-US" sz="1600" b="0" i="0" u="none" strike="noStrike" kern="1200" cap="none" spc="0" normalizeH="0" baseline="0" noProof="0" dirty="0">
                <a:ln>
                  <a:noFill/>
                </a:ln>
                <a:solidFill>
                  <a:srgbClr val="414042"/>
                </a:solidFill>
                <a:effectLst/>
                <a:uLnTx/>
                <a:uFillTx/>
                <a:latin typeface=""/>
                <a:ea typeface="+mn-ea"/>
                <a:cs typeface="+mn-cs"/>
              </a:rPr>
              <a:t> </a:t>
            </a:r>
            <a:r>
              <a:rPr kumimoji="0" lang="en-US" sz="1600" b="0" i="0" u="none" strike="noStrike" kern="1200" cap="none" spc="0" normalizeH="0" baseline="0" noProof="0" dirty="0" err="1">
                <a:ln>
                  <a:noFill/>
                </a:ln>
                <a:solidFill>
                  <a:srgbClr val="414042"/>
                </a:solidFill>
                <a:effectLst/>
                <a:uLnTx/>
                <a:uFillTx/>
                <a:latin typeface=""/>
                <a:ea typeface="+mn-ea"/>
                <a:cs typeface="+mn-cs"/>
              </a:rPr>
              <a:t>selaras</a:t>
            </a:r>
            <a:r>
              <a:rPr kumimoji="0" lang="en-US" sz="1600" b="0" i="0" u="none" strike="noStrike" kern="1200" cap="none" spc="0" normalizeH="0" baseline="0" noProof="0" dirty="0">
                <a:ln>
                  <a:noFill/>
                </a:ln>
                <a:solidFill>
                  <a:srgbClr val="414042"/>
                </a:solidFill>
                <a:effectLst/>
                <a:uLnTx/>
                <a:uFillTx/>
                <a:latin typeface=""/>
                <a:ea typeface="+mn-ea"/>
                <a:cs typeface="+mn-cs"/>
              </a:rPr>
              <a:t> </a:t>
            </a:r>
            <a:r>
              <a:rPr kumimoji="0" lang="en-US" sz="1600" b="0" i="0" u="none" strike="noStrike" kern="1200" cap="none" spc="0" normalizeH="0" baseline="0" noProof="0" dirty="0" err="1">
                <a:ln>
                  <a:noFill/>
                </a:ln>
                <a:solidFill>
                  <a:srgbClr val="414042"/>
                </a:solidFill>
                <a:effectLst/>
                <a:uLnTx/>
                <a:uFillTx/>
                <a:latin typeface=""/>
                <a:ea typeface="+mn-ea"/>
                <a:cs typeface="+mn-cs"/>
              </a:rPr>
              <a:t>dengan</a:t>
            </a:r>
            <a:r>
              <a:rPr kumimoji="0" lang="en-US" sz="1600" b="0" i="0" u="none" strike="noStrike" kern="1200" cap="none" spc="0" normalizeH="0" baseline="0" noProof="0" dirty="0">
                <a:ln>
                  <a:noFill/>
                </a:ln>
                <a:solidFill>
                  <a:srgbClr val="414042"/>
                </a:solidFill>
                <a:effectLst/>
                <a:uLnTx/>
                <a:uFillTx/>
                <a:latin typeface=""/>
                <a:ea typeface="+mn-ea"/>
                <a:cs typeface="+mn-cs"/>
              </a:rPr>
              <a:t> </a:t>
            </a:r>
            <a:r>
              <a:rPr kumimoji="0" lang="en-US" sz="1600" b="0" i="0" u="none" strike="noStrike" kern="1200" cap="none" spc="0" normalizeH="0" baseline="0" noProof="0" dirty="0" err="1">
                <a:ln>
                  <a:noFill/>
                </a:ln>
                <a:solidFill>
                  <a:srgbClr val="414042"/>
                </a:solidFill>
                <a:effectLst/>
                <a:uLnTx/>
                <a:uFillTx/>
                <a:latin typeface=""/>
                <a:ea typeface="+mn-ea"/>
                <a:cs typeface="+mn-cs"/>
              </a:rPr>
              <a:t>kesadaran</a:t>
            </a:r>
            <a:r>
              <a:rPr kumimoji="0" lang="en-US" sz="1600" b="0" i="0" u="none" strike="noStrike" kern="1200" cap="none" spc="0" normalizeH="0" baseline="0" noProof="0" dirty="0">
                <a:ln>
                  <a:noFill/>
                </a:ln>
                <a:solidFill>
                  <a:srgbClr val="414042"/>
                </a:solidFill>
                <a:effectLst/>
                <a:uLnTx/>
                <a:uFillTx/>
                <a:latin typeface=""/>
                <a:ea typeface="+mn-ea"/>
                <a:cs typeface="+mn-cs"/>
              </a:rPr>
              <a:t> </a:t>
            </a:r>
            <a:r>
              <a:rPr kumimoji="0" lang="en-US" sz="1600" b="0" i="0" u="none" strike="noStrike" kern="1200" cap="none" spc="0" normalizeH="0" baseline="0" noProof="0" dirty="0" err="1">
                <a:ln>
                  <a:noFill/>
                </a:ln>
                <a:solidFill>
                  <a:srgbClr val="414042"/>
                </a:solidFill>
                <a:effectLst/>
                <a:uLnTx/>
                <a:uFillTx/>
                <a:latin typeface=""/>
                <a:ea typeface="+mn-ea"/>
                <a:cs typeface="+mn-cs"/>
              </a:rPr>
              <a:t>sosial</a:t>
            </a:r>
            <a:r>
              <a:rPr kumimoji="0" lang="en-US" sz="1600" b="0" i="0" u="none" strike="noStrike" kern="1200" cap="none" spc="0" normalizeH="0" baseline="0" noProof="0" dirty="0">
                <a:ln>
                  <a:noFill/>
                </a:ln>
                <a:solidFill>
                  <a:srgbClr val="414042"/>
                </a:solidFill>
                <a:effectLst/>
                <a:uLnTx/>
                <a:uFillTx/>
                <a:latin typeface=""/>
                <a:ea typeface="+mn-ea"/>
                <a:cs typeface="+mn-cs"/>
              </a:rPr>
              <a:t>.</a:t>
            </a:r>
          </a:p>
        </p:txBody>
      </p:sp>
      <p:sp>
        <p:nvSpPr>
          <p:cNvPr id="6" name="TextBox 5">
            <a:extLst>
              <a:ext uri="{FF2B5EF4-FFF2-40B4-BE49-F238E27FC236}">
                <a16:creationId xmlns:a16="http://schemas.microsoft.com/office/drawing/2014/main" id="{34B2AC04-62DA-456A-B275-26CF5D516976}"/>
              </a:ext>
            </a:extLst>
          </p:cNvPr>
          <p:cNvSpPr txBox="1"/>
          <p:nvPr/>
        </p:nvSpPr>
        <p:spPr>
          <a:xfrm>
            <a:off x="4705351" y="6371609"/>
            <a:ext cx="2999014" cy="400110"/>
          </a:xfrm>
          <a:prstGeom prst="rect">
            <a:avLst/>
          </a:prstGeom>
          <a:solidFill>
            <a:schemeClr val="tx2"/>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FFFFFF"/>
                </a:solidFill>
                <a:effectLst/>
                <a:uLnTx/>
                <a:uFillTx/>
                <a:latin typeface=""/>
                <a:ea typeface="+mn-ea"/>
                <a:cs typeface="+mn-cs"/>
              </a:rPr>
              <a:t>JTBD</a:t>
            </a:r>
          </a:p>
        </p:txBody>
      </p:sp>
      <p:sp>
        <p:nvSpPr>
          <p:cNvPr id="7" name="TextBox 6">
            <a:extLst>
              <a:ext uri="{FF2B5EF4-FFF2-40B4-BE49-F238E27FC236}">
                <a16:creationId xmlns:a16="http://schemas.microsoft.com/office/drawing/2014/main" id="{79229433-D6FF-2176-AA14-CFFC03B12B1C}"/>
              </a:ext>
            </a:extLst>
          </p:cNvPr>
          <p:cNvSpPr txBox="1"/>
          <p:nvPr/>
        </p:nvSpPr>
        <p:spPr>
          <a:xfrm>
            <a:off x="8550730" y="6063833"/>
            <a:ext cx="2999014" cy="707886"/>
          </a:xfrm>
          <a:prstGeom prst="rect">
            <a:avLst/>
          </a:prstGeom>
          <a:solidFill>
            <a:schemeClr val="tx2"/>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FFFFFF"/>
                </a:solidFill>
                <a:effectLst/>
                <a:uLnTx/>
                <a:uFillTx/>
                <a:latin typeface=""/>
                <a:ea typeface="+mn-ea"/>
                <a:cs typeface="+mn-cs"/>
              </a:rPr>
              <a:t>MAP THE SOLUTION TO JTBD</a:t>
            </a:r>
          </a:p>
        </p:txBody>
      </p:sp>
      <p:pic>
        <p:nvPicPr>
          <p:cNvPr id="2" name="Picture 2">
            <a:extLst>
              <a:ext uri="{FF2B5EF4-FFF2-40B4-BE49-F238E27FC236}">
                <a16:creationId xmlns:a16="http://schemas.microsoft.com/office/drawing/2014/main" id="{51FEC669-5F3C-411A-46E0-9F0C7D573B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30368" y="322807"/>
            <a:ext cx="2214880" cy="776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2647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person wearing headphones and standing on a railing with his arms outstretched&#10;&#10;Description automatically generated">
            <a:extLst>
              <a:ext uri="{FF2B5EF4-FFF2-40B4-BE49-F238E27FC236}">
                <a16:creationId xmlns:a16="http://schemas.microsoft.com/office/drawing/2014/main" id="{A9AB0D29-4EA5-9206-767B-CD3D958C4408}"/>
              </a:ext>
            </a:extLst>
          </p:cNvPr>
          <p:cNvPicPr>
            <a:picLocks noChangeAspect="1"/>
          </p:cNvPicPr>
          <p:nvPr/>
        </p:nvPicPr>
        <p:blipFill rotWithShape="1">
          <a:blip r:embed="rId2">
            <a:grayscl/>
            <a:extLst>
              <a:ext uri="{28A0092B-C50C-407E-A947-70E740481C1C}">
                <a14:useLocalDpi xmlns:a14="http://schemas.microsoft.com/office/drawing/2010/main" val="0"/>
              </a:ext>
            </a:extLst>
          </a:blip>
          <a:srcRect l="13175" r="12857"/>
          <a:stretch/>
        </p:blipFill>
        <p:spPr>
          <a:xfrm>
            <a:off x="-3230227" y="-1436424"/>
            <a:ext cx="9275873" cy="8360228"/>
          </a:xfrm>
          <a:prstGeom prst="rect">
            <a:avLst/>
          </a:prstGeom>
        </p:spPr>
      </p:pic>
      <p:sp>
        <p:nvSpPr>
          <p:cNvPr id="3" name="Rectangle: Rounded Corners 2">
            <a:extLst>
              <a:ext uri="{FF2B5EF4-FFF2-40B4-BE49-F238E27FC236}">
                <a16:creationId xmlns:a16="http://schemas.microsoft.com/office/drawing/2014/main" id="{DC94A8F6-6014-49CB-87F8-B099454A9D2B}"/>
              </a:ext>
            </a:extLst>
          </p:cNvPr>
          <p:cNvSpPr/>
          <p:nvPr/>
        </p:nvSpPr>
        <p:spPr>
          <a:xfrm>
            <a:off x="718456" y="2090057"/>
            <a:ext cx="3080657" cy="3354384"/>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srgbClr val="FFFFFF"/>
                </a:solidFill>
                <a:effectLst/>
                <a:uLnTx/>
                <a:uFillTx/>
                <a:latin typeface=""/>
                <a:ea typeface="+mn-ea"/>
                <a:cs typeface="+mn-cs"/>
              </a:rPr>
              <a:t>MASALAH YANG DISELESAIKAN</a:t>
            </a:r>
            <a:endParaRPr kumimoji="0" lang="en-IN" sz="1800" b="0" i="0" u="none" strike="noStrike" kern="1200" cap="none" spc="0" normalizeH="0" baseline="0" noProof="0" dirty="0">
              <a:ln>
                <a:noFill/>
              </a:ln>
              <a:solidFill>
                <a:srgbClr val="FFFFFF"/>
              </a:solidFill>
              <a:effectLst/>
              <a:uLnTx/>
              <a:uFillTx/>
              <a:latin typeface=""/>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srgbClr val="FFFFFF"/>
              </a:solidFill>
              <a:effectLst/>
              <a:uLnTx/>
              <a:uFillTx/>
              <a:latin typeface=""/>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FFFFFF"/>
                </a:solidFill>
                <a:effectLst/>
                <a:uLnTx/>
                <a:uFillTx/>
                <a:latin typeface=""/>
                <a:ea typeface="+mn-ea"/>
                <a:cs typeface="+mn-cs"/>
              </a:rPr>
              <a:t>Kesulitan</a:t>
            </a:r>
            <a:r>
              <a:rPr kumimoji="0" lang="en-US" sz="1800" b="0" i="0" u="none" strike="noStrike" kern="1200" cap="none" spc="0" normalizeH="0" baseline="0" noProof="0" dirty="0">
                <a:ln>
                  <a:noFill/>
                </a:ln>
                <a:solidFill>
                  <a:srgbClr val="FFFFFF"/>
                </a:solidFill>
                <a:effectLst/>
                <a:uLnTx/>
                <a:uFillTx/>
                <a:latin typeface=""/>
                <a:ea typeface="+mn-ea"/>
                <a:cs typeface="+mn-cs"/>
              </a:rPr>
              <a:t> </a:t>
            </a:r>
            <a:r>
              <a:rPr kumimoji="0" lang="en-US" sz="1800" b="0" i="0" u="none" strike="noStrike" kern="1200" cap="none" spc="0" normalizeH="0" baseline="0" noProof="0" dirty="0" err="1">
                <a:ln>
                  <a:noFill/>
                </a:ln>
                <a:solidFill>
                  <a:srgbClr val="FFFFFF"/>
                </a:solidFill>
                <a:effectLst/>
                <a:uLnTx/>
                <a:uFillTx/>
                <a:latin typeface=""/>
                <a:ea typeface="+mn-ea"/>
                <a:cs typeface="+mn-cs"/>
              </a:rPr>
              <a:t>menemukan</a:t>
            </a:r>
            <a:r>
              <a:rPr kumimoji="0" lang="en-US" sz="1800" b="0" i="0" u="none" strike="noStrike" kern="1200" cap="none" spc="0" normalizeH="0" baseline="0" noProof="0" dirty="0">
                <a:ln>
                  <a:noFill/>
                </a:ln>
                <a:solidFill>
                  <a:srgbClr val="FFFFFF"/>
                </a:solidFill>
                <a:effectLst/>
                <a:uLnTx/>
                <a:uFillTx/>
                <a:latin typeface=""/>
                <a:ea typeface="+mn-ea"/>
                <a:cs typeface="+mn-cs"/>
              </a:rPr>
              <a:t> dan </a:t>
            </a:r>
            <a:r>
              <a:rPr kumimoji="0" lang="en-US" sz="1800" b="0" i="0" u="none" strike="noStrike" kern="1200" cap="none" spc="0" normalizeH="0" baseline="0" noProof="0" dirty="0" err="1">
                <a:ln>
                  <a:noFill/>
                </a:ln>
                <a:solidFill>
                  <a:srgbClr val="FFFFFF"/>
                </a:solidFill>
                <a:effectLst/>
                <a:uLnTx/>
                <a:uFillTx/>
                <a:latin typeface=""/>
                <a:ea typeface="+mn-ea"/>
                <a:cs typeface="+mn-cs"/>
              </a:rPr>
              <a:t>mendengarkan</a:t>
            </a:r>
            <a:r>
              <a:rPr kumimoji="0" lang="en-US" sz="1800" b="0" i="0" u="none" strike="noStrike" kern="1200" cap="none" spc="0" normalizeH="0" baseline="0" noProof="0" dirty="0">
                <a:ln>
                  <a:noFill/>
                </a:ln>
                <a:solidFill>
                  <a:srgbClr val="FFFFFF"/>
                </a:solidFill>
                <a:effectLst/>
                <a:uLnTx/>
                <a:uFillTx/>
                <a:latin typeface=""/>
                <a:ea typeface="+mn-ea"/>
                <a:cs typeface="+mn-cs"/>
              </a:rPr>
              <a:t> </a:t>
            </a:r>
            <a:r>
              <a:rPr kumimoji="0" lang="en-US" sz="1800" b="0" i="0" u="none" strike="noStrike" kern="1200" cap="none" spc="0" normalizeH="0" baseline="0" noProof="0" dirty="0" err="1">
                <a:ln>
                  <a:noFill/>
                </a:ln>
                <a:solidFill>
                  <a:srgbClr val="FFFFFF"/>
                </a:solidFill>
                <a:effectLst/>
                <a:uLnTx/>
                <a:uFillTx/>
                <a:latin typeface=""/>
                <a:ea typeface="+mn-ea"/>
                <a:cs typeface="+mn-cs"/>
              </a:rPr>
              <a:t>berbagai</a:t>
            </a:r>
            <a:r>
              <a:rPr kumimoji="0" lang="en-US" sz="1800" b="0" i="0" u="none" strike="noStrike" kern="1200" cap="none" spc="0" normalizeH="0" baseline="0" noProof="0" dirty="0">
                <a:ln>
                  <a:noFill/>
                </a:ln>
                <a:solidFill>
                  <a:srgbClr val="FFFFFF"/>
                </a:solidFill>
                <a:effectLst/>
                <a:uLnTx/>
                <a:uFillTx/>
                <a:latin typeface=""/>
                <a:ea typeface="+mn-ea"/>
                <a:cs typeface="+mn-cs"/>
              </a:rPr>
              <a:t> </a:t>
            </a:r>
            <a:r>
              <a:rPr kumimoji="0" lang="en-US" sz="1800" b="0" i="0" u="none" strike="noStrike" kern="1200" cap="none" spc="0" normalizeH="0" baseline="0" noProof="0" dirty="0" err="1">
                <a:ln>
                  <a:noFill/>
                </a:ln>
                <a:solidFill>
                  <a:srgbClr val="FFFFFF"/>
                </a:solidFill>
                <a:effectLst/>
                <a:uLnTx/>
                <a:uFillTx/>
                <a:latin typeface=""/>
                <a:ea typeface="+mn-ea"/>
                <a:cs typeface="+mn-cs"/>
              </a:rPr>
              <a:t>jenis</a:t>
            </a:r>
            <a:r>
              <a:rPr kumimoji="0" lang="en-US" sz="1800" b="0" i="0" u="none" strike="noStrike" kern="1200" cap="none" spc="0" normalizeH="0" baseline="0" noProof="0" dirty="0">
                <a:ln>
                  <a:noFill/>
                </a:ln>
                <a:solidFill>
                  <a:srgbClr val="FFFFFF"/>
                </a:solidFill>
                <a:effectLst/>
                <a:uLnTx/>
                <a:uFillTx/>
                <a:latin typeface=""/>
                <a:ea typeface="+mn-ea"/>
                <a:cs typeface="+mn-cs"/>
              </a:rPr>
              <a:t> </a:t>
            </a:r>
            <a:r>
              <a:rPr kumimoji="0" lang="en-US" sz="1800" b="0" i="0" u="none" strike="noStrike" kern="1200" cap="none" spc="0" normalizeH="0" baseline="0" noProof="0" dirty="0" err="1">
                <a:ln>
                  <a:noFill/>
                </a:ln>
                <a:solidFill>
                  <a:srgbClr val="FFFFFF"/>
                </a:solidFill>
                <a:effectLst/>
                <a:uLnTx/>
                <a:uFillTx/>
                <a:latin typeface=""/>
                <a:ea typeface="+mn-ea"/>
                <a:cs typeface="+mn-cs"/>
              </a:rPr>
              <a:t>musik</a:t>
            </a:r>
            <a:r>
              <a:rPr kumimoji="0" lang="en-US" sz="1800" b="0" i="0" u="none" strike="noStrike" kern="1200" cap="none" spc="0" normalizeH="0" baseline="0" noProof="0" dirty="0">
                <a:ln>
                  <a:noFill/>
                </a:ln>
                <a:solidFill>
                  <a:srgbClr val="FFFFFF"/>
                </a:solidFill>
                <a:effectLst/>
                <a:uLnTx/>
                <a:uFillTx/>
                <a:latin typeface=""/>
                <a:ea typeface="+mn-ea"/>
                <a:cs typeface="+mn-cs"/>
              </a:rPr>
              <a:t> </a:t>
            </a:r>
            <a:r>
              <a:rPr kumimoji="0" lang="en-US" sz="1800" b="0" i="0" u="none" strike="noStrike" kern="1200" cap="none" spc="0" normalizeH="0" baseline="0" noProof="0" dirty="0" err="1">
                <a:ln>
                  <a:noFill/>
                </a:ln>
                <a:solidFill>
                  <a:srgbClr val="FFFFFF"/>
                </a:solidFill>
                <a:effectLst/>
                <a:uLnTx/>
                <a:uFillTx/>
                <a:latin typeface=""/>
                <a:ea typeface="+mn-ea"/>
                <a:cs typeface="+mn-cs"/>
              </a:rPr>
              <a:t>tanpa</a:t>
            </a:r>
            <a:r>
              <a:rPr kumimoji="0" lang="en-US" sz="1800" b="0" i="0" u="none" strike="noStrike" kern="1200" cap="none" spc="0" normalizeH="0" baseline="0" noProof="0" dirty="0">
                <a:ln>
                  <a:noFill/>
                </a:ln>
                <a:solidFill>
                  <a:srgbClr val="FFFFFF"/>
                </a:solidFill>
                <a:effectLst/>
                <a:uLnTx/>
                <a:uFillTx/>
                <a:latin typeface=""/>
                <a:ea typeface="+mn-ea"/>
                <a:cs typeface="+mn-cs"/>
              </a:rPr>
              <a:t> </a:t>
            </a:r>
            <a:r>
              <a:rPr kumimoji="0" lang="en-US" sz="1800" b="0" i="0" u="none" strike="noStrike" kern="1200" cap="none" spc="0" normalizeH="0" baseline="0" noProof="0" dirty="0" err="1">
                <a:ln>
                  <a:noFill/>
                </a:ln>
                <a:solidFill>
                  <a:srgbClr val="FFFFFF"/>
                </a:solidFill>
                <a:effectLst/>
                <a:uLnTx/>
                <a:uFillTx/>
                <a:latin typeface=""/>
                <a:ea typeface="+mn-ea"/>
                <a:cs typeface="+mn-cs"/>
              </a:rPr>
              <a:t>masalah</a:t>
            </a:r>
            <a:r>
              <a:rPr kumimoji="0" lang="en-US" sz="1800" b="0" i="0" u="none" strike="noStrike" kern="1200" cap="none" spc="0" normalizeH="0" baseline="0" noProof="0" dirty="0">
                <a:ln>
                  <a:noFill/>
                </a:ln>
                <a:solidFill>
                  <a:srgbClr val="FFFFFF"/>
                </a:solidFill>
                <a:effectLst/>
                <a:uLnTx/>
                <a:uFillTx/>
                <a:latin typeface=""/>
                <a:ea typeface="+mn-ea"/>
                <a:cs typeface="+mn-cs"/>
              </a:rPr>
              <a:t> </a:t>
            </a:r>
            <a:r>
              <a:rPr kumimoji="0" lang="en-US" sz="1800" b="0" i="0" u="none" strike="noStrike" kern="1200" cap="none" spc="0" normalizeH="0" baseline="0" noProof="0" dirty="0" err="1">
                <a:ln>
                  <a:noFill/>
                </a:ln>
                <a:solidFill>
                  <a:srgbClr val="FFFFFF"/>
                </a:solidFill>
                <a:effectLst/>
                <a:uLnTx/>
                <a:uFillTx/>
                <a:latin typeface=""/>
                <a:ea typeface="+mn-ea"/>
                <a:cs typeface="+mn-cs"/>
              </a:rPr>
              <a:t>hukum</a:t>
            </a:r>
            <a:r>
              <a:rPr kumimoji="0" lang="en-US" sz="1800" b="0" i="0" u="none" strike="noStrike" kern="1200" cap="none" spc="0" normalizeH="0" baseline="0" noProof="0" dirty="0">
                <a:ln>
                  <a:noFill/>
                </a:ln>
                <a:solidFill>
                  <a:srgbClr val="FFFFFF"/>
                </a:solidFill>
                <a:effectLst/>
                <a:uLnTx/>
                <a:uFillTx/>
                <a:latin typeface=""/>
                <a:ea typeface="+mn-ea"/>
                <a:cs typeface="+mn-cs"/>
              </a:rPr>
              <a:t>..</a:t>
            </a:r>
            <a:endParaRPr kumimoji="0" lang="en-IN" sz="1800" b="0" i="0" u="none" strike="noStrike" kern="1200" cap="none" spc="0" normalizeH="0" baseline="0" noProof="0" dirty="0">
              <a:ln>
                <a:noFill/>
              </a:ln>
              <a:solidFill>
                <a:srgbClr val="FFFFFF"/>
              </a:solidFill>
              <a:effectLst/>
              <a:uLnTx/>
              <a:uFillTx/>
              <a:latin typeface=""/>
              <a:ea typeface="+mn-ea"/>
              <a:cs typeface="+mn-cs"/>
            </a:endParaRPr>
          </a:p>
        </p:txBody>
      </p:sp>
      <p:sp>
        <p:nvSpPr>
          <p:cNvPr id="4" name="Rectangle: Rounded Corners 3">
            <a:extLst>
              <a:ext uri="{FF2B5EF4-FFF2-40B4-BE49-F238E27FC236}">
                <a16:creationId xmlns:a16="http://schemas.microsoft.com/office/drawing/2014/main" id="{03C23672-5644-C7C4-689B-24C620A6621B}"/>
              </a:ext>
            </a:extLst>
          </p:cNvPr>
          <p:cNvSpPr/>
          <p:nvPr/>
        </p:nvSpPr>
        <p:spPr>
          <a:xfrm>
            <a:off x="4675414" y="2090056"/>
            <a:ext cx="2999014" cy="3276601"/>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pt-BR" sz="1800" b="0" i="0" u="none" strike="noStrike" kern="1200" cap="none" spc="0" normalizeH="0" baseline="0" noProof="0" dirty="0">
                <a:ln>
                  <a:noFill/>
                </a:ln>
                <a:solidFill>
                  <a:srgbClr val="414042"/>
                </a:solidFill>
                <a:effectLst/>
                <a:uLnTx/>
                <a:uFillTx/>
                <a:latin typeface=""/>
                <a:ea typeface="+mn-ea"/>
                <a:cs typeface="+mn-cs"/>
              </a:rPr>
              <a:t>Musik legal berkualitas tinggi dari perpustakaan yang luas</a:t>
            </a:r>
            <a:r>
              <a:rPr kumimoji="0" lang="en-US" sz="1800" b="0" i="0" u="none" strike="noStrike" kern="1200" cap="none" spc="0" normalizeH="0" baseline="0" noProof="0" dirty="0">
                <a:ln>
                  <a:noFill/>
                </a:ln>
                <a:solidFill>
                  <a:srgbClr val="414042"/>
                </a:solidFill>
                <a:effectLst/>
                <a:uLnTx/>
                <a:uFillTx/>
                <a:latin typeface=""/>
                <a:ea typeface="+mn-ea"/>
                <a:cs typeface="+mn-cs"/>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414042"/>
              </a:solidFill>
              <a:effectLst/>
              <a:uLnTx/>
              <a:uFillTx/>
              <a:latin typeface=""/>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414042"/>
                </a:solidFill>
                <a:effectLst/>
                <a:uLnTx/>
                <a:uFillTx/>
                <a:latin typeface=""/>
                <a:ea typeface="+mn-ea"/>
                <a:cs typeface="+mn-cs"/>
              </a:rPr>
              <a:t>Rasa </a:t>
            </a:r>
            <a:r>
              <a:rPr kumimoji="0" lang="en-US" sz="1800" b="0" i="0" u="none" strike="noStrike" kern="1200" cap="none" spc="0" normalizeH="0" baseline="0" noProof="0" dirty="0" err="1">
                <a:ln>
                  <a:noFill/>
                </a:ln>
                <a:solidFill>
                  <a:srgbClr val="414042"/>
                </a:solidFill>
                <a:effectLst/>
                <a:uLnTx/>
                <a:uFillTx/>
                <a:latin typeface=""/>
                <a:ea typeface="+mn-ea"/>
                <a:cs typeface="+mn-cs"/>
              </a:rPr>
              <a:t>kenyamanan</a:t>
            </a:r>
            <a:r>
              <a:rPr kumimoji="0" lang="en-US" sz="1800" b="0" i="0" u="none" strike="noStrike" kern="1200" cap="none" spc="0" normalizeH="0" baseline="0" noProof="0" dirty="0">
                <a:ln>
                  <a:noFill/>
                </a:ln>
                <a:solidFill>
                  <a:srgbClr val="414042"/>
                </a:solidFill>
                <a:effectLst/>
                <a:uLnTx/>
                <a:uFillTx/>
                <a:latin typeface=""/>
                <a:ea typeface="+mn-ea"/>
                <a:cs typeface="+mn-cs"/>
              </a:rPr>
              <a:t> dan </a:t>
            </a:r>
            <a:r>
              <a:rPr kumimoji="0" lang="en-US" sz="1800" b="0" i="0" u="none" strike="noStrike" kern="1200" cap="none" spc="0" normalizeH="0" baseline="0" noProof="0" dirty="0" err="1">
                <a:ln>
                  <a:noFill/>
                </a:ln>
                <a:solidFill>
                  <a:srgbClr val="414042"/>
                </a:solidFill>
                <a:effectLst/>
                <a:uLnTx/>
                <a:uFillTx/>
                <a:latin typeface=""/>
                <a:ea typeface="+mn-ea"/>
                <a:cs typeface="+mn-cs"/>
              </a:rPr>
              <a:t>personalisasi</a:t>
            </a:r>
            <a:r>
              <a:rPr kumimoji="0" lang="en-US" sz="1800" b="0" i="0" u="none" strike="noStrike" kern="1200" cap="none" spc="0" normalizeH="0" baseline="0" noProof="0" dirty="0">
                <a:ln>
                  <a:noFill/>
                </a:ln>
                <a:solidFill>
                  <a:srgbClr val="414042"/>
                </a:solidFill>
                <a:effectLst/>
                <a:uLnTx/>
                <a:uFillTx/>
                <a:latin typeface=""/>
                <a:ea typeface="+mn-ea"/>
                <a:cs typeface="+mn-cs"/>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414042"/>
              </a:solidFill>
              <a:effectLst/>
              <a:uLnTx/>
              <a:uFillTx/>
              <a:latin typeface=""/>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err="1">
                <a:ln>
                  <a:noFill/>
                </a:ln>
                <a:solidFill>
                  <a:srgbClr val="414042"/>
                </a:solidFill>
                <a:effectLst/>
                <a:uLnTx/>
                <a:uFillTx/>
                <a:latin typeface=""/>
                <a:ea typeface="+mn-ea"/>
                <a:cs typeface="+mn-cs"/>
              </a:rPr>
              <a:t>Membagikan</a:t>
            </a:r>
            <a:r>
              <a:rPr kumimoji="0" lang="en-US" sz="1800" b="0" i="0" u="none" strike="noStrike" kern="1200" cap="none" spc="0" normalizeH="0" baseline="0" noProof="0" dirty="0">
                <a:ln>
                  <a:noFill/>
                </a:ln>
                <a:solidFill>
                  <a:srgbClr val="414042"/>
                </a:solidFill>
                <a:effectLst/>
                <a:uLnTx/>
                <a:uFillTx/>
                <a:latin typeface=""/>
                <a:ea typeface="+mn-ea"/>
                <a:cs typeface="+mn-cs"/>
              </a:rPr>
              <a:t> </a:t>
            </a:r>
            <a:r>
              <a:rPr kumimoji="0" lang="en-US" sz="1800" b="0" i="0" u="none" strike="noStrike" kern="1200" cap="none" spc="0" normalizeH="0" baseline="0" noProof="0" dirty="0" err="1">
                <a:ln>
                  <a:noFill/>
                </a:ln>
                <a:solidFill>
                  <a:srgbClr val="414042"/>
                </a:solidFill>
                <a:effectLst/>
                <a:uLnTx/>
                <a:uFillTx/>
                <a:latin typeface=""/>
                <a:ea typeface="+mn-ea"/>
                <a:cs typeface="+mn-cs"/>
              </a:rPr>
              <a:t>pilihan</a:t>
            </a:r>
            <a:r>
              <a:rPr kumimoji="0" lang="en-US" sz="1800" b="0" i="0" u="none" strike="noStrike" kern="1200" cap="none" spc="0" normalizeH="0" baseline="0" noProof="0" dirty="0">
                <a:ln>
                  <a:noFill/>
                </a:ln>
                <a:solidFill>
                  <a:srgbClr val="414042"/>
                </a:solidFill>
                <a:effectLst/>
                <a:uLnTx/>
                <a:uFillTx/>
                <a:latin typeface=""/>
                <a:ea typeface="+mn-ea"/>
                <a:cs typeface="+mn-cs"/>
              </a:rPr>
              <a:t> </a:t>
            </a:r>
            <a:r>
              <a:rPr kumimoji="0" lang="en-US" sz="1800" b="0" i="0" u="none" strike="noStrike" kern="1200" cap="none" spc="0" normalizeH="0" baseline="0" noProof="0" dirty="0" err="1">
                <a:ln>
                  <a:noFill/>
                </a:ln>
                <a:solidFill>
                  <a:srgbClr val="414042"/>
                </a:solidFill>
                <a:effectLst/>
                <a:uLnTx/>
                <a:uFillTx/>
                <a:latin typeface=""/>
                <a:ea typeface="+mn-ea"/>
                <a:cs typeface="+mn-cs"/>
              </a:rPr>
              <a:t>saya</a:t>
            </a:r>
            <a:r>
              <a:rPr kumimoji="0" lang="en-US" sz="1800" b="0" i="0" u="none" strike="noStrike" kern="1200" cap="none" spc="0" normalizeH="0" baseline="0" noProof="0" dirty="0">
                <a:ln>
                  <a:noFill/>
                </a:ln>
                <a:solidFill>
                  <a:srgbClr val="414042"/>
                </a:solidFill>
                <a:effectLst/>
                <a:uLnTx/>
                <a:uFillTx/>
                <a:latin typeface=""/>
                <a:ea typeface="+mn-ea"/>
                <a:cs typeface="+mn-cs"/>
              </a:rPr>
              <a:t> </a:t>
            </a:r>
            <a:r>
              <a:rPr kumimoji="0" lang="en-US" sz="1800" b="0" i="0" u="none" strike="noStrike" kern="1200" cap="none" spc="0" normalizeH="0" baseline="0" noProof="0" dirty="0" err="1">
                <a:ln>
                  <a:noFill/>
                </a:ln>
                <a:solidFill>
                  <a:srgbClr val="414042"/>
                </a:solidFill>
                <a:effectLst/>
                <a:uLnTx/>
                <a:uFillTx/>
                <a:latin typeface=""/>
                <a:ea typeface="+mn-ea"/>
                <a:cs typeface="+mn-cs"/>
              </a:rPr>
              <a:t>dengan</a:t>
            </a:r>
            <a:r>
              <a:rPr kumimoji="0" lang="en-US" sz="1800" b="0" i="0" u="none" strike="noStrike" kern="1200" cap="none" spc="0" normalizeH="0" baseline="0" noProof="0" dirty="0">
                <a:ln>
                  <a:noFill/>
                </a:ln>
                <a:solidFill>
                  <a:srgbClr val="414042"/>
                </a:solidFill>
                <a:effectLst/>
                <a:uLnTx/>
                <a:uFillTx/>
                <a:latin typeface=""/>
                <a:ea typeface="+mn-ea"/>
                <a:cs typeface="+mn-cs"/>
              </a:rPr>
              <a:t> orang lain.</a:t>
            </a:r>
            <a:endParaRPr kumimoji="0" lang="en-IN" sz="1800" b="0" i="0" u="none" strike="noStrike" kern="1200" cap="none" spc="0" normalizeH="0" baseline="0" noProof="0" dirty="0">
              <a:ln>
                <a:noFill/>
              </a:ln>
              <a:solidFill>
                <a:srgbClr val="414042"/>
              </a:solidFill>
              <a:effectLst/>
              <a:uLnTx/>
              <a:uFillTx/>
              <a:latin typeface=""/>
              <a:ea typeface="+mn-ea"/>
              <a:cs typeface="+mn-cs"/>
            </a:endParaRPr>
          </a:p>
        </p:txBody>
      </p:sp>
      <p:sp>
        <p:nvSpPr>
          <p:cNvPr id="5" name="Rectangle: Rounded Corners 4">
            <a:extLst>
              <a:ext uri="{FF2B5EF4-FFF2-40B4-BE49-F238E27FC236}">
                <a16:creationId xmlns:a16="http://schemas.microsoft.com/office/drawing/2014/main" id="{DC4221C1-36B4-BFF3-0E28-EF42E728F881}"/>
              </a:ext>
            </a:extLst>
          </p:cNvPr>
          <p:cNvSpPr/>
          <p:nvPr/>
        </p:nvSpPr>
        <p:spPr>
          <a:xfrm>
            <a:off x="8550729" y="2090056"/>
            <a:ext cx="2999014" cy="3276601"/>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sv-SE" sz="1700" b="0" i="0" u="none" strike="noStrike" kern="1200" cap="none" spc="0" normalizeH="0" baseline="0" noProof="0" dirty="0">
                <a:ln>
                  <a:noFill/>
                </a:ln>
                <a:solidFill>
                  <a:srgbClr val="414042"/>
                </a:solidFill>
                <a:effectLst/>
                <a:uLnTx/>
                <a:uFillTx/>
                <a:latin typeface=""/>
                <a:ea typeface="+mn-ea"/>
                <a:cs typeface="+mn-cs"/>
              </a:rPr>
              <a:t>Aplikasi yang dioptimalkan untuk kinerja dalam mendengarkan musik global tanpa pembajakan</a:t>
            </a:r>
            <a:r>
              <a:rPr kumimoji="0" lang="en-US" sz="1700" b="0" i="0" u="none" strike="noStrike" kern="1200" cap="none" spc="0" normalizeH="0" baseline="0" noProof="0" dirty="0">
                <a:ln>
                  <a:noFill/>
                </a:ln>
                <a:solidFill>
                  <a:srgbClr val="414042"/>
                </a:solidFill>
                <a:effectLst/>
                <a:uLnTx/>
                <a:uFillTx/>
                <a:latin typeface=""/>
                <a:ea typeface="+mn-ea"/>
                <a:cs typeface="+mn-cs"/>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700" b="0" i="0" u="none" strike="noStrike" kern="1200" cap="none" spc="0" normalizeH="0" baseline="0" noProof="0" dirty="0" err="1">
                <a:ln>
                  <a:noFill/>
                </a:ln>
                <a:solidFill>
                  <a:srgbClr val="414042"/>
                </a:solidFill>
                <a:effectLst/>
                <a:uLnTx/>
                <a:uFillTx/>
                <a:latin typeface=""/>
                <a:ea typeface="+mn-ea"/>
                <a:cs typeface="+mn-cs"/>
              </a:rPr>
              <a:t>Pilihan</a:t>
            </a:r>
            <a:r>
              <a:rPr kumimoji="0" lang="en-US" sz="1700" b="0" i="0" u="none" strike="noStrike" kern="1200" cap="none" spc="0" normalizeH="0" baseline="0" noProof="0" dirty="0">
                <a:ln>
                  <a:noFill/>
                </a:ln>
                <a:solidFill>
                  <a:srgbClr val="414042"/>
                </a:solidFill>
                <a:effectLst/>
                <a:uLnTx/>
                <a:uFillTx/>
                <a:latin typeface=""/>
                <a:ea typeface="+mn-ea"/>
                <a:cs typeface="+mn-cs"/>
              </a:rPr>
              <a:t> </a:t>
            </a:r>
            <a:r>
              <a:rPr kumimoji="0" lang="en-US" sz="1700" b="0" i="0" u="none" strike="noStrike" kern="1200" cap="none" spc="0" normalizeH="0" baseline="0" noProof="0" dirty="0" err="1">
                <a:ln>
                  <a:noFill/>
                </a:ln>
                <a:solidFill>
                  <a:srgbClr val="414042"/>
                </a:solidFill>
                <a:effectLst/>
                <a:uLnTx/>
                <a:uFillTx/>
                <a:latin typeface=""/>
                <a:ea typeface="+mn-ea"/>
                <a:cs typeface="+mn-cs"/>
              </a:rPr>
              <a:t>musik</a:t>
            </a:r>
            <a:r>
              <a:rPr kumimoji="0" lang="en-US" sz="1700" b="0" i="0" u="none" strike="noStrike" kern="1200" cap="none" spc="0" normalizeH="0" baseline="0" noProof="0" dirty="0">
                <a:ln>
                  <a:noFill/>
                </a:ln>
                <a:solidFill>
                  <a:srgbClr val="414042"/>
                </a:solidFill>
                <a:effectLst/>
                <a:uLnTx/>
                <a:uFillTx/>
                <a:latin typeface=""/>
                <a:ea typeface="+mn-ea"/>
                <a:cs typeface="+mn-cs"/>
              </a:rPr>
              <a:t> yang </a:t>
            </a:r>
            <a:r>
              <a:rPr kumimoji="0" lang="en-US" sz="1700" b="0" i="0" u="none" strike="noStrike" kern="1200" cap="none" spc="0" normalizeH="0" baseline="0" noProof="0" dirty="0" err="1">
                <a:ln>
                  <a:noFill/>
                </a:ln>
                <a:solidFill>
                  <a:srgbClr val="414042"/>
                </a:solidFill>
                <a:effectLst/>
                <a:uLnTx/>
                <a:uFillTx/>
                <a:latin typeface=""/>
                <a:ea typeface="+mn-ea"/>
                <a:cs typeface="+mn-cs"/>
              </a:rPr>
              <a:t>dipersonalisasi</a:t>
            </a:r>
            <a:r>
              <a:rPr kumimoji="0" lang="en-US" sz="1700" b="0" i="0" u="none" strike="noStrike" kern="1200" cap="none" spc="0" normalizeH="0" baseline="0" noProof="0" dirty="0">
                <a:ln>
                  <a:noFill/>
                </a:ln>
                <a:solidFill>
                  <a:srgbClr val="414042"/>
                </a:solidFill>
                <a:effectLst/>
                <a:uLnTx/>
                <a:uFillTx/>
                <a:latin typeface=""/>
                <a:ea typeface="+mn-ea"/>
                <a:cs typeface="+mn-cs"/>
              </a:rPr>
              <a:t> dan offline.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700" b="0" i="0" u="none" strike="noStrike" kern="1200" cap="none" spc="0" normalizeH="0" baseline="0" noProof="0">
                <a:ln>
                  <a:noFill/>
                </a:ln>
                <a:solidFill>
                  <a:srgbClr val="414042"/>
                </a:solidFill>
                <a:effectLst/>
                <a:uLnTx/>
                <a:uFillTx/>
                <a:latin typeface=""/>
                <a:ea typeface="+mn-ea"/>
                <a:cs typeface="+mn-cs"/>
              </a:rPr>
              <a:t>Mengikuti</a:t>
            </a:r>
            <a:r>
              <a:rPr kumimoji="0" lang="en-US" sz="1700" b="0" i="0" u="none" strike="noStrike" kern="1200" cap="none" spc="0" normalizeH="0" baseline="0" noProof="0" dirty="0">
                <a:ln>
                  <a:noFill/>
                </a:ln>
                <a:solidFill>
                  <a:srgbClr val="414042"/>
                </a:solidFill>
                <a:effectLst/>
                <a:uLnTx/>
                <a:uFillTx/>
                <a:latin typeface=""/>
                <a:ea typeface="+mn-ea"/>
                <a:cs typeface="+mn-cs"/>
              </a:rPr>
              <a:t> orang lain dan </a:t>
            </a:r>
            <a:r>
              <a:rPr kumimoji="0" lang="en-US" sz="1700" b="0" i="0" u="none" strike="noStrike" kern="1200" cap="none" spc="0" normalizeH="0" baseline="0" noProof="0" dirty="0" err="1">
                <a:ln>
                  <a:noFill/>
                </a:ln>
                <a:solidFill>
                  <a:srgbClr val="414042"/>
                </a:solidFill>
                <a:effectLst/>
                <a:uLnTx/>
                <a:uFillTx/>
                <a:latin typeface=""/>
                <a:ea typeface="+mn-ea"/>
                <a:cs typeface="+mn-cs"/>
              </a:rPr>
              <a:t>berbagi</a:t>
            </a:r>
            <a:r>
              <a:rPr kumimoji="0" lang="en-US" sz="1700" b="0" i="0" u="none" strike="noStrike" kern="1200" cap="none" spc="0" normalizeH="0" baseline="0" noProof="0" dirty="0">
                <a:ln>
                  <a:noFill/>
                </a:ln>
                <a:solidFill>
                  <a:srgbClr val="414042"/>
                </a:solidFill>
                <a:effectLst/>
                <a:uLnTx/>
                <a:uFillTx/>
                <a:latin typeface=""/>
                <a:ea typeface="+mn-ea"/>
                <a:cs typeface="+mn-cs"/>
              </a:rPr>
              <a:t> daftar </a:t>
            </a:r>
            <a:r>
              <a:rPr kumimoji="0" lang="en-US" sz="1700" b="0" i="0" u="none" strike="noStrike" kern="1200" cap="none" spc="0" normalizeH="0" baseline="0" noProof="0" dirty="0" err="1">
                <a:ln>
                  <a:noFill/>
                </a:ln>
                <a:solidFill>
                  <a:srgbClr val="414042"/>
                </a:solidFill>
                <a:effectLst/>
                <a:uLnTx/>
                <a:uFillTx/>
                <a:latin typeface=""/>
                <a:ea typeface="+mn-ea"/>
                <a:cs typeface="+mn-cs"/>
              </a:rPr>
              <a:t>putar</a:t>
            </a:r>
            <a:endParaRPr kumimoji="0" lang="en-US" sz="1700" b="0" i="0" u="none" strike="noStrike" kern="1200" cap="none" spc="0" normalizeH="0" baseline="0" noProof="0" dirty="0">
              <a:ln>
                <a:noFill/>
              </a:ln>
              <a:solidFill>
                <a:srgbClr val="414042"/>
              </a:solidFill>
              <a:effectLst/>
              <a:uLnTx/>
              <a:uFillTx/>
              <a:latin typeface=""/>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700" b="0" i="0" u="none" strike="noStrike" kern="1200" cap="none" spc="0" normalizeH="0" baseline="0" noProof="0" dirty="0">
              <a:ln>
                <a:noFill/>
              </a:ln>
              <a:solidFill>
                <a:srgbClr val="414042"/>
              </a:solidFill>
              <a:effectLst/>
              <a:uLnTx/>
              <a:uFillTx/>
              <a:latin typeface=""/>
              <a:ea typeface="+mn-ea"/>
              <a:cs typeface="+mn-cs"/>
            </a:endParaRPr>
          </a:p>
        </p:txBody>
      </p:sp>
      <p:sp>
        <p:nvSpPr>
          <p:cNvPr id="6" name="TextBox 5">
            <a:extLst>
              <a:ext uri="{FF2B5EF4-FFF2-40B4-BE49-F238E27FC236}">
                <a16:creationId xmlns:a16="http://schemas.microsoft.com/office/drawing/2014/main" id="{34B2AC04-62DA-456A-B275-26CF5D516976}"/>
              </a:ext>
            </a:extLst>
          </p:cNvPr>
          <p:cNvSpPr txBox="1"/>
          <p:nvPr/>
        </p:nvSpPr>
        <p:spPr>
          <a:xfrm>
            <a:off x="4705351" y="6371609"/>
            <a:ext cx="2999014" cy="400110"/>
          </a:xfrm>
          <a:prstGeom prst="rect">
            <a:avLst/>
          </a:prstGeom>
          <a:solidFill>
            <a:schemeClr val="tx2"/>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FFFFFF"/>
                </a:solidFill>
                <a:effectLst/>
                <a:uLnTx/>
                <a:uFillTx/>
                <a:latin typeface=""/>
                <a:ea typeface="+mn-ea"/>
                <a:cs typeface="+mn-cs"/>
              </a:rPr>
              <a:t>JTBD</a:t>
            </a:r>
          </a:p>
        </p:txBody>
      </p:sp>
      <p:sp>
        <p:nvSpPr>
          <p:cNvPr id="7" name="TextBox 6">
            <a:extLst>
              <a:ext uri="{FF2B5EF4-FFF2-40B4-BE49-F238E27FC236}">
                <a16:creationId xmlns:a16="http://schemas.microsoft.com/office/drawing/2014/main" id="{79229433-D6FF-2176-AA14-CFFC03B12B1C}"/>
              </a:ext>
            </a:extLst>
          </p:cNvPr>
          <p:cNvSpPr txBox="1"/>
          <p:nvPr/>
        </p:nvSpPr>
        <p:spPr>
          <a:xfrm>
            <a:off x="8550730" y="6063833"/>
            <a:ext cx="2999014" cy="707886"/>
          </a:xfrm>
          <a:prstGeom prst="rect">
            <a:avLst/>
          </a:prstGeom>
          <a:solidFill>
            <a:schemeClr val="tx2"/>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FFFFFF"/>
                </a:solidFill>
                <a:effectLst/>
                <a:uLnTx/>
                <a:uFillTx/>
                <a:latin typeface=""/>
                <a:ea typeface="+mn-ea"/>
                <a:cs typeface="+mn-cs"/>
              </a:rPr>
              <a:t>MAP THE SOLUTION TO JTBD</a:t>
            </a:r>
          </a:p>
        </p:txBody>
      </p:sp>
      <p:pic>
        <p:nvPicPr>
          <p:cNvPr id="12" name="Picture 4">
            <a:extLst>
              <a:ext uri="{FF2B5EF4-FFF2-40B4-BE49-F238E27FC236}">
                <a16:creationId xmlns:a16="http://schemas.microsoft.com/office/drawing/2014/main" id="{6004CF75-DC3E-BE02-C53E-88FA98064E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33756" y="253008"/>
            <a:ext cx="2999015" cy="900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3741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F1511-DA4A-49CE-1232-3F5EBA96382E}"/>
              </a:ext>
            </a:extLst>
          </p:cNvPr>
          <p:cNvSpPr>
            <a:spLocks noGrp="1"/>
          </p:cNvSpPr>
          <p:nvPr>
            <p:ph type="ctrTitle"/>
          </p:nvPr>
        </p:nvSpPr>
        <p:spPr>
          <a:xfrm>
            <a:off x="1524000" y="2802550"/>
            <a:ext cx="9144000" cy="975107"/>
          </a:xfrm>
        </p:spPr>
        <p:txBody>
          <a:bodyPr/>
          <a:lstStyle/>
          <a:p>
            <a:r>
              <a:rPr lang="en-IN" dirty="0" err="1"/>
              <a:t>Komponen</a:t>
            </a:r>
            <a:r>
              <a:rPr lang="en-IN" dirty="0"/>
              <a:t> </a:t>
            </a:r>
            <a:r>
              <a:rPr lang="en-IN" dirty="0" err="1"/>
              <a:t>Penyelesaian</a:t>
            </a:r>
            <a:endParaRPr lang="en-IN" dirty="0"/>
          </a:p>
        </p:txBody>
      </p:sp>
    </p:spTree>
    <p:extLst>
      <p:ext uri="{BB962C8B-B14F-4D97-AF65-F5344CB8AC3E}">
        <p14:creationId xmlns:p14="http://schemas.microsoft.com/office/powerpoint/2010/main" val="242561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24A56D3-2396-69F3-9D2C-F242E9D8B8B1}"/>
              </a:ext>
            </a:extLst>
          </p:cNvPr>
          <p:cNvSpPr>
            <a:spLocks noGrp="1"/>
          </p:cNvSpPr>
          <p:nvPr>
            <p:ph type="ctrTitle"/>
          </p:nvPr>
        </p:nvSpPr>
        <p:spPr>
          <a:xfrm>
            <a:off x="360000" y="308292"/>
            <a:ext cx="11484000" cy="492443"/>
          </a:xfrm>
        </p:spPr>
        <p:txBody>
          <a:bodyPr/>
          <a:lstStyle/>
          <a:p>
            <a:r>
              <a:rPr lang="en-IN" sz="3200" dirty="0" err="1">
                <a:latin typeface="Barlow Medium"/>
              </a:rPr>
              <a:t>Untuk</a:t>
            </a:r>
            <a:r>
              <a:rPr lang="en-IN" sz="3200" dirty="0">
                <a:latin typeface="Barlow Medium"/>
              </a:rPr>
              <a:t> Solusi yang </a:t>
            </a:r>
            <a:r>
              <a:rPr lang="en-IN" sz="3200" dirty="0" err="1">
                <a:latin typeface="Barlow Medium"/>
              </a:rPr>
              <a:t>dipilih</a:t>
            </a:r>
            <a:r>
              <a:rPr lang="en-IN" sz="3200" dirty="0">
                <a:latin typeface="Barlow Medium"/>
              </a:rPr>
              <a:t>: </a:t>
            </a:r>
            <a:r>
              <a:rPr lang="en-IN" sz="3200" dirty="0" err="1">
                <a:solidFill>
                  <a:schemeClr val="accent1"/>
                </a:solidFill>
                <a:latin typeface="Barlow Medium"/>
              </a:rPr>
              <a:t>Ajukan</a:t>
            </a:r>
            <a:r>
              <a:rPr lang="en-IN" sz="3200" dirty="0">
                <a:solidFill>
                  <a:schemeClr val="accent1"/>
                </a:solidFill>
                <a:latin typeface="Barlow Medium"/>
              </a:rPr>
              <a:t> </a:t>
            </a:r>
            <a:r>
              <a:rPr lang="en-IN" sz="3200" dirty="0" err="1">
                <a:solidFill>
                  <a:schemeClr val="accent1"/>
                </a:solidFill>
                <a:latin typeface="Barlow Medium"/>
              </a:rPr>
              <a:t>pertanyaan-pertanyaan</a:t>
            </a:r>
            <a:r>
              <a:rPr lang="en-IN" sz="3200" dirty="0">
                <a:solidFill>
                  <a:schemeClr val="accent1"/>
                </a:solidFill>
                <a:latin typeface="Barlow Medium"/>
              </a:rPr>
              <a:t> </a:t>
            </a:r>
            <a:r>
              <a:rPr lang="en-IN" sz="3200" dirty="0" err="1">
                <a:solidFill>
                  <a:schemeClr val="accent1"/>
                </a:solidFill>
                <a:latin typeface="Barlow Medium"/>
              </a:rPr>
              <a:t>kunci</a:t>
            </a:r>
            <a:r>
              <a:rPr lang="en-IN" sz="3200" dirty="0">
                <a:solidFill>
                  <a:schemeClr val="accent1"/>
                </a:solidFill>
                <a:latin typeface="Barlow Medium"/>
              </a:rPr>
              <a:t> </a:t>
            </a:r>
            <a:r>
              <a:rPr lang="en-IN" sz="3200" dirty="0" err="1">
                <a:solidFill>
                  <a:schemeClr val="accent1"/>
                </a:solidFill>
                <a:latin typeface="Barlow Medium"/>
              </a:rPr>
              <a:t>ini</a:t>
            </a:r>
            <a:endParaRPr lang="en-IN" sz="3200" dirty="0">
              <a:solidFill>
                <a:schemeClr val="accent1"/>
              </a:solidFill>
            </a:endParaRPr>
          </a:p>
        </p:txBody>
      </p:sp>
      <p:pic>
        <p:nvPicPr>
          <p:cNvPr id="12" name="Content Placeholder 11" descr="Question mark symbol">
            <a:extLst>
              <a:ext uri="{FF2B5EF4-FFF2-40B4-BE49-F238E27FC236}">
                <a16:creationId xmlns:a16="http://schemas.microsoft.com/office/drawing/2014/main" id="{55836C8F-467A-DB57-08BF-169D9D83AE6B}"/>
              </a:ext>
            </a:extLst>
          </p:cNvPr>
          <p:cNvPicPr>
            <a:picLocks noGrp="1" noChangeAspect="1"/>
          </p:cNvPicPr>
          <p:nvPr>
            <p:ph sz="quarter" idx="13"/>
          </p:nvPr>
        </p:nvPicPr>
        <p:blipFill rotWithShape="1">
          <a:blip r:embed="rId2">
            <a:extLst>
              <a:ext uri="{28A0092B-C50C-407E-A947-70E740481C1C}">
                <a14:useLocalDpi xmlns:a14="http://schemas.microsoft.com/office/drawing/2010/main" val="0"/>
              </a:ext>
            </a:extLst>
          </a:blip>
          <a:srcRect l="32761" t="22152" r="31364" b="15969"/>
          <a:stretch/>
        </p:blipFill>
        <p:spPr>
          <a:xfrm>
            <a:off x="2506532" y="3076687"/>
            <a:ext cx="1602890" cy="1602889"/>
          </a:xfrm>
        </p:spPr>
      </p:pic>
      <p:pic>
        <p:nvPicPr>
          <p:cNvPr id="17" name="Content Placeholder 16" descr="Gears with solid fill">
            <a:extLst>
              <a:ext uri="{FF2B5EF4-FFF2-40B4-BE49-F238E27FC236}">
                <a16:creationId xmlns:a16="http://schemas.microsoft.com/office/drawing/2014/main" id="{1C3D8EE6-53F9-876A-851D-44B7F927715D}"/>
              </a:ext>
            </a:extLst>
          </p:cNvPr>
          <p:cNvPicPr>
            <a:picLocks noGrp="1" noChangeAspect="1"/>
          </p:cNvPicPr>
          <p:nvPr>
            <p:ph sz="quarter" idx="15"/>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p:pic>
      <p:pic>
        <p:nvPicPr>
          <p:cNvPr id="20" name="Content Placeholder 19" descr="Smiling with hearts face with solid fill with solid fill">
            <a:extLst>
              <a:ext uri="{FF2B5EF4-FFF2-40B4-BE49-F238E27FC236}">
                <a16:creationId xmlns:a16="http://schemas.microsoft.com/office/drawing/2014/main" id="{51619DAC-9E6D-BC1A-9C7D-79476C680701}"/>
              </a:ext>
            </a:extLst>
          </p:cNvPr>
          <p:cNvPicPr>
            <a:picLocks noGrp="1" noChangeAspect="1"/>
          </p:cNvPicPr>
          <p:nvPr>
            <p:ph sz="quarter" idx="16"/>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p:pic>
      <p:sp>
        <p:nvSpPr>
          <p:cNvPr id="6" name="Text Placeholder 5">
            <a:extLst>
              <a:ext uri="{FF2B5EF4-FFF2-40B4-BE49-F238E27FC236}">
                <a16:creationId xmlns:a16="http://schemas.microsoft.com/office/drawing/2014/main" id="{5D43D634-31DB-A199-73CD-57BBF0025C7F}"/>
              </a:ext>
            </a:extLst>
          </p:cNvPr>
          <p:cNvSpPr>
            <a:spLocks noGrp="1"/>
          </p:cNvSpPr>
          <p:nvPr>
            <p:ph type="body" sz="quarter" idx="17"/>
          </p:nvPr>
        </p:nvSpPr>
        <p:spPr>
          <a:xfrm>
            <a:off x="6096000" y="1921590"/>
            <a:ext cx="3435274" cy="373142"/>
          </a:xfrm>
        </p:spPr>
        <p:txBody>
          <a:bodyPr vert="horz" lIns="91440" tIns="45720" rIns="91440" bIns="45720" rtlCol="0" anchor="ctr">
            <a:noAutofit/>
          </a:bodyPr>
          <a:lstStyle/>
          <a:p>
            <a:pPr>
              <a:lnSpc>
                <a:spcPct val="100000"/>
              </a:lnSpc>
            </a:pPr>
            <a:r>
              <a:rPr lang="en-IN" sz="2000" dirty="0" err="1">
                <a:latin typeface="Open Sans" pitchFamily="2" charset="0"/>
              </a:rPr>
              <a:t>Betapa</a:t>
            </a:r>
            <a:r>
              <a:rPr lang="en-IN" sz="2000" dirty="0">
                <a:latin typeface="Open Sans" pitchFamily="2" charset="0"/>
              </a:rPr>
              <a:t> </a:t>
            </a:r>
            <a:r>
              <a:rPr lang="en-IN" sz="2000" dirty="0" err="1">
                <a:latin typeface="Open Sans" pitchFamily="2" charset="0"/>
              </a:rPr>
              <a:t>khasnya</a:t>
            </a:r>
            <a:r>
              <a:rPr lang="en-IN" sz="2000" dirty="0">
                <a:latin typeface="Open Sans" pitchFamily="2" charset="0"/>
              </a:rPr>
              <a:t> </a:t>
            </a:r>
            <a:r>
              <a:rPr lang="en-IN" sz="2000" dirty="0" err="1">
                <a:latin typeface="Open Sans" pitchFamily="2" charset="0"/>
              </a:rPr>
              <a:t>hal</a:t>
            </a:r>
            <a:r>
              <a:rPr lang="en-IN" sz="2000" dirty="0">
                <a:latin typeface="Open Sans" pitchFamily="2" charset="0"/>
              </a:rPr>
              <a:t> </a:t>
            </a:r>
            <a:r>
              <a:rPr lang="en-IN" sz="2000" dirty="0" err="1">
                <a:latin typeface="Open Sans" pitchFamily="2" charset="0"/>
              </a:rPr>
              <a:t>itu</a:t>
            </a:r>
            <a:r>
              <a:rPr lang="en-IN" sz="2000" dirty="0">
                <a:latin typeface="Open Sans" pitchFamily="2" charset="0"/>
              </a:rPr>
              <a:t>?</a:t>
            </a:r>
          </a:p>
        </p:txBody>
      </p:sp>
      <p:sp>
        <p:nvSpPr>
          <p:cNvPr id="7" name="Text Placeholder 6">
            <a:extLst>
              <a:ext uri="{FF2B5EF4-FFF2-40B4-BE49-F238E27FC236}">
                <a16:creationId xmlns:a16="http://schemas.microsoft.com/office/drawing/2014/main" id="{BFBC3AB8-8484-9E61-9DFB-78A7B67F9E92}"/>
              </a:ext>
            </a:extLst>
          </p:cNvPr>
          <p:cNvSpPr>
            <a:spLocks noGrp="1"/>
          </p:cNvSpPr>
          <p:nvPr>
            <p:ph type="body" sz="quarter" idx="19"/>
          </p:nvPr>
        </p:nvSpPr>
        <p:spPr>
          <a:xfrm>
            <a:off x="6788075" y="3479913"/>
            <a:ext cx="2743200" cy="796699"/>
          </a:xfrm>
        </p:spPr>
        <p:txBody>
          <a:bodyPr anchor="ctr">
            <a:normAutofit/>
          </a:bodyPr>
          <a:lstStyle/>
          <a:p>
            <a:pPr>
              <a:lnSpc>
                <a:spcPct val="100000"/>
              </a:lnSpc>
            </a:pPr>
            <a:r>
              <a:rPr lang="en-IN" sz="2000" dirty="0" err="1">
                <a:latin typeface="Open Sans" pitchFamily="2" charset="0"/>
              </a:rPr>
              <a:t>Bagaimana</a:t>
            </a:r>
            <a:r>
              <a:rPr lang="en-IN" sz="2000" dirty="0">
                <a:latin typeface="Open Sans" pitchFamily="2" charset="0"/>
              </a:rPr>
              <a:t> </a:t>
            </a:r>
            <a:r>
              <a:rPr lang="en-IN" sz="2000" dirty="0" err="1">
                <a:latin typeface="Open Sans" pitchFamily="2" charset="0"/>
              </a:rPr>
              <a:t>cara</a:t>
            </a:r>
            <a:r>
              <a:rPr lang="en-IN" sz="2000" dirty="0">
                <a:latin typeface="Open Sans" pitchFamily="2" charset="0"/>
              </a:rPr>
              <a:t> </a:t>
            </a:r>
            <a:r>
              <a:rPr lang="en-IN" sz="2000" dirty="0" err="1">
                <a:latin typeface="Open Sans" pitchFamily="2" charset="0"/>
              </a:rPr>
              <a:t>kerjanya</a:t>
            </a:r>
            <a:r>
              <a:rPr lang="en-IN" sz="2000" dirty="0">
                <a:latin typeface="Open Sans" pitchFamily="2" charset="0"/>
              </a:rPr>
              <a:t>?</a:t>
            </a:r>
          </a:p>
        </p:txBody>
      </p:sp>
      <p:sp>
        <p:nvSpPr>
          <p:cNvPr id="8" name="Text Placeholder 7">
            <a:extLst>
              <a:ext uri="{FF2B5EF4-FFF2-40B4-BE49-F238E27FC236}">
                <a16:creationId xmlns:a16="http://schemas.microsoft.com/office/drawing/2014/main" id="{BF69BE45-5D62-0150-0E81-4B7025C29871}"/>
              </a:ext>
            </a:extLst>
          </p:cNvPr>
          <p:cNvSpPr>
            <a:spLocks noGrp="1"/>
          </p:cNvSpPr>
          <p:nvPr>
            <p:ph type="body" sz="quarter" idx="20"/>
          </p:nvPr>
        </p:nvSpPr>
        <p:spPr>
          <a:xfrm>
            <a:off x="6017060" y="5249733"/>
            <a:ext cx="3600275" cy="781368"/>
          </a:xfrm>
          <a:noFill/>
        </p:spPr>
        <p:txBody>
          <a:bodyPr anchor="ctr">
            <a:normAutofit/>
          </a:bodyPr>
          <a:lstStyle/>
          <a:p>
            <a:pPr>
              <a:lnSpc>
                <a:spcPct val="100000"/>
              </a:lnSpc>
            </a:pPr>
            <a:r>
              <a:rPr lang="en-US" sz="2000" dirty="0" err="1">
                <a:latin typeface="Open Sans" pitchFamily="2" charset="0"/>
              </a:rPr>
              <a:t>Manfaat</a:t>
            </a:r>
            <a:r>
              <a:rPr lang="en-US" sz="2000" dirty="0">
                <a:latin typeface="Open Sans" pitchFamily="2" charset="0"/>
              </a:rPr>
              <a:t> </a:t>
            </a:r>
            <a:r>
              <a:rPr lang="en-US" sz="2000" dirty="0" err="1">
                <a:latin typeface="Open Sans" pitchFamily="2" charset="0"/>
              </a:rPr>
              <a:t>apa</a:t>
            </a:r>
            <a:r>
              <a:rPr lang="en-US" sz="2000" dirty="0">
                <a:latin typeface="Open Sans" pitchFamily="2" charset="0"/>
              </a:rPr>
              <a:t> yang </a:t>
            </a:r>
            <a:r>
              <a:rPr lang="en-US" sz="2000" dirty="0" err="1">
                <a:latin typeface="Open Sans" pitchFamily="2" charset="0"/>
              </a:rPr>
              <a:t>akan</a:t>
            </a:r>
            <a:r>
              <a:rPr lang="en-US" sz="2000" dirty="0">
                <a:latin typeface="Open Sans" pitchFamily="2" charset="0"/>
              </a:rPr>
              <a:t> </a:t>
            </a:r>
            <a:r>
              <a:rPr lang="en-US" sz="2000" dirty="0" err="1">
                <a:latin typeface="Open Sans" pitchFamily="2" charset="0"/>
              </a:rPr>
              <a:t>dinikmati</a:t>
            </a:r>
            <a:r>
              <a:rPr lang="en-US" sz="2000" dirty="0">
                <a:latin typeface="Open Sans" pitchFamily="2" charset="0"/>
              </a:rPr>
              <a:t> </a:t>
            </a:r>
            <a:r>
              <a:rPr lang="en-US" sz="2000" dirty="0" err="1">
                <a:latin typeface="Open Sans" pitchFamily="2" charset="0"/>
              </a:rPr>
              <a:t>pengguna</a:t>
            </a:r>
            <a:r>
              <a:rPr lang="en-US" sz="2000" dirty="0">
                <a:latin typeface="Open Sans" pitchFamily="2" charset="0"/>
              </a:rPr>
              <a:t>?</a:t>
            </a:r>
          </a:p>
        </p:txBody>
      </p:sp>
      <p:pic>
        <p:nvPicPr>
          <p:cNvPr id="13" name="Content Placeholder 12" descr="Lights On with solid fill">
            <a:extLst>
              <a:ext uri="{FF2B5EF4-FFF2-40B4-BE49-F238E27FC236}">
                <a16:creationId xmlns:a16="http://schemas.microsoft.com/office/drawing/2014/main" id="{E0082B4D-DB7F-0F29-D2AE-9C2335D6AE69}"/>
              </a:ext>
            </a:extLst>
          </p:cNvPr>
          <p:cNvPicPr>
            <a:picLocks noGrp="1" noChangeAspect="1"/>
          </p:cNvPicPr>
          <p:nvPr>
            <p:ph sz="quarter" idx="14"/>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p:pic>
      <p:sp>
        <p:nvSpPr>
          <p:cNvPr id="2" name="Rectangle 1">
            <a:extLst>
              <a:ext uri="{FF2B5EF4-FFF2-40B4-BE49-F238E27FC236}">
                <a16:creationId xmlns:a16="http://schemas.microsoft.com/office/drawing/2014/main" id="{E61A7B5D-E71A-92BC-3CC0-260BC77C7BA3}"/>
              </a:ext>
            </a:extLst>
          </p:cNvPr>
          <p:cNvSpPr/>
          <p:nvPr/>
        </p:nvSpPr>
        <p:spPr>
          <a:xfrm>
            <a:off x="360000" y="951147"/>
            <a:ext cx="5400000" cy="72000"/>
          </a:xfrm>
          <a:prstGeom prst="rect">
            <a:avLst/>
          </a:prstGeom>
          <a:gradFill flip="none" rotWithShape="1">
            <a:gsLst>
              <a:gs pos="100000">
                <a:schemeClr val="accent1"/>
              </a:gs>
              <a:gs pos="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53442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3"/>
                                        </p:tgtEl>
                                        <p:attrNameLst>
                                          <p:attrName>style.visibility</p:attrName>
                                        </p:attrNameLst>
                                      </p:cBhvr>
                                      <p:to>
                                        <p:strVal val="visible"/>
                                      </p:to>
                                    </p:set>
                                    <p:anim calcmode="lin" valueType="num">
                                      <p:cBhvr>
                                        <p:cTn id="14" dur="500" fill="hold"/>
                                        <p:tgtEl>
                                          <p:spTgt spid="13"/>
                                        </p:tgtEl>
                                        <p:attrNameLst>
                                          <p:attrName>ppt_w</p:attrName>
                                        </p:attrNameLst>
                                      </p:cBhvr>
                                      <p:tavLst>
                                        <p:tav tm="0">
                                          <p:val>
                                            <p:fltVal val="0"/>
                                          </p:val>
                                        </p:tav>
                                        <p:tav tm="100000">
                                          <p:val>
                                            <p:strVal val="#ppt_w"/>
                                          </p:val>
                                        </p:tav>
                                      </p:tavLst>
                                    </p:anim>
                                    <p:anim calcmode="lin" valueType="num">
                                      <p:cBhvr>
                                        <p:cTn id="15" dur="500" fill="hold"/>
                                        <p:tgtEl>
                                          <p:spTgt spid="13"/>
                                        </p:tgtEl>
                                        <p:attrNameLst>
                                          <p:attrName>ppt_h</p:attrName>
                                        </p:attrNameLst>
                                      </p:cBhvr>
                                      <p:tavLst>
                                        <p:tav tm="0">
                                          <p:val>
                                            <p:fltVal val="0"/>
                                          </p:val>
                                        </p:tav>
                                        <p:tav tm="100000">
                                          <p:val>
                                            <p:strVal val="#ppt_h"/>
                                          </p:val>
                                        </p:tav>
                                      </p:tavLst>
                                    </p:anim>
                                    <p:animEffect transition="in" filter="fade">
                                      <p:cBhvr>
                                        <p:cTn id="16" dur="500"/>
                                        <p:tgtEl>
                                          <p:spTgt spid="13"/>
                                        </p:tgtEl>
                                      </p:cBhvr>
                                    </p:animEffect>
                                  </p:childTnLst>
                                </p:cTn>
                              </p:par>
                            </p:childTnLst>
                          </p:cTn>
                        </p:par>
                        <p:par>
                          <p:cTn id="17" fill="hold">
                            <p:stCondLst>
                              <p:cond delay="500"/>
                            </p:stCondLst>
                            <p:childTnLst>
                              <p:par>
                                <p:cTn id="18" presetID="2" presetClass="entr" presetSubtype="8" fill="hold" grpId="0" nodeType="afterEffect">
                                  <p:stCondLst>
                                    <p:cond delay="0"/>
                                  </p:stCondLst>
                                  <p:childTnLst>
                                    <p:set>
                                      <p:cBhvr>
                                        <p:cTn id="19" dur="1" fill="hold">
                                          <p:stCondLst>
                                            <p:cond delay="0"/>
                                          </p:stCondLst>
                                        </p:cTn>
                                        <p:tgtEl>
                                          <p:spTgt spid="6">
                                            <p:txEl>
                                              <p:pRg st="0" end="0"/>
                                            </p:txEl>
                                          </p:spTgt>
                                        </p:tgtEl>
                                        <p:attrNameLst>
                                          <p:attrName>style.visibility</p:attrName>
                                        </p:attrNameLst>
                                      </p:cBhvr>
                                      <p:to>
                                        <p:strVal val="visible"/>
                                      </p:to>
                                    </p:set>
                                    <p:anim calcmode="lin" valueType="num">
                                      <p:cBhvr additive="base">
                                        <p:cTn id="20"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21"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17"/>
                                        </p:tgtEl>
                                        <p:attrNameLst>
                                          <p:attrName>style.visibility</p:attrName>
                                        </p:attrNameLst>
                                      </p:cBhvr>
                                      <p:to>
                                        <p:strVal val="visible"/>
                                      </p:to>
                                    </p:set>
                                    <p:anim calcmode="lin" valueType="num">
                                      <p:cBhvr>
                                        <p:cTn id="26" dur="500" fill="hold"/>
                                        <p:tgtEl>
                                          <p:spTgt spid="17"/>
                                        </p:tgtEl>
                                        <p:attrNameLst>
                                          <p:attrName>ppt_w</p:attrName>
                                        </p:attrNameLst>
                                      </p:cBhvr>
                                      <p:tavLst>
                                        <p:tav tm="0">
                                          <p:val>
                                            <p:fltVal val="0"/>
                                          </p:val>
                                        </p:tav>
                                        <p:tav tm="100000">
                                          <p:val>
                                            <p:strVal val="#ppt_w"/>
                                          </p:val>
                                        </p:tav>
                                      </p:tavLst>
                                    </p:anim>
                                    <p:anim calcmode="lin" valueType="num">
                                      <p:cBhvr>
                                        <p:cTn id="27" dur="500" fill="hold"/>
                                        <p:tgtEl>
                                          <p:spTgt spid="17"/>
                                        </p:tgtEl>
                                        <p:attrNameLst>
                                          <p:attrName>ppt_h</p:attrName>
                                        </p:attrNameLst>
                                      </p:cBhvr>
                                      <p:tavLst>
                                        <p:tav tm="0">
                                          <p:val>
                                            <p:fltVal val="0"/>
                                          </p:val>
                                        </p:tav>
                                        <p:tav tm="100000">
                                          <p:val>
                                            <p:strVal val="#ppt_h"/>
                                          </p:val>
                                        </p:tav>
                                      </p:tavLst>
                                    </p:anim>
                                    <p:animEffect transition="in" filter="fade">
                                      <p:cBhvr>
                                        <p:cTn id="28" dur="500"/>
                                        <p:tgtEl>
                                          <p:spTgt spid="17"/>
                                        </p:tgtEl>
                                      </p:cBhvr>
                                    </p:animEffect>
                                  </p:childTnLst>
                                </p:cTn>
                              </p:par>
                            </p:childTnLst>
                          </p:cTn>
                        </p:par>
                        <p:par>
                          <p:cTn id="29" fill="hold">
                            <p:stCondLst>
                              <p:cond delay="500"/>
                            </p:stCondLst>
                            <p:childTnLst>
                              <p:par>
                                <p:cTn id="30" presetID="2" presetClass="entr" presetSubtype="8" fill="hold" nodeType="afterEffect">
                                  <p:stCondLst>
                                    <p:cond delay="0"/>
                                  </p:stCondLst>
                                  <p:childTnLst>
                                    <p:set>
                                      <p:cBhvr>
                                        <p:cTn id="31" dur="1" fill="hold">
                                          <p:stCondLst>
                                            <p:cond delay="0"/>
                                          </p:stCondLst>
                                        </p:cTn>
                                        <p:tgtEl>
                                          <p:spTgt spid="7">
                                            <p:txEl>
                                              <p:pRg st="0" end="0"/>
                                            </p:txEl>
                                          </p:spTgt>
                                        </p:tgtEl>
                                        <p:attrNameLst>
                                          <p:attrName>style.visibility</p:attrName>
                                        </p:attrNameLst>
                                      </p:cBhvr>
                                      <p:to>
                                        <p:strVal val="visible"/>
                                      </p:to>
                                    </p:set>
                                    <p:anim calcmode="lin" valueType="num">
                                      <p:cBhvr additive="base">
                                        <p:cTn id="32" dur="500" fill="hold"/>
                                        <p:tgtEl>
                                          <p:spTgt spid="7">
                                            <p:txEl>
                                              <p:pRg st="0" end="0"/>
                                            </p:txEl>
                                          </p:spTgt>
                                        </p:tgtEl>
                                        <p:attrNameLst>
                                          <p:attrName>ppt_x</p:attrName>
                                        </p:attrNameLst>
                                      </p:cBhvr>
                                      <p:tavLst>
                                        <p:tav tm="0">
                                          <p:val>
                                            <p:strVal val="0-#ppt_w/2"/>
                                          </p:val>
                                        </p:tav>
                                        <p:tav tm="100000">
                                          <p:val>
                                            <p:strVal val="#ppt_x"/>
                                          </p:val>
                                        </p:tav>
                                      </p:tavLst>
                                    </p:anim>
                                    <p:anim calcmode="lin" valueType="num">
                                      <p:cBhvr additive="base">
                                        <p:cTn id="33" dur="500" fill="hold"/>
                                        <p:tgtEl>
                                          <p:spTgt spid="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nodeType="clickEffect">
                                  <p:stCondLst>
                                    <p:cond delay="0"/>
                                  </p:stCondLst>
                                  <p:childTnLst>
                                    <p:set>
                                      <p:cBhvr>
                                        <p:cTn id="37" dur="1" fill="hold">
                                          <p:stCondLst>
                                            <p:cond delay="0"/>
                                          </p:stCondLst>
                                        </p:cTn>
                                        <p:tgtEl>
                                          <p:spTgt spid="20"/>
                                        </p:tgtEl>
                                        <p:attrNameLst>
                                          <p:attrName>style.visibility</p:attrName>
                                        </p:attrNameLst>
                                      </p:cBhvr>
                                      <p:to>
                                        <p:strVal val="visible"/>
                                      </p:to>
                                    </p:set>
                                    <p:anim calcmode="lin" valueType="num">
                                      <p:cBhvr>
                                        <p:cTn id="38" dur="500" fill="hold"/>
                                        <p:tgtEl>
                                          <p:spTgt spid="20"/>
                                        </p:tgtEl>
                                        <p:attrNameLst>
                                          <p:attrName>ppt_w</p:attrName>
                                        </p:attrNameLst>
                                      </p:cBhvr>
                                      <p:tavLst>
                                        <p:tav tm="0">
                                          <p:val>
                                            <p:fltVal val="0"/>
                                          </p:val>
                                        </p:tav>
                                        <p:tav tm="100000">
                                          <p:val>
                                            <p:strVal val="#ppt_w"/>
                                          </p:val>
                                        </p:tav>
                                      </p:tavLst>
                                    </p:anim>
                                    <p:anim calcmode="lin" valueType="num">
                                      <p:cBhvr>
                                        <p:cTn id="39" dur="500" fill="hold"/>
                                        <p:tgtEl>
                                          <p:spTgt spid="20"/>
                                        </p:tgtEl>
                                        <p:attrNameLst>
                                          <p:attrName>ppt_h</p:attrName>
                                        </p:attrNameLst>
                                      </p:cBhvr>
                                      <p:tavLst>
                                        <p:tav tm="0">
                                          <p:val>
                                            <p:fltVal val="0"/>
                                          </p:val>
                                        </p:tav>
                                        <p:tav tm="100000">
                                          <p:val>
                                            <p:strVal val="#ppt_h"/>
                                          </p:val>
                                        </p:tav>
                                      </p:tavLst>
                                    </p:anim>
                                    <p:animEffect transition="in" filter="fade">
                                      <p:cBhvr>
                                        <p:cTn id="40" dur="500"/>
                                        <p:tgtEl>
                                          <p:spTgt spid="20"/>
                                        </p:tgtEl>
                                      </p:cBhvr>
                                    </p:animEffect>
                                  </p:childTnLst>
                                </p:cTn>
                              </p:par>
                            </p:childTnLst>
                          </p:cTn>
                        </p:par>
                        <p:par>
                          <p:cTn id="41" fill="hold">
                            <p:stCondLst>
                              <p:cond delay="500"/>
                            </p:stCondLst>
                            <p:childTnLst>
                              <p:par>
                                <p:cTn id="42" presetID="2" presetClass="entr" presetSubtype="8" fill="hold" grpId="0" nodeType="afterEffect">
                                  <p:stCondLst>
                                    <p:cond delay="0"/>
                                  </p:stCondLst>
                                  <p:childTnLst>
                                    <p:set>
                                      <p:cBhvr>
                                        <p:cTn id="43" dur="1" fill="hold">
                                          <p:stCondLst>
                                            <p:cond delay="0"/>
                                          </p:stCondLst>
                                        </p:cTn>
                                        <p:tgtEl>
                                          <p:spTgt spid="8">
                                            <p:txEl>
                                              <p:pRg st="0" end="0"/>
                                            </p:txEl>
                                          </p:spTgt>
                                        </p:tgtEl>
                                        <p:attrNameLst>
                                          <p:attrName>style.visibility</p:attrName>
                                        </p:attrNameLst>
                                      </p:cBhvr>
                                      <p:to>
                                        <p:strVal val="visible"/>
                                      </p:to>
                                    </p:set>
                                    <p:anim calcmode="lin" valueType="num">
                                      <p:cBhvr additive="base">
                                        <p:cTn id="44" dur="500" fill="hold"/>
                                        <p:tgtEl>
                                          <p:spTgt spid="8">
                                            <p:txEl>
                                              <p:pRg st="0" end="0"/>
                                            </p:txEl>
                                          </p:spTgt>
                                        </p:tgtEl>
                                        <p:attrNameLst>
                                          <p:attrName>ppt_x</p:attrName>
                                        </p:attrNameLst>
                                      </p:cBhvr>
                                      <p:tavLst>
                                        <p:tav tm="0">
                                          <p:val>
                                            <p:strVal val="0-#ppt_w/2"/>
                                          </p:val>
                                        </p:tav>
                                        <p:tav tm="100000">
                                          <p:val>
                                            <p:strVal val="#ppt_x"/>
                                          </p:val>
                                        </p:tav>
                                      </p:tavLst>
                                    </p:anim>
                                    <p:anim calcmode="lin" valueType="num">
                                      <p:cBhvr additive="base">
                                        <p:cTn id="45" dur="500" fill="hold"/>
                                        <p:tgtEl>
                                          <p:spTgt spid="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8"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906512" y="5070348"/>
            <a:ext cx="970915" cy="258404"/>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1600" b="1" i="0" u="none" strike="noStrike" kern="1200" cap="none" spc="-25" normalizeH="0" baseline="0" noProof="0">
                <a:ln>
                  <a:noFill/>
                </a:ln>
                <a:solidFill>
                  <a:srgbClr val="414042"/>
                </a:solidFill>
                <a:effectLst/>
                <a:uLnTx/>
                <a:uFillTx/>
                <a:latin typeface="Calibri"/>
                <a:ea typeface="+mn-ea"/>
                <a:cs typeface="Calibri"/>
              </a:rPr>
              <a:t>CUSTOMER</a:t>
            </a:r>
            <a:endParaRPr kumimoji="0" sz="1600" b="0" i="0" u="none" strike="noStrike" kern="1200" cap="none" spc="0" normalizeH="0" baseline="0" noProof="0">
              <a:ln>
                <a:noFill/>
              </a:ln>
              <a:solidFill>
                <a:srgbClr val="414042"/>
              </a:solidFill>
              <a:effectLst/>
              <a:uLnTx/>
              <a:uFillTx/>
              <a:latin typeface="Calibri"/>
              <a:ea typeface="+mn-ea"/>
              <a:cs typeface="Calibri"/>
            </a:endParaRPr>
          </a:p>
        </p:txBody>
      </p:sp>
      <p:sp>
        <p:nvSpPr>
          <p:cNvPr id="5" name="object 5"/>
          <p:cNvSpPr txBox="1"/>
          <p:nvPr/>
        </p:nvSpPr>
        <p:spPr>
          <a:xfrm>
            <a:off x="2260789" y="5079322"/>
            <a:ext cx="1708785" cy="258404"/>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1600" b="1" i="0" u="none" strike="noStrike" kern="1200" cap="none" spc="-10" normalizeH="0" baseline="0" noProof="0">
                <a:ln>
                  <a:noFill/>
                </a:ln>
                <a:solidFill>
                  <a:srgbClr val="414042"/>
                </a:solidFill>
                <a:effectLst/>
                <a:uLnTx/>
                <a:uFillTx/>
                <a:latin typeface="Calibri"/>
                <a:ea typeface="+mn-ea"/>
                <a:cs typeface="Calibri"/>
              </a:rPr>
              <a:t>PRODUCT</a:t>
            </a:r>
            <a:r>
              <a:rPr kumimoji="0" sz="1600" b="1" i="0" u="none" strike="noStrike" kern="1200" cap="none" spc="-40" normalizeH="0" baseline="0" noProof="0">
                <a:ln>
                  <a:noFill/>
                </a:ln>
                <a:solidFill>
                  <a:srgbClr val="414042"/>
                </a:solidFill>
                <a:effectLst/>
                <a:uLnTx/>
                <a:uFillTx/>
                <a:latin typeface="Calibri"/>
                <a:ea typeface="+mn-ea"/>
                <a:cs typeface="Calibri"/>
              </a:rPr>
              <a:t> </a:t>
            </a:r>
            <a:r>
              <a:rPr kumimoji="0" sz="1600" b="1" i="0" u="none" strike="noStrike" kern="1200" cap="none" spc="-5" normalizeH="0" baseline="0" noProof="0">
                <a:ln>
                  <a:noFill/>
                </a:ln>
                <a:solidFill>
                  <a:srgbClr val="414042"/>
                </a:solidFill>
                <a:effectLst/>
                <a:uLnTx/>
                <a:uFillTx/>
                <a:latin typeface="Calibri"/>
                <a:ea typeface="+mn-ea"/>
                <a:cs typeface="Calibri"/>
              </a:rPr>
              <a:t>/</a:t>
            </a:r>
            <a:r>
              <a:rPr kumimoji="0" sz="1600" b="1" i="0" u="none" strike="noStrike" kern="1200" cap="none" spc="-75" normalizeH="0" baseline="0" noProof="0">
                <a:ln>
                  <a:noFill/>
                </a:ln>
                <a:solidFill>
                  <a:srgbClr val="414042"/>
                </a:solidFill>
                <a:effectLst/>
                <a:uLnTx/>
                <a:uFillTx/>
                <a:latin typeface="Calibri"/>
                <a:ea typeface="+mn-ea"/>
                <a:cs typeface="Calibri"/>
              </a:rPr>
              <a:t> </a:t>
            </a:r>
            <a:r>
              <a:rPr kumimoji="0" sz="1600" b="1" i="0" u="none" strike="noStrike" kern="1200" cap="none" spc="-10" normalizeH="0" baseline="0" noProof="0">
                <a:ln>
                  <a:noFill/>
                </a:ln>
                <a:solidFill>
                  <a:srgbClr val="414042"/>
                </a:solidFill>
                <a:effectLst/>
                <a:uLnTx/>
                <a:uFillTx/>
                <a:latin typeface="Calibri"/>
                <a:ea typeface="+mn-ea"/>
                <a:cs typeface="Calibri"/>
              </a:rPr>
              <a:t>SERVICE</a:t>
            </a:r>
            <a:endParaRPr kumimoji="0" sz="1600" b="0" i="0" u="none" strike="noStrike" kern="1200" cap="none" spc="0" normalizeH="0" baseline="0" noProof="0">
              <a:ln>
                <a:noFill/>
              </a:ln>
              <a:solidFill>
                <a:srgbClr val="414042"/>
              </a:solidFill>
              <a:effectLst/>
              <a:uLnTx/>
              <a:uFillTx/>
              <a:latin typeface="Calibri"/>
              <a:ea typeface="+mn-ea"/>
              <a:cs typeface="Calibri"/>
            </a:endParaRPr>
          </a:p>
        </p:txBody>
      </p:sp>
      <p:pic>
        <p:nvPicPr>
          <p:cNvPr id="6" name="object 6"/>
          <p:cNvPicPr/>
          <p:nvPr/>
        </p:nvPicPr>
        <p:blipFill>
          <a:blip r:embed="rId2" cstate="print"/>
          <a:stretch>
            <a:fillRect/>
          </a:stretch>
        </p:blipFill>
        <p:spPr>
          <a:xfrm>
            <a:off x="2017903" y="2542216"/>
            <a:ext cx="2194559" cy="2324608"/>
          </a:xfrm>
          <a:prstGeom prst="rect">
            <a:avLst/>
          </a:prstGeom>
          <a:ln>
            <a:noFill/>
          </a:ln>
        </p:spPr>
      </p:pic>
      <p:pic>
        <p:nvPicPr>
          <p:cNvPr id="7" name="object 7"/>
          <p:cNvPicPr/>
          <p:nvPr/>
        </p:nvPicPr>
        <p:blipFill>
          <a:blip r:embed="rId3" cstate="print"/>
          <a:stretch>
            <a:fillRect/>
          </a:stretch>
        </p:blipFill>
        <p:spPr>
          <a:xfrm>
            <a:off x="7432168" y="2564928"/>
            <a:ext cx="2334132" cy="2301896"/>
          </a:xfrm>
          <a:prstGeom prst="rect">
            <a:avLst/>
          </a:prstGeom>
        </p:spPr>
      </p:pic>
      <p:sp>
        <p:nvSpPr>
          <p:cNvPr id="8" name="object 8"/>
          <p:cNvSpPr/>
          <p:nvPr/>
        </p:nvSpPr>
        <p:spPr>
          <a:xfrm>
            <a:off x="4655231" y="3334043"/>
            <a:ext cx="2194558" cy="1002714"/>
          </a:xfrm>
          <a:custGeom>
            <a:avLst/>
            <a:gdLst/>
            <a:ahLst/>
            <a:cxnLst/>
            <a:rect l="l" t="t" r="r" b="b"/>
            <a:pathLst>
              <a:path w="1748154" h="762000">
                <a:moveTo>
                  <a:pt x="1366901" y="0"/>
                </a:moveTo>
                <a:lnTo>
                  <a:pt x="1366901" y="190499"/>
                </a:lnTo>
                <a:lnTo>
                  <a:pt x="0" y="190499"/>
                </a:lnTo>
                <a:lnTo>
                  <a:pt x="0" y="571499"/>
                </a:lnTo>
                <a:lnTo>
                  <a:pt x="1366901" y="571499"/>
                </a:lnTo>
                <a:lnTo>
                  <a:pt x="1366901" y="761999"/>
                </a:lnTo>
                <a:lnTo>
                  <a:pt x="1748027" y="380999"/>
                </a:lnTo>
                <a:lnTo>
                  <a:pt x="1366901" y="0"/>
                </a:lnTo>
                <a:close/>
              </a:path>
            </a:pathLst>
          </a:custGeom>
          <a:solidFill>
            <a:srgbClr val="F2672A"/>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414042"/>
              </a:solidFill>
              <a:effectLst/>
              <a:uLnTx/>
              <a:uFillTx/>
              <a:latin typeface="Aptos" panose="02110004020202020204"/>
              <a:ea typeface="+mn-ea"/>
              <a:cs typeface="+mn-cs"/>
            </a:endParaRPr>
          </a:p>
        </p:txBody>
      </p:sp>
      <p:sp>
        <p:nvSpPr>
          <p:cNvPr id="9" name="object 9"/>
          <p:cNvSpPr txBox="1">
            <a:spLocks noGrp="1"/>
          </p:cNvSpPr>
          <p:nvPr>
            <p:ph type="ctrTitle"/>
          </p:nvPr>
        </p:nvSpPr>
        <p:spPr>
          <a:xfrm>
            <a:off x="245700" y="1201242"/>
            <a:ext cx="11451000" cy="874598"/>
          </a:xfrm>
          <a:prstGeom prst="rect">
            <a:avLst/>
          </a:prstGeom>
        </p:spPr>
        <p:txBody>
          <a:bodyPr vert="horz" wrap="square" lIns="0" tIns="12700" rIns="0" bIns="0" rtlCol="0" anchor="ctr">
            <a:spAutoFit/>
          </a:bodyPr>
          <a:lstStyle/>
          <a:p>
            <a:pPr marL="12065" marR="5080" algn="ctr">
              <a:lnSpc>
                <a:spcPct val="100000"/>
              </a:lnSpc>
              <a:tabLst>
                <a:tab pos="774700" algn="l"/>
              </a:tabLst>
            </a:pPr>
            <a:r>
              <a:rPr lang="en-ID" sz="2800" spc="-5" dirty="0" err="1">
                <a:latin typeface="Open Sans" panose="020B0606030504020204" pitchFamily="34" charset="0"/>
                <a:ea typeface="Open Sans" panose="020B0606030504020204" pitchFamily="34" charset="0"/>
                <a:cs typeface="Open Sans" panose="020B0606030504020204" pitchFamily="34" charset="0"/>
              </a:rPr>
              <a:t>Menjelaskan</a:t>
            </a:r>
            <a:r>
              <a:rPr lang="en-ID" sz="2800" spc="-5" dirty="0">
                <a:latin typeface="Open Sans" panose="020B0606030504020204" pitchFamily="34" charset="0"/>
                <a:ea typeface="Open Sans" panose="020B0606030504020204" pitchFamily="34" charset="0"/>
                <a:cs typeface="Open Sans" panose="020B0606030504020204" pitchFamily="34" charset="0"/>
              </a:rPr>
              <a:t> </a:t>
            </a:r>
            <a:r>
              <a:rPr lang="en-ID" sz="2800" spc="-5" dirty="0" err="1">
                <a:latin typeface="Open Sans" panose="020B0606030504020204" pitchFamily="34" charset="0"/>
                <a:ea typeface="Open Sans" panose="020B0606030504020204" pitchFamily="34" charset="0"/>
                <a:cs typeface="Open Sans" panose="020B0606030504020204" pitchFamily="34" charset="0"/>
              </a:rPr>
              <a:t>manfaat</a:t>
            </a:r>
            <a:r>
              <a:rPr lang="en-ID" sz="2800" spc="-5" dirty="0">
                <a:latin typeface="Open Sans" panose="020B0606030504020204" pitchFamily="34" charset="0"/>
                <a:ea typeface="Open Sans" panose="020B0606030504020204" pitchFamily="34" charset="0"/>
                <a:cs typeface="Open Sans" panose="020B0606030504020204" pitchFamily="34" charset="0"/>
              </a:rPr>
              <a:t> yang </a:t>
            </a:r>
            <a:r>
              <a:rPr lang="en-ID" sz="2800" spc="-5" dirty="0" err="1">
                <a:latin typeface="Open Sans" panose="020B0606030504020204" pitchFamily="34" charset="0"/>
                <a:ea typeface="Open Sans" panose="020B0606030504020204" pitchFamily="34" charset="0"/>
                <a:cs typeface="Open Sans" panose="020B0606030504020204" pitchFamily="34" charset="0"/>
              </a:rPr>
              <a:t>dapat</a:t>
            </a:r>
            <a:r>
              <a:rPr lang="en-ID" sz="2800" spc="-5" dirty="0">
                <a:latin typeface="Open Sans" panose="020B0606030504020204" pitchFamily="34" charset="0"/>
                <a:ea typeface="Open Sans" panose="020B0606030504020204" pitchFamily="34" charset="0"/>
                <a:cs typeface="Open Sans" panose="020B0606030504020204" pitchFamily="34" charset="0"/>
              </a:rPr>
              <a:t> </a:t>
            </a:r>
            <a:r>
              <a:rPr lang="en-ID" sz="2800" spc="-5" dirty="0" err="1">
                <a:latin typeface="Open Sans" panose="020B0606030504020204" pitchFamily="34" charset="0"/>
                <a:ea typeface="Open Sans" panose="020B0606030504020204" pitchFamily="34" charset="0"/>
                <a:cs typeface="Open Sans" panose="020B0606030504020204" pitchFamily="34" charset="0"/>
              </a:rPr>
              <a:t>diharapkan</a:t>
            </a:r>
            <a:r>
              <a:rPr lang="en-ID" sz="2800" spc="-5" dirty="0">
                <a:latin typeface="Open Sans" panose="020B0606030504020204" pitchFamily="34" charset="0"/>
                <a:ea typeface="Open Sans" panose="020B0606030504020204" pitchFamily="34" charset="0"/>
                <a:cs typeface="Open Sans" panose="020B0606030504020204" pitchFamily="34" charset="0"/>
              </a:rPr>
              <a:t> </a:t>
            </a:r>
            <a:r>
              <a:rPr lang="en-ID" sz="2800" spc="-5" dirty="0" err="1">
                <a:latin typeface="Open Sans" panose="020B0606030504020204" pitchFamily="34" charset="0"/>
                <a:ea typeface="Open Sans" panose="020B0606030504020204" pitchFamily="34" charset="0"/>
                <a:cs typeface="Open Sans" panose="020B0606030504020204" pitchFamily="34" charset="0"/>
              </a:rPr>
              <a:t>pelanggan</a:t>
            </a:r>
            <a:r>
              <a:rPr lang="en-ID" sz="2800" spc="-5" dirty="0">
                <a:latin typeface="Open Sans" panose="020B0606030504020204" pitchFamily="34" charset="0"/>
                <a:ea typeface="Open Sans" panose="020B0606030504020204" pitchFamily="34" charset="0"/>
                <a:cs typeface="Open Sans" panose="020B0606030504020204" pitchFamily="34" charset="0"/>
              </a:rPr>
              <a:t> </a:t>
            </a:r>
            <a:r>
              <a:rPr lang="en-ID" sz="2800" spc="-5" dirty="0" err="1">
                <a:latin typeface="Open Sans" panose="020B0606030504020204" pitchFamily="34" charset="0"/>
                <a:ea typeface="Open Sans" panose="020B0606030504020204" pitchFamily="34" charset="0"/>
                <a:cs typeface="Open Sans" panose="020B0606030504020204" pitchFamily="34" charset="0"/>
              </a:rPr>
              <a:t>dari</a:t>
            </a:r>
            <a:r>
              <a:rPr lang="en-ID" sz="2800" spc="-5" dirty="0">
                <a:latin typeface="Open Sans" panose="020B0606030504020204" pitchFamily="34" charset="0"/>
                <a:ea typeface="Open Sans" panose="020B0606030504020204" pitchFamily="34" charset="0"/>
                <a:cs typeface="Open Sans" panose="020B0606030504020204" pitchFamily="34" charset="0"/>
              </a:rPr>
              <a:t> </a:t>
            </a:r>
            <a:r>
              <a:rPr lang="en-ID" sz="2800" spc="-5" dirty="0" err="1">
                <a:latin typeface="Open Sans" panose="020B0606030504020204" pitchFamily="34" charset="0"/>
                <a:ea typeface="Open Sans" panose="020B0606030504020204" pitchFamily="34" charset="0"/>
                <a:cs typeface="Open Sans" panose="020B0606030504020204" pitchFamily="34" charset="0"/>
              </a:rPr>
              <a:t>produk</a:t>
            </a:r>
            <a:r>
              <a:rPr lang="en-ID" sz="2800" spc="-5" dirty="0">
                <a:latin typeface="Open Sans" panose="020B0606030504020204" pitchFamily="34" charset="0"/>
                <a:ea typeface="Open Sans" panose="020B0606030504020204" pitchFamily="34" charset="0"/>
                <a:cs typeface="Open Sans" panose="020B0606030504020204" pitchFamily="34" charset="0"/>
              </a:rPr>
              <a:t> &amp; </a:t>
            </a:r>
            <a:r>
              <a:rPr lang="en-ID" sz="2800" spc="-5" dirty="0" err="1">
                <a:latin typeface="Open Sans" panose="020B0606030504020204" pitchFamily="34" charset="0"/>
                <a:ea typeface="Open Sans" panose="020B0606030504020204" pitchFamily="34" charset="0"/>
                <a:cs typeface="Open Sans" panose="020B0606030504020204" pitchFamily="34" charset="0"/>
              </a:rPr>
              <a:t>layanan</a:t>
            </a:r>
            <a:r>
              <a:rPr lang="en-ID" sz="2800" spc="-5" dirty="0">
                <a:latin typeface="Open Sans" panose="020B0606030504020204" pitchFamily="34" charset="0"/>
                <a:ea typeface="Open Sans" panose="020B0606030504020204" pitchFamily="34" charset="0"/>
                <a:cs typeface="Open Sans" panose="020B0606030504020204" pitchFamily="34" charset="0"/>
              </a:rPr>
              <a:t> Anda</a:t>
            </a:r>
            <a:endParaRPr sz="2800"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object 10"/>
          <p:cNvSpPr txBox="1"/>
          <p:nvPr/>
        </p:nvSpPr>
        <p:spPr>
          <a:xfrm>
            <a:off x="4940224" y="3704520"/>
            <a:ext cx="1624572" cy="182101"/>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100" b="1" i="0" u="none" strike="noStrike" kern="1200" cap="none" spc="-65" normalizeH="0" baseline="0" noProof="0">
                <a:ln>
                  <a:noFill/>
                </a:ln>
                <a:solidFill>
                  <a:srgbClr val="FFFFFF"/>
                </a:solidFill>
                <a:effectLst/>
                <a:uLnTx/>
                <a:uFillTx/>
                <a:latin typeface="Arial"/>
                <a:ea typeface="+mn-ea"/>
                <a:cs typeface="Arial"/>
              </a:rPr>
              <a:t>V</a:t>
            </a:r>
            <a:r>
              <a:rPr kumimoji="0" sz="1100" b="1" i="0" u="none" strike="noStrike" kern="1200" cap="none" spc="-105" normalizeH="0" baseline="0" noProof="0">
                <a:ln>
                  <a:noFill/>
                </a:ln>
                <a:solidFill>
                  <a:srgbClr val="FFFFFF"/>
                </a:solidFill>
                <a:effectLst/>
                <a:uLnTx/>
                <a:uFillTx/>
                <a:latin typeface="Arial"/>
                <a:ea typeface="+mn-ea"/>
                <a:cs typeface="Arial"/>
              </a:rPr>
              <a:t>A</a:t>
            </a:r>
            <a:r>
              <a:rPr kumimoji="0" sz="1100" b="1" i="0" u="none" strike="noStrike" kern="1200" cap="none" spc="-65" normalizeH="0" baseline="0" noProof="0">
                <a:ln>
                  <a:noFill/>
                </a:ln>
                <a:solidFill>
                  <a:srgbClr val="FFFFFF"/>
                </a:solidFill>
                <a:effectLst/>
                <a:uLnTx/>
                <a:uFillTx/>
                <a:latin typeface="Arial"/>
                <a:ea typeface="+mn-ea"/>
                <a:cs typeface="Arial"/>
              </a:rPr>
              <a:t>L</a:t>
            </a:r>
            <a:r>
              <a:rPr kumimoji="0" sz="1100" b="1" i="0" u="none" strike="noStrike" kern="1200" cap="none" spc="-70" normalizeH="0" baseline="0" noProof="0">
                <a:ln>
                  <a:noFill/>
                </a:ln>
                <a:solidFill>
                  <a:srgbClr val="FFFFFF"/>
                </a:solidFill>
                <a:effectLst/>
                <a:uLnTx/>
                <a:uFillTx/>
                <a:latin typeface="Arial"/>
                <a:ea typeface="+mn-ea"/>
                <a:cs typeface="Arial"/>
              </a:rPr>
              <a:t>U</a:t>
            </a:r>
            <a:r>
              <a:rPr kumimoji="0" sz="1100" b="1" i="0" u="none" strike="noStrike" kern="1200" cap="none" spc="0" normalizeH="0" baseline="0" noProof="0">
                <a:ln>
                  <a:noFill/>
                </a:ln>
                <a:solidFill>
                  <a:srgbClr val="FFFFFF"/>
                </a:solidFill>
                <a:effectLst/>
                <a:uLnTx/>
                <a:uFillTx/>
                <a:latin typeface="Arial"/>
                <a:ea typeface="+mn-ea"/>
                <a:cs typeface="Arial"/>
              </a:rPr>
              <a:t>E</a:t>
            </a:r>
            <a:r>
              <a:rPr kumimoji="0" sz="1100" b="1" i="0" u="none" strike="noStrike" kern="1200" cap="none" spc="-95" normalizeH="0" baseline="0" noProof="0">
                <a:ln>
                  <a:noFill/>
                </a:ln>
                <a:solidFill>
                  <a:srgbClr val="FFFFFF"/>
                </a:solidFill>
                <a:effectLst/>
                <a:uLnTx/>
                <a:uFillTx/>
                <a:latin typeface="Arial"/>
                <a:ea typeface="+mn-ea"/>
                <a:cs typeface="Arial"/>
              </a:rPr>
              <a:t> </a:t>
            </a:r>
            <a:r>
              <a:rPr kumimoji="0" sz="1100" b="1" i="0" u="none" strike="noStrike" kern="1200" cap="none" spc="-30" normalizeH="0" baseline="0" noProof="0">
                <a:ln>
                  <a:noFill/>
                </a:ln>
                <a:solidFill>
                  <a:srgbClr val="FFFFFF"/>
                </a:solidFill>
                <a:effectLst/>
                <a:uLnTx/>
                <a:uFillTx/>
                <a:latin typeface="Arial"/>
                <a:ea typeface="+mn-ea"/>
                <a:cs typeface="Arial"/>
              </a:rPr>
              <a:t>PR</a:t>
            </a:r>
            <a:r>
              <a:rPr kumimoji="0" sz="1100" b="1" i="0" u="none" strike="noStrike" kern="1200" cap="none" spc="-20" normalizeH="0" baseline="0" noProof="0">
                <a:ln>
                  <a:noFill/>
                </a:ln>
                <a:solidFill>
                  <a:srgbClr val="FFFFFF"/>
                </a:solidFill>
                <a:effectLst/>
                <a:uLnTx/>
                <a:uFillTx/>
                <a:latin typeface="Arial"/>
                <a:ea typeface="+mn-ea"/>
                <a:cs typeface="Arial"/>
              </a:rPr>
              <a:t>O</a:t>
            </a:r>
            <a:r>
              <a:rPr kumimoji="0" sz="1100" b="1" i="0" u="none" strike="noStrike" kern="1200" cap="none" spc="-30" normalizeH="0" baseline="0" noProof="0">
                <a:ln>
                  <a:noFill/>
                </a:ln>
                <a:solidFill>
                  <a:srgbClr val="FFFFFF"/>
                </a:solidFill>
                <a:effectLst/>
                <a:uLnTx/>
                <a:uFillTx/>
                <a:latin typeface="Arial"/>
                <a:ea typeface="+mn-ea"/>
                <a:cs typeface="Arial"/>
              </a:rPr>
              <a:t>P</a:t>
            </a:r>
            <a:r>
              <a:rPr kumimoji="0" sz="1100" b="1" i="0" u="none" strike="noStrike" kern="1200" cap="none" spc="-20" normalizeH="0" baseline="0" noProof="0">
                <a:ln>
                  <a:noFill/>
                </a:ln>
                <a:solidFill>
                  <a:srgbClr val="FFFFFF"/>
                </a:solidFill>
                <a:effectLst/>
                <a:uLnTx/>
                <a:uFillTx/>
                <a:latin typeface="Arial"/>
                <a:ea typeface="+mn-ea"/>
                <a:cs typeface="Arial"/>
              </a:rPr>
              <a:t>O</a:t>
            </a:r>
            <a:r>
              <a:rPr kumimoji="0" sz="1100" b="1" i="0" u="none" strike="noStrike" kern="1200" cap="none" spc="-30" normalizeH="0" baseline="0" noProof="0">
                <a:ln>
                  <a:noFill/>
                </a:ln>
                <a:solidFill>
                  <a:srgbClr val="FFFFFF"/>
                </a:solidFill>
                <a:effectLst/>
                <a:uLnTx/>
                <a:uFillTx/>
                <a:latin typeface="Arial"/>
                <a:ea typeface="+mn-ea"/>
                <a:cs typeface="Arial"/>
              </a:rPr>
              <a:t>S</a:t>
            </a:r>
            <a:r>
              <a:rPr kumimoji="0" sz="1100" b="1" i="0" u="none" strike="noStrike" kern="1200" cap="none" spc="-20" normalizeH="0" baseline="0" noProof="0">
                <a:ln>
                  <a:noFill/>
                </a:ln>
                <a:solidFill>
                  <a:srgbClr val="FFFFFF"/>
                </a:solidFill>
                <a:effectLst/>
                <a:uLnTx/>
                <a:uFillTx/>
                <a:latin typeface="Arial"/>
                <a:ea typeface="+mn-ea"/>
                <a:cs typeface="Arial"/>
              </a:rPr>
              <a:t>I</a:t>
            </a:r>
            <a:r>
              <a:rPr kumimoji="0" sz="1100" b="1" i="0" u="none" strike="noStrike" kern="1200" cap="none" spc="-40" normalizeH="0" baseline="0" noProof="0">
                <a:ln>
                  <a:noFill/>
                </a:ln>
                <a:solidFill>
                  <a:srgbClr val="FFFFFF"/>
                </a:solidFill>
                <a:effectLst/>
                <a:uLnTx/>
                <a:uFillTx/>
                <a:latin typeface="Arial"/>
                <a:ea typeface="+mn-ea"/>
                <a:cs typeface="Arial"/>
              </a:rPr>
              <a:t>T</a:t>
            </a:r>
            <a:r>
              <a:rPr kumimoji="0" sz="1100" b="1" i="0" u="none" strike="noStrike" kern="1200" cap="none" spc="-20" normalizeH="0" baseline="0" noProof="0">
                <a:ln>
                  <a:noFill/>
                </a:ln>
                <a:solidFill>
                  <a:srgbClr val="FFFFFF"/>
                </a:solidFill>
                <a:effectLst/>
                <a:uLnTx/>
                <a:uFillTx/>
                <a:latin typeface="Arial"/>
                <a:ea typeface="+mn-ea"/>
                <a:cs typeface="Arial"/>
              </a:rPr>
              <a:t>IO</a:t>
            </a:r>
            <a:r>
              <a:rPr kumimoji="0" sz="1100" b="1" i="0" u="none" strike="noStrike" kern="1200" cap="none" spc="0" normalizeH="0" baseline="0" noProof="0">
                <a:ln>
                  <a:noFill/>
                </a:ln>
                <a:solidFill>
                  <a:srgbClr val="FFFFFF"/>
                </a:solidFill>
                <a:effectLst/>
                <a:uLnTx/>
                <a:uFillTx/>
                <a:latin typeface="Arial"/>
                <a:ea typeface="+mn-ea"/>
                <a:cs typeface="Arial"/>
              </a:rPr>
              <a:t>N</a:t>
            </a:r>
            <a:endParaRPr kumimoji="0" sz="1100" b="0" i="0" u="none" strike="noStrike" kern="1200" cap="none" spc="0" normalizeH="0" baseline="0" noProof="0">
              <a:ln>
                <a:noFill/>
              </a:ln>
              <a:solidFill>
                <a:srgbClr val="414042"/>
              </a:solidFill>
              <a:effectLst/>
              <a:uLnTx/>
              <a:uFillTx/>
              <a:latin typeface="Arial"/>
              <a:ea typeface="+mn-ea"/>
              <a:cs typeface="Arial"/>
            </a:endParaRPr>
          </a:p>
        </p:txBody>
      </p:sp>
      <p:sp>
        <p:nvSpPr>
          <p:cNvPr id="13" name="Title 8">
            <a:extLst>
              <a:ext uri="{FF2B5EF4-FFF2-40B4-BE49-F238E27FC236}">
                <a16:creationId xmlns:a16="http://schemas.microsoft.com/office/drawing/2014/main" id="{F1DFF957-E1A0-5149-55CB-FF3F57F4A579}"/>
              </a:ext>
            </a:extLst>
          </p:cNvPr>
          <p:cNvSpPr txBox="1">
            <a:spLocks/>
          </p:cNvSpPr>
          <p:nvPr/>
        </p:nvSpPr>
        <p:spPr>
          <a:xfrm>
            <a:off x="708000" y="297504"/>
            <a:ext cx="11484000" cy="492443"/>
          </a:xfrm>
          <a:prstGeom prst="rect">
            <a:avLst/>
          </a:prstGeom>
        </p:spPr>
        <p:txBody>
          <a:bodyPr vert="horz" lIns="0" tIns="0" rIns="0" bIns="0" rtlCol="0" anchor="t" anchorCtr="0">
            <a:spAutoFit/>
          </a:bodyPr>
          <a:lstStyle>
            <a:lvl1pPr algn="l" defTabSz="914400" rtl="0" eaLnBrk="1" latinLnBrk="0" hangingPunct="1">
              <a:lnSpc>
                <a:spcPct val="100000"/>
              </a:lnSpc>
              <a:spcBef>
                <a:spcPct val="0"/>
              </a:spcBef>
              <a:buNone/>
              <a:defRPr lang="en-US" sz="3200" b="1" kern="1200" dirty="0">
                <a:solidFill>
                  <a:schemeClr val="tx2"/>
                </a:solidFill>
                <a:latin typeface="Barlow Medium" panose="00000600000000000000" pitchFamily="2"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D" sz="3200" b="1" i="0" u="none" strike="noStrike" kern="1200" cap="none" spc="0" normalizeH="0" baseline="0" noProof="0" dirty="0" err="1">
                <a:ln>
                  <a:noFill/>
                </a:ln>
                <a:solidFill>
                  <a:srgbClr val="BF2026"/>
                </a:solidFill>
                <a:effectLst/>
                <a:uLnTx/>
                <a:uFillTx/>
                <a:latin typeface="Barlow Medium" panose="00000600000000000000" pitchFamily="2" charset="0"/>
                <a:ea typeface="+mj-ea"/>
                <a:cs typeface="+mj-cs"/>
              </a:rPr>
              <a:t>Pernyataan</a:t>
            </a:r>
            <a:r>
              <a:rPr kumimoji="0" lang="en-ID" sz="3200" b="1" i="0" u="none" strike="noStrike" kern="1200" cap="none" spc="0" normalizeH="0" baseline="0" noProof="0" dirty="0">
                <a:ln>
                  <a:noFill/>
                </a:ln>
                <a:solidFill>
                  <a:srgbClr val="BF2026"/>
                </a:solidFill>
                <a:effectLst/>
                <a:uLnTx/>
                <a:uFillTx/>
                <a:latin typeface="Barlow Medium" panose="00000600000000000000" pitchFamily="2" charset="0"/>
                <a:ea typeface="+mj-ea"/>
                <a:cs typeface="+mj-cs"/>
              </a:rPr>
              <a:t> Nilai</a:t>
            </a:r>
            <a:endParaRPr kumimoji="0" lang="en-IN" sz="3200" b="1" i="0" u="none" strike="noStrike" kern="1200" cap="none" spc="0" normalizeH="0" baseline="0" noProof="0" dirty="0">
              <a:ln>
                <a:noFill/>
              </a:ln>
              <a:solidFill>
                <a:srgbClr val="F2672A"/>
              </a:solidFill>
              <a:effectLst/>
              <a:uLnTx/>
              <a:uFillTx/>
              <a:latin typeface="Barlow Medium" panose="00000600000000000000" pitchFamily="2" charset="0"/>
              <a:ea typeface="+mj-ea"/>
              <a:cs typeface="+mj-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4DAD41C-4E75-5BC8-B3E0-F8F21490ACA3}"/>
              </a:ext>
            </a:extLst>
          </p:cNvPr>
          <p:cNvSpPr/>
          <p:nvPr/>
        </p:nvSpPr>
        <p:spPr>
          <a:xfrm>
            <a:off x="3901440" y="0"/>
            <a:ext cx="4315180" cy="692912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extBox 7">
            <a:extLst>
              <a:ext uri="{FF2B5EF4-FFF2-40B4-BE49-F238E27FC236}">
                <a16:creationId xmlns:a16="http://schemas.microsoft.com/office/drawing/2014/main" id="{CD315B28-65CB-9A53-D907-5B3C7A1B8D8E}"/>
              </a:ext>
            </a:extLst>
          </p:cNvPr>
          <p:cNvSpPr txBox="1"/>
          <p:nvPr/>
        </p:nvSpPr>
        <p:spPr>
          <a:xfrm>
            <a:off x="238758" y="2992458"/>
            <a:ext cx="3431822" cy="163121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sv-SE" sz="2000" b="0" i="0" u="none" strike="noStrike" kern="1200" cap="none" spc="0" normalizeH="0" baseline="0" noProof="0" dirty="0">
                <a:ln>
                  <a:noFill/>
                </a:ln>
                <a:solidFill>
                  <a:prstClr val="black"/>
                </a:solidFill>
                <a:effectLst/>
                <a:uLnTx/>
                <a:uFillTx/>
                <a:latin typeface="Montserrat" pitchFamily="2" charset="0"/>
                <a:ea typeface="+mn-ea"/>
                <a:cs typeface="+mn-cs"/>
              </a:rPr>
              <a:t>Temukan restoran terbaik, pesan makanan secara online, dan nikmati pengalaman bersantap yang nyaman.</a:t>
            </a:r>
            <a:endParaRPr kumimoji="0" lang="en-IN" sz="2000" b="0" i="0" u="none" strike="noStrike" kern="1200" cap="none" spc="0" normalizeH="0" baseline="0" noProof="0" dirty="0">
              <a:ln>
                <a:noFill/>
              </a:ln>
              <a:solidFill>
                <a:prstClr val="black"/>
              </a:solidFill>
              <a:effectLst/>
              <a:uLnTx/>
              <a:uFillTx/>
              <a:latin typeface="Montserrat" pitchFamily="2" charset="0"/>
              <a:ea typeface="+mn-ea"/>
              <a:cs typeface="+mn-cs"/>
            </a:endParaRPr>
          </a:p>
        </p:txBody>
      </p:sp>
      <p:pic>
        <p:nvPicPr>
          <p:cNvPr id="2050" name="Picture 2">
            <a:extLst>
              <a:ext uri="{FF2B5EF4-FFF2-40B4-BE49-F238E27FC236}">
                <a16:creationId xmlns:a16="http://schemas.microsoft.com/office/drawing/2014/main" id="{B4B6CAAF-C316-4B4A-2F56-2BC4F273A6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36160" y="1622681"/>
            <a:ext cx="2214880" cy="776650"/>
          </a:xfrm>
          <a:prstGeom prst="rect">
            <a:avLst/>
          </a:prstGeom>
          <a:noFill/>
          <a:extLst>
            <a:ext uri="{909E8E84-426E-40DD-AFC4-6F175D3DCCD1}">
              <a14:hiddenFill xmlns:a14="http://schemas.microsoft.com/office/drawing/2010/main">
                <a:solidFill>
                  <a:srgbClr val="FFFFFF"/>
                </a:solidFill>
              </a14:hiddenFill>
            </a:ext>
          </a:extLst>
        </p:spPr>
      </p:pic>
      <p:sp>
        <p:nvSpPr>
          <p:cNvPr id="3" name="AutoShape 4" descr="Free Paytm Logo Icon">
            <a:extLst>
              <a:ext uri="{FF2B5EF4-FFF2-40B4-BE49-F238E27FC236}">
                <a16:creationId xmlns:a16="http://schemas.microsoft.com/office/drawing/2014/main" id="{7B5AE98B-C618-A0CE-96E7-57F193494BB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7AE639A9-4A14-72AD-F298-37F02DEA1E7A}"/>
              </a:ext>
            </a:extLst>
          </p:cNvPr>
          <p:cNvPicPr>
            <a:picLocks noChangeAspect="1"/>
          </p:cNvPicPr>
          <p:nvPr/>
        </p:nvPicPr>
        <p:blipFill>
          <a:blip r:embed="rId3"/>
          <a:stretch>
            <a:fillRect/>
          </a:stretch>
        </p:blipFill>
        <p:spPr>
          <a:xfrm>
            <a:off x="8869680" y="838200"/>
            <a:ext cx="2438400" cy="2438400"/>
          </a:xfrm>
          <a:prstGeom prst="rect">
            <a:avLst/>
          </a:prstGeom>
        </p:spPr>
      </p:pic>
      <p:pic>
        <p:nvPicPr>
          <p:cNvPr id="2054" name="Picture 6" descr="Zomato Logo and symbol, meaning, history, PNG">
            <a:extLst>
              <a:ext uri="{FF2B5EF4-FFF2-40B4-BE49-F238E27FC236}">
                <a16:creationId xmlns:a16="http://schemas.microsoft.com/office/drawing/2014/main" id="{3B2AA5E7-E434-E6E1-446D-1CB44CD90E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758" y="994788"/>
            <a:ext cx="3431822" cy="19304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7">
            <a:extLst>
              <a:ext uri="{FF2B5EF4-FFF2-40B4-BE49-F238E27FC236}">
                <a16:creationId xmlns:a16="http://schemas.microsoft.com/office/drawing/2014/main" id="{BFB9285D-51FD-5DCB-67B6-1047CF8C2B3C}"/>
              </a:ext>
            </a:extLst>
          </p:cNvPr>
          <p:cNvSpPr txBox="1"/>
          <p:nvPr/>
        </p:nvSpPr>
        <p:spPr>
          <a:xfrm>
            <a:off x="4450080" y="2992458"/>
            <a:ext cx="3246120" cy="193899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err="1">
                <a:ln>
                  <a:noFill/>
                </a:ln>
                <a:solidFill>
                  <a:prstClr val="black"/>
                </a:solidFill>
                <a:effectLst/>
                <a:uLnTx/>
                <a:uFillTx/>
                <a:latin typeface="Montserrat" pitchFamily="2" charset="0"/>
                <a:ea typeface="+mn-ea"/>
                <a:cs typeface="+mn-cs"/>
              </a:rPr>
              <a:t>Dapatkan</a:t>
            </a:r>
            <a:r>
              <a:rPr kumimoji="0" lang="en-US" sz="2000" b="0" i="0" u="none" strike="noStrike" kern="1200" cap="none" spc="0" normalizeH="0" baseline="0" noProof="0" dirty="0">
                <a:ln>
                  <a:noFill/>
                </a:ln>
                <a:solidFill>
                  <a:prstClr val="black"/>
                </a:solidFill>
                <a:effectLst/>
                <a:uLnTx/>
                <a:uFillTx/>
                <a:latin typeface="Montserrat" pitchFamily="2" charset="0"/>
                <a:ea typeface="+mn-ea"/>
                <a:cs typeface="+mn-cs"/>
              </a:rPr>
              <a:t> </a:t>
            </a:r>
            <a:r>
              <a:rPr kumimoji="0" lang="en-US" sz="2000" b="0" i="0" u="none" strike="noStrike" kern="1200" cap="none" spc="0" normalizeH="0" baseline="0" noProof="0" dirty="0" err="1">
                <a:ln>
                  <a:noFill/>
                </a:ln>
                <a:solidFill>
                  <a:prstClr val="black"/>
                </a:solidFill>
                <a:effectLst/>
                <a:uLnTx/>
                <a:uFillTx/>
                <a:latin typeface="Montserrat" pitchFamily="2" charset="0"/>
                <a:ea typeface="+mn-ea"/>
                <a:cs typeface="+mn-cs"/>
              </a:rPr>
              <a:t>perjalanan</a:t>
            </a:r>
            <a:r>
              <a:rPr kumimoji="0" lang="en-US" sz="2000" b="0" i="0" u="none" strike="noStrike" kern="1200" cap="none" spc="0" normalizeH="0" baseline="0" noProof="0" dirty="0">
                <a:ln>
                  <a:noFill/>
                </a:ln>
                <a:solidFill>
                  <a:prstClr val="black"/>
                </a:solidFill>
                <a:effectLst/>
                <a:uLnTx/>
                <a:uFillTx/>
                <a:latin typeface="Montserrat" pitchFamily="2" charset="0"/>
                <a:ea typeface="+mn-ea"/>
                <a:cs typeface="+mn-cs"/>
              </a:rPr>
              <a:t> yang </a:t>
            </a:r>
            <a:r>
              <a:rPr kumimoji="0" lang="en-US" sz="2000" b="0" i="0" u="none" strike="noStrike" kern="1200" cap="none" spc="0" normalizeH="0" baseline="0" noProof="0" dirty="0" err="1">
                <a:ln>
                  <a:noFill/>
                </a:ln>
                <a:solidFill>
                  <a:prstClr val="black"/>
                </a:solidFill>
                <a:effectLst/>
                <a:uLnTx/>
                <a:uFillTx/>
                <a:latin typeface="Montserrat" pitchFamily="2" charset="0"/>
                <a:ea typeface="+mn-ea"/>
                <a:cs typeface="+mn-cs"/>
              </a:rPr>
              <a:t>andal</a:t>
            </a:r>
            <a:r>
              <a:rPr kumimoji="0" lang="en-US" sz="2000" b="0" i="0" u="none" strike="noStrike" kern="1200" cap="none" spc="0" normalizeH="0" baseline="0" noProof="0" dirty="0">
                <a:ln>
                  <a:noFill/>
                </a:ln>
                <a:solidFill>
                  <a:prstClr val="black"/>
                </a:solidFill>
                <a:effectLst/>
                <a:uLnTx/>
                <a:uFillTx/>
                <a:latin typeface="Montserrat" pitchFamily="2" charset="0"/>
                <a:ea typeface="+mn-ea"/>
                <a:cs typeface="+mn-cs"/>
              </a:rPr>
              <a:t> </a:t>
            </a:r>
            <a:r>
              <a:rPr kumimoji="0" lang="en-US" sz="2000" b="0" i="0" u="none" strike="noStrike" kern="1200" cap="none" spc="0" normalizeH="0" baseline="0" noProof="0" dirty="0" err="1">
                <a:ln>
                  <a:noFill/>
                </a:ln>
                <a:solidFill>
                  <a:prstClr val="black"/>
                </a:solidFill>
                <a:effectLst/>
                <a:uLnTx/>
                <a:uFillTx/>
                <a:latin typeface="Montserrat" pitchFamily="2" charset="0"/>
                <a:ea typeface="+mn-ea"/>
                <a:cs typeface="+mn-cs"/>
              </a:rPr>
              <a:t>dalam</a:t>
            </a:r>
            <a:r>
              <a:rPr kumimoji="0" lang="en-US" sz="2000" b="0" i="0" u="none" strike="noStrike" kern="1200" cap="none" spc="0" normalizeH="0" baseline="0" noProof="0" dirty="0">
                <a:ln>
                  <a:noFill/>
                </a:ln>
                <a:solidFill>
                  <a:prstClr val="black"/>
                </a:solidFill>
                <a:effectLst/>
                <a:uLnTx/>
                <a:uFillTx/>
                <a:latin typeface="Montserrat" pitchFamily="2" charset="0"/>
                <a:ea typeface="+mn-ea"/>
                <a:cs typeface="+mn-cs"/>
              </a:rPr>
              <a:t> </a:t>
            </a:r>
            <a:r>
              <a:rPr kumimoji="0" lang="en-US" sz="2000" b="0" i="0" u="none" strike="noStrike" kern="1200" cap="none" spc="0" normalizeH="0" baseline="0" noProof="0" dirty="0" err="1">
                <a:ln>
                  <a:noFill/>
                </a:ln>
                <a:solidFill>
                  <a:prstClr val="black"/>
                </a:solidFill>
                <a:effectLst/>
                <a:uLnTx/>
                <a:uFillTx/>
                <a:latin typeface="Montserrat" pitchFamily="2" charset="0"/>
                <a:ea typeface="+mn-ea"/>
                <a:cs typeface="+mn-cs"/>
              </a:rPr>
              <a:t>hitungan</a:t>
            </a:r>
            <a:r>
              <a:rPr kumimoji="0" lang="en-US" sz="2000" b="0" i="0" u="none" strike="noStrike" kern="1200" cap="none" spc="0" normalizeH="0" baseline="0" noProof="0" dirty="0">
                <a:ln>
                  <a:noFill/>
                </a:ln>
                <a:solidFill>
                  <a:prstClr val="black"/>
                </a:solidFill>
                <a:effectLst/>
                <a:uLnTx/>
                <a:uFillTx/>
                <a:latin typeface="Montserrat" pitchFamily="2" charset="0"/>
                <a:ea typeface="+mn-ea"/>
                <a:cs typeface="+mn-cs"/>
              </a:rPr>
              <a:t> </a:t>
            </a:r>
            <a:r>
              <a:rPr kumimoji="0" lang="en-US" sz="2000" b="0" i="0" u="none" strike="noStrike" kern="1200" cap="none" spc="0" normalizeH="0" baseline="0" noProof="0" dirty="0" err="1">
                <a:ln>
                  <a:noFill/>
                </a:ln>
                <a:solidFill>
                  <a:prstClr val="black"/>
                </a:solidFill>
                <a:effectLst/>
                <a:uLnTx/>
                <a:uFillTx/>
                <a:latin typeface="Montserrat" pitchFamily="2" charset="0"/>
                <a:ea typeface="+mn-ea"/>
                <a:cs typeface="+mn-cs"/>
              </a:rPr>
              <a:t>menit</a:t>
            </a:r>
            <a:r>
              <a:rPr kumimoji="0" lang="en-US" sz="2000" b="0" i="0" u="none" strike="noStrike" kern="1200" cap="none" spc="0" normalizeH="0" baseline="0" noProof="0" dirty="0">
                <a:ln>
                  <a:noFill/>
                </a:ln>
                <a:solidFill>
                  <a:prstClr val="black"/>
                </a:solidFill>
                <a:effectLst/>
                <a:uLnTx/>
                <a:uFillTx/>
                <a:latin typeface="Montserrat" pitchFamily="2" charset="0"/>
                <a:ea typeface="+mn-ea"/>
                <a:cs typeface="+mn-cs"/>
              </a:rPr>
              <a:t> </a:t>
            </a:r>
            <a:r>
              <a:rPr kumimoji="0" lang="en-US" sz="2000" b="0" i="0" u="none" strike="noStrike" kern="1200" cap="none" spc="0" normalizeH="0" baseline="0" noProof="0" dirty="0" err="1">
                <a:ln>
                  <a:noFill/>
                </a:ln>
                <a:solidFill>
                  <a:prstClr val="black"/>
                </a:solidFill>
                <a:effectLst/>
                <a:uLnTx/>
                <a:uFillTx/>
                <a:latin typeface="Montserrat" pitchFamily="2" charset="0"/>
                <a:ea typeface="+mn-ea"/>
                <a:cs typeface="+mn-cs"/>
              </a:rPr>
              <a:t>dengan</a:t>
            </a:r>
            <a:r>
              <a:rPr kumimoji="0" lang="en-US" sz="2000" b="0" i="0" u="none" strike="noStrike" kern="1200" cap="none" spc="0" normalizeH="0" baseline="0" noProof="0" dirty="0">
                <a:ln>
                  <a:noFill/>
                </a:ln>
                <a:solidFill>
                  <a:prstClr val="black"/>
                </a:solidFill>
                <a:effectLst/>
                <a:uLnTx/>
                <a:uFillTx/>
                <a:latin typeface="Montserrat" pitchFamily="2" charset="0"/>
                <a:ea typeface="+mn-ea"/>
                <a:cs typeface="+mn-cs"/>
              </a:rPr>
              <a:t> </a:t>
            </a:r>
            <a:r>
              <a:rPr kumimoji="0" lang="en-US" sz="2000" b="0" i="0" u="none" strike="noStrike" kern="1200" cap="none" spc="0" normalizeH="0" baseline="0" noProof="0" dirty="0" err="1">
                <a:ln>
                  <a:noFill/>
                </a:ln>
                <a:solidFill>
                  <a:prstClr val="black"/>
                </a:solidFill>
                <a:effectLst/>
                <a:uLnTx/>
                <a:uFillTx/>
                <a:latin typeface="Montserrat" pitchFamily="2" charset="0"/>
                <a:ea typeface="+mn-ea"/>
                <a:cs typeface="+mn-cs"/>
              </a:rPr>
              <a:t>satu</a:t>
            </a:r>
            <a:r>
              <a:rPr kumimoji="0" lang="en-US" sz="2000" b="0" i="0" u="none" strike="noStrike" kern="1200" cap="none" spc="0" normalizeH="0" baseline="0" noProof="0" dirty="0">
                <a:ln>
                  <a:noFill/>
                </a:ln>
                <a:solidFill>
                  <a:prstClr val="black"/>
                </a:solidFill>
                <a:effectLst/>
                <a:uLnTx/>
                <a:uFillTx/>
                <a:latin typeface="Montserrat" pitchFamily="2" charset="0"/>
                <a:ea typeface="+mn-ea"/>
                <a:cs typeface="+mn-cs"/>
              </a:rPr>
              <a:t> </a:t>
            </a:r>
            <a:r>
              <a:rPr kumimoji="0" lang="en-US" sz="2000" b="0" i="0" u="none" strike="noStrike" kern="1200" cap="none" spc="0" normalizeH="0" baseline="0" noProof="0" dirty="0" err="1">
                <a:ln>
                  <a:noFill/>
                </a:ln>
                <a:solidFill>
                  <a:prstClr val="black"/>
                </a:solidFill>
                <a:effectLst/>
                <a:uLnTx/>
                <a:uFillTx/>
                <a:latin typeface="Montserrat" pitchFamily="2" charset="0"/>
                <a:ea typeface="+mn-ea"/>
                <a:cs typeface="+mn-cs"/>
              </a:rPr>
              <a:t>ketukan</a:t>
            </a:r>
            <a:r>
              <a:rPr kumimoji="0" lang="en-US" sz="2000" b="0" i="0" u="none" strike="noStrike" kern="1200" cap="none" spc="0" normalizeH="0" baseline="0" noProof="0" dirty="0">
                <a:ln>
                  <a:noFill/>
                </a:ln>
                <a:solidFill>
                  <a:prstClr val="black"/>
                </a:solidFill>
                <a:effectLst/>
                <a:uLnTx/>
                <a:uFillTx/>
                <a:latin typeface="Montserrat" pitchFamily="2" charset="0"/>
                <a:ea typeface="+mn-ea"/>
                <a:cs typeface="+mn-cs"/>
              </a:rPr>
              <a:t> </a:t>
            </a:r>
            <a:r>
              <a:rPr kumimoji="0" lang="en-US" sz="2000" b="0" i="0" u="none" strike="noStrike" kern="1200" cap="none" spc="0" normalizeH="0" baseline="0" noProof="0" dirty="0" err="1">
                <a:ln>
                  <a:noFill/>
                </a:ln>
                <a:solidFill>
                  <a:prstClr val="black"/>
                </a:solidFill>
                <a:effectLst/>
                <a:uLnTx/>
                <a:uFillTx/>
                <a:latin typeface="Montserrat" pitchFamily="2" charset="0"/>
                <a:ea typeface="+mn-ea"/>
                <a:cs typeface="+mn-cs"/>
              </a:rPr>
              <a:t>tombol</a:t>
            </a:r>
            <a:r>
              <a:rPr kumimoji="0" lang="en-US" sz="2000" b="0" i="0" u="none" strike="noStrike" kern="1200" cap="none" spc="0" normalizeH="0" baseline="0" noProof="0" dirty="0">
                <a:ln>
                  <a:noFill/>
                </a:ln>
                <a:solidFill>
                  <a:prstClr val="black"/>
                </a:solidFill>
                <a:effectLst/>
                <a:uLnTx/>
                <a:uFillTx/>
                <a:latin typeface="Montserrat" pitchFamily="2" charset="0"/>
                <a:ea typeface="+mn-ea"/>
                <a:cs typeface="+mn-cs"/>
              </a:rPr>
              <a:t>, </a:t>
            </a:r>
            <a:r>
              <a:rPr kumimoji="0" lang="en-US" sz="2000" b="0" i="0" u="none" strike="noStrike" kern="1200" cap="none" spc="0" normalizeH="0" baseline="0" noProof="0" dirty="0" err="1">
                <a:ln>
                  <a:noFill/>
                </a:ln>
                <a:solidFill>
                  <a:prstClr val="black"/>
                </a:solidFill>
                <a:effectLst/>
                <a:uLnTx/>
                <a:uFillTx/>
                <a:latin typeface="Montserrat" pitchFamily="2" charset="0"/>
                <a:ea typeface="+mn-ea"/>
                <a:cs typeface="+mn-cs"/>
              </a:rPr>
              <a:t>kapan</a:t>
            </a:r>
            <a:r>
              <a:rPr kumimoji="0" lang="en-US" sz="2000" b="0" i="0" u="none" strike="noStrike" kern="1200" cap="none" spc="0" normalizeH="0" baseline="0" noProof="0" dirty="0">
                <a:ln>
                  <a:noFill/>
                </a:ln>
                <a:solidFill>
                  <a:prstClr val="black"/>
                </a:solidFill>
                <a:effectLst/>
                <a:uLnTx/>
                <a:uFillTx/>
                <a:latin typeface="Montserrat" pitchFamily="2" charset="0"/>
                <a:ea typeface="+mn-ea"/>
                <a:cs typeface="+mn-cs"/>
              </a:rPr>
              <a:t> pun dan di mana pun.</a:t>
            </a:r>
            <a:endParaRPr kumimoji="0" lang="en-IN" sz="2000" b="0" i="0" u="none" strike="noStrike" kern="1200" cap="none" spc="0" normalizeH="0" baseline="0" noProof="0" dirty="0">
              <a:ln>
                <a:noFill/>
              </a:ln>
              <a:solidFill>
                <a:prstClr val="black"/>
              </a:solidFill>
              <a:effectLst/>
              <a:uLnTx/>
              <a:uFillTx/>
              <a:latin typeface="Montserrat" pitchFamily="2" charset="0"/>
              <a:ea typeface="+mn-ea"/>
              <a:cs typeface="+mn-cs"/>
            </a:endParaRPr>
          </a:p>
        </p:txBody>
      </p:sp>
      <p:sp>
        <p:nvSpPr>
          <p:cNvPr id="6" name="TextBox 7">
            <a:extLst>
              <a:ext uri="{FF2B5EF4-FFF2-40B4-BE49-F238E27FC236}">
                <a16:creationId xmlns:a16="http://schemas.microsoft.com/office/drawing/2014/main" id="{7522E3DA-CF9B-8634-4112-607DEFD542D2}"/>
              </a:ext>
            </a:extLst>
          </p:cNvPr>
          <p:cNvSpPr txBox="1"/>
          <p:nvPr/>
        </p:nvSpPr>
        <p:spPr>
          <a:xfrm>
            <a:off x="8447480" y="2992458"/>
            <a:ext cx="3505762" cy="1015663"/>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n-NO" sz="2000" b="0" i="0" u="none" strike="noStrike" kern="1200" cap="none" spc="0" normalizeH="0" baseline="0" noProof="0" dirty="0">
                <a:ln>
                  <a:noFill/>
                </a:ln>
                <a:solidFill>
                  <a:prstClr val="black"/>
                </a:solidFill>
                <a:effectLst/>
                <a:uLnTx/>
                <a:uFillTx/>
                <a:latin typeface="Montserrat" pitchFamily="2" charset="0"/>
                <a:ea typeface="+mn-ea"/>
                <a:cs typeface="+mn-cs"/>
              </a:rPr>
              <a:t>Solusi pembayaran digital satu atap untuk transaksi yang cepat dan aman.</a:t>
            </a:r>
            <a:endParaRPr kumimoji="0" lang="en-IN" sz="2000" b="0" i="0" u="none" strike="noStrike" kern="1200" cap="none" spc="0" normalizeH="0" baseline="0" noProof="0" dirty="0">
              <a:ln>
                <a:noFill/>
              </a:ln>
              <a:solidFill>
                <a:prstClr val="black"/>
              </a:solidFill>
              <a:effectLst/>
              <a:uLnTx/>
              <a:uFillTx/>
              <a:latin typeface="Montserrat" pitchFamily="2" charset="0"/>
              <a:ea typeface="+mn-ea"/>
              <a:cs typeface="+mn-cs"/>
            </a:endParaRPr>
          </a:p>
        </p:txBody>
      </p:sp>
      <p:sp>
        <p:nvSpPr>
          <p:cNvPr id="8" name="Rectangle 7">
            <a:extLst>
              <a:ext uri="{FF2B5EF4-FFF2-40B4-BE49-F238E27FC236}">
                <a16:creationId xmlns:a16="http://schemas.microsoft.com/office/drawing/2014/main" id="{7B7128FD-4E76-5DE6-1DF9-9DEAC5DE4DDE}"/>
              </a:ext>
            </a:extLst>
          </p:cNvPr>
          <p:cNvSpPr/>
          <p:nvPr/>
        </p:nvSpPr>
        <p:spPr>
          <a:xfrm>
            <a:off x="0" y="5984240"/>
            <a:ext cx="12192000" cy="944880"/>
          </a:xfrm>
          <a:prstGeom prst="rect">
            <a:avLst/>
          </a:prstGeom>
          <a:solidFill>
            <a:srgbClr val="F267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err="1">
                <a:ln>
                  <a:noFill/>
                </a:ln>
                <a:solidFill>
                  <a:prstClr val="white"/>
                </a:solidFill>
                <a:effectLst/>
                <a:uLnTx/>
                <a:uFillTx/>
                <a:latin typeface="Calibri" panose="020F0502020204030204"/>
                <a:ea typeface="+mn-ea"/>
                <a:cs typeface="+mn-cs"/>
              </a:rPr>
              <a:t>Apa</a:t>
            </a:r>
            <a:r>
              <a:rPr kumimoji="0" lang="en-IN" sz="3600" b="1" i="0" u="none" strike="noStrike" kern="1200" cap="none" spc="0" normalizeH="0" baseline="0" noProof="0" dirty="0">
                <a:ln>
                  <a:noFill/>
                </a:ln>
                <a:solidFill>
                  <a:prstClr val="white"/>
                </a:solidFill>
                <a:effectLst/>
                <a:uLnTx/>
                <a:uFillTx/>
                <a:latin typeface="Calibri" panose="020F0502020204030204"/>
                <a:ea typeface="+mn-ea"/>
                <a:cs typeface="+mn-cs"/>
              </a:rPr>
              <a:t> </a:t>
            </a:r>
            <a:r>
              <a:rPr kumimoji="0" lang="en-IN" sz="3600" b="1" i="0" u="none" strike="noStrike" kern="1200" cap="none" spc="0" normalizeH="0" baseline="0" noProof="0" dirty="0" err="1">
                <a:ln>
                  <a:noFill/>
                </a:ln>
                <a:solidFill>
                  <a:prstClr val="white"/>
                </a:solidFill>
                <a:effectLst/>
                <a:uLnTx/>
                <a:uFillTx/>
                <a:latin typeface="Calibri" panose="020F0502020204030204"/>
                <a:ea typeface="+mn-ea"/>
                <a:cs typeface="+mn-cs"/>
              </a:rPr>
              <a:t>Proposisi</a:t>
            </a:r>
            <a:r>
              <a:rPr kumimoji="0" lang="en-IN" sz="3600" b="1" i="0" u="none" strike="noStrike" kern="1200" cap="none" spc="0" normalizeH="0" baseline="0" noProof="0" dirty="0">
                <a:ln>
                  <a:noFill/>
                </a:ln>
                <a:solidFill>
                  <a:prstClr val="white"/>
                </a:solidFill>
                <a:effectLst/>
                <a:uLnTx/>
                <a:uFillTx/>
                <a:latin typeface="Calibri" panose="020F0502020204030204"/>
                <a:ea typeface="+mn-ea"/>
                <a:cs typeface="+mn-cs"/>
              </a:rPr>
              <a:t> Nilai </a:t>
            </a:r>
            <a:r>
              <a:rPr kumimoji="0" lang="en-IN" sz="3600" b="1" i="0" u="none" strike="noStrike" kern="1200" cap="none" spc="0" normalizeH="0" baseline="0" noProof="0" dirty="0" err="1">
                <a:ln>
                  <a:noFill/>
                </a:ln>
                <a:solidFill>
                  <a:prstClr val="white"/>
                </a:solidFill>
                <a:effectLst/>
                <a:uLnTx/>
                <a:uFillTx/>
                <a:latin typeface="Calibri" panose="020F0502020204030204"/>
                <a:ea typeface="+mn-ea"/>
                <a:cs typeface="+mn-cs"/>
              </a:rPr>
              <a:t>mereka</a:t>
            </a:r>
            <a:r>
              <a:rPr kumimoji="0" lang="en-IN" sz="3600" b="1" i="0" u="none" strike="noStrike" kern="1200" cap="none" spc="0" normalizeH="0" baseline="0" noProof="0" dirty="0">
                <a:ln>
                  <a:noFill/>
                </a:ln>
                <a:solidFill>
                  <a:prstClr val="white"/>
                </a:solidFill>
                <a:effectLst/>
                <a:uLnTx/>
                <a:uFillTx/>
                <a:latin typeface="Calibri" panose="020F0502020204030204"/>
                <a:ea typeface="+mn-ea"/>
                <a:cs typeface="+mn-cs"/>
              </a:rPr>
              <a:t>?</a:t>
            </a:r>
          </a:p>
        </p:txBody>
      </p:sp>
      <p:sp>
        <p:nvSpPr>
          <p:cNvPr id="9" name="Isosceles Triangle 8">
            <a:extLst>
              <a:ext uri="{FF2B5EF4-FFF2-40B4-BE49-F238E27FC236}">
                <a16:creationId xmlns:a16="http://schemas.microsoft.com/office/drawing/2014/main" id="{0E475488-036F-509F-BD4E-B001A30987DF}"/>
              </a:ext>
            </a:extLst>
          </p:cNvPr>
          <p:cNvSpPr/>
          <p:nvPr/>
        </p:nvSpPr>
        <p:spPr>
          <a:xfrm>
            <a:off x="1473200" y="5699760"/>
            <a:ext cx="577494" cy="497840"/>
          </a:xfrm>
          <a:prstGeom prst="triangle">
            <a:avLst/>
          </a:prstGeom>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Isosceles Triangle 9">
            <a:extLst>
              <a:ext uri="{FF2B5EF4-FFF2-40B4-BE49-F238E27FC236}">
                <a16:creationId xmlns:a16="http://schemas.microsoft.com/office/drawing/2014/main" id="{EE475A6A-13B2-F739-E0C1-DADA2D24D3A0}"/>
              </a:ext>
            </a:extLst>
          </p:cNvPr>
          <p:cNvSpPr/>
          <p:nvPr/>
        </p:nvSpPr>
        <p:spPr>
          <a:xfrm>
            <a:off x="5807253" y="5679440"/>
            <a:ext cx="577494" cy="497840"/>
          </a:xfrm>
          <a:prstGeom prst="triangle">
            <a:avLst/>
          </a:prstGeom>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Isosceles Triangle 10">
            <a:extLst>
              <a:ext uri="{FF2B5EF4-FFF2-40B4-BE49-F238E27FC236}">
                <a16:creationId xmlns:a16="http://schemas.microsoft.com/office/drawing/2014/main" id="{3003117C-FA28-3531-BCE1-3165E3D5B1AC}"/>
              </a:ext>
            </a:extLst>
          </p:cNvPr>
          <p:cNvSpPr/>
          <p:nvPr/>
        </p:nvSpPr>
        <p:spPr>
          <a:xfrm>
            <a:off x="10203713" y="5699760"/>
            <a:ext cx="577494" cy="497840"/>
          </a:xfrm>
          <a:prstGeom prst="triangle">
            <a:avLst/>
          </a:prstGeom>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061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5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 grpId="0"/>
      <p:bldP spid="5" grpId="0"/>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F1511-DA4A-49CE-1232-3F5EBA96382E}"/>
              </a:ext>
            </a:extLst>
          </p:cNvPr>
          <p:cNvSpPr>
            <a:spLocks noGrp="1"/>
          </p:cNvSpPr>
          <p:nvPr>
            <p:ph type="ctrTitle"/>
          </p:nvPr>
        </p:nvSpPr>
        <p:spPr>
          <a:xfrm>
            <a:off x="1524000" y="1944207"/>
            <a:ext cx="9144000" cy="1881565"/>
          </a:xfrm>
        </p:spPr>
        <p:txBody>
          <a:bodyPr anchor="ctr">
            <a:normAutofit/>
          </a:bodyPr>
          <a:lstStyle/>
          <a:p>
            <a:r>
              <a:rPr lang="en-IN" dirty="0"/>
              <a:t>AKTIVITAS TIM</a:t>
            </a:r>
          </a:p>
        </p:txBody>
      </p:sp>
    </p:spTree>
    <p:extLst>
      <p:ext uri="{BB962C8B-B14F-4D97-AF65-F5344CB8AC3E}">
        <p14:creationId xmlns:p14="http://schemas.microsoft.com/office/powerpoint/2010/main" val="3624579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265887A-624A-7CA9-E0B9-A107F5F3F01E}"/>
              </a:ext>
            </a:extLst>
          </p:cNvPr>
          <p:cNvSpPr>
            <a:spLocks noGrp="1"/>
          </p:cNvSpPr>
          <p:nvPr>
            <p:ph type="body" sz="quarter" idx="12"/>
          </p:nvPr>
        </p:nvSpPr>
        <p:spPr>
          <a:xfrm>
            <a:off x="3598970" y="5025654"/>
            <a:ext cx="3695388" cy="821809"/>
          </a:xfrm>
          <a:solidFill>
            <a:schemeClr val="accent1"/>
          </a:solidFill>
        </p:spPr>
        <p:txBody>
          <a:bodyPr vert="horz" lIns="182880" tIns="45720" rIns="182880" bIns="45720" rtlCol="0" anchor="ctr">
            <a:noAutofit/>
          </a:bodyPr>
          <a:lstStyle/>
          <a:p>
            <a:r>
              <a:rPr lang="en-IN" sz="2400" dirty="0" err="1">
                <a:latin typeface="Barlow Medium"/>
                <a:ea typeface="Open Sans"/>
                <a:cs typeface="Open Sans"/>
              </a:rPr>
              <a:t>Aktivitas</a:t>
            </a:r>
            <a:r>
              <a:rPr lang="en-IN" sz="2400" dirty="0">
                <a:latin typeface="Barlow Medium"/>
                <a:ea typeface="Open Sans"/>
                <a:cs typeface="Open Sans"/>
              </a:rPr>
              <a:t> </a:t>
            </a:r>
            <a:r>
              <a:rPr lang="en-IN" sz="2400" dirty="0" err="1">
                <a:latin typeface="Barlow Medium"/>
                <a:ea typeface="Open Sans"/>
                <a:cs typeface="Open Sans"/>
              </a:rPr>
              <a:t>Perjalanan</a:t>
            </a:r>
            <a:r>
              <a:rPr lang="en-IN" sz="2400" dirty="0">
                <a:latin typeface="Barlow Medium"/>
                <a:ea typeface="Open Sans"/>
                <a:cs typeface="Open Sans"/>
              </a:rPr>
              <a:t> Usaha</a:t>
            </a:r>
            <a:endParaRPr lang="en-IN" sz="2400" dirty="0">
              <a:latin typeface="Barlow Medium" panose="00000600000000000000" pitchFamily="2" charset="0"/>
            </a:endParaRPr>
          </a:p>
        </p:txBody>
      </p:sp>
      <p:pic>
        <p:nvPicPr>
          <p:cNvPr id="13" name="Picture Placeholder 12" descr="People at the meeting desk">
            <a:extLst>
              <a:ext uri="{FF2B5EF4-FFF2-40B4-BE49-F238E27FC236}">
                <a16:creationId xmlns:a16="http://schemas.microsoft.com/office/drawing/2014/main" id="{23770ACD-BB87-7E79-F1FD-3091962B40F7}"/>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l="27845" r="27845"/>
          <a:stretch>
            <a:fillRect/>
          </a:stretch>
        </p:blipFill>
        <p:spPr>
          <a:xfrm>
            <a:off x="38051" y="14016"/>
            <a:ext cx="5408613" cy="6866313"/>
          </a:xfrm>
        </p:spPr>
      </p:pic>
      <p:cxnSp>
        <p:nvCxnSpPr>
          <p:cNvPr id="5" name="Straight Connector 4">
            <a:extLst>
              <a:ext uri="{FF2B5EF4-FFF2-40B4-BE49-F238E27FC236}">
                <a16:creationId xmlns:a16="http://schemas.microsoft.com/office/drawing/2014/main" id="{FC74FB3D-0B98-481E-7429-7C89611AD313}"/>
              </a:ext>
            </a:extLst>
          </p:cNvPr>
          <p:cNvCxnSpPr/>
          <p:nvPr/>
        </p:nvCxnSpPr>
        <p:spPr>
          <a:xfrm>
            <a:off x="8759295" y="2005481"/>
            <a:ext cx="323705"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A0AE36C-A5F0-0A19-FC40-2E7F3D84E4FF}"/>
              </a:ext>
            </a:extLst>
          </p:cNvPr>
          <p:cNvCxnSpPr>
            <a:cxnSpLocks/>
          </p:cNvCxnSpPr>
          <p:nvPr/>
        </p:nvCxnSpPr>
        <p:spPr>
          <a:xfrm>
            <a:off x="9073621" y="2005481"/>
            <a:ext cx="31051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ext Placeholder 37">
            <a:extLst>
              <a:ext uri="{FF2B5EF4-FFF2-40B4-BE49-F238E27FC236}">
                <a16:creationId xmlns:a16="http://schemas.microsoft.com/office/drawing/2014/main" id="{F759A904-6B91-3CD9-361A-D164A915E0CD}"/>
              </a:ext>
            </a:extLst>
          </p:cNvPr>
          <p:cNvSpPr>
            <a:spLocks noGrp="1"/>
          </p:cNvSpPr>
          <p:nvPr>
            <p:ph type="body" sz="quarter" idx="20" hasCustomPrompt="1"/>
          </p:nvPr>
        </p:nvSpPr>
        <p:spPr>
          <a:xfrm>
            <a:off x="8633396" y="1614169"/>
            <a:ext cx="2902458" cy="285646"/>
          </a:xfrm>
        </p:spPr>
        <p:txBody>
          <a:bodyPr>
            <a:noAutofit/>
          </a:bodyPr>
          <a:lstStyle>
            <a:lvl1pPr marL="0" indent="0" algn="l">
              <a:buNone/>
              <a:defRPr sz="1800" b="1">
                <a:solidFill>
                  <a:schemeClr val="tx1"/>
                </a:solidFill>
                <a:latin typeface="Barlow" panose="00000500000000000000" pitchFamily="2" charset="0"/>
              </a:defRPr>
            </a:lvl1pPr>
          </a:lstStyle>
          <a:p>
            <a:pPr lvl="0"/>
            <a:r>
              <a:rPr lang="en-US" sz="2000">
                <a:latin typeface="Open Sans" pitchFamily="2" charset="0"/>
              </a:rPr>
              <a:t>Brainstorm</a:t>
            </a:r>
          </a:p>
        </p:txBody>
      </p:sp>
      <p:cxnSp>
        <p:nvCxnSpPr>
          <p:cNvPr id="12" name="Straight Connector 11">
            <a:extLst>
              <a:ext uri="{FF2B5EF4-FFF2-40B4-BE49-F238E27FC236}">
                <a16:creationId xmlns:a16="http://schemas.microsoft.com/office/drawing/2014/main" id="{A2D043A6-4524-1AD4-14E0-E30805822BD0}"/>
              </a:ext>
            </a:extLst>
          </p:cNvPr>
          <p:cNvCxnSpPr/>
          <p:nvPr/>
        </p:nvCxnSpPr>
        <p:spPr>
          <a:xfrm>
            <a:off x="8308133" y="3581760"/>
            <a:ext cx="323705"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A592548-8912-FFC0-F996-9154EA8DD5FD}"/>
              </a:ext>
            </a:extLst>
          </p:cNvPr>
          <p:cNvCxnSpPr>
            <a:cxnSpLocks/>
          </p:cNvCxnSpPr>
          <p:nvPr/>
        </p:nvCxnSpPr>
        <p:spPr>
          <a:xfrm flipV="1">
            <a:off x="8601969" y="3587242"/>
            <a:ext cx="3604411" cy="54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 Placeholder 37">
            <a:extLst>
              <a:ext uri="{FF2B5EF4-FFF2-40B4-BE49-F238E27FC236}">
                <a16:creationId xmlns:a16="http://schemas.microsoft.com/office/drawing/2014/main" id="{3AF6A3A9-FC5B-C500-A80D-68DC917EAEF5}"/>
              </a:ext>
            </a:extLst>
          </p:cNvPr>
          <p:cNvSpPr txBox="1">
            <a:spLocks/>
          </p:cNvSpPr>
          <p:nvPr/>
        </p:nvSpPr>
        <p:spPr>
          <a:xfrm>
            <a:off x="8647134" y="3669131"/>
            <a:ext cx="3136185" cy="758898"/>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1400" b="0" kern="1200">
                <a:solidFill>
                  <a:schemeClr val="tx1"/>
                </a:solidFill>
                <a:latin typeface="Open Sans"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609630" rtl="0" eaLnBrk="1" fontAlgn="auto" latinLnBrk="0" hangingPunct="1">
              <a:lnSpc>
                <a:spcPts val="1876"/>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0" dirty="0" err="1">
                <a:ln>
                  <a:noFill/>
                </a:ln>
                <a:solidFill>
                  <a:srgbClr val="343434"/>
                </a:solidFill>
                <a:effectLst/>
                <a:uLnTx/>
                <a:uFillTx/>
                <a:latin typeface="Open Sans"/>
                <a:ea typeface="Open Sans" pitchFamily="2" charset="0"/>
                <a:cs typeface="Open Sans" pitchFamily="2" charset="0"/>
              </a:rPr>
              <a:t>Pilih</a:t>
            </a:r>
            <a:r>
              <a:rPr kumimoji="0" lang="en-US" sz="1400" b="0" i="0" u="none" strike="noStrike" kern="1200" cap="none" spc="0" normalizeH="0" baseline="0" noProof="0" dirty="0">
                <a:ln>
                  <a:noFill/>
                </a:ln>
                <a:solidFill>
                  <a:srgbClr val="343434"/>
                </a:solidFill>
                <a:effectLst/>
                <a:uLnTx/>
                <a:uFillTx/>
                <a:latin typeface="Open Sans"/>
                <a:ea typeface="Open Sans" pitchFamily="2" charset="0"/>
                <a:cs typeface="Open Sans" pitchFamily="2" charset="0"/>
              </a:rPr>
              <a:t> 1 </a:t>
            </a:r>
            <a:r>
              <a:rPr kumimoji="0" lang="en-US" sz="1400" b="0" i="0" u="none" strike="noStrike" kern="1200" cap="none" spc="0" normalizeH="0" baseline="0" noProof="0" dirty="0" err="1">
                <a:ln>
                  <a:noFill/>
                </a:ln>
                <a:solidFill>
                  <a:srgbClr val="343434"/>
                </a:solidFill>
                <a:effectLst/>
                <a:uLnTx/>
                <a:uFillTx/>
                <a:latin typeface="Open Sans"/>
                <a:ea typeface="Open Sans" pitchFamily="2" charset="0"/>
                <a:cs typeface="Open Sans" pitchFamily="2" charset="0"/>
              </a:rPr>
              <a:t>atau</a:t>
            </a:r>
            <a:r>
              <a:rPr kumimoji="0" lang="en-US" sz="1400" b="0" i="0" u="none" strike="noStrike" kern="1200" cap="none" spc="0" normalizeH="0" baseline="0" noProof="0" dirty="0">
                <a:ln>
                  <a:noFill/>
                </a:ln>
                <a:solidFill>
                  <a:srgbClr val="343434"/>
                </a:solidFill>
                <a:effectLst/>
                <a:uLnTx/>
                <a:uFillTx/>
                <a:latin typeface="Open Sans"/>
                <a:ea typeface="Open Sans" pitchFamily="2" charset="0"/>
                <a:cs typeface="Open Sans" pitchFamily="2" charset="0"/>
              </a:rPr>
              <a:t> 2 </a:t>
            </a:r>
            <a:r>
              <a:rPr kumimoji="0" lang="en-US" sz="1400" b="0" i="0" u="none" strike="noStrike" kern="1200" cap="none" spc="0" normalizeH="0" baseline="0" noProof="0" dirty="0" err="1">
                <a:ln>
                  <a:noFill/>
                </a:ln>
                <a:solidFill>
                  <a:srgbClr val="343434"/>
                </a:solidFill>
                <a:effectLst/>
                <a:uLnTx/>
                <a:uFillTx/>
                <a:latin typeface="Open Sans"/>
                <a:ea typeface="Open Sans" pitchFamily="2" charset="0"/>
                <a:cs typeface="Open Sans" pitchFamily="2" charset="0"/>
              </a:rPr>
              <a:t>solusi</a:t>
            </a:r>
            <a:r>
              <a:rPr kumimoji="0" lang="en-US" sz="1400" b="0" i="0" u="none" strike="noStrike" kern="1200" cap="none" spc="0" normalizeH="0" baseline="0" noProof="0" dirty="0">
                <a:ln>
                  <a:noFill/>
                </a:ln>
                <a:solidFill>
                  <a:srgbClr val="343434"/>
                </a:solidFill>
                <a:effectLst/>
                <a:uLnTx/>
                <a:uFillTx/>
                <a:latin typeface="Open Sans"/>
                <a:ea typeface="Open Sans" pitchFamily="2" charset="0"/>
                <a:cs typeface="Open Sans" pitchFamily="2" charset="0"/>
              </a:rPr>
              <a:t> </a:t>
            </a:r>
            <a:r>
              <a:rPr kumimoji="0" lang="en-US" sz="1400" b="0" i="0" u="none" strike="noStrike" kern="1200" cap="none" spc="0" normalizeH="0" baseline="0" noProof="0" dirty="0" err="1">
                <a:ln>
                  <a:noFill/>
                </a:ln>
                <a:solidFill>
                  <a:srgbClr val="343434"/>
                </a:solidFill>
                <a:effectLst/>
                <a:uLnTx/>
                <a:uFillTx/>
                <a:latin typeface="Open Sans"/>
                <a:ea typeface="Open Sans" pitchFamily="2" charset="0"/>
                <a:cs typeface="Open Sans" pitchFamily="2" charset="0"/>
              </a:rPr>
              <a:t>berdasarkan</a:t>
            </a:r>
            <a:r>
              <a:rPr kumimoji="0" lang="en-US" sz="1400" b="0" i="0" u="none" strike="noStrike" kern="1200" cap="none" spc="0" normalizeH="0" baseline="0" noProof="0" dirty="0">
                <a:ln>
                  <a:noFill/>
                </a:ln>
                <a:solidFill>
                  <a:srgbClr val="343434"/>
                </a:solidFill>
                <a:effectLst/>
                <a:uLnTx/>
                <a:uFillTx/>
                <a:latin typeface="Open Sans"/>
                <a:ea typeface="Open Sans" pitchFamily="2" charset="0"/>
                <a:cs typeface="Open Sans" pitchFamily="2" charset="0"/>
              </a:rPr>
              <a:t> </a:t>
            </a:r>
            <a:r>
              <a:rPr kumimoji="0" lang="en-US" sz="1400" b="0" i="0" u="none" strike="noStrike" kern="1200" cap="none" spc="0" normalizeH="0" baseline="0" noProof="0" dirty="0" err="1">
                <a:ln>
                  <a:noFill/>
                </a:ln>
                <a:solidFill>
                  <a:srgbClr val="343434"/>
                </a:solidFill>
                <a:effectLst/>
                <a:uLnTx/>
                <a:uFillTx/>
                <a:latin typeface="Open Sans"/>
                <a:ea typeface="Open Sans" pitchFamily="2" charset="0"/>
                <a:cs typeface="Open Sans" pitchFamily="2" charset="0"/>
              </a:rPr>
              <a:t>kriteria</a:t>
            </a:r>
            <a:r>
              <a:rPr kumimoji="0" lang="en-US" sz="1400" b="0" i="0" u="none" strike="noStrike" kern="1200" cap="none" spc="0" normalizeH="0" baseline="0" noProof="0" dirty="0">
                <a:ln>
                  <a:noFill/>
                </a:ln>
                <a:solidFill>
                  <a:srgbClr val="343434"/>
                </a:solidFill>
                <a:effectLst/>
                <a:uLnTx/>
                <a:uFillTx/>
                <a:latin typeface="Open Sans"/>
                <a:ea typeface="Open Sans" pitchFamily="2" charset="0"/>
                <a:cs typeface="Open Sans" pitchFamily="2" charset="0"/>
              </a:rPr>
              <a:t> yang </a:t>
            </a:r>
            <a:r>
              <a:rPr kumimoji="0" lang="en-US" sz="1400" b="0" i="0" u="none" strike="noStrike" kern="1200" cap="none" spc="0" normalizeH="0" baseline="0" noProof="0" dirty="0" err="1">
                <a:ln>
                  <a:noFill/>
                </a:ln>
                <a:solidFill>
                  <a:srgbClr val="343434"/>
                </a:solidFill>
                <a:effectLst/>
                <a:uLnTx/>
                <a:uFillTx/>
                <a:latin typeface="Open Sans"/>
                <a:ea typeface="Open Sans" pitchFamily="2" charset="0"/>
                <a:cs typeface="Open Sans" pitchFamily="2" charset="0"/>
              </a:rPr>
              <a:t>jelas</a:t>
            </a:r>
            <a:endParaRPr kumimoji="0" lang="en-US" sz="1400" b="0" i="0" u="none" strike="noStrike" kern="1200" cap="none" spc="0" normalizeH="0" baseline="0" noProof="0" dirty="0">
              <a:ln>
                <a:noFill/>
              </a:ln>
              <a:solidFill>
                <a:srgbClr val="343434"/>
              </a:solidFill>
              <a:effectLst/>
              <a:uLnTx/>
              <a:uFillTx/>
              <a:latin typeface="Open Sans"/>
              <a:ea typeface="Open Sans" pitchFamily="2" charset="0"/>
              <a:cs typeface="Open Sans" pitchFamily="2" charset="0"/>
            </a:endParaRPr>
          </a:p>
        </p:txBody>
      </p:sp>
      <p:sp>
        <p:nvSpPr>
          <p:cNvPr id="18" name="Text Placeholder 37">
            <a:extLst>
              <a:ext uri="{FF2B5EF4-FFF2-40B4-BE49-F238E27FC236}">
                <a16:creationId xmlns:a16="http://schemas.microsoft.com/office/drawing/2014/main" id="{7AC5C154-7D3B-9255-E2F8-71EBA7CE430A}"/>
              </a:ext>
            </a:extLst>
          </p:cNvPr>
          <p:cNvSpPr txBox="1">
            <a:spLocks/>
          </p:cNvSpPr>
          <p:nvPr/>
        </p:nvSpPr>
        <p:spPr>
          <a:xfrm>
            <a:off x="8631838" y="3203053"/>
            <a:ext cx="3887353" cy="285646"/>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1800" b="1" kern="1200">
                <a:solidFill>
                  <a:schemeClr val="tx1"/>
                </a:solidFill>
                <a:latin typeface="Barlow" panose="00000500000000000000"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Shortlist Solution(s)</a:t>
            </a:r>
          </a:p>
        </p:txBody>
      </p:sp>
      <p:cxnSp>
        <p:nvCxnSpPr>
          <p:cNvPr id="21" name="Straight Connector 20">
            <a:extLst>
              <a:ext uri="{FF2B5EF4-FFF2-40B4-BE49-F238E27FC236}">
                <a16:creationId xmlns:a16="http://schemas.microsoft.com/office/drawing/2014/main" id="{3D2D36E8-6318-74F0-5166-204006076951}"/>
              </a:ext>
            </a:extLst>
          </p:cNvPr>
          <p:cNvCxnSpPr/>
          <p:nvPr/>
        </p:nvCxnSpPr>
        <p:spPr>
          <a:xfrm>
            <a:off x="8725016" y="4919081"/>
            <a:ext cx="323705"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47C21F5-7BC8-4404-2602-93D60F5D1AAB}"/>
              </a:ext>
            </a:extLst>
          </p:cNvPr>
          <p:cNvCxnSpPr>
            <a:cxnSpLocks/>
          </p:cNvCxnSpPr>
          <p:nvPr/>
        </p:nvCxnSpPr>
        <p:spPr>
          <a:xfrm flipV="1">
            <a:off x="8867727" y="4919081"/>
            <a:ext cx="3357322" cy="54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3" name="Text Placeholder 37">
            <a:extLst>
              <a:ext uri="{FF2B5EF4-FFF2-40B4-BE49-F238E27FC236}">
                <a16:creationId xmlns:a16="http://schemas.microsoft.com/office/drawing/2014/main" id="{C6F1B38F-F37D-D1CA-1870-45B2C1DA2C34}"/>
              </a:ext>
            </a:extLst>
          </p:cNvPr>
          <p:cNvSpPr txBox="1">
            <a:spLocks/>
          </p:cNvSpPr>
          <p:nvPr/>
        </p:nvSpPr>
        <p:spPr>
          <a:xfrm>
            <a:off x="8725016" y="5036428"/>
            <a:ext cx="2902459" cy="960892"/>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1400" b="0" kern="1200">
                <a:solidFill>
                  <a:schemeClr val="tx1"/>
                </a:solidFill>
                <a:latin typeface="Open Sans"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609630" rtl="0" eaLnBrk="1" fontAlgn="auto" latinLnBrk="0" hangingPunct="1">
              <a:lnSpc>
                <a:spcPts val="1876"/>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0" dirty="0" err="1">
                <a:ln>
                  <a:noFill/>
                </a:ln>
                <a:solidFill>
                  <a:srgbClr val="343434"/>
                </a:solidFill>
                <a:effectLst/>
                <a:uLnTx/>
                <a:uFillTx/>
                <a:latin typeface="Open Sans"/>
                <a:ea typeface="Open Sans" pitchFamily="2" charset="0"/>
                <a:cs typeface="Open Sans" pitchFamily="2" charset="0"/>
              </a:rPr>
              <a:t>Pastikan</a:t>
            </a:r>
            <a:r>
              <a:rPr kumimoji="0" lang="en-US" sz="1400" b="0" i="0" u="none" strike="noStrike" kern="1200" cap="none" spc="0" normalizeH="0" baseline="0" noProof="0" dirty="0">
                <a:ln>
                  <a:noFill/>
                </a:ln>
                <a:solidFill>
                  <a:srgbClr val="343434"/>
                </a:solidFill>
                <a:effectLst/>
                <a:uLnTx/>
                <a:uFillTx/>
                <a:latin typeface="Open Sans"/>
                <a:ea typeface="Open Sans" pitchFamily="2" charset="0"/>
                <a:cs typeface="Open Sans" pitchFamily="2" charset="0"/>
              </a:rPr>
              <a:t> </a:t>
            </a:r>
            <a:r>
              <a:rPr kumimoji="0" lang="en-US" sz="1400" b="0" i="0" u="none" strike="noStrike" kern="1200" cap="none" spc="0" normalizeH="0" baseline="0" noProof="0" dirty="0" err="1">
                <a:ln>
                  <a:noFill/>
                </a:ln>
                <a:solidFill>
                  <a:srgbClr val="343434"/>
                </a:solidFill>
                <a:effectLst/>
                <a:uLnTx/>
                <a:uFillTx/>
                <a:latin typeface="Open Sans"/>
                <a:ea typeface="Open Sans" pitchFamily="2" charset="0"/>
                <a:cs typeface="Open Sans" pitchFamily="2" charset="0"/>
              </a:rPr>
              <a:t>solusi</a:t>
            </a:r>
            <a:r>
              <a:rPr kumimoji="0" lang="en-US" sz="1400" b="0" i="0" u="none" strike="noStrike" kern="1200" cap="none" spc="0" normalizeH="0" baseline="0" noProof="0" dirty="0">
                <a:ln>
                  <a:noFill/>
                </a:ln>
                <a:solidFill>
                  <a:srgbClr val="343434"/>
                </a:solidFill>
                <a:effectLst/>
                <a:uLnTx/>
                <a:uFillTx/>
                <a:latin typeface="Open Sans"/>
                <a:ea typeface="Open Sans" pitchFamily="2" charset="0"/>
                <a:cs typeface="Open Sans" pitchFamily="2" charset="0"/>
              </a:rPr>
              <a:t> Anda </a:t>
            </a:r>
            <a:r>
              <a:rPr kumimoji="0" lang="en-US" sz="1400" b="0" i="0" u="none" strike="noStrike" kern="1200" cap="none" spc="0" normalizeH="0" baseline="0" noProof="0" dirty="0" err="1">
                <a:ln>
                  <a:noFill/>
                </a:ln>
                <a:solidFill>
                  <a:srgbClr val="343434"/>
                </a:solidFill>
                <a:effectLst/>
                <a:uLnTx/>
                <a:uFillTx/>
                <a:latin typeface="Open Sans"/>
                <a:ea typeface="Open Sans" pitchFamily="2" charset="0"/>
                <a:cs typeface="Open Sans" pitchFamily="2" charset="0"/>
              </a:rPr>
              <a:t>selaras</a:t>
            </a:r>
            <a:r>
              <a:rPr kumimoji="0" lang="en-US" sz="1400" b="0" i="0" u="none" strike="noStrike" kern="1200" cap="none" spc="0" normalizeH="0" baseline="0" noProof="0" dirty="0">
                <a:ln>
                  <a:noFill/>
                </a:ln>
                <a:solidFill>
                  <a:srgbClr val="343434"/>
                </a:solidFill>
                <a:effectLst/>
                <a:uLnTx/>
                <a:uFillTx/>
                <a:latin typeface="Open Sans"/>
                <a:ea typeface="Open Sans" pitchFamily="2" charset="0"/>
                <a:cs typeface="Open Sans" pitchFamily="2" charset="0"/>
              </a:rPr>
              <a:t> </a:t>
            </a:r>
            <a:r>
              <a:rPr kumimoji="0" lang="en-US" sz="1400" b="0" i="0" u="none" strike="noStrike" kern="1200" cap="none" spc="0" normalizeH="0" baseline="0" noProof="0" dirty="0" err="1">
                <a:ln>
                  <a:noFill/>
                </a:ln>
                <a:solidFill>
                  <a:srgbClr val="343434"/>
                </a:solidFill>
                <a:effectLst/>
                <a:uLnTx/>
                <a:uFillTx/>
                <a:latin typeface="Open Sans"/>
                <a:ea typeface="Open Sans" pitchFamily="2" charset="0"/>
                <a:cs typeface="Open Sans" pitchFamily="2" charset="0"/>
              </a:rPr>
              <a:t>dengan</a:t>
            </a:r>
            <a:r>
              <a:rPr kumimoji="0" lang="en-US" sz="1400" b="0" i="0" u="none" strike="noStrike" kern="1200" cap="none" spc="0" normalizeH="0" baseline="0" noProof="0" dirty="0">
                <a:ln>
                  <a:noFill/>
                </a:ln>
                <a:solidFill>
                  <a:srgbClr val="343434"/>
                </a:solidFill>
                <a:effectLst/>
                <a:uLnTx/>
                <a:uFillTx/>
                <a:latin typeface="Open Sans"/>
                <a:ea typeface="Open Sans" pitchFamily="2" charset="0"/>
                <a:cs typeface="Open Sans" pitchFamily="2" charset="0"/>
              </a:rPr>
              <a:t> </a:t>
            </a:r>
            <a:r>
              <a:rPr kumimoji="0" lang="en-US" sz="1400" b="0" i="0" u="none" strike="noStrike" kern="1200" cap="none" spc="0" normalizeH="0" baseline="0" noProof="0" dirty="0" err="1">
                <a:ln>
                  <a:noFill/>
                </a:ln>
                <a:solidFill>
                  <a:srgbClr val="343434"/>
                </a:solidFill>
                <a:effectLst/>
                <a:uLnTx/>
                <a:uFillTx/>
                <a:latin typeface="Open Sans"/>
                <a:ea typeface="Open Sans" pitchFamily="2" charset="0"/>
                <a:cs typeface="Open Sans" pitchFamily="2" charset="0"/>
              </a:rPr>
              <a:t>harapan</a:t>
            </a:r>
            <a:r>
              <a:rPr kumimoji="0" lang="en-US" sz="1400" b="0" i="0" u="none" strike="noStrike" kern="1200" cap="none" spc="0" normalizeH="0" baseline="0" noProof="0" dirty="0">
                <a:ln>
                  <a:noFill/>
                </a:ln>
                <a:solidFill>
                  <a:srgbClr val="343434"/>
                </a:solidFill>
                <a:effectLst/>
                <a:uLnTx/>
                <a:uFillTx/>
                <a:latin typeface="Open Sans"/>
                <a:ea typeface="Open Sans" pitchFamily="2" charset="0"/>
                <a:cs typeface="Open Sans" pitchFamily="2" charset="0"/>
              </a:rPr>
              <a:t> Persona</a:t>
            </a:r>
          </a:p>
        </p:txBody>
      </p:sp>
      <p:sp>
        <p:nvSpPr>
          <p:cNvPr id="24" name="Text Placeholder 37">
            <a:extLst>
              <a:ext uri="{FF2B5EF4-FFF2-40B4-BE49-F238E27FC236}">
                <a16:creationId xmlns:a16="http://schemas.microsoft.com/office/drawing/2014/main" id="{578E9B27-EC36-2018-5E22-DF9210B1B166}"/>
              </a:ext>
            </a:extLst>
          </p:cNvPr>
          <p:cNvSpPr txBox="1">
            <a:spLocks/>
          </p:cNvSpPr>
          <p:nvPr/>
        </p:nvSpPr>
        <p:spPr>
          <a:xfrm>
            <a:off x="8655366" y="4501324"/>
            <a:ext cx="2902458" cy="285646"/>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1800" b="1" kern="1200">
                <a:solidFill>
                  <a:schemeClr val="tx1"/>
                </a:solidFill>
                <a:latin typeface="Barlow" panose="00000500000000000000"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Petakan</a:t>
            </a:r>
            <a:r>
              <a:rPr kumimoji="0" lang="en-US" sz="2000" b="1"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 </a:t>
            </a:r>
            <a:r>
              <a:rPr kumimoji="0" lang="en-US" sz="2000" b="1"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Masalah</a:t>
            </a:r>
            <a:endParaRPr kumimoji="0" lang="en-US" sz="2000" b="1"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endParaRPr>
          </a:p>
        </p:txBody>
      </p:sp>
      <p:sp>
        <p:nvSpPr>
          <p:cNvPr id="26" name="Oval 25">
            <a:extLst>
              <a:ext uri="{FF2B5EF4-FFF2-40B4-BE49-F238E27FC236}">
                <a16:creationId xmlns:a16="http://schemas.microsoft.com/office/drawing/2014/main" id="{0DF97AA8-3C3B-CE33-6C12-557B1408E05F}"/>
              </a:ext>
            </a:extLst>
          </p:cNvPr>
          <p:cNvSpPr/>
          <p:nvPr/>
        </p:nvSpPr>
        <p:spPr>
          <a:xfrm>
            <a:off x="8165943" y="1767295"/>
            <a:ext cx="467451" cy="467451"/>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Open Sans" pitchFamily="2" charset="0"/>
                <a:ea typeface="Open Sans" pitchFamily="2" charset="0"/>
                <a:cs typeface="Open Sans" pitchFamily="2" charset="0"/>
              </a:rPr>
              <a:t>1</a:t>
            </a:r>
            <a:endParaRPr kumimoji="0" lang="en-IN" sz="2000" b="1" i="0" u="none" strike="noStrike" kern="1200" cap="none" spc="0" normalizeH="0" baseline="0" noProof="0">
              <a:ln>
                <a:noFill/>
              </a:ln>
              <a:solidFill>
                <a:srgbClr val="FFFFFF"/>
              </a:solidFill>
              <a:effectLst/>
              <a:uLnTx/>
              <a:uFillTx/>
              <a:latin typeface="Open Sans" pitchFamily="2" charset="0"/>
              <a:ea typeface="Open Sans" pitchFamily="2" charset="0"/>
              <a:cs typeface="Open Sans" pitchFamily="2" charset="0"/>
            </a:endParaRPr>
          </a:p>
        </p:txBody>
      </p:sp>
      <p:sp>
        <p:nvSpPr>
          <p:cNvPr id="27" name="Oval 26">
            <a:extLst>
              <a:ext uri="{FF2B5EF4-FFF2-40B4-BE49-F238E27FC236}">
                <a16:creationId xmlns:a16="http://schemas.microsoft.com/office/drawing/2014/main" id="{038737EE-AE63-8690-5A0F-168D871AAB90}"/>
              </a:ext>
            </a:extLst>
          </p:cNvPr>
          <p:cNvSpPr/>
          <p:nvPr/>
        </p:nvSpPr>
        <p:spPr>
          <a:xfrm>
            <a:off x="8110803" y="3095936"/>
            <a:ext cx="467451" cy="505122"/>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Open Sans" pitchFamily="2" charset="0"/>
                <a:ea typeface="Open Sans" pitchFamily="2" charset="0"/>
                <a:cs typeface="Open Sans" pitchFamily="2" charset="0"/>
              </a:rPr>
              <a:t>2</a:t>
            </a:r>
            <a:endParaRPr kumimoji="0" lang="en-IN" sz="2000" b="1" i="0" u="none" strike="noStrike" kern="1200" cap="none" spc="0" normalizeH="0" baseline="0" noProof="0">
              <a:ln>
                <a:noFill/>
              </a:ln>
              <a:solidFill>
                <a:srgbClr val="FFFFFF"/>
              </a:solidFill>
              <a:effectLst/>
              <a:uLnTx/>
              <a:uFillTx/>
              <a:latin typeface="Open Sans" pitchFamily="2" charset="0"/>
              <a:ea typeface="Open Sans" pitchFamily="2" charset="0"/>
              <a:cs typeface="Open Sans" pitchFamily="2" charset="0"/>
            </a:endParaRPr>
          </a:p>
        </p:txBody>
      </p:sp>
      <p:sp>
        <p:nvSpPr>
          <p:cNvPr id="28" name="Oval 27">
            <a:extLst>
              <a:ext uri="{FF2B5EF4-FFF2-40B4-BE49-F238E27FC236}">
                <a16:creationId xmlns:a16="http://schemas.microsoft.com/office/drawing/2014/main" id="{6D031478-B8D1-98A8-2DFB-987B0F02735C}"/>
              </a:ext>
            </a:extLst>
          </p:cNvPr>
          <p:cNvSpPr/>
          <p:nvPr/>
        </p:nvSpPr>
        <p:spPr>
          <a:xfrm>
            <a:off x="8110803" y="4507432"/>
            <a:ext cx="467451" cy="467451"/>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Open Sans" pitchFamily="2" charset="0"/>
                <a:ea typeface="Open Sans" pitchFamily="2" charset="0"/>
                <a:cs typeface="Open Sans" pitchFamily="2" charset="0"/>
              </a:rPr>
              <a:t>3</a:t>
            </a:r>
            <a:endParaRPr kumimoji="0" lang="en-IN" sz="2000" b="1" i="0" u="none" strike="noStrike" kern="1200" cap="none" spc="0" normalizeH="0" baseline="0" noProof="0">
              <a:ln>
                <a:noFill/>
              </a:ln>
              <a:solidFill>
                <a:srgbClr val="FFFFFF"/>
              </a:solidFill>
              <a:effectLst/>
              <a:uLnTx/>
              <a:uFillTx/>
              <a:latin typeface="Open Sans" pitchFamily="2" charset="0"/>
              <a:ea typeface="Open Sans" pitchFamily="2" charset="0"/>
              <a:cs typeface="Open Sans" pitchFamily="2" charset="0"/>
            </a:endParaRPr>
          </a:p>
        </p:txBody>
      </p:sp>
      <p:sp>
        <p:nvSpPr>
          <p:cNvPr id="16" name="TextBox 22">
            <a:extLst>
              <a:ext uri="{FF2B5EF4-FFF2-40B4-BE49-F238E27FC236}">
                <a16:creationId xmlns:a16="http://schemas.microsoft.com/office/drawing/2014/main" id="{68B4CD45-43C6-A83D-1B18-9CF040A8C3F1}"/>
              </a:ext>
            </a:extLst>
          </p:cNvPr>
          <p:cNvSpPr txBox="1"/>
          <p:nvPr/>
        </p:nvSpPr>
        <p:spPr>
          <a:xfrm>
            <a:off x="4412439" y="4316080"/>
            <a:ext cx="1848020" cy="185244"/>
          </a:xfrm>
          <a:prstGeom prst="rect">
            <a:avLst/>
          </a:prstGeom>
        </p:spPr>
        <p:txBody>
          <a:bodyPr wrap="square" lIns="0" tIns="0" rIns="0" bIns="0" rtlCol="0" anchor="t">
            <a:spAutoFit/>
          </a:bodyPr>
          <a:lstStyle/>
          <a:p>
            <a:pPr marL="0" marR="0" lvl="0" indent="0" algn="ctr" defTabSz="609630" rtl="0" eaLnBrk="1" fontAlgn="auto" latinLnBrk="0" hangingPunct="1">
              <a:lnSpc>
                <a:spcPts val="1078"/>
              </a:lnSpc>
              <a:spcBef>
                <a:spcPts val="0"/>
              </a:spcBef>
              <a:spcAft>
                <a:spcPts val="0"/>
              </a:spcAft>
              <a:buClrTx/>
              <a:buSzTx/>
              <a:buFontTx/>
              <a:buNone/>
              <a:tabLst/>
              <a:defRPr/>
            </a:pPr>
            <a:r>
              <a:rPr kumimoji="0" lang="en-US" sz="2400" b="1" i="0" u="none" strike="noStrike" kern="1200" cap="none" spc="0" normalizeH="0" baseline="0" noProof="0">
                <a:ln>
                  <a:noFill/>
                </a:ln>
                <a:solidFill>
                  <a:srgbClr val="F2672A"/>
                </a:solidFill>
                <a:effectLst/>
                <a:uLnTx/>
                <a:uFillTx/>
                <a:latin typeface="Open Sans"/>
                <a:ea typeface="Open Sans"/>
                <a:cs typeface="Open Sans"/>
              </a:rPr>
              <a:t>20 minutes</a:t>
            </a:r>
          </a:p>
        </p:txBody>
      </p:sp>
      <p:sp>
        <p:nvSpPr>
          <p:cNvPr id="17" name="TextBox 19">
            <a:extLst>
              <a:ext uri="{FF2B5EF4-FFF2-40B4-BE49-F238E27FC236}">
                <a16:creationId xmlns:a16="http://schemas.microsoft.com/office/drawing/2014/main" id="{8C5840F2-5052-3B99-F96E-1B45298DE59C}"/>
              </a:ext>
            </a:extLst>
          </p:cNvPr>
          <p:cNvSpPr txBox="1">
            <a:spLocks noGrp="1"/>
          </p:cNvSpPr>
          <p:nvPr>
            <p:ph type="body" sz="quarter" idx="21"/>
          </p:nvPr>
        </p:nvSpPr>
        <p:spPr>
          <a:xfrm>
            <a:off x="8759295" y="2139758"/>
            <a:ext cx="2903538" cy="716415"/>
          </a:xfrm>
          <a:prstGeom prst="rect">
            <a:avLst/>
          </a:prstGeom>
        </p:spPr>
        <p:txBody>
          <a:bodyPr wrap="square" lIns="0" tIns="0" rIns="0" bIns="0" rtlCol="0" anchor="t">
            <a:spAutoFit/>
          </a:bodyPr>
          <a:lstStyle/>
          <a:p>
            <a:pPr defTabSz="609630">
              <a:lnSpc>
                <a:spcPts val="1876"/>
              </a:lnSpc>
              <a:defRPr/>
            </a:pPr>
            <a:r>
              <a:rPr lang="en-US" dirty="0" err="1">
                <a:solidFill>
                  <a:srgbClr val="343434"/>
                </a:solidFill>
                <a:latin typeface="Open Sans"/>
              </a:rPr>
              <a:t>Ikuti</a:t>
            </a:r>
            <a:r>
              <a:rPr lang="en-US" dirty="0">
                <a:solidFill>
                  <a:srgbClr val="343434"/>
                </a:solidFill>
                <a:latin typeface="Open Sans"/>
              </a:rPr>
              <a:t> </a:t>
            </a:r>
            <a:r>
              <a:rPr lang="en-US" dirty="0" err="1">
                <a:solidFill>
                  <a:srgbClr val="343434"/>
                </a:solidFill>
                <a:latin typeface="Open Sans"/>
              </a:rPr>
              <a:t>panduan</a:t>
            </a:r>
            <a:r>
              <a:rPr lang="en-US" dirty="0">
                <a:solidFill>
                  <a:srgbClr val="343434"/>
                </a:solidFill>
                <a:latin typeface="Open Sans"/>
              </a:rPr>
              <a:t> </a:t>
            </a:r>
            <a:r>
              <a:rPr lang="en-US" dirty="0" err="1">
                <a:solidFill>
                  <a:srgbClr val="343434"/>
                </a:solidFill>
                <a:latin typeface="Open Sans"/>
              </a:rPr>
              <a:t>pemilihan</a:t>
            </a:r>
            <a:r>
              <a:rPr lang="en-US" dirty="0">
                <a:solidFill>
                  <a:srgbClr val="343434"/>
                </a:solidFill>
                <a:latin typeface="Open Sans"/>
              </a:rPr>
              <a:t> </a:t>
            </a:r>
            <a:r>
              <a:rPr lang="en-US" dirty="0" err="1">
                <a:solidFill>
                  <a:srgbClr val="343434"/>
                </a:solidFill>
                <a:latin typeface="Open Sans"/>
              </a:rPr>
              <a:t>untuk</a:t>
            </a:r>
            <a:r>
              <a:rPr lang="en-US" dirty="0">
                <a:solidFill>
                  <a:srgbClr val="343434"/>
                </a:solidFill>
                <a:latin typeface="Open Sans"/>
              </a:rPr>
              <a:t> </a:t>
            </a:r>
            <a:r>
              <a:rPr lang="en-US" dirty="0" err="1">
                <a:solidFill>
                  <a:srgbClr val="343434"/>
                </a:solidFill>
                <a:latin typeface="Open Sans"/>
              </a:rPr>
              <a:t>menghasilkan</a:t>
            </a:r>
            <a:r>
              <a:rPr lang="en-US" dirty="0">
                <a:solidFill>
                  <a:srgbClr val="343434"/>
                </a:solidFill>
                <a:latin typeface="Open Sans"/>
              </a:rPr>
              <a:t> </a:t>
            </a:r>
            <a:r>
              <a:rPr lang="en-US" dirty="0" err="1">
                <a:solidFill>
                  <a:srgbClr val="343434"/>
                </a:solidFill>
                <a:latin typeface="Open Sans"/>
              </a:rPr>
              <a:t>beberapa</a:t>
            </a:r>
            <a:r>
              <a:rPr lang="en-US" dirty="0">
                <a:solidFill>
                  <a:srgbClr val="343434"/>
                </a:solidFill>
                <a:latin typeface="Open Sans"/>
              </a:rPr>
              <a:t> </a:t>
            </a:r>
            <a:r>
              <a:rPr lang="en-US" dirty="0" err="1">
                <a:solidFill>
                  <a:srgbClr val="343434"/>
                </a:solidFill>
                <a:latin typeface="Open Sans"/>
              </a:rPr>
              <a:t>solusi</a:t>
            </a:r>
            <a:r>
              <a:rPr lang="en-US" dirty="0">
                <a:solidFill>
                  <a:srgbClr val="343434"/>
                </a:solidFill>
                <a:latin typeface="Open Sans"/>
              </a:rPr>
              <a:t> </a:t>
            </a:r>
            <a:r>
              <a:rPr lang="en-US" dirty="0" err="1">
                <a:solidFill>
                  <a:srgbClr val="343434"/>
                </a:solidFill>
                <a:latin typeface="Open Sans"/>
              </a:rPr>
              <a:t>untuk</a:t>
            </a:r>
            <a:r>
              <a:rPr lang="en-US" dirty="0">
                <a:solidFill>
                  <a:srgbClr val="343434"/>
                </a:solidFill>
                <a:latin typeface="Open Sans"/>
              </a:rPr>
              <a:t> </a:t>
            </a:r>
            <a:r>
              <a:rPr lang="en-US" dirty="0" err="1">
                <a:solidFill>
                  <a:srgbClr val="343434"/>
                </a:solidFill>
                <a:latin typeface="Open Sans"/>
              </a:rPr>
              <a:t>masalah</a:t>
            </a:r>
            <a:r>
              <a:rPr lang="en-US" dirty="0">
                <a:solidFill>
                  <a:srgbClr val="343434"/>
                </a:solidFill>
                <a:latin typeface="Open Sans"/>
              </a:rPr>
              <a:t> yang Anda </a:t>
            </a:r>
            <a:r>
              <a:rPr lang="en-US" dirty="0" err="1">
                <a:solidFill>
                  <a:srgbClr val="343434"/>
                </a:solidFill>
                <a:latin typeface="Open Sans"/>
              </a:rPr>
              <a:t>pilih</a:t>
            </a:r>
            <a:endParaRPr lang="en-US" dirty="0">
              <a:solidFill>
                <a:srgbClr val="343434"/>
              </a:solidFill>
              <a:latin typeface="Open Sans"/>
            </a:endParaRPr>
          </a:p>
        </p:txBody>
      </p:sp>
      <p:sp>
        <p:nvSpPr>
          <p:cNvPr id="8" name="TextBox 7">
            <a:extLst>
              <a:ext uri="{FF2B5EF4-FFF2-40B4-BE49-F238E27FC236}">
                <a16:creationId xmlns:a16="http://schemas.microsoft.com/office/drawing/2014/main" id="{EF33959B-B0E5-0FF9-CBF2-3B76B274171D}"/>
              </a:ext>
            </a:extLst>
          </p:cNvPr>
          <p:cNvSpPr txBox="1"/>
          <p:nvPr/>
        </p:nvSpPr>
        <p:spPr>
          <a:xfrm>
            <a:off x="8166056" y="318973"/>
            <a:ext cx="3617263" cy="1354217"/>
          </a:xfrm>
          <a:prstGeom prst="rect">
            <a:avLst/>
          </a:prstGeom>
          <a:no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err="1">
                <a:ln>
                  <a:noFill/>
                </a:ln>
                <a:solidFill>
                  <a:srgbClr val="F2672A"/>
                </a:solidFill>
                <a:effectLst/>
                <a:uLnTx/>
                <a:uFillTx/>
                <a:latin typeface="Open Sans" panose="020B0606030504020204" pitchFamily="34" charset="0"/>
                <a:ea typeface="Open Sans" panose="020B0606030504020204" pitchFamily="34" charset="0"/>
                <a:cs typeface="Open Sans" panose="020B0606030504020204" pitchFamily="34" charset="0"/>
              </a:rPr>
              <a:t>Aktivitas</a:t>
            </a:r>
            <a:r>
              <a:rPr kumimoji="0" lang="en-IN" sz="1800" b="1" i="0" u="none" strike="noStrike" kern="1200" cap="none" spc="0" normalizeH="0" baseline="0" noProof="0" dirty="0">
                <a:ln>
                  <a:noFill/>
                </a:ln>
                <a:solidFill>
                  <a:srgbClr val="F2672A"/>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IN" sz="1800" b="1" i="0" u="none" strike="noStrike" kern="1200" cap="none" spc="0" normalizeH="0" baseline="0" noProof="0" dirty="0" err="1">
                <a:ln>
                  <a:noFill/>
                </a:ln>
                <a:solidFill>
                  <a:srgbClr val="F2672A"/>
                </a:solidFill>
                <a:effectLst/>
                <a:uLnTx/>
                <a:uFillTx/>
                <a:latin typeface="Open Sans" panose="020B0606030504020204" pitchFamily="34" charset="0"/>
                <a:ea typeface="Open Sans" panose="020B0606030504020204" pitchFamily="34" charset="0"/>
                <a:cs typeface="Open Sans" panose="020B0606030504020204" pitchFamily="34" charset="0"/>
              </a:rPr>
              <a:t>Perjalanan</a:t>
            </a:r>
            <a:r>
              <a:rPr kumimoji="0" lang="en-IN" sz="1800" b="1" i="0" u="none" strike="noStrike" kern="1200" cap="none" spc="0" normalizeH="0" baseline="0" noProof="0" dirty="0">
                <a:ln>
                  <a:noFill/>
                </a:ln>
                <a:solidFill>
                  <a:srgbClr val="F2672A"/>
                </a:solidFill>
                <a:effectLst/>
                <a:uLnTx/>
                <a:uFillTx/>
                <a:latin typeface="Open Sans" panose="020B0606030504020204" pitchFamily="34" charset="0"/>
                <a:ea typeface="Open Sans" panose="020B0606030504020204" pitchFamily="34" charset="0"/>
                <a:cs typeface="Open Sans" panose="020B0606030504020204" pitchFamily="34" charset="0"/>
              </a:rPr>
              <a:t> Usaha</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F2672A"/>
                </a:solidFill>
                <a:effectLst/>
                <a:uLnTx/>
                <a:uFillTx/>
                <a:latin typeface="Open Sans" panose="020B0606030504020204" pitchFamily="34" charset="0"/>
                <a:ea typeface="Open Sans" panose="020B0606030504020204" pitchFamily="34" charset="0"/>
                <a:cs typeface="Open Sans" panose="020B0606030504020204" pitchFamily="34" charset="0"/>
              </a:rPr>
              <a:t>3.2 – </a:t>
            </a:r>
            <a:r>
              <a:rPr kumimoji="0" lang="en-IN" sz="1600" b="0" i="0" u="none" strike="noStrike" kern="1200" cap="none" spc="0" normalizeH="0" baseline="0" noProof="0" dirty="0" err="1">
                <a:ln>
                  <a:noFill/>
                </a:ln>
                <a:solidFill>
                  <a:srgbClr val="F2672A"/>
                </a:solidFill>
                <a:effectLst/>
                <a:uLnTx/>
                <a:uFillTx/>
                <a:latin typeface="Open Sans" panose="020B0606030504020204" pitchFamily="34" charset="0"/>
                <a:ea typeface="Open Sans" panose="020B0606030504020204" pitchFamily="34" charset="0"/>
                <a:cs typeface="Open Sans" panose="020B0606030504020204" pitchFamily="34" charset="0"/>
              </a:rPr>
              <a:t>Pilih</a:t>
            </a:r>
            <a:r>
              <a:rPr kumimoji="0" lang="en-IN" sz="1600" b="0" i="0" u="none" strike="noStrike" kern="1200" cap="none" spc="0" normalizeH="0" baseline="0" noProof="0" dirty="0">
                <a:ln>
                  <a:noFill/>
                </a:ln>
                <a:solidFill>
                  <a:srgbClr val="F2672A"/>
                </a:solidFill>
                <a:effectLst/>
                <a:uLnTx/>
                <a:uFillTx/>
                <a:latin typeface="Open Sans" panose="020B0606030504020204" pitchFamily="34" charset="0"/>
                <a:ea typeface="Open Sans" panose="020B0606030504020204" pitchFamily="34" charset="0"/>
                <a:cs typeface="Open Sans" panose="020B0606030504020204" pitchFamily="34" charset="0"/>
              </a:rPr>
              <a:t> Ide Solusi</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F2672A"/>
                </a:solidFill>
                <a:effectLst/>
                <a:uLnTx/>
                <a:uFillTx/>
                <a:latin typeface="Open Sans" panose="020B0606030504020204" pitchFamily="34" charset="0"/>
                <a:ea typeface="Open Sans" panose="020B0606030504020204" pitchFamily="34" charset="0"/>
                <a:cs typeface="Open Sans" panose="020B0606030504020204" pitchFamily="34" charset="0"/>
              </a:rPr>
              <a:t>3.3 – Desain Solusi</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F2672A"/>
                </a:solidFill>
                <a:effectLst/>
                <a:uLnTx/>
                <a:uFillTx/>
                <a:latin typeface="Open Sans" panose="020B0606030504020204" pitchFamily="34" charset="0"/>
                <a:ea typeface="Open Sans" panose="020B0606030504020204" pitchFamily="34" charset="0"/>
                <a:cs typeface="Open Sans" panose="020B0606030504020204" pitchFamily="34" charset="0"/>
              </a:rPr>
              <a:t>3.4 – </a:t>
            </a:r>
            <a:r>
              <a:rPr kumimoji="0" lang="en-IN" sz="1600" b="0" i="0" u="none" strike="noStrike" kern="1200" cap="none" spc="0" normalizeH="0" baseline="0" noProof="0" dirty="0" err="1">
                <a:ln>
                  <a:noFill/>
                </a:ln>
                <a:solidFill>
                  <a:srgbClr val="F2672A"/>
                </a:solidFill>
                <a:effectLst/>
                <a:uLnTx/>
                <a:uFillTx/>
                <a:latin typeface="Open Sans" panose="020B0606030504020204" pitchFamily="34" charset="0"/>
                <a:ea typeface="Open Sans" panose="020B0606030504020204" pitchFamily="34" charset="0"/>
                <a:cs typeface="Open Sans" panose="020B0606030504020204" pitchFamily="34" charset="0"/>
              </a:rPr>
              <a:t>Pengalaman</a:t>
            </a:r>
            <a:r>
              <a:rPr kumimoji="0" lang="en-IN" sz="1600" b="0" i="0" u="none" strike="noStrike" kern="1200" cap="none" spc="0" normalizeH="0" baseline="0" noProof="0" dirty="0">
                <a:ln>
                  <a:noFill/>
                </a:ln>
                <a:solidFill>
                  <a:srgbClr val="F2672A"/>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IN" sz="1600" b="0" i="0" u="none" strike="noStrike" kern="1200" cap="none" spc="0" normalizeH="0" baseline="0" noProof="0" dirty="0" err="1">
                <a:ln>
                  <a:noFill/>
                </a:ln>
                <a:solidFill>
                  <a:srgbClr val="F2672A"/>
                </a:solidFill>
                <a:effectLst/>
                <a:uLnTx/>
                <a:uFillTx/>
                <a:latin typeface="Open Sans" panose="020B0606030504020204" pitchFamily="34" charset="0"/>
                <a:ea typeface="Open Sans" panose="020B0606030504020204" pitchFamily="34" charset="0"/>
                <a:cs typeface="Open Sans" panose="020B0606030504020204" pitchFamily="34" charset="0"/>
              </a:rPr>
              <a:t>Pengguna</a:t>
            </a:r>
            <a:r>
              <a:rPr kumimoji="0" lang="en-IN" sz="1600" b="0" i="0" u="none" strike="noStrike" kern="1200" cap="none" spc="0" normalizeH="0" baseline="0" noProof="0" dirty="0">
                <a:ln>
                  <a:noFill/>
                </a:ln>
                <a:solidFill>
                  <a:srgbClr val="F2672A"/>
                </a:solidFill>
                <a:effectLst/>
                <a:uLnTx/>
                <a:uFillTx/>
                <a:latin typeface="Open Sans" panose="020B0606030504020204" pitchFamily="34" charset="0"/>
                <a:ea typeface="Open Sans" panose="020B0606030504020204" pitchFamily="34" charset="0"/>
                <a:cs typeface="Open Sans" panose="020B0606030504020204" pitchFamily="34" charset="0"/>
              </a:rPr>
              <a:t> / </a:t>
            </a:r>
            <a:r>
              <a:rPr kumimoji="0" lang="en-IN" sz="1600" b="0" i="0" u="none" strike="noStrike" kern="1200" cap="none" spc="0" normalizeH="0" baseline="0" noProof="0" dirty="0" err="1">
                <a:ln>
                  <a:noFill/>
                </a:ln>
                <a:solidFill>
                  <a:srgbClr val="F2672A"/>
                </a:solidFill>
                <a:effectLst/>
                <a:uLnTx/>
                <a:uFillTx/>
                <a:latin typeface="Open Sans" panose="020B0606030504020204" pitchFamily="34" charset="0"/>
                <a:ea typeface="Open Sans" panose="020B0606030504020204" pitchFamily="34" charset="0"/>
                <a:cs typeface="Open Sans" panose="020B0606030504020204" pitchFamily="34" charset="0"/>
              </a:rPr>
              <a:t>Perjalanan</a:t>
            </a:r>
            <a:endParaRPr kumimoji="0" lang="en-IN" sz="1600" b="0" i="0" u="none" strike="noStrike" kern="1200" cap="none" spc="0" normalizeH="0" baseline="0" noProof="0" dirty="0">
              <a:ln>
                <a:noFill/>
              </a:ln>
              <a:solidFill>
                <a:srgbClr val="F2672A"/>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571016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 calcmode="lin" valueType="num">
                                      <p:cBhvr additive="base">
                                        <p:cTn id="7" dur="500" fill="hold"/>
                                        <p:tgtEl>
                                          <p:spTgt spid="3">
                                            <p:bg/>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bg/>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500" fill="hold"/>
                                        <p:tgtEl>
                                          <p:spTgt spid="26"/>
                                        </p:tgtEl>
                                        <p:attrNameLst>
                                          <p:attrName>ppt_x</p:attrName>
                                        </p:attrNameLst>
                                      </p:cBhvr>
                                      <p:tavLst>
                                        <p:tav tm="0">
                                          <p:val>
                                            <p:strVal val="1+#ppt_w/2"/>
                                          </p:val>
                                        </p:tav>
                                        <p:tav tm="100000">
                                          <p:val>
                                            <p:strVal val="#ppt_x"/>
                                          </p:val>
                                        </p:tav>
                                      </p:tavLst>
                                    </p:anim>
                                    <p:anim calcmode="lin" valueType="num">
                                      <p:cBhvr additive="base">
                                        <p:cTn id="20" dur="500" fill="hold"/>
                                        <p:tgtEl>
                                          <p:spTgt spid="26"/>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2" presetClass="entr" presetSubtype="2" fill="hold" grpId="0" nodeType="afterEffect">
                                  <p:stCondLst>
                                    <p:cond delay="0"/>
                                  </p:stCondLst>
                                  <p:childTnLst>
                                    <p:set>
                                      <p:cBhvr>
                                        <p:cTn id="23" dur="1" fill="hold">
                                          <p:stCondLst>
                                            <p:cond delay="0"/>
                                          </p:stCondLst>
                                        </p:cTn>
                                        <p:tgtEl>
                                          <p:spTgt spid="10">
                                            <p:txEl>
                                              <p:pRg st="0" end="0"/>
                                            </p:txEl>
                                          </p:spTgt>
                                        </p:tgtEl>
                                        <p:attrNameLst>
                                          <p:attrName>style.visibility</p:attrName>
                                        </p:attrNameLst>
                                      </p:cBhvr>
                                      <p:to>
                                        <p:strVal val="visible"/>
                                      </p:to>
                                    </p:set>
                                    <p:anim calcmode="lin" valueType="num">
                                      <p:cBhvr additive="base">
                                        <p:cTn id="24" dur="500" fill="hold"/>
                                        <p:tgtEl>
                                          <p:spTgt spid="10">
                                            <p:txEl>
                                              <p:pRg st="0" end="0"/>
                                            </p:txEl>
                                          </p:spTgt>
                                        </p:tgtEl>
                                        <p:attrNameLst>
                                          <p:attrName>ppt_x</p:attrName>
                                        </p:attrNameLst>
                                      </p:cBhvr>
                                      <p:tavLst>
                                        <p:tav tm="0">
                                          <p:val>
                                            <p:strVal val="1+#ppt_w/2"/>
                                          </p:val>
                                        </p:tav>
                                        <p:tav tm="100000">
                                          <p:val>
                                            <p:strVal val="#ppt_x"/>
                                          </p:val>
                                        </p:tav>
                                      </p:tavLst>
                                    </p:anim>
                                    <p:anim calcmode="lin" valueType="num">
                                      <p:cBhvr additive="base">
                                        <p:cTn id="25" dur="500" fill="hold"/>
                                        <p:tgtEl>
                                          <p:spTgt spid="1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27"/>
                                        </p:tgtEl>
                                        <p:attrNameLst>
                                          <p:attrName>style.visibility</p:attrName>
                                        </p:attrNameLst>
                                      </p:cBhvr>
                                      <p:to>
                                        <p:strVal val="visible"/>
                                      </p:to>
                                    </p:set>
                                    <p:anim calcmode="lin" valueType="num">
                                      <p:cBhvr additive="base">
                                        <p:cTn id="30" dur="500" fill="hold"/>
                                        <p:tgtEl>
                                          <p:spTgt spid="27"/>
                                        </p:tgtEl>
                                        <p:attrNameLst>
                                          <p:attrName>ppt_x</p:attrName>
                                        </p:attrNameLst>
                                      </p:cBhvr>
                                      <p:tavLst>
                                        <p:tav tm="0">
                                          <p:val>
                                            <p:strVal val="1+#ppt_w/2"/>
                                          </p:val>
                                        </p:tav>
                                        <p:tav tm="100000">
                                          <p:val>
                                            <p:strVal val="#ppt_x"/>
                                          </p:val>
                                        </p:tav>
                                      </p:tavLst>
                                    </p:anim>
                                    <p:anim calcmode="lin" valueType="num">
                                      <p:cBhvr additive="base">
                                        <p:cTn id="31" dur="500" fill="hold"/>
                                        <p:tgtEl>
                                          <p:spTgt spid="27"/>
                                        </p:tgtEl>
                                        <p:attrNameLst>
                                          <p:attrName>ppt_y</p:attrName>
                                        </p:attrNameLst>
                                      </p:cBhvr>
                                      <p:tavLst>
                                        <p:tav tm="0">
                                          <p:val>
                                            <p:strVal val="#ppt_y"/>
                                          </p:val>
                                        </p:tav>
                                        <p:tav tm="100000">
                                          <p:val>
                                            <p:strVal val="#ppt_y"/>
                                          </p:val>
                                        </p:tav>
                                      </p:tavLst>
                                    </p:anim>
                                  </p:childTnLst>
                                </p:cTn>
                              </p:par>
                            </p:childTnLst>
                          </p:cTn>
                        </p:par>
                        <p:par>
                          <p:cTn id="32" fill="hold">
                            <p:stCondLst>
                              <p:cond delay="500"/>
                            </p:stCondLst>
                            <p:childTnLst>
                              <p:par>
                                <p:cTn id="33" presetID="2" presetClass="entr" presetSubtype="2" fill="hold" grpId="0" nodeType="afterEffect">
                                  <p:stCondLst>
                                    <p:cond delay="0"/>
                                  </p:stCondLst>
                                  <p:childTnLst>
                                    <p:set>
                                      <p:cBhvr>
                                        <p:cTn id="34" dur="1" fill="hold">
                                          <p:stCondLst>
                                            <p:cond delay="0"/>
                                          </p:stCondLst>
                                        </p:cTn>
                                        <p:tgtEl>
                                          <p:spTgt spid="18"/>
                                        </p:tgtEl>
                                        <p:attrNameLst>
                                          <p:attrName>style.visibility</p:attrName>
                                        </p:attrNameLst>
                                      </p:cBhvr>
                                      <p:to>
                                        <p:strVal val="visible"/>
                                      </p:to>
                                    </p:set>
                                    <p:anim calcmode="lin" valueType="num">
                                      <p:cBhvr additive="base">
                                        <p:cTn id="35" dur="500" fill="hold"/>
                                        <p:tgtEl>
                                          <p:spTgt spid="18"/>
                                        </p:tgtEl>
                                        <p:attrNameLst>
                                          <p:attrName>ppt_x</p:attrName>
                                        </p:attrNameLst>
                                      </p:cBhvr>
                                      <p:tavLst>
                                        <p:tav tm="0">
                                          <p:val>
                                            <p:strVal val="1+#ppt_w/2"/>
                                          </p:val>
                                        </p:tav>
                                        <p:tav tm="100000">
                                          <p:val>
                                            <p:strVal val="#ppt_x"/>
                                          </p:val>
                                        </p:tav>
                                      </p:tavLst>
                                    </p:anim>
                                    <p:anim calcmode="lin" valueType="num">
                                      <p:cBhvr additive="base">
                                        <p:cTn id="36" dur="500" fill="hold"/>
                                        <p:tgtEl>
                                          <p:spTgt spid="18"/>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1+#ppt_w/2"/>
                                          </p:val>
                                        </p:tav>
                                        <p:tav tm="100000">
                                          <p:val>
                                            <p:strVal val="#ppt_x"/>
                                          </p:val>
                                        </p:tav>
                                      </p:tavLst>
                                    </p:anim>
                                    <p:anim calcmode="lin" valueType="num">
                                      <p:cBhvr additive="base">
                                        <p:cTn id="40"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2" fill="hold" grpId="0" nodeType="clickEffect">
                                  <p:stCondLst>
                                    <p:cond delay="0"/>
                                  </p:stCondLst>
                                  <p:childTnLst>
                                    <p:set>
                                      <p:cBhvr>
                                        <p:cTn id="44" dur="1" fill="hold">
                                          <p:stCondLst>
                                            <p:cond delay="0"/>
                                          </p:stCondLst>
                                        </p:cTn>
                                        <p:tgtEl>
                                          <p:spTgt spid="28"/>
                                        </p:tgtEl>
                                        <p:attrNameLst>
                                          <p:attrName>style.visibility</p:attrName>
                                        </p:attrNameLst>
                                      </p:cBhvr>
                                      <p:to>
                                        <p:strVal val="visible"/>
                                      </p:to>
                                    </p:set>
                                    <p:anim calcmode="lin" valueType="num">
                                      <p:cBhvr additive="base">
                                        <p:cTn id="45" dur="500" fill="hold"/>
                                        <p:tgtEl>
                                          <p:spTgt spid="28"/>
                                        </p:tgtEl>
                                        <p:attrNameLst>
                                          <p:attrName>ppt_x</p:attrName>
                                        </p:attrNameLst>
                                      </p:cBhvr>
                                      <p:tavLst>
                                        <p:tav tm="0">
                                          <p:val>
                                            <p:strVal val="1+#ppt_w/2"/>
                                          </p:val>
                                        </p:tav>
                                        <p:tav tm="100000">
                                          <p:val>
                                            <p:strVal val="#ppt_x"/>
                                          </p:val>
                                        </p:tav>
                                      </p:tavLst>
                                    </p:anim>
                                    <p:anim calcmode="lin" valueType="num">
                                      <p:cBhvr additive="base">
                                        <p:cTn id="46" dur="500" fill="hold"/>
                                        <p:tgtEl>
                                          <p:spTgt spid="28"/>
                                        </p:tgtEl>
                                        <p:attrNameLst>
                                          <p:attrName>ppt_y</p:attrName>
                                        </p:attrNameLst>
                                      </p:cBhvr>
                                      <p:tavLst>
                                        <p:tav tm="0">
                                          <p:val>
                                            <p:strVal val="#ppt_y"/>
                                          </p:val>
                                        </p:tav>
                                        <p:tav tm="100000">
                                          <p:val>
                                            <p:strVal val="#ppt_y"/>
                                          </p:val>
                                        </p:tav>
                                      </p:tavLst>
                                    </p:anim>
                                  </p:childTnLst>
                                </p:cTn>
                              </p:par>
                            </p:childTnLst>
                          </p:cTn>
                        </p:par>
                        <p:par>
                          <p:cTn id="47" fill="hold">
                            <p:stCondLst>
                              <p:cond delay="500"/>
                            </p:stCondLst>
                            <p:childTnLst>
                              <p:par>
                                <p:cTn id="48" presetID="2" presetClass="entr" presetSubtype="2" fill="hold" grpId="0" nodeType="afterEffect">
                                  <p:stCondLst>
                                    <p:cond delay="0"/>
                                  </p:stCondLst>
                                  <p:childTnLst>
                                    <p:set>
                                      <p:cBhvr>
                                        <p:cTn id="49" dur="1" fill="hold">
                                          <p:stCondLst>
                                            <p:cond delay="0"/>
                                          </p:stCondLst>
                                        </p:cTn>
                                        <p:tgtEl>
                                          <p:spTgt spid="24"/>
                                        </p:tgtEl>
                                        <p:attrNameLst>
                                          <p:attrName>style.visibility</p:attrName>
                                        </p:attrNameLst>
                                      </p:cBhvr>
                                      <p:to>
                                        <p:strVal val="visible"/>
                                      </p:to>
                                    </p:set>
                                    <p:anim calcmode="lin" valueType="num">
                                      <p:cBhvr additive="base">
                                        <p:cTn id="50" dur="500" fill="hold"/>
                                        <p:tgtEl>
                                          <p:spTgt spid="24"/>
                                        </p:tgtEl>
                                        <p:attrNameLst>
                                          <p:attrName>ppt_x</p:attrName>
                                        </p:attrNameLst>
                                      </p:cBhvr>
                                      <p:tavLst>
                                        <p:tav tm="0">
                                          <p:val>
                                            <p:strVal val="1+#ppt_w/2"/>
                                          </p:val>
                                        </p:tav>
                                        <p:tav tm="100000">
                                          <p:val>
                                            <p:strVal val="#ppt_x"/>
                                          </p:val>
                                        </p:tav>
                                      </p:tavLst>
                                    </p:anim>
                                    <p:anim calcmode="lin" valueType="num">
                                      <p:cBhvr additive="base">
                                        <p:cTn id="51" dur="500" fill="hold"/>
                                        <p:tgtEl>
                                          <p:spTgt spid="24"/>
                                        </p:tgtEl>
                                        <p:attrNameLst>
                                          <p:attrName>ppt_y</p:attrName>
                                        </p:attrNameLst>
                                      </p:cBhvr>
                                      <p:tavLst>
                                        <p:tav tm="0">
                                          <p:val>
                                            <p:strVal val="#ppt_y"/>
                                          </p:val>
                                        </p:tav>
                                        <p:tav tm="100000">
                                          <p:val>
                                            <p:strVal val="#ppt_y"/>
                                          </p:val>
                                        </p:tav>
                                      </p:tavLst>
                                    </p:anim>
                                  </p:childTnLst>
                                </p:cTn>
                              </p:par>
                              <p:par>
                                <p:cTn id="52" presetID="2" presetClass="entr" presetSubtype="2" fill="hold" grpId="0" nodeType="withEffect">
                                  <p:stCondLst>
                                    <p:cond delay="0"/>
                                  </p:stCondLst>
                                  <p:childTnLst>
                                    <p:set>
                                      <p:cBhvr>
                                        <p:cTn id="53" dur="1" fill="hold">
                                          <p:stCondLst>
                                            <p:cond delay="0"/>
                                          </p:stCondLst>
                                        </p:cTn>
                                        <p:tgtEl>
                                          <p:spTgt spid="23"/>
                                        </p:tgtEl>
                                        <p:attrNameLst>
                                          <p:attrName>style.visibility</p:attrName>
                                        </p:attrNameLst>
                                      </p:cBhvr>
                                      <p:to>
                                        <p:strVal val="visible"/>
                                      </p:to>
                                    </p:set>
                                    <p:anim calcmode="lin" valueType="num">
                                      <p:cBhvr additive="base">
                                        <p:cTn id="54" dur="500" fill="hold"/>
                                        <p:tgtEl>
                                          <p:spTgt spid="23"/>
                                        </p:tgtEl>
                                        <p:attrNameLst>
                                          <p:attrName>ppt_x</p:attrName>
                                        </p:attrNameLst>
                                      </p:cBhvr>
                                      <p:tavLst>
                                        <p:tav tm="0">
                                          <p:val>
                                            <p:strVal val="1+#ppt_w/2"/>
                                          </p:val>
                                        </p:tav>
                                        <p:tav tm="100000">
                                          <p:val>
                                            <p:strVal val="#ppt_x"/>
                                          </p:val>
                                        </p:tav>
                                      </p:tavLst>
                                    </p:anim>
                                    <p:anim calcmode="lin" valueType="num">
                                      <p:cBhvr additive="base">
                                        <p:cTn id="55"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10" grpId="0" build="p"/>
      <p:bldP spid="15" grpId="0"/>
      <p:bldP spid="18" grpId="0"/>
      <p:bldP spid="23" grpId="0"/>
      <p:bldP spid="24" grpId="0"/>
      <p:bldP spid="26" grpId="0" animBg="1"/>
      <p:bldP spid="27" grpId="0" animBg="1"/>
      <p:bldP spid="2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7991B8EC-F09E-91CD-CF5B-181AE176977D}"/>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1792" b="11792"/>
          <a:stretch>
            <a:fillRect/>
          </a:stretch>
        </p:blipFill>
        <p:spPr/>
      </p:pic>
      <p:sp>
        <p:nvSpPr>
          <p:cNvPr id="3" name="Subtitle 2">
            <a:extLst>
              <a:ext uri="{FF2B5EF4-FFF2-40B4-BE49-F238E27FC236}">
                <a16:creationId xmlns:a16="http://schemas.microsoft.com/office/drawing/2014/main" id="{8BB9E2B4-9454-A9D5-A06D-9EA5541CD068}"/>
              </a:ext>
            </a:extLst>
          </p:cNvPr>
          <p:cNvSpPr>
            <a:spLocks noGrp="1"/>
          </p:cNvSpPr>
          <p:nvPr>
            <p:ph type="subTitle" idx="1"/>
          </p:nvPr>
        </p:nvSpPr>
        <p:spPr>
          <a:xfrm>
            <a:off x="737497" y="2927422"/>
            <a:ext cx="3569682" cy="1742015"/>
          </a:xfrm>
        </p:spPr>
        <p:txBody>
          <a:bodyPr/>
          <a:lstStyle/>
          <a:p>
            <a:r>
              <a:rPr lang="sv-SE" sz="1800" dirty="0"/>
              <a:t>Berapa banyak ide yang dihasilkan tim Anda</a:t>
            </a:r>
            <a:r>
              <a:rPr lang="en-US" sz="1800" dirty="0">
                <a:latin typeface="Open Sans" pitchFamily="2" charset="0"/>
              </a:rPr>
              <a:t>?</a:t>
            </a:r>
          </a:p>
          <a:p>
            <a:r>
              <a:rPr lang="en-US" sz="1800" dirty="0" err="1"/>
              <a:t>Bagikan</a:t>
            </a:r>
            <a:r>
              <a:rPr lang="en-US" sz="1800" dirty="0"/>
              <a:t> </a:t>
            </a:r>
            <a:r>
              <a:rPr lang="en-US" sz="1800" dirty="0" err="1"/>
              <a:t>beberapa</a:t>
            </a:r>
            <a:r>
              <a:rPr lang="en-US" sz="1800" dirty="0"/>
              <a:t> ide Anda</a:t>
            </a:r>
          </a:p>
          <a:p>
            <a:r>
              <a:rPr lang="sv-SE" sz="1800" dirty="0"/>
              <a:t>Kriteria apa yang Anda gunakan untuk memilih 'ide terbaik</a:t>
            </a:r>
            <a:r>
              <a:rPr lang="en-US" sz="1800" dirty="0">
                <a:latin typeface="Open Sans" pitchFamily="2" charset="0"/>
              </a:rPr>
              <a:t>’?</a:t>
            </a:r>
          </a:p>
        </p:txBody>
      </p:sp>
      <p:sp>
        <p:nvSpPr>
          <p:cNvPr id="4" name="Title 3">
            <a:extLst>
              <a:ext uri="{FF2B5EF4-FFF2-40B4-BE49-F238E27FC236}">
                <a16:creationId xmlns:a16="http://schemas.microsoft.com/office/drawing/2014/main" id="{4885A744-426D-6807-936E-E6670D02240D}"/>
              </a:ext>
            </a:extLst>
          </p:cNvPr>
          <p:cNvSpPr>
            <a:spLocks noGrp="1"/>
          </p:cNvSpPr>
          <p:nvPr>
            <p:ph type="ctrTitle"/>
          </p:nvPr>
        </p:nvSpPr>
        <p:spPr>
          <a:xfrm>
            <a:off x="737497" y="2176694"/>
            <a:ext cx="4484082" cy="492443"/>
          </a:xfrm>
        </p:spPr>
        <p:txBody>
          <a:bodyPr/>
          <a:lstStyle/>
          <a:p>
            <a:r>
              <a:rPr lang="en-IN" sz="3200" dirty="0" err="1">
                <a:solidFill>
                  <a:srgbClr val="BF2026"/>
                </a:solidFill>
                <a:latin typeface="Open Sans"/>
                <a:ea typeface="Open Sans"/>
                <a:cs typeface="Open Sans"/>
              </a:rPr>
              <a:t>Kegiatan</a:t>
            </a:r>
            <a:r>
              <a:rPr lang="en-IN" sz="3200" dirty="0">
                <a:solidFill>
                  <a:srgbClr val="BF2026"/>
                </a:solidFill>
                <a:latin typeface="Open Sans"/>
                <a:ea typeface="Open Sans"/>
                <a:cs typeface="Open Sans"/>
              </a:rPr>
              <a:t> Tanya Jawab </a:t>
            </a:r>
            <a:endParaRPr lang="en-IN" sz="3200" dirty="0">
              <a:solidFill>
                <a:srgbClr val="BF2026"/>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2832151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 name="Picture 57" descr="Seated person typing on laptop and writing in notepad, with elbow resting on stack of books">
            <a:extLst>
              <a:ext uri="{FF2B5EF4-FFF2-40B4-BE49-F238E27FC236}">
                <a16:creationId xmlns:a16="http://schemas.microsoft.com/office/drawing/2014/main" id="{1FE8D12B-22E7-CE6D-A3C1-A26A701933DC}"/>
              </a:ext>
            </a:extLst>
          </p:cNvPr>
          <p:cNvPicPr>
            <a:picLocks noChangeAspect="1"/>
          </p:cNvPicPr>
          <p:nvPr/>
        </p:nvPicPr>
        <p:blipFill>
          <a:blip r:embed="rId2">
            <a:alphaModFix amt="20000"/>
            <a:extLst>
              <a:ext uri="{28A0092B-C50C-407E-A947-70E740481C1C}">
                <a14:useLocalDpi xmlns:a14="http://schemas.microsoft.com/office/drawing/2010/main" val="0"/>
              </a:ext>
            </a:extLst>
          </a:blip>
          <a:srcRect l="17569" r="17569"/>
          <a:stretch/>
        </p:blipFill>
        <p:spPr>
          <a:xfrm>
            <a:off x="0" y="0"/>
            <a:ext cx="6301449" cy="6476714"/>
          </a:xfrm>
          <a:custGeom>
            <a:avLst/>
            <a:gdLst>
              <a:gd name="connsiteX0" fmla="*/ 0 w 6301449"/>
              <a:gd name="connsiteY0" fmla="*/ 0 h 6476714"/>
              <a:gd name="connsiteX1" fmla="*/ 2685145 w 6301449"/>
              <a:gd name="connsiteY1" fmla="*/ 0 h 6476714"/>
              <a:gd name="connsiteX2" fmla="*/ 2685145 w 6301449"/>
              <a:gd name="connsiteY2" fmla="*/ 3 h 6476714"/>
              <a:gd name="connsiteX3" fmla="*/ 4945601 w 6301449"/>
              <a:gd name="connsiteY3" fmla="*/ 3 h 6476714"/>
              <a:gd name="connsiteX4" fmla="*/ 4976001 w 6301449"/>
              <a:gd name="connsiteY4" fmla="*/ 23892 h 6476714"/>
              <a:gd name="connsiteX5" fmla="*/ 6301449 w 6301449"/>
              <a:gd name="connsiteY5" fmla="*/ 2834444 h 6476714"/>
              <a:gd name="connsiteX6" fmla="*/ 2846610 w 6301449"/>
              <a:gd name="connsiteY6" fmla="*/ 6471974 h 6476714"/>
              <a:gd name="connsiteX7" fmla="*/ 2685145 w 6301449"/>
              <a:gd name="connsiteY7" fmla="*/ 6476056 h 6476714"/>
              <a:gd name="connsiteX8" fmla="*/ 2685145 w 6301449"/>
              <a:gd name="connsiteY8" fmla="*/ 6476710 h 6476714"/>
              <a:gd name="connsiteX9" fmla="*/ 2659278 w 6301449"/>
              <a:gd name="connsiteY9" fmla="*/ 6476710 h 6476714"/>
              <a:gd name="connsiteX10" fmla="*/ 2659179 w 6301449"/>
              <a:gd name="connsiteY10" fmla="*/ 6476714 h 6476714"/>
              <a:gd name="connsiteX11" fmla="*/ 2659080 w 6301449"/>
              <a:gd name="connsiteY11" fmla="*/ 6476710 h 6476714"/>
              <a:gd name="connsiteX12" fmla="*/ 0 w 6301449"/>
              <a:gd name="connsiteY12" fmla="*/ 6476710 h 6476714"/>
              <a:gd name="connsiteX13" fmla="*/ 0 w 6301449"/>
              <a:gd name="connsiteY13" fmla="*/ 0 h 647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301449" h="6476714">
                <a:moveTo>
                  <a:pt x="0" y="0"/>
                </a:moveTo>
                <a:lnTo>
                  <a:pt x="2685145" y="0"/>
                </a:lnTo>
                <a:lnTo>
                  <a:pt x="2685145" y="3"/>
                </a:lnTo>
                <a:lnTo>
                  <a:pt x="4945601" y="3"/>
                </a:lnTo>
                <a:lnTo>
                  <a:pt x="4976001" y="23892"/>
                </a:lnTo>
                <a:cubicBezTo>
                  <a:pt x="5785486" y="691938"/>
                  <a:pt x="6301449" y="1702936"/>
                  <a:pt x="6301449" y="2834444"/>
                </a:cubicBezTo>
                <a:cubicBezTo>
                  <a:pt x="6301449" y="4783152"/>
                  <a:pt x="4771075" y="6374422"/>
                  <a:pt x="2846610" y="6471974"/>
                </a:cubicBezTo>
                <a:lnTo>
                  <a:pt x="2685145" y="6476056"/>
                </a:lnTo>
                <a:lnTo>
                  <a:pt x="2685145" y="6476710"/>
                </a:lnTo>
                <a:lnTo>
                  <a:pt x="2659278" y="6476710"/>
                </a:lnTo>
                <a:lnTo>
                  <a:pt x="2659179" y="6476714"/>
                </a:lnTo>
                <a:lnTo>
                  <a:pt x="2659080" y="6476710"/>
                </a:lnTo>
                <a:lnTo>
                  <a:pt x="0" y="6476710"/>
                </a:lnTo>
                <a:lnTo>
                  <a:pt x="0" y="0"/>
                </a:lnTo>
                <a:close/>
              </a:path>
            </a:pathLst>
          </a:custGeom>
          <a:gradFill>
            <a:gsLst>
              <a:gs pos="0">
                <a:schemeClr val="accent1"/>
              </a:gs>
              <a:gs pos="99000">
                <a:schemeClr val="tx2"/>
              </a:gs>
            </a:gsLst>
            <a:lin ang="15000000" scaled="0"/>
          </a:gradFill>
        </p:spPr>
      </p:pic>
      <p:sp>
        <p:nvSpPr>
          <p:cNvPr id="30" name="Title 1">
            <a:extLst>
              <a:ext uri="{FF2B5EF4-FFF2-40B4-BE49-F238E27FC236}">
                <a16:creationId xmlns:a16="http://schemas.microsoft.com/office/drawing/2014/main" id="{63A6B13D-2A45-DF78-FA4A-E4F6B71BD2B2}"/>
              </a:ext>
            </a:extLst>
          </p:cNvPr>
          <p:cNvSpPr txBox="1">
            <a:spLocks/>
          </p:cNvSpPr>
          <p:nvPr/>
        </p:nvSpPr>
        <p:spPr>
          <a:xfrm>
            <a:off x="360000" y="569548"/>
            <a:ext cx="11484000" cy="492443"/>
          </a:xfrm>
          <a:prstGeom prst="rect">
            <a:avLst/>
          </a:prstGeom>
        </p:spPr>
        <p:txBody>
          <a:bodyPr vert="horz" lIns="0" tIns="0" rIns="0" bIns="0" rtlCol="0" anchor="t" anchorCtr="0">
            <a:spAutoFit/>
          </a:bodyPr>
          <a:lstStyle>
            <a:lvl1pPr algn="l" defTabSz="914400" rtl="0" eaLnBrk="1" latinLnBrk="0" hangingPunct="1">
              <a:lnSpc>
                <a:spcPct val="100000"/>
              </a:lnSpc>
              <a:spcBef>
                <a:spcPct val="0"/>
              </a:spcBef>
              <a:buNone/>
              <a:defRPr lang="en-US" sz="3200" b="1" kern="1200" dirty="0">
                <a:solidFill>
                  <a:schemeClr val="tx2"/>
                </a:solidFill>
                <a:latin typeface="Barlow Medium" panose="00000600000000000000" pitchFamily="2" charset="0"/>
                <a:ea typeface="+mj-ea"/>
                <a:cs typeface="+mj-cs"/>
              </a:defRPr>
            </a:lvl1pPr>
          </a:lstStyle>
          <a:p>
            <a:r>
              <a:rPr lang="en-US" dirty="0" err="1">
                <a:solidFill>
                  <a:schemeClr val="bg1"/>
                </a:solidFill>
              </a:rPr>
              <a:t>Pertanyaan</a:t>
            </a:r>
            <a:r>
              <a:rPr lang="en-US" dirty="0">
                <a:solidFill>
                  <a:schemeClr val="bg1"/>
                </a:solidFill>
              </a:rPr>
              <a:t> Utama yang Harus </a:t>
            </a:r>
            <a:r>
              <a:rPr lang="en-US" dirty="0" err="1">
                <a:solidFill>
                  <a:schemeClr val="bg1"/>
                </a:solidFill>
              </a:rPr>
              <a:t>Ditangani</a:t>
            </a:r>
            <a:endParaRPr lang="en-US" dirty="0">
              <a:solidFill>
                <a:schemeClr val="bg1"/>
              </a:solidFill>
            </a:endParaRPr>
          </a:p>
        </p:txBody>
      </p:sp>
      <p:sp>
        <p:nvSpPr>
          <p:cNvPr id="32" name="Rectangle: Rounded Corners 31">
            <a:extLst>
              <a:ext uri="{FF2B5EF4-FFF2-40B4-BE49-F238E27FC236}">
                <a16:creationId xmlns:a16="http://schemas.microsoft.com/office/drawing/2014/main" id="{1971993E-B48A-909A-03FA-A704AB17B13E}"/>
              </a:ext>
            </a:extLst>
          </p:cNvPr>
          <p:cNvSpPr/>
          <p:nvPr/>
        </p:nvSpPr>
        <p:spPr>
          <a:xfrm>
            <a:off x="2133600" y="1358153"/>
            <a:ext cx="9710400" cy="837114"/>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98E6794F-C2D2-8BA7-6FFC-F1555CFA2289}"/>
              </a:ext>
            </a:extLst>
          </p:cNvPr>
          <p:cNvSpPr/>
          <p:nvPr/>
        </p:nvSpPr>
        <p:spPr>
          <a:xfrm>
            <a:off x="2133600" y="2305916"/>
            <a:ext cx="9710400" cy="837114"/>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Rounded Corners 33">
            <a:extLst>
              <a:ext uri="{FF2B5EF4-FFF2-40B4-BE49-F238E27FC236}">
                <a16:creationId xmlns:a16="http://schemas.microsoft.com/office/drawing/2014/main" id="{0A6D8979-E6E3-8A8C-2B71-98E5CA67EB21}"/>
              </a:ext>
            </a:extLst>
          </p:cNvPr>
          <p:cNvSpPr/>
          <p:nvPr/>
        </p:nvSpPr>
        <p:spPr>
          <a:xfrm>
            <a:off x="2133600" y="3253679"/>
            <a:ext cx="9710400" cy="837114"/>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28ACFC4F-5400-3A2F-B932-4FA8FB18A4E9}"/>
              </a:ext>
            </a:extLst>
          </p:cNvPr>
          <p:cNvSpPr/>
          <p:nvPr/>
        </p:nvSpPr>
        <p:spPr>
          <a:xfrm>
            <a:off x="2133600" y="4201441"/>
            <a:ext cx="9710400" cy="837114"/>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800A6748-169E-14CF-AAC0-003AF96A98F9}"/>
              </a:ext>
            </a:extLst>
          </p:cNvPr>
          <p:cNvSpPr/>
          <p:nvPr/>
        </p:nvSpPr>
        <p:spPr>
          <a:xfrm>
            <a:off x="2133600" y="5169804"/>
            <a:ext cx="9710400" cy="837114"/>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 Placeholder 37">
            <a:extLst>
              <a:ext uri="{FF2B5EF4-FFF2-40B4-BE49-F238E27FC236}">
                <a16:creationId xmlns:a16="http://schemas.microsoft.com/office/drawing/2014/main" id="{65146717-4EE1-623D-A136-BFB9EB67F101}"/>
              </a:ext>
            </a:extLst>
          </p:cNvPr>
          <p:cNvSpPr txBox="1">
            <a:spLocks/>
          </p:cNvSpPr>
          <p:nvPr/>
        </p:nvSpPr>
        <p:spPr>
          <a:xfrm>
            <a:off x="3041375" y="1543685"/>
            <a:ext cx="8480100" cy="309808"/>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1400" b="0" kern="1200">
                <a:solidFill>
                  <a:schemeClr val="tx1"/>
                </a:solidFill>
                <a:latin typeface="Open Sans"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1800" dirty="0" err="1"/>
              <a:t>Kriteria</a:t>
            </a:r>
            <a:r>
              <a:rPr lang="en-US" sz="1800" dirty="0"/>
              <a:t> </a:t>
            </a:r>
            <a:r>
              <a:rPr lang="en-US" sz="1800" dirty="0" err="1"/>
              <a:t>apa</a:t>
            </a:r>
            <a:r>
              <a:rPr lang="en-US" sz="1800" dirty="0"/>
              <a:t> yang </a:t>
            </a:r>
            <a:r>
              <a:rPr lang="en-US" sz="1800" dirty="0" err="1"/>
              <a:t>menurut</a:t>
            </a:r>
            <a:r>
              <a:rPr lang="en-US" sz="1800" dirty="0"/>
              <a:t> </a:t>
            </a:r>
            <a:r>
              <a:rPr lang="en-US" sz="1800" dirty="0" err="1"/>
              <a:t>tim</a:t>
            </a:r>
            <a:r>
              <a:rPr lang="en-US" sz="1800" dirty="0"/>
              <a:t> Anda paling </a:t>
            </a:r>
            <a:r>
              <a:rPr lang="en-US" sz="1800" dirty="0" err="1"/>
              <a:t>berharga</a:t>
            </a:r>
            <a:r>
              <a:rPr lang="en-US" sz="1800" dirty="0"/>
              <a:t> </a:t>
            </a:r>
            <a:r>
              <a:rPr lang="en-US" sz="1800" dirty="0" err="1"/>
              <a:t>saat</a:t>
            </a:r>
            <a:r>
              <a:rPr lang="en-US" sz="1800" dirty="0"/>
              <a:t> </a:t>
            </a:r>
            <a:r>
              <a:rPr lang="en-US" sz="1800" dirty="0" err="1"/>
              <a:t>mengevaluasi</a:t>
            </a:r>
            <a:r>
              <a:rPr lang="en-US" sz="1800" dirty="0"/>
              <a:t> dan </a:t>
            </a:r>
            <a:r>
              <a:rPr lang="en-US" sz="1800" dirty="0" err="1"/>
              <a:t>memilih</a:t>
            </a:r>
            <a:r>
              <a:rPr lang="en-US" sz="1800" dirty="0"/>
              <a:t> ide </a:t>
            </a:r>
            <a:r>
              <a:rPr lang="en-US" sz="1800" dirty="0" err="1"/>
              <a:t>solusi</a:t>
            </a:r>
            <a:r>
              <a:rPr lang="en-US" sz="1800" dirty="0"/>
              <a:t>?</a:t>
            </a:r>
          </a:p>
        </p:txBody>
      </p:sp>
      <p:sp>
        <p:nvSpPr>
          <p:cNvPr id="43" name="Text Placeholder 37">
            <a:extLst>
              <a:ext uri="{FF2B5EF4-FFF2-40B4-BE49-F238E27FC236}">
                <a16:creationId xmlns:a16="http://schemas.microsoft.com/office/drawing/2014/main" id="{51297482-9B2F-5DE3-9F0F-02CCB2C2ECF8}"/>
              </a:ext>
            </a:extLst>
          </p:cNvPr>
          <p:cNvSpPr txBox="1">
            <a:spLocks/>
          </p:cNvSpPr>
          <p:nvPr/>
        </p:nvSpPr>
        <p:spPr>
          <a:xfrm>
            <a:off x="3041375" y="2454848"/>
            <a:ext cx="8480099" cy="309808"/>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1400" b="0" kern="1200">
                <a:solidFill>
                  <a:schemeClr val="tx1"/>
                </a:solidFill>
                <a:latin typeface="Open Sans"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just">
              <a:lnSpc>
                <a:spcPct val="100000"/>
              </a:lnSpc>
              <a:spcBef>
                <a:spcPts val="0"/>
              </a:spcBef>
              <a:defRPr/>
            </a:pPr>
            <a:r>
              <a:rPr lang="en-IN" sz="1800" dirty="0" err="1">
                <a:latin typeface="Open Sans" panose="020B0606030504020204" pitchFamily="34" charset="0"/>
                <a:ea typeface="Open Sans" panose="020B0606030504020204" pitchFamily="34" charset="0"/>
                <a:cs typeface="Open Sans" panose="020B0606030504020204" pitchFamily="34" charset="0"/>
              </a:rPr>
              <a:t>Seberapa</a:t>
            </a:r>
            <a:r>
              <a:rPr lang="en-IN" sz="1800" dirty="0">
                <a:latin typeface="Open Sans" panose="020B0606030504020204" pitchFamily="34" charset="0"/>
                <a:ea typeface="Open Sans" panose="020B0606030504020204" pitchFamily="34" charset="0"/>
                <a:cs typeface="Open Sans" panose="020B0606030504020204" pitchFamily="34" charset="0"/>
              </a:rPr>
              <a:t> </a:t>
            </a:r>
            <a:r>
              <a:rPr lang="en-IN" sz="1800" dirty="0" err="1">
                <a:latin typeface="Open Sans" panose="020B0606030504020204" pitchFamily="34" charset="0"/>
                <a:ea typeface="Open Sans" panose="020B0606030504020204" pitchFamily="34" charset="0"/>
                <a:cs typeface="Open Sans" panose="020B0606030504020204" pitchFamily="34" charset="0"/>
              </a:rPr>
              <a:t>efektif</a:t>
            </a:r>
            <a:r>
              <a:rPr lang="en-IN" sz="1800" dirty="0">
                <a:latin typeface="Open Sans" panose="020B0606030504020204" pitchFamily="34" charset="0"/>
                <a:ea typeface="Open Sans" panose="020B0606030504020204" pitchFamily="34" charset="0"/>
                <a:cs typeface="Open Sans" panose="020B0606030504020204" pitchFamily="34" charset="0"/>
              </a:rPr>
              <a:t> </a:t>
            </a:r>
            <a:r>
              <a:rPr lang="en-IN" sz="1800" dirty="0" err="1">
                <a:latin typeface="Open Sans" panose="020B0606030504020204" pitchFamily="34" charset="0"/>
                <a:ea typeface="Open Sans" panose="020B0606030504020204" pitchFamily="34" charset="0"/>
                <a:cs typeface="Open Sans" panose="020B0606030504020204" pitchFamily="34" charset="0"/>
              </a:rPr>
              <a:t>teknik</a:t>
            </a:r>
            <a:r>
              <a:rPr lang="en-IN" sz="1800" dirty="0">
                <a:latin typeface="Open Sans" panose="020B0606030504020204" pitchFamily="34" charset="0"/>
                <a:ea typeface="Open Sans" panose="020B0606030504020204" pitchFamily="34" charset="0"/>
                <a:cs typeface="Open Sans" panose="020B0606030504020204" pitchFamily="34" charset="0"/>
              </a:rPr>
              <a:t> ide </a:t>
            </a:r>
            <a:r>
              <a:rPr lang="en-IN" sz="1800" dirty="0" err="1">
                <a:latin typeface="Open Sans" panose="020B0606030504020204" pitchFamily="34" charset="0"/>
                <a:ea typeface="Open Sans" panose="020B0606030504020204" pitchFamily="34" charset="0"/>
                <a:cs typeface="Open Sans" panose="020B0606030504020204" pitchFamily="34" charset="0"/>
              </a:rPr>
              <a:t>alternatif</a:t>
            </a:r>
            <a:r>
              <a:rPr lang="en-IN" sz="1800" dirty="0">
                <a:latin typeface="Open Sans" panose="020B0606030504020204" pitchFamily="34" charset="0"/>
                <a:ea typeface="Open Sans" panose="020B0606030504020204" pitchFamily="34" charset="0"/>
                <a:cs typeface="Open Sans" panose="020B0606030504020204" pitchFamily="34" charset="0"/>
              </a:rPr>
              <a:t> </a:t>
            </a:r>
            <a:r>
              <a:rPr lang="en-IN" sz="1800" dirty="0" err="1">
                <a:latin typeface="Open Sans" panose="020B0606030504020204" pitchFamily="34" charset="0"/>
                <a:ea typeface="Open Sans" panose="020B0606030504020204" pitchFamily="34" charset="0"/>
                <a:cs typeface="Open Sans" panose="020B0606030504020204" pitchFamily="34" charset="0"/>
              </a:rPr>
              <a:t>dibandingkan</a:t>
            </a:r>
            <a:r>
              <a:rPr lang="en-IN" sz="1800" dirty="0">
                <a:latin typeface="Open Sans" panose="020B0606030504020204" pitchFamily="34" charset="0"/>
                <a:ea typeface="Open Sans" panose="020B0606030504020204" pitchFamily="34" charset="0"/>
                <a:cs typeface="Open Sans" panose="020B0606030504020204" pitchFamily="34" charset="0"/>
              </a:rPr>
              <a:t> </a:t>
            </a:r>
            <a:r>
              <a:rPr lang="en-IN" sz="1800" dirty="0" err="1">
                <a:latin typeface="Open Sans" panose="020B0606030504020204" pitchFamily="34" charset="0"/>
                <a:ea typeface="Open Sans" panose="020B0606030504020204" pitchFamily="34" charset="0"/>
                <a:cs typeface="Open Sans" panose="020B0606030504020204" pitchFamily="34" charset="0"/>
              </a:rPr>
              <a:t>dengan</a:t>
            </a:r>
            <a:r>
              <a:rPr lang="en-IN" sz="1800" dirty="0">
                <a:latin typeface="Open Sans" panose="020B0606030504020204" pitchFamily="34" charset="0"/>
                <a:ea typeface="Open Sans" panose="020B0606030504020204" pitchFamily="34" charset="0"/>
                <a:cs typeface="Open Sans" panose="020B0606030504020204" pitchFamily="34" charset="0"/>
              </a:rPr>
              <a:t> brainstorming </a:t>
            </a:r>
            <a:r>
              <a:rPr lang="en-IN" sz="1800" dirty="0" err="1">
                <a:latin typeface="Open Sans" panose="020B0606030504020204" pitchFamily="34" charset="0"/>
                <a:ea typeface="Open Sans" panose="020B0606030504020204" pitchFamily="34" charset="0"/>
                <a:cs typeface="Open Sans" panose="020B0606030504020204" pitchFamily="34" charset="0"/>
              </a:rPr>
              <a:t>tradisional</a:t>
            </a:r>
            <a:r>
              <a:rPr lang="en-IN" sz="1800" dirty="0">
                <a:latin typeface="Open Sans" panose="020B0606030504020204" pitchFamily="34" charset="0"/>
                <a:ea typeface="Open Sans" panose="020B0606030504020204" pitchFamily="34" charset="0"/>
                <a:cs typeface="Open Sans" panose="020B0606030504020204" pitchFamily="34" charset="0"/>
              </a:rPr>
              <a:t> </a:t>
            </a:r>
            <a:r>
              <a:rPr lang="en-IN" sz="1800" dirty="0" err="1">
                <a:latin typeface="Open Sans" panose="020B0606030504020204" pitchFamily="34" charset="0"/>
                <a:ea typeface="Open Sans" panose="020B0606030504020204" pitchFamily="34" charset="0"/>
                <a:cs typeface="Open Sans" panose="020B0606030504020204" pitchFamily="34" charset="0"/>
              </a:rPr>
              <a:t>dalam</a:t>
            </a:r>
            <a:r>
              <a:rPr lang="en-IN" sz="1800" dirty="0">
                <a:latin typeface="Open Sans" panose="020B0606030504020204" pitchFamily="34" charset="0"/>
                <a:ea typeface="Open Sans" panose="020B0606030504020204" pitchFamily="34" charset="0"/>
                <a:cs typeface="Open Sans" panose="020B0606030504020204" pitchFamily="34" charset="0"/>
              </a:rPr>
              <a:t> </a:t>
            </a:r>
            <a:r>
              <a:rPr lang="en-IN" sz="1800" dirty="0" err="1">
                <a:latin typeface="Open Sans" panose="020B0606030504020204" pitchFamily="34" charset="0"/>
                <a:ea typeface="Open Sans" panose="020B0606030504020204" pitchFamily="34" charset="0"/>
                <a:cs typeface="Open Sans" panose="020B0606030504020204" pitchFamily="34" charset="0"/>
              </a:rPr>
              <a:t>menghasilkan</a:t>
            </a:r>
            <a:r>
              <a:rPr lang="en-IN" sz="1800" dirty="0">
                <a:latin typeface="Open Sans" panose="020B0606030504020204" pitchFamily="34" charset="0"/>
                <a:ea typeface="Open Sans" panose="020B0606030504020204" pitchFamily="34" charset="0"/>
                <a:cs typeface="Open Sans" panose="020B0606030504020204" pitchFamily="34" charset="0"/>
              </a:rPr>
              <a:t> </a:t>
            </a:r>
            <a:r>
              <a:rPr lang="en-IN" sz="1800" dirty="0" err="1">
                <a:latin typeface="Open Sans" panose="020B0606030504020204" pitchFamily="34" charset="0"/>
                <a:ea typeface="Open Sans" panose="020B0606030504020204" pitchFamily="34" charset="0"/>
                <a:cs typeface="Open Sans" panose="020B0606030504020204" pitchFamily="34" charset="0"/>
              </a:rPr>
              <a:t>solusi</a:t>
            </a:r>
            <a:r>
              <a:rPr lang="en-IN" sz="1800" dirty="0">
                <a:latin typeface="Open Sans" panose="020B0606030504020204" pitchFamily="34" charset="0"/>
                <a:ea typeface="Open Sans" panose="020B0606030504020204" pitchFamily="34" charset="0"/>
                <a:cs typeface="Open Sans" panose="020B0606030504020204" pitchFamily="34" charset="0"/>
              </a:rPr>
              <a:t> </a:t>
            </a:r>
            <a:r>
              <a:rPr lang="en-IN" sz="1800" dirty="0" err="1">
                <a:latin typeface="Open Sans" panose="020B0606030504020204" pitchFamily="34" charset="0"/>
                <a:ea typeface="Open Sans" panose="020B0606030504020204" pitchFamily="34" charset="0"/>
                <a:cs typeface="Open Sans" panose="020B0606030504020204" pitchFamily="34" charset="0"/>
              </a:rPr>
              <a:t>inovatif</a:t>
            </a:r>
            <a:r>
              <a:rPr lang="en-IN" sz="1800" dirty="0">
                <a:latin typeface="Open Sans" panose="020B0606030504020204" pitchFamily="34" charset="0"/>
                <a:ea typeface="Open Sans" panose="020B0606030504020204" pitchFamily="34" charset="0"/>
                <a:cs typeface="Open Sans" panose="020B0606030504020204" pitchFamily="34" charset="0"/>
              </a:rPr>
              <a:t>?</a:t>
            </a:r>
          </a:p>
        </p:txBody>
      </p:sp>
      <p:sp>
        <p:nvSpPr>
          <p:cNvPr id="44" name="Text Placeholder 37">
            <a:extLst>
              <a:ext uri="{FF2B5EF4-FFF2-40B4-BE49-F238E27FC236}">
                <a16:creationId xmlns:a16="http://schemas.microsoft.com/office/drawing/2014/main" id="{EA708E6F-1279-B3F3-E2C1-5D8525866A45}"/>
              </a:ext>
            </a:extLst>
          </p:cNvPr>
          <p:cNvSpPr txBox="1">
            <a:spLocks/>
          </p:cNvSpPr>
          <p:nvPr/>
        </p:nvSpPr>
        <p:spPr>
          <a:xfrm>
            <a:off x="3041375" y="3403485"/>
            <a:ext cx="8480100" cy="309808"/>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1400" b="0" kern="1200">
                <a:solidFill>
                  <a:schemeClr val="tx1"/>
                </a:solidFill>
                <a:latin typeface="Open Sans"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just">
              <a:lnSpc>
                <a:spcPct val="100000"/>
              </a:lnSpc>
              <a:spcBef>
                <a:spcPts val="0"/>
              </a:spcBef>
              <a:defRPr/>
            </a:pPr>
            <a:r>
              <a:rPr lang="en-IN" sz="1800" dirty="0">
                <a:latin typeface="Open Sans" panose="020B0606030504020204" pitchFamily="34" charset="0"/>
                <a:ea typeface="Open Sans" panose="020B0606030504020204" pitchFamily="34" charset="0"/>
                <a:cs typeface="Open Sans" panose="020B0606030504020204" pitchFamily="34" charset="0"/>
              </a:rPr>
              <a:t>Strategi </a:t>
            </a:r>
            <a:r>
              <a:rPr lang="en-IN" sz="1800" dirty="0" err="1">
                <a:latin typeface="Open Sans" panose="020B0606030504020204" pitchFamily="34" charset="0"/>
                <a:ea typeface="Open Sans" panose="020B0606030504020204" pitchFamily="34" charset="0"/>
                <a:cs typeface="Open Sans" panose="020B0606030504020204" pitchFamily="34" charset="0"/>
              </a:rPr>
              <a:t>apa</a:t>
            </a:r>
            <a:r>
              <a:rPr lang="en-IN" sz="1800" dirty="0">
                <a:latin typeface="Open Sans" panose="020B0606030504020204" pitchFamily="34" charset="0"/>
                <a:ea typeface="Open Sans" panose="020B0606030504020204" pitchFamily="34" charset="0"/>
                <a:cs typeface="Open Sans" panose="020B0606030504020204" pitchFamily="34" charset="0"/>
              </a:rPr>
              <a:t> yang </a:t>
            </a:r>
            <a:r>
              <a:rPr lang="en-IN" sz="1800" dirty="0" err="1">
                <a:latin typeface="Open Sans" panose="020B0606030504020204" pitchFamily="34" charset="0"/>
                <a:ea typeface="Open Sans" panose="020B0606030504020204" pitchFamily="34" charset="0"/>
                <a:cs typeface="Open Sans" panose="020B0606030504020204" pitchFamily="34" charset="0"/>
              </a:rPr>
              <a:t>diterapkan</a:t>
            </a:r>
            <a:r>
              <a:rPr lang="en-IN" sz="1800" dirty="0">
                <a:latin typeface="Open Sans" panose="020B0606030504020204" pitchFamily="34" charset="0"/>
                <a:ea typeface="Open Sans" panose="020B0606030504020204" pitchFamily="34" charset="0"/>
                <a:cs typeface="Open Sans" panose="020B0606030504020204" pitchFamily="34" charset="0"/>
              </a:rPr>
              <a:t> </a:t>
            </a:r>
            <a:r>
              <a:rPr lang="en-IN" sz="1800" dirty="0" err="1">
                <a:latin typeface="Open Sans" panose="020B0606030504020204" pitchFamily="34" charset="0"/>
                <a:ea typeface="Open Sans" panose="020B0606030504020204" pitchFamily="34" charset="0"/>
                <a:cs typeface="Open Sans" panose="020B0606030504020204" pitchFamily="34" charset="0"/>
              </a:rPr>
              <a:t>tim</a:t>
            </a:r>
            <a:r>
              <a:rPr lang="en-IN" sz="1800" dirty="0">
                <a:latin typeface="Open Sans" panose="020B0606030504020204" pitchFamily="34" charset="0"/>
                <a:ea typeface="Open Sans" panose="020B0606030504020204" pitchFamily="34" charset="0"/>
                <a:cs typeface="Open Sans" panose="020B0606030504020204" pitchFamily="34" charset="0"/>
              </a:rPr>
              <a:t> Anda </a:t>
            </a:r>
            <a:r>
              <a:rPr lang="en-IN" sz="1800" dirty="0" err="1">
                <a:latin typeface="Open Sans" panose="020B0606030504020204" pitchFamily="34" charset="0"/>
                <a:ea typeface="Open Sans" panose="020B0606030504020204" pitchFamily="34" charset="0"/>
                <a:cs typeface="Open Sans" panose="020B0606030504020204" pitchFamily="34" charset="0"/>
              </a:rPr>
              <a:t>untuk</a:t>
            </a:r>
            <a:r>
              <a:rPr lang="en-IN" sz="1800" dirty="0">
                <a:latin typeface="Open Sans" panose="020B0606030504020204" pitchFamily="34" charset="0"/>
                <a:ea typeface="Open Sans" panose="020B0606030504020204" pitchFamily="34" charset="0"/>
                <a:cs typeface="Open Sans" panose="020B0606030504020204" pitchFamily="34" charset="0"/>
              </a:rPr>
              <a:t> </a:t>
            </a:r>
            <a:r>
              <a:rPr lang="en-IN" sz="1800" dirty="0" err="1">
                <a:latin typeface="Open Sans" panose="020B0606030504020204" pitchFamily="34" charset="0"/>
                <a:ea typeface="Open Sans" panose="020B0606030504020204" pitchFamily="34" charset="0"/>
                <a:cs typeface="Open Sans" panose="020B0606030504020204" pitchFamily="34" charset="0"/>
              </a:rPr>
              <a:t>memastikan</a:t>
            </a:r>
            <a:r>
              <a:rPr lang="en-IN" sz="1800" dirty="0">
                <a:latin typeface="Open Sans" panose="020B0606030504020204" pitchFamily="34" charset="0"/>
                <a:ea typeface="Open Sans" panose="020B0606030504020204" pitchFamily="34" charset="0"/>
                <a:cs typeface="Open Sans" panose="020B0606030504020204" pitchFamily="34" charset="0"/>
              </a:rPr>
              <a:t> </a:t>
            </a:r>
            <a:r>
              <a:rPr lang="en-IN" sz="1800" dirty="0" err="1">
                <a:latin typeface="Open Sans" panose="020B0606030504020204" pitchFamily="34" charset="0"/>
                <a:ea typeface="Open Sans" panose="020B0606030504020204" pitchFamily="34" charset="0"/>
                <a:cs typeface="Open Sans" panose="020B0606030504020204" pitchFamily="34" charset="0"/>
              </a:rPr>
              <a:t>bahwa</a:t>
            </a:r>
            <a:r>
              <a:rPr lang="en-IN" sz="1800" dirty="0">
                <a:latin typeface="Open Sans" panose="020B0606030504020204" pitchFamily="34" charset="0"/>
                <a:ea typeface="Open Sans" panose="020B0606030504020204" pitchFamily="34" charset="0"/>
                <a:cs typeface="Open Sans" panose="020B0606030504020204" pitchFamily="34" charset="0"/>
              </a:rPr>
              <a:t> ide yang </a:t>
            </a:r>
            <a:r>
              <a:rPr lang="en-IN" sz="1800" dirty="0" err="1">
                <a:latin typeface="Open Sans" panose="020B0606030504020204" pitchFamily="34" charset="0"/>
                <a:ea typeface="Open Sans" panose="020B0606030504020204" pitchFamily="34" charset="0"/>
                <a:cs typeface="Open Sans" panose="020B0606030504020204" pitchFamily="34" charset="0"/>
              </a:rPr>
              <a:t>dihasilkan</a:t>
            </a:r>
            <a:r>
              <a:rPr lang="en-IN" sz="1800" dirty="0">
                <a:latin typeface="Open Sans" panose="020B0606030504020204" pitchFamily="34" charset="0"/>
                <a:ea typeface="Open Sans" panose="020B0606030504020204" pitchFamily="34" charset="0"/>
                <a:cs typeface="Open Sans" panose="020B0606030504020204" pitchFamily="34" charset="0"/>
              </a:rPr>
              <a:t> </a:t>
            </a:r>
            <a:r>
              <a:rPr lang="en-IN" sz="1800" dirty="0" err="1">
                <a:latin typeface="Open Sans" panose="020B0606030504020204" pitchFamily="34" charset="0"/>
                <a:ea typeface="Open Sans" panose="020B0606030504020204" pitchFamily="34" charset="0"/>
                <a:cs typeface="Open Sans" panose="020B0606030504020204" pitchFamily="34" charset="0"/>
              </a:rPr>
              <a:t>kreatif</a:t>
            </a:r>
            <a:r>
              <a:rPr lang="en-IN" sz="1800" dirty="0">
                <a:latin typeface="Open Sans" panose="020B0606030504020204" pitchFamily="34" charset="0"/>
                <a:ea typeface="Open Sans" panose="020B0606030504020204" pitchFamily="34" charset="0"/>
                <a:cs typeface="Open Sans" panose="020B0606030504020204" pitchFamily="34" charset="0"/>
              </a:rPr>
              <a:t> dan </a:t>
            </a:r>
            <a:r>
              <a:rPr lang="en-IN" sz="1800" dirty="0" err="1">
                <a:latin typeface="Open Sans" panose="020B0606030504020204" pitchFamily="34" charset="0"/>
                <a:ea typeface="Open Sans" panose="020B0606030504020204" pitchFamily="34" charset="0"/>
                <a:cs typeface="Open Sans" panose="020B0606030504020204" pitchFamily="34" charset="0"/>
              </a:rPr>
              <a:t>layak</a:t>
            </a:r>
            <a:r>
              <a:rPr lang="en-IN" sz="1800" dirty="0">
                <a:latin typeface="Open Sans" panose="020B0606030504020204" pitchFamily="34" charset="0"/>
                <a:ea typeface="Open Sans" panose="020B0606030504020204" pitchFamily="34" charset="0"/>
                <a:cs typeface="Open Sans" panose="020B0606030504020204" pitchFamily="34" charset="0"/>
              </a:rPr>
              <a:t>?</a:t>
            </a:r>
          </a:p>
        </p:txBody>
      </p:sp>
      <p:sp>
        <p:nvSpPr>
          <p:cNvPr id="45" name="Text Placeholder 37">
            <a:extLst>
              <a:ext uri="{FF2B5EF4-FFF2-40B4-BE49-F238E27FC236}">
                <a16:creationId xmlns:a16="http://schemas.microsoft.com/office/drawing/2014/main" id="{776F6B11-AB88-4F40-5109-84DD032E0F50}"/>
              </a:ext>
            </a:extLst>
          </p:cNvPr>
          <p:cNvSpPr txBox="1">
            <a:spLocks/>
          </p:cNvSpPr>
          <p:nvPr/>
        </p:nvSpPr>
        <p:spPr>
          <a:xfrm>
            <a:off x="3011472" y="4390200"/>
            <a:ext cx="8480099" cy="309808"/>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1400" b="0" kern="1200">
                <a:solidFill>
                  <a:schemeClr val="tx1"/>
                </a:solidFill>
                <a:latin typeface="Open Sans"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1800" dirty="0">
                <a:latin typeface="Open Sans" panose="020B0606030504020204" pitchFamily="34" charset="0"/>
                <a:ea typeface="Open Sans" panose="020B0606030504020204" pitchFamily="34" charset="0"/>
                <a:cs typeface="Open Sans" panose="020B0606030504020204" pitchFamily="34" charset="0"/>
              </a:rPr>
              <a:t>Apa </a:t>
            </a:r>
            <a:r>
              <a:rPr lang="en-IN" sz="1800" dirty="0" err="1">
                <a:latin typeface="Open Sans" panose="020B0606030504020204" pitchFamily="34" charset="0"/>
                <a:ea typeface="Open Sans" panose="020B0606030504020204" pitchFamily="34" charset="0"/>
                <a:cs typeface="Open Sans" panose="020B0606030504020204" pitchFamily="34" charset="0"/>
              </a:rPr>
              <a:t>tantangan</a:t>
            </a:r>
            <a:r>
              <a:rPr lang="en-IN" sz="1800" dirty="0">
                <a:latin typeface="Open Sans" panose="020B0606030504020204" pitchFamily="34" charset="0"/>
                <a:ea typeface="Open Sans" panose="020B0606030504020204" pitchFamily="34" charset="0"/>
                <a:cs typeface="Open Sans" panose="020B0606030504020204" pitchFamily="34" charset="0"/>
              </a:rPr>
              <a:t> </a:t>
            </a:r>
            <a:r>
              <a:rPr lang="en-IN" sz="1800" dirty="0" err="1">
                <a:latin typeface="Open Sans" panose="020B0606030504020204" pitchFamily="34" charset="0"/>
                <a:ea typeface="Open Sans" panose="020B0606030504020204" pitchFamily="34" charset="0"/>
                <a:cs typeface="Open Sans" panose="020B0606030504020204" pitchFamily="34" charset="0"/>
              </a:rPr>
              <a:t>utama</a:t>
            </a:r>
            <a:r>
              <a:rPr lang="en-IN" sz="1800" dirty="0">
                <a:latin typeface="Open Sans" panose="020B0606030504020204" pitchFamily="34" charset="0"/>
                <a:ea typeface="Open Sans" panose="020B0606030504020204" pitchFamily="34" charset="0"/>
                <a:cs typeface="Open Sans" panose="020B0606030504020204" pitchFamily="34" charset="0"/>
              </a:rPr>
              <a:t> yang Anda </a:t>
            </a:r>
            <a:r>
              <a:rPr lang="en-IN" sz="1800" dirty="0" err="1">
                <a:latin typeface="Open Sans" panose="020B0606030504020204" pitchFamily="34" charset="0"/>
                <a:ea typeface="Open Sans" panose="020B0606030504020204" pitchFamily="34" charset="0"/>
                <a:cs typeface="Open Sans" panose="020B0606030504020204" pitchFamily="34" charset="0"/>
              </a:rPr>
              <a:t>hadapi</a:t>
            </a:r>
            <a:r>
              <a:rPr lang="en-IN" sz="1800" dirty="0">
                <a:latin typeface="Open Sans" panose="020B0606030504020204" pitchFamily="34" charset="0"/>
                <a:ea typeface="Open Sans" panose="020B0606030504020204" pitchFamily="34" charset="0"/>
                <a:cs typeface="Open Sans" panose="020B0606030504020204" pitchFamily="34" charset="0"/>
              </a:rPr>
              <a:t> </a:t>
            </a:r>
            <a:r>
              <a:rPr lang="en-IN" sz="1800" dirty="0" err="1">
                <a:latin typeface="Open Sans" panose="020B0606030504020204" pitchFamily="34" charset="0"/>
                <a:ea typeface="Open Sans" panose="020B0606030504020204" pitchFamily="34" charset="0"/>
                <a:cs typeface="Open Sans" panose="020B0606030504020204" pitchFamily="34" charset="0"/>
              </a:rPr>
              <a:t>selama</a:t>
            </a:r>
            <a:r>
              <a:rPr lang="en-IN" sz="1800" dirty="0">
                <a:latin typeface="Open Sans" panose="020B0606030504020204" pitchFamily="34" charset="0"/>
                <a:ea typeface="Open Sans" panose="020B0606030504020204" pitchFamily="34" charset="0"/>
                <a:cs typeface="Open Sans" panose="020B0606030504020204" pitchFamily="34" charset="0"/>
              </a:rPr>
              <a:t> proses </a:t>
            </a:r>
            <a:r>
              <a:rPr lang="en-IN" sz="1800" dirty="0" err="1">
                <a:latin typeface="Open Sans" panose="020B0606030504020204" pitchFamily="34" charset="0"/>
                <a:ea typeface="Open Sans" panose="020B0606030504020204" pitchFamily="34" charset="0"/>
                <a:cs typeface="Open Sans" panose="020B0606030504020204" pitchFamily="34" charset="0"/>
              </a:rPr>
              <a:t>pembuatan</a:t>
            </a:r>
            <a:r>
              <a:rPr lang="en-IN" sz="1800" dirty="0">
                <a:latin typeface="Open Sans" panose="020B0606030504020204" pitchFamily="34" charset="0"/>
                <a:ea typeface="Open Sans" panose="020B0606030504020204" pitchFamily="34" charset="0"/>
                <a:cs typeface="Open Sans" panose="020B0606030504020204" pitchFamily="34" charset="0"/>
              </a:rPr>
              <a:t> ide dan </a:t>
            </a:r>
            <a:r>
              <a:rPr lang="en-IN" sz="1800" dirty="0" err="1">
                <a:latin typeface="Open Sans" panose="020B0606030504020204" pitchFamily="34" charset="0"/>
                <a:ea typeface="Open Sans" panose="020B0606030504020204" pitchFamily="34" charset="0"/>
                <a:cs typeface="Open Sans" panose="020B0606030504020204" pitchFamily="34" charset="0"/>
              </a:rPr>
              <a:t>evaluasi</a:t>
            </a:r>
            <a:r>
              <a:rPr lang="en-IN" sz="1800" dirty="0">
                <a:latin typeface="Open Sans" panose="020B0606030504020204" pitchFamily="34" charset="0"/>
                <a:ea typeface="Open Sans" panose="020B0606030504020204" pitchFamily="34" charset="0"/>
                <a:cs typeface="Open Sans" panose="020B0606030504020204" pitchFamily="34" charset="0"/>
              </a:rPr>
              <a:t>, dan </a:t>
            </a:r>
            <a:r>
              <a:rPr lang="en-IN" sz="1800" dirty="0" err="1">
                <a:latin typeface="Open Sans" panose="020B0606030504020204" pitchFamily="34" charset="0"/>
                <a:ea typeface="Open Sans" panose="020B0606030504020204" pitchFamily="34" charset="0"/>
                <a:cs typeface="Open Sans" panose="020B0606030504020204" pitchFamily="34" charset="0"/>
              </a:rPr>
              <a:t>bagaimana</a:t>
            </a:r>
            <a:r>
              <a:rPr lang="en-IN" sz="1800" dirty="0">
                <a:latin typeface="Open Sans" panose="020B0606030504020204" pitchFamily="34" charset="0"/>
                <a:ea typeface="Open Sans" panose="020B0606030504020204" pitchFamily="34" charset="0"/>
                <a:cs typeface="Open Sans" panose="020B0606030504020204" pitchFamily="34" charset="0"/>
              </a:rPr>
              <a:t> Anda </a:t>
            </a:r>
            <a:r>
              <a:rPr lang="en-IN" sz="1800" dirty="0" err="1">
                <a:latin typeface="Open Sans" panose="020B0606030504020204" pitchFamily="34" charset="0"/>
                <a:ea typeface="Open Sans" panose="020B0606030504020204" pitchFamily="34" charset="0"/>
                <a:cs typeface="Open Sans" panose="020B0606030504020204" pitchFamily="34" charset="0"/>
              </a:rPr>
              <a:t>mengatasinya</a:t>
            </a:r>
            <a:r>
              <a:rPr lang="en-IN" sz="1800" dirty="0">
                <a:latin typeface="Open Sans" panose="020B0606030504020204" pitchFamily="34" charset="0"/>
                <a:ea typeface="Open Sans" panose="020B0606030504020204" pitchFamily="34" charset="0"/>
                <a:cs typeface="Open Sans" panose="020B0606030504020204" pitchFamily="34" charset="0"/>
              </a:rPr>
              <a:t>?</a:t>
            </a:r>
            <a:endParaRPr lang="en-IN" sz="1800" dirty="0"/>
          </a:p>
        </p:txBody>
      </p:sp>
      <p:sp>
        <p:nvSpPr>
          <p:cNvPr id="46" name="Text Placeholder 37">
            <a:extLst>
              <a:ext uri="{FF2B5EF4-FFF2-40B4-BE49-F238E27FC236}">
                <a16:creationId xmlns:a16="http://schemas.microsoft.com/office/drawing/2014/main" id="{5196FF5E-0B11-29B0-236B-49CB36B66B18}"/>
              </a:ext>
            </a:extLst>
          </p:cNvPr>
          <p:cNvSpPr txBox="1">
            <a:spLocks/>
          </p:cNvSpPr>
          <p:nvPr/>
        </p:nvSpPr>
        <p:spPr>
          <a:xfrm>
            <a:off x="3041374" y="5293188"/>
            <a:ext cx="8802625" cy="309808"/>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1400" b="0" kern="1200">
                <a:solidFill>
                  <a:schemeClr val="tx1"/>
                </a:solidFill>
                <a:latin typeface="Open Sans"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just">
              <a:lnSpc>
                <a:spcPct val="100000"/>
              </a:lnSpc>
              <a:spcBef>
                <a:spcPts val="0"/>
              </a:spcBef>
              <a:defRPr/>
            </a:pPr>
            <a:r>
              <a:rPr lang="sv-SE" sz="1800" dirty="0">
                <a:latin typeface="Open Sans" panose="020B0606030504020204" pitchFamily="34" charset="0"/>
                <a:ea typeface="Open Sans" panose="020B0606030504020204" pitchFamily="34" charset="0"/>
                <a:cs typeface="Open Sans" panose="020B0606030504020204" pitchFamily="34" charset="0"/>
              </a:rPr>
              <a:t>Bagaimana umpan balik yang diterima dari rekan-rekan Anda dapat digunakan untuk lebih menyempurnakan dan meningkatkan solusi yang Anda usulkan?</a:t>
            </a:r>
            <a:endParaRPr lang="en-IN"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52" name="Content Placeholder 78">
            <a:extLst>
              <a:ext uri="{FF2B5EF4-FFF2-40B4-BE49-F238E27FC236}">
                <a16:creationId xmlns:a16="http://schemas.microsoft.com/office/drawing/2014/main" id="{B8A5603F-73F4-F838-CE50-4645CBE9D03E}"/>
              </a:ext>
            </a:extLst>
          </p:cNvPr>
          <p:cNvSpPr txBox="1">
            <a:spLocks/>
          </p:cNvSpPr>
          <p:nvPr/>
        </p:nvSpPr>
        <p:spPr>
          <a:xfrm>
            <a:off x="2321765" y="1545630"/>
            <a:ext cx="458418" cy="442123"/>
          </a:xfrm>
          <a:prstGeom prst="ellipse">
            <a:avLst/>
          </a:prstGeom>
          <a:solidFill>
            <a:schemeClr val="tx2"/>
          </a:solidFill>
        </p:spPr>
        <p:txBody>
          <a:bodyPr lIns="0" rIns="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900" b="1" kern="1200">
                <a:solidFill>
                  <a:schemeClr val="bg1"/>
                </a:solidFill>
                <a:latin typeface="Open Sans"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t>1</a:t>
            </a:r>
            <a:endParaRPr lang="en-IN" sz="2000"/>
          </a:p>
        </p:txBody>
      </p:sp>
      <p:sp>
        <p:nvSpPr>
          <p:cNvPr id="53" name="Content Placeholder 78">
            <a:extLst>
              <a:ext uri="{FF2B5EF4-FFF2-40B4-BE49-F238E27FC236}">
                <a16:creationId xmlns:a16="http://schemas.microsoft.com/office/drawing/2014/main" id="{7845B25B-94C0-127F-8857-AF09AE30C50D}"/>
              </a:ext>
            </a:extLst>
          </p:cNvPr>
          <p:cNvSpPr txBox="1">
            <a:spLocks/>
          </p:cNvSpPr>
          <p:nvPr/>
        </p:nvSpPr>
        <p:spPr>
          <a:xfrm>
            <a:off x="2321765" y="2496296"/>
            <a:ext cx="458418" cy="442123"/>
          </a:xfrm>
          <a:prstGeom prst="ellipse">
            <a:avLst/>
          </a:prstGeom>
          <a:solidFill>
            <a:schemeClr val="tx2"/>
          </a:solidFill>
        </p:spPr>
        <p:txBody>
          <a:bodyPr lIns="0" rIns="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900" b="1" kern="1200">
                <a:solidFill>
                  <a:schemeClr val="bg1"/>
                </a:solidFill>
                <a:latin typeface="Open Sans"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t>2</a:t>
            </a:r>
            <a:endParaRPr lang="en-IN" sz="2000"/>
          </a:p>
        </p:txBody>
      </p:sp>
      <p:sp>
        <p:nvSpPr>
          <p:cNvPr id="54" name="Content Placeholder 78">
            <a:extLst>
              <a:ext uri="{FF2B5EF4-FFF2-40B4-BE49-F238E27FC236}">
                <a16:creationId xmlns:a16="http://schemas.microsoft.com/office/drawing/2014/main" id="{293292EE-E8CD-993E-1136-5A20143CC6A3}"/>
              </a:ext>
            </a:extLst>
          </p:cNvPr>
          <p:cNvSpPr txBox="1">
            <a:spLocks/>
          </p:cNvSpPr>
          <p:nvPr/>
        </p:nvSpPr>
        <p:spPr>
          <a:xfrm>
            <a:off x="2321765" y="3452363"/>
            <a:ext cx="458418" cy="442123"/>
          </a:xfrm>
          <a:prstGeom prst="ellipse">
            <a:avLst/>
          </a:prstGeom>
          <a:solidFill>
            <a:schemeClr val="tx2"/>
          </a:solidFill>
        </p:spPr>
        <p:txBody>
          <a:bodyPr lIns="0" rIns="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900" b="1" kern="1200">
                <a:solidFill>
                  <a:schemeClr val="bg1"/>
                </a:solidFill>
                <a:latin typeface="Open Sans"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t>3</a:t>
            </a:r>
            <a:endParaRPr lang="en-IN" sz="2000"/>
          </a:p>
        </p:txBody>
      </p:sp>
      <p:sp>
        <p:nvSpPr>
          <p:cNvPr id="55" name="Content Placeholder 78">
            <a:extLst>
              <a:ext uri="{FF2B5EF4-FFF2-40B4-BE49-F238E27FC236}">
                <a16:creationId xmlns:a16="http://schemas.microsoft.com/office/drawing/2014/main" id="{9BAAFCEA-5463-C407-3488-B4E12C4B6505}"/>
              </a:ext>
            </a:extLst>
          </p:cNvPr>
          <p:cNvSpPr txBox="1">
            <a:spLocks/>
          </p:cNvSpPr>
          <p:nvPr/>
        </p:nvSpPr>
        <p:spPr>
          <a:xfrm>
            <a:off x="2321765" y="4401578"/>
            <a:ext cx="458418" cy="442123"/>
          </a:xfrm>
          <a:prstGeom prst="ellipse">
            <a:avLst/>
          </a:prstGeom>
          <a:solidFill>
            <a:schemeClr val="tx2"/>
          </a:solidFill>
        </p:spPr>
        <p:txBody>
          <a:bodyPr lIns="0" rIns="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900" b="1" kern="1200">
                <a:solidFill>
                  <a:schemeClr val="bg1"/>
                </a:solidFill>
                <a:latin typeface="Open Sans"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t>4</a:t>
            </a:r>
            <a:endParaRPr lang="en-IN" sz="2000"/>
          </a:p>
        </p:txBody>
      </p:sp>
      <p:sp>
        <p:nvSpPr>
          <p:cNvPr id="56" name="Content Placeholder 78">
            <a:extLst>
              <a:ext uri="{FF2B5EF4-FFF2-40B4-BE49-F238E27FC236}">
                <a16:creationId xmlns:a16="http://schemas.microsoft.com/office/drawing/2014/main" id="{460014E8-B195-410D-480E-6A038CA8EAB1}"/>
              </a:ext>
            </a:extLst>
          </p:cNvPr>
          <p:cNvSpPr txBox="1">
            <a:spLocks/>
          </p:cNvSpPr>
          <p:nvPr/>
        </p:nvSpPr>
        <p:spPr>
          <a:xfrm>
            <a:off x="2321765" y="5368488"/>
            <a:ext cx="458418" cy="442123"/>
          </a:xfrm>
          <a:prstGeom prst="ellipse">
            <a:avLst/>
          </a:prstGeom>
          <a:solidFill>
            <a:schemeClr val="tx2"/>
          </a:solidFill>
        </p:spPr>
        <p:txBody>
          <a:bodyPr lIns="0" rIns="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900" b="1" kern="1200">
                <a:solidFill>
                  <a:schemeClr val="bg1"/>
                </a:solidFill>
                <a:latin typeface="Open Sans"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t>5</a:t>
            </a:r>
            <a:endParaRPr lang="en-IN" sz="2000"/>
          </a:p>
        </p:txBody>
      </p:sp>
    </p:spTree>
    <p:extLst>
      <p:ext uri="{BB962C8B-B14F-4D97-AF65-F5344CB8AC3E}">
        <p14:creationId xmlns:p14="http://schemas.microsoft.com/office/powerpoint/2010/main" val="92055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circle(out)">
                                      <p:cBhvr>
                                        <p:cTn id="7" dur="2000"/>
                                        <p:tgtEl>
                                          <p:spTgt spid="5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52"/>
                                        </p:tgtEl>
                                        <p:attrNameLst>
                                          <p:attrName>style.visibility</p:attrName>
                                        </p:attrNameLst>
                                      </p:cBhvr>
                                      <p:to>
                                        <p:strVal val="visible"/>
                                      </p:to>
                                    </p:set>
                                    <p:anim calcmode="lin" valueType="num">
                                      <p:cBhvr additive="base">
                                        <p:cTn id="12" dur="500" fill="hold"/>
                                        <p:tgtEl>
                                          <p:spTgt spid="52"/>
                                        </p:tgtEl>
                                        <p:attrNameLst>
                                          <p:attrName>ppt_x</p:attrName>
                                        </p:attrNameLst>
                                      </p:cBhvr>
                                      <p:tavLst>
                                        <p:tav tm="0">
                                          <p:val>
                                            <p:strVal val="0-#ppt_w/2"/>
                                          </p:val>
                                        </p:tav>
                                        <p:tav tm="100000">
                                          <p:val>
                                            <p:strVal val="#ppt_x"/>
                                          </p:val>
                                        </p:tav>
                                      </p:tavLst>
                                    </p:anim>
                                    <p:anim calcmode="lin" valueType="num">
                                      <p:cBhvr additive="base">
                                        <p:cTn id="13" dur="500" fill="hold"/>
                                        <p:tgtEl>
                                          <p:spTgt spid="52"/>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2" presetClass="entr" presetSubtype="2" fill="hold" grpId="0" nodeType="afterEffect">
                                  <p:stCondLst>
                                    <p:cond delay="0"/>
                                  </p:stCondLst>
                                  <p:childTnLst>
                                    <p:set>
                                      <p:cBhvr>
                                        <p:cTn id="16" dur="1" fill="hold">
                                          <p:stCondLst>
                                            <p:cond delay="0"/>
                                          </p:stCondLst>
                                        </p:cTn>
                                        <p:tgtEl>
                                          <p:spTgt spid="42"/>
                                        </p:tgtEl>
                                        <p:attrNameLst>
                                          <p:attrName>style.visibility</p:attrName>
                                        </p:attrNameLst>
                                      </p:cBhvr>
                                      <p:to>
                                        <p:strVal val="visible"/>
                                      </p:to>
                                    </p:set>
                                    <p:anim calcmode="lin" valueType="num">
                                      <p:cBhvr additive="base">
                                        <p:cTn id="17" dur="500" fill="hold"/>
                                        <p:tgtEl>
                                          <p:spTgt spid="42"/>
                                        </p:tgtEl>
                                        <p:attrNameLst>
                                          <p:attrName>ppt_x</p:attrName>
                                        </p:attrNameLst>
                                      </p:cBhvr>
                                      <p:tavLst>
                                        <p:tav tm="0">
                                          <p:val>
                                            <p:strVal val="1+#ppt_w/2"/>
                                          </p:val>
                                        </p:tav>
                                        <p:tav tm="100000">
                                          <p:val>
                                            <p:strVal val="#ppt_x"/>
                                          </p:val>
                                        </p:tav>
                                      </p:tavLst>
                                    </p:anim>
                                    <p:anim calcmode="lin" valueType="num">
                                      <p:cBhvr additive="base">
                                        <p:cTn id="18" dur="500" fill="hold"/>
                                        <p:tgtEl>
                                          <p:spTgt spid="42"/>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53"/>
                                        </p:tgtEl>
                                        <p:attrNameLst>
                                          <p:attrName>style.visibility</p:attrName>
                                        </p:attrNameLst>
                                      </p:cBhvr>
                                      <p:to>
                                        <p:strVal val="visible"/>
                                      </p:to>
                                    </p:set>
                                    <p:anim calcmode="lin" valueType="num">
                                      <p:cBhvr additive="base">
                                        <p:cTn id="23" dur="500" fill="hold"/>
                                        <p:tgtEl>
                                          <p:spTgt spid="53"/>
                                        </p:tgtEl>
                                        <p:attrNameLst>
                                          <p:attrName>ppt_x</p:attrName>
                                        </p:attrNameLst>
                                      </p:cBhvr>
                                      <p:tavLst>
                                        <p:tav tm="0">
                                          <p:val>
                                            <p:strVal val="0-#ppt_w/2"/>
                                          </p:val>
                                        </p:tav>
                                        <p:tav tm="100000">
                                          <p:val>
                                            <p:strVal val="#ppt_x"/>
                                          </p:val>
                                        </p:tav>
                                      </p:tavLst>
                                    </p:anim>
                                    <p:anim calcmode="lin" valueType="num">
                                      <p:cBhvr additive="base">
                                        <p:cTn id="24" dur="500" fill="hold"/>
                                        <p:tgtEl>
                                          <p:spTgt spid="53"/>
                                        </p:tgtEl>
                                        <p:attrNameLst>
                                          <p:attrName>ppt_y</p:attrName>
                                        </p:attrNameLst>
                                      </p:cBhvr>
                                      <p:tavLst>
                                        <p:tav tm="0">
                                          <p:val>
                                            <p:strVal val="#ppt_y"/>
                                          </p:val>
                                        </p:tav>
                                        <p:tav tm="100000">
                                          <p:val>
                                            <p:strVal val="#ppt_y"/>
                                          </p:val>
                                        </p:tav>
                                      </p:tavLst>
                                    </p:anim>
                                  </p:childTnLst>
                                </p:cTn>
                              </p:par>
                            </p:childTnLst>
                          </p:cTn>
                        </p:par>
                        <p:par>
                          <p:cTn id="25" fill="hold">
                            <p:stCondLst>
                              <p:cond delay="500"/>
                            </p:stCondLst>
                            <p:childTnLst>
                              <p:par>
                                <p:cTn id="26" presetID="2" presetClass="entr" presetSubtype="2" fill="hold" grpId="0" nodeType="afterEffect">
                                  <p:stCondLst>
                                    <p:cond delay="0"/>
                                  </p:stCondLst>
                                  <p:childTnLst>
                                    <p:set>
                                      <p:cBhvr>
                                        <p:cTn id="27" dur="1" fill="hold">
                                          <p:stCondLst>
                                            <p:cond delay="0"/>
                                          </p:stCondLst>
                                        </p:cTn>
                                        <p:tgtEl>
                                          <p:spTgt spid="43"/>
                                        </p:tgtEl>
                                        <p:attrNameLst>
                                          <p:attrName>style.visibility</p:attrName>
                                        </p:attrNameLst>
                                      </p:cBhvr>
                                      <p:to>
                                        <p:strVal val="visible"/>
                                      </p:to>
                                    </p:set>
                                    <p:anim calcmode="lin" valueType="num">
                                      <p:cBhvr additive="base">
                                        <p:cTn id="28" dur="500" fill="hold"/>
                                        <p:tgtEl>
                                          <p:spTgt spid="43"/>
                                        </p:tgtEl>
                                        <p:attrNameLst>
                                          <p:attrName>ppt_x</p:attrName>
                                        </p:attrNameLst>
                                      </p:cBhvr>
                                      <p:tavLst>
                                        <p:tav tm="0">
                                          <p:val>
                                            <p:strVal val="1+#ppt_w/2"/>
                                          </p:val>
                                        </p:tav>
                                        <p:tav tm="100000">
                                          <p:val>
                                            <p:strVal val="#ppt_x"/>
                                          </p:val>
                                        </p:tav>
                                      </p:tavLst>
                                    </p:anim>
                                    <p:anim calcmode="lin" valueType="num">
                                      <p:cBhvr additive="base">
                                        <p:cTn id="29" dur="500" fill="hold"/>
                                        <p:tgtEl>
                                          <p:spTgt spid="43"/>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54"/>
                                        </p:tgtEl>
                                        <p:attrNameLst>
                                          <p:attrName>style.visibility</p:attrName>
                                        </p:attrNameLst>
                                      </p:cBhvr>
                                      <p:to>
                                        <p:strVal val="visible"/>
                                      </p:to>
                                    </p:set>
                                    <p:anim calcmode="lin" valueType="num">
                                      <p:cBhvr additive="base">
                                        <p:cTn id="34" dur="500" fill="hold"/>
                                        <p:tgtEl>
                                          <p:spTgt spid="54"/>
                                        </p:tgtEl>
                                        <p:attrNameLst>
                                          <p:attrName>ppt_x</p:attrName>
                                        </p:attrNameLst>
                                      </p:cBhvr>
                                      <p:tavLst>
                                        <p:tav tm="0">
                                          <p:val>
                                            <p:strVal val="0-#ppt_w/2"/>
                                          </p:val>
                                        </p:tav>
                                        <p:tav tm="100000">
                                          <p:val>
                                            <p:strVal val="#ppt_x"/>
                                          </p:val>
                                        </p:tav>
                                      </p:tavLst>
                                    </p:anim>
                                    <p:anim calcmode="lin" valueType="num">
                                      <p:cBhvr additive="base">
                                        <p:cTn id="35" dur="500" fill="hold"/>
                                        <p:tgtEl>
                                          <p:spTgt spid="54"/>
                                        </p:tgtEl>
                                        <p:attrNameLst>
                                          <p:attrName>ppt_y</p:attrName>
                                        </p:attrNameLst>
                                      </p:cBhvr>
                                      <p:tavLst>
                                        <p:tav tm="0">
                                          <p:val>
                                            <p:strVal val="#ppt_y"/>
                                          </p:val>
                                        </p:tav>
                                        <p:tav tm="100000">
                                          <p:val>
                                            <p:strVal val="#ppt_y"/>
                                          </p:val>
                                        </p:tav>
                                      </p:tavLst>
                                    </p:anim>
                                  </p:childTnLst>
                                </p:cTn>
                              </p:par>
                            </p:childTnLst>
                          </p:cTn>
                        </p:par>
                        <p:par>
                          <p:cTn id="36" fill="hold">
                            <p:stCondLst>
                              <p:cond delay="500"/>
                            </p:stCondLst>
                            <p:childTnLst>
                              <p:par>
                                <p:cTn id="37" presetID="2" presetClass="entr" presetSubtype="2" fill="hold" grpId="0" nodeType="afterEffect">
                                  <p:stCondLst>
                                    <p:cond delay="0"/>
                                  </p:stCondLst>
                                  <p:childTnLst>
                                    <p:set>
                                      <p:cBhvr>
                                        <p:cTn id="38" dur="1" fill="hold">
                                          <p:stCondLst>
                                            <p:cond delay="0"/>
                                          </p:stCondLst>
                                        </p:cTn>
                                        <p:tgtEl>
                                          <p:spTgt spid="44"/>
                                        </p:tgtEl>
                                        <p:attrNameLst>
                                          <p:attrName>style.visibility</p:attrName>
                                        </p:attrNameLst>
                                      </p:cBhvr>
                                      <p:to>
                                        <p:strVal val="visible"/>
                                      </p:to>
                                    </p:set>
                                    <p:anim calcmode="lin" valueType="num">
                                      <p:cBhvr additive="base">
                                        <p:cTn id="39" dur="500" fill="hold"/>
                                        <p:tgtEl>
                                          <p:spTgt spid="44"/>
                                        </p:tgtEl>
                                        <p:attrNameLst>
                                          <p:attrName>ppt_x</p:attrName>
                                        </p:attrNameLst>
                                      </p:cBhvr>
                                      <p:tavLst>
                                        <p:tav tm="0">
                                          <p:val>
                                            <p:strVal val="1+#ppt_w/2"/>
                                          </p:val>
                                        </p:tav>
                                        <p:tav tm="100000">
                                          <p:val>
                                            <p:strVal val="#ppt_x"/>
                                          </p:val>
                                        </p:tav>
                                      </p:tavLst>
                                    </p:anim>
                                    <p:anim calcmode="lin" valueType="num">
                                      <p:cBhvr additive="base">
                                        <p:cTn id="40" dur="500" fill="hold"/>
                                        <p:tgtEl>
                                          <p:spTgt spid="44"/>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55"/>
                                        </p:tgtEl>
                                        <p:attrNameLst>
                                          <p:attrName>style.visibility</p:attrName>
                                        </p:attrNameLst>
                                      </p:cBhvr>
                                      <p:to>
                                        <p:strVal val="visible"/>
                                      </p:to>
                                    </p:set>
                                    <p:anim calcmode="lin" valueType="num">
                                      <p:cBhvr additive="base">
                                        <p:cTn id="45" dur="500" fill="hold"/>
                                        <p:tgtEl>
                                          <p:spTgt spid="55"/>
                                        </p:tgtEl>
                                        <p:attrNameLst>
                                          <p:attrName>ppt_x</p:attrName>
                                        </p:attrNameLst>
                                      </p:cBhvr>
                                      <p:tavLst>
                                        <p:tav tm="0">
                                          <p:val>
                                            <p:strVal val="0-#ppt_w/2"/>
                                          </p:val>
                                        </p:tav>
                                        <p:tav tm="100000">
                                          <p:val>
                                            <p:strVal val="#ppt_x"/>
                                          </p:val>
                                        </p:tav>
                                      </p:tavLst>
                                    </p:anim>
                                    <p:anim calcmode="lin" valueType="num">
                                      <p:cBhvr additive="base">
                                        <p:cTn id="46" dur="500" fill="hold"/>
                                        <p:tgtEl>
                                          <p:spTgt spid="55"/>
                                        </p:tgtEl>
                                        <p:attrNameLst>
                                          <p:attrName>ppt_y</p:attrName>
                                        </p:attrNameLst>
                                      </p:cBhvr>
                                      <p:tavLst>
                                        <p:tav tm="0">
                                          <p:val>
                                            <p:strVal val="#ppt_y"/>
                                          </p:val>
                                        </p:tav>
                                        <p:tav tm="100000">
                                          <p:val>
                                            <p:strVal val="#ppt_y"/>
                                          </p:val>
                                        </p:tav>
                                      </p:tavLst>
                                    </p:anim>
                                  </p:childTnLst>
                                </p:cTn>
                              </p:par>
                            </p:childTnLst>
                          </p:cTn>
                        </p:par>
                        <p:par>
                          <p:cTn id="47" fill="hold">
                            <p:stCondLst>
                              <p:cond delay="500"/>
                            </p:stCondLst>
                            <p:childTnLst>
                              <p:par>
                                <p:cTn id="48" presetID="2" presetClass="entr" presetSubtype="2" fill="hold" grpId="0" nodeType="afterEffect">
                                  <p:stCondLst>
                                    <p:cond delay="0"/>
                                  </p:stCondLst>
                                  <p:childTnLst>
                                    <p:set>
                                      <p:cBhvr>
                                        <p:cTn id="49" dur="1" fill="hold">
                                          <p:stCondLst>
                                            <p:cond delay="0"/>
                                          </p:stCondLst>
                                        </p:cTn>
                                        <p:tgtEl>
                                          <p:spTgt spid="45"/>
                                        </p:tgtEl>
                                        <p:attrNameLst>
                                          <p:attrName>style.visibility</p:attrName>
                                        </p:attrNameLst>
                                      </p:cBhvr>
                                      <p:to>
                                        <p:strVal val="visible"/>
                                      </p:to>
                                    </p:set>
                                    <p:anim calcmode="lin" valueType="num">
                                      <p:cBhvr additive="base">
                                        <p:cTn id="50" dur="500" fill="hold"/>
                                        <p:tgtEl>
                                          <p:spTgt spid="45"/>
                                        </p:tgtEl>
                                        <p:attrNameLst>
                                          <p:attrName>ppt_x</p:attrName>
                                        </p:attrNameLst>
                                      </p:cBhvr>
                                      <p:tavLst>
                                        <p:tav tm="0">
                                          <p:val>
                                            <p:strVal val="1+#ppt_w/2"/>
                                          </p:val>
                                        </p:tav>
                                        <p:tav tm="100000">
                                          <p:val>
                                            <p:strVal val="#ppt_x"/>
                                          </p:val>
                                        </p:tav>
                                      </p:tavLst>
                                    </p:anim>
                                    <p:anim calcmode="lin" valueType="num">
                                      <p:cBhvr additive="base">
                                        <p:cTn id="51" dur="500" fill="hold"/>
                                        <p:tgtEl>
                                          <p:spTgt spid="45"/>
                                        </p:tgtEl>
                                        <p:attrNameLst>
                                          <p:attrName>ppt_y</p:attrName>
                                        </p:attrNameLst>
                                      </p:cBhvr>
                                      <p:tavLst>
                                        <p:tav tm="0">
                                          <p:val>
                                            <p:strVal val="#ppt_y"/>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8" fill="hold" grpId="0" nodeType="clickEffect">
                                  <p:stCondLst>
                                    <p:cond delay="0"/>
                                  </p:stCondLst>
                                  <p:childTnLst>
                                    <p:set>
                                      <p:cBhvr>
                                        <p:cTn id="55" dur="1" fill="hold">
                                          <p:stCondLst>
                                            <p:cond delay="0"/>
                                          </p:stCondLst>
                                        </p:cTn>
                                        <p:tgtEl>
                                          <p:spTgt spid="56"/>
                                        </p:tgtEl>
                                        <p:attrNameLst>
                                          <p:attrName>style.visibility</p:attrName>
                                        </p:attrNameLst>
                                      </p:cBhvr>
                                      <p:to>
                                        <p:strVal val="visible"/>
                                      </p:to>
                                    </p:set>
                                    <p:anim calcmode="lin" valueType="num">
                                      <p:cBhvr additive="base">
                                        <p:cTn id="56" dur="500" fill="hold"/>
                                        <p:tgtEl>
                                          <p:spTgt spid="56"/>
                                        </p:tgtEl>
                                        <p:attrNameLst>
                                          <p:attrName>ppt_x</p:attrName>
                                        </p:attrNameLst>
                                      </p:cBhvr>
                                      <p:tavLst>
                                        <p:tav tm="0">
                                          <p:val>
                                            <p:strVal val="0-#ppt_w/2"/>
                                          </p:val>
                                        </p:tav>
                                        <p:tav tm="100000">
                                          <p:val>
                                            <p:strVal val="#ppt_x"/>
                                          </p:val>
                                        </p:tav>
                                      </p:tavLst>
                                    </p:anim>
                                    <p:anim calcmode="lin" valueType="num">
                                      <p:cBhvr additive="base">
                                        <p:cTn id="57" dur="500" fill="hold"/>
                                        <p:tgtEl>
                                          <p:spTgt spid="56"/>
                                        </p:tgtEl>
                                        <p:attrNameLst>
                                          <p:attrName>ppt_y</p:attrName>
                                        </p:attrNameLst>
                                      </p:cBhvr>
                                      <p:tavLst>
                                        <p:tav tm="0">
                                          <p:val>
                                            <p:strVal val="#ppt_y"/>
                                          </p:val>
                                        </p:tav>
                                        <p:tav tm="100000">
                                          <p:val>
                                            <p:strVal val="#ppt_y"/>
                                          </p:val>
                                        </p:tav>
                                      </p:tavLst>
                                    </p:anim>
                                  </p:childTnLst>
                                </p:cTn>
                              </p:par>
                            </p:childTnLst>
                          </p:cTn>
                        </p:par>
                        <p:par>
                          <p:cTn id="58" fill="hold">
                            <p:stCondLst>
                              <p:cond delay="500"/>
                            </p:stCondLst>
                            <p:childTnLst>
                              <p:par>
                                <p:cTn id="59" presetID="2" presetClass="entr" presetSubtype="2" fill="hold" grpId="0" nodeType="afterEffect">
                                  <p:stCondLst>
                                    <p:cond delay="0"/>
                                  </p:stCondLst>
                                  <p:childTnLst>
                                    <p:set>
                                      <p:cBhvr>
                                        <p:cTn id="60" dur="1" fill="hold">
                                          <p:stCondLst>
                                            <p:cond delay="0"/>
                                          </p:stCondLst>
                                        </p:cTn>
                                        <p:tgtEl>
                                          <p:spTgt spid="46"/>
                                        </p:tgtEl>
                                        <p:attrNameLst>
                                          <p:attrName>style.visibility</p:attrName>
                                        </p:attrNameLst>
                                      </p:cBhvr>
                                      <p:to>
                                        <p:strVal val="visible"/>
                                      </p:to>
                                    </p:set>
                                    <p:anim calcmode="lin" valueType="num">
                                      <p:cBhvr additive="base">
                                        <p:cTn id="61" dur="500" fill="hold"/>
                                        <p:tgtEl>
                                          <p:spTgt spid="46"/>
                                        </p:tgtEl>
                                        <p:attrNameLst>
                                          <p:attrName>ppt_x</p:attrName>
                                        </p:attrNameLst>
                                      </p:cBhvr>
                                      <p:tavLst>
                                        <p:tav tm="0">
                                          <p:val>
                                            <p:strVal val="1+#ppt_w/2"/>
                                          </p:val>
                                        </p:tav>
                                        <p:tav tm="100000">
                                          <p:val>
                                            <p:strVal val="#ppt_x"/>
                                          </p:val>
                                        </p:tav>
                                      </p:tavLst>
                                    </p:anim>
                                    <p:anim calcmode="lin" valueType="num">
                                      <p:cBhvr additive="base">
                                        <p:cTn id="62" dur="500" fill="hold"/>
                                        <p:tgtEl>
                                          <p:spTgt spid="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p:bldP spid="44" grpId="0"/>
      <p:bldP spid="45" grpId="0"/>
      <p:bldP spid="46" grpId="0"/>
      <p:bldP spid="52" grpId="0" animBg="1"/>
      <p:bldP spid="53" grpId="0" animBg="1"/>
      <p:bldP spid="54" grpId="0" animBg="1"/>
      <p:bldP spid="55" grpId="0" animBg="1"/>
      <p:bldP spid="5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sosceles Triangle 4">
            <a:extLst>
              <a:ext uri="{FF2B5EF4-FFF2-40B4-BE49-F238E27FC236}">
                <a16:creationId xmlns:a16="http://schemas.microsoft.com/office/drawing/2014/main" id="{5E80D0D9-18FF-495D-97FC-32FB1569CB3A}"/>
              </a:ext>
            </a:extLst>
          </p:cNvPr>
          <p:cNvSpPr/>
          <p:nvPr/>
        </p:nvSpPr>
        <p:spPr>
          <a:xfrm rot="10800000">
            <a:off x="5321096" y="-1"/>
            <a:ext cx="4348468" cy="5021943"/>
          </a:xfrm>
          <a:prstGeom prst="triangle">
            <a:avLst/>
          </a:prstGeom>
          <a:gradFill>
            <a:gsLst>
              <a:gs pos="50000">
                <a:srgbClr val="F2672A"/>
              </a:gs>
              <a:gs pos="0">
                <a:srgbClr val="BF2026"/>
              </a:gs>
              <a:gs pos="100000">
                <a:srgbClr val="F68721">
                  <a:alpha val="87843"/>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grpSp>
        <p:nvGrpSpPr>
          <p:cNvPr id="7" name="Group 6">
            <a:extLst>
              <a:ext uri="{FF2B5EF4-FFF2-40B4-BE49-F238E27FC236}">
                <a16:creationId xmlns:a16="http://schemas.microsoft.com/office/drawing/2014/main" id="{D9E57042-2897-48F9-9980-E8A19BAF140C}"/>
              </a:ext>
            </a:extLst>
          </p:cNvPr>
          <p:cNvGrpSpPr/>
          <p:nvPr/>
        </p:nvGrpSpPr>
        <p:grpSpPr>
          <a:xfrm>
            <a:off x="598046" y="2098526"/>
            <a:ext cx="6213554" cy="1502440"/>
            <a:chOff x="598046" y="2205347"/>
            <a:chExt cx="6213554" cy="1502440"/>
          </a:xfrm>
        </p:grpSpPr>
        <p:sp>
          <p:nvSpPr>
            <p:cNvPr id="4" name="Title 6">
              <a:extLst>
                <a:ext uri="{FF2B5EF4-FFF2-40B4-BE49-F238E27FC236}">
                  <a16:creationId xmlns:a16="http://schemas.microsoft.com/office/drawing/2014/main" id="{6D7D09B0-3383-BB41-E4F8-37FD6616071B}"/>
                </a:ext>
              </a:extLst>
            </p:cNvPr>
            <p:cNvSpPr txBox="1">
              <a:spLocks/>
            </p:cNvSpPr>
            <p:nvPr/>
          </p:nvSpPr>
          <p:spPr>
            <a:xfrm>
              <a:off x="715600" y="2205347"/>
              <a:ext cx="6096000" cy="1015663"/>
            </a:xfrm>
            <a:prstGeom prst="rect">
              <a:avLst/>
            </a:prstGeom>
          </p:spPr>
          <p:txBody>
            <a:bodyPr vert="horz" wrap="square" lIns="0" tIns="0" rIns="0" bIns="0" rtlCol="0" anchor="t" anchorCtr="0">
              <a:spAutoFit/>
            </a:bodyPr>
            <a:lstStyle>
              <a:lvl1pPr algn="l" defTabSz="914400" rtl="0" eaLnBrk="1" latinLnBrk="0" hangingPunct="1">
                <a:lnSpc>
                  <a:spcPct val="100000"/>
                </a:lnSpc>
                <a:spcBef>
                  <a:spcPct val="0"/>
                </a:spcBef>
                <a:buNone/>
                <a:defRPr lang="en-US" sz="3200" b="1" kern="1200" dirty="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sz="6600" b="1" i="0" u="none" strike="noStrike" kern="1200" cap="none" spc="0" normalizeH="0" baseline="0" noProof="0" dirty="0">
                  <a:ln>
                    <a:noFill/>
                  </a:ln>
                  <a:solidFill>
                    <a:srgbClr val="FFFFFF"/>
                  </a:solidFill>
                  <a:effectLst/>
                  <a:uLnTx/>
                  <a:uFillTx/>
                  <a:latin typeface="Barlow" panose="00000500000000000000" pitchFamily="2" charset="0"/>
                  <a:ea typeface="+mj-ea"/>
                  <a:cs typeface="+mj-cs"/>
                </a:rPr>
                <a:t>Tanya Jawab</a:t>
              </a:r>
            </a:p>
          </p:txBody>
        </p:sp>
        <p:sp>
          <p:nvSpPr>
            <p:cNvPr id="23" name="TextBox 22">
              <a:extLst>
                <a:ext uri="{FF2B5EF4-FFF2-40B4-BE49-F238E27FC236}">
                  <a16:creationId xmlns:a16="http://schemas.microsoft.com/office/drawing/2014/main" id="{27EAC6EA-77DA-46F4-A8FC-03435FB82521}"/>
                </a:ext>
              </a:extLst>
            </p:cNvPr>
            <p:cNvSpPr txBox="1"/>
            <p:nvPr/>
          </p:nvSpPr>
          <p:spPr>
            <a:xfrm>
              <a:off x="598046" y="3338455"/>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i-FI" sz="1800" b="0" i="0" u="none" strike="noStrike" kern="1200" cap="none" spc="0" normalizeH="0" baseline="0" noProof="0" dirty="0">
                  <a:ln>
                    <a:noFill/>
                  </a:ln>
                  <a:solidFill>
                    <a:srgbClr val="FFFFFF"/>
                  </a:solidFill>
                  <a:effectLst/>
                  <a:uLnTx/>
                  <a:uFillTx/>
                  <a:latin typeface="Barlow-Regular" panose="02040502050405020303"/>
                  <a:ea typeface="+mn-ea"/>
                  <a:cs typeface="+mn-cs"/>
                </a:rPr>
                <a:t>Jika Anda memiliki pertanyaan, TANYAKAN</a:t>
              </a:r>
              <a:endParaRPr kumimoji="0" lang="en-US" sz="1800" b="0" i="0" u="none" strike="noStrike" kern="1200" cap="none" spc="0" normalizeH="0" baseline="0" noProof="0" dirty="0">
                <a:ln>
                  <a:noFill/>
                </a:ln>
                <a:solidFill>
                  <a:srgbClr val="FFFFFF"/>
                </a:solidFill>
                <a:effectLst/>
                <a:uLnTx/>
                <a:uFillTx/>
                <a:latin typeface="Barlow-Regular" panose="02040502050405020303"/>
                <a:ea typeface="+mn-ea"/>
                <a:cs typeface="+mn-cs"/>
              </a:endParaRPr>
            </a:p>
          </p:txBody>
        </p:sp>
      </p:grpSp>
      <p:grpSp>
        <p:nvGrpSpPr>
          <p:cNvPr id="24" name="Group 23">
            <a:extLst>
              <a:ext uri="{FF2B5EF4-FFF2-40B4-BE49-F238E27FC236}">
                <a16:creationId xmlns:a16="http://schemas.microsoft.com/office/drawing/2014/main" id="{4E046AFE-5E0C-43D9-A7CE-F505083248C5}"/>
              </a:ext>
            </a:extLst>
          </p:cNvPr>
          <p:cNvGrpSpPr/>
          <p:nvPr/>
        </p:nvGrpSpPr>
        <p:grpSpPr>
          <a:xfrm>
            <a:off x="647700" y="5924400"/>
            <a:ext cx="1951864" cy="324000"/>
            <a:chOff x="3753875" y="6160946"/>
            <a:chExt cx="1951864" cy="324000"/>
          </a:xfrm>
        </p:grpSpPr>
        <p:pic>
          <p:nvPicPr>
            <p:cNvPr id="25" name="Graphic 24">
              <a:hlinkClick r:id="rId3"/>
              <a:extLst>
                <a:ext uri="{FF2B5EF4-FFF2-40B4-BE49-F238E27FC236}">
                  <a16:creationId xmlns:a16="http://schemas.microsoft.com/office/drawing/2014/main" id="{05A40F9F-EF61-4BD0-A4DA-E26393A90BD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092408" y="6176371"/>
              <a:ext cx="270000" cy="270000"/>
            </a:xfrm>
            <a:prstGeom prst="rect">
              <a:avLst/>
            </a:prstGeom>
          </p:spPr>
        </p:pic>
        <p:pic>
          <p:nvPicPr>
            <p:cNvPr id="26" name="Graphic 25">
              <a:hlinkClick r:id="rId6"/>
              <a:extLst>
                <a:ext uri="{FF2B5EF4-FFF2-40B4-BE49-F238E27FC236}">
                  <a16:creationId xmlns:a16="http://schemas.microsoft.com/office/drawing/2014/main" id="{C589EC91-7F1B-4156-A23B-F4855469FF6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69474" y="6160946"/>
              <a:ext cx="259200" cy="324000"/>
            </a:xfrm>
            <a:prstGeom prst="rect">
              <a:avLst/>
            </a:prstGeom>
          </p:spPr>
        </p:pic>
        <p:pic>
          <p:nvPicPr>
            <p:cNvPr id="27" name="Graphic 26">
              <a:hlinkClick r:id="rId9"/>
              <a:extLst>
                <a:ext uri="{FF2B5EF4-FFF2-40B4-BE49-F238E27FC236}">
                  <a16:creationId xmlns:a16="http://schemas.microsoft.com/office/drawing/2014/main" id="{CD081E83-2AEE-4ED3-96D0-EE34C7D1B73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097207" y="6176371"/>
              <a:ext cx="270000" cy="270000"/>
            </a:xfrm>
            <a:prstGeom prst="rect">
              <a:avLst/>
            </a:prstGeom>
          </p:spPr>
        </p:pic>
        <p:pic>
          <p:nvPicPr>
            <p:cNvPr id="28" name="Graphic 27">
              <a:hlinkClick r:id="rId12"/>
              <a:extLst>
                <a:ext uri="{FF2B5EF4-FFF2-40B4-BE49-F238E27FC236}">
                  <a16:creationId xmlns:a16="http://schemas.microsoft.com/office/drawing/2014/main" id="{8B932768-48D5-4F23-A2BC-7A81AEC8202B}"/>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430941" y="6176371"/>
              <a:ext cx="270000" cy="270000"/>
            </a:xfrm>
            <a:prstGeom prst="rect">
              <a:avLst/>
            </a:prstGeom>
          </p:spPr>
        </p:pic>
        <p:pic>
          <p:nvPicPr>
            <p:cNvPr id="29" name="Graphic 28">
              <a:hlinkClick r:id="rId15"/>
              <a:extLst>
                <a:ext uri="{FF2B5EF4-FFF2-40B4-BE49-F238E27FC236}">
                  <a16:creationId xmlns:a16="http://schemas.microsoft.com/office/drawing/2014/main" id="{BE04CC2D-DD4A-48FD-95E0-AB7E89349A9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753875" y="6187946"/>
              <a:ext cx="270000" cy="270000"/>
            </a:xfrm>
            <a:prstGeom prst="rect">
              <a:avLst/>
            </a:prstGeom>
          </p:spPr>
        </p:pic>
        <p:pic>
          <p:nvPicPr>
            <p:cNvPr id="30" name="Graphic 29" descr="World">
              <a:hlinkClick r:id="rId18"/>
              <a:extLst>
                <a:ext uri="{FF2B5EF4-FFF2-40B4-BE49-F238E27FC236}">
                  <a16:creationId xmlns:a16="http://schemas.microsoft.com/office/drawing/2014/main" id="{B07C090D-F3CE-4889-8E1B-DF6B23A8FDA7}"/>
                </a:ext>
              </a:extLst>
            </p:cNvPr>
            <p:cNvPicPr>
              <a:picLocks noChangeAspect="1"/>
            </p:cNvPicPr>
            <p:nvPr/>
          </p:nvPicPr>
          <p:blipFill>
            <a:blip r:embed="rId19" cstate="screen">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5435739" y="6176371"/>
              <a:ext cx="270000" cy="270000"/>
            </a:xfrm>
            <a:prstGeom prst="rect">
              <a:avLst/>
            </a:prstGeom>
          </p:spPr>
        </p:pic>
      </p:grpSp>
      <p:sp>
        <p:nvSpPr>
          <p:cNvPr id="14" name="Rectangle 54">
            <a:extLst>
              <a:ext uri="{FF2B5EF4-FFF2-40B4-BE49-F238E27FC236}">
                <a16:creationId xmlns:a16="http://schemas.microsoft.com/office/drawing/2014/main" id="{BAB08ADE-2DE7-426F-BCD2-66F6F8118E77}"/>
              </a:ext>
            </a:extLst>
          </p:cNvPr>
          <p:cNvSpPr/>
          <p:nvPr/>
        </p:nvSpPr>
        <p:spPr>
          <a:xfrm>
            <a:off x="4635500" y="-25400"/>
            <a:ext cx="7564100" cy="6883400"/>
          </a:xfrm>
          <a:custGeom>
            <a:avLst/>
            <a:gdLst>
              <a:gd name="connsiteX0" fmla="*/ 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0 w 7564100"/>
              <a:gd name="connsiteY4" fmla="*/ 0 h 6858000"/>
              <a:gd name="connsiteX0" fmla="*/ 403860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4038600 w 7564100"/>
              <a:gd name="connsiteY4" fmla="*/ 0 h 6858000"/>
              <a:gd name="connsiteX0" fmla="*/ 4622800 w 7564100"/>
              <a:gd name="connsiteY0" fmla="*/ 0 h 6883400"/>
              <a:gd name="connsiteX1" fmla="*/ 7564100 w 7564100"/>
              <a:gd name="connsiteY1" fmla="*/ 25400 h 6883400"/>
              <a:gd name="connsiteX2" fmla="*/ 7564100 w 7564100"/>
              <a:gd name="connsiteY2" fmla="*/ 6883400 h 6883400"/>
              <a:gd name="connsiteX3" fmla="*/ 0 w 7564100"/>
              <a:gd name="connsiteY3" fmla="*/ 6883400 h 6883400"/>
              <a:gd name="connsiteX4" fmla="*/ 4622800 w 7564100"/>
              <a:gd name="connsiteY4" fmla="*/ 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4100" h="6883400">
                <a:moveTo>
                  <a:pt x="4622800" y="0"/>
                </a:moveTo>
                <a:lnTo>
                  <a:pt x="7564100" y="25400"/>
                </a:lnTo>
                <a:lnTo>
                  <a:pt x="7564100" y="6883400"/>
                </a:lnTo>
                <a:lnTo>
                  <a:pt x="0" y="6883400"/>
                </a:lnTo>
                <a:lnTo>
                  <a:pt x="4622800" y="0"/>
                </a:lnTo>
                <a:close/>
              </a:path>
            </a:pathLst>
          </a:custGeom>
          <a:solidFill>
            <a:srgbClr val="BF2026">
              <a:alpha val="1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Barlow-Regular" panose="02040502050405020303"/>
              <a:ea typeface="+mn-ea"/>
              <a:cs typeface="+mn-cs"/>
            </a:endParaRPr>
          </a:p>
        </p:txBody>
      </p:sp>
      <p:pic>
        <p:nvPicPr>
          <p:cNvPr id="3" name="Picture 2">
            <a:extLst>
              <a:ext uri="{FF2B5EF4-FFF2-40B4-BE49-F238E27FC236}">
                <a16:creationId xmlns:a16="http://schemas.microsoft.com/office/drawing/2014/main" id="{2E9CA416-93FA-4E74-A9B8-BC57DD94E52D}"/>
              </a:ext>
            </a:extLst>
          </p:cNvPr>
          <p:cNvPicPr>
            <a:picLocks noChangeAspect="1"/>
          </p:cNvPicPr>
          <p:nvPr/>
        </p:nvPicPr>
        <p:blipFill rotWithShape="1">
          <a:blip r:embed="rId21" cstate="email">
            <a:extLst>
              <a:ext uri="{28A0092B-C50C-407E-A947-70E740481C1C}">
                <a14:useLocalDpi xmlns:a14="http://schemas.microsoft.com/office/drawing/2010/main"/>
              </a:ext>
            </a:extLst>
          </a:blip>
          <a:srcRect b="1647"/>
          <a:stretch/>
        </p:blipFill>
        <p:spPr>
          <a:xfrm>
            <a:off x="5176133" y="358111"/>
            <a:ext cx="4638394" cy="6499889"/>
          </a:xfrm>
          <a:prstGeom prst="rect">
            <a:avLst/>
          </a:prstGeom>
        </p:spPr>
      </p:pic>
      <p:sp>
        <p:nvSpPr>
          <p:cNvPr id="2" name="TextBox 1">
            <a:extLst>
              <a:ext uri="{FF2B5EF4-FFF2-40B4-BE49-F238E27FC236}">
                <a16:creationId xmlns:a16="http://schemas.microsoft.com/office/drawing/2014/main" id="{B2C44030-BDD0-DDBF-6A69-02DE3E071681}"/>
              </a:ext>
            </a:extLst>
          </p:cNvPr>
          <p:cNvSpPr txBox="1"/>
          <p:nvPr/>
        </p:nvSpPr>
        <p:spPr>
          <a:xfrm>
            <a:off x="-5927849" y="488581"/>
            <a:ext cx="4750662" cy="535531"/>
          </a:xfrm>
          <a:prstGeom prst="rect">
            <a:avLst/>
          </a:prstGeom>
          <a:noFill/>
        </p:spPr>
        <p:txBody>
          <a:bodyPr wrap="square">
            <a:spAutoFit/>
          </a:body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IN" sz="3600" b="0" i="0" u="none" strike="noStrike" kern="1200" cap="none" spc="0" normalizeH="0" baseline="0" noProof="0">
                <a:ln>
                  <a:noFill/>
                </a:ln>
                <a:solidFill>
                  <a:prstClr val="white"/>
                </a:solidFill>
                <a:effectLst/>
                <a:uLnTx/>
                <a:uFillTx/>
                <a:latin typeface="Barlow "/>
                <a:ea typeface="+mn-ea"/>
                <a:cs typeface="+mn-cs"/>
              </a:rPr>
              <a:t>WHY NOW?</a:t>
            </a:r>
            <a:endParaRPr kumimoji="0" lang="en-IN" sz="3600" b="1" i="0" u="none" strike="noStrike" kern="1200" cap="none" spc="0" normalizeH="0" baseline="0" noProof="0">
              <a:ln>
                <a:noFill/>
              </a:ln>
              <a:solidFill>
                <a:prstClr val="white"/>
              </a:solidFill>
              <a:effectLst/>
              <a:uLnTx/>
              <a:uFillTx/>
              <a:latin typeface="Barlow "/>
              <a:ea typeface="+mn-ea"/>
              <a:cs typeface="+mn-cs"/>
            </a:endParaRPr>
          </a:p>
        </p:txBody>
      </p:sp>
      <p:sp>
        <p:nvSpPr>
          <p:cNvPr id="6" name="TextBox 5">
            <a:extLst>
              <a:ext uri="{FF2B5EF4-FFF2-40B4-BE49-F238E27FC236}">
                <a16:creationId xmlns:a16="http://schemas.microsoft.com/office/drawing/2014/main" id="{E4BC76D1-1802-7CBC-7A3A-BB6A75731B2F}"/>
              </a:ext>
            </a:extLst>
          </p:cNvPr>
          <p:cNvSpPr txBox="1"/>
          <p:nvPr/>
        </p:nvSpPr>
        <p:spPr>
          <a:xfrm>
            <a:off x="-5927849" y="6324088"/>
            <a:ext cx="3895319"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prstClr val="white"/>
                </a:solidFill>
                <a:effectLst/>
                <a:uLnTx/>
                <a:uFillTx/>
                <a:latin typeface="Barlow" pitchFamily="2" charset="77"/>
                <a:ea typeface="+mn-ea"/>
                <a:cs typeface="+mn-cs"/>
              </a:rPr>
              <a:t>The Indian Economy Review January 2024 by Finance Ministry</a:t>
            </a:r>
          </a:p>
        </p:txBody>
      </p:sp>
      <p:grpSp>
        <p:nvGrpSpPr>
          <p:cNvPr id="8" name="Group 7">
            <a:extLst>
              <a:ext uri="{FF2B5EF4-FFF2-40B4-BE49-F238E27FC236}">
                <a16:creationId xmlns:a16="http://schemas.microsoft.com/office/drawing/2014/main" id="{BD786D78-26DC-B3D7-3C1F-DD027257C72F}"/>
              </a:ext>
            </a:extLst>
          </p:cNvPr>
          <p:cNvGrpSpPr/>
          <p:nvPr/>
        </p:nvGrpSpPr>
        <p:grpSpPr>
          <a:xfrm>
            <a:off x="-5823483" y="5071367"/>
            <a:ext cx="466922" cy="466922"/>
            <a:chOff x="679592" y="2346316"/>
            <a:chExt cx="466922" cy="466922"/>
          </a:xfrm>
        </p:grpSpPr>
        <p:sp>
          <p:nvSpPr>
            <p:cNvPr id="9" name="Oval 8">
              <a:extLst>
                <a:ext uri="{FF2B5EF4-FFF2-40B4-BE49-F238E27FC236}">
                  <a16:creationId xmlns:a16="http://schemas.microsoft.com/office/drawing/2014/main" id="{6BC9E85B-E618-66C5-F959-0B667F4E9EF1}"/>
                </a:ext>
              </a:extLst>
            </p:cNvPr>
            <p:cNvSpPr/>
            <p:nvPr/>
          </p:nvSpPr>
          <p:spPr>
            <a:xfrm>
              <a:off x="679592" y="2346316"/>
              <a:ext cx="466922" cy="46692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arlow "/>
                <a:ea typeface="+mn-ea"/>
                <a:cs typeface="+mn-cs"/>
              </a:endParaRPr>
            </a:p>
          </p:txBody>
        </p:sp>
        <p:pic>
          <p:nvPicPr>
            <p:cNvPr id="10" name="Graphic 9">
              <a:extLst>
                <a:ext uri="{FF2B5EF4-FFF2-40B4-BE49-F238E27FC236}">
                  <a16:creationId xmlns:a16="http://schemas.microsoft.com/office/drawing/2014/main" id="{0D320AE0-BB0E-48AE-E16A-DD73E40A3DF2}"/>
                </a:ext>
              </a:extLst>
            </p:cNvPr>
            <p:cNvPicPr>
              <a:picLocks noChangeAspect="1"/>
            </p:cNvPicPr>
            <p:nvPr/>
          </p:nvPicPr>
          <p:blipFill>
            <a:blip r:embed="rId22" cstate="screen">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flipH="1">
              <a:off x="765931" y="2471548"/>
              <a:ext cx="294244" cy="205818"/>
            </a:xfrm>
            <a:prstGeom prst="rect">
              <a:avLst/>
            </a:prstGeom>
          </p:spPr>
        </p:pic>
      </p:grpSp>
      <p:sp>
        <p:nvSpPr>
          <p:cNvPr id="11" name="Rectangle 10">
            <a:extLst>
              <a:ext uri="{FF2B5EF4-FFF2-40B4-BE49-F238E27FC236}">
                <a16:creationId xmlns:a16="http://schemas.microsoft.com/office/drawing/2014/main" id="{7B3D9D01-D4F9-ED61-4977-6AFC3669AD5E}"/>
              </a:ext>
            </a:extLst>
          </p:cNvPr>
          <p:cNvSpPr/>
          <p:nvPr/>
        </p:nvSpPr>
        <p:spPr>
          <a:xfrm>
            <a:off x="-5190228" y="1829158"/>
            <a:ext cx="2483056" cy="6155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0" marR="0" lvl="0" indent="0" algn="l" defTabSz="914400" rtl="0" eaLnBrk="1" fontAlgn="auto" latinLnBrk="0" hangingPunct="1">
              <a:lnSpc>
                <a:spcPct val="100000"/>
              </a:lnSpc>
              <a:spcBef>
                <a:spcPts val="1000"/>
              </a:spcBef>
              <a:spcAft>
                <a:spcPts val="0"/>
              </a:spcAft>
              <a:buClrTx/>
              <a:buSzTx/>
              <a:buFontTx/>
              <a:buNone/>
              <a:tabLst/>
              <a:defRPr/>
            </a:pPr>
            <a:r>
              <a:rPr kumimoji="0" lang="en-US" sz="2000" b="0" i="0" u="none" strike="noStrike" kern="1200" cap="none" spc="0" normalizeH="0" baseline="0" noProof="0">
                <a:ln>
                  <a:noFill/>
                </a:ln>
                <a:solidFill>
                  <a:prstClr val="white">
                    <a:alpha val="20000"/>
                  </a:prstClr>
                </a:solidFill>
                <a:effectLst/>
                <a:uLnTx/>
                <a:uFillTx/>
                <a:latin typeface="Barlow" panose="00000500000000000000" pitchFamily="2" charset="0"/>
                <a:ea typeface="+mn-ea"/>
                <a:cs typeface="+mn-cs"/>
              </a:rPr>
              <a:t>EDUCATIONAL</a:t>
            </a:r>
            <a:br>
              <a:rPr kumimoji="0" lang="en-US" sz="2000" b="0" i="0" u="none" strike="noStrike" kern="1200" cap="none" spc="0" normalizeH="0" baseline="0" noProof="0">
                <a:ln>
                  <a:noFill/>
                </a:ln>
                <a:solidFill>
                  <a:prstClr val="white">
                    <a:alpha val="20000"/>
                  </a:prstClr>
                </a:solidFill>
                <a:effectLst/>
                <a:uLnTx/>
                <a:uFillTx/>
                <a:latin typeface="Barlow" panose="00000500000000000000" pitchFamily="2" charset="0"/>
                <a:ea typeface="+mn-ea"/>
                <a:cs typeface="+mn-cs"/>
              </a:rPr>
            </a:br>
            <a:r>
              <a:rPr kumimoji="0" lang="en-US" sz="2000" b="0" i="0" u="none" strike="noStrike" kern="1200" cap="none" spc="0" normalizeH="0" baseline="0" noProof="0">
                <a:ln>
                  <a:noFill/>
                </a:ln>
                <a:solidFill>
                  <a:prstClr val="white">
                    <a:alpha val="20000"/>
                  </a:prstClr>
                </a:solidFill>
                <a:effectLst/>
                <a:uLnTx/>
                <a:uFillTx/>
                <a:latin typeface="Barlow" panose="00000500000000000000" pitchFamily="2" charset="0"/>
                <a:ea typeface="+mn-ea"/>
                <a:cs typeface="+mn-cs"/>
              </a:rPr>
              <a:t>FOCUS</a:t>
            </a:r>
          </a:p>
        </p:txBody>
      </p:sp>
      <p:sp>
        <p:nvSpPr>
          <p:cNvPr id="12" name="Rectangle 11">
            <a:extLst>
              <a:ext uri="{FF2B5EF4-FFF2-40B4-BE49-F238E27FC236}">
                <a16:creationId xmlns:a16="http://schemas.microsoft.com/office/drawing/2014/main" id="{4F5F4781-833C-F20E-2CBA-1A886D819D01}"/>
              </a:ext>
            </a:extLst>
          </p:cNvPr>
          <p:cNvSpPr/>
          <p:nvPr/>
        </p:nvSpPr>
        <p:spPr>
          <a:xfrm>
            <a:off x="-5190229" y="2885122"/>
            <a:ext cx="4000403" cy="6155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0" marR="0" lvl="0" indent="0" algn="l" defTabSz="914400" rtl="0" eaLnBrk="1" fontAlgn="auto" latinLnBrk="0" hangingPunct="1">
              <a:lnSpc>
                <a:spcPct val="100000"/>
              </a:lnSpc>
              <a:spcBef>
                <a:spcPts val="1000"/>
              </a:spcBef>
              <a:spcAft>
                <a:spcPts val="0"/>
              </a:spcAft>
              <a:buClrTx/>
              <a:buSzTx/>
              <a:buFontTx/>
              <a:buNone/>
              <a:tabLst/>
              <a:defRPr/>
            </a:pPr>
            <a:r>
              <a:rPr kumimoji="0" lang="en-US" sz="2000" b="0" i="0" u="none" strike="noStrike" kern="1200" cap="none" spc="0" normalizeH="0" baseline="0" noProof="0">
                <a:ln>
                  <a:noFill/>
                </a:ln>
                <a:solidFill>
                  <a:prstClr val="white">
                    <a:alpha val="20000"/>
                  </a:prstClr>
                </a:solidFill>
                <a:effectLst/>
                <a:uLnTx/>
                <a:uFillTx/>
                <a:latin typeface="Barlow" panose="00000500000000000000" pitchFamily="2" charset="0"/>
                <a:ea typeface="+mn-ea"/>
                <a:cs typeface="+mn-cs"/>
              </a:rPr>
              <a:t>INDIA – A STARTUP</a:t>
            </a:r>
            <a:br>
              <a:rPr kumimoji="0" lang="en-US" sz="2000" b="0" i="0" u="none" strike="noStrike" kern="1200" cap="none" spc="0" normalizeH="0" baseline="0" noProof="0">
                <a:ln>
                  <a:noFill/>
                </a:ln>
                <a:solidFill>
                  <a:prstClr val="white">
                    <a:alpha val="20000"/>
                  </a:prstClr>
                </a:solidFill>
                <a:effectLst/>
                <a:uLnTx/>
                <a:uFillTx/>
                <a:latin typeface="Barlow" panose="00000500000000000000" pitchFamily="2" charset="0"/>
                <a:ea typeface="+mn-ea"/>
                <a:cs typeface="+mn-cs"/>
              </a:rPr>
            </a:br>
            <a:r>
              <a:rPr kumimoji="0" lang="en-US" sz="2000" b="0" i="0" u="none" strike="noStrike" kern="1200" cap="none" spc="0" normalizeH="0" baseline="0" noProof="0">
                <a:ln>
                  <a:noFill/>
                </a:ln>
                <a:solidFill>
                  <a:prstClr val="white">
                    <a:alpha val="20000"/>
                  </a:prstClr>
                </a:solidFill>
                <a:effectLst/>
                <a:uLnTx/>
                <a:uFillTx/>
                <a:latin typeface="Barlow" panose="00000500000000000000" pitchFamily="2" charset="0"/>
                <a:ea typeface="+mn-ea"/>
                <a:cs typeface="+mn-cs"/>
              </a:rPr>
              <a:t>POWERHOUSE</a:t>
            </a:r>
          </a:p>
        </p:txBody>
      </p:sp>
      <p:sp>
        <p:nvSpPr>
          <p:cNvPr id="13" name="Rectangle 12">
            <a:extLst>
              <a:ext uri="{FF2B5EF4-FFF2-40B4-BE49-F238E27FC236}">
                <a16:creationId xmlns:a16="http://schemas.microsoft.com/office/drawing/2014/main" id="{C9B44341-7353-56B7-4D57-8CEAC6509797}"/>
              </a:ext>
            </a:extLst>
          </p:cNvPr>
          <p:cNvSpPr/>
          <p:nvPr/>
        </p:nvSpPr>
        <p:spPr>
          <a:xfrm>
            <a:off x="-5190229" y="3941086"/>
            <a:ext cx="4000403" cy="6155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0" marR="0" lvl="0" indent="0" algn="l" defTabSz="914400" rtl="0" eaLnBrk="1" fontAlgn="auto" latinLnBrk="0" hangingPunct="1">
              <a:lnSpc>
                <a:spcPct val="100000"/>
              </a:lnSpc>
              <a:spcBef>
                <a:spcPts val="1000"/>
              </a:spcBef>
              <a:spcAft>
                <a:spcPts val="0"/>
              </a:spcAft>
              <a:buClrTx/>
              <a:buSzTx/>
              <a:buFontTx/>
              <a:buNone/>
              <a:tabLst/>
              <a:defRPr/>
            </a:pPr>
            <a:r>
              <a:rPr kumimoji="0" lang="en-US" sz="2000" b="0" i="0" u="none" strike="noStrike" kern="1200" cap="none" spc="0" normalizeH="0" baseline="0" noProof="0">
                <a:ln>
                  <a:noFill/>
                </a:ln>
                <a:solidFill>
                  <a:prstClr val="white">
                    <a:alpha val="20000"/>
                  </a:prstClr>
                </a:solidFill>
                <a:effectLst/>
                <a:uLnTx/>
                <a:uFillTx/>
                <a:latin typeface="Barlow" panose="00000500000000000000" pitchFamily="2" charset="0"/>
                <a:ea typeface="+mn-ea"/>
                <a:cs typeface="+mn-cs"/>
              </a:rPr>
              <a:t>OPPORTUNITY FOR</a:t>
            </a:r>
            <a:br>
              <a:rPr kumimoji="0" lang="en-US" sz="2000" b="0" i="0" u="none" strike="noStrike" kern="1200" cap="none" spc="0" normalizeH="0" baseline="0" noProof="0">
                <a:ln>
                  <a:noFill/>
                </a:ln>
                <a:solidFill>
                  <a:prstClr val="white">
                    <a:alpha val="20000"/>
                  </a:prstClr>
                </a:solidFill>
                <a:effectLst/>
                <a:uLnTx/>
                <a:uFillTx/>
                <a:latin typeface="Barlow" panose="00000500000000000000" pitchFamily="2" charset="0"/>
                <a:ea typeface="+mn-ea"/>
                <a:cs typeface="+mn-cs"/>
              </a:rPr>
            </a:br>
            <a:r>
              <a:rPr kumimoji="0" lang="en-US" sz="2000" b="0" i="0" u="none" strike="noStrike" kern="1200" cap="none" spc="0" normalizeH="0" baseline="0" noProof="0">
                <a:ln>
                  <a:noFill/>
                </a:ln>
                <a:solidFill>
                  <a:prstClr val="white">
                    <a:alpha val="20000"/>
                  </a:prstClr>
                </a:solidFill>
                <a:effectLst/>
                <a:uLnTx/>
                <a:uFillTx/>
                <a:latin typeface="Barlow" panose="00000500000000000000" pitchFamily="2" charset="0"/>
                <a:ea typeface="+mn-ea"/>
                <a:cs typeface="+mn-cs"/>
              </a:rPr>
              <a:t>WEALTH CREATION</a:t>
            </a:r>
          </a:p>
        </p:txBody>
      </p:sp>
      <p:sp>
        <p:nvSpPr>
          <p:cNvPr id="15" name="Rectangle 14">
            <a:extLst>
              <a:ext uri="{FF2B5EF4-FFF2-40B4-BE49-F238E27FC236}">
                <a16:creationId xmlns:a16="http://schemas.microsoft.com/office/drawing/2014/main" id="{2AD5C312-46D2-ECF8-467F-7F8F7CE20AA2}"/>
              </a:ext>
            </a:extLst>
          </p:cNvPr>
          <p:cNvSpPr/>
          <p:nvPr/>
        </p:nvSpPr>
        <p:spPr>
          <a:xfrm>
            <a:off x="-5190229" y="4997051"/>
            <a:ext cx="4000403" cy="6155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1000"/>
              </a:spcBef>
              <a:spcAft>
                <a:spcPts val="0"/>
              </a:spcAft>
              <a:buClrTx/>
              <a:buSzTx/>
              <a:buFontTx/>
              <a:buNone/>
              <a:tabLst/>
              <a:defRPr/>
            </a:pPr>
            <a:r>
              <a:rPr kumimoji="0" lang="en-US" sz="3000" b="0" i="0" u="none" strike="noStrike" kern="1200" cap="none" spc="0" normalizeH="0" baseline="0" noProof="0">
                <a:ln>
                  <a:noFill/>
                </a:ln>
                <a:solidFill>
                  <a:prstClr val="white"/>
                </a:solidFill>
                <a:effectLst/>
                <a:uLnTx/>
                <a:uFillTx/>
                <a:latin typeface="Barlow" panose="00000500000000000000" pitchFamily="2" charset="0"/>
                <a:ea typeface="+mn-ea"/>
                <a:cs typeface="+mn-cs"/>
              </a:rPr>
              <a:t>ENABLING</a:t>
            </a:r>
            <a:br>
              <a:rPr kumimoji="0" lang="en-US" sz="3000" b="0" i="0" u="none" strike="noStrike" kern="1200" cap="none" spc="0" normalizeH="0" baseline="0" noProof="0">
                <a:ln>
                  <a:noFill/>
                </a:ln>
                <a:solidFill>
                  <a:prstClr val="white"/>
                </a:solidFill>
                <a:effectLst/>
                <a:uLnTx/>
                <a:uFillTx/>
                <a:latin typeface="Barlow" panose="00000500000000000000" pitchFamily="2" charset="0"/>
                <a:ea typeface="+mn-ea"/>
                <a:cs typeface="+mn-cs"/>
              </a:rPr>
            </a:br>
            <a:r>
              <a:rPr kumimoji="0" lang="en-US" sz="3000" b="0" i="0" u="none" strike="noStrike" kern="1200" cap="none" spc="0" normalizeH="0" baseline="0" noProof="0">
                <a:ln>
                  <a:noFill/>
                </a:ln>
                <a:solidFill>
                  <a:prstClr val="white"/>
                </a:solidFill>
                <a:effectLst/>
                <a:uLnTx/>
                <a:uFillTx/>
                <a:latin typeface="Barlow" panose="00000500000000000000" pitchFamily="2" charset="0"/>
                <a:ea typeface="+mn-ea"/>
                <a:cs typeface="+mn-cs"/>
              </a:rPr>
              <a:t>ECONOMIC IMPACT</a:t>
            </a:r>
          </a:p>
        </p:txBody>
      </p:sp>
      <p:grpSp>
        <p:nvGrpSpPr>
          <p:cNvPr id="16" name="Group 15">
            <a:extLst>
              <a:ext uri="{FF2B5EF4-FFF2-40B4-BE49-F238E27FC236}">
                <a16:creationId xmlns:a16="http://schemas.microsoft.com/office/drawing/2014/main" id="{F08F8A7B-06E6-96E4-BF58-D06926641ED1}"/>
              </a:ext>
            </a:extLst>
          </p:cNvPr>
          <p:cNvGrpSpPr/>
          <p:nvPr/>
        </p:nvGrpSpPr>
        <p:grpSpPr>
          <a:xfrm>
            <a:off x="13354867" y="0"/>
            <a:ext cx="9900025" cy="6858000"/>
            <a:chOff x="4632005" y="0"/>
            <a:chExt cx="9900025" cy="6858000"/>
          </a:xfrm>
        </p:grpSpPr>
        <p:pic>
          <p:nvPicPr>
            <p:cNvPr id="17" name="Picture 16">
              <a:extLst>
                <a:ext uri="{FF2B5EF4-FFF2-40B4-BE49-F238E27FC236}">
                  <a16:creationId xmlns:a16="http://schemas.microsoft.com/office/drawing/2014/main" id="{E5605A66-D628-7E67-85BA-AEA744EBF6BD}"/>
                </a:ext>
              </a:extLst>
            </p:cNvPr>
            <p:cNvPicPr>
              <a:picLocks noChangeAspect="1"/>
            </p:cNvPicPr>
            <p:nvPr/>
          </p:nvPicPr>
          <p:blipFill rotWithShape="1">
            <a:blip r:embed="rId24" cstate="screen">
              <a:extLst>
                <a:ext uri="{BEBA8EAE-BF5A-486C-A8C5-ECC9F3942E4B}">
                  <a14:imgProps xmlns:a14="http://schemas.microsoft.com/office/drawing/2010/main">
                    <a14:imgLayer r:embed="rId25">
                      <a14:imgEffect>
                        <a14:saturation sat="66000"/>
                      </a14:imgEffect>
                    </a14:imgLayer>
                  </a14:imgProps>
                </a:ext>
                <a:ext uri="{28A0092B-C50C-407E-A947-70E740481C1C}">
                  <a14:useLocalDpi xmlns:a14="http://schemas.microsoft.com/office/drawing/2010/main"/>
                </a:ext>
              </a:extLst>
            </a:blip>
            <a:srcRect r="-1"/>
            <a:stretch/>
          </p:blipFill>
          <p:spPr>
            <a:xfrm>
              <a:off x="4641062" y="0"/>
              <a:ext cx="9890968" cy="6858000"/>
            </a:xfrm>
            <a:custGeom>
              <a:avLst/>
              <a:gdLst>
                <a:gd name="connsiteX0" fmla="*/ 4558187 w 9890968"/>
                <a:gd name="connsiteY0" fmla="*/ 0 h 6858000"/>
                <a:gd name="connsiteX1" fmla="*/ 9890968 w 9890968"/>
                <a:gd name="connsiteY1" fmla="*/ 0 h 6858000"/>
                <a:gd name="connsiteX2" fmla="*/ 9890968 w 9890968"/>
                <a:gd name="connsiteY2" fmla="*/ 6858000 h 6858000"/>
                <a:gd name="connsiteX3" fmla="*/ 0 w 989096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890968" h="6858000">
                  <a:moveTo>
                    <a:pt x="4558187" y="0"/>
                  </a:moveTo>
                  <a:lnTo>
                    <a:pt x="9890968" y="0"/>
                  </a:lnTo>
                  <a:lnTo>
                    <a:pt x="9890968" y="6858000"/>
                  </a:lnTo>
                  <a:lnTo>
                    <a:pt x="0" y="6858000"/>
                  </a:lnTo>
                  <a:close/>
                </a:path>
              </a:pathLst>
            </a:custGeom>
          </p:spPr>
        </p:pic>
        <p:sp>
          <p:nvSpPr>
            <p:cNvPr id="18" name="Rectangle 11">
              <a:extLst>
                <a:ext uri="{FF2B5EF4-FFF2-40B4-BE49-F238E27FC236}">
                  <a16:creationId xmlns:a16="http://schemas.microsoft.com/office/drawing/2014/main" id="{3CA83C2D-99C2-06F2-293E-187D3C9E4564}"/>
                </a:ext>
              </a:extLst>
            </p:cNvPr>
            <p:cNvSpPr/>
            <p:nvPr/>
          </p:nvSpPr>
          <p:spPr>
            <a:xfrm>
              <a:off x="4632005" y="0"/>
              <a:ext cx="9519438" cy="6858000"/>
            </a:xfrm>
            <a:custGeom>
              <a:avLst/>
              <a:gdLst>
                <a:gd name="connsiteX0" fmla="*/ 0 w 9519438"/>
                <a:gd name="connsiteY0" fmla="*/ 0 h 6858000"/>
                <a:gd name="connsiteX1" fmla="*/ 9519438 w 9519438"/>
                <a:gd name="connsiteY1" fmla="*/ 0 h 6858000"/>
                <a:gd name="connsiteX2" fmla="*/ 9519438 w 9519438"/>
                <a:gd name="connsiteY2" fmla="*/ 6858000 h 6858000"/>
                <a:gd name="connsiteX3" fmla="*/ 0 w 9519438"/>
                <a:gd name="connsiteY3" fmla="*/ 6858000 h 6858000"/>
                <a:gd name="connsiteX4" fmla="*/ 0 w 9519438"/>
                <a:gd name="connsiteY4" fmla="*/ 0 h 6858000"/>
                <a:gd name="connsiteX0" fmla="*/ 5543550 w 9519438"/>
                <a:gd name="connsiteY0" fmla="*/ 38100 h 6858000"/>
                <a:gd name="connsiteX1" fmla="*/ 9519438 w 9519438"/>
                <a:gd name="connsiteY1" fmla="*/ 0 h 6858000"/>
                <a:gd name="connsiteX2" fmla="*/ 9519438 w 9519438"/>
                <a:gd name="connsiteY2" fmla="*/ 6858000 h 6858000"/>
                <a:gd name="connsiteX3" fmla="*/ 0 w 9519438"/>
                <a:gd name="connsiteY3" fmla="*/ 6858000 h 6858000"/>
                <a:gd name="connsiteX4" fmla="*/ 5543550 w 9519438"/>
                <a:gd name="connsiteY4" fmla="*/ 38100 h 6858000"/>
                <a:gd name="connsiteX0" fmla="*/ 4572000 w 9519438"/>
                <a:gd name="connsiteY0" fmla="*/ 0 h 6858000"/>
                <a:gd name="connsiteX1" fmla="*/ 9519438 w 9519438"/>
                <a:gd name="connsiteY1" fmla="*/ 0 h 6858000"/>
                <a:gd name="connsiteX2" fmla="*/ 9519438 w 9519438"/>
                <a:gd name="connsiteY2" fmla="*/ 6858000 h 6858000"/>
                <a:gd name="connsiteX3" fmla="*/ 0 w 9519438"/>
                <a:gd name="connsiteY3" fmla="*/ 6858000 h 6858000"/>
                <a:gd name="connsiteX4" fmla="*/ 4572000 w 951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19438" h="6858000">
                  <a:moveTo>
                    <a:pt x="4572000" y="0"/>
                  </a:moveTo>
                  <a:lnTo>
                    <a:pt x="9519438" y="0"/>
                  </a:lnTo>
                  <a:lnTo>
                    <a:pt x="9519438" y="6858000"/>
                  </a:lnTo>
                  <a:lnTo>
                    <a:pt x="0" y="6858000"/>
                  </a:lnTo>
                  <a:lnTo>
                    <a:pt x="4572000" y="0"/>
                  </a:lnTo>
                  <a:close/>
                </a:path>
              </a:pathLst>
            </a:custGeom>
            <a:gradFill>
              <a:gsLst>
                <a:gs pos="50000">
                  <a:schemeClr val="tx1">
                    <a:lumMod val="50000"/>
                    <a:alpha val="32000"/>
                  </a:schemeClr>
                </a:gs>
                <a:gs pos="89000">
                  <a:schemeClr val="tx1">
                    <a:lumMod val="50000"/>
                    <a:alpha val="74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Barlow "/>
                <a:ea typeface="+mn-ea"/>
                <a:cs typeface="+mn-cs"/>
              </a:endParaRPr>
            </a:p>
          </p:txBody>
        </p:sp>
      </p:grpSp>
      <p:sp>
        <p:nvSpPr>
          <p:cNvPr id="19" name="TextBox 18">
            <a:extLst>
              <a:ext uri="{FF2B5EF4-FFF2-40B4-BE49-F238E27FC236}">
                <a16:creationId xmlns:a16="http://schemas.microsoft.com/office/drawing/2014/main" id="{A840542D-708F-E8AF-4981-148A61EF8E10}"/>
              </a:ext>
            </a:extLst>
          </p:cNvPr>
          <p:cNvSpPr txBox="1"/>
          <p:nvPr/>
        </p:nvSpPr>
        <p:spPr>
          <a:xfrm>
            <a:off x="14807412" y="4183387"/>
            <a:ext cx="6102350" cy="2252924"/>
          </a:xfrm>
          <a:prstGeom prst="rect">
            <a:avLst/>
          </a:prstGeom>
          <a:noFill/>
        </p:spPr>
        <p:txBody>
          <a:bodyPr wrap="square">
            <a:spAutoFit/>
          </a:bodyPr>
          <a:lstStyle/>
          <a:p>
            <a:pPr marL="457200" marR="0" lvl="1" indent="0" algn="l" defTabSz="914400" rtl="0" eaLnBrk="1" fontAlgn="auto" latinLnBrk="0" hangingPunct="1">
              <a:lnSpc>
                <a:spcPct val="90000"/>
              </a:lnSpc>
              <a:spcBef>
                <a:spcPts val="0"/>
              </a:spcBef>
              <a:spcAft>
                <a:spcPts val="0"/>
              </a:spcAft>
              <a:buClrTx/>
              <a:buSzTx/>
              <a:buFontTx/>
              <a:buNone/>
              <a:tabLst/>
              <a:defRPr/>
            </a:pPr>
            <a:r>
              <a:rPr kumimoji="0" lang="en-US" sz="3200" b="0" i="0" u="none" strike="noStrike" kern="1200" cap="none" spc="0" normalizeH="0" baseline="0" noProof="0">
                <a:ln>
                  <a:noFill/>
                </a:ln>
                <a:solidFill>
                  <a:srgbClr val="FFFFFF"/>
                </a:solidFill>
                <a:effectLst/>
                <a:uLnTx/>
                <a:uFillTx/>
                <a:latin typeface="Barlow "/>
                <a:ea typeface="Open Sans" pitchFamily="2" charset="0"/>
                <a:cs typeface="Open Sans" pitchFamily="2" charset="0"/>
              </a:rPr>
              <a:t>Entrepreneurs generated </a:t>
            </a:r>
            <a:br>
              <a:rPr kumimoji="0" lang="en-US" sz="4800" b="0" i="0" u="none" strike="noStrike" kern="1200" cap="none" spc="0" normalizeH="0" baseline="0" noProof="0">
                <a:ln>
                  <a:noFill/>
                </a:ln>
                <a:solidFill>
                  <a:srgbClr val="FFFFFF"/>
                </a:solidFill>
                <a:effectLst/>
                <a:uLnTx/>
                <a:uFillTx/>
                <a:latin typeface="Barlow "/>
                <a:ea typeface="Open Sans" pitchFamily="2" charset="0"/>
                <a:cs typeface="Open Sans" pitchFamily="2" charset="0"/>
              </a:rPr>
            </a:br>
            <a:r>
              <a:rPr kumimoji="0" lang="en-US" sz="6000" b="1" i="0" u="none" strike="noStrike" kern="1200" cap="none" spc="0" normalizeH="0" baseline="0" noProof="0">
                <a:ln>
                  <a:noFill/>
                </a:ln>
                <a:solidFill>
                  <a:srgbClr val="F68721"/>
                </a:solidFill>
                <a:effectLst/>
                <a:uLnTx/>
                <a:uFillTx/>
                <a:latin typeface="Barlow "/>
                <a:ea typeface="Open Sans Extrabold" pitchFamily="2" charset="0"/>
                <a:cs typeface="Open Sans Extrabold" pitchFamily="2" charset="0"/>
              </a:rPr>
              <a:t>12+ lakh jobs </a:t>
            </a:r>
            <a:br>
              <a:rPr kumimoji="0" lang="en-US" sz="4800" b="0" i="0" u="none" strike="noStrike" kern="1200" cap="none" spc="0" normalizeH="0" baseline="0" noProof="0">
                <a:ln>
                  <a:noFill/>
                </a:ln>
                <a:solidFill>
                  <a:srgbClr val="FFFFFF"/>
                </a:solidFill>
                <a:effectLst/>
                <a:uLnTx/>
                <a:uFillTx/>
                <a:latin typeface="Barlow "/>
                <a:ea typeface="Open Sans" pitchFamily="2" charset="0"/>
                <a:cs typeface="Open Sans" pitchFamily="2" charset="0"/>
              </a:rPr>
            </a:br>
            <a:r>
              <a:rPr kumimoji="0" lang="en-US" sz="3200" b="0" i="0" u="none" strike="noStrike" kern="1200" cap="none" spc="0" normalizeH="0" baseline="0" noProof="0">
                <a:ln>
                  <a:noFill/>
                </a:ln>
                <a:solidFill>
                  <a:srgbClr val="FFFFFF"/>
                </a:solidFill>
                <a:effectLst/>
                <a:uLnTx/>
                <a:uFillTx/>
                <a:latin typeface="Barlow "/>
                <a:ea typeface="Open Sans" pitchFamily="2" charset="0"/>
                <a:cs typeface="Open Sans" pitchFamily="2" charset="0"/>
              </a:rPr>
              <a:t>in 2023 alone giving a boost to the economy</a:t>
            </a:r>
            <a:endParaRPr kumimoji="0" lang="en-US" sz="4800" b="0" i="0" u="none" strike="noStrike" kern="1200" cap="none" spc="0" normalizeH="0" baseline="0" noProof="0">
              <a:ln>
                <a:noFill/>
              </a:ln>
              <a:solidFill>
                <a:srgbClr val="FFFFFF"/>
              </a:solidFill>
              <a:effectLst/>
              <a:uLnTx/>
              <a:uFillTx/>
              <a:latin typeface="Barlow "/>
              <a:ea typeface="Open Sans" pitchFamily="2" charset="0"/>
              <a:cs typeface="Open Sans" pitchFamily="2" charset="0"/>
            </a:endParaRPr>
          </a:p>
        </p:txBody>
      </p:sp>
    </p:spTree>
    <p:custDataLst>
      <p:tags r:id="rId1"/>
    </p:custDataLst>
    <p:extLst>
      <p:ext uri="{BB962C8B-B14F-4D97-AF65-F5344CB8AC3E}">
        <p14:creationId xmlns:p14="http://schemas.microsoft.com/office/powerpoint/2010/main" val="13005709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Single Corner Rounded 16">
            <a:extLst>
              <a:ext uri="{FF2B5EF4-FFF2-40B4-BE49-F238E27FC236}">
                <a16:creationId xmlns:a16="http://schemas.microsoft.com/office/drawing/2014/main" id="{C23C10AF-821A-41B7-9473-192FDF91490C}"/>
              </a:ext>
            </a:extLst>
          </p:cNvPr>
          <p:cNvSpPr/>
          <p:nvPr/>
        </p:nvSpPr>
        <p:spPr>
          <a:xfrm>
            <a:off x="-1" y="1590678"/>
            <a:ext cx="4476307" cy="5267322"/>
          </a:xfrm>
          <a:prstGeom prst="round1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Barlow-Regular" panose="02040502050405020303"/>
              <a:ea typeface="+mn-ea"/>
              <a:cs typeface="+mn-cs"/>
            </a:endParaRPr>
          </a:p>
        </p:txBody>
      </p:sp>
      <p:sp>
        <p:nvSpPr>
          <p:cNvPr id="2" name="TextBox 1">
            <a:extLst>
              <a:ext uri="{FF2B5EF4-FFF2-40B4-BE49-F238E27FC236}">
                <a16:creationId xmlns:a16="http://schemas.microsoft.com/office/drawing/2014/main" id="{6BC9059A-1D5F-C9C9-B1D4-323537C98FA9}"/>
              </a:ext>
            </a:extLst>
          </p:cNvPr>
          <p:cNvSpPr txBox="1"/>
          <p:nvPr/>
        </p:nvSpPr>
        <p:spPr>
          <a:xfrm>
            <a:off x="1186866" y="2039366"/>
            <a:ext cx="3410412" cy="461665"/>
          </a:xfrm>
          <a:prstGeom prst="rect">
            <a:avLst/>
          </a:prstGeom>
          <a:noFill/>
        </p:spPr>
        <p:txBody>
          <a:bodyPr wrap="square" lIns="91440" tIns="45720" rIns="91440" bIns="45720" anchor="t">
            <a:spAutoFit/>
          </a:bodyPr>
          <a:lstStyle/>
          <a:p>
            <a:pPr lvl="0" defTabSz="913790">
              <a:defRPr/>
            </a:pPr>
            <a:r>
              <a:rPr lang="en-US" altLang="ru-RU" sz="2400" b="1" kern="0">
                <a:solidFill>
                  <a:schemeClr val="bg1"/>
                </a:solidFill>
                <a:latin typeface="Open Sans" panose="020B0606030504020204" pitchFamily="34" charset="0"/>
                <a:ea typeface="Open Sans" panose="020B0606030504020204" pitchFamily="34" charset="0"/>
                <a:cs typeface="Open Sans" panose="020B0606030504020204" pitchFamily="34" charset="0"/>
                <a:sym typeface="Arial"/>
              </a:rPr>
              <a:t>Brainstorming</a:t>
            </a:r>
          </a:p>
        </p:txBody>
      </p:sp>
      <p:sp>
        <p:nvSpPr>
          <p:cNvPr id="3" name="TextBox 2">
            <a:extLst>
              <a:ext uri="{FF2B5EF4-FFF2-40B4-BE49-F238E27FC236}">
                <a16:creationId xmlns:a16="http://schemas.microsoft.com/office/drawing/2014/main" id="{C24C70A4-293A-0A49-23E4-2FA8F6EAED29}"/>
              </a:ext>
            </a:extLst>
          </p:cNvPr>
          <p:cNvSpPr txBox="1"/>
          <p:nvPr/>
        </p:nvSpPr>
        <p:spPr>
          <a:xfrm>
            <a:off x="4626971" y="1815262"/>
            <a:ext cx="696239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just">
              <a:defRPr/>
            </a:pPr>
            <a:r>
              <a:rPr lang="en-US" kern="0">
                <a:latin typeface="Open Sans" pitchFamily="2" charset="0"/>
                <a:ea typeface="Open Sans" pitchFamily="2" charset="0"/>
                <a:cs typeface="Open Sans" pitchFamily="2" charset="0"/>
                <a:sym typeface="Arial"/>
              </a:rPr>
              <a:t>It is a creative process where groups freely generate many ideas without judgment. It encourages innovative thinking by considering all suggestions, no matter how unconventional.</a:t>
            </a:r>
          </a:p>
        </p:txBody>
      </p:sp>
      <p:sp>
        <p:nvSpPr>
          <p:cNvPr id="5" name="TextBox 4">
            <a:extLst>
              <a:ext uri="{FF2B5EF4-FFF2-40B4-BE49-F238E27FC236}">
                <a16:creationId xmlns:a16="http://schemas.microsoft.com/office/drawing/2014/main" id="{81E1B680-09A4-88E1-8734-456C286E67D6}"/>
              </a:ext>
            </a:extLst>
          </p:cNvPr>
          <p:cNvSpPr txBox="1"/>
          <p:nvPr/>
        </p:nvSpPr>
        <p:spPr>
          <a:xfrm>
            <a:off x="4688887" y="3229366"/>
            <a:ext cx="696239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just">
              <a:defRPr/>
            </a:pPr>
            <a:r>
              <a:rPr lang="en-US">
                <a:latin typeface="Open Sans" pitchFamily="2" charset="0"/>
                <a:ea typeface="Open Sans" pitchFamily="2" charset="0"/>
                <a:cs typeface="Open Sans" pitchFamily="2" charset="0"/>
              </a:rPr>
              <a:t>Utilizing well-defined criteria to evaluate ideas ensures that the decision-making process is objective, transparent, and fair.</a:t>
            </a:r>
          </a:p>
        </p:txBody>
      </p:sp>
      <p:sp>
        <p:nvSpPr>
          <p:cNvPr id="8" name="TextBox 7">
            <a:extLst>
              <a:ext uri="{FF2B5EF4-FFF2-40B4-BE49-F238E27FC236}">
                <a16:creationId xmlns:a16="http://schemas.microsoft.com/office/drawing/2014/main" id="{3A8789C8-8C73-F6B3-E29E-8A4C6852E25D}"/>
              </a:ext>
            </a:extLst>
          </p:cNvPr>
          <p:cNvSpPr txBox="1"/>
          <p:nvPr/>
        </p:nvSpPr>
        <p:spPr>
          <a:xfrm>
            <a:off x="4626971" y="4290592"/>
            <a:ext cx="696239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just">
              <a:defRPr/>
            </a:pPr>
            <a:r>
              <a:rPr lang="en-US" dirty="0">
                <a:latin typeface="Open Sans" pitchFamily="2" charset="0"/>
                <a:ea typeface="Open Sans" pitchFamily="2" charset="0"/>
                <a:cs typeface="Open Sans" pitchFamily="2" charset="0"/>
              </a:rPr>
              <a:t>Backward mapping to customer problems, Jobs to be Done (JTBD), and customer expectations ensures that our solution aligns closely with customer needs and preferences, eliminating personal biases from the decision-making process.</a:t>
            </a:r>
          </a:p>
        </p:txBody>
      </p:sp>
      <p:cxnSp>
        <p:nvCxnSpPr>
          <p:cNvPr id="11" name="Straight Connector 10">
            <a:extLst>
              <a:ext uri="{FF2B5EF4-FFF2-40B4-BE49-F238E27FC236}">
                <a16:creationId xmlns:a16="http://schemas.microsoft.com/office/drawing/2014/main" id="{25E24106-F6E6-7CAC-FDAD-B4131D74BEF9}"/>
              </a:ext>
            </a:extLst>
          </p:cNvPr>
          <p:cNvCxnSpPr>
            <a:cxnSpLocks/>
          </p:cNvCxnSpPr>
          <p:nvPr/>
        </p:nvCxnSpPr>
        <p:spPr>
          <a:xfrm>
            <a:off x="647698" y="2843622"/>
            <a:ext cx="382860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EE82564-7913-7CE9-C060-E9637637551B}"/>
              </a:ext>
            </a:extLst>
          </p:cNvPr>
          <p:cNvCxnSpPr>
            <a:cxnSpLocks/>
          </p:cNvCxnSpPr>
          <p:nvPr/>
        </p:nvCxnSpPr>
        <p:spPr>
          <a:xfrm>
            <a:off x="4476306" y="2843622"/>
            <a:ext cx="7174972"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8635C30-ADC6-0C57-E4AA-CD0F4BDB4D85}"/>
              </a:ext>
            </a:extLst>
          </p:cNvPr>
          <p:cNvCxnSpPr>
            <a:cxnSpLocks/>
          </p:cNvCxnSpPr>
          <p:nvPr/>
        </p:nvCxnSpPr>
        <p:spPr>
          <a:xfrm>
            <a:off x="4476306" y="4182012"/>
            <a:ext cx="7174972"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E253271-0A62-7BB3-B680-979CD9B84C9C}"/>
              </a:ext>
            </a:extLst>
          </p:cNvPr>
          <p:cNvCxnSpPr>
            <a:cxnSpLocks/>
          </p:cNvCxnSpPr>
          <p:nvPr/>
        </p:nvCxnSpPr>
        <p:spPr>
          <a:xfrm>
            <a:off x="4476306" y="5599500"/>
            <a:ext cx="7174972"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BDC066D1-1808-64DD-3490-FF0C49DFEA8C}"/>
              </a:ext>
            </a:extLst>
          </p:cNvPr>
          <p:cNvSpPr txBox="1"/>
          <p:nvPr/>
        </p:nvSpPr>
        <p:spPr>
          <a:xfrm>
            <a:off x="590955" y="488581"/>
            <a:ext cx="9270221" cy="486287"/>
          </a:xfrm>
          <a:prstGeom prst="rect">
            <a:avLst/>
          </a:prstGeom>
          <a:noFill/>
        </p:spPr>
        <p:txBody>
          <a:bodyPr wrap="square">
            <a:spAutoFit/>
          </a:bodyPr>
          <a:lstStyle/>
          <a:p>
            <a:pPr>
              <a:lnSpc>
                <a:spcPct val="80000"/>
              </a:lnSpc>
              <a:spcBef>
                <a:spcPts val="600"/>
              </a:spcBef>
              <a:defRPr/>
            </a:pPr>
            <a:r>
              <a:rPr lang="en-US" sz="3200" b="1">
                <a:solidFill>
                  <a:schemeClr val="tx2"/>
                </a:solidFill>
                <a:latin typeface="Barlow Medium" panose="00000600000000000000" pitchFamily="2" charset="0"/>
                <a:ea typeface="+mj-ea"/>
                <a:cs typeface="+mj-cs"/>
              </a:rPr>
              <a:t>Summary</a:t>
            </a:r>
          </a:p>
        </p:txBody>
      </p:sp>
      <p:pic>
        <p:nvPicPr>
          <p:cNvPr id="23" name="Graphic 22" descr="Drawing Figure with solid fill">
            <a:extLst>
              <a:ext uri="{FF2B5EF4-FFF2-40B4-BE49-F238E27FC236}">
                <a16:creationId xmlns:a16="http://schemas.microsoft.com/office/drawing/2014/main" id="{E72463A4-7945-DC41-3795-154530A34AB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01052" y="1993746"/>
            <a:ext cx="572167" cy="572167"/>
          </a:xfrm>
          <a:prstGeom prst="rect">
            <a:avLst/>
          </a:prstGeom>
        </p:spPr>
      </p:pic>
      <p:sp>
        <p:nvSpPr>
          <p:cNvPr id="9" name="TextBox 8">
            <a:extLst>
              <a:ext uri="{FF2B5EF4-FFF2-40B4-BE49-F238E27FC236}">
                <a16:creationId xmlns:a16="http://schemas.microsoft.com/office/drawing/2014/main" id="{94A64C60-EF8F-70D1-DF8B-425076FF8E4A}"/>
              </a:ext>
            </a:extLst>
          </p:cNvPr>
          <p:cNvSpPr txBox="1"/>
          <p:nvPr/>
        </p:nvSpPr>
        <p:spPr>
          <a:xfrm>
            <a:off x="1065894" y="3342893"/>
            <a:ext cx="3410412" cy="461665"/>
          </a:xfrm>
          <a:prstGeom prst="rect">
            <a:avLst/>
          </a:prstGeom>
          <a:noFill/>
        </p:spPr>
        <p:txBody>
          <a:bodyPr wrap="square" lIns="91440" tIns="45720" rIns="91440" bIns="45720" anchor="t">
            <a:spAutoFit/>
          </a:bodyPr>
          <a:lstStyle/>
          <a:p>
            <a:pPr lvl="0" defTabSz="913790">
              <a:defRPr/>
            </a:pPr>
            <a:r>
              <a:rPr lang="en-US" altLang="ru-RU" sz="2400" b="1" kern="0" dirty="0">
                <a:solidFill>
                  <a:schemeClr val="bg1"/>
                </a:solidFill>
                <a:latin typeface="Open Sans" panose="020B0606030504020204" pitchFamily="34" charset="0"/>
                <a:ea typeface="Open Sans" panose="020B0606030504020204" pitchFamily="34" charset="0"/>
                <a:cs typeface="Open Sans" panose="020B0606030504020204" pitchFamily="34" charset="0"/>
                <a:sym typeface="Arial"/>
              </a:rPr>
              <a:t>Idea Evaluation</a:t>
            </a:r>
          </a:p>
        </p:txBody>
      </p:sp>
      <p:sp>
        <p:nvSpPr>
          <p:cNvPr id="10" name="TextBox 9">
            <a:extLst>
              <a:ext uri="{FF2B5EF4-FFF2-40B4-BE49-F238E27FC236}">
                <a16:creationId xmlns:a16="http://schemas.microsoft.com/office/drawing/2014/main" id="{9DDC65E6-1ED4-EB8F-C23C-82D51B8E059B}"/>
              </a:ext>
            </a:extLst>
          </p:cNvPr>
          <p:cNvSpPr txBox="1"/>
          <p:nvPr/>
        </p:nvSpPr>
        <p:spPr>
          <a:xfrm>
            <a:off x="989109" y="4500233"/>
            <a:ext cx="3410412" cy="830997"/>
          </a:xfrm>
          <a:prstGeom prst="rect">
            <a:avLst/>
          </a:prstGeom>
          <a:noFill/>
        </p:spPr>
        <p:txBody>
          <a:bodyPr wrap="square" lIns="91440" tIns="45720" rIns="91440" bIns="45720" anchor="t">
            <a:spAutoFit/>
          </a:bodyPr>
          <a:lstStyle/>
          <a:p>
            <a:pPr lvl="0" defTabSz="913790">
              <a:defRPr/>
            </a:pPr>
            <a:r>
              <a:rPr lang="en-US" altLang="ru-RU" sz="2400" b="1" kern="0">
                <a:solidFill>
                  <a:schemeClr val="bg1"/>
                </a:solidFill>
                <a:latin typeface="Open Sans" panose="020B0606030504020204" pitchFamily="34" charset="0"/>
                <a:ea typeface="Open Sans" panose="020B0606030504020204" pitchFamily="34" charset="0"/>
                <a:cs typeface="Open Sans" panose="020B0606030504020204" pitchFamily="34" charset="0"/>
                <a:sym typeface="Arial"/>
              </a:rPr>
              <a:t>Solution &amp; Personal Bias</a:t>
            </a:r>
          </a:p>
        </p:txBody>
      </p:sp>
      <p:pic>
        <p:nvPicPr>
          <p:cNvPr id="14" name="Picture 13">
            <a:extLst>
              <a:ext uri="{FF2B5EF4-FFF2-40B4-BE49-F238E27FC236}">
                <a16:creationId xmlns:a16="http://schemas.microsoft.com/office/drawing/2014/main" id="{86AF2F70-0BD2-A8B2-EC1C-135202974F78}"/>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499692" y="3381661"/>
            <a:ext cx="408192" cy="408192"/>
          </a:xfrm>
          <a:prstGeom prst="rect">
            <a:avLst/>
          </a:prstGeom>
          <a:solidFill>
            <a:schemeClr val="bg1"/>
          </a:solidFill>
        </p:spPr>
      </p:pic>
      <p:pic>
        <p:nvPicPr>
          <p:cNvPr id="18" name="Picture 17">
            <a:extLst>
              <a:ext uri="{FF2B5EF4-FFF2-40B4-BE49-F238E27FC236}">
                <a16:creationId xmlns:a16="http://schemas.microsoft.com/office/drawing/2014/main" id="{D3C9DE55-912F-1D60-8F5D-D0B766F44947}"/>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401052" y="4605601"/>
            <a:ext cx="408192" cy="408192"/>
          </a:xfrm>
          <a:prstGeom prst="rect">
            <a:avLst/>
          </a:prstGeom>
          <a:solidFill>
            <a:schemeClr val="bg1"/>
          </a:solidFill>
          <a:ln>
            <a:solidFill>
              <a:schemeClr val="accent1"/>
            </a:solidFill>
          </a:ln>
        </p:spPr>
      </p:pic>
      <p:cxnSp>
        <p:nvCxnSpPr>
          <p:cNvPr id="4" name="Straight Connector 3">
            <a:extLst>
              <a:ext uri="{FF2B5EF4-FFF2-40B4-BE49-F238E27FC236}">
                <a16:creationId xmlns:a16="http://schemas.microsoft.com/office/drawing/2014/main" id="{E691DCA3-55E7-84B6-863C-F6371229DC7F}"/>
              </a:ext>
            </a:extLst>
          </p:cNvPr>
          <p:cNvCxnSpPr>
            <a:cxnSpLocks/>
          </p:cNvCxnSpPr>
          <p:nvPr/>
        </p:nvCxnSpPr>
        <p:spPr>
          <a:xfrm>
            <a:off x="731360" y="5620003"/>
            <a:ext cx="382860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A2184C7-42D2-A258-D250-5C69EDE8970C}"/>
              </a:ext>
            </a:extLst>
          </p:cNvPr>
          <p:cNvCxnSpPr>
            <a:cxnSpLocks/>
          </p:cNvCxnSpPr>
          <p:nvPr/>
        </p:nvCxnSpPr>
        <p:spPr>
          <a:xfrm>
            <a:off x="768670" y="4182012"/>
            <a:ext cx="382860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4338539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0-#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0-#ppt_w/2"/>
                                          </p:val>
                                        </p:tav>
                                        <p:tav tm="100000">
                                          <p:val>
                                            <p:strVal val="#ppt_x"/>
                                          </p:val>
                                        </p:tav>
                                      </p:tavLst>
                                    </p:anim>
                                    <p:anim calcmode="lin" valueType="num">
                                      <p:cBhvr additive="base">
                                        <p:cTn id="1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0-#ppt_w/2"/>
                                          </p:val>
                                        </p:tav>
                                        <p:tav tm="100000">
                                          <p:val>
                                            <p:strVal val="#ppt_x"/>
                                          </p:val>
                                        </p:tav>
                                      </p:tavLst>
                                    </p:anim>
                                    <p:anim calcmode="lin" valueType="num">
                                      <p:cBhvr additive="base">
                                        <p:cTn id="2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0-#ppt_w/2"/>
                                          </p:val>
                                        </p:tav>
                                        <p:tav tm="100000">
                                          <p:val>
                                            <p:strVal val="#ppt_x"/>
                                          </p:val>
                                        </p:tav>
                                      </p:tavLst>
                                    </p:anim>
                                    <p:anim calcmode="lin" valueType="num">
                                      <p:cBhvr additive="base">
                                        <p:cTn id="30" dur="500" fill="hold"/>
                                        <p:tgtEl>
                                          <p:spTgt spid="8"/>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00" fill="hold"/>
                                        <p:tgtEl>
                                          <p:spTgt spid="9"/>
                                        </p:tgtEl>
                                        <p:attrNameLst>
                                          <p:attrName>ppt_x</p:attrName>
                                        </p:attrNameLst>
                                      </p:cBhvr>
                                      <p:tavLst>
                                        <p:tav tm="0">
                                          <p:val>
                                            <p:strVal val="0-#ppt_w/2"/>
                                          </p:val>
                                        </p:tav>
                                        <p:tav tm="100000">
                                          <p:val>
                                            <p:strVal val="#ppt_x"/>
                                          </p:val>
                                        </p:tav>
                                      </p:tavLst>
                                    </p:anim>
                                    <p:anim calcmode="lin" valueType="num">
                                      <p:cBhvr additive="base">
                                        <p:cTn id="34" dur="500" fill="hold"/>
                                        <p:tgtEl>
                                          <p:spTgt spid="9"/>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0-#ppt_w/2"/>
                                          </p:val>
                                        </p:tav>
                                        <p:tav tm="100000">
                                          <p:val>
                                            <p:strVal val="#ppt_x"/>
                                          </p:val>
                                        </p:tav>
                                      </p:tavLst>
                                    </p:anim>
                                    <p:anim calcmode="lin" valueType="num">
                                      <p:cBhvr additive="base">
                                        <p:cTn id="3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8" grpId="0"/>
      <p:bldP spid="9" grpId="0"/>
      <p:bldP spid="1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1AD6B-5F07-F5BC-EF2F-24A8893B15E2}"/>
            </a:ext>
          </a:extLst>
        </p:cNvPr>
        <p:cNvGrpSpPr/>
        <p:nvPr/>
      </p:nvGrpSpPr>
      <p:grpSpPr>
        <a:xfrm>
          <a:off x="0" y="0"/>
          <a:ext cx="0" cy="0"/>
          <a:chOff x="0" y="0"/>
          <a:chExt cx="0" cy="0"/>
        </a:xfrm>
      </p:grpSpPr>
      <p:grpSp>
        <p:nvGrpSpPr>
          <p:cNvPr id="6" name="Group 6">
            <a:extLst>
              <a:ext uri="{FF2B5EF4-FFF2-40B4-BE49-F238E27FC236}">
                <a16:creationId xmlns:a16="http://schemas.microsoft.com/office/drawing/2014/main" id="{3C83872B-C3E3-B203-E30E-4F0B7A6A1326}"/>
              </a:ext>
            </a:extLst>
          </p:cNvPr>
          <p:cNvGrpSpPr/>
          <p:nvPr/>
        </p:nvGrpSpPr>
        <p:grpSpPr>
          <a:xfrm>
            <a:off x="4807041" y="0"/>
            <a:ext cx="3777387" cy="6858000"/>
            <a:chOff x="0" y="0"/>
            <a:chExt cx="3497580" cy="6350000"/>
          </a:xfrm>
        </p:grpSpPr>
        <p:sp>
          <p:nvSpPr>
            <p:cNvPr id="7" name="Freeform 7">
              <a:extLst>
                <a:ext uri="{FF2B5EF4-FFF2-40B4-BE49-F238E27FC236}">
                  <a16:creationId xmlns:a16="http://schemas.microsoft.com/office/drawing/2014/main" id="{88C92B90-46A6-1752-5DD5-52482B3758CE}"/>
                </a:ext>
              </a:extLst>
            </p:cNvPr>
            <p:cNvSpPr/>
            <p:nvPr/>
          </p:nvSpPr>
          <p:spPr>
            <a:xfrm>
              <a:off x="0" y="0"/>
              <a:ext cx="3497580" cy="6350000"/>
            </a:xfrm>
            <a:custGeom>
              <a:avLst/>
              <a:gdLst/>
              <a:ahLst/>
              <a:cxnLst/>
              <a:rect l="l" t="t" r="r" b="b"/>
              <a:pathLst>
                <a:path w="3497580" h="6350000">
                  <a:moveTo>
                    <a:pt x="3497580" y="6350000"/>
                  </a:moveTo>
                  <a:lnTo>
                    <a:pt x="744220" y="6350000"/>
                  </a:lnTo>
                  <a:lnTo>
                    <a:pt x="0" y="0"/>
                  </a:lnTo>
                  <a:lnTo>
                    <a:pt x="2753360" y="0"/>
                  </a:lnTo>
                  <a:lnTo>
                    <a:pt x="3497580" y="6350000"/>
                  </a:lnTo>
                  <a:close/>
                </a:path>
              </a:pathLst>
            </a:custGeom>
            <a:blipFill>
              <a:blip r:embed="rId2"/>
              <a:stretch>
                <a:fillRect l="-69591" r="-102739"/>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solidFill>
                <a:effectLst/>
                <a:uLnTx/>
                <a:uFillTx/>
                <a:latin typeface="Barlow" panose="00000500000000000000" pitchFamily="2" charset="0"/>
              </a:endParaRPr>
            </a:p>
          </p:txBody>
        </p:sp>
      </p:grpSp>
      <p:sp>
        <p:nvSpPr>
          <p:cNvPr id="9" name="Freeform 9">
            <a:extLst>
              <a:ext uri="{FF2B5EF4-FFF2-40B4-BE49-F238E27FC236}">
                <a16:creationId xmlns:a16="http://schemas.microsoft.com/office/drawing/2014/main" id="{280F59B9-0AD5-3E23-9341-817DC407525F}"/>
              </a:ext>
            </a:extLst>
          </p:cNvPr>
          <p:cNvSpPr/>
          <p:nvPr/>
        </p:nvSpPr>
        <p:spPr>
          <a:xfrm>
            <a:off x="7175739" y="0"/>
            <a:ext cx="1119605" cy="4800269"/>
          </a:xfrm>
          <a:custGeom>
            <a:avLst/>
            <a:gdLst/>
            <a:ahLst/>
            <a:cxnLst/>
            <a:rect l="l" t="t" r="r" b="b"/>
            <a:pathLst>
              <a:path w="406400" h="1742426">
                <a:moveTo>
                  <a:pt x="203200" y="0"/>
                </a:moveTo>
                <a:lnTo>
                  <a:pt x="0" y="0"/>
                </a:lnTo>
                <a:lnTo>
                  <a:pt x="203200" y="1742426"/>
                </a:lnTo>
                <a:lnTo>
                  <a:pt x="406400" y="1742426"/>
                </a:lnTo>
                <a:lnTo>
                  <a:pt x="203200" y="0"/>
                </a:lnTo>
                <a:close/>
              </a:path>
            </a:pathLst>
          </a:custGeom>
          <a:solidFill>
            <a:srgbClr val="C00000">
              <a:alpha val="65000"/>
            </a:srgbClr>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solidFill>
              <a:effectLst/>
              <a:uLnTx/>
              <a:uFillTx/>
              <a:latin typeface="Barlow" panose="00000500000000000000" pitchFamily="2" charset="0"/>
            </a:endParaRPr>
          </a:p>
        </p:txBody>
      </p:sp>
      <p:sp>
        <p:nvSpPr>
          <p:cNvPr id="12" name="TextBox 12">
            <a:extLst>
              <a:ext uri="{FF2B5EF4-FFF2-40B4-BE49-F238E27FC236}">
                <a16:creationId xmlns:a16="http://schemas.microsoft.com/office/drawing/2014/main" id="{FB30150C-83A1-1E9B-2211-861EF078671B}"/>
              </a:ext>
            </a:extLst>
          </p:cNvPr>
          <p:cNvSpPr txBox="1"/>
          <p:nvPr/>
        </p:nvSpPr>
        <p:spPr>
          <a:xfrm>
            <a:off x="8579377" y="2200015"/>
            <a:ext cx="2800429" cy="1969770"/>
          </a:xfrm>
          <a:prstGeom prst="rect">
            <a:avLst/>
          </a:prstGeom>
        </p:spPr>
        <p:txBody>
          <a:bodyPr wrap="square" lIns="0" tIns="0" rIns="0" bIns="0" rtlCol="0" anchor="t">
            <a:spAutoFit/>
          </a:bodyPr>
          <a:lstStyle/>
          <a:p>
            <a:pPr marL="0" marR="0" lvl="0" indent="0" algn="l" defTabSz="609630" rtl="0" eaLnBrk="1" fontAlgn="auto" latinLnBrk="0" hangingPunct="1">
              <a:spcBef>
                <a:spcPts val="0"/>
              </a:spcBef>
              <a:spcAft>
                <a:spcPts val="0"/>
              </a:spcAft>
              <a:buClrTx/>
              <a:buSzTx/>
              <a:buFontTx/>
              <a:buNone/>
              <a:tabLst/>
              <a:defRPr/>
            </a:pPr>
            <a:r>
              <a:rPr kumimoji="0" lang="en-US" sz="3200" i="0" u="none" strike="noStrike" kern="1200" cap="none" spc="0" normalizeH="0" baseline="0" noProof="0" dirty="0">
                <a:ln>
                  <a:noFill/>
                </a:ln>
                <a:effectLst/>
                <a:uLnTx/>
                <a:uFillTx/>
                <a:latin typeface="Barlow" panose="00000500000000000000" pitchFamily="2" charset="0"/>
              </a:rPr>
              <a:t>MANDATORY THINGS TO DO</a:t>
            </a:r>
          </a:p>
          <a:p>
            <a:pPr marL="0" marR="0" lvl="0" indent="0" algn="l" defTabSz="609630" rtl="0" eaLnBrk="1" fontAlgn="auto" latinLnBrk="0" hangingPunct="1">
              <a:spcBef>
                <a:spcPts val="0"/>
              </a:spcBef>
              <a:spcAft>
                <a:spcPts val="0"/>
              </a:spcAft>
              <a:buClrTx/>
              <a:buSzTx/>
              <a:buFontTx/>
              <a:buNone/>
              <a:tabLst/>
              <a:defRPr/>
            </a:pPr>
            <a:r>
              <a:rPr kumimoji="0" lang="en-US" sz="3200" b="1" i="0" u="none" strike="noStrike" kern="1200" cap="none" spc="0" normalizeH="0" baseline="0" noProof="0" dirty="0">
                <a:ln>
                  <a:noFill/>
                </a:ln>
                <a:solidFill>
                  <a:srgbClr val="C00000"/>
                </a:solidFill>
                <a:effectLst/>
                <a:uLnTx/>
                <a:uFillTx/>
                <a:latin typeface="Barlow" panose="00000500000000000000" pitchFamily="2" charset="0"/>
              </a:rPr>
              <a:t>BEFORE</a:t>
            </a:r>
            <a:r>
              <a:rPr kumimoji="0" lang="en-US" sz="3200" b="0" i="0" u="none" strike="noStrike" kern="1200" cap="none" spc="0" normalizeH="0" baseline="0" noProof="0" dirty="0">
                <a:ln>
                  <a:noFill/>
                </a:ln>
                <a:solidFill>
                  <a:srgbClr val="222222"/>
                </a:solidFill>
                <a:effectLst/>
                <a:uLnTx/>
                <a:uFillTx/>
                <a:latin typeface="Barlow" panose="00000500000000000000" pitchFamily="2" charset="0"/>
              </a:rPr>
              <a:t> THE </a:t>
            </a:r>
          </a:p>
          <a:p>
            <a:pPr marL="0" marR="0" lvl="0" indent="0" algn="l" defTabSz="609630" rtl="0" eaLnBrk="1" fontAlgn="auto" latinLnBrk="0" hangingPunct="1">
              <a:spcBef>
                <a:spcPts val="0"/>
              </a:spcBef>
              <a:spcAft>
                <a:spcPts val="0"/>
              </a:spcAft>
              <a:buClrTx/>
              <a:buSzTx/>
              <a:buFontTx/>
              <a:buNone/>
              <a:tabLst/>
              <a:defRPr/>
            </a:pPr>
            <a:r>
              <a:rPr kumimoji="0" lang="en-US" sz="3200" b="0" i="0" u="none" strike="noStrike" kern="1200" cap="none" spc="0" normalizeH="0" baseline="0" noProof="0" dirty="0">
                <a:ln>
                  <a:noFill/>
                </a:ln>
                <a:solidFill>
                  <a:srgbClr val="222222"/>
                </a:solidFill>
                <a:effectLst/>
                <a:uLnTx/>
                <a:uFillTx/>
                <a:latin typeface="Barlow" panose="00000500000000000000" pitchFamily="2" charset="0"/>
              </a:rPr>
              <a:t>NEXT CLASS</a:t>
            </a:r>
            <a:endParaRPr kumimoji="0" lang="en-US" sz="3200" b="0" i="0" u="none" strike="noStrike" kern="1200" cap="none" spc="0" normalizeH="0" baseline="0" noProof="0" dirty="0">
              <a:ln>
                <a:noFill/>
              </a:ln>
              <a:solidFill>
                <a:srgbClr val="FF9900"/>
              </a:solidFill>
              <a:effectLst/>
              <a:uLnTx/>
              <a:uFillTx/>
              <a:latin typeface="Barlow" panose="00000500000000000000" pitchFamily="2" charset="0"/>
            </a:endParaRPr>
          </a:p>
        </p:txBody>
      </p:sp>
      <p:grpSp>
        <p:nvGrpSpPr>
          <p:cNvPr id="27" name="Group 27">
            <a:extLst>
              <a:ext uri="{FF2B5EF4-FFF2-40B4-BE49-F238E27FC236}">
                <a16:creationId xmlns:a16="http://schemas.microsoft.com/office/drawing/2014/main" id="{62AC6156-8722-3963-D921-3797AFC44C11}"/>
              </a:ext>
            </a:extLst>
          </p:cNvPr>
          <p:cNvGrpSpPr/>
          <p:nvPr/>
        </p:nvGrpSpPr>
        <p:grpSpPr>
          <a:xfrm>
            <a:off x="5045252" y="4783232"/>
            <a:ext cx="1119605" cy="4800269"/>
            <a:chOff x="0" y="0"/>
            <a:chExt cx="406400" cy="1742426"/>
          </a:xfrm>
        </p:grpSpPr>
        <p:sp>
          <p:nvSpPr>
            <p:cNvPr id="28" name="Freeform 28">
              <a:extLst>
                <a:ext uri="{FF2B5EF4-FFF2-40B4-BE49-F238E27FC236}">
                  <a16:creationId xmlns:a16="http://schemas.microsoft.com/office/drawing/2014/main" id="{595FCDD7-3C74-36A6-F942-6DC83A350D0C}"/>
                </a:ext>
              </a:extLst>
            </p:cNvPr>
            <p:cNvSpPr/>
            <p:nvPr/>
          </p:nvSpPr>
          <p:spPr>
            <a:xfrm>
              <a:off x="0" y="0"/>
              <a:ext cx="406400" cy="1742426"/>
            </a:xfrm>
            <a:custGeom>
              <a:avLst/>
              <a:gdLst/>
              <a:ahLst/>
              <a:cxnLst/>
              <a:rect l="l" t="t" r="r" b="b"/>
              <a:pathLst>
                <a:path w="406400" h="1742426">
                  <a:moveTo>
                    <a:pt x="203200" y="0"/>
                  </a:moveTo>
                  <a:lnTo>
                    <a:pt x="0" y="0"/>
                  </a:lnTo>
                  <a:lnTo>
                    <a:pt x="203200" y="1742426"/>
                  </a:lnTo>
                  <a:lnTo>
                    <a:pt x="406400" y="1742426"/>
                  </a:lnTo>
                  <a:lnTo>
                    <a:pt x="203200" y="0"/>
                  </a:lnTo>
                  <a:close/>
                </a:path>
              </a:pathLst>
            </a:custGeom>
            <a:solidFill>
              <a:srgbClr val="FF9900">
                <a:alpha val="49804"/>
              </a:srgbClr>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solidFill>
                <a:effectLst/>
                <a:uLnTx/>
                <a:uFillTx/>
                <a:latin typeface="Barlow" panose="00000500000000000000" pitchFamily="2" charset="0"/>
              </a:endParaRPr>
            </a:p>
          </p:txBody>
        </p:sp>
        <p:sp>
          <p:nvSpPr>
            <p:cNvPr id="29" name="TextBox 29">
              <a:extLst>
                <a:ext uri="{FF2B5EF4-FFF2-40B4-BE49-F238E27FC236}">
                  <a16:creationId xmlns:a16="http://schemas.microsoft.com/office/drawing/2014/main" id="{E7FD3426-BEF9-43E8-4EAE-4EA195E00284}"/>
                </a:ext>
              </a:extLst>
            </p:cNvPr>
            <p:cNvSpPr txBox="1"/>
            <p:nvPr/>
          </p:nvSpPr>
          <p:spPr>
            <a:xfrm>
              <a:off x="101600" y="-38100"/>
              <a:ext cx="203200" cy="1780526"/>
            </a:xfrm>
            <a:prstGeom prst="rect">
              <a:avLst/>
            </a:prstGeom>
          </p:spPr>
          <p:txBody>
            <a:bodyPr lIns="33867" tIns="33867" rIns="33867" bIns="33867" rtlCol="0" anchor="ctr"/>
            <a:lstStyle/>
            <a:p>
              <a:pPr marL="0" marR="0" lvl="0" indent="0" algn="ctr" defTabSz="609630" rtl="0" eaLnBrk="1" fontAlgn="auto" latinLnBrk="0" hangingPunct="1">
                <a:lnSpc>
                  <a:spcPts val="1773"/>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Barlow" panose="00000500000000000000" pitchFamily="2" charset="0"/>
              </a:endParaRPr>
            </a:p>
          </p:txBody>
        </p:sp>
      </p:grpSp>
      <p:pic>
        <p:nvPicPr>
          <p:cNvPr id="37" name="Picture 5" descr="signature_1261144517">
            <a:extLst>
              <a:ext uri="{FF2B5EF4-FFF2-40B4-BE49-F238E27FC236}">
                <a16:creationId xmlns:a16="http://schemas.microsoft.com/office/drawing/2014/main" id="{42C5B20B-7494-19BF-90FD-FEC7819BF0D4}"/>
              </a:ext>
            </a:extLst>
          </p:cNvPr>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10870565" y="168219"/>
            <a:ext cx="1018481" cy="494115"/>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22">
            <a:extLst>
              <a:ext uri="{FF2B5EF4-FFF2-40B4-BE49-F238E27FC236}">
                <a16:creationId xmlns:a16="http://schemas.microsoft.com/office/drawing/2014/main" id="{F1C68415-78CF-7F50-59BD-85CDB4DD79DE}"/>
              </a:ext>
            </a:extLst>
          </p:cNvPr>
          <p:cNvSpPr txBox="1"/>
          <p:nvPr/>
        </p:nvSpPr>
        <p:spPr>
          <a:xfrm>
            <a:off x="8921958" y="3677343"/>
            <a:ext cx="1177413" cy="143822"/>
          </a:xfrm>
          <a:prstGeom prst="rect">
            <a:avLst/>
          </a:prstGeom>
        </p:spPr>
        <p:txBody>
          <a:bodyPr lIns="0" tIns="0" rIns="0" bIns="0" rtlCol="0" anchor="t">
            <a:spAutoFit/>
          </a:bodyPr>
          <a:lstStyle/>
          <a:p>
            <a:pPr marL="0" marR="0" lvl="0" indent="0" algn="ctr" defTabSz="609630" rtl="0" eaLnBrk="1" fontAlgn="auto" latinLnBrk="0" hangingPunct="1">
              <a:lnSpc>
                <a:spcPts val="1078"/>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Barlow" panose="00000500000000000000" pitchFamily="2" charset="0"/>
              </a:rPr>
              <a:t>10 minutes</a:t>
            </a:r>
          </a:p>
        </p:txBody>
      </p:sp>
      <p:grpSp>
        <p:nvGrpSpPr>
          <p:cNvPr id="15" name="Group 14">
            <a:extLst>
              <a:ext uri="{FF2B5EF4-FFF2-40B4-BE49-F238E27FC236}">
                <a16:creationId xmlns:a16="http://schemas.microsoft.com/office/drawing/2014/main" id="{AEBD4639-6F69-3553-D46F-E4DE5F787E33}"/>
              </a:ext>
            </a:extLst>
          </p:cNvPr>
          <p:cNvGrpSpPr/>
          <p:nvPr/>
        </p:nvGrpSpPr>
        <p:grpSpPr>
          <a:xfrm>
            <a:off x="622709" y="661310"/>
            <a:ext cx="3494699" cy="2400853"/>
            <a:chOff x="1261305" y="1142570"/>
            <a:chExt cx="3494699" cy="2400853"/>
          </a:xfrm>
        </p:grpSpPr>
        <p:sp>
          <p:nvSpPr>
            <p:cNvPr id="3" name="TextBox 19">
              <a:extLst>
                <a:ext uri="{FF2B5EF4-FFF2-40B4-BE49-F238E27FC236}">
                  <a16:creationId xmlns:a16="http://schemas.microsoft.com/office/drawing/2014/main" id="{8F4599F7-2D6D-D0BA-AD59-B7353FE28719}"/>
                </a:ext>
              </a:extLst>
            </p:cNvPr>
            <p:cNvSpPr txBox="1"/>
            <p:nvPr/>
          </p:nvSpPr>
          <p:spPr>
            <a:xfrm>
              <a:off x="1261305" y="1327432"/>
              <a:ext cx="3494699" cy="2215991"/>
            </a:xfrm>
            <a:prstGeom prst="rect">
              <a:avLst/>
            </a:prstGeom>
          </p:spPr>
          <p:txBody>
            <a:bodyPr wrap="square" lIns="0" tIns="0" rIns="0" bIns="0" rtlCol="0" anchor="t">
              <a:sp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lang="en-US" b="1" dirty="0">
                <a:solidFill>
                  <a:srgbClr val="343434"/>
                </a:solidFill>
                <a:latin typeface="Barlow" panose="00000500000000000000" pitchFamily="2" charset="0"/>
              </a:endParaRPr>
            </a:p>
            <a:p>
              <a:pPr marL="0" marR="0" lvl="0" indent="0" algn="l" defTabSz="609630" rtl="0" eaLnBrk="1" fontAlgn="auto" latinLnBrk="0" hangingPunct="1">
                <a:lnSpc>
                  <a:spcPct val="100000"/>
                </a:lnSpc>
                <a:spcBef>
                  <a:spcPts val="0"/>
                </a:spcBef>
                <a:spcAft>
                  <a:spcPts val="0"/>
                </a:spcAft>
                <a:buClrTx/>
                <a:buSzTx/>
                <a:buFontTx/>
                <a:buNone/>
                <a:tabLst/>
                <a:defRPr/>
              </a:pPr>
              <a:r>
                <a:rPr lang="en-US" b="1" dirty="0">
                  <a:solidFill>
                    <a:srgbClr val="343434"/>
                  </a:solidFill>
                  <a:latin typeface="Barlow" panose="00000500000000000000" pitchFamily="2" charset="0"/>
                </a:rPr>
                <a:t>Revise Today’s Topics</a:t>
              </a:r>
            </a:p>
            <a:p>
              <a:pPr marL="0" marR="0" lvl="0" indent="0" algn="l" defTabSz="60963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343434"/>
                  </a:solidFill>
                  <a:effectLst/>
                  <a:uLnTx/>
                  <a:uFillTx/>
                  <a:latin typeface="Barlow" panose="00000500000000000000" pitchFamily="2" charset="0"/>
                </a:rPr>
                <a:t>On the platform, refer to the Concept Booklet for Module 3, Lesson 2</a:t>
              </a:r>
              <a:endParaRPr lang="en-US" dirty="0">
                <a:solidFill>
                  <a:srgbClr val="343434"/>
                </a:solidFill>
                <a:latin typeface="Barlow" panose="00000500000000000000" pitchFamily="2" charset="0"/>
              </a:endParaRPr>
            </a:p>
            <a:p>
              <a:pPr marL="0" marR="0" lvl="0" indent="0" algn="l" defTabSz="609630" rtl="0" eaLnBrk="1" fontAlgn="auto" latinLnBrk="0" hangingPunct="1">
                <a:lnSpc>
                  <a:spcPct val="100000"/>
                </a:lnSpc>
                <a:spcBef>
                  <a:spcPts val="0"/>
                </a:spcBef>
                <a:spcAft>
                  <a:spcPts val="0"/>
                </a:spcAft>
                <a:buClrTx/>
                <a:buSzTx/>
                <a:buFontTx/>
                <a:buNone/>
                <a:tabLst/>
                <a:defRPr/>
              </a:pPr>
              <a:endParaRPr lang="en-US" b="1" dirty="0">
                <a:solidFill>
                  <a:srgbClr val="343434"/>
                </a:solidFill>
                <a:latin typeface="Barlow" panose="00000500000000000000" pitchFamily="2" charset="0"/>
              </a:endParaRPr>
            </a:p>
            <a:p>
              <a:pPr marL="0" marR="0" lvl="0" indent="0" algn="l" defTabSz="609630" rtl="0" eaLnBrk="1" fontAlgn="auto" latinLnBrk="0" hangingPunct="1">
                <a:lnSpc>
                  <a:spcPct val="100000"/>
                </a:lnSpc>
                <a:spcBef>
                  <a:spcPts val="0"/>
                </a:spcBef>
                <a:spcAft>
                  <a:spcPts val="0"/>
                </a:spcAft>
                <a:buClrTx/>
                <a:buSzTx/>
                <a:buFontTx/>
                <a:buNone/>
                <a:tabLst/>
                <a:defRPr/>
              </a:pPr>
              <a:r>
                <a:rPr lang="en-US" b="1" dirty="0">
                  <a:solidFill>
                    <a:srgbClr val="343434"/>
                  </a:solidFill>
                  <a:latin typeface="Barlow" panose="00000500000000000000" pitchFamily="2" charset="0"/>
                </a:rPr>
                <a:t>Prepare for </a:t>
              </a:r>
              <a:r>
                <a:rPr lang="en-US" b="1">
                  <a:solidFill>
                    <a:srgbClr val="343434"/>
                  </a:solidFill>
                  <a:latin typeface="Barlow" panose="00000500000000000000" pitchFamily="2" charset="0"/>
                </a:rPr>
                <a:t>the Next </a:t>
              </a:r>
              <a:r>
                <a:rPr lang="en-US" b="1" dirty="0">
                  <a:solidFill>
                    <a:srgbClr val="343434"/>
                  </a:solidFill>
                  <a:latin typeface="Barlow" panose="00000500000000000000" pitchFamily="2" charset="0"/>
                </a:rPr>
                <a:t>S</a:t>
              </a:r>
              <a:r>
                <a:rPr lang="en-US" b="1">
                  <a:solidFill>
                    <a:srgbClr val="343434"/>
                  </a:solidFill>
                  <a:latin typeface="Barlow" panose="00000500000000000000" pitchFamily="2" charset="0"/>
                </a:rPr>
                <a:t>ession</a:t>
              </a:r>
              <a:endParaRPr lang="en-US" b="1" dirty="0">
                <a:solidFill>
                  <a:srgbClr val="343434"/>
                </a:solidFill>
                <a:latin typeface="Barlow" panose="00000500000000000000" pitchFamily="2" charset="0"/>
              </a:endParaRPr>
            </a:p>
            <a:p>
              <a:pPr marL="0" marR="0" lvl="0" indent="0" algn="l" defTabSz="609630" rtl="0" eaLnBrk="1" fontAlgn="auto" latinLnBrk="0" hangingPunct="1">
                <a:lnSpc>
                  <a:spcPct val="100000"/>
                </a:lnSpc>
                <a:spcBef>
                  <a:spcPts val="0"/>
                </a:spcBef>
                <a:spcAft>
                  <a:spcPts val="0"/>
                </a:spcAft>
                <a:buClrTx/>
                <a:buSzTx/>
                <a:buFontTx/>
                <a:buNone/>
                <a:tabLst/>
                <a:defRPr/>
              </a:pPr>
              <a:endParaRPr lang="en-US" b="1" dirty="0">
                <a:solidFill>
                  <a:srgbClr val="343434"/>
                </a:solidFill>
                <a:latin typeface="Barlow" panose="00000500000000000000" pitchFamily="2" charset="0"/>
              </a:endParaRPr>
            </a:p>
          </p:txBody>
        </p:sp>
        <p:sp>
          <p:nvSpPr>
            <p:cNvPr id="4" name="TextBox 3">
              <a:extLst>
                <a:ext uri="{FF2B5EF4-FFF2-40B4-BE49-F238E27FC236}">
                  <a16:creationId xmlns:a16="http://schemas.microsoft.com/office/drawing/2014/main" id="{F44825D2-5A4D-3AD3-2755-DBBE167B3A49}"/>
                </a:ext>
              </a:extLst>
            </p:cNvPr>
            <p:cNvSpPr txBox="1"/>
            <p:nvPr/>
          </p:nvSpPr>
          <p:spPr>
            <a:xfrm>
              <a:off x="1261305" y="1142570"/>
              <a:ext cx="2357340" cy="369332"/>
            </a:xfrm>
            <a:prstGeom prst="rect">
              <a:avLst/>
            </a:prstGeom>
            <a:solidFill>
              <a:srgbClr val="C00000"/>
            </a:solidFill>
          </p:spPr>
          <p:txBody>
            <a:bodyPr wrap="square">
              <a:spAutoFit/>
            </a:bodyPr>
            <a:lstStyle/>
            <a:p>
              <a:pPr marL="0" marR="0" lvl="0" indent="0" defTabSz="609630" rtl="0" eaLnBrk="1" fontAlgn="auto" latinLnBrk="0" hangingPunct="1">
                <a:lnSpc>
                  <a:spcPct val="100000"/>
                </a:lnSpc>
                <a:spcBef>
                  <a:spcPts val="0"/>
                </a:spcBef>
                <a:spcAft>
                  <a:spcPts val="0"/>
                </a:spcAft>
                <a:buClrTx/>
                <a:buSzTx/>
                <a:buFontTx/>
                <a:buNone/>
                <a:tabLst/>
                <a:defRPr/>
              </a:pPr>
              <a:r>
                <a:rPr lang="en-US" b="1">
                  <a:solidFill>
                    <a:schemeClr val="bg1"/>
                  </a:solidFill>
                  <a:latin typeface="Barlow" panose="00000500000000000000" pitchFamily="2" charset="0"/>
                </a:rPr>
                <a:t>INDIVIDUALLY</a:t>
              </a:r>
            </a:p>
          </p:txBody>
        </p:sp>
      </p:grpSp>
      <p:grpSp>
        <p:nvGrpSpPr>
          <p:cNvPr id="11" name="Group 10">
            <a:extLst>
              <a:ext uri="{FF2B5EF4-FFF2-40B4-BE49-F238E27FC236}">
                <a16:creationId xmlns:a16="http://schemas.microsoft.com/office/drawing/2014/main" id="{E16815B7-2F3B-4092-9D7F-A170F85B4395}"/>
              </a:ext>
            </a:extLst>
          </p:cNvPr>
          <p:cNvGrpSpPr/>
          <p:nvPr/>
        </p:nvGrpSpPr>
        <p:grpSpPr>
          <a:xfrm>
            <a:off x="545218" y="4127417"/>
            <a:ext cx="3538674" cy="1545524"/>
            <a:chOff x="1261305" y="5162675"/>
            <a:chExt cx="3538674" cy="1545524"/>
          </a:xfrm>
        </p:grpSpPr>
        <p:sp>
          <p:nvSpPr>
            <p:cNvPr id="8" name="TextBox 7">
              <a:extLst>
                <a:ext uri="{FF2B5EF4-FFF2-40B4-BE49-F238E27FC236}">
                  <a16:creationId xmlns:a16="http://schemas.microsoft.com/office/drawing/2014/main" id="{54D153E5-900F-C978-7482-6CE8D098A718}"/>
                </a:ext>
              </a:extLst>
            </p:cNvPr>
            <p:cNvSpPr txBox="1"/>
            <p:nvPr/>
          </p:nvSpPr>
          <p:spPr>
            <a:xfrm>
              <a:off x="1261305" y="5162675"/>
              <a:ext cx="2502318" cy="369723"/>
            </a:xfrm>
            <a:prstGeom prst="rect">
              <a:avLst/>
            </a:prstGeom>
            <a:solidFill>
              <a:srgbClr val="F2672A"/>
            </a:solidFill>
          </p:spPr>
          <p:txBody>
            <a:bodyPr wrap="square">
              <a:spAutoFit/>
            </a:bodyPr>
            <a:lstStyle/>
            <a:p>
              <a:pPr marL="0" marR="0" lvl="0" indent="0" defTabSz="609630" rtl="0" eaLnBrk="1" fontAlgn="auto" latinLnBrk="0" hangingPunct="1">
                <a:lnSpc>
                  <a:spcPct val="100000"/>
                </a:lnSpc>
                <a:spcBef>
                  <a:spcPts val="0"/>
                </a:spcBef>
                <a:spcAft>
                  <a:spcPts val="0"/>
                </a:spcAft>
                <a:buClrTx/>
                <a:buSzTx/>
                <a:buFontTx/>
                <a:buNone/>
                <a:tabLst/>
                <a:defRPr/>
              </a:pPr>
              <a:r>
                <a:rPr lang="en-US" b="1" dirty="0">
                  <a:solidFill>
                    <a:schemeClr val="bg1"/>
                  </a:solidFill>
                  <a:latin typeface="Barlow" panose="00000500000000000000" pitchFamily="2" charset="0"/>
                </a:rPr>
                <a:t>AS A VENTURE TEAM</a:t>
              </a:r>
            </a:p>
          </p:txBody>
        </p:sp>
        <p:sp>
          <p:nvSpPr>
            <p:cNvPr id="10" name="TextBox 19">
              <a:extLst>
                <a:ext uri="{FF2B5EF4-FFF2-40B4-BE49-F238E27FC236}">
                  <a16:creationId xmlns:a16="http://schemas.microsoft.com/office/drawing/2014/main" id="{67650E3E-D7FC-EF7F-6B75-14B3E3231BEF}"/>
                </a:ext>
              </a:extLst>
            </p:cNvPr>
            <p:cNvSpPr txBox="1"/>
            <p:nvPr/>
          </p:nvSpPr>
          <p:spPr>
            <a:xfrm>
              <a:off x="1305280" y="5600203"/>
              <a:ext cx="3494699" cy="1107996"/>
            </a:xfrm>
            <a:prstGeom prst="rect">
              <a:avLst/>
            </a:prstGeom>
          </p:spPr>
          <p:txBody>
            <a:bodyPr wrap="square" lIns="0" tIns="0" rIns="0" bIns="0" rtlCol="0" anchor="t">
              <a:sp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lang="en-US" b="1" dirty="0">
                  <a:solidFill>
                    <a:srgbClr val="343434"/>
                  </a:solidFill>
                  <a:latin typeface="Barlow" panose="00000500000000000000" pitchFamily="2" charset="0"/>
                </a:rPr>
                <a:t>Complete Venture Activity 3.2 to 3.4 on the Platform</a:t>
              </a:r>
            </a:p>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srgbClr val="343434"/>
                </a:solidFill>
                <a:effectLst/>
                <a:uLnTx/>
                <a:uFillTx/>
                <a:latin typeface="Barlow" panose="00000500000000000000" pitchFamily="2" charset="0"/>
              </a:endParaRPr>
            </a:p>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srgbClr val="343434"/>
                </a:solidFill>
                <a:effectLst/>
                <a:uLnTx/>
                <a:uFillTx/>
                <a:latin typeface="Barlow" panose="00000500000000000000" pitchFamily="2" charset="0"/>
              </a:endParaRPr>
            </a:p>
          </p:txBody>
        </p:sp>
      </p:grpSp>
      <p:sp>
        <p:nvSpPr>
          <p:cNvPr id="2" name="TextBox 1">
            <a:extLst>
              <a:ext uri="{FF2B5EF4-FFF2-40B4-BE49-F238E27FC236}">
                <a16:creationId xmlns:a16="http://schemas.microsoft.com/office/drawing/2014/main" id="{8364EA7C-54F9-D108-9AD9-A0C5C64B34EC}"/>
              </a:ext>
            </a:extLst>
          </p:cNvPr>
          <p:cNvSpPr txBox="1"/>
          <p:nvPr/>
        </p:nvSpPr>
        <p:spPr>
          <a:xfrm>
            <a:off x="524433" y="5211276"/>
            <a:ext cx="3883489" cy="92333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dirty="0">
                <a:solidFill>
                  <a:srgbClr val="343434"/>
                </a:solidFill>
                <a:latin typeface="Barlow"/>
              </a:rPr>
              <a:t>Select 'the' Solution Idea</a:t>
            </a:r>
          </a:p>
          <a:p>
            <a:pPr marL="285750" indent="-285750">
              <a:buFont typeface="Arial" panose="020B0604020202020204" pitchFamily="34" charset="0"/>
              <a:buChar char="•"/>
            </a:pPr>
            <a:r>
              <a:rPr lang="en-US" dirty="0">
                <a:solidFill>
                  <a:srgbClr val="343434"/>
                </a:solidFill>
                <a:latin typeface="Barlow"/>
              </a:rPr>
              <a:t>Solution Design</a:t>
            </a:r>
          </a:p>
          <a:p>
            <a:pPr marL="285750" indent="-285750">
              <a:buFont typeface="Arial" panose="020B0604020202020204" pitchFamily="34" charset="0"/>
              <a:buChar char="•"/>
            </a:pPr>
            <a:r>
              <a:rPr lang="en-US" dirty="0">
                <a:solidFill>
                  <a:srgbClr val="343434"/>
                </a:solidFill>
                <a:latin typeface="Barlow"/>
              </a:rPr>
              <a:t> User Experience/Journey</a:t>
            </a:r>
          </a:p>
        </p:txBody>
      </p:sp>
      <p:sp>
        <p:nvSpPr>
          <p:cNvPr id="16" name="TextBox 15">
            <a:extLst>
              <a:ext uri="{FF2B5EF4-FFF2-40B4-BE49-F238E27FC236}">
                <a16:creationId xmlns:a16="http://schemas.microsoft.com/office/drawing/2014/main" id="{49B2A6FB-45FD-54F4-136A-A32B50F6D96C}"/>
              </a:ext>
            </a:extLst>
          </p:cNvPr>
          <p:cNvSpPr txBox="1"/>
          <p:nvPr/>
        </p:nvSpPr>
        <p:spPr>
          <a:xfrm>
            <a:off x="545218" y="2751627"/>
            <a:ext cx="3295504" cy="1200329"/>
          </a:xfrm>
          <a:prstGeom prst="rect">
            <a:avLst/>
          </a:prstGeom>
          <a:noFill/>
        </p:spPr>
        <p:txBody>
          <a:bodyPr wrap="square">
            <a:sp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343434"/>
                </a:solidFill>
                <a:effectLst/>
                <a:uLnTx/>
                <a:uFillTx/>
                <a:latin typeface="Barlow"/>
              </a:rPr>
              <a:t>On the platform, refer to </a:t>
            </a:r>
            <a:r>
              <a:rPr lang="en-US" dirty="0">
                <a:solidFill>
                  <a:srgbClr val="343434"/>
                </a:solidFill>
                <a:latin typeface="Barlow"/>
              </a:rPr>
              <a:t>Pre-Session Content (Introduction, Beginner's Quiz &amp; Primer) for Module 4 - Lesson 1</a:t>
            </a:r>
          </a:p>
        </p:txBody>
      </p:sp>
    </p:spTree>
    <p:extLst>
      <p:ext uri="{BB962C8B-B14F-4D97-AF65-F5344CB8AC3E}">
        <p14:creationId xmlns:p14="http://schemas.microsoft.com/office/powerpoint/2010/main" val="5151964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sosceles Triangle 4">
            <a:extLst>
              <a:ext uri="{FF2B5EF4-FFF2-40B4-BE49-F238E27FC236}">
                <a16:creationId xmlns:a16="http://schemas.microsoft.com/office/drawing/2014/main" id="{5E80D0D9-18FF-495D-97FC-32FB1569CB3A}"/>
              </a:ext>
            </a:extLst>
          </p:cNvPr>
          <p:cNvSpPr/>
          <p:nvPr/>
        </p:nvSpPr>
        <p:spPr>
          <a:xfrm rot="10800000">
            <a:off x="5321096" y="-1"/>
            <a:ext cx="4348468" cy="5021943"/>
          </a:xfrm>
          <a:prstGeom prst="triangle">
            <a:avLst/>
          </a:prstGeom>
          <a:gradFill>
            <a:gsLst>
              <a:gs pos="50000">
                <a:srgbClr val="F2672A"/>
              </a:gs>
              <a:gs pos="0">
                <a:srgbClr val="BF2026"/>
              </a:gs>
              <a:gs pos="100000">
                <a:srgbClr val="F68721">
                  <a:alpha val="87843"/>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grpSp>
        <p:nvGrpSpPr>
          <p:cNvPr id="7" name="Group 6">
            <a:extLst>
              <a:ext uri="{FF2B5EF4-FFF2-40B4-BE49-F238E27FC236}">
                <a16:creationId xmlns:a16="http://schemas.microsoft.com/office/drawing/2014/main" id="{D9E57042-2897-48F9-9980-E8A19BAF140C}"/>
              </a:ext>
            </a:extLst>
          </p:cNvPr>
          <p:cNvGrpSpPr/>
          <p:nvPr/>
        </p:nvGrpSpPr>
        <p:grpSpPr>
          <a:xfrm>
            <a:off x="598046" y="2098526"/>
            <a:ext cx="6213554" cy="1502440"/>
            <a:chOff x="598046" y="2205347"/>
            <a:chExt cx="6213554" cy="1502440"/>
          </a:xfrm>
        </p:grpSpPr>
        <p:sp>
          <p:nvSpPr>
            <p:cNvPr id="4" name="Title 6">
              <a:extLst>
                <a:ext uri="{FF2B5EF4-FFF2-40B4-BE49-F238E27FC236}">
                  <a16:creationId xmlns:a16="http://schemas.microsoft.com/office/drawing/2014/main" id="{6D7D09B0-3383-BB41-E4F8-37FD6616071B}"/>
                </a:ext>
              </a:extLst>
            </p:cNvPr>
            <p:cNvSpPr txBox="1">
              <a:spLocks/>
            </p:cNvSpPr>
            <p:nvPr/>
          </p:nvSpPr>
          <p:spPr>
            <a:xfrm>
              <a:off x="715600" y="2205347"/>
              <a:ext cx="6096000" cy="1015663"/>
            </a:xfrm>
            <a:prstGeom prst="rect">
              <a:avLst/>
            </a:prstGeom>
          </p:spPr>
          <p:txBody>
            <a:bodyPr vert="horz" wrap="square" lIns="0" tIns="0" rIns="0" bIns="0" rtlCol="0" anchor="t" anchorCtr="0">
              <a:spAutoFit/>
            </a:bodyPr>
            <a:lstStyle>
              <a:lvl1pPr algn="l" defTabSz="914400" rtl="0" eaLnBrk="1" latinLnBrk="0" hangingPunct="1">
                <a:lnSpc>
                  <a:spcPct val="100000"/>
                </a:lnSpc>
                <a:spcBef>
                  <a:spcPct val="0"/>
                </a:spcBef>
                <a:buNone/>
                <a:defRPr lang="en-US" sz="3200" b="1" kern="1200" dirty="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sz="6600" b="1" i="0" u="none" strike="noStrike" kern="1200" cap="none" spc="0" normalizeH="0" baseline="0" noProof="0" dirty="0">
                  <a:ln>
                    <a:noFill/>
                  </a:ln>
                  <a:solidFill>
                    <a:srgbClr val="FFFFFF"/>
                  </a:solidFill>
                  <a:effectLst/>
                  <a:uLnTx/>
                  <a:uFillTx/>
                  <a:latin typeface="Barlow" panose="00000500000000000000" pitchFamily="2" charset="0"/>
                  <a:ea typeface="+mj-ea"/>
                  <a:cs typeface="+mj-cs"/>
                </a:rPr>
                <a:t>Tanya Jawab</a:t>
              </a:r>
            </a:p>
          </p:txBody>
        </p:sp>
        <p:sp>
          <p:nvSpPr>
            <p:cNvPr id="23" name="TextBox 22">
              <a:extLst>
                <a:ext uri="{FF2B5EF4-FFF2-40B4-BE49-F238E27FC236}">
                  <a16:creationId xmlns:a16="http://schemas.microsoft.com/office/drawing/2014/main" id="{27EAC6EA-77DA-46F4-A8FC-03435FB82521}"/>
                </a:ext>
              </a:extLst>
            </p:cNvPr>
            <p:cNvSpPr txBox="1"/>
            <p:nvPr/>
          </p:nvSpPr>
          <p:spPr>
            <a:xfrm>
              <a:off x="598046" y="3338455"/>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i-FI" sz="1800" b="0" i="0" u="none" strike="noStrike" kern="1200" cap="none" spc="0" normalizeH="0" baseline="0" noProof="0" dirty="0">
                  <a:ln>
                    <a:noFill/>
                  </a:ln>
                  <a:solidFill>
                    <a:srgbClr val="FFFFFF"/>
                  </a:solidFill>
                  <a:effectLst/>
                  <a:uLnTx/>
                  <a:uFillTx/>
                  <a:latin typeface="Barlow-Regular" panose="02040502050405020303"/>
                  <a:ea typeface="+mn-ea"/>
                  <a:cs typeface="+mn-cs"/>
                </a:rPr>
                <a:t>Jika Anda memiliki pertanyaan, TANYAKAN</a:t>
              </a:r>
              <a:endParaRPr kumimoji="0" lang="en-US" sz="1800" b="0" i="0" u="none" strike="noStrike" kern="1200" cap="none" spc="0" normalizeH="0" baseline="0" noProof="0" dirty="0">
                <a:ln>
                  <a:noFill/>
                </a:ln>
                <a:solidFill>
                  <a:srgbClr val="FFFFFF"/>
                </a:solidFill>
                <a:effectLst/>
                <a:uLnTx/>
                <a:uFillTx/>
                <a:latin typeface="Barlow-Regular" panose="02040502050405020303"/>
                <a:ea typeface="+mn-ea"/>
                <a:cs typeface="+mn-cs"/>
              </a:endParaRPr>
            </a:p>
          </p:txBody>
        </p:sp>
      </p:grpSp>
      <p:grpSp>
        <p:nvGrpSpPr>
          <p:cNvPr id="24" name="Group 23">
            <a:extLst>
              <a:ext uri="{FF2B5EF4-FFF2-40B4-BE49-F238E27FC236}">
                <a16:creationId xmlns:a16="http://schemas.microsoft.com/office/drawing/2014/main" id="{4E046AFE-5E0C-43D9-A7CE-F505083248C5}"/>
              </a:ext>
            </a:extLst>
          </p:cNvPr>
          <p:cNvGrpSpPr/>
          <p:nvPr/>
        </p:nvGrpSpPr>
        <p:grpSpPr>
          <a:xfrm>
            <a:off x="647700" y="5924400"/>
            <a:ext cx="1951864" cy="324000"/>
            <a:chOff x="3753875" y="6160946"/>
            <a:chExt cx="1951864" cy="324000"/>
          </a:xfrm>
        </p:grpSpPr>
        <p:pic>
          <p:nvPicPr>
            <p:cNvPr id="25" name="Graphic 24">
              <a:hlinkClick r:id="rId3"/>
              <a:extLst>
                <a:ext uri="{FF2B5EF4-FFF2-40B4-BE49-F238E27FC236}">
                  <a16:creationId xmlns:a16="http://schemas.microsoft.com/office/drawing/2014/main" id="{05A40F9F-EF61-4BD0-A4DA-E26393A90BD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092408" y="6176371"/>
              <a:ext cx="270000" cy="270000"/>
            </a:xfrm>
            <a:prstGeom prst="rect">
              <a:avLst/>
            </a:prstGeom>
          </p:spPr>
        </p:pic>
        <p:pic>
          <p:nvPicPr>
            <p:cNvPr id="26" name="Graphic 25">
              <a:hlinkClick r:id="rId6"/>
              <a:extLst>
                <a:ext uri="{FF2B5EF4-FFF2-40B4-BE49-F238E27FC236}">
                  <a16:creationId xmlns:a16="http://schemas.microsoft.com/office/drawing/2014/main" id="{C589EC91-7F1B-4156-A23B-F4855469FF6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69474" y="6160946"/>
              <a:ext cx="259200" cy="324000"/>
            </a:xfrm>
            <a:prstGeom prst="rect">
              <a:avLst/>
            </a:prstGeom>
          </p:spPr>
        </p:pic>
        <p:pic>
          <p:nvPicPr>
            <p:cNvPr id="27" name="Graphic 26">
              <a:hlinkClick r:id="rId9"/>
              <a:extLst>
                <a:ext uri="{FF2B5EF4-FFF2-40B4-BE49-F238E27FC236}">
                  <a16:creationId xmlns:a16="http://schemas.microsoft.com/office/drawing/2014/main" id="{CD081E83-2AEE-4ED3-96D0-EE34C7D1B73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097207" y="6176371"/>
              <a:ext cx="270000" cy="270000"/>
            </a:xfrm>
            <a:prstGeom prst="rect">
              <a:avLst/>
            </a:prstGeom>
          </p:spPr>
        </p:pic>
        <p:pic>
          <p:nvPicPr>
            <p:cNvPr id="28" name="Graphic 27">
              <a:hlinkClick r:id="rId12"/>
              <a:extLst>
                <a:ext uri="{FF2B5EF4-FFF2-40B4-BE49-F238E27FC236}">
                  <a16:creationId xmlns:a16="http://schemas.microsoft.com/office/drawing/2014/main" id="{8B932768-48D5-4F23-A2BC-7A81AEC8202B}"/>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430941" y="6176371"/>
              <a:ext cx="270000" cy="270000"/>
            </a:xfrm>
            <a:prstGeom prst="rect">
              <a:avLst/>
            </a:prstGeom>
          </p:spPr>
        </p:pic>
        <p:pic>
          <p:nvPicPr>
            <p:cNvPr id="29" name="Graphic 28">
              <a:hlinkClick r:id="rId15"/>
              <a:extLst>
                <a:ext uri="{FF2B5EF4-FFF2-40B4-BE49-F238E27FC236}">
                  <a16:creationId xmlns:a16="http://schemas.microsoft.com/office/drawing/2014/main" id="{BE04CC2D-DD4A-48FD-95E0-AB7E89349A9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753875" y="6187946"/>
              <a:ext cx="270000" cy="270000"/>
            </a:xfrm>
            <a:prstGeom prst="rect">
              <a:avLst/>
            </a:prstGeom>
          </p:spPr>
        </p:pic>
        <p:pic>
          <p:nvPicPr>
            <p:cNvPr id="30" name="Graphic 29" descr="World">
              <a:hlinkClick r:id="rId18"/>
              <a:extLst>
                <a:ext uri="{FF2B5EF4-FFF2-40B4-BE49-F238E27FC236}">
                  <a16:creationId xmlns:a16="http://schemas.microsoft.com/office/drawing/2014/main" id="{B07C090D-F3CE-4889-8E1B-DF6B23A8FDA7}"/>
                </a:ext>
              </a:extLst>
            </p:cNvPr>
            <p:cNvPicPr>
              <a:picLocks noChangeAspect="1"/>
            </p:cNvPicPr>
            <p:nvPr/>
          </p:nvPicPr>
          <p:blipFill>
            <a:blip r:embed="rId19" cstate="screen">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5435739" y="6176371"/>
              <a:ext cx="270000" cy="270000"/>
            </a:xfrm>
            <a:prstGeom prst="rect">
              <a:avLst/>
            </a:prstGeom>
          </p:spPr>
        </p:pic>
      </p:grpSp>
      <p:sp>
        <p:nvSpPr>
          <p:cNvPr id="14" name="Rectangle 54">
            <a:extLst>
              <a:ext uri="{FF2B5EF4-FFF2-40B4-BE49-F238E27FC236}">
                <a16:creationId xmlns:a16="http://schemas.microsoft.com/office/drawing/2014/main" id="{BAB08ADE-2DE7-426F-BCD2-66F6F8118E77}"/>
              </a:ext>
            </a:extLst>
          </p:cNvPr>
          <p:cNvSpPr/>
          <p:nvPr/>
        </p:nvSpPr>
        <p:spPr>
          <a:xfrm>
            <a:off x="4635500" y="-25400"/>
            <a:ext cx="7564100" cy="6883400"/>
          </a:xfrm>
          <a:custGeom>
            <a:avLst/>
            <a:gdLst>
              <a:gd name="connsiteX0" fmla="*/ 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0 w 7564100"/>
              <a:gd name="connsiteY4" fmla="*/ 0 h 6858000"/>
              <a:gd name="connsiteX0" fmla="*/ 4038600 w 7564100"/>
              <a:gd name="connsiteY0" fmla="*/ 0 h 6858000"/>
              <a:gd name="connsiteX1" fmla="*/ 7564100 w 7564100"/>
              <a:gd name="connsiteY1" fmla="*/ 0 h 6858000"/>
              <a:gd name="connsiteX2" fmla="*/ 7564100 w 7564100"/>
              <a:gd name="connsiteY2" fmla="*/ 6858000 h 6858000"/>
              <a:gd name="connsiteX3" fmla="*/ 0 w 7564100"/>
              <a:gd name="connsiteY3" fmla="*/ 6858000 h 6858000"/>
              <a:gd name="connsiteX4" fmla="*/ 4038600 w 7564100"/>
              <a:gd name="connsiteY4" fmla="*/ 0 h 6858000"/>
              <a:gd name="connsiteX0" fmla="*/ 4622800 w 7564100"/>
              <a:gd name="connsiteY0" fmla="*/ 0 h 6883400"/>
              <a:gd name="connsiteX1" fmla="*/ 7564100 w 7564100"/>
              <a:gd name="connsiteY1" fmla="*/ 25400 h 6883400"/>
              <a:gd name="connsiteX2" fmla="*/ 7564100 w 7564100"/>
              <a:gd name="connsiteY2" fmla="*/ 6883400 h 6883400"/>
              <a:gd name="connsiteX3" fmla="*/ 0 w 7564100"/>
              <a:gd name="connsiteY3" fmla="*/ 6883400 h 6883400"/>
              <a:gd name="connsiteX4" fmla="*/ 4622800 w 7564100"/>
              <a:gd name="connsiteY4" fmla="*/ 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4100" h="6883400">
                <a:moveTo>
                  <a:pt x="4622800" y="0"/>
                </a:moveTo>
                <a:lnTo>
                  <a:pt x="7564100" y="25400"/>
                </a:lnTo>
                <a:lnTo>
                  <a:pt x="7564100" y="6883400"/>
                </a:lnTo>
                <a:lnTo>
                  <a:pt x="0" y="6883400"/>
                </a:lnTo>
                <a:lnTo>
                  <a:pt x="4622800" y="0"/>
                </a:lnTo>
                <a:close/>
              </a:path>
            </a:pathLst>
          </a:custGeom>
          <a:solidFill>
            <a:srgbClr val="BF2026">
              <a:alpha val="1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Barlow-Regular" panose="02040502050405020303"/>
              <a:ea typeface="+mn-ea"/>
              <a:cs typeface="+mn-cs"/>
            </a:endParaRPr>
          </a:p>
        </p:txBody>
      </p:sp>
      <p:pic>
        <p:nvPicPr>
          <p:cNvPr id="3" name="Picture 2">
            <a:extLst>
              <a:ext uri="{FF2B5EF4-FFF2-40B4-BE49-F238E27FC236}">
                <a16:creationId xmlns:a16="http://schemas.microsoft.com/office/drawing/2014/main" id="{2E9CA416-93FA-4E74-A9B8-BC57DD94E52D}"/>
              </a:ext>
            </a:extLst>
          </p:cNvPr>
          <p:cNvPicPr>
            <a:picLocks noChangeAspect="1"/>
          </p:cNvPicPr>
          <p:nvPr/>
        </p:nvPicPr>
        <p:blipFill rotWithShape="1">
          <a:blip r:embed="rId21" cstate="email">
            <a:extLst>
              <a:ext uri="{28A0092B-C50C-407E-A947-70E740481C1C}">
                <a14:useLocalDpi xmlns:a14="http://schemas.microsoft.com/office/drawing/2010/main"/>
              </a:ext>
            </a:extLst>
          </a:blip>
          <a:srcRect b="1647"/>
          <a:stretch/>
        </p:blipFill>
        <p:spPr>
          <a:xfrm>
            <a:off x="5176133" y="358111"/>
            <a:ext cx="4638394" cy="6499889"/>
          </a:xfrm>
          <a:prstGeom prst="rect">
            <a:avLst/>
          </a:prstGeom>
        </p:spPr>
      </p:pic>
      <p:sp>
        <p:nvSpPr>
          <p:cNvPr id="2" name="TextBox 1">
            <a:extLst>
              <a:ext uri="{FF2B5EF4-FFF2-40B4-BE49-F238E27FC236}">
                <a16:creationId xmlns:a16="http://schemas.microsoft.com/office/drawing/2014/main" id="{B2C44030-BDD0-DDBF-6A69-02DE3E071681}"/>
              </a:ext>
            </a:extLst>
          </p:cNvPr>
          <p:cNvSpPr txBox="1"/>
          <p:nvPr/>
        </p:nvSpPr>
        <p:spPr>
          <a:xfrm>
            <a:off x="-5927849" y="488581"/>
            <a:ext cx="4750662" cy="535531"/>
          </a:xfrm>
          <a:prstGeom prst="rect">
            <a:avLst/>
          </a:prstGeom>
          <a:noFill/>
        </p:spPr>
        <p:txBody>
          <a:bodyPr wrap="square">
            <a:spAutoFit/>
          </a:body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IN" sz="3600" b="0" i="0" u="none" strike="noStrike" kern="1200" cap="none" spc="0" normalizeH="0" baseline="0" noProof="0">
                <a:ln>
                  <a:noFill/>
                </a:ln>
                <a:solidFill>
                  <a:prstClr val="white"/>
                </a:solidFill>
                <a:effectLst/>
                <a:uLnTx/>
                <a:uFillTx/>
                <a:latin typeface="Barlow "/>
                <a:ea typeface="+mn-ea"/>
                <a:cs typeface="+mn-cs"/>
              </a:rPr>
              <a:t>WHY NOW?</a:t>
            </a:r>
            <a:endParaRPr kumimoji="0" lang="en-IN" sz="3600" b="1" i="0" u="none" strike="noStrike" kern="1200" cap="none" spc="0" normalizeH="0" baseline="0" noProof="0">
              <a:ln>
                <a:noFill/>
              </a:ln>
              <a:solidFill>
                <a:prstClr val="white"/>
              </a:solidFill>
              <a:effectLst/>
              <a:uLnTx/>
              <a:uFillTx/>
              <a:latin typeface="Barlow "/>
              <a:ea typeface="+mn-ea"/>
              <a:cs typeface="+mn-cs"/>
            </a:endParaRPr>
          </a:p>
        </p:txBody>
      </p:sp>
      <p:sp>
        <p:nvSpPr>
          <p:cNvPr id="6" name="TextBox 5">
            <a:extLst>
              <a:ext uri="{FF2B5EF4-FFF2-40B4-BE49-F238E27FC236}">
                <a16:creationId xmlns:a16="http://schemas.microsoft.com/office/drawing/2014/main" id="{E4BC76D1-1802-7CBC-7A3A-BB6A75731B2F}"/>
              </a:ext>
            </a:extLst>
          </p:cNvPr>
          <p:cNvSpPr txBox="1"/>
          <p:nvPr/>
        </p:nvSpPr>
        <p:spPr>
          <a:xfrm>
            <a:off x="-5927849" y="6324088"/>
            <a:ext cx="3895319"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prstClr val="white"/>
                </a:solidFill>
                <a:effectLst/>
                <a:uLnTx/>
                <a:uFillTx/>
                <a:latin typeface="Barlow" pitchFamily="2" charset="77"/>
                <a:ea typeface="+mn-ea"/>
                <a:cs typeface="+mn-cs"/>
              </a:rPr>
              <a:t>The Indian Economy Review January 2024 by Finance Ministry</a:t>
            </a:r>
          </a:p>
        </p:txBody>
      </p:sp>
      <p:grpSp>
        <p:nvGrpSpPr>
          <p:cNvPr id="8" name="Group 7">
            <a:extLst>
              <a:ext uri="{FF2B5EF4-FFF2-40B4-BE49-F238E27FC236}">
                <a16:creationId xmlns:a16="http://schemas.microsoft.com/office/drawing/2014/main" id="{BD786D78-26DC-B3D7-3C1F-DD027257C72F}"/>
              </a:ext>
            </a:extLst>
          </p:cNvPr>
          <p:cNvGrpSpPr/>
          <p:nvPr/>
        </p:nvGrpSpPr>
        <p:grpSpPr>
          <a:xfrm>
            <a:off x="-5823483" y="5071367"/>
            <a:ext cx="466922" cy="466922"/>
            <a:chOff x="679592" y="2346316"/>
            <a:chExt cx="466922" cy="466922"/>
          </a:xfrm>
        </p:grpSpPr>
        <p:sp>
          <p:nvSpPr>
            <p:cNvPr id="9" name="Oval 8">
              <a:extLst>
                <a:ext uri="{FF2B5EF4-FFF2-40B4-BE49-F238E27FC236}">
                  <a16:creationId xmlns:a16="http://schemas.microsoft.com/office/drawing/2014/main" id="{6BC9E85B-E618-66C5-F959-0B667F4E9EF1}"/>
                </a:ext>
              </a:extLst>
            </p:cNvPr>
            <p:cNvSpPr/>
            <p:nvPr/>
          </p:nvSpPr>
          <p:spPr>
            <a:xfrm>
              <a:off x="679592" y="2346316"/>
              <a:ext cx="466922" cy="46692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arlow "/>
                <a:ea typeface="+mn-ea"/>
                <a:cs typeface="+mn-cs"/>
              </a:endParaRPr>
            </a:p>
          </p:txBody>
        </p:sp>
        <p:pic>
          <p:nvPicPr>
            <p:cNvPr id="10" name="Graphic 9">
              <a:extLst>
                <a:ext uri="{FF2B5EF4-FFF2-40B4-BE49-F238E27FC236}">
                  <a16:creationId xmlns:a16="http://schemas.microsoft.com/office/drawing/2014/main" id="{0D320AE0-BB0E-48AE-E16A-DD73E40A3DF2}"/>
                </a:ext>
              </a:extLst>
            </p:cNvPr>
            <p:cNvPicPr>
              <a:picLocks noChangeAspect="1"/>
            </p:cNvPicPr>
            <p:nvPr/>
          </p:nvPicPr>
          <p:blipFill>
            <a:blip r:embed="rId22" cstate="screen">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flipH="1">
              <a:off x="765931" y="2471548"/>
              <a:ext cx="294244" cy="205818"/>
            </a:xfrm>
            <a:prstGeom prst="rect">
              <a:avLst/>
            </a:prstGeom>
          </p:spPr>
        </p:pic>
      </p:grpSp>
      <p:sp>
        <p:nvSpPr>
          <p:cNvPr id="11" name="Rectangle 10">
            <a:extLst>
              <a:ext uri="{FF2B5EF4-FFF2-40B4-BE49-F238E27FC236}">
                <a16:creationId xmlns:a16="http://schemas.microsoft.com/office/drawing/2014/main" id="{7B3D9D01-D4F9-ED61-4977-6AFC3669AD5E}"/>
              </a:ext>
            </a:extLst>
          </p:cNvPr>
          <p:cNvSpPr/>
          <p:nvPr/>
        </p:nvSpPr>
        <p:spPr>
          <a:xfrm>
            <a:off x="-5190228" y="1829158"/>
            <a:ext cx="2483056" cy="6155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0" marR="0" lvl="0" indent="0" algn="l" defTabSz="914400" rtl="0" eaLnBrk="1" fontAlgn="auto" latinLnBrk="0" hangingPunct="1">
              <a:lnSpc>
                <a:spcPct val="100000"/>
              </a:lnSpc>
              <a:spcBef>
                <a:spcPts val="1000"/>
              </a:spcBef>
              <a:spcAft>
                <a:spcPts val="0"/>
              </a:spcAft>
              <a:buClrTx/>
              <a:buSzTx/>
              <a:buFontTx/>
              <a:buNone/>
              <a:tabLst/>
              <a:defRPr/>
            </a:pPr>
            <a:r>
              <a:rPr kumimoji="0" lang="en-US" sz="2000" b="0" i="0" u="none" strike="noStrike" kern="1200" cap="none" spc="0" normalizeH="0" baseline="0" noProof="0">
                <a:ln>
                  <a:noFill/>
                </a:ln>
                <a:solidFill>
                  <a:prstClr val="white">
                    <a:alpha val="20000"/>
                  </a:prstClr>
                </a:solidFill>
                <a:effectLst/>
                <a:uLnTx/>
                <a:uFillTx/>
                <a:latin typeface="Barlow" panose="00000500000000000000" pitchFamily="2" charset="0"/>
                <a:ea typeface="+mn-ea"/>
                <a:cs typeface="+mn-cs"/>
              </a:rPr>
              <a:t>EDUCATIONAL</a:t>
            </a:r>
            <a:br>
              <a:rPr kumimoji="0" lang="en-US" sz="2000" b="0" i="0" u="none" strike="noStrike" kern="1200" cap="none" spc="0" normalizeH="0" baseline="0" noProof="0">
                <a:ln>
                  <a:noFill/>
                </a:ln>
                <a:solidFill>
                  <a:prstClr val="white">
                    <a:alpha val="20000"/>
                  </a:prstClr>
                </a:solidFill>
                <a:effectLst/>
                <a:uLnTx/>
                <a:uFillTx/>
                <a:latin typeface="Barlow" panose="00000500000000000000" pitchFamily="2" charset="0"/>
                <a:ea typeface="+mn-ea"/>
                <a:cs typeface="+mn-cs"/>
              </a:rPr>
            </a:br>
            <a:r>
              <a:rPr kumimoji="0" lang="en-US" sz="2000" b="0" i="0" u="none" strike="noStrike" kern="1200" cap="none" spc="0" normalizeH="0" baseline="0" noProof="0">
                <a:ln>
                  <a:noFill/>
                </a:ln>
                <a:solidFill>
                  <a:prstClr val="white">
                    <a:alpha val="20000"/>
                  </a:prstClr>
                </a:solidFill>
                <a:effectLst/>
                <a:uLnTx/>
                <a:uFillTx/>
                <a:latin typeface="Barlow" panose="00000500000000000000" pitchFamily="2" charset="0"/>
                <a:ea typeface="+mn-ea"/>
                <a:cs typeface="+mn-cs"/>
              </a:rPr>
              <a:t>FOCUS</a:t>
            </a:r>
          </a:p>
        </p:txBody>
      </p:sp>
      <p:sp>
        <p:nvSpPr>
          <p:cNvPr id="12" name="Rectangle 11">
            <a:extLst>
              <a:ext uri="{FF2B5EF4-FFF2-40B4-BE49-F238E27FC236}">
                <a16:creationId xmlns:a16="http://schemas.microsoft.com/office/drawing/2014/main" id="{4F5F4781-833C-F20E-2CBA-1A886D819D01}"/>
              </a:ext>
            </a:extLst>
          </p:cNvPr>
          <p:cNvSpPr/>
          <p:nvPr/>
        </p:nvSpPr>
        <p:spPr>
          <a:xfrm>
            <a:off x="-5190229" y="2885122"/>
            <a:ext cx="4000403" cy="6155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0" marR="0" lvl="0" indent="0" algn="l" defTabSz="914400" rtl="0" eaLnBrk="1" fontAlgn="auto" latinLnBrk="0" hangingPunct="1">
              <a:lnSpc>
                <a:spcPct val="100000"/>
              </a:lnSpc>
              <a:spcBef>
                <a:spcPts val="1000"/>
              </a:spcBef>
              <a:spcAft>
                <a:spcPts val="0"/>
              </a:spcAft>
              <a:buClrTx/>
              <a:buSzTx/>
              <a:buFontTx/>
              <a:buNone/>
              <a:tabLst/>
              <a:defRPr/>
            </a:pPr>
            <a:r>
              <a:rPr kumimoji="0" lang="en-US" sz="2000" b="0" i="0" u="none" strike="noStrike" kern="1200" cap="none" spc="0" normalizeH="0" baseline="0" noProof="0">
                <a:ln>
                  <a:noFill/>
                </a:ln>
                <a:solidFill>
                  <a:prstClr val="white">
                    <a:alpha val="20000"/>
                  </a:prstClr>
                </a:solidFill>
                <a:effectLst/>
                <a:uLnTx/>
                <a:uFillTx/>
                <a:latin typeface="Barlow" panose="00000500000000000000" pitchFamily="2" charset="0"/>
                <a:ea typeface="+mn-ea"/>
                <a:cs typeface="+mn-cs"/>
              </a:rPr>
              <a:t>INDIA – A STARTUP</a:t>
            </a:r>
            <a:br>
              <a:rPr kumimoji="0" lang="en-US" sz="2000" b="0" i="0" u="none" strike="noStrike" kern="1200" cap="none" spc="0" normalizeH="0" baseline="0" noProof="0">
                <a:ln>
                  <a:noFill/>
                </a:ln>
                <a:solidFill>
                  <a:prstClr val="white">
                    <a:alpha val="20000"/>
                  </a:prstClr>
                </a:solidFill>
                <a:effectLst/>
                <a:uLnTx/>
                <a:uFillTx/>
                <a:latin typeface="Barlow" panose="00000500000000000000" pitchFamily="2" charset="0"/>
                <a:ea typeface="+mn-ea"/>
                <a:cs typeface="+mn-cs"/>
              </a:rPr>
            </a:br>
            <a:r>
              <a:rPr kumimoji="0" lang="en-US" sz="2000" b="0" i="0" u="none" strike="noStrike" kern="1200" cap="none" spc="0" normalizeH="0" baseline="0" noProof="0">
                <a:ln>
                  <a:noFill/>
                </a:ln>
                <a:solidFill>
                  <a:prstClr val="white">
                    <a:alpha val="20000"/>
                  </a:prstClr>
                </a:solidFill>
                <a:effectLst/>
                <a:uLnTx/>
                <a:uFillTx/>
                <a:latin typeface="Barlow" panose="00000500000000000000" pitchFamily="2" charset="0"/>
                <a:ea typeface="+mn-ea"/>
                <a:cs typeface="+mn-cs"/>
              </a:rPr>
              <a:t>POWERHOUSE</a:t>
            </a:r>
          </a:p>
        </p:txBody>
      </p:sp>
      <p:sp>
        <p:nvSpPr>
          <p:cNvPr id="13" name="Rectangle 12">
            <a:extLst>
              <a:ext uri="{FF2B5EF4-FFF2-40B4-BE49-F238E27FC236}">
                <a16:creationId xmlns:a16="http://schemas.microsoft.com/office/drawing/2014/main" id="{C9B44341-7353-56B7-4D57-8CEAC6509797}"/>
              </a:ext>
            </a:extLst>
          </p:cNvPr>
          <p:cNvSpPr/>
          <p:nvPr/>
        </p:nvSpPr>
        <p:spPr>
          <a:xfrm>
            <a:off x="-5190229" y="3941086"/>
            <a:ext cx="4000403" cy="6155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0" marR="0" lvl="0" indent="0" algn="l" defTabSz="914400" rtl="0" eaLnBrk="1" fontAlgn="auto" latinLnBrk="0" hangingPunct="1">
              <a:lnSpc>
                <a:spcPct val="100000"/>
              </a:lnSpc>
              <a:spcBef>
                <a:spcPts val="1000"/>
              </a:spcBef>
              <a:spcAft>
                <a:spcPts val="0"/>
              </a:spcAft>
              <a:buClrTx/>
              <a:buSzTx/>
              <a:buFontTx/>
              <a:buNone/>
              <a:tabLst/>
              <a:defRPr/>
            </a:pPr>
            <a:r>
              <a:rPr kumimoji="0" lang="en-US" sz="2000" b="0" i="0" u="none" strike="noStrike" kern="1200" cap="none" spc="0" normalizeH="0" baseline="0" noProof="0">
                <a:ln>
                  <a:noFill/>
                </a:ln>
                <a:solidFill>
                  <a:prstClr val="white">
                    <a:alpha val="20000"/>
                  </a:prstClr>
                </a:solidFill>
                <a:effectLst/>
                <a:uLnTx/>
                <a:uFillTx/>
                <a:latin typeface="Barlow" panose="00000500000000000000" pitchFamily="2" charset="0"/>
                <a:ea typeface="+mn-ea"/>
                <a:cs typeface="+mn-cs"/>
              </a:rPr>
              <a:t>OPPORTUNITY FOR</a:t>
            </a:r>
            <a:br>
              <a:rPr kumimoji="0" lang="en-US" sz="2000" b="0" i="0" u="none" strike="noStrike" kern="1200" cap="none" spc="0" normalizeH="0" baseline="0" noProof="0">
                <a:ln>
                  <a:noFill/>
                </a:ln>
                <a:solidFill>
                  <a:prstClr val="white">
                    <a:alpha val="20000"/>
                  </a:prstClr>
                </a:solidFill>
                <a:effectLst/>
                <a:uLnTx/>
                <a:uFillTx/>
                <a:latin typeface="Barlow" panose="00000500000000000000" pitchFamily="2" charset="0"/>
                <a:ea typeface="+mn-ea"/>
                <a:cs typeface="+mn-cs"/>
              </a:rPr>
            </a:br>
            <a:r>
              <a:rPr kumimoji="0" lang="en-US" sz="2000" b="0" i="0" u="none" strike="noStrike" kern="1200" cap="none" spc="0" normalizeH="0" baseline="0" noProof="0">
                <a:ln>
                  <a:noFill/>
                </a:ln>
                <a:solidFill>
                  <a:prstClr val="white">
                    <a:alpha val="20000"/>
                  </a:prstClr>
                </a:solidFill>
                <a:effectLst/>
                <a:uLnTx/>
                <a:uFillTx/>
                <a:latin typeface="Barlow" panose="00000500000000000000" pitchFamily="2" charset="0"/>
                <a:ea typeface="+mn-ea"/>
                <a:cs typeface="+mn-cs"/>
              </a:rPr>
              <a:t>WEALTH CREATION</a:t>
            </a:r>
          </a:p>
        </p:txBody>
      </p:sp>
      <p:sp>
        <p:nvSpPr>
          <p:cNvPr id="15" name="Rectangle 14">
            <a:extLst>
              <a:ext uri="{FF2B5EF4-FFF2-40B4-BE49-F238E27FC236}">
                <a16:creationId xmlns:a16="http://schemas.microsoft.com/office/drawing/2014/main" id="{2AD5C312-46D2-ECF8-467F-7F8F7CE20AA2}"/>
              </a:ext>
            </a:extLst>
          </p:cNvPr>
          <p:cNvSpPr/>
          <p:nvPr/>
        </p:nvSpPr>
        <p:spPr>
          <a:xfrm>
            <a:off x="-5190229" y="4997051"/>
            <a:ext cx="4000403" cy="6155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1000"/>
              </a:spcBef>
              <a:spcAft>
                <a:spcPts val="0"/>
              </a:spcAft>
              <a:buClrTx/>
              <a:buSzTx/>
              <a:buFontTx/>
              <a:buNone/>
              <a:tabLst/>
              <a:defRPr/>
            </a:pPr>
            <a:r>
              <a:rPr kumimoji="0" lang="en-US" sz="3000" b="0" i="0" u="none" strike="noStrike" kern="1200" cap="none" spc="0" normalizeH="0" baseline="0" noProof="0">
                <a:ln>
                  <a:noFill/>
                </a:ln>
                <a:solidFill>
                  <a:prstClr val="white"/>
                </a:solidFill>
                <a:effectLst/>
                <a:uLnTx/>
                <a:uFillTx/>
                <a:latin typeface="Barlow" panose="00000500000000000000" pitchFamily="2" charset="0"/>
                <a:ea typeface="+mn-ea"/>
                <a:cs typeface="+mn-cs"/>
              </a:rPr>
              <a:t>ENABLING</a:t>
            </a:r>
            <a:br>
              <a:rPr kumimoji="0" lang="en-US" sz="3000" b="0" i="0" u="none" strike="noStrike" kern="1200" cap="none" spc="0" normalizeH="0" baseline="0" noProof="0">
                <a:ln>
                  <a:noFill/>
                </a:ln>
                <a:solidFill>
                  <a:prstClr val="white"/>
                </a:solidFill>
                <a:effectLst/>
                <a:uLnTx/>
                <a:uFillTx/>
                <a:latin typeface="Barlow" panose="00000500000000000000" pitchFamily="2" charset="0"/>
                <a:ea typeface="+mn-ea"/>
                <a:cs typeface="+mn-cs"/>
              </a:rPr>
            </a:br>
            <a:r>
              <a:rPr kumimoji="0" lang="en-US" sz="3000" b="0" i="0" u="none" strike="noStrike" kern="1200" cap="none" spc="0" normalizeH="0" baseline="0" noProof="0">
                <a:ln>
                  <a:noFill/>
                </a:ln>
                <a:solidFill>
                  <a:prstClr val="white"/>
                </a:solidFill>
                <a:effectLst/>
                <a:uLnTx/>
                <a:uFillTx/>
                <a:latin typeface="Barlow" panose="00000500000000000000" pitchFamily="2" charset="0"/>
                <a:ea typeface="+mn-ea"/>
                <a:cs typeface="+mn-cs"/>
              </a:rPr>
              <a:t>ECONOMIC IMPACT</a:t>
            </a:r>
          </a:p>
        </p:txBody>
      </p:sp>
      <p:grpSp>
        <p:nvGrpSpPr>
          <p:cNvPr id="16" name="Group 15">
            <a:extLst>
              <a:ext uri="{FF2B5EF4-FFF2-40B4-BE49-F238E27FC236}">
                <a16:creationId xmlns:a16="http://schemas.microsoft.com/office/drawing/2014/main" id="{F08F8A7B-06E6-96E4-BF58-D06926641ED1}"/>
              </a:ext>
            </a:extLst>
          </p:cNvPr>
          <p:cNvGrpSpPr/>
          <p:nvPr/>
        </p:nvGrpSpPr>
        <p:grpSpPr>
          <a:xfrm>
            <a:off x="13354867" y="0"/>
            <a:ext cx="9900025" cy="6858000"/>
            <a:chOff x="4632005" y="0"/>
            <a:chExt cx="9900025" cy="6858000"/>
          </a:xfrm>
        </p:grpSpPr>
        <p:pic>
          <p:nvPicPr>
            <p:cNvPr id="17" name="Picture 16">
              <a:extLst>
                <a:ext uri="{FF2B5EF4-FFF2-40B4-BE49-F238E27FC236}">
                  <a16:creationId xmlns:a16="http://schemas.microsoft.com/office/drawing/2014/main" id="{E5605A66-D628-7E67-85BA-AEA744EBF6BD}"/>
                </a:ext>
              </a:extLst>
            </p:cNvPr>
            <p:cNvPicPr>
              <a:picLocks noChangeAspect="1"/>
            </p:cNvPicPr>
            <p:nvPr/>
          </p:nvPicPr>
          <p:blipFill rotWithShape="1">
            <a:blip r:embed="rId24" cstate="screen">
              <a:extLst>
                <a:ext uri="{BEBA8EAE-BF5A-486C-A8C5-ECC9F3942E4B}">
                  <a14:imgProps xmlns:a14="http://schemas.microsoft.com/office/drawing/2010/main">
                    <a14:imgLayer r:embed="rId25">
                      <a14:imgEffect>
                        <a14:saturation sat="66000"/>
                      </a14:imgEffect>
                    </a14:imgLayer>
                  </a14:imgProps>
                </a:ext>
                <a:ext uri="{28A0092B-C50C-407E-A947-70E740481C1C}">
                  <a14:useLocalDpi xmlns:a14="http://schemas.microsoft.com/office/drawing/2010/main"/>
                </a:ext>
              </a:extLst>
            </a:blip>
            <a:srcRect r="-1"/>
            <a:stretch/>
          </p:blipFill>
          <p:spPr>
            <a:xfrm>
              <a:off x="4641062" y="0"/>
              <a:ext cx="9890968" cy="6858000"/>
            </a:xfrm>
            <a:custGeom>
              <a:avLst/>
              <a:gdLst>
                <a:gd name="connsiteX0" fmla="*/ 4558187 w 9890968"/>
                <a:gd name="connsiteY0" fmla="*/ 0 h 6858000"/>
                <a:gd name="connsiteX1" fmla="*/ 9890968 w 9890968"/>
                <a:gd name="connsiteY1" fmla="*/ 0 h 6858000"/>
                <a:gd name="connsiteX2" fmla="*/ 9890968 w 9890968"/>
                <a:gd name="connsiteY2" fmla="*/ 6858000 h 6858000"/>
                <a:gd name="connsiteX3" fmla="*/ 0 w 989096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890968" h="6858000">
                  <a:moveTo>
                    <a:pt x="4558187" y="0"/>
                  </a:moveTo>
                  <a:lnTo>
                    <a:pt x="9890968" y="0"/>
                  </a:lnTo>
                  <a:lnTo>
                    <a:pt x="9890968" y="6858000"/>
                  </a:lnTo>
                  <a:lnTo>
                    <a:pt x="0" y="6858000"/>
                  </a:lnTo>
                  <a:close/>
                </a:path>
              </a:pathLst>
            </a:custGeom>
          </p:spPr>
        </p:pic>
        <p:sp>
          <p:nvSpPr>
            <p:cNvPr id="18" name="Rectangle 11">
              <a:extLst>
                <a:ext uri="{FF2B5EF4-FFF2-40B4-BE49-F238E27FC236}">
                  <a16:creationId xmlns:a16="http://schemas.microsoft.com/office/drawing/2014/main" id="{3CA83C2D-99C2-06F2-293E-187D3C9E4564}"/>
                </a:ext>
              </a:extLst>
            </p:cNvPr>
            <p:cNvSpPr/>
            <p:nvPr/>
          </p:nvSpPr>
          <p:spPr>
            <a:xfrm>
              <a:off x="4632005" y="0"/>
              <a:ext cx="9519438" cy="6858000"/>
            </a:xfrm>
            <a:custGeom>
              <a:avLst/>
              <a:gdLst>
                <a:gd name="connsiteX0" fmla="*/ 0 w 9519438"/>
                <a:gd name="connsiteY0" fmla="*/ 0 h 6858000"/>
                <a:gd name="connsiteX1" fmla="*/ 9519438 w 9519438"/>
                <a:gd name="connsiteY1" fmla="*/ 0 h 6858000"/>
                <a:gd name="connsiteX2" fmla="*/ 9519438 w 9519438"/>
                <a:gd name="connsiteY2" fmla="*/ 6858000 h 6858000"/>
                <a:gd name="connsiteX3" fmla="*/ 0 w 9519438"/>
                <a:gd name="connsiteY3" fmla="*/ 6858000 h 6858000"/>
                <a:gd name="connsiteX4" fmla="*/ 0 w 9519438"/>
                <a:gd name="connsiteY4" fmla="*/ 0 h 6858000"/>
                <a:gd name="connsiteX0" fmla="*/ 5543550 w 9519438"/>
                <a:gd name="connsiteY0" fmla="*/ 38100 h 6858000"/>
                <a:gd name="connsiteX1" fmla="*/ 9519438 w 9519438"/>
                <a:gd name="connsiteY1" fmla="*/ 0 h 6858000"/>
                <a:gd name="connsiteX2" fmla="*/ 9519438 w 9519438"/>
                <a:gd name="connsiteY2" fmla="*/ 6858000 h 6858000"/>
                <a:gd name="connsiteX3" fmla="*/ 0 w 9519438"/>
                <a:gd name="connsiteY3" fmla="*/ 6858000 h 6858000"/>
                <a:gd name="connsiteX4" fmla="*/ 5543550 w 9519438"/>
                <a:gd name="connsiteY4" fmla="*/ 38100 h 6858000"/>
                <a:gd name="connsiteX0" fmla="*/ 4572000 w 9519438"/>
                <a:gd name="connsiteY0" fmla="*/ 0 h 6858000"/>
                <a:gd name="connsiteX1" fmla="*/ 9519438 w 9519438"/>
                <a:gd name="connsiteY1" fmla="*/ 0 h 6858000"/>
                <a:gd name="connsiteX2" fmla="*/ 9519438 w 9519438"/>
                <a:gd name="connsiteY2" fmla="*/ 6858000 h 6858000"/>
                <a:gd name="connsiteX3" fmla="*/ 0 w 9519438"/>
                <a:gd name="connsiteY3" fmla="*/ 6858000 h 6858000"/>
                <a:gd name="connsiteX4" fmla="*/ 4572000 w 951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19438" h="6858000">
                  <a:moveTo>
                    <a:pt x="4572000" y="0"/>
                  </a:moveTo>
                  <a:lnTo>
                    <a:pt x="9519438" y="0"/>
                  </a:lnTo>
                  <a:lnTo>
                    <a:pt x="9519438" y="6858000"/>
                  </a:lnTo>
                  <a:lnTo>
                    <a:pt x="0" y="6858000"/>
                  </a:lnTo>
                  <a:lnTo>
                    <a:pt x="4572000" y="0"/>
                  </a:lnTo>
                  <a:close/>
                </a:path>
              </a:pathLst>
            </a:custGeom>
            <a:gradFill>
              <a:gsLst>
                <a:gs pos="50000">
                  <a:schemeClr val="tx1">
                    <a:lumMod val="50000"/>
                    <a:alpha val="32000"/>
                  </a:schemeClr>
                </a:gs>
                <a:gs pos="89000">
                  <a:schemeClr val="tx1">
                    <a:lumMod val="50000"/>
                    <a:alpha val="74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Barlow "/>
                <a:ea typeface="+mn-ea"/>
                <a:cs typeface="+mn-cs"/>
              </a:endParaRPr>
            </a:p>
          </p:txBody>
        </p:sp>
      </p:grpSp>
      <p:sp>
        <p:nvSpPr>
          <p:cNvPr id="19" name="TextBox 18">
            <a:extLst>
              <a:ext uri="{FF2B5EF4-FFF2-40B4-BE49-F238E27FC236}">
                <a16:creationId xmlns:a16="http://schemas.microsoft.com/office/drawing/2014/main" id="{A840542D-708F-E8AF-4981-148A61EF8E10}"/>
              </a:ext>
            </a:extLst>
          </p:cNvPr>
          <p:cNvSpPr txBox="1"/>
          <p:nvPr/>
        </p:nvSpPr>
        <p:spPr>
          <a:xfrm>
            <a:off x="14807412" y="4183387"/>
            <a:ext cx="6102350" cy="2252924"/>
          </a:xfrm>
          <a:prstGeom prst="rect">
            <a:avLst/>
          </a:prstGeom>
          <a:noFill/>
        </p:spPr>
        <p:txBody>
          <a:bodyPr wrap="square">
            <a:spAutoFit/>
          </a:bodyPr>
          <a:lstStyle/>
          <a:p>
            <a:pPr marL="457200" marR="0" lvl="1" indent="0" algn="l" defTabSz="914400" rtl="0" eaLnBrk="1" fontAlgn="auto" latinLnBrk="0" hangingPunct="1">
              <a:lnSpc>
                <a:spcPct val="90000"/>
              </a:lnSpc>
              <a:spcBef>
                <a:spcPts val="0"/>
              </a:spcBef>
              <a:spcAft>
                <a:spcPts val="0"/>
              </a:spcAft>
              <a:buClrTx/>
              <a:buSzTx/>
              <a:buFontTx/>
              <a:buNone/>
              <a:tabLst/>
              <a:defRPr/>
            </a:pPr>
            <a:r>
              <a:rPr kumimoji="0" lang="en-US" sz="3200" b="0" i="0" u="none" strike="noStrike" kern="1200" cap="none" spc="0" normalizeH="0" baseline="0" noProof="0">
                <a:ln>
                  <a:noFill/>
                </a:ln>
                <a:solidFill>
                  <a:srgbClr val="FFFFFF"/>
                </a:solidFill>
                <a:effectLst/>
                <a:uLnTx/>
                <a:uFillTx/>
                <a:latin typeface="Barlow "/>
                <a:ea typeface="Open Sans" pitchFamily="2" charset="0"/>
                <a:cs typeface="Open Sans" pitchFamily="2" charset="0"/>
              </a:rPr>
              <a:t>Entrepreneurs generated </a:t>
            </a:r>
            <a:br>
              <a:rPr kumimoji="0" lang="en-US" sz="4800" b="0" i="0" u="none" strike="noStrike" kern="1200" cap="none" spc="0" normalizeH="0" baseline="0" noProof="0">
                <a:ln>
                  <a:noFill/>
                </a:ln>
                <a:solidFill>
                  <a:srgbClr val="FFFFFF"/>
                </a:solidFill>
                <a:effectLst/>
                <a:uLnTx/>
                <a:uFillTx/>
                <a:latin typeface="Barlow "/>
                <a:ea typeface="Open Sans" pitchFamily="2" charset="0"/>
                <a:cs typeface="Open Sans" pitchFamily="2" charset="0"/>
              </a:rPr>
            </a:br>
            <a:r>
              <a:rPr kumimoji="0" lang="en-US" sz="6000" b="1" i="0" u="none" strike="noStrike" kern="1200" cap="none" spc="0" normalizeH="0" baseline="0" noProof="0">
                <a:ln>
                  <a:noFill/>
                </a:ln>
                <a:solidFill>
                  <a:srgbClr val="F68721"/>
                </a:solidFill>
                <a:effectLst/>
                <a:uLnTx/>
                <a:uFillTx/>
                <a:latin typeface="Barlow "/>
                <a:ea typeface="Open Sans Extrabold" pitchFamily="2" charset="0"/>
                <a:cs typeface="Open Sans Extrabold" pitchFamily="2" charset="0"/>
              </a:rPr>
              <a:t>12+ lakh jobs </a:t>
            </a:r>
            <a:br>
              <a:rPr kumimoji="0" lang="en-US" sz="4800" b="0" i="0" u="none" strike="noStrike" kern="1200" cap="none" spc="0" normalizeH="0" baseline="0" noProof="0">
                <a:ln>
                  <a:noFill/>
                </a:ln>
                <a:solidFill>
                  <a:srgbClr val="FFFFFF"/>
                </a:solidFill>
                <a:effectLst/>
                <a:uLnTx/>
                <a:uFillTx/>
                <a:latin typeface="Barlow "/>
                <a:ea typeface="Open Sans" pitchFamily="2" charset="0"/>
                <a:cs typeface="Open Sans" pitchFamily="2" charset="0"/>
              </a:rPr>
            </a:br>
            <a:r>
              <a:rPr kumimoji="0" lang="en-US" sz="3200" b="0" i="0" u="none" strike="noStrike" kern="1200" cap="none" spc="0" normalizeH="0" baseline="0" noProof="0">
                <a:ln>
                  <a:noFill/>
                </a:ln>
                <a:solidFill>
                  <a:srgbClr val="FFFFFF"/>
                </a:solidFill>
                <a:effectLst/>
                <a:uLnTx/>
                <a:uFillTx/>
                <a:latin typeface="Barlow "/>
                <a:ea typeface="Open Sans" pitchFamily="2" charset="0"/>
                <a:cs typeface="Open Sans" pitchFamily="2" charset="0"/>
              </a:rPr>
              <a:t>in 2023 alone giving a boost to the economy</a:t>
            </a:r>
            <a:endParaRPr kumimoji="0" lang="en-US" sz="4800" b="0" i="0" u="none" strike="noStrike" kern="1200" cap="none" spc="0" normalizeH="0" baseline="0" noProof="0">
              <a:ln>
                <a:noFill/>
              </a:ln>
              <a:solidFill>
                <a:srgbClr val="FFFFFF"/>
              </a:solidFill>
              <a:effectLst/>
              <a:uLnTx/>
              <a:uFillTx/>
              <a:latin typeface="Barlow "/>
              <a:ea typeface="Open Sans" pitchFamily="2" charset="0"/>
              <a:cs typeface="Open Sans" pitchFamily="2" charset="0"/>
            </a:endParaRPr>
          </a:p>
        </p:txBody>
      </p:sp>
    </p:spTree>
    <p:custDataLst>
      <p:tags r:id="rId1"/>
    </p:custDataLst>
    <p:extLst>
      <p:ext uri="{BB962C8B-B14F-4D97-AF65-F5344CB8AC3E}">
        <p14:creationId xmlns:p14="http://schemas.microsoft.com/office/powerpoint/2010/main" val="560200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Single Corner Rounded 16">
            <a:extLst>
              <a:ext uri="{FF2B5EF4-FFF2-40B4-BE49-F238E27FC236}">
                <a16:creationId xmlns:a16="http://schemas.microsoft.com/office/drawing/2014/main" id="{C23C10AF-821A-41B7-9473-192FDF91490C}"/>
              </a:ext>
            </a:extLst>
          </p:cNvPr>
          <p:cNvSpPr/>
          <p:nvPr/>
        </p:nvSpPr>
        <p:spPr>
          <a:xfrm>
            <a:off x="-1" y="1590678"/>
            <a:ext cx="4476307" cy="5267322"/>
          </a:xfrm>
          <a:prstGeom prst="round1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Barlow-Regular" panose="02040502050405020303"/>
              <a:ea typeface="+mn-ea"/>
              <a:cs typeface="+mn-cs"/>
            </a:endParaRPr>
          </a:p>
        </p:txBody>
      </p:sp>
      <p:sp>
        <p:nvSpPr>
          <p:cNvPr id="2" name="TextBox 1">
            <a:extLst>
              <a:ext uri="{FF2B5EF4-FFF2-40B4-BE49-F238E27FC236}">
                <a16:creationId xmlns:a16="http://schemas.microsoft.com/office/drawing/2014/main" id="{6BC9059A-1D5F-C9C9-B1D4-323537C98FA9}"/>
              </a:ext>
            </a:extLst>
          </p:cNvPr>
          <p:cNvSpPr txBox="1"/>
          <p:nvPr/>
        </p:nvSpPr>
        <p:spPr>
          <a:xfrm>
            <a:off x="1186866" y="2039366"/>
            <a:ext cx="3410412" cy="461665"/>
          </a:xfrm>
          <a:prstGeom prst="rect">
            <a:avLst/>
          </a:prstGeom>
          <a:noFill/>
        </p:spPr>
        <p:txBody>
          <a:bodyPr wrap="square" lIns="91440" tIns="45720" rIns="91440" bIns="45720" anchor="t">
            <a:spAutoFit/>
          </a:bodyPr>
          <a:lstStyle/>
          <a:p>
            <a:pPr marL="0" marR="0" lvl="0" indent="0" algn="l" defTabSz="913790" rtl="0" eaLnBrk="1" fontAlgn="auto" latinLnBrk="0" hangingPunct="1">
              <a:lnSpc>
                <a:spcPct val="100000"/>
              </a:lnSpc>
              <a:spcBef>
                <a:spcPts val="0"/>
              </a:spcBef>
              <a:spcAft>
                <a:spcPts val="0"/>
              </a:spcAft>
              <a:buClrTx/>
              <a:buSzTx/>
              <a:buFontTx/>
              <a:buNone/>
              <a:tabLst/>
              <a:defRPr/>
            </a:pPr>
            <a:r>
              <a:rPr kumimoji="0" lang="en-US" altLang="ru-RU" sz="2400" b="1"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Brainstorming</a:t>
            </a:r>
          </a:p>
        </p:txBody>
      </p:sp>
      <p:sp>
        <p:nvSpPr>
          <p:cNvPr id="3" name="TextBox 2">
            <a:extLst>
              <a:ext uri="{FF2B5EF4-FFF2-40B4-BE49-F238E27FC236}">
                <a16:creationId xmlns:a16="http://schemas.microsoft.com/office/drawing/2014/main" id="{C24C70A4-293A-0A49-23E4-2FA8F6EAED29}"/>
              </a:ext>
            </a:extLst>
          </p:cNvPr>
          <p:cNvSpPr txBox="1"/>
          <p:nvPr/>
        </p:nvSpPr>
        <p:spPr>
          <a:xfrm>
            <a:off x="4626971" y="1815262"/>
            <a:ext cx="696239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rgbClr val="414042"/>
                </a:solidFill>
                <a:effectLst/>
                <a:uLnTx/>
                <a:uFillTx/>
                <a:latin typeface="Open Sans" pitchFamily="2" charset="0"/>
                <a:ea typeface="Open Sans" pitchFamily="2" charset="0"/>
                <a:cs typeface="Open Sans" pitchFamily="2" charset="0"/>
                <a:sym typeface="Arial"/>
              </a:rPr>
              <a:t>Ini</a:t>
            </a:r>
            <a:r>
              <a:rPr kumimoji="0" lang="en-US" sz="1800" b="0" i="0" u="none" strike="noStrike" kern="0" cap="none" spc="0" normalizeH="0" baseline="0" noProof="0" dirty="0">
                <a:ln>
                  <a:noFill/>
                </a:ln>
                <a:solidFill>
                  <a:srgbClr val="414042"/>
                </a:solidFill>
                <a:effectLst/>
                <a:uLnTx/>
                <a:uFillTx/>
                <a:latin typeface="Open Sans" pitchFamily="2" charset="0"/>
                <a:ea typeface="Open Sans" pitchFamily="2" charset="0"/>
                <a:cs typeface="Open Sans" pitchFamily="2" charset="0"/>
                <a:sym typeface="Arial"/>
              </a:rPr>
              <a:t> </a:t>
            </a:r>
            <a:r>
              <a:rPr kumimoji="0" lang="en-US" sz="1800" b="0" i="0" u="none" strike="noStrike" kern="0" cap="none" spc="0" normalizeH="0" baseline="0" noProof="0" dirty="0" err="1">
                <a:ln>
                  <a:noFill/>
                </a:ln>
                <a:solidFill>
                  <a:srgbClr val="414042"/>
                </a:solidFill>
                <a:effectLst/>
                <a:uLnTx/>
                <a:uFillTx/>
                <a:latin typeface="Open Sans" pitchFamily="2" charset="0"/>
                <a:ea typeface="Open Sans" pitchFamily="2" charset="0"/>
                <a:cs typeface="Open Sans" pitchFamily="2" charset="0"/>
                <a:sym typeface="Arial"/>
              </a:rPr>
              <a:t>adalah</a:t>
            </a:r>
            <a:r>
              <a:rPr kumimoji="0" lang="en-US" sz="1800" b="0" i="0" u="none" strike="noStrike" kern="0" cap="none" spc="0" normalizeH="0" baseline="0" noProof="0" dirty="0">
                <a:ln>
                  <a:noFill/>
                </a:ln>
                <a:solidFill>
                  <a:srgbClr val="414042"/>
                </a:solidFill>
                <a:effectLst/>
                <a:uLnTx/>
                <a:uFillTx/>
                <a:latin typeface="Open Sans" pitchFamily="2" charset="0"/>
                <a:ea typeface="Open Sans" pitchFamily="2" charset="0"/>
                <a:cs typeface="Open Sans" pitchFamily="2" charset="0"/>
                <a:sym typeface="Arial"/>
              </a:rPr>
              <a:t> proses </a:t>
            </a:r>
            <a:r>
              <a:rPr kumimoji="0" lang="en-US" sz="1800" b="0" i="0" u="none" strike="noStrike" kern="0" cap="none" spc="0" normalizeH="0" baseline="0" noProof="0" dirty="0" err="1">
                <a:ln>
                  <a:noFill/>
                </a:ln>
                <a:solidFill>
                  <a:srgbClr val="414042"/>
                </a:solidFill>
                <a:effectLst/>
                <a:uLnTx/>
                <a:uFillTx/>
                <a:latin typeface="Open Sans" pitchFamily="2" charset="0"/>
                <a:ea typeface="Open Sans" pitchFamily="2" charset="0"/>
                <a:cs typeface="Open Sans" pitchFamily="2" charset="0"/>
                <a:sym typeface="Arial"/>
              </a:rPr>
              <a:t>kreatif</a:t>
            </a:r>
            <a:r>
              <a:rPr kumimoji="0" lang="en-US" sz="1800" b="0" i="0" u="none" strike="noStrike" kern="0" cap="none" spc="0" normalizeH="0" baseline="0" noProof="0" dirty="0">
                <a:ln>
                  <a:noFill/>
                </a:ln>
                <a:solidFill>
                  <a:srgbClr val="414042"/>
                </a:solidFill>
                <a:effectLst/>
                <a:uLnTx/>
                <a:uFillTx/>
                <a:latin typeface="Open Sans" pitchFamily="2" charset="0"/>
                <a:ea typeface="Open Sans" pitchFamily="2" charset="0"/>
                <a:cs typeface="Open Sans" pitchFamily="2" charset="0"/>
                <a:sym typeface="Arial"/>
              </a:rPr>
              <a:t> di mana </a:t>
            </a:r>
            <a:r>
              <a:rPr kumimoji="0" lang="en-US" sz="1800" b="0" i="0" u="none" strike="noStrike" kern="0" cap="none" spc="0" normalizeH="0" baseline="0" noProof="0" dirty="0" err="1">
                <a:ln>
                  <a:noFill/>
                </a:ln>
                <a:solidFill>
                  <a:srgbClr val="414042"/>
                </a:solidFill>
                <a:effectLst/>
                <a:uLnTx/>
                <a:uFillTx/>
                <a:latin typeface="Open Sans" pitchFamily="2" charset="0"/>
                <a:ea typeface="Open Sans" pitchFamily="2" charset="0"/>
                <a:cs typeface="Open Sans" pitchFamily="2" charset="0"/>
                <a:sym typeface="Arial"/>
              </a:rPr>
              <a:t>kelompok</a:t>
            </a:r>
            <a:r>
              <a:rPr kumimoji="0" lang="en-US" sz="1800" b="0" i="0" u="none" strike="noStrike" kern="0" cap="none" spc="0" normalizeH="0" baseline="0" noProof="0" dirty="0">
                <a:ln>
                  <a:noFill/>
                </a:ln>
                <a:solidFill>
                  <a:srgbClr val="414042"/>
                </a:solidFill>
                <a:effectLst/>
                <a:uLnTx/>
                <a:uFillTx/>
                <a:latin typeface="Open Sans" pitchFamily="2" charset="0"/>
                <a:ea typeface="Open Sans" pitchFamily="2" charset="0"/>
                <a:cs typeface="Open Sans" pitchFamily="2" charset="0"/>
                <a:sym typeface="Arial"/>
              </a:rPr>
              <a:t> </a:t>
            </a:r>
            <a:r>
              <a:rPr kumimoji="0" lang="en-US" sz="1800" b="0" i="0" u="none" strike="noStrike" kern="0" cap="none" spc="0" normalizeH="0" baseline="0" noProof="0" dirty="0" err="1">
                <a:ln>
                  <a:noFill/>
                </a:ln>
                <a:solidFill>
                  <a:srgbClr val="414042"/>
                </a:solidFill>
                <a:effectLst/>
                <a:uLnTx/>
                <a:uFillTx/>
                <a:latin typeface="Open Sans" pitchFamily="2" charset="0"/>
                <a:ea typeface="Open Sans" pitchFamily="2" charset="0"/>
                <a:cs typeface="Open Sans" pitchFamily="2" charset="0"/>
                <a:sym typeface="Arial"/>
              </a:rPr>
              <a:t>secara</a:t>
            </a:r>
            <a:r>
              <a:rPr kumimoji="0" lang="en-US" sz="1800" b="0" i="0" u="none" strike="noStrike" kern="0" cap="none" spc="0" normalizeH="0" baseline="0" noProof="0" dirty="0">
                <a:ln>
                  <a:noFill/>
                </a:ln>
                <a:solidFill>
                  <a:srgbClr val="414042"/>
                </a:solidFill>
                <a:effectLst/>
                <a:uLnTx/>
                <a:uFillTx/>
                <a:latin typeface="Open Sans" pitchFamily="2" charset="0"/>
                <a:ea typeface="Open Sans" pitchFamily="2" charset="0"/>
                <a:cs typeface="Open Sans" pitchFamily="2" charset="0"/>
                <a:sym typeface="Arial"/>
              </a:rPr>
              <a:t> </a:t>
            </a:r>
            <a:r>
              <a:rPr kumimoji="0" lang="en-US" sz="1800" b="0" i="0" u="none" strike="noStrike" kern="0" cap="none" spc="0" normalizeH="0" baseline="0" noProof="0" dirty="0" err="1">
                <a:ln>
                  <a:noFill/>
                </a:ln>
                <a:solidFill>
                  <a:srgbClr val="414042"/>
                </a:solidFill>
                <a:effectLst/>
                <a:uLnTx/>
                <a:uFillTx/>
                <a:latin typeface="Open Sans" pitchFamily="2" charset="0"/>
                <a:ea typeface="Open Sans" pitchFamily="2" charset="0"/>
                <a:cs typeface="Open Sans" pitchFamily="2" charset="0"/>
                <a:sym typeface="Arial"/>
              </a:rPr>
              <a:t>bebas</a:t>
            </a:r>
            <a:r>
              <a:rPr kumimoji="0" lang="en-US" sz="1800" b="0" i="0" u="none" strike="noStrike" kern="0" cap="none" spc="0" normalizeH="0" baseline="0" noProof="0" dirty="0">
                <a:ln>
                  <a:noFill/>
                </a:ln>
                <a:solidFill>
                  <a:srgbClr val="414042"/>
                </a:solidFill>
                <a:effectLst/>
                <a:uLnTx/>
                <a:uFillTx/>
                <a:latin typeface="Open Sans" pitchFamily="2" charset="0"/>
                <a:ea typeface="Open Sans" pitchFamily="2" charset="0"/>
                <a:cs typeface="Open Sans" pitchFamily="2" charset="0"/>
                <a:sym typeface="Arial"/>
              </a:rPr>
              <a:t> </a:t>
            </a:r>
            <a:r>
              <a:rPr kumimoji="0" lang="en-US" sz="1800" b="0" i="0" u="none" strike="noStrike" kern="0" cap="none" spc="0" normalizeH="0" baseline="0" noProof="0" dirty="0" err="1">
                <a:ln>
                  <a:noFill/>
                </a:ln>
                <a:solidFill>
                  <a:srgbClr val="414042"/>
                </a:solidFill>
                <a:effectLst/>
                <a:uLnTx/>
                <a:uFillTx/>
                <a:latin typeface="Open Sans" pitchFamily="2" charset="0"/>
                <a:ea typeface="Open Sans" pitchFamily="2" charset="0"/>
                <a:cs typeface="Open Sans" pitchFamily="2" charset="0"/>
                <a:sym typeface="Arial"/>
              </a:rPr>
              <a:t>menghasilkan</a:t>
            </a:r>
            <a:r>
              <a:rPr kumimoji="0" lang="en-US" sz="1800" b="0" i="0" u="none" strike="noStrike" kern="0" cap="none" spc="0" normalizeH="0" baseline="0" noProof="0" dirty="0">
                <a:ln>
                  <a:noFill/>
                </a:ln>
                <a:solidFill>
                  <a:srgbClr val="414042"/>
                </a:solidFill>
                <a:effectLst/>
                <a:uLnTx/>
                <a:uFillTx/>
                <a:latin typeface="Open Sans" pitchFamily="2" charset="0"/>
                <a:ea typeface="Open Sans" pitchFamily="2" charset="0"/>
                <a:cs typeface="Open Sans" pitchFamily="2" charset="0"/>
                <a:sym typeface="Arial"/>
              </a:rPr>
              <a:t> </a:t>
            </a:r>
            <a:r>
              <a:rPr kumimoji="0" lang="en-US" sz="1800" b="0" i="0" u="none" strike="noStrike" kern="0" cap="none" spc="0" normalizeH="0" baseline="0" noProof="0" dirty="0" err="1">
                <a:ln>
                  <a:noFill/>
                </a:ln>
                <a:solidFill>
                  <a:srgbClr val="414042"/>
                </a:solidFill>
                <a:effectLst/>
                <a:uLnTx/>
                <a:uFillTx/>
                <a:latin typeface="Open Sans" pitchFamily="2" charset="0"/>
                <a:ea typeface="Open Sans" pitchFamily="2" charset="0"/>
                <a:cs typeface="Open Sans" pitchFamily="2" charset="0"/>
                <a:sym typeface="Arial"/>
              </a:rPr>
              <a:t>banyak</a:t>
            </a:r>
            <a:r>
              <a:rPr kumimoji="0" lang="en-US" sz="1800" b="0" i="0" u="none" strike="noStrike" kern="0" cap="none" spc="0" normalizeH="0" baseline="0" noProof="0" dirty="0">
                <a:ln>
                  <a:noFill/>
                </a:ln>
                <a:solidFill>
                  <a:srgbClr val="414042"/>
                </a:solidFill>
                <a:effectLst/>
                <a:uLnTx/>
                <a:uFillTx/>
                <a:latin typeface="Open Sans" pitchFamily="2" charset="0"/>
                <a:ea typeface="Open Sans" pitchFamily="2" charset="0"/>
                <a:cs typeface="Open Sans" pitchFamily="2" charset="0"/>
                <a:sym typeface="Arial"/>
              </a:rPr>
              <a:t> ide </a:t>
            </a:r>
            <a:r>
              <a:rPr kumimoji="0" lang="en-US" sz="1800" b="0" i="0" u="none" strike="noStrike" kern="0" cap="none" spc="0" normalizeH="0" baseline="0" noProof="0" dirty="0" err="1">
                <a:ln>
                  <a:noFill/>
                </a:ln>
                <a:solidFill>
                  <a:srgbClr val="414042"/>
                </a:solidFill>
                <a:effectLst/>
                <a:uLnTx/>
                <a:uFillTx/>
                <a:latin typeface="Open Sans" pitchFamily="2" charset="0"/>
                <a:ea typeface="Open Sans" pitchFamily="2" charset="0"/>
                <a:cs typeface="Open Sans" pitchFamily="2" charset="0"/>
                <a:sym typeface="Arial"/>
              </a:rPr>
              <a:t>tanpa</a:t>
            </a:r>
            <a:r>
              <a:rPr kumimoji="0" lang="en-US" sz="1800" b="0" i="0" u="none" strike="noStrike" kern="0" cap="none" spc="0" normalizeH="0" baseline="0" noProof="0" dirty="0">
                <a:ln>
                  <a:noFill/>
                </a:ln>
                <a:solidFill>
                  <a:srgbClr val="414042"/>
                </a:solidFill>
                <a:effectLst/>
                <a:uLnTx/>
                <a:uFillTx/>
                <a:latin typeface="Open Sans" pitchFamily="2" charset="0"/>
                <a:ea typeface="Open Sans" pitchFamily="2" charset="0"/>
                <a:cs typeface="Open Sans" pitchFamily="2" charset="0"/>
                <a:sym typeface="Arial"/>
              </a:rPr>
              <a:t> </a:t>
            </a:r>
            <a:r>
              <a:rPr kumimoji="0" lang="en-US" sz="1800" b="0" i="0" u="none" strike="noStrike" kern="0" cap="none" spc="0" normalizeH="0" baseline="0" noProof="0" dirty="0" err="1">
                <a:ln>
                  <a:noFill/>
                </a:ln>
                <a:solidFill>
                  <a:srgbClr val="414042"/>
                </a:solidFill>
                <a:effectLst/>
                <a:uLnTx/>
                <a:uFillTx/>
                <a:latin typeface="Open Sans" pitchFamily="2" charset="0"/>
                <a:ea typeface="Open Sans" pitchFamily="2" charset="0"/>
                <a:cs typeface="Open Sans" pitchFamily="2" charset="0"/>
                <a:sym typeface="Arial"/>
              </a:rPr>
              <a:t>penilaian</a:t>
            </a:r>
            <a:r>
              <a:rPr kumimoji="0" lang="en-US" sz="1800" b="0" i="0" u="none" strike="noStrike" kern="0" cap="none" spc="0" normalizeH="0" baseline="0" noProof="0" dirty="0">
                <a:ln>
                  <a:noFill/>
                </a:ln>
                <a:solidFill>
                  <a:srgbClr val="414042"/>
                </a:solidFill>
                <a:effectLst/>
                <a:uLnTx/>
                <a:uFillTx/>
                <a:latin typeface="Open Sans" pitchFamily="2" charset="0"/>
                <a:ea typeface="Open Sans" pitchFamily="2" charset="0"/>
                <a:cs typeface="Open Sans" pitchFamily="2" charset="0"/>
                <a:sym typeface="Arial"/>
              </a:rPr>
              <a:t>. Hal </a:t>
            </a:r>
            <a:r>
              <a:rPr kumimoji="0" lang="en-US" sz="1800" b="0" i="0" u="none" strike="noStrike" kern="0" cap="none" spc="0" normalizeH="0" baseline="0" noProof="0" dirty="0" err="1">
                <a:ln>
                  <a:noFill/>
                </a:ln>
                <a:solidFill>
                  <a:srgbClr val="414042"/>
                </a:solidFill>
                <a:effectLst/>
                <a:uLnTx/>
                <a:uFillTx/>
                <a:latin typeface="Open Sans" pitchFamily="2" charset="0"/>
                <a:ea typeface="Open Sans" pitchFamily="2" charset="0"/>
                <a:cs typeface="Open Sans" pitchFamily="2" charset="0"/>
                <a:sym typeface="Arial"/>
              </a:rPr>
              <a:t>ini</a:t>
            </a:r>
            <a:r>
              <a:rPr kumimoji="0" lang="en-US" sz="1800" b="0" i="0" u="none" strike="noStrike" kern="0" cap="none" spc="0" normalizeH="0" baseline="0" noProof="0" dirty="0">
                <a:ln>
                  <a:noFill/>
                </a:ln>
                <a:solidFill>
                  <a:srgbClr val="414042"/>
                </a:solidFill>
                <a:effectLst/>
                <a:uLnTx/>
                <a:uFillTx/>
                <a:latin typeface="Open Sans" pitchFamily="2" charset="0"/>
                <a:ea typeface="Open Sans" pitchFamily="2" charset="0"/>
                <a:cs typeface="Open Sans" pitchFamily="2" charset="0"/>
                <a:sym typeface="Arial"/>
              </a:rPr>
              <a:t> </a:t>
            </a:r>
            <a:r>
              <a:rPr kumimoji="0" lang="en-US" sz="1800" b="0" i="0" u="none" strike="noStrike" kern="0" cap="none" spc="0" normalizeH="0" baseline="0" noProof="0" dirty="0" err="1">
                <a:ln>
                  <a:noFill/>
                </a:ln>
                <a:solidFill>
                  <a:srgbClr val="414042"/>
                </a:solidFill>
                <a:effectLst/>
                <a:uLnTx/>
                <a:uFillTx/>
                <a:latin typeface="Open Sans" pitchFamily="2" charset="0"/>
                <a:ea typeface="Open Sans" pitchFamily="2" charset="0"/>
                <a:cs typeface="Open Sans" pitchFamily="2" charset="0"/>
                <a:sym typeface="Arial"/>
              </a:rPr>
              <a:t>mendorong</a:t>
            </a:r>
            <a:r>
              <a:rPr kumimoji="0" lang="en-US" sz="1800" b="0" i="0" u="none" strike="noStrike" kern="0" cap="none" spc="0" normalizeH="0" baseline="0" noProof="0" dirty="0">
                <a:ln>
                  <a:noFill/>
                </a:ln>
                <a:solidFill>
                  <a:srgbClr val="414042"/>
                </a:solidFill>
                <a:effectLst/>
                <a:uLnTx/>
                <a:uFillTx/>
                <a:latin typeface="Open Sans" pitchFamily="2" charset="0"/>
                <a:ea typeface="Open Sans" pitchFamily="2" charset="0"/>
                <a:cs typeface="Open Sans" pitchFamily="2" charset="0"/>
                <a:sym typeface="Arial"/>
              </a:rPr>
              <a:t> </a:t>
            </a:r>
            <a:r>
              <a:rPr kumimoji="0" lang="en-US" sz="1800" b="0" i="0" u="none" strike="noStrike" kern="0" cap="none" spc="0" normalizeH="0" baseline="0" noProof="0" dirty="0" err="1">
                <a:ln>
                  <a:noFill/>
                </a:ln>
                <a:solidFill>
                  <a:srgbClr val="414042"/>
                </a:solidFill>
                <a:effectLst/>
                <a:uLnTx/>
                <a:uFillTx/>
                <a:latin typeface="Open Sans" pitchFamily="2" charset="0"/>
                <a:ea typeface="Open Sans" pitchFamily="2" charset="0"/>
                <a:cs typeface="Open Sans" pitchFamily="2" charset="0"/>
                <a:sym typeface="Arial"/>
              </a:rPr>
              <a:t>pemikiran</a:t>
            </a:r>
            <a:r>
              <a:rPr kumimoji="0" lang="en-US" sz="1800" b="0" i="0" u="none" strike="noStrike" kern="0" cap="none" spc="0" normalizeH="0" baseline="0" noProof="0" dirty="0">
                <a:ln>
                  <a:noFill/>
                </a:ln>
                <a:solidFill>
                  <a:srgbClr val="414042"/>
                </a:solidFill>
                <a:effectLst/>
                <a:uLnTx/>
                <a:uFillTx/>
                <a:latin typeface="Open Sans" pitchFamily="2" charset="0"/>
                <a:ea typeface="Open Sans" pitchFamily="2" charset="0"/>
                <a:cs typeface="Open Sans" pitchFamily="2" charset="0"/>
                <a:sym typeface="Arial"/>
              </a:rPr>
              <a:t> </a:t>
            </a:r>
            <a:r>
              <a:rPr kumimoji="0" lang="en-US" sz="1800" b="0" i="0" u="none" strike="noStrike" kern="0" cap="none" spc="0" normalizeH="0" baseline="0" noProof="0" dirty="0" err="1">
                <a:ln>
                  <a:noFill/>
                </a:ln>
                <a:solidFill>
                  <a:srgbClr val="414042"/>
                </a:solidFill>
                <a:effectLst/>
                <a:uLnTx/>
                <a:uFillTx/>
                <a:latin typeface="Open Sans" pitchFamily="2" charset="0"/>
                <a:ea typeface="Open Sans" pitchFamily="2" charset="0"/>
                <a:cs typeface="Open Sans" pitchFamily="2" charset="0"/>
                <a:sym typeface="Arial"/>
              </a:rPr>
              <a:t>inovatif</a:t>
            </a:r>
            <a:r>
              <a:rPr kumimoji="0" lang="en-US" sz="1800" b="0" i="0" u="none" strike="noStrike" kern="0" cap="none" spc="0" normalizeH="0" baseline="0" noProof="0" dirty="0">
                <a:ln>
                  <a:noFill/>
                </a:ln>
                <a:solidFill>
                  <a:srgbClr val="414042"/>
                </a:solidFill>
                <a:effectLst/>
                <a:uLnTx/>
                <a:uFillTx/>
                <a:latin typeface="Open Sans" pitchFamily="2" charset="0"/>
                <a:ea typeface="Open Sans" pitchFamily="2" charset="0"/>
                <a:cs typeface="Open Sans" pitchFamily="2" charset="0"/>
                <a:sym typeface="Arial"/>
              </a:rPr>
              <a:t> </a:t>
            </a:r>
            <a:r>
              <a:rPr kumimoji="0" lang="en-US" sz="1800" b="0" i="0" u="none" strike="noStrike" kern="0" cap="none" spc="0" normalizeH="0" baseline="0" noProof="0" dirty="0" err="1">
                <a:ln>
                  <a:noFill/>
                </a:ln>
                <a:solidFill>
                  <a:srgbClr val="414042"/>
                </a:solidFill>
                <a:effectLst/>
                <a:uLnTx/>
                <a:uFillTx/>
                <a:latin typeface="Open Sans" pitchFamily="2" charset="0"/>
                <a:ea typeface="Open Sans" pitchFamily="2" charset="0"/>
                <a:cs typeface="Open Sans" pitchFamily="2" charset="0"/>
                <a:sym typeface="Arial"/>
              </a:rPr>
              <a:t>dengan</a:t>
            </a:r>
            <a:r>
              <a:rPr kumimoji="0" lang="en-US" sz="1800" b="0" i="0" u="none" strike="noStrike" kern="0" cap="none" spc="0" normalizeH="0" baseline="0" noProof="0" dirty="0">
                <a:ln>
                  <a:noFill/>
                </a:ln>
                <a:solidFill>
                  <a:srgbClr val="414042"/>
                </a:solidFill>
                <a:effectLst/>
                <a:uLnTx/>
                <a:uFillTx/>
                <a:latin typeface="Open Sans" pitchFamily="2" charset="0"/>
                <a:ea typeface="Open Sans" pitchFamily="2" charset="0"/>
                <a:cs typeface="Open Sans" pitchFamily="2" charset="0"/>
                <a:sym typeface="Arial"/>
              </a:rPr>
              <a:t> </a:t>
            </a:r>
            <a:r>
              <a:rPr kumimoji="0" lang="en-US" sz="1800" b="0" i="0" u="none" strike="noStrike" kern="0" cap="none" spc="0" normalizeH="0" baseline="0" noProof="0" dirty="0" err="1">
                <a:ln>
                  <a:noFill/>
                </a:ln>
                <a:solidFill>
                  <a:srgbClr val="414042"/>
                </a:solidFill>
                <a:effectLst/>
                <a:uLnTx/>
                <a:uFillTx/>
                <a:latin typeface="Open Sans" pitchFamily="2" charset="0"/>
                <a:ea typeface="Open Sans" pitchFamily="2" charset="0"/>
                <a:cs typeface="Open Sans" pitchFamily="2" charset="0"/>
                <a:sym typeface="Arial"/>
              </a:rPr>
              <a:t>mempertimbangkan</a:t>
            </a:r>
            <a:r>
              <a:rPr kumimoji="0" lang="en-US" sz="1800" b="0" i="0" u="none" strike="noStrike" kern="0" cap="none" spc="0" normalizeH="0" baseline="0" noProof="0" dirty="0">
                <a:ln>
                  <a:noFill/>
                </a:ln>
                <a:solidFill>
                  <a:srgbClr val="414042"/>
                </a:solidFill>
                <a:effectLst/>
                <a:uLnTx/>
                <a:uFillTx/>
                <a:latin typeface="Open Sans" pitchFamily="2" charset="0"/>
                <a:ea typeface="Open Sans" pitchFamily="2" charset="0"/>
                <a:cs typeface="Open Sans" pitchFamily="2" charset="0"/>
                <a:sym typeface="Arial"/>
              </a:rPr>
              <a:t> </a:t>
            </a:r>
            <a:r>
              <a:rPr kumimoji="0" lang="en-US" sz="1800" b="0" i="0" u="none" strike="noStrike" kern="0" cap="none" spc="0" normalizeH="0" baseline="0" noProof="0" dirty="0" err="1">
                <a:ln>
                  <a:noFill/>
                </a:ln>
                <a:solidFill>
                  <a:srgbClr val="414042"/>
                </a:solidFill>
                <a:effectLst/>
                <a:uLnTx/>
                <a:uFillTx/>
                <a:latin typeface="Open Sans" pitchFamily="2" charset="0"/>
                <a:ea typeface="Open Sans" pitchFamily="2" charset="0"/>
                <a:cs typeface="Open Sans" pitchFamily="2" charset="0"/>
                <a:sym typeface="Arial"/>
              </a:rPr>
              <a:t>semua</a:t>
            </a:r>
            <a:r>
              <a:rPr kumimoji="0" lang="en-US" sz="1800" b="0" i="0" u="none" strike="noStrike" kern="0" cap="none" spc="0" normalizeH="0" baseline="0" noProof="0" dirty="0">
                <a:ln>
                  <a:noFill/>
                </a:ln>
                <a:solidFill>
                  <a:srgbClr val="414042"/>
                </a:solidFill>
                <a:effectLst/>
                <a:uLnTx/>
                <a:uFillTx/>
                <a:latin typeface="Open Sans" pitchFamily="2" charset="0"/>
                <a:ea typeface="Open Sans" pitchFamily="2" charset="0"/>
                <a:cs typeface="Open Sans" pitchFamily="2" charset="0"/>
                <a:sym typeface="Arial"/>
              </a:rPr>
              <a:t> saran, </a:t>
            </a:r>
            <a:r>
              <a:rPr kumimoji="0" lang="en-US" sz="1800" b="0" i="0" u="none" strike="noStrike" kern="0" cap="none" spc="0" normalizeH="0" baseline="0" noProof="0" dirty="0" err="1">
                <a:ln>
                  <a:noFill/>
                </a:ln>
                <a:solidFill>
                  <a:srgbClr val="414042"/>
                </a:solidFill>
                <a:effectLst/>
                <a:uLnTx/>
                <a:uFillTx/>
                <a:latin typeface="Open Sans" pitchFamily="2" charset="0"/>
                <a:ea typeface="Open Sans" pitchFamily="2" charset="0"/>
                <a:cs typeface="Open Sans" pitchFamily="2" charset="0"/>
                <a:sym typeface="Arial"/>
              </a:rPr>
              <a:t>tidak</a:t>
            </a:r>
            <a:r>
              <a:rPr kumimoji="0" lang="en-US" sz="1800" b="0" i="0" u="none" strike="noStrike" kern="0" cap="none" spc="0" normalizeH="0" baseline="0" noProof="0" dirty="0">
                <a:ln>
                  <a:noFill/>
                </a:ln>
                <a:solidFill>
                  <a:srgbClr val="414042"/>
                </a:solidFill>
                <a:effectLst/>
                <a:uLnTx/>
                <a:uFillTx/>
                <a:latin typeface="Open Sans" pitchFamily="2" charset="0"/>
                <a:ea typeface="Open Sans" pitchFamily="2" charset="0"/>
                <a:cs typeface="Open Sans" pitchFamily="2" charset="0"/>
                <a:sym typeface="Arial"/>
              </a:rPr>
              <a:t> </a:t>
            </a:r>
            <a:r>
              <a:rPr kumimoji="0" lang="en-US" sz="1800" b="0" i="0" u="none" strike="noStrike" kern="0" cap="none" spc="0" normalizeH="0" baseline="0" noProof="0" dirty="0" err="1">
                <a:ln>
                  <a:noFill/>
                </a:ln>
                <a:solidFill>
                  <a:srgbClr val="414042"/>
                </a:solidFill>
                <a:effectLst/>
                <a:uLnTx/>
                <a:uFillTx/>
                <a:latin typeface="Open Sans" pitchFamily="2" charset="0"/>
                <a:ea typeface="Open Sans" pitchFamily="2" charset="0"/>
                <a:cs typeface="Open Sans" pitchFamily="2" charset="0"/>
                <a:sym typeface="Arial"/>
              </a:rPr>
              <a:t>peduli</a:t>
            </a:r>
            <a:r>
              <a:rPr kumimoji="0" lang="en-US" sz="1800" b="0" i="0" u="none" strike="noStrike" kern="0" cap="none" spc="0" normalizeH="0" baseline="0" noProof="0" dirty="0">
                <a:ln>
                  <a:noFill/>
                </a:ln>
                <a:solidFill>
                  <a:srgbClr val="414042"/>
                </a:solidFill>
                <a:effectLst/>
                <a:uLnTx/>
                <a:uFillTx/>
                <a:latin typeface="Open Sans" pitchFamily="2" charset="0"/>
                <a:ea typeface="Open Sans" pitchFamily="2" charset="0"/>
                <a:cs typeface="Open Sans" pitchFamily="2" charset="0"/>
                <a:sym typeface="Arial"/>
              </a:rPr>
              <a:t> </a:t>
            </a:r>
            <a:r>
              <a:rPr kumimoji="0" lang="en-US" sz="1800" b="0" i="0" u="none" strike="noStrike" kern="0" cap="none" spc="0" normalizeH="0" baseline="0" noProof="0" dirty="0" err="1">
                <a:ln>
                  <a:noFill/>
                </a:ln>
                <a:solidFill>
                  <a:srgbClr val="414042"/>
                </a:solidFill>
                <a:effectLst/>
                <a:uLnTx/>
                <a:uFillTx/>
                <a:latin typeface="Open Sans" pitchFamily="2" charset="0"/>
                <a:ea typeface="Open Sans" pitchFamily="2" charset="0"/>
                <a:cs typeface="Open Sans" pitchFamily="2" charset="0"/>
                <a:sym typeface="Arial"/>
              </a:rPr>
              <a:t>seberapa</a:t>
            </a:r>
            <a:r>
              <a:rPr kumimoji="0" lang="en-US" sz="1800" b="0" i="0" u="none" strike="noStrike" kern="0" cap="none" spc="0" normalizeH="0" baseline="0" noProof="0" dirty="0">
                <a:ln>
                  <a:noFill/>
                </a:ln>
                <a:solidFill>
                  <a:srgbClr val="414042"/>
                </a:solidFill>
                <a:effectLst/>
                <a:uLnTx/>
                <a:uFillTx/>
                <a:latin typeface="Open Sans" pitchFamily="2" charset="0"/>
                <a:ea typeface="Open Sans" pitchFamily="2" charset="0"/>
                <a:cs typeface="Open Sans" pitchFamily="2" charset="0"/>
                <a:sym typeface="Arial"/>
              </a:rPr>
              <a:t> </a:t>
            </a:r>
            <a:r>
              <a:rPr kumimoji="0" lang="en-US" sz="1800" b="0" i="0" u="none" strike="noStrike" kern="0" cap="none" spc="0" normalizeH="0" baseline="0" noProof="0" dirty="0" err="1">
                <a:ln>
                  <a:noFill/>
                </a:ln>
                <a:solidFill>
                  <a:srgbClr val="414042"/>
                </a:solidFill>
                <a:effectLst/>
                <a:uLnTx/>
                <a:uFillTx/>
                <a:latin typeface="Open Sans" pitchFamily="2" charset="0"/>
                <a:ea typeface="Open Sans" pitchFamily="2" charset="0"/>
                <a:cs typeface="Open Sans" pitchFamily="2" charset="0"/>
                <a:sym typeface="Arial"/>
              </a:rPr>
              <a:t>tidak</a:t>
            </a:r>
            <a:r>
              <a:rPr kumimoji="0" lang="en-US" sz="1800" b="0" i="0" u="none" strike="noStrike" kern="0" cap="none" spc="0" normalizeH="0" baseline="0" noProof="0" dirty="0">
                <a:ln>
                  <a:noFill/>
                </a:ln>
                <a:solidFill>
                  <a:srgbClr val="414042"/>
                </a:solidFill>
                <a:effectLst/>
                <a:uLnTx/>
                <a:uFillTx/>
                <a:latin typeface="Open Sans" pitchFamily="2" charset="0"/>
                <a:ea typeface="Open Sans" pitchFamily="2" charset="0"/>
                <a:cs typeface="Open Sans" pitchFamily="2" charset="0"/>
                <a:sym typeface="Arial"/>
              </a:rPr>
              <a:t> </a:t>
            </a:r>
            <a:r>
              <a:rPr kumimoji="0" lang="en-US" sz="1800" b="0" i="0" u="none" strike="noStrike" kern="0" cap="none" spc="0" normalizeH="0" baseline="0" noProof="0" dirty="0" err="1">
                <a:ln>
                  <a:noFill/>
                </a:ln>
                <a:solidFill>
                  <a:srgbClr val="414042"/>
                </a:solidFill>
                <a:effectLst/>
                <a:uLnTx/>
                <a:uFillTx/>
                <a:latin typeface="Open Sans" pitchFamily="2" charset="0"/>
                <a:ea typeface="Open Sans" pitchFamily="2" charset="0"/>
                <a:cs typeface="Open Sans" pitchFamily="2" charset="0"/>
                <a:sym typeface="Arial"/>
              </a:rPr>
              <a:t>konvensionalnya</a:t>
            </a:r>
            <a:r>
              <a:rPr kumimoji="0" lang="en-US" sz="1800" b="0" i="0" u="none" strike="noStrike" kern="0" cap="none" spc="0" normalizeH="0" baseline="0" noProof="0" dirty="0">
                <a:ln>
                  <a:noFill/>
                </a:ln>
                <a:solidFill>
                  <a:srgbClr val="414042"/>
                </a:solidFill>
                <a:effectLst/>
                <a:uLnTx/>
                <a:uFillTx/>
                <a:latin typeface="Open Sans" pitchFamily="2" charset="0"/>
                <a:ea typeface="Open Sans" pitchFamily="2" charset="0"/>
                <a:cs typeface="Open Sans" pitchFamily="2" charset="0"/>
                <a:sym typeface="Arial"/>
              </a:rPr>
              <a:t>.</a:t>
            </a:r>
          </a:p>
        </p:txBody>
      </p:sp>
      <p:sp>
        <p:nvSpPr>
          <p:cNvPr id="5" name="TextBox 4">
            <a:extLst>
              <a:ext uri="{FF2B5EF4-FFF2-40B4-BE49-F238E27FC236}">
                <a16:creationId xmlns:a16="http://schemas.microsoft.com/office/drawing/2014/main" id="{81E1B680-09A4-88E1-8734-456C286E67D6}"/>
              </a:ext>
            </a:extLst>
          </p:cNvPr>
          <p:cNvSpPr txBox="1"/>
          <p:nvPr/>
        </p:nvSpPr>
        <p:spPr>
          <a:xfrm>
            <a:off x="4688887" y="3229366"/>
            <a:ext cx="696239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Memanfaatkan</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 </a:t>
            </a: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kriteria</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 yang </a:t>
            </a: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terdefinisi</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 </a:t>
            </a: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dengan</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 </a:t>
            </a: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baik</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 </a:t>
            </a: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untuk</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 </a:t>
            </a: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mengevaluasi</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 ide </a:t>
            </a: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untuk</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 </a:t>
            </a: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memastikan</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 </a:t>
            </a: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bahwa</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 proses </a:t>
            </a: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pengambilan</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 </a:t>
            </a: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keputusan</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 </a:t>
            </a: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bersifat</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 </a:t>
            </a: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objektif</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 </a:t>
            </a: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transparan</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 dan </a:t>
            </a: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adil</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a:t>
            </a:r>
          </a:p>
        </p:txBody>
      </p:sp>
      <p:sp>
        <p:nvSpPr>
          <p:cNvPr id="8" name="TextBox 7">
            <a:extLst>
              <a:ext uri="{FF2B5EF4-FFF2-40B4-BE49-F238E27FC236}">
                <a16:creationId xmlns:a16="http://schemas.microsoft.com/office/drawing/2014/main" id="{3A8789C8-8C73-F6B3-E29E-8A4C6852E25D}"/>
              </a:ext>
            </a:extLst>
          </p:cNvPr>
          <p:cNvSpPr txBox="1"/>
          <p:nvPr/>
        </p:nvSpPr>
        <p:spPr>
          <a:xfrm>
            <a:off x="4626971" y="4290592"/>
            <a:ext cx="696239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Pemetaan</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 </a:t>
            </a: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ke</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 </a:t>
            </a: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belakang</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 </a:t>
            </a: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untuk</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 </a:t>
            </a: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masalah</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 </a:t>
            </a: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pelanggan</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 </a:t>
            </a: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Pekerjaan</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 yang Harus </a:t>
            </a: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Diselesaikan</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 (JTBD), dan </a:t>
            </a: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harapan</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 </a:t>
            </a: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pelanggan</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 </a:t>
            </a: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memastikan</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 </a:t>
            </a: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bahwa</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 </a:t>
            </a: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solusi</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 kami </a:t>
            </a: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selaras</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 </a:t>
            </a: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dengan</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 </a:t>
            </a: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kebutuhan</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 dan </a:t>
            </a: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preferensi</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 </a:t>
            </a: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pelanggan</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 </a:t>
            </a: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menghilangkan</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 bias </a:t>
            </a: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pribadi</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 </a:t>
            </a: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dari</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 proses </a:t>
            </a: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pengambilan</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 </a:t>
            </a:r>
            <a:r>
              <a:rPr kumimoji="0" lang="en-US" sz="1800" b="0" i="0" u="none" strike="noStrike" kern="1200" cap="none" spc="0" normalizeH="0" baseline="0" noProof="0" dirty="0" err="1">
                <a:ln>
                  <a:noFill/>
                </a:ln>
                <a:solidFill>
                  <a:srgbClr val="414042"/>
                </a:solidFill>
                <a:effectLst/>
                <a:uLnTx/>
                <a:uFillTx/>
                <a:latin typeface="Open Sans" pitchFamily="2" charset="0"/>
                <a:ea typeface="Open Sans" pitchFamily="2" charset="0"/>
                <a:cs typeface="Open Sans" pitchFamily="2" charset="0"/>
              </a:rPr>
              <a:t>keputusan</a:t>
            </a:r>
            <a:r>
              <a:rPr kumimoji="0" lang="en-US" sz="1800" b="0" i="0" u="none" strike="noStrike" kern="1200" cap="none" spc="0" normalizeH="0" baseline="0" noProof="0" dirty="0">
                <a:ln>
                  <a:noFill/>
                </a:ln>
                <a:solidFill>
                  <a:srgbClr val="414042"/>
                </a:solidFill>
                <a:effectLst/>
                <a:uLnTx/>
                <a:uFillTx/>
                <a:latin typeface="Open Sans" pitchFamily="2" charset="0"/>
                <a:ea typeface="Open Sans" pitchFamily="2" charset="0"/>
                <a:cs typeface="Open Sans" pitchFamily="2" charset="0"/>
              </a:rPr>
              <a:t>.</a:t>
            </a:r>
          </a:p>
        </p:txBody>
      </p:sp>
      <p:cxnSp>
        <p:nvCxnSpPr>
          <p:cNvPr id="11" name="Straight Connector 10">
            <a:extLst>
              <a:ext uri="{FF2B5EF4-FFF2-40B4-BE49-F238E27FC236}">
                <a16:creationId xmlns:a16="http://schemas.microsoft.com/office/drawing/2014/main" id="{25E24106-F6E6-7CAC-FDAD-B4131D74BEF9}"/>
              </a:ext>
            </a:extLst>
          </p:cNvPr>
          <p:cNvCxnSpPr>
            <a:cxnSpLocks/>
          </p:cNvCxnSpPr>
          <p:nvPr/>
        </p:nvCxnSpPr>
        <p:spPr>
          <a:xfrm>
            <a:off x="647698" y="2843622"/>
            <a:ext cx="382860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EE82564-7913-7CE9-C060-E9637637551B}"/>
              </a:ext>
            </a:extLst>
          </p:cNvPr>
          <p:cNvCxnSpPr>
            <a:cxnSpLocks/>
          </p:cNvCxnSpPr>
          <p:nvPr/>
        </p:nvCxnSpPr>
        <p:spPr>
          <a:xfrm>
            <a:off x="4476306" y="2843622"/>
            <a:ext cx="7174972"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8635C30-ADC6-0C57-E4AA-CD0F4BDB4D85}"/>
              </a:ext>
            </a:extLst>
          </p:cNvPr>
          <p:cNvCxnSpPr>
            <a:cxnSpLocks/>
          </p:cNvCxnSpPr>
          <p:nvPr/>
        </p:nvCxnSpPr>
        <p:spPr>
          <a:xfrm>
            <a:off x="4476306" y="4182012"/>
            <a:ext cx="7174972"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E253271-0A62-7BB3-B680-979CD9B84C9C}"/>
              </a:ext>
            </a:extLst>
          </p:cNvPr>
          <p:cNvCxnSpPr>
            <a:cxnSpLocks/>
          </p:cNvCxnSpPr>
          <p:nvPr/>
        </p:nvCxnSpPr>
        <p:spPr>
          <a:xfrm>
            <a:off x="4476306" y="5599500"/>
            <a:ext cx="7174972"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BDC066D1-1808-64DD-3490-FF0C49DFEA8C}"/>
              </a:ext>
            </a:extLst>
          </p:cNvPr>
          <p:cNvSpPr txBox="1"/>
          <p:nvPr/>
        </p:nvSpPr>
        <p:spPr>
          <a:xfrm>
            <a:off x="590955" y="488581"/>
            <a:ext cx="9270221" cy="486287"/>
          </a:xfrm>
          <a:prstGeom prst="rect">
            <a:avLst/>
          </a:prstGeom>
          <a:noFill/>
        </p:spPr>
        <p:txBody>
          <a:bodyPr wrap="square">
            <a:spAutoFit/>
          </a:bodyPr>
          <a:lstStyle/>
          <a:p>
            <a:pPr marL="0" marR="0" lvl="0" indent="0" algn="l" defTabSz="914400" rtl="0" eaLnBrk="1" fontAlgn="auto" latinLnBrk="0" hangingPunct="1">
              <a:lnSpc>
                <a:spcPct val="80000"/>
              </a:lnSpc>
              <a:spcBef>
                <a:spcPts val="600"/>
              </a:spcBef>
              <a:spcAft>
                <a:spcPts val="0"/>
              </a:spcAft>
              <a:buClrTx/>
              <a:buSzTx/>
              <a:buFontTx/>
              <a:buNone/>
              <a:tabLst/>
              <a:defRPr/>
            </a:pPr>
            <a:r>
              <a:rPr kumimoji="0" lang="en-US" sz="3200" b="1" i="0" u="none" strike="noStrike" kern="1200" cap="none" spc="0" normalizeH="0" baseline="0" noProof="0" dirty="0" err="1">
                <a:ln>
                  <a:noFill/>
                </a:ln>
                <a:solidFill>
                  <a:srgbClr val="BF2026"/>
                </a:solidFill>
                <a:effectLst/>
                <a:uLnTx/>
                <a:uFillTx/>
                <a:latin typeface="Barlow Medium" panose="00000600000000000000" pitchFamily="2" charset="0"/>
                <a:ea typeface="+mn-ea"/>
                <a:cs typeface="+mn-cs"/>
              </a:rPr>
              <a:t>Rangkuman</a:t>
            </a:r>
            <a:endParaRPr kumimoji="0" lang="en-US" sz="3200" b="1" i="0" u="none" strike="noStrike" kern="1200" cap="none" spc="0" normalizeH="0" baseline="0" noProof="0" dirty="0">
              <a:ln>
                <a:noFill/>
              </a:ln>
              <a:solidFill>
                <a:srgbClr val="BF2026"/>
              </a:solidFill>
              <a:effectLst/>
              <a:uLnTx/>
              <a:uFillTx/>
              <a:latin typeface="Barlow Medium" panose="00000600000000000000" pitchFamily="2" charset="0"/>
              <a:ea typeface="+mn-ea"/>
              <a:cs typeface="+mn-cs"/>
            </a:endParaRPr>
          </a:p>
        </p:txBody>
      </p:sp>
      <p:pic>
        <p:nvPicPr>
          <p:cNvPr id="23" name="Graphic 22" descr="Drawing Figure with solid fill">
            <a:extLst>
              <a:ext uri="{FF2B5EF4-FFF2-40B4-BE49-F238E27FC236}">
                <a16:creationId xmlns:a16="http://schemas.microsoft.com/office/drawing/2014/main" id="{E72463A4-7945-DC41-3795-154530A34AB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01052" y="1993746"/>
            <a:ext cx="572167" cy="572167"/>
          </a:xfrm>
          <a:prstGeom prst="rect">
            <a:avLst/>
          </a:prstGeom>
        </p:spPr>
      </p:pic>
      <p:sp>
        <p:nvSpPr>
          <p:cNvPr id="9" name="TextBox 8">
            <a:extLst>
              <a:ext uri="{FF2B5EF4-FFF2-40B4-BE49-F238E27FC236}">
                <a16:creationId xmlns:a16="http://schemas.microsoft.com/office/drawing/2014/main" id="{94A64C60-EF8F-70D1-DF8B-425076FF8E4A}"/>
              </a:ext>
            </a:extLst>
          </p:cNvPr>
          <p:cNvSpPr txBox="1"/>
          <p:nvPr/>
        </p:nvSpPr>
        <p:spPr>
          <a:xfrm>
            <a:off x="1065894" y="3342893"/>
            <a:ext cx="3410412" cy="461665"/>
          </a:xfrm>
          <a:prstGeom prst="rect">
            <a:avLst/>
          </a:prstGeom>
          <a:noFill/>
        </p:spPr>
        <p:txBody>
          <a:bodyPr wrap="square" lIns="91440" tIns="45720" rIns="91440" bIns="45720" anchor="t">
            <a:spAutoFit/>
          </a:bodyPr>
          <a:lstStyle/>
          <a:p>
            <a:pPr marL="0" marR="0" lvl="0" indent="0" algn="l" defTabSz="913790" rtl="0" eaLnBrk="1" fontAlgn="auto" latinLnBrk="0" hangingPunct="1">
              <a:lnSpc>
                <a:spcPct val="100000"/>
              </a:lnSpc>
              <a:spcBef>
                <a:spcPts val="0"/>
              </a:spcBef>
              <a:spcAft>
                <a:spcPts val="0"/>
              </a:spcAft>
              <a:buClrTx/>
              <a:buSzTx/>
              <a:buFontTx/>
              <a:buNone/>
              <a:tabLst/>
              <a:defRPr/>
            </a:pPr>
            <a:r>
              <a:rPr kumimoji="0" lang="en-US" altLang="ru-RU" sz="2400" b="1" i="0" u="none" strike="noStrike" kern="0" cap="none" spc="0"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Idea Evaluation</a:t>
            </a:r>
          </a:p>
        </p:txBody>
      </p:sp>
      <p:sp>
        <p:nvSpPr>
          <p:cNvPr id="10" name="TextBox 9">
            <a:extLst>
              <a:ext uri="{FF2B5EF4-FFF2-40B4-BE49-F238E27FC236}">
                <a16:creationId xmlns:a16="http://schemas.microsoft.com/office/drawing/2014/main" id="{9DDC65E6-1ED4-EB8F-C23C-82D51B8E059B}"/>
              </a:ext>
            </a:extLst>
          </p:cNvPr>
          <p:cNvSpPr txBox="1"/>
          <p:nvPr/>
        </p:nvSpPr>
        <p:spPr>
          <a:xfrm>
            <a:off x="989109" y="4500233"/>
            <a:ext cx="3410412" cy="830997"/>
          </a:xfrm>
          <a:prstGeom prst="rect">
            <a:avLst/>
          </a:prstGeom>
          <a:noFill/>
        </p:spPr>
        <p:txBody>
          <a:bodyPr wrap="square" lIns="91440" tIns="45720" rIns="91440" bIns="45720" anchor="t">
            <a:spAutoFit/>
          </a:bodyPr>
          <a:lstStyle/>
          <a:p>
            <a:pPr marL="0" marR="0" lvl="0" indent="0" algn="l" defTabSz="913790" rtl="0" eaLnBrk="1" fontAlgn="auto" latinLnBrk="0" hangingPunct="1">
              <a:lnSpc>
                <a:spcPct val="100000"/>
              </a:lnSpc>
              <a:spcBef>
                <a:spcPts val="0"/>
              </a:spcBef>
              <a:spcAft>
                <a:spcPts val="0"/>
              </a:spcAft>
              <a:buClrTx/>
              <a:buSzTx/>
              <a:buFontTx/>
              <a:buNone/>
              <a:tabLst/>
              <a:defRPr/>
            </a:pPr>
            <a:r>
              <a:rPr kumimoji="0" lang="en-US" altLang="ru-RU" sz="2400" b="1"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Solution &amp; Personal Bias</a:t>
            </a:r>
          </a:p>
        </p:txBody>
      </p:sp>
      <p:pic>
        <p:nvPicPr>
          <p:cNvPr id="14" name="Picture 13">
            <a:extLst>
              <a:ext uri="{FF2B5EF4-FFF2-40B4-BE49-F238E27FC236}">
                <a16:creationId xmlns:a16="http://schemas.microsoft.com/office/drawing/2014/main" id="{86AF2F70-0BD2-A8B2-EC1C-135202974F78}"/>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499692" y="3381661"/>
            <a:ext cx="408192" cy="408192"/>
          </a:xfrm>
          <a:prstGeom prst="rect">
            <a:avLst/>
          </a:prstGeom>
          <a:solidFill>
            <a:schemeClr val="bg1"/>
          </a:solidFill>
        </p:spPr>
      </p:pic>
      <p:pic>
        <p:nvPicPr>
          <p:cNvPr id="18" name="Picture 17">
            <a:extLst>
              <a:ext uri="{FF2B5EF4-FFF2-40B4-BE49-F238E27FC236}">
                <a16:creationId xmlns:a16="http://schemas.microsoft.com/office/drawing/2014/main" id="{D3C9DE55-912F-1D60-8F5D-D0B766F44947}"/>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401052" y="4605601"/>
            <a:ext cx="408192" cy="408192"/>
          </a:xfrm>
          <a:prstGeom prst="rect">
            <a:avLst/>
          </a:prstGeom>
          <a:solidFill>
            <a:schemeClr val="bg1"/>
          </a:solidFill>
          <a:ln>
            <a:solidFill>
              <a:schemeClr val="accent1"/>
            </a:solidFill>
          </a:ln>
        </p:spPr>
      </p:pic>
      <p:cxnSp>
        <p:nvCxnSpPr>
          <p:cNvPr id="4" name="Straight Connector 3">
            <a:extLst>
              <a:ext uri="{FF2B5EF4-FFF2-40B4-BE49-F238E27FC236}">
                <a16:creationId xmlns:a16="http://schemas.microsoft.com/office/drawing/2014/main" id="{E691DCA3-55E7-84B6-863C-F6371229DC7F}"/>
              </a:ext>
            </a:extLst>
          </p:cNvPr>
          <p:cNvCxnSpPr>
            <a:cxnSpLocks/>
          </p:cNvCxnSpPr>
          <p:nvPr/>
        </p:nvCxnSpPr>
        <p:spPr>
          <a:xfrm>
            <a:off x="731360" y="5620003"/>
            <a:ext cx="382860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A2184C7-42D2-A258-D250-5C69EDE8970C}"/>
              </a:ext>
            </a:extLst>
          </p:cNvPr>
          <p:cNvCxnSpPr>
            <a:cxnSpLocks/>
          </p:cNvCxnSpPr>
          <p:nvPr/>
        </p:nvCxnSpPr>
        <p:spPr>
          <a:xfrm>
            <a:off x="768670" y="4182012"/>
            <a:ext cx="382860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5519900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0-#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0-#ppt_w/2"/>
                                          </p:val>
                                        </p:tav>
                                        <p:tav tm="100000">
                                          <p:val>
                                            <p:strVal val="#ppt_x"/>
                                          </p:val>
                                        </p:tav>
                                      </p:tavLst>
                                    </p:anim>
                                    <p:anim calcmode="lin" valueType="num">
                                      <p:cBhvr additive="base">
                                        <p:cTn id="1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0-#ppt_w/2"/>
                                          </p:val>
                                        </p:tav>
                                        <p:tav tm="100000">
                                          <p:val>
                                            <p:strVal val="#ppt_x"/>
                                          </p:val>
                                        </p:tav>
                                      </p:tavLst>
                                    </p:anim>
                                    <p:anim calcmode="lin" valueType="num">
                                      <p:cBhvr additive="base">
                                        <p:cTn id="2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0-#ppt_w/2"/>
                                          </p:val>
                                        </p:tav>
                                        <p:tav tm="100000">
                                          <p:val>
                                            <p:strVal val="#ppt_x"/>
                                          </p:val>
                                        </p:tav>
                                      </p:tavLst>
                                    </p:anim>
                                    <p:anim calcmode="lin" valueType="num">
                                      <p:cBhvr additive="base">
                                        <p:cTn id="30" dur="500" fill="hold"/>
                                        <p:tgtEl>
                                          <p:spTgt spid="8"/>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00" fill="hold"/>
                                        <p:tgtEl>
                                          <p:spTgt spid="9"/>
                                        </p:tgtEl>
                                        <p:attrNameLst>
                                          <p:attrName>ppt_x</p:attrName>
                                        </p:attrNameLst>
                                      </p:cBhvr>
                                      <p:tavLst>
                                        <p:tav tm="0">
                                          <p:val>
                                            <p:strVal val="0-#ppt_w/2"/>
                                          </p:val>
                                        </p:tav>
                                        <p:tav tm="100000">
                                          <p:val>
                                            <p:strVal val="#ppt_x"/>
                                          </p:val>
                                        </p:tav>
                                      </p:tavLst>
                                    </p:anim>
                                    <p:anim calcmode="lin" valueType="num">
                                      <p:cBhvr additive="base">
                                        <p:cTn id="34" dur="500" fill="hold"/>
                                        <p:tgtEl>
                                          <p:spTgt spid="9"/>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0-#ppt_w/2"/>
                                          </p:val>
                                        </p:tav>
                                        <p:tav tm="100000">
                                          <p:val>
                                            <p:strVal val="#ppt_x"/>
                                          </p:val>
                                        </p:tav>
                                      </p:tavLst>
                                    </p:anim>
                                    <p:anim calcmode="lin" valueType="num">
                                      <p:cBhvr additive="base">
                                        <p:cTn id="3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8" grpId="0"/>
      <p:bldP spid="9" grpId="0"/>
      <p:bldP spid="1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54DF3DFB-E62F-48DF-84E3-3D402740E68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627900" y="-25400"/>
            <a:ext cx="7564100" cy="6883400"/>
          </a:xfrm>
          <a:custGeom>
            <a:avLst/>
            <a:gdLst>
              <a:gd name="connsiteX0" fmla="*/ 4622800 w 7564100"/>
              <a:gd name="connsiteY0" fmla="*/ 0 h 6883400"/>
              <a:gd name="connsiteX1" fmla="*/ 7564100 w 7564100"/>
              <a:gd name="connsiteY1" fmla="*/ 25400 h 6883400"/>
              <a:gd name="connsiteX2" fmla="*/ 7564100 w 7564100"/>
              <a:gd name="connsiteY2" fmla="*/ 6883400 h 6883400"/>
              <a:gd name="connsiteX3" fmla="*/ 0 w 7564100"/>
              <a:gd name="connsiteY3" fmla="*/ 6883400 h 6883400"/>
            </a:gdLst>
            <a:ahLst/>
            <a:cxnLst>
              <a:cxn ang="0">
                <a:pos x="connsiteX0" y="connsiteY0"/>
              </a:cxn>
              <a:cxn ang="0">
                <a:pos x="connsiteX1" y="connsiteY1"/>
              </a:cxn>
              <a:cxn ang="0">
                <a:pos x="connsiteX2" y="connsiteY2"/>
              </a:cxn>
              <a:cxn ang="0">
                <a:pos x="connsiteX3" y="connsiteY3"/>
              </a:cxn>
            </a:cxnLst>
            <a:rect l="l" t="t" r="r" b="b"/>
            <a:pathLst>
              <a:path w="7564100" h="6883400">
                <a:moveTo>
                  <a:pt x="4622800" y="0"/>
                </a:moveTo>
                <a:lnTo>
                  <a:pt x="7564100" y="25400"/>
                </a:lnTo>
                <a:lnTo>
                  <a:pt x="7564100" y="6883400"/>
                </a:lnTo>
                <a:lnTo>
                  <a:pt x="0" y="6883400"/>
                </a:lnTo>
                <a:close/>
              </a:path>
            </a:pathLst>
          </a:custGeom>
        </p:spPr>
      </p:pic>
      <p:grpSp>
        <p:nvGrpSpPr>
          <p:cNvPr id="7" name="Group 6">
            <a:extLst>
              <a:ext uri="{FF2B5EF4-FFF2-40B4-BE49-F238E27FC236}">
                <a16:creationId xmlns:a16="http://schemas.microsoft.com/office/drawing/2014/main" id="{D9E57042-2897-48F9-9980-E8A19BAF140C}"/>
              </a:ext>
            </a:extLst>
          </p:cNvPr>
          <p:cNvGrpSpPr/>
          <p:nvPr/>
        </p:nvGrpSpPr>
        <p:grpSpPr>
          <a:xfrm>
            <a:off x="565732" y="2831951"/>
            <a:ext cx="6096000" cy="1631216"/>
            <a:chOff x="715600" y="2205347"/>
            <a:chExt cx="6096000" cy="1631216"/>
          </a:xfrm>
        </p:grpSpPr>
        <p:sp>
          <p:nvSpPr>
            <p:cNvPr id="4" name="Title 6">
              <a:extLst>
                <a:ext uri="{FF2B5EF4-FFF2-40B4-BE49-F238E27FC236}">
                  <a16:creationId xmlns:a16="http://schemas.microsoft.com/office/drawing/2014/main" id="{6D7D09B0-3383-BB41-E4F8-37FD6616071B}"/>
                </a:ext>
              </a:extLst>
            </p:cNvPr>
            <p:cNvSpPr txBox="1">
              <a:spLocks/>
            </p:cNvSpPr>
            <p:nvPr/>
          </p:nvSpPr>
          <p:spPr>
            <a:xfrm>
              <a:off x="715600" y="2205347"/>
              <a:ext cx="6096000" cy="923330"/>
            </a:xfrm>
            <a:prstGeom prst="rect">
              <a:avLst/>
            </a:prstGeom>
          </p:spPr>
          <p:txBody>
            <a:bodyPr vert="horz" wrap="square" lIns="0" tIns="0" rIns="0" bIns="0" rtlCol="0" anchor="t" anchorCtr="0">
              <a:spAutoFit/>
            </a:bodyPr>
            <a:lstStyle>
              <a:lvl1pPr algn="l" defTabSz="914400" rtl="0" eaLnBrk="1" latinLnBrk="0" hangingPunct="1">
                <a:lnSpc>
                  <a:spcPct val="100000"/>
                </a:lnSpc>
                <a:spcBef>
                  <a:spcPct val="0"/>
                </a:spcBef>
                <a:buNone/>
                <a:defRPr lang="en-US" sz="3200" b="1" kern="1200" dirty="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sz="6000" b="1" i="0" u="none" strike="noStrike" kern="1200" cap="none" spc="0" normalizeH="0" baseline="0" noProof="0" dirty="0">
                  <a:ln>
                    <a:noFill/>
                  </a:ln>
                  <a:solidFill>
                    <a:srgbClr val="FFFFFF"/>
                  </a:solidFill>
                  <a:effectLst/>
                  <a:uLnTx/>
                  <a:uFillTx/>
                  <a:latin typeface="Barlow" panose="00000500000000000000" pitchFamily="2" charset="0"/>
                  <a:ea typeface="+mj-ea"/>
                  <a:cs typeface="+mj-cs"/>
                </a:rPr>
                <a:t>TERIMA KASIH</a:t>
              </a:r>
            </a:p>
          </p:txBody>
        </p:sp>
        <p:sp>
          <p:nvSpPr>
            <p:cNvPr id="23" name="TextBox 22">
              <a:extLst>
                <a:ext uri="{FF2B5EF4-FFF2-40B4-BE49-F238E27FC236}">
                  <a16:creationId xmlns:a16="http://schemas.microsoft.com/office/drawing/2014/main" id="{27EAC6EA-77DA-46F4-A8FC-03435FB82521}"/>
                </a:ext>
              </a:extLst>
            </p:cNvPr>
            <p:cNvSpPr txBox="1"/>
            <p:nvPr/>
          </p:nvSpPr>
          <p:spPr>
            <a:xfrm>
              <a:off x="715600" y="3559564"/>
              <a:ext cx="6096000"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Barlow-Regular" panose="02040502050405020303"/>
                <a:ea typeface="+mn-ea"/>
                <a:cs typeface="+mn-cs"/>
              </a:endParaRPr>
            </a:p>
          </p:txBody>
        </p:sp>
      </p:grpSp>
      <p:grpSp>
        <p:nvGrpSpPr>
          <p:cNvPr id="24" name="Group 23">
            <a:extLst>
              <a:ext uri="{FF2B5EF4-FFF2-40B4-BE49-F238E27FC236}">
                <a16:creationId xmlns:a16="http://schemas.microsoft.com/office/drawing/2014/main" id="{4E046AFE-5E0C-43D9-A7CE-F505083248C5}"/>
              </a:ext>
            </a:extLst>
          </p:cNvPr>
          <p:cNvGrpSpPr/>
          <p:nvPr/>
        </p:nvGrpSpPr>
        <p:grpSpPr>
          <a:xfrm>
            <a:off x="647700" y="5924400"/>
            <a:ext cx="1951864" cy="324000"/>
            <a:chOff x="3753875" y="6160946"/>
            <a:chExt cx="1951864" cy="324000"/>
          </a:xfrm>
        </p:grpSpPr>
        <p:pic>
          <p:nvPicPr>
            <p:cNvPr id="25" name="Graphic 24">
              <a:hlinkClick r:id="rId4"/>
              <a:extLst>
                <a:ext uri="{FF2B5EF4-FFF2-40B4-BE49-F238E27FC236}">
                  <a16:creationId xmlns:a16="http://schemas.microsoft.com/office/drawing/2014/main" id="{05A40F9F-EF61-4BD0-A4DA-E26393A90BD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092408" y="6176371"/>
              <a:ext cx="270000" cy="270000"/>
            </a:xfrm>
            <a:prstGeom prst="rect">
              <a:avLst/>
            </a:prstGeom>
          </p:spPr>
        </p:pic>
        <p:pic>
          <p:nvPicPr>
            <p:cNvPr id="26" name="Graphic 25">
              <a:hlinkClick r:id="rId7"/>
              <a:extLst>
                <a:ext uri="{FF2B5EF4-FFF2-40B4-BE49-F238E27FC236}">
                  <a16:creationId xmlns:a16="http://schemas.microsoft.com/office/drawing/2014/main" id="{C589EC91-7F1B-4156-A23B-F4855469FF6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769474" y="6160946"/>
              <a:ext cx="259200" cy="324000"/>
            </a:xfrm>
            <a:prstGeom prst="rect">
              <a:avLst/>
            </a:prstGeom>
          </p:spPr>
        </p:pic>
        <p:pic>
          <p:nvPicPr>
            <p:cNvPr id="27" name="Graphic 26">
              <a:hlinkClick r:id="rId10"/>
              <a:extLst>
                <a:ext uri="{FF2B5EF4-FFF2-40B4-BE49-F238E27FC236}">
                  <a16:creationId xmlns:a16="http://schemas.microsoft.com/office/drawing/2014/main" id="{CD081E83-2AEE-4ED3-96D0-EE34C7D1B73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097207" y="6176371"/>
              <a:ext cx="270000" cy="270000"/>
            </a:xfrm>
            <a:prstGeom prst="rect">
              <a:avLst/>
            </a:prstGeom>
          </p:spPr>
        </p:pic>
        <p:pic>
          <p:nvPicPr>
            <p:cNvPr id="28" name="Graphic 27">
              <a:hlinkClick r:id="rId13"/>
              <a:extLst>
                <a:ext uri="{FF2B5EF4-FFF2-40B4-BE49-F238E27FC236}">
                  <a16:creationId xmlns:a16="http://schemas.microsoft.com/office/drawing/2014/main" id="{8B932768-48D5-4F23-A2BC-7A81AEC8202B}"/>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430941" y="6176371"/>
              <a:ext cx="270000" cy="270000"/>
            </a:xfrm>
            <a:prstGeom prst="rect">
              <a:avLst/>
            </a:prstGeom>
          </p:spPr>
        </p:pic>
        <p:pic>
          <p:nvPicPr>
            <p:cNvPr id="29" name="Graphic 28">
              <a:hlinkClick r:id="rId16"/>
              <a:extLst>
                <a:ext uri="{FF2B5EF4-FFF2-40B4-BE49-F238E27FC236}">
                  <a16:creationId xmlns:a16="http://schemas.microsoft.com/office/drawing/2014/main" id="{BE04CC2D-DD4A-48FD-95E0-AB7E89349A91}"/>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3753875" y="6187946"/>
              <a:ext cx="270000" cy="270000"/>
            </a:xfrm>
            <a:prstGeom prst="rect">
              <a:avLst/>
            </a:prstGeom>
          </p:spPr>
        </p:pic>
        <p:pic>
          <p:nvPicPr>
            <p:cNvPr id="30" name="Graphic 29" descr="World">
              <a:hlinkClick r:id="rId19"/>
              <a:extLst>
                <a:ext uri="{FF2B5EF4-FFF2-40B4-BE49-F238E27FC236}">
                  <a16:creationId xmlns:a16="http://schemas.microsoft.com/office/drawing/2014/main" id="{B07C090D-F3CE-4889-8E1B-DF6B23A8FDA7}"/>
                </a:ext>
              </a:extLst>
            </p:cNvPr>
            <p:cNvPicPr>
              <a:picLocks noChangeAspect="1"/>
            </p:cNvPicPr>
            <p:nvPr/>
          </p:nvPicPr>
          <p:blipFill>
            <a:blip r:embed="rId20" cstate="screen">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5435739" y="6176371"/>
              <a:ext cx="270000" cy="270000"/>
            </a:xfrm>
            <a:prstGeom prst="rect">
              <a:avLst/>
            </a:prstGeom>
          </p:spPr>
        </p:pic>
      </p:grpSp>
      <p:sp>
        <p:nvSpPr>
          <p:cNvPr id="31" name="Rectangle 11">
            <a:extLst>
              <a:ext uri="{FF2B5EF4-FFF2-40B4-BE49-F238E27FC236}">
                <a16:creationId xmlns:a16="http://schemas.microsoft.com/office/drawing/2014/main" id="{437B73CC-F39D-4283-A9BB-CD425B49A667}"/>
              </a:ext>
            </a:extLst>
          </p:cNvPr>
          <p:cNvSpPr/>
          <p:nvPr/>
        </p:nvSpPr>
        <p:spPr>
          <a:xfrm>
            <a:off x="4627900" y="0"/>
            <a:ext cx="9519438" cy="6858000"/>
          </a:xfrm>
          <a:custGeom>
            <a:avLst/>
            <a:gdLst>
              <a:gd name="connsiteX0" fmla="*/ 0 w 9519438"/>
              <a:gd name="connsiteY0" fmla="*/ 0 h 6858000"/>
              <a:gd name="connsiteX1" fmla="*/ 9519438 w 9519438"/>
              <a:gd name="connsiteY1" fmla="*/ 0 h 6858000"/>
              <a:gd name="connsiteX2" fmla="*/ 9519438 w 9519438"/>
              <a:gd name="connsiteY2" fmla="*/ 6858000 h 6858000"/>
              <a:gd name="connsiteX3" fmla="*/ 0 w 9519438"/>
              <a:gd name="connsiteY3" fmla="*/ 6858000 h 6858000"/>
              <a:gd name="connsiteX4" fmla="*/ 0 w 9519438"/>
              <a:gd name="connsiteY4" fmla="*/ 0 h 6858000"/>
              <a:gd name="connsiteX0" fmla="*/ 5543550 w 9519438"/>
              <a:gd name="connsiteY0" fmla="*/ 38100 h 6858000"/>
              <a:gd name="connsiteX1" fmla="*/ 9519438 w 9519438"/>
              <a:gd name="connsiteY1" fmla="*/ 0 h 6858000"/>
              <a:gd name="connsiteX2" fmla="*/ 9519438 w 9519438"/>
              <a:gd name="connsiteY2" fmla="*/ 6858000 h 6858000"/>
              <a:gd name="connsiteX3" fmla="*/ 0 w 9519438"/>
              <a:gd name="connsiteY3" fmla="*/ 6858000 h 6858000"/>
              <a:gd name="connsiteX4" fmla="*/ 5543550 w 9519438"/>
              <a:gd name="connsiteY4" fmla="*/ 38100 h 6858000"/>
              <a:gd name="connsiteX0" fmla="*/ 4572000 w 9519438"/>
              <a:gd name="connsiteY0" fmla="*/ 0 h 6858000"/>
              <a:gd name="connsiteX1" fmla="*/ 9519438 w 9519438"/>
              <a:gd name="connsiteY1" fmla="*/ 0 h 6858000"/>
              <a:gd name="connsiteX2" fmla="*/ 9519438 w 9519438"/>
              <a:gd name="connsiteY2" fmla="*/ 6858000 h 6858000"/>
              <a:gd name="connsiteX3" fmla="*/ 0 w 9519438"/>
              <a:gd name="connsiteY3" fmla="*/ 6858000 h 6858000"/>
              <a:gd name="connsiteX4" fmla="*/ 4572000 w 951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19438" h="6858000">
                <a:moveTo>
                  <a:pt x="4572000" y="0"/>
                </a:moveTo>
                <a:lnTo>
                  <a:pt x="9519438" y="0"/>
                </a:lnTo>
                <a:lnTo>
                  <a:pt x="9519438" y="6858000"/>
                </a:lnTo>
                <a:lnTo>
                  <a:pt x="0" y="6858000"/>
                </a:lnTo>
                <a:lnTo>
                  <a:pt x="4572000" y="0"/>
                </a:lnTo>
                <a:close/>
              </a:path>
            </a:pathLst>
          </a:custGeom>
          <a:gradFill>
            <a:gsLst>
              <a:gs pos="50000">
                <a:schemeClr val="tx1">
                  <a:lumMod val="50000"/>
                  <a:alpha val="32000"/>
                </a:schemeClr>
              </a:gs>
              <a:gs pos="89000">
                <a:schemeClr val="tx1">
                  <a:lumMod val="50000"/>
                  <a:alpha val="74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Barlow "/>
              <a:ea typeface="+mn-ea"/>
              <a:cs typeface="+mn-cs"/>
            </a:endParaRPr>
          </a:p>
        </p:txBody>
      </p:sp>
    </p:spTree>
    <p:custDataLst>
      <p:tags r:id="rId1"/>
    </p:custDataLst>
    <p:extLst>
      <p:ext uri="{BB962C8B-B14F-4D97-AF65-F5344CB8AC3E}">
        <p14:creationId xmlns:p14="http://schemas.microsoft.com/office/powerpoint/2010/main" val="25598021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6DB6E7B-9424-C966-AB3C-114DF174B374}"/>
              </a:ext>
            </a:extLst>
          </p:cNvPr>
          <p:cNvSpPr txBox="1"/>
          <p:nvPr/>
        </p:nvSpPr>
        <p:spPr>
          <a:xfrm>
            <a:off x="1001843" y="4986728"/>
            <a:ext cx="9513757"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ptos" panose="02110004020202020204"/>
                <a:ea typeface="+mn-ea"/>
                <a:cs typeface="+mn-cs"/>
              </a:rPr>
              <a:t>Copyright Disclaimer</a:t>
            </a:r>
            <a:r>
              <a:rPr kumimoji="0" lang="en-US" sz="900" b="0" i="0" u="none" strike="noStrike" kern="1200" cap="none" spc="0" normalizeH="0" baseline="0" noProof="0">
                <a:ln>
                  <a:noFill/>
                </a:ln>
                <a:solidFill>
                  <a:srgbClr val="FFFFFF"/>
                </a:solidFill>
                <a:effectLst/>
                <a:uLnTx/>
                <a:uFillTx/>
                <a:latin typeface="Aptos" panose="02110004020202020204"/>
                <a:ea typeface="+mn-ea"/>
                <a:cs typeface="+mn-cs"/>
              </a:rPr>
              <a:t>  </a:t>
            </a:r>
            <a:br>
              <a:rPr kumimoji="0" lang="en-US" sz="900" b="0" i="0" u="none" strike="noStrike" kern="1200" cap="none" spc="0" normalizeH="0" baseline="0" noProof="0">
                <a:ln>
                  <a:noFill/>
                </a:ln>
                <a:solidFill>
                  <a:srgbClr val="FFFFFF"/>
                </a:solidFill>
                <a:effectLst/>
                <a:uLnTx/>
                <a:uFillTx/>
                <a:latin typeface="Aptos" panose="02110004020202020204"/>
                <a:ea typeface="+mn-ea"/>
                <a:cs typeface="+mn-cs"/>
              </a:rPr>
            </a:br>
            <a:r>
              <a:rPr kumimoji="0" lang="en-US" sz="900" b="0" i="0" u="none" strike="noStrike" kern="1200" cap="none" spc="0" normalizeH="0" baseline="0" noProof="0">
                <a:ln>
                  <a:noFill/>
                </a:ln>
                <a:solidFill>
                  <a:srgbClr val="FFFFFF"/>
                </a:solidFill>
                <a:effectLst/>
                <a:uLnTx/>
                <a:uFillTx/>
                <a:latin typeface="Aptos" panose="02110004020202020204"/>
                <a:ea typeface="+mn-ea"/>
                <a:cs typeface="+mn-cs"/>
              </a:rPr>
              <a:t>This presentation, including its content, is the intellectual property of the Wadhwani Operating Foundation. All rights reserved under applicable international and local copyright laws. Unauthorized use, reproduction, or distribution of the entire presentation or any portion thereof without prior written consent, is strictly prohibited. For any permissions or inquiries, please contact </a:t>
            </a:r>
            <a:r>
              <a:rPr kumimoji="0" lang="en-US" sz="900" b="0" i="0" u="none" strike="noStrike" kern="1200" cap="none" spc="0" normalizeH="0" baseline="0" noProof="0">
                <a:ln>
                  <a:noFill/>
                </a:ln>
                <a:solidFill>
                  <a:srgbClr val="FFFFFF"/>
                </a:solidFill>
                <a:effectLst/>
                <a:uLnTx/>
                <a:uFillTx/>
                <a:latin typeface="Aptos" panose="02110004020202020204"/>
                <a:ea typeface="+mn-ea"/>
                <a:cs typeface="+mn-cs"/>
                <a:hlinkClick r:id="rId2">
                  <a:extLst>
                    <a:ext uri="{A12FA001-AC4F-418D-AE19-62706E023703}">
                      <ahyp:hlinkClr xmlns:ahyp="http://schemas.microsoft.com/office/drawing/2018/hyperlinkcolor" val="tx"/>
                    </a:ext>
                  </a:extLst>
                </a:hlinkClick>
              </a:rPr>
              <a:t>legal@wadhwanifoundation.org</a:t>
            </a:r>
            <a:r>
              <a:rPr kumimoji="0" lang="en-US" sz="900" b="0" i="0" u="none" strike="noStrike" kern="1200" cap="none" spc="0" normalizeH="0" baseline="0" noProof="0">
                <a:ln>
                  <a:noFill/>
                </a:ln>
                <a:solidFill>
                  <a:srgbClr val="FFFFFF"/>
                </a:solidFill>
                <a:effectLst/>
                <a:uLnTx/>
                <a:uFillTx/>
                <a:latin typeface="Aptos" panose="02110004020202020204"/>
                <a:ea typeface="+mn-ea"/>
                <a:cs typeface="+mn-cs"/>
              </a:rPr>
              <a:t> with the subject title "Wadhwani Ignite".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ptos" panose="02110004020202020204"/>
                <a:ea typeface="+mn-lt"/>
                <a:cs typeface="+mn-lt"/>
              </a:rPr>
              <a:t>Image Credits and Copyright Disclaimer</a:t>
            </a:r>
            <a:br>
              <a:rPr kumimoji="0" lang="en-US" sz="900" b="1" i="0" u="none" strike="noStrike" kern="1200" cap="none" spc="0" normalizeH="0" baseline="0" noProof="0">
                <a:ln>
                  <a:noFill/>
                </a:ln>
                <a:solidFill>
                  <a:srgbClr val="FFFFFF"/>
                </a:solidFill>
                <a:effectLst/>
                <a:uLnTx/>
                <a:uFillTx/>
                <a:latin typeface="Aptos" panose="02110004020202020204"/>
                <a:ea typeface="+mn-lt"/>
                <a:cs typeface="+mn-lt"/>
              </a:rPr>
            </a:br>
            <a:r>
              <a:rPr kumimoji="0" lang="en-US" sz="900" b="1" i="0" u="none" strike="noStrike" kern="1200" cap="none" spc="0" normalizeH="0" baseline="0" noProof="0">
                <a:ln>
                  <a:noFill/>
                </a:ln>
                <a:solidFill>
                  <a:srgbClr val="FFFFFF"/>
                </a:solidFill>
                <a:effectLst/>
                <a:uLnTx/>
                <a:uFillTx/>
                <a:latin typeface="Aptos" panose="02110004020202020204"/>
                <a:ea typeface="+mn-lt"/>
                <a:cs typeface="+mn-lt"/>
              </a:rPr>
              <a:t> </a:t>
            </a:r>
            <a:r>
              <a:rPr kumimoji="0" lang="en-US" sz="900" b="0" i="0" u="none" strike="noStrike" kern="1200" cap="none" spc="0" normalizeH="0" baseline="0" noProof="0">
                <a:ln>
                  <a:noFill/>
                </a:ln>
                <a:solidFill>
                  <a:srgbClr val="FFFFFF"/>
                </a:solidFill>
                <a:effectLst/>
                <a:uLnTx/>
                <a:uFillTx/>
                <a:latin typeface="Aptos" panose="02110004020202020204"/>
                <a:ea typeface="+mn-lt"/>
                <a:cs typeface="+mn-lt"/>
              </a:rPr>
              <a:t>All images or illustrations used in this presentation are either the intellectual property of the Wadhwani Operating Foundation or the property of their respective owners. They are used for educational and illustrative purposes only, in compliance with applicable copyright laws. No copyright infringement is intended. If you are the rightful owner of any image or illustration and believe it has been used without authorization, please contact </a:t>
            </a:r>
            <a:r>
              <a:rPr kumimoji="0" lang="en-US" sz="900" b="0" i="0" u="none" strike="noStrike" kern="1200" cap="none" spc="0" normalizeH="0" baseline="0" noProof="0">
                <a:ln>
                  <a:noFill/>
                </a:ln>
                <a:solidFill>
                  <a:srgbClr val="FFFFFF"/>
                </a:solidFill>
                <a:effectLst/>
                <a:uLnTx/>
                <a:uFillTx/>
                <a:latin typeface="Aptos" panose="02110004020202020204"/>
                <a:ea typeface="+mn-lt"/>
                <a:cs typeface="+mn-lt"/>
                <a:hlinkClick r:id="rId2">
                  <a:extLst>
                    <a:ext uri="{A12FA001-AC4F-418D-AE19-62706E023703}">
                      <ahyp:hlinkClr xmlns:ahyp="http://schemas.microsoft.com/office/drawing/2018/hyperlinkcolor" val="tx"/>
                    </a:ext>
                  </a:extLst>
                </a:hlinkClick>
              </a:rPr>
              <a:t>legal@wadhwanifoundation.org</a:t>
            </a:r>
            <a:r>
              <a:rPr kumimoji="0" lang="en-US" sz="900" b="0" i="0" u="none" strike="noStrike" kern="1200" cap="none" spc="0" normalizeH="0" baseline="0" noProof="0">
                <a:ln>
                  <a:noFill/>
                </a:ln>
                <a:solidFill>
                  <a:srgbClr val="FFFFFF"/>
                </a:solidFill>
                <a:effectLst/>
                <a:uLnTx/>
                <a:uFillTx/>
                <a:latin typeface="Aptos" panose="02110004020202020204"/>
                <a:ea typeface="+mn-lt"/>
                <a:cs typeface="+mn-lt"/>
              </a:rPr>
              <a:t> with the subject title "Wadhwani Ignite". us, and we will promptly take corrective action, including removal or proper attribution.</a:t>
            </a:r>
            <a:endParaRPr kumimoji="0" lang="en-US" sz="900" b="0" i="0" u="none" strike="noStrike" kern="1200" cap="none" spc="0" normalizeH="0" baseline="0" noProof="0">
              <a:ln>
                <a:noFill/>
              </a:ln>
              <a:solidFill>
                <a:srgbClr val="FFFFFF"/>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403913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Custom 1">
      <a:dk1>
        <a:srgbClr val="414042"/>
      </a:dk1>
      <a:lt1>
        <a:srgbClr val="FFFFFF"/>
      </a:lt1>
      <a:dk2>
        <a:srgbClr val="BF2026"/>
      </a:dk2>
      <a:lt2>
        <a:srgbClr val="FFFFFF"/>
      </a:lt2>
      <a:accent1>
        <a:srgbClr val="F2672A"/>
      </a:accent1>
      <a:accent2>
        <a:srgbClr val="F68721"/>
      </a:accent2>
      <a:accent3>
        <a:srgbClr val="24D4BD"/>
      </a:accent3>
      <a:accent4>
        <a:srgbClr val="2480D1"/>
      </a:accent4>
      <a:accent5>
        <a:srgbClr val="66218F"/>
      </a:accent5>
      <a:accent6>
        <a:srgbClr val="FF878F"/>
      </a:accent6>
      <a:hlink>
        <a:srgbClr val="24D4BD"/>
      </a:hlink>
      <a:folHlink>
        <a:srgbClr val="FF878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Office Theme">
  <a:themeElements>
    <a:clrScheme name="Custom 2">
      <a:dk1>
        <a:srgbClr val="414042"/>
      </a:dk1>
      <a:lt1>
        <a:srgbClr val="FFFFFF"/>
      </a:lt1>
      <a:dk2>
        <a:srgbClr val="BF2026"/>
      </a:dk2>
      <a:lt2>
        <a:srgbClr val="FFFFFF"/>
      </a:lt2>
      <a:accent1>
        <a:srgbClr val="A5A5A5"/>
      </a:accent1>
      <a:accent2>
        <a:srgbClr val="D8D8D8"/>
      </a:accent2>
      <a:accent3>
        <a:srgbClr val="FFFFFF"/>
      </a:accent3>
      <a:accent4>
        <a:srgbClr val="EE9C9F"/>
      </a:accent4>
      <a:accent5>
        <a:srgbClr val="F9B779"/>
      </a:accent5>
      <a:accent6>
        <a:srgbClr val="F7A37F"/>
      </a:accent6>
      <a:hlink>
        <a:srgbClr val="24D4BD"/>
      </a:hlink>
      <a:folHlink>
        <a:srgbClr val="FF878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3_Office Theme">
  <a:themeElements>
    <a:clrScheme name="Custom 1">
      <a:dk1>
        <a:srgbClr val="414042"/>
      </a:dk1>
      <a:lt1>
        <a:srgbClr val="FFFFFF"/>
      </a:lt1>
      <a:dk2>
        <a:srgbClr val="BF2026"/>
      </a:dk2>
      <a:lt2>
        <a:srgbClr val="FFFFFF"/>
      </a:lt2>
      <a:accent1>
        <a:srgbClr val="F2672A"/>
      </a:accent1>
      <a:accent2>
        <a:srgbClr val="F68721"/>
      </a:accent2>
      <a:accent3>
        <a:srgbClr val="24D4BD"/>
      </a:accent3>
      <a:accent4>
        <a:srgbClr val="2480D1"/>
      </a:accent4>
      <a:accent5>
        <a:srgbClr val="66218F"/>
      </a:accent5>
      <a:accent6>
        <a:srgbClr val="FF878F"/>
      </a:accent6>
      <a:hlink>
        <a:srgbClr val="24D4BD"/>
      </a:hlink>
      <a:folHlink>
        <a:srgbClr val="FF878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4_Office Theme">
  <a:themeElements>
    <a:clrScheme name="Custom 1">
      <a:dk1>
        <a:srgbClr val="414042"/>
      </a:dk1>
      <a:lt1>
        <a:srgbClr val="FFFFFF"/>
      </a:lt1>
      <a:dk2>
        <a:srgbClr val="BF2026"/>
      </a:dk2>
      <a:lt2>
        <a:srgbClr val="FFFFFF"/>
      </a:lt2>
      <a:accent1>
        <a:srgbClr val="F2672A"/>
      </a:accent1>
      <a:accent2>
        <a:srgbClr val="F68721"/>
      </a:accent2>
      <a:accent3>
        <a:srgbClr val="24D4BD"/>
      </a:accent3>
      <a:accent4>
        <a:srgbClr val="2480D1"/>
      </a:accent4>
      <a:accent5>
        <a:srgbClr val="66218F"/>
      </a:accent5>
      <a:accent6>
        <a:srgbClr val="FF878F"/>
      </a:accent6>
      <a:hlink>
        <a:srgbClr val="24D4BD"/>
      </a:hlink>
      <a:folHlink>
        <a:srgbClr val="FF878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Custom 2">
    <a:dk1>
      <a:srgbClr val="414042"/>
    </a:dk1>
    <a:lt1>
      <a:srgbClr val="FFFFFF"/>
    </a:lt1>
    <a:dk2>
      <a:srgbClr val="BF2026"/>
    </a:dk2>
    <a:lt2>
      <a:srgbClr val="FFFFFF"/>
    </a:lt2>
    <a:accent1>
      <a:srgbClr val="A5A5A5"/>
    </a:accent1>
    <a:accent2>
      <a:srgbClr val="D8D8D8"/>
    </a:accent2>
    <a:accent3>
      <a:srgbClr val="FFFFFF"/>
    </a:accent3>
    <a:accent4>
      <a:srgbClr val="EE9C9F"/>
    </a:accent4>
    <a:accent5>
      <a:srgbClr val="F9B779"/>
    </a:accent5>
    <a:accent6>
      <a:srgbClr val="F7A37F"/>
    </a:accent6>
    <a:hlink>
      <a:srgbClr val="24D4BD"/>
    </a:hlink>
    <a:folHlink>
      <a:srgbClr val="FF878F"/>
    </a:folHlink>
  </a:clrScheme>
</a:themeOverride>
</file>

<file path=docProps/app.xml><?xml version="1.0" encoding="utf-8"?>
<Properties xmlns="http://schemas.openxmlformats.org/officeDocument/2006/extended-properties" xmlns:vt="http://schemas.openxmlformats.org/officeDocument/2006/docPropsVTypes">
  <TotalTime>27</TotalTime>
  <Words>2232</Words>
  <Application>Microsoft Office PowerPoint</Application>
  <PresentationFormat>Widescreen</PresentationFormat>
  <Paragraphs>397</Paragraphs>
  <Slides>36</Slides>
  <Notes>11</Notes>
  <HiddenSlides>4</HiddenSlides>
  <MMClips>0</MMClips>
  <ScaleCrop>false</ScaleCrop>
  <HeadingPairs>
    <vt:vector size="6" baseType="variant">
      <vt:variant>
        <vt:lpstr>Fonts Used</vt:lpstr>
      </vt:variant>
      <vt:variant>
        <vt:i4>13</vt:i4>
      </vt:variant>
      <vt:variant>
        <vt:lpstr>Theme</vt:lpstr>
      </vt:variant>
      <vt:variant>
        <vt:i4>4</vt:i4>
      </vt:variant>
      <vt:variant>
        <vt:lpstr>Slide Titles</vt:lpstr>
      </vt:variant>
      <vt:variant>
        <vt:i4>36</vt:i4>
      </vt:variant>
    </vt:vector>
  </HeadingPairs>
  <TitlesOfParts>
    <vt:vector size="53" baseType="lpstr">
      <vt:lpstr>Barlow </vt:lpstr>
      <vt:lpstr>Barlow-Regular</vt:lpstr>
      <vt:lpstr>Aptos</vt:lpstr>
      <vt:lpstr>Arial</vt:lpstr>
      <vt:lpstr>Barlow</vt:lpstr>
      <vt:lpstr>Barlow ExtraBold</vt:lpstr>
      <vt:lpstr>Barlow Medium</vt:lpstr>
      <vt:lpstr>Barlow SemiBold</vt:lpstr>
      <vt:lpstr>Calibri</vt:lpstr>
      <vt:lpstr>Montserrat</vt:lpstr>
      <vt:lpstr>Open Sans</vt:lpstr>
      <vt:lpstr>Segoe UI</vt:lpstr>
      <vt:lpstr>Segoe UI Light</vt:lpstr>
      <vt:lpstr>Office Theme</vt:lpstr>
      <vt:lpstr>2_Office Theme</vt:lpstr>
      <vt:lpstr>3_Office Theme</vt:lpstr>
      <vt:lpstr>4_Office Theme</vt:lpstr>
      <vt:lpstr>PowerPoint Presentation</vt:lpstr>
      <vt:lpstr>Sesi Kuliah  &amp;  Demonstrasi Interaktif</vt:lpstr>
      <vt:lpstr>Kuis Rekap</vt:lpstr>
      <vt:lpstr>Kuis Rekap</vt:lpstr>
      <vt:lpstr>Kuis Rekap</vt:lpstr>
      <vt:lpstr>PowerPoint Presentation</vt:lpstr>
      <vt:lpstr>PowerPoint Presentation</vt:lpstr>
      <vt:lpstr>PowerPoint Presentation</vt:lpstr>
      <vt:lpstr>PowerPoint Presentation</vt:lpstr>
      <vt:lpstr>Learning Objectives</vt:lpstr>
      <vt:lpstr>PowerPoint Presentation</vt:lpstr>
      <vt:lpstr>BRAINSTORMING</vt:lpstr>
      <vt:lpstr>PowerPoint Presentation</vt:lpstr>
      <vt:lpstr>PowerPoint Presentation</vt:lpstr>
      <vt:lpstr>OTHER APPROACHES</vt:lpstr>
      <vt:lpstr>How to SHORTLIST Ideas?</vt:lpstr>
      <vt:lpstr>PowerPoint Presentation</vt:lpstr>
      <vt:lpstr>PowerPoint Presentation</vt:lpstr>
      <vt:lpstr>PowerPoint Presentation</vt:lpstr>
      <vt:lpstr>PowerPoint Presentation</vt:lpstr>
      <vt:lpstr>PowerPoint Presentation</vt:lpstr>
      <vt:lpstr>Komponen Penyelesaian</vt:lpstr>
      <vt:lpstr>Untuk Solusi yang dipilih: Ajukan pertanyaan-pertanyaan kunci ini</vt:lpstr>
      <vt:lpstr>Menjelaskan manfaat yang dapat diharapkan pelanggan dari produk &amp; layanan Anda</vt:lpstr>
      <vt:lpstr>PowerPoint Presentation</vt:lpstr>
      <vt:lpstr>AKTIVITAS TIM</vt:lpstr>
      <vt:lpstr>PowerPoint Presentation</vt:lpstr>
      <vt:lpstr>Kegiatan Tanya Jawab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Madhuri Gupta</dc:creator>
  <cp:lastModifiedBy>Ade Idris</cp:lastModifiedBy>
  <cp:revision>9</cp:revision>
  <dcterms:created xsi:type="dcterms:W3CDTF">2024-05-21T06:05:11Z</dcterms:created>
  <dcterms:modified xsi:type="dcterms:W3CDTF">2024-12-18T07:50:30Z</dcterms:modified>
</cp:coreProperties>
</file>